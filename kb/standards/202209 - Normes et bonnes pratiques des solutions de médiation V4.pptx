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4.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7F3E8EBC_65F2D72A.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5.xml" ContentType="application/vnd.openxmlformats-officedocument.presentationml.tags+xml"/>
  <Override PartName="/ppt/notesSlides/notesSlide17.xml" ContentType="application/vnd.openxmlformats-officedocument.presentationml.notesSlide+xml"/>
  <Override PartName="/ppt/tags/tag6.xml" ContentType="application/vnd.openxmlformats-officedocument.presentationml.tags+xml"/>
  <Override PartName="/ppt/notesSlides/notesSlide18.xml" ContentType="application/vnd.openxmlformats-officedocument.presentationml.notesSlide+xml"/>
  <Override PartName="/ppt/comments/modernComment_7F3E8E70_C3574F31.xml" ContentType="application/vnd.ms-powerpoint.comments+xml"/>
  <Override PartName="/ppt/tags/tag7.xml" ContentType="application/vnd.openxmlformats-officedocument.presentationml.tags+xml"/>
  <Override PartName="/ppt/notesSlides/notesSlide19.xml" ContentType="application/vnd.openxmlformats-officedocument.presentationml.notesSlide+xml"/>
  <Override PartName="/ppt/tags/tag8.xml" ContentType="application/vnd.openxmlformats-officedocument.presentationml.tags+xml"/>
  <Override PartName="/ppt/notesSlides/notesSlide20.xml" ContentType="application/vnd.openxmlformats-officedocument.presentationml.notesSlide+xml"/>
  <Override PartName="/ppt/comments/modernComment_7F3E8EE8_37AD53C0.xml" ContentType="application/vnd.ms-powerpoint.comments+xml"/>
  <Override PartName="/ppt/tags/tag9.xml" ContentType="application/vnd.openxmlformats-officedocument.presentationml.tags+xml"/>
  <Override PartName="/ppt/notesSlides/notesSlide21.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2.xml" ContentType="application/vnd.openxmlformats-officedocument.presentationml.notesSlide+xml"/>
  <Override PartName="/ppt/tags/tag13.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25.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28.xml" ContentType="application/vnd.openxmlformats-officedocument.presentationml.notesSlide+xml"/>
  <Override PartName="/ppt/tags/tag29.xml" ContentType="application/vnd.openxmlformats-officedocument.presentationml.tags+xml"/>
  <Override PartName="/ppt/notesSlides/notesSlide29.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comments/modernComment_7F3E8F68_75900110.xml" ContentType="application/vnd.ms-powerpoint.comments+xml"/>
  <Override PartName="/ppt/tags/tag39.xml" ContentType="application/vnd.openxmlformats-officedocument.presentationml.tags+xml"/>
  <Override PartName="/ppt/notesSlides/notesSlide3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31.xml" ContentType="application/vnd.openxmlformats-officedocument.presentationml.notesSlide+xml"/>
  <Override PartName="/ppt/tags/tag47.xml" ContentType="application/vnd.openxmlformats-officedocument.presentationml.tags+xml"/>
  <Override PartName="/ppt/notesSlides/notesSlide32.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33.xml" ContentType="application/vnd.openxmlformats-officedocument.presentationml.notesSlide+xml"/>
  <Override PartName="/ppt/comments/modernComment_7F3E8EC9_AFD1F469.xml" ContentType="application/vnd.ms-powerpoint.comments+xml"/>
  <Override PartName="/ppt/tags/tag51.xml" ContentType="application/vnd.openxmlformats-officedocument.presentationml.tags+xml"/>
  <Override PartName="/ppt/notesSlides/notesSlide34.xml" ContentType="application/vnd.openxmlformats-officedocument.presentationml.notesSlide+xml"/>
  <Override PartName="/ppt/comments/modernComment_7F3E8EE9_7AB9D38.xml" ContentType="application/vnd.ms-powerpoint.comment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35.xml" ContentType="application/vnd.openxmlformats-officedocument.presentationml.notesSlide+xml"/>
  <Override PartName="/ppt/tags/tag66.xml" ContentType="application/vnd.openxmlformats-officedocument.presentationml.tags+xml"/>
  <Override PartName="/ppt/notesSlides/notesSlide36.xml" ContentType="application/vnd.openxmlformats-officedocument.presentationml.notesSlide+xml"/>
  <Override PartName="/ppt/comments/modernComment_7F3E8EEA_93250DE5.xml" ContentType="application/vnd.ms-powerpoint.comments+xml"/>
  <Override PartName="/ppt/tags/tag67.xml" ContentType="application/vnd.openxmlformats-officedocument.presentationml.tags+xml"/>
  <Override PartName="/ppt/notesSlides/notesSlide37.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38.xml" ContentType="application/vnd.openxmlformats-officedocument.presentationml.notesSlide+xml"/>
  <Override PartName="/ppt/comments/modernComment_1E18_F48F4E83.xml" ContentType="application/vnd.ms-powerpoint.comments+xml"/>
  <Override PartName="/ppt/notesSlides/notesSlide3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72.xml" ContentType="application/vnd.openxmlformats-officedocument.presentationml.tags+xml"/>
  <Override PartName="/ppt/notesSlides/notesSlide40.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41.xml" ContentType="application/vnd.openxmlformats-officedocument.presentationml.notesSlide+xml"/>
  <Override PartName="/ppt/tags/tag82.xml" ContentType="application/vnd.openxmlformats-officedocument.presentationml.tags+xml"/>
  <Override PartName="/ppt/notesSlides/notesSlide42.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notesSlides/notesSlide43.xml" ContentType="application/vnd.openxmlformats-officedocument.presentationml.notesSlide+xml"/>
  <Override PartName="/ppt/tags/tag143.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144.xml" ContentType="application/vnd.openxmlformats-officedocument.presentationml.tags+xml"/>
  <Override PartName="/ppt/notesSlides/notesSlide46.xml" ContentType="application/vnd.openxmlformats-officedocument.presentationml.notesSlide+xml"/>
  <Override PartName="/ppt/tags/tag145.xml" ContentType="application/vnd.openxmlformats-officedocument.presentationml.tags+xml"/>
  <Override PartName="/ppt/notesSlides/notesSlide47.xml" ContentType="application/vnd.openxmlformats-officedocument.presentationml.notesSlide+xml"/>
  <Override PartName="/ppt/tags/tag146.xml" ContentType="application/vnd.openxmlformats-officedocument.presentationml.tags+xml"/>
  <Override PartName="/ppt/notesSlides/notesSlide48.xml" ContentType="application/vnd.openxmlformats-officedocument.presentationml.notesSlide+xml"/>
  <Override PartName="/ppt/comments/modernComment_7F3E8EAB_FD77B811.xml" ContentType="application/vnd.ms-powerpoint.comments+xml"/>
  <Override PartName="/ppt/tags/tag147.xml" ContentType="application/vnd.openxmlformats-officedocument.presentationml.tags+xml"/>
  <Override PartName="/ppt/notesSlides/notesSlide49.xml" ContentType="application/vnd.openxmlformats-officedocument.presentationml.notesSlide+xml"/>
  <Override PartName="/ppt/tags/tag148.xml" ContentType="application/vnd.openxmlformats-officedocument.presentationml.tags+xml"/>
  <Override PartName="/ppt/notesSlides/notesSlide50.xml" ContentType="application/vnd.openxmlformats-officedocument.presentationml.notesSlide+xml"/>
  <Override PartName="/ppt/tags/tag149.xml" ContentType="application/vnd.openxmlformats-officedocument.presentationml.tags+xml"/>
  <Override PartName="/ppt/notesSlides/notesSlide51.xml" ContentType="application/vnd.openxmlformats-officedocument.presentationml.notesSlide+xml"/>
  <Override PartName="/ppt/comments/modernComment_7F3E8EB4_CB419314.xml" ContentType="application/vnd.ms-powerpoint.comment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tags/tag150.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comments/modernComment_7F3E8F18_D497ED5F.xml" ContentType="application/vnd.ms-powerpoint.comments+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comments/modernComment_7F3E8F19_4AF7DABC.xml" ContentType="application/vnd.ms-powerpoint.comments+xml"/>
  <Override PartName="/ppt/notesSlides/notesSlide63.xml" ContentType="application/vnd.openxmlformats-officedocument.presentationml.notesSlide+xml"/>
  <Override PartName="/ppt/tags/tag151.xml" ContentType="application/vnd.openxmlformats-officedocument.presentationml.tags+xml"/>
  <Override PartName="/ppt/notesSlides/notesSlide64.xml" ContentType="application/vnd.openxmlformats-officedocument.presentationml.notesSlide+xml"/>
  <Override PartName="/ppt/comments/modernComment_15CF_B894F6F9.xml" ContentType="application/vnd.ms-powerpoint.comments+xml"/>
  <Override PartName="/ppt/notesSlides/notesSlide65.xml" ContentType="application/vnd.openxmlformats-officedocument.presentationml.notesSlide+xml"/>
  <Override PartName="/ppt/comments/modernComment_7F3E8EFA_4E8211EB.xml" ContentType="application/vnd.ms-powerpoint.comments+xml"/>
  <Override PartName="/ppt/notesSlides/notesSlide66.xml" ContentType="application/vnd.openxmlformats-officedocument.presentationml.notesSlide+xml"/>
  <Override PartName="/ppt/tags/tag152.xml" ContentType="application/vnd.openxmlformats-officedocument.presentationml.tags+xml"/>
  <Override PartName="/ppt/notesSlides/notesSlide67.xml" ContentType="application/vnd.openxmlformats-officedocument.presentationml.notesSlide+xml"/>
  <Override PartName="/ppt/tags/tag153.xml" ContentType="application/vnd.openxmlformats-officedocument.presentationml.tags+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notesSlides/notesSlide71.xml" ContentType="application/vnd.openxmlformats-officedocument.presentationml.notesSlide+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notesSlides/notesSlide72.xml" ContentType="application/vnd.openxmlformats-officedocument.presentationml.notesSlide+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notesSlides/notesSlide73.xml" ContentType="application/vnd.openxmlformats-officedocument.presentationml.notesSlide+xml"/>
  <Override PartName="/ppt/tags/tag221.xml" ContentType="application/vnd.openxmlformats-officedocument.presentationml.tags+xml"/>
  <Override PartName="/ppt/notesSlides/notesSlide74.xml" ContentType="application/vnd.openxmlformats-officedocument.presentationml.notesSlide+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notesSlides/notesSlide75.xml" ContentType="application/vnd.openxmlformats-officedocument.presentationml.notesSlide+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notesSlides/notesSlide76.xml" ContentType="application/vnd.openxmlformats-officedocument.presentationml.notesSlide+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notesSlides/notesSlide77.xml" ContentType="application/vnd.openxmlformats-officedocument.presentationml.notesSlide+xml"/>
  <Override PartName="/ppt/comments/modernComment_7F3E8F98_233A0F95.xml" ContentType="application/vnd.ms-powerpoint.comment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notesSlides/notesSlide78.xml" ContentType="application/vnd.openxmlformats-officedocument.presentationml.notesSlide+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notesSlides/notesSlide79.xml" ContentType="application/vnd.openxmlformats-officedocument.presentationml.notesSlide+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notesSlides/notesSlide80.xml" ContentType="application/vnd.openxmlformats-officedocument.presentationml.notesSlide+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notesSlides/notesSlide81.xml" ContentType="application/vnd.openxmlformats-officedocument.presentationml.notesSlide+xml"/>
  <Override PartName="/ppt/comments/modernComment_7F3E8F9A_F74A7925.xml" ContentType="application/vnd.ms-powerpoint.comment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notesSlides/notesSlide82.xml" ContentType="application/vnd.openxmlformats-officedocument.presentationml.notesSlide+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notesSlides/notesSlide83.xml" ContentType="application/vnd.openxmlformats-officedocument.presentationml.notesSlide+xml"/>
  <Override PartName="/ppt/comments/modernComment_7F3E8FAC_5E8266.xml" ContentType="application/vnd.ms-powerpoint.comment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notesSlides/notesSlide84.xml" ContentType="application/vnd.openxmlformats-officedocument.presentationml.notesSlide+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notesSlides/notesSlide85.xml" ContentType="application/vnd.openxmlformats-officedocument.presentationml.notesSlide+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notesSlides/notesSlide86.xml" ContentType="application/vnd.openxmlformats-officedocument.presentationml.notesSlide+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notesSlides/notesSlide87.xml" ContentType="application/vnd.openxmlformats-officedocument.presentationml.notesSlide+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notesSlides/notesSlide88.xml" ContentType="application/vnd.openxmlformats-officedocument.presentationml.notesSlide+xml"/>
  <Override PartName="/ppt/tags/tag503.xml" ContentType="application/vnd.openxmlformats-officedocument.presentationml.tags+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tags/tag504.xml" ContentType="application/vnd.openxmlformats-officedocument.presentationml.tags+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comments/modernComment_7F3E8FCB_42EE9CEC.xml" ContentType="application/vnd.ms-powerpoint.comments+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tags/tag505.xml" ContentType="application/vnd.openxmlformats-officedocument.presentationml.tags+xml"/>
  <Override PartName="/ppt/tags/tag506.xml" ContentType="application/vnd.openxmlformats-officedocument.presentationml.tags+xml"/>
  <Override PartName="/ppt/notesSlides/notesSlide109.xml" ContentType="application/vnd.openxmlformats-officedocument.presentationml.notesSlide+xml"/>
  <Override PartName="/ppt/tags/tag507.xml" ContentType="application/vnd.openxmlformats-officedocument.presentationml.tags+xml"/>
  <Override PartName="/ppt/notesSlides/notesSlide110.xml" ContentType="application/vnd.openxmlformats-officedocument.presentationml.notesSlide+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notesSlides/notesSlide111.xml" ContentType="application/vnd.openxmlformats-officedocument.presentationml.notesSlide+xml"/>
  <Override PartName="/ppt/tags/tag511.xml" ContentType="application/vnd.openxmlformats-officedocument.presentationml.tags+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512.xml" ContentType="application/vnd.openxmlformats-officedocument.presentationml.tags+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tags/tag513.xml" ContentType="application/vnd.openxmlformats-officedocument.presentationml.tags+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tags/tag514.xml" ContentType="application/vnd.openxmlformats-officedocument.presentationml.tags+xml"/>
  <Override PartName="/ppt/notesSlides/notesSlide124.xml" ContentType="application/vnd.openxmlformats-officedocument.presentationml.notesSlide+xml"/>
  <Override PartName="/ppt/tags/tag515.xml" ContentType="application/vnd.openxmlformats-officedocument.presentationml.tags+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27.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28.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31.xml" ContentType="application/vnd.openxmlformats-officedocument.presentationml.notesSlide+xml"/>
  <Override PartName="/ppt/tags/tag516.xml" ContentType="application/vnd.openxmlformats-officedocument.presentationml.tags+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tags/tag517.xml" ContentType="application/vnd.openxmlformats-officedocument.presentationml.tags+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tags/tag525.xml" ContentType="application/vnd.openxmlformats-officedocument.presentationml.tags+xml"/>
  <Override PartName="/ppt/notesSlides/notesSlide15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6.xml" ContentType="application/vnd.openxmlformats-officedocument.customXmlProperties+xml"/>
  <Override PartName="/customXml/itemProps7.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3" r:id="rId6"/>
  </p:sldMasterIdLst>
  <p:notesMasterIdLst>
    <p:notesMasterId r:id="rId172"/>
  </p:notesMasterIdLst>
  <p:sldIdLst>
    <p:sldId id="2134806125" r:id="rId7"/>
    <p:sldId id="2134806377" r:id="rId8"/>
    <p:sldId id="2134806378" r:id="rId9"/>
    <p:sldId id="2134806333" r:id="rId10"/>
    <p:sldId id="2134806214" r:id="rId11"/>
    <p:sldId id="2134806278" r:id="rId12"/>
    <p:sldId id="2134806210" r:id="rId13"/>
    <p:sldId id="2134806209" r:id="rId14"/>
    <p:sldId id="2134806208" r:id="rId15"/>
    <p:sldId id="2134806207" r:id="rId16"/>
    <p:sldId id="2134806206" r:id="rId17"/>
    <p:sldId id="2134806205" r:id="rId18"/>
    <p:sldId id="2134806212" r:id="rId19"/>
    <p:sldId id="2134806211" r:id="rId20"/>
    <p:sldId id="2134806213" r:id="rId21"/>
    <p:sldId id="2134806204" r:id="rId22"/>
    <p:sldId id="2134806379" r:id="rId23"/>
    <p:sldId id="2134806128" r:id="rId24"/>
    <p:sldId id="2134806486" r:id="rId25"/>
    <p:sldId id="2134806247" r:id="rId26"/>
    <p:sldId id="2134806248" r:id="rId27"/>
    <p:sldId id="2134806380" r:id="rId28"/>
    <p:sldId id="2134806341" r:id="rId29"/>
    <p:sldId id="2134806381" r:id="rId30"/>
    <p:sldId id="2134806246" r:id="rId31"/>
    <p:sldId id="2134806226" r:id="rId32"/>
    <p:sldId id="2134806228" r:id="rId33"/>
    <p:sldId id="2134806252" r:id="rId34"/>
    <p:sldId id="2134806227" r:id="rId35"/>
    <p:sldId id="2134806382" r:id="rId36"/>
    <p:sldId id="2134806376" r:id="rId37"/>
    <p:sldId id="2134806183" r:id="rId38"/>
    <p:sldId id="2134806220" r:id="rId39"/>
    <p:sldId id="2134806383" r:id="rId40"/>
    <p:sldId id="7718" r:id="rId41"/>
    <p:sldId id="2134806217" r:id="rId42"/>
    <p:sldId id="2134806249" r:id="rId43"/>
    <p:sldId id="2134806218" r:id="rId44"/>
    <p:sldId id="2134806250" r:id="rId45"/>
    <p:sldId id="2134806384" r:id="rId46"/>
    <p:sldId id="2134806446" r:id="rId47"/>
    <p:sldId id="7704" r:id="rId48"/>
    <p:sldId id="2134806222" r:id="rId49"/>
    <p:sldId id="2134806385" r:id="rId50"/>
    <p:sldId id="2134806480" r:id="rId51"/>
    <p:sldId id="2134806235" r:id="rId52"/>
    <p:sldId id="2134806386" r:id="rId53"/>
    <p:sldId id="2134806481" r:id="rId54"/>
    <p:sldId id="2134806189" r:id="rId55"/>
    <p:sldId id="2134806441" r:id="rId56"/>
    <p:sldId id="2134806176" r:id="rId57"/>
    <p:sldId id="2134806349" r:id="rId58"/>
    <p:sldId id="2134806343" r:id="rId59"/>
    <p:sldId id="2134806187" r:id="rId60"/>
    <p:sldId id="2134806267" r:id="rId61"/>
    <p:sldId id="2134806406" r:id="rId62"/>
    <p:sldId id="2134806196" r:id="rId63"/>
    <p:sldId id="2134806201" r:id="rId64"/>
    <p:sldId id="2134806290" r:id="rId65"/>
    <p:sldId id="2134806407" r:id="rId66"/>
    <p:sldId id="2134806202" r:id="rId67"/>
    <p:sldId id="2134806292" r:id="rId68"/>
    <p:sldId id="2134806293" r:id="rId69"/>
    <p:sldId id="2134806294" r:id="rId70"/>
    <p:sldId id="2134806295" r:id="rId71"/>
    <p:sldId id="2134806296" r:id="rId72"/>
    <p:sldId id="2134806197" r:id="rId73"/>
    <p:sldId id="2134806297" r:id="rId74"/>
    <p:sldId id="2134806298" r:id="rId75"/>
    <p:sldId id="2134806408" r:id="rId76"/>
    <p:sldId id="5583" r:id="rId77"/>
    <p:sldId id="2134806266" r:id="rId78"/>
    <p:sldId id="2134806299" r:id="rId79"/>
    <p:sldId id="2134806389" r:id="rId80"/>
    <p:sldId id="2134806409" r:id="rId81"/>
    <p:sldId id="2134806261" r:id="rId82"/>
    <p:sldId id="2134806262" r:id="rId83"/>
    <p:sldId id="2134806254" r:id="rId84"/>
    <p:sldId id="2134806191" r:id="rId85"/>
    <p:sldId id="2134806260" r:id="rId86"/>
    <p:sldId id="2134806415" r:id="rId87"/>
    <p:sldId id="2134806418" r:id="rId88"/>
    <p:sldId id="2134806442" r:id="rId89"/>
    <p:sldId id="2134806424" r:id="rId90"/>
    <p:sldId id="2134806443" r:id="rId91"/>
    <p:sldId id="2134806423" r:id="rId92"/>
    <p:sldId id="2134806445" r:id="rId93"/>
    <p:sldId id="2134806426" r:id="rId94"/>
    <p:sldId id="2134806485" r:id="rId95"/>
    <p:sldId id="2134806444" r:id="rId96"/>
    <p:sldId id="2134806258" r:id="rId97"/>
    <p:sldId id="2134806421" r:id="rId98"/>
    <p:sldId id="2134806439" r:id="rId99"/>
    <p:sldId id="2134806422" r:id="rId100"/>
    <p:sldId id="2134806427" r:id="rId101"/>
    <p:sldId id="2134806416" r:id="rId102"/>
    <p:sldId id="2134806487" r:id="rId103"/>
    <p:sldId id="2134806239" r:id="rId104"/>
    <p:sldId id="2134806428" r:id="rId105"/>
    <p:sldId id="2134806459" r:id="rId106"/>
    <p:sldId id="2134806468" r:id="rId107"/>
    <p:sldId id="2134806466" r:id="rId108"/>
    <p:sldId id="2134806467" r:id="rId109"/>
    <p:sldId id="2134806463" r:id="rId110"/>
    <p:sldId id="2134806464" r:id="rId111"/>
    <p:sldId id="2134806465" r:id="rId112"/>
    <p:sldId id="2134806417" r:id="rId113"/>
    <p:sldId id="2134806469" r:id="rId114"/>
    <p:sldId id="2134806470" r:id="rId115"/>
    <p:sldId id="2134806475" r:id="rId116"/>
    <p:sldId id="2134806474" r:id="rId117"/>
    <p:sldId id="2134806473" r:id="rId118"/>
    <p:sldId id="2134806476" r:id="rId119"/>
    <p:sldId id="2134806429" r:id="rId120"/>
    <p:sldId id="2134806433" r:id="rId121"/>
    <p:sldId id="2134806434" r:id="rId122"/>
    <p:sldId id="2134806477" r:id="rId123"/>
    <p:sldId id="2134806478" r:id="rId124"/>
    <p:sldId id="2134806479" r:id="rId125"/>
    <p:sldId id="2134806435" r:id="rId126"/>
    <p:sldId id="2134806437" r:id="rId127"/>
    <p:sldId id="2134806438" r:id="rId128"/>
    <p:sldId id="2134806488" r:id="rId129"/>
    <p:sldId id="2134806489" r:id="rId130"/>
    <p:sldId id="2134806509" r:id="rId131"/>
    <p:sldId id="2134806358" r:id="rId132"/>
    <p:sldId id="2134806483" r:id="rId133"/>
    <p:sldId id="2134806510" r:id="rId134"/>
    <p:sldId id="2134806511" r:id="rId135"/>
    <p:sldId id="2134806512" r:id="rId136"/>
    <p:sldId id="2134806359" r:id="rId137"/>
    <p:sldId id="2134806300" r:id="rId138"/>
    <p:sldId id="2134806274" r:id="rId139"/>
    <p:sldId id="2134806360" r:id="rId140"/>
    <p:sldId id="2134806304" r:id="rId141"/>
    <p:sldId id="2134806303" r:id="rId142"/>
    <p:sldId id="2134806301" r:id="rId143"/>
    <p:sldId id="2134806398" r:id="rId144"/>
    <p:sldId id="2134806361" r:id="rId145"/>
    <p:sldId id="2134806306" r:id="rId146"/>
    <p:sldId id="2134806501" r:id="rId147"/>
    <p:sldId id="2134806502" r:id="rId148"/>
    <p:sldId id="2134806272" r:id="rId149"/>
    <p:sldId id="2134806503" r:id="rId150"/>
    <p:sldId id="2134806499" r:id="rId151"/>
    <p:sldId id="2134806365" r:id="rId152"/>
    <p:sldId id="2134806181" r:id="rId153"/>
    <p:sldId id="2134806493" r:id="rId154"/>
    <p:sldId id="2134806312" r:id="rId155"/>
    <p:sldId id="2134806315" r:id="rId156"/>
    <p:sldId id="2134806316" r:id="rId157"/>
    <p:sldId id="2134806364" r:id="rId158"/>
    <p:sldId id="2134806273" r:id="rId159"/>
    <p:sldId id="2134806490" r:id="rId160"/>
    <p:sldId id="2134806500" r:id="rId161"/>
    <p:sldId id="2134806517" r:id="rId162"/>
    <p:sldId id="2134806519" r:id="rId163"/>
    <p:sldId id="2134806521" r:id="rId164"/>
    <p:sldId id="2134806522" r:id="rId165"/>
    <p:sldId id="2134806494" r:id="rId166"/>
    <p:sldId id="2134806505" r:id="rId167"/>
    <p:sldId id="2134806277" r:id="rId168"/>
    <p:sldId id="2134806158" r:id="rId169"/>
    <p:sldId id="2134806135" r:id="rId170"/>
    <p:sldId id="2134806331" r:id="rId17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5A74BD7-748F-40A5-9F19-48A2F5962E25}">
          <p14:sldIdLst>
            <p14:sldId id="2134806125"/>
            <p14:sldId id="2134806377"/>
          </p14:sldIdLst>
        </p14:section>
        <p14:section name="PARTIE 1 : Les différents types de solution de médiation proposés par la plateforme" id="{6C1FBF7B-8163-4F11-971C-943331773E7F}">
          <p14:sldIdLst>
            <p14:sldId id="2134806378"/>
          </p14:sldIdLst>
        </p14:section>
        <p14:section name="Médiation et urbanisation" id="{6B391863-FFED-084B-9F1F-DEBE6DAF6FD4}">
          <p14:sldIdLst>
            <p14:sldId id="2134806333"/>
            <p14:sldId id="2134806214"/>
            <p14:sldId id="2134806278"/>
            <p14:sldId id="2134806210"/>
            <p14:sldId id="2134806209"/>
            <p14:sldId id="2134806208"/>
            <p14:sldId id="2134806207"/>
            <p14:sldId id="2134806206"/>
            <p14:sldId id="2134806205"/>
            <p14:sldId id="2134806212"/>
            <p14:sldId id="2134806211"/>
            <p14:sldId id="2134806213"/>
            <p14:sldId id="2134806204"/>
          </p14:sldIdLst>
        </p14:section>
        <p14:section name="Plateformes de médiation" id="{85AA4F4F-2498-5C44-AE65-E90D2BD16714}">
          <p14:sldIdLst>
            <p14:sldId id="2134806379"/>
            <p14:sldId id="2134806128"/>
            <p14:sldId id="2134806486"/>
            <p14:sldId id="2134806247"/>
            <p14:sldId id="2134806248"/>
          </p14:sldIdLst>
        </p14:section>
        <p14:section name="Typologies de flux" id="{309BE798-4EBE-4781-8D82-F6B82E4C5A45}">
          <p14:sldIdLst>
            <p14:sldId id="2134806380"/>
            <p14:sldId id="2134806341"/>
          </p14:sldIdLst>
        </p14:section>
        <p14:section name="L'API management" id="{F95219A7-205C-EB41-8038-E7D3A757B3E3}">
          <p14:sldIdLst>
            <p14:sldId id="2134806381"/>
            <p14:sldId id="2134806246"/>
            <p14:sldId id="2134806226"/>
            <p14:sldId id="2134806228"/>
            <p14:sldId id="2134806252"/>
            <p14:sldId id="2134806227"/>
          </p14:sldIdLst>
        </p14:section>
        <p14:section name="Le MOM" id="{701611F0-52F8-E64B-8912-5C74C0876669}">
          <p14:sldIdLst>
            <p14:sldId id="2134806382"/>
            <p14:sldId id="2134806376"/>
            <p14:sldId id="2134806183"/>
            <p14:sldId id="2134806220"/>
          </p14:sldIdLst>
        </p14:section>
        <p14:section name="Enterprise Service Bus" id="{B429714B-5D85-2249-AD5E-CA6F8A5D6785}">
          <p14:sldIdLst>
            <p14:sldId id="2134806383"/>
            <p14:sldId id="7718"/>
            <p14:sldId id="2134806217"/>
            <p14:sldId id="2134806249"/>
            <p14:sldId id="2134806218"/>
            <p14:sldId id="2134806250"/>
          </p14:sldIdLst>
        </p14:section>
        <p14:section name="ETL" id="{67D046B8-7BFE-2C48-A09C-0214415C68DD}">
          <p14:sldIdLst>
            <p14:sldId id="2134806384"/>
            <p14:sldId id="2134806446"/>
            <p14:sldId id="7704"/>
            <p14:sldId id="2134806222"/>
          </p14:sldIdLst>
        </p14:section>
        <p14:section name="Batch Processing" id="{F0BA6DE4-5BE3-B74B-98A6-79582D9FCE82}">
          <p14:sldIdLst>
            <p14:sldId id="2134806385"/>
            <p14:sldId id="2134806480"/>
            <p14:sldId id="2134806235"/>
          </p14:sldIdLst>
        </p14:section>
        <p14:section name="Stream Processing" id="{FE78B781-34E7-E044-94EF-66081F23FD05}">
          <p14:sldIdLst>
            <p14:sldId id="2134806386"/>
            <p14:sldId id="2134806481"/>
            <p14:sldId id="2134806189"/>
          </p14:sldIdLst>
        </p14:section>
        <p14:section name="Résumé" id="{782DC7FF-ADA4-4898-94F8-3AFF4470E519}">
          <p14:sldIdLst>
            <p14:sldId id="2134806441"/>
            <p14:sldId id="2134806176"/>
          </p14:sldIdLst>
        </p14:section>
        <p14:section name="PARTIE 2 : Les solutions" id="{5896F931-F7B3-4D35-B82E-312C2ED74760}">
          <p14:sldIdLst>
            <p14:sldId id="2134806349"/>
          </p14:sldIdLst>
        </p14:section>
        <p14:section name="Synchrone vs Asynchrone" id="{BF320F33-5ABB-4C9C-A820-48FB21200BC1}">
          <p14:sldIdLst>
            <p14:sldId id="2134806343"/>
            <p14:sldId id="2134806187"/>
            <p14:sldId id="2134806267"/>
          </p14:sldIdLst>
        </p14:section>
        <p14:section name="Domain Driven Design" id="{7A3BF83A-ADB3-48FC-AC1D-C31FB92CEAD4}">
          <p14:sldIdLst>
            <p14:sldId id="2134806406"/>
            <p14:sldId id="2134806196"/>
            <p14:sldId id="2134806201"/>
            <p14:sldId id="2134806290"/>
          </p14:sldIdLst>
        </p14:section>
        <p14:section name="Event Driven Architecture" id="{0571079C-239C-7A43-ABAB-FB069F2E7D53}">
          <p14:sldIdLst>
            <p14:sldId id="2134806407"/>
            <p14:sldId id="2134806202"/>
            <p14:sldId id="2134806292"/>
            <p14:sldId id="2134806293"/>
            <p14:sldId id="2134806294"/>
            <p14:sldId id="2134806295"/>
            <p14:sldId id="2134806296"/>
            <p14:sldId id="2134806197"/>
            <p14:sldId id="2134806297"/>
            <p14:sldId id="2134806298"/>
          </p14:sldIdLst>
        </p14:section>
        <p14:section name="Etat du marché" id="{B8B53777-F83D-D240-8F06-83DCF0A43673}">
          <p14:sldIdLst>
            <p14:sldId id="2134806408"/>
            <p14:sldId id="5583"/>
            <p14:sldId id="2134806266"/>
            <p14:sldId id="2134806299"/>
          </p14:sldIdLst>
        </p14:section>
        <p14:section name="PARTIE 3 : Patterns &amp; Arbres de décisions" id="{A18A3A67-6864-4EC6-89D8-5C409E0C6611}">
          <p14:sldIdLst>
            <p14:sldId id="2134806389"/>
          </p14:sldIdLst>
        </p14:section>
        <p14:section name="Eléments conceptuels" id="{1A368976-0F3A-48A7-ACB9-683577B657AA}">
          <p14:sldIdLst>
            <p14:sldId id="2134806409"/>
            <p14:sldId id="2134806261"/>
            <p14:sldId id="2134806262"/>
            <p14:sldId id="2134806254"/>
            <p14:sldId id="2134806191"/>
            <p14:sldId id="2134806260"/>
          </p14:sldIdLst>
        </p14:section>
        <p14:section name="Patterns Echanges &amp; Intégration" id="{F34C235E-55C1-5648-B2F9-575D3A6FF8EA}">
          <p14:sldIdLst>
            <p14:sldId id="2134806415"/>
            <p14:sldId id="2134806418"/>
            <p14:sldId id="2134806442"/>
            <p14:sldId id="2134806424"/>
            <p14:sldId id="2134806443"/>
            <p14:sldId id="2134806423"/>
            <p14:sldId id="2134806445"/>
            <p14:sldId id="2134806426"/>
            <p14:sldId id="2134806485"/>
            <p14:sldId id="2134806444"/>
            <p14:sldId id="2134806258"/>
            <p14:sldId id="2134806421"/>
            <p14:sldId id="2134806439"/>
            <p14:sldId id="2134806422"/>
            <p14:sldId id="2134806427"/>
          </p14:sldIdLst>
        </p14:section>
        <p14:section name="Cook book" id="{D2181059-BF05-40D9-8522-48C63060CA9A}">
          <p14:sldIdLst>
            <p14:sldId id="2134806416"/>
            <p14:sldId id="2134806487"/>
            <p14:sldId id="2134806239"/>
            <p14:sldId id="2134806428"/>
            <p14:sldId id="2134806459"/>
            <p14:sldId id="2134806468"/>
            <p14:sldId id="2134806466"/>
            <p14:sldId id="2134806467"/>
            <p14:sldId id="2134806463"/>
            <p14:sldId id="2134806464"/>
            <p14:sldId id="2134806465"/>
          </p14:sldIdLst>
        </p14:section>
        <p14:section name="Arbres de décision" id="{CEB873FE-2DBA-3D4D-AEF1-14E2CE919C0F}">
          <p14:sldIdLst>
            <p14:sldId id="2134806417"/>
            <p14:sldId id="2134806469"/>
            <p14:sldId id="2134806470"/>
            <p14:sldId id="2134806475"/>
            <p14:sldId id="2134806474"/>
            <p14:sldId id="2134806473"/>
            <p14:sldId id="2134806476"/>
            <p14:sldId id="2134806429"/>
            <p14:sldId id="2134806433"/>
            <p14:sldId id="2134806434"/>
            <p14:sldId id="2134806477"/>
            <p14:sldId id="2134806478"/>
            <p14:sldId id="2134806479"/>
            <p14:sldId id="2134806435"/>
            <p14:sldId id="2134806437"/>
            <p14:sldId id="2134806438"/>
          </p14:sldIdLst>
        </p14:section>
        <p14:section name="PARTIE 4 : Les bonnes pratiques de développement MuleSoft" id="{C4CA53AE-3003-4914-9F7C-0491F229A9A3}">
          <p14:sldIdLst>
            <p14:sldId id="2134806488"/>
            <p14:sldId id="2134806489"/>
            <p14:sldId id="2134806509"/>
          </p14:sldIdLst>
        </p14:section>
        <p14:section name="XAPI, PAPI, SAPI" id="{95ED7D67-C67E-014C-8FAA-01DA3AC5113D}">
          <p14:sldIdLst>
            <p14:sldId id="2134806358"/>
            <p14:sldId id="2134806483"/>
            <p14:sldId id="2134806510"/>
            <p14:sldId id="2134806511"/>
            <p14:sldId id="2134806512"/>
          </p14:sldIdLst>
        </p14:section>
        <p14:section name="API LED" id="{56693445-4EDE-524E-8766-878BBFEE443C}">
          <p14:sldIdLst>
            <p14:sldId id="2134806359"/>
            <p14:sldId id="2134806300"/>
            <p14:sldId id="2134806274"/>
          </p14:sldIdLst>
        </p14:section>
        <p14:section name="Patterns MS Mulesoft" id="{0024721B-4DAF-B14A-800C-E92C0A3ECF69}">
          <p14:sldIdLst>
            <p14:sldId id="2134806360"/>
            <p14:sldId id="2134806304"/>
            <p14:sldId id="2134806303"/>
            <p14:sldId id="2134806301"/>
          </p14:sldIdLst>
        </p14:section>
        <p14:section name="PARTIE 5 : Les bonnes pratiques opérationnelles, automatisation et supervision" id="{816AA436-8F40-A645-BA17-7682C0658CE5}">
          <p14:sldIdLst>
            <p14:sldId id="2134806398"/>
          </p14:sldIdLst>
        </p14:section>
        <p14:section name="Opérationnelle" id="{9B49F589-8D08-0B41-8F6B-99C1ABA43765}">
          <p14:sldIdLst>
            <p14:sldId id="2134806361"/>
            <p14:sldId id="2134806306"/>
            <p14:sldId id="2134806501"/>
            <p14:sldId id="2134806502"/>
            <p14:sldId id="2134806272"/>
            <p14:sldId id="2134806503"/>
            <p14:sldId id="2134806499"/>
          </p14:sldIdLst>
        </p14:section>
        <p14:section name="Automatisation" id="{0DF44214-3B09-3E4F-8FF2-CD373E786B8A}">
          <p14:sldIdLst>
            <p14:sldId id="2134806365"/>
            <p14:sldId id="2134806181"/>
            <p14:sldId id="2134806493"/>
            <p14:sldId id="2134806312"/>
            <p14:sldId id="2134806315"/>
            <p14:sldId id="2134806316"/>
          </p14:sldIdLst>
        </p14:section>
        <p14:section name="Supervision et indicateurs" id="{C2639402-47E4-CF43-BD4A-375B413307D5}">
          <p14:sldIdLst>
            <p14:sldId id="2134806364"/>
            <p14:sldId id="2134806273"/>
            <p14:sldId id="2134806490"/>
            <p14:sldId id="2134806500"/>
            <p14:sldId id="2134806517"/>
            <p14:sldId id="2134806519"/>
            <p14:sldId id="2134806521"/>
            <p14:sldId id="2134806522"/>
            <p14:sldId id="2134806494"/>
            <p14:sldId id="2134806505"/>
            <p14:sldId id="2134806277"/>
          </p14:sldIdLst>
        </p14:section>
        <p14:section name="Conclusion" id="{C60B1FC1-CBB4-4709-9BB8-DA5D87B442A3}">
          <p14:sldIdLst>
            <p14:sldId id="2134806158"/>
          </p14:sldIdLst>
        </p14:section>
        <p14:section name="Annexes" id="{B41EEC14-310E-4F6C-9D6C-D8100A90A7B0}">
          <p14:sldIdLst>
            <p14:sldId id="2134806135"/>
            <p14:sldId id="213480633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EF2717E-1975-34C6-F8D8-0C575939C51F}" name="Merwan BOUVIER" initials="MB" userId="S::m.bouvier@groupeonepoint.com::fe097c0e-9133-442c-b112-0117346867dc" providerId="AD"/>
  <p188:author id="{350E27D9-339A-647A-B53E-758F001F7CFB}" name="LE GALLO, Ronan" initials="LGR" userId="S::r.legallo@bouygues-construction.com::bbd6c348-b79e-45b1-9a69-2923cd51703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5E5"/>
    <a:srgbClr val="DCF2DE"/>
    <a:srgbClr val="007EB9"/>
    <a:srgbClr val="FF6F5F"/>
    <a:srgbClr val="C130FE"/>
    <a:srgbClr val="1D4FB9"/>
    <a:srgbClr val="53CCFF"/>
    <a:srgbClr val="F5F5F5"/>
    <a:srgbClr val="FF9D75"/>
    <a:srgbClr val="FFC5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Style foncé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Style foncé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175" autoAdjust="0"/>
    <p:restoredTop sz="93907" autoAdjust="0"/>
  </p:normalViewPr>
  <p:slideViewPr>
    <p:cSldViewPr snapToGrid="0">
      <p:cViewPr varScale="1">
        <p:scale>
          <a:sx n="107" d="100"/>
          <a:sy n="107" d="100"/>
        </p:scale>
        <p:origin x="54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1.xml"/><Relationship Id="rId21" Type="http://schemas.openxmlformats.org/officeDocument/2006/relationships/slide" Target="slides/slide15.xml"/><Relationship Id="rId42" Type="http://schemas.openxmlformats.org/officeDocument/2006/relationships/slide" Target="slides/slide36.xml"/><Relationship Id="rId63" Type="http://schemas.openxmlformats.org/officeDocument/2006/relationships/slide" Target="slides/slide57.xml"/><Relationship Id="rId84" Type="http://schemas.openxmlformats.org/officeDocument/2006/relationships/slide" Target="slides/slide78.xml"/><Relationship Id="rId138" Type="http://schemas.openxmlformats.org/officeDocument/2006/relationships/slide" Target="slides/slide132.xml"/><Relationship Id="rId159" Type="http://schemas.openxmlformats.org/officeDocument/2006/relationships/slide" Target="slides/slide153.xml"/><Relationship Id="rId170" Type="http://schemas.openxmlformats.org/officeDocument/2006/relationships/slide" Target="slides/slide164.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53" Type="http://schemas.openxmlformats.org/officeDocument/2006/relationships/slide" Target="slides/slide47.xml"/><Relationship Id="rId74" Type="http://schemas.openxmlformats.org/officeDocument/2006/relationships/slide" Target="slides/slide68.xml"/><Relationship Id="rId128" Type="http://schemas.openxmlformats.org/officeDocument/2006/relationships/slide" Target="slides/slide122.xml"/><Relationship Id="rId149" Type="http://schemas.openxmlformats.org/officeDocument/2006/relationships/slide" Target="slides/slide143.xml"/><Relationship Id="rId5" Type="http://schemas.openxmlformats.org/officeDocument/2006/relationships/customXml" Target="../customXml/item5.xml"/><Relationship Id="rId95" Type="http://schemas.openxmlformats.org/officeDocument/2006/relationships/slide" Target="slides/slide89.xml"/><Relationship Id="rId160" Type="http://schemas.openxmlformats.org/officeDocument/2006/relationships/slide" Target="slides/slide154.xml"/><Relationship Id="rId22" Type="http://schemas.openxmlformats.org/officeDocument/2006/relationships/slide" Target="slides/slide16.xml"/><Relationship Id="rId43" Type="http://schemas.openxmlformats.org/officeDocument/2006/relationships/slide" Target="slides/slide37.xml"/><Relationship Id="rId64" Type="http://schemas.openxmlformats.org/officeDocument/2006/relationships/slide" Target="slides/slide58.xml"/><Relationship Id="rId118" Type="http://schemas.openxmlformats.org/officeDocument/2006/relationships/slide" Target="slides/slide112.xml"/><Relationship Id="rId139" Type="http://schemas.openxmlformats.org/officeDocument/2006/relationships/slide" Target="slides/slide133.xml"/><Relationship Id="rId85" Type="http://schemas.openxmlformats.org/officeDocument/2006/relationships/slide" Target="slides/slide79.xml"/><Relationship Id="rId150" Type="http://schemas.openxmlformats.org/officeDocument/2006/relationships/slide" Target="slides/slide144.xml"/><Relationship Id="rId171" Type="http://schemas.openxmlformats.org/officeDocument/2006/relationships/slide" Target="slides/slide165.xml"/><Relationship Id="rId12" Type="http://schemas.openxmlformats.org/officeDocument/2006/relationships/slide" Target="slides/slide6.xml"/><Relationship Id="rId33" Type="http://schemas.openxmlformats.org/officeDocument/2006/relationships/slide" Target="slides/slide27.xml"/><Relationship Id="rId108" Type="http://schemas.openxmlformats.org/officeDocument/2006/relationships/slide" Target="slides/slide102.xml"/><Relationship Id="rId129" Type="http://schemas.openxmlformats.org/officeDocument/2006/relationships/slide" Target="slides/slide123.xml"/><Relationship Id="rId54" Type="http://schemas.openxmlformats.org/officeDocument/2006/relationships/slide" Target="slides/slide48.xml"/><Relationship Id="rId75" Type="http://schemas.openxmlformats.org/officeDocument/2006/relationships/slide" Target="slides/slide69.xml"/><Relationship Id="rId96" Type="http://schemas.openxmlformats.org/officeDocument/2006/relationships/slide" Target="slides/slide90.xml"/><Relationship Id="rId140" Type="http://schemas.openxmlformats.org/officeDocument/2006/relationships/slide" Target="slides/slide134.xml"/><Relationship Id="rId161" Type="http://schemas.openxmlformats.org/officeDocument/2006/relationships/slide" Target="slides/slide155.xml"/><Relationship Id="rId6" Type="http://schemas.openxmlformats.org/officeDocument/2006/relationships/slideMaster" Target="slideMasters/slideMaster1.xml"/><Relationship Id="rId23" Type="http://schemas.openxmlformats.org/officeDocument/2006/relationships/slide" Target="slides/slide17.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 Id="rId119" Type="http://schemas.openxmlformats.org/officeDocument/2006/relationships/slide" Target="slides/slide113.xml"/><Relationship Id="rId44" Type="http://schemas.openxmlformats.org/officeDocument/2006/relationships/slide" Target="slides/slide38.xml"/><Relationship Id="rId60" Type="http://schemas.openxmlformats.org/officeDocument/2006/relationships/slide" Target="slides/slide54.xml"/><Relationship Id="rId65" Type="http://schemas.openxmlformats.org/officeDocument/2006/relationships/slide" Target="slides/slide59.xml"/><Relationship Id="rId81" Type="http://schemas.openxmlformats.org/officeDocument/2006/relationships/slide" Target="slides/slide75.xml"/><Relationship Id="rId86" Type="http://schemas.openxmlformats.org/officeDocument/2006/relationships/slide" Target="slides/slide80.xml"/><Relationship Id="rId130" Type="http://schemas.openxmlformats.org/officeDocument/2006/relationships/slide" Target="slides/slide124.xml"/><Relationship Id="rId135" Type="http://schemas.openxmlformats.org/officeDocument/2006/relationships/slide" Target="slides/slide129.xml"/><Relationship Id="rId151" Type="http://schemas.openxmlformats.org/officeDocument/2006/relationships/slide" Target="slides/slide145.xml"/><Relationship Id="rId156" Type="http://schemas.openxmlformats.org/officeDocument/2006/relationships/slide" Target="slides/slide150.xml"/><Relationship Id="rId177" Type="http://schemas.microsoft.com/office/2016/11/relationships/changesInfo" Target="changesInfos/changesInfo1.xml"/><Relationship Id="rId172" Type="http://schemas.openxmlformats.org/officeDocument/2006/relationships/notesMaster" Target="notesMasters/notesMaster1.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slide" Target="slides/slide10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120" Type="http://schemas.openxmlformats.org/officeDocument/2006/relationships/slide" Target="slides/slide114.xml"/><Relationship Id="rId125" Type="http://schemas.openxmlformats.org/officeDocument/2006/relationships/slide" Target="slides/slide119.xml"/><Relationship Id="rId141" Type="http://schemas.openxmlformats.org/officeDocument/2006/relationships/slide" Target="slides/slide135.xml"/><Relationship Id="rId146" Type="http://schemas.openxmlformats.org/officeDocument/2006/relationships/slide" Target="slides/slide140.xml"/><Relationship Id="rId167" Type="http://schemas.openxmlformats.org/officeDocument/2006/relationships/slide" Target="slides/slide161.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162" Type="http://schemas.openxmlformats.org/officeDocument/2006/relationships/slide" Target="slides/slide156.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15" Type="http://schemas.openxmlformats.org/officeDocument/2006/relationships/slide" Target="slides/slide109.xml"/><Relationship Id="rId131" Type="http://schemas.openxmlformats.org/officeDocument/2006/relationships/slide" Target="slides/slide125.xml"/><Relationship Id="rId136" Type="http://schemas.openxmlformats.org/officeDocument/2006/relationships/slide" Target="slides/slide130.xml"/><Relationship Id="rId157" Type="http://schemas.openxmlformats.org/officeDocument/2006/relationships/slide" Target="slides/slide151.xml"/><Relationship Id="rId178" Type="http://schemas.microsoft.com/office/2018/10/relationships/authors" Target="authors.xml"/><Relationship Id="rId61" Type="http://schemas.openxmlformats.org/officeDocument/2006/relationships/slide" Target="slides/slide55.xml"/><Relationship Id="rId82" Type="http://schemas.openxmlformats.org/officeDocument/2006/relationships/slide" Target="slides/slide76.xml"/><Relationship Id="rId152" Type="http://schemas.openxmlformats.org/officeDocument/2006/relationships/slide" Target="slides/slide146.xml"/><Relationship Id="rId173" Type="http://schemas.openxmlformats.org/officeDocument/2006/relationships/presProps" Target="presProps.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126" Type="http://schemas.openxmlformats.org/officeDocument/2006/relationships/slide" Target="slides/slide120.xml"/><Relationship Id="rId147" Type="http://schemas.openxmlformats.org/officeDocument/2006/relationships/slide" Target="slides/slide141.xml"/><Relationship Id="rId168" Type="http://schemas.openxmlformats.org/officeDocument/2006/relationships/slide" Target="slides/slide162.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121" Type="http://schemas.openxmlformats.org/officeDocument/2006/relationships/slide" Target="slides/slide115.xml"/><Relationship Id="rId142" Type="http://schemas.openxmlformats.org/officeDocument/2006/relationships/slide" Target="slides/slide136.xml"/><Relationship Id="rId163" Type="http://schemas.openxmlformats.org/officeDocument/2006/relationships/slide" Target="slides/slide157.xml"/><Relationship Id="rId3" Type="http://schemas.openxmlformats.org/officeDocument/2006/relationships/customXml" Target="../customXml/item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116" Type="http://schemas.openxmlformats.org/officeDocument/2006/relationships/slide" Target="slides/slide110.xml"/><Relationship Id="rId137" Type="http://schemas.openxmlformats.org/officeDocument/2006/relationships/slide" Target="slides/slide131.xml"/><Relationship Id="rId158" Type="http://schemas.openxmlformats.org/officeDocument/2006/relationships/slide" Target="slides/slide152.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openxmlformats.org/officeDocument/2006/relationships/slide" Target="slides/slide105.xml"/><Relationship Id="rId132" Type="http://schemas.openxmlformats.org/officeDocument/2006/relationships/slide" Target="slides/slide126.xml"/><Relationship Id="rId153" Type="http://schemas.openxmlformats.org/officeDocument/2006/relationships/slide" Target="slides/slide147.xml"/><Relationship Id="rId174" Type="http://schemas.openxmlformats.org/officeDocument/2006/relationships/viewProps" Target="viewProps.xml"/><Relationship Id="rId179" Type="http://schemas.openxmlformats.org/officeDocument/2006/relationships/customXml" Target="../customXml/item6.xml"/><Relationship Id="rId15" Type="http://schemas.openxmlformats.org/officeDocument/2006/relationships/slide" Target="slides/slide9.xml"/><Relationship Id="rId36" Type="http://schemas.openxmlformats.org/officeDocument/2006/relationships/slide" Target="slides/slide30.xml"/><Relationship Id="rId57" Type="http://schemas.openxmlformats.org/officeDocument/2006/relationships/slide" Target="slides/slide51.xml"/><Relationship Id="rId106" Type="http://schemas.openxmlformats.org/officeDocument/2006/relationships/slide" Target="slides/slide100.xml"/><Relationship Id="rId127" Type="http://schemas.openxmlformats.org/officeDocument/2006/relationships/slide" Target="slides/slide121.xml"/><Relationship Id="rId10" Type="http://schemas.openxmlformats.org/officeDocument/2006/relationships/slide" Target="slides/slide4.xml"/><Relationship Id="rId31" Type="http://schemas.openxmlformats.org/officeDocument/2006/relationships/slide" Target="slides/slide25.xml"/><Relationship Id="rId52" Type="http://schemas.openxmlformats.org/officeDocument/2006/relationships/slide" Target="slides/slide46.xml"/><Relationship Id="rId73" Type="http://schemas.openxmlformats.org/officeDocument/2006/relationships/slide" Target="slides/slide67.xml"/><Relationship Id="rId78" Type="http://schemas.openxmlformats.org/officeDocument/2006/relationships/slide" Target="slides/slide72.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122" Type="http://schemas.openxmlformats.org/officeDocument/2006/relationships/slide" Target="slides/slide116.xml"/><Relationship Id="rId143" Type="http://schemas.openxmlformats.org/officeDocument/2006/relationships/slide" Target="slides/slide137.xml"/><Relationship Id="rId148" Type="http://schemas.openxmlformats.org/officeDocument/2006/relationships/slide" Target="slides/slide142.xml"/><Relationship Id="rId164" Type="http://schemas.openxmlformats.org/officeDocument/2006/relationships/slide" Target="slides/slide158.xml"/><Relationship Id="rId169" Type="http://schemas.openxmlformats.org/officeDocument/2006/relationships/slide" Target="slides/slide163.xml"/><Relationship Id="rId4" Type="http://schemas.openxmlformats.org/officeDocument/2006/relationships/customXml" Target="../customXml/item4.xml"/><Relationship Id="rId9" Type="http://schemas.openxmlformats.org/officeDocument/2006/relationships/slide" Target="slides/slide3.xml"/><Relationship Id="rId180" Type="http://schemas.openxmlformats.org/officeDocument/2006/relationships/customXml" Target="../customXml/item7.xml"/><Relationship Id="rId26" Type="http://schemas.openxmlformats.org/officeDocument/2006/relationships/slide" Target="slides/slide20.xml"/><Relationship Id="rId47" Type="http://schemas.openxmlformats.org/officeDocument/2006/relationships/slide" Target="slides/slide41.xml"/><Relationship Id="rId68" Type="http://schemas.openxmlformats.org/officeDocument/2006/relationships/slide" Target="slides/slide62.xml"/><Relationship Id="rId89" Type="http://schemas.openxmlformats.org/officeDocument/2006/relationships/slide" Target="slides/slide83.xml"/><Relationship Id="rId112" Type="http://schemas.openxmlformats.org/officeDocument/2006/relationships/slide" Target="slides/slide106.xml"/><Relationship Id="rId133" Type="http://schemas.openxmlformats.org/officeDocument/2006/relationships/slide" Target="slides/slide127.xml"/><Relationship Id="rId154" Type="http://schemas.openxmlformats.org/officeDocument/2006/relationships/slide" Target="slides/slide148.xml"/><Relationship Id="rId175" Type="http://schemas.openxmlformats.org/officeDocument/2006/relationships/theme" Target="theme/theme1.xml"/><Relationship Id="rId16" Type="http://schemas.openxmlformats.org/officeDocument/2006/relationships/slide" Target="slides/slide10.xml"/><Relationship Id="rId37" Type="http://schemas.openxmlformats.org/officeDocument/2006/relationships/slide" Target="slides/slide31.xml"/><Relationship Id="rId58" Type="http://schemas.openxmlformats.org/officeDocument/2006/relationships/slide" Target="slides/slide52.xml"/><Relationship Id="rId79" Type="http://schemas.openxmlformats.org/officeDocument/2006/relationships/slide" Target="slides/slide73.xml"/><Relationship Id="rId102" Type="http://schemas.openxmlformats.org/officeDocument/2006/relationships/slide" Target="slides/slide96.xml"/><Relationship Id="rId123" Type="http://schemas.openxmlformats.org/officeDocument/2006/relationships/slide" Target="slides/slide117.xml"/><Relationship Id="rId144" Type="http://schemas.openxmlformats.org/officeDocument/2006/relationships/slide" Target="slides/slide138.xml"/><Relationship Id="rId90" Type="http://schemas.openxmlformats.org/officeDocument/2006/relationships/slide" Target="slides/slide84.xml"/><Relationship Id="rId165" Type="http://schemas.openxmlformats.org/officeDocument/2006/relationships/slide" Target="slides/slide159.xml"/><Relationship Id="rId27" Type="http://schemas.openxmlformats.org/officeDocument/2006/relationships/slide" Target="slides/slide21.xml"/><Relationship Id="rId48" Type="http://schemas.openxmlformats.org/officeDocument/2006/relationships/slide" Target="slides/slide42.xml"/><Relationship Id="rId69" Type="http://schemas.openxmlformats.org/officeDocument/2006/relationships/slide" Target="slides/slide63.xml"/><Relationship Id="rId113" Type="http://schemas.openxmlformats.org/officeDocument/2006/relationships/slide" Target="slides/slide107.xml"/><Relationship Id="rId134" Type="http://schemas.openxmlformats.org/officeDocument/2006/relationships/slide" Target="slides/slide128.xml"/><Relationship Id="rId80" Type="http://schemas.openxmlformats.org/officeDocument/2006/relationships/slide" Target="slides/slide74.xml"/><Relationship Id="rId155" Type="http://schemas.openxmlformats.org/officeDocument/2006/relationships/slide" Target="slides/slide149.xml"/><Relationship Id="rId176" Type="http://schemas.openxmlformats.org/officeDocument/2006/relationships/tableStyles" Target="tableStyles.xml"/><Relationship Id="rId17" Type="http://schemas.openxmlformats.org/officeDocument/2006/relationships/slide" Target="slides/slide11.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24" Type="http://schemas.openxmlformats.org/officeDocument/2006/relationships/slide" Target="slides/slide118.xml"/><Relationship Id="rId70" Type="http://schemas.openxmlformats.org/officeDocument/2006/relationships/slide" Target="slides/slide64.xml"/><Relationship Id="rId91" Type="http://schemas.openxmlformats.org/officeDocument/2006/relationships/slide" Target="slides/slide85.xml"/><Relationship Id="rId145" Type="http://schemas.openxmlformats.org/officeDocument/2006/relationships/slide" Target="slides/slide139.xml"/><Relationship Id="rId166" Type="http://schemas.openxmlformats.org/officeDocument/2006/relationships/slide" Target="slides/slide16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FC3B72E4-221C-432B-B474-1CC0DE823D5A}"/>
    <pc:docChg chg="">
      <pc:chgData name="" userId="" providerId="" clId="Web-{FC3B72E4-221C-432B-B474-1CC0DE823D5A}" dt="2022-10-14T13:35:41.585" v="0"/>
      <pc:docMkLst>
        <pc:docMk/>
      </pc:docMkLst>
      <pc:sldChg chg="modCm">
        <pc:chgData name="" userId="" providerId="" clId="Web-{FC3B72E4-221C-432B-B474-1CC0DE823D5A}" dt="2022-10-14T13:35:41.585" v="0"/>
        <pc:sldMkLst>
          <pc:docMk/>
          <pc:sldMk cId="4252481553" sldId="2134806187"/>
        </pc:sldMkLst>
      </pc:sldChg>
    </pc:docChg>
  </pc:docChgLst>
  <pc:docChgLst>
    <pc:chgData name="Merwan BOUVIER" userId="fe097c0e-9133-442c-b112-0117346867dc" providerId="ADAL" clId="{8B8AAD54-0629-49F9-A2E9-528B69A3BA57}"/>
    <pc:docChg chg="undo redo custSel addSld delSld modSld addSection delSection modSection">
      <pc:chgData name="Merwan BOUVIER" userId="fe097c0e-9133-442c-b112-0117346867dc" providerId="ADAL" clId="{8B8AAD54-0629-49F9-A2E9-528B69A3BA57}" dt="2022-10-26T08:35:17.912" v="1214"/>
      <pc:docMkLst>
        <pc:docMk/>
      </pc:docMkLst>
      <pc:sldChg chg="modSp mod modCm">
        <pc:chgData name="Merwan BOUVIER" userId="fe097c0e-9133-442c-b112-0117346867dc" providerId="ADAL" clId="{8B8AAD54-0629-49F9-A2E9-528B69A3BA57}" dt="2022-10-14T13:58:53.238" v="824"/>
        <pc:sldMkLst>
          <pc:docMk/>
          <pc:sldMk cId="3096770297" sldId="5583"/>
        </pc:sldMkLst>
        <pc:spChg chg="mod">
          <ac:chgData name="Merwan BOUVIER" userId="fe097c0e-9133-442c-b112-0117346867dc" providerId="ADAL" clId="{8B8AAD54-0629-49F9-A2E9-528B69A3BA57}" dt="2022-10-14T13:57:59.357" v="818" actId="1035"/>
          <ac:spMkLst>
            <pc:docMk/>
            <pc:sldMk cId="3096770297" sldId="5583"/>
            <ac:spMk id="8" creationId="{69D6F9BC-52D2-B173-A001-EBB838B20A9E}"/>
          </ac:spMkLst>
        </pc:spChg>
        <pc:spChg chg="mod">
          <ac:chgData name="Merwan BOUVIER" userId="fe097c0e-9133-442c-b112-0117346867dc" providerId="ADAL" clId="{8B8AAD54-0629-49F9-A2E9-528B69A3BA57}" dt="2022-10-14T13:57:59.357" v="818" actId="1035"/>
          <ac:spMkLst>
            <pc:docMk/>
            <pc:sldMk cId="3096770297" sldId="5583"/>
            <ac:spMk id="12" creationId="{7CF9FBFA-661F-0A95-60DF-C7F6CBCFEEE6}"/>
          </ac:spMkLst>
        </pc:spChg>
        <pc:picChg chg="mod modCrop">
          <ac:chgData name="Merwan BOUVIER" userId="fe097c0e-9133-442c-b112-0117346867dc" providerId="ADAL" clId="{8B8AAD54-0629-49F9-A2E9-528B69A3BA57}" dt="2022-10-14T13:58:31.444" v="823" actId="1076"/>
          <ac:picMkLst>
            <pc:docMk/>
            <pc:sldMk cId="3096770297" sldId="5583"/>
            <ac:picMk id="13" creationId="{5E642076-C745-8437-B44A-DAFD07E619AF}"/>
          </ac:picMkLst>
        </pc:picChg>
      </pc:sldChg>
      <pc:sldChg chg="addSp delSp modSp mod modCm">
        <pc:chgData name="Merwan BOUVIER" userId="fe097c0e-9133-442c-b112-0117346867dc" providerId="ADAL" clId="{8B8AAD54-0629-49F9-A2E9-528B69A3BA57}" dt="2022-10-13T13:18:25.936" v="103" actId="20577"/>
        <pc:sldMkLst>
          <pc:docMk/>
          <pc:sldMk cId="4103032451" sldId="7704"/>
        </pc:sldMkLst>
        <pc:spChg chg="add del mod">
          <ac:chgData name="Merwan BOUVIER" userId="fe097c0e-9133-442c-b112-0117346867dc" providerId="ADAL" clId="{8B8AAD54-0629-49F9-A2E9-528B69A3BA57}" dt="2022-10-13T13:18:25.936" v="103" actId="20577"/>
          <ac:spMkLst>
            <pc:docMk/>
            <pc:sldMk cId="4103032451" sldId="7704"/>
            <ac:spMk id="17" creationId="{D0D43E94-A666-4B8E-949B-60ADE7C60D35}"/>
          </ac:spMkLst>
        </pc:spChg>
      </pc:sldChg>
      <pc:sldChg chg="modSp mod delCm">
        <pc:chgData name="Merwan BOUVIER" userId="fe097c0e-9133-442c-b112-0117346867dc" providerId="ADAL" clId="{8B8AAD54-0629-49F9-A2E9-528B69A3BA57}" dt="2022-10-13T13:08:15.420" v="12"/>
        <pc:sldMkLst>
          <pc:docMk/>
          <pc:sldMk cId="2892061242" sldId="2134806125"/>
        </pc:sldMkLst>
        <pc:spChg chg="mod">
          <ac:chgData name="Merwan BOUVIER" userId="fe097c0e-9133-442c-b112-0117346867dc" providerId="ADAL" clId="{8B8AAD54-0629-49F9-A2E9-528B69A3BA57}" dt="2022-10-13T13:08:09.144" v="11" actId="20577"/>
          <ac:spMkLst>
            <pc:docMk/>
            <pc:sldMk cId="2892061242" sldId="2134806125"/>
            <ac:spMk id="13" creationId="{24EF8FD1-3D5A-44AF-825D-8C0BA00FD88C}"/>
          </ac:spMkLst>
        </pc:spChg>
      </pc:sldChg>
      <pc:sldChg chg="modSp modCm">
        <pc:chgData name="Merwan BOUVIER" userId="fe097c0e-9133-442c-b112-0117346867dc" providerId="ADAL" clId="{8B8AAD54-0629-49F9-A2E9-528B69A3BA57}" dt="2022-10-14T12:51:05.256" v="775"/>
        <pc:sldMkLst>
          <pc:docMk/>
          <pc:sldMk cId="3277279025" sldId="2134806128"/>
        </pc:sldMkLst>
        <pc:spChg chg="mod">
          <ac:chgData name="Merwan BOUVIER" userId="fe097c0e-9133-442c-b112-0117346867dc" providerId="ADAL" clId="{8B8AAD54-0629-49F9-A2E9-528B69A3BA57}" dt="2022-10-14T12:50:59.656" v="774" actId="20577"/>
          <ac:spMkLst>
            <pc:docMk/>
            <pc:sldMk cId="3277279025" sldId="2134806128"/>
            <ac:spMk id="87" creationId="{033EB4C5-59E3-8748-9AAD-F2594E7BDCE5}"/>
          </ac:spMkLst>
        </pc:spChg>
      </pc:sldChg>
      <pc:sldChg chg="add del">
        <pc:chgData name="Merwan BOUVIER" userId="fe097c0e-9133-442c-b112-0117346867dc" providerId="ADAL" clId="{8B8AAD54-0629-49F9-A2E9-528B69A3BA57}" dt="2022-10-24T11:55:52.026" v="1134"/>
        <pc:sldMkLst>
          <pc:docMk/>
          <pc:sldMk cId="622951461" sldId="2134806135"/>
        </pc:sldMkLst>
      </pc:sldChg>
      <pc:sldChg chg="add del">
        <pc:chgData name="Merwan BOUVIER" userId="fe097c0e-9133-442c-b112-0117346867dc" providerId="ADAL" clId="{8B8AAD54-0629-49F9-A2E9-528B69A3BA57}" dt="2022-10-24T11:55:45.428" v="1133"/>
        <pc:sldMkLst>
          <pc:docMk/>
          <pc:sldMk cId="2947712858" sldId="2134806158"/>
        </pc:sldMkLst>
      </pc:sldChg>
      <pc:sldChg chg="addSp delSp modSp add del mod">
        <pc:chgData name="Merwan BOUVIER" userId="fe097c0e-9133-442c-b112-0117346867dc" providerId="ADAL" clId="{8B8AAD54-0629-49F9-A2E9-528B69A3BA57}" dt="2022-10-24T14:01:49.445" v="1186"/>
        <pc:sldMkLst>
          <pc:docMk/>
          <pc:sldMk cId="1700569890" sldId="2134806181"/>
        </pc:sldMkLst>
        <pc:spChg chg="del">
          <ac:chgData name="Merwan BOUVIER" userId="fe097c0e-9133-442c-b112-0117346867dc" providerId="ADAL" clId="{8B8AAD54-0629-49F9-A2E9-528B69A3BA57}" dt="2022-10-24T14:01:48.961" v="1185" actId="478"/>
          <ac:spMkLst>
            <pc:docMk/>
            <pc:sldMk cId="1700569890" sldId="2134806181"/>
            <ac:spMk id="4" creationId="{AB9B7D61-BCD6-D8B6-C89D-0F1A071375BA}"/>
          </ac:spMkLst>
        </pc:spChg>
        <pc:spChg chg="add mod">
          <ac:chgData name="Merwan BOUVIER" userId="fe097c0e-9133-442c-b112-0117346867dc" providerId="ADAL" clId="{8B8AAD54-0629-49F9-A2E9-528B69A3BA57}" dt="2022-10-24T14:01:49.445" v="1186"/>
          <ac:spMkLst>
            <pc:docMk/>
            <pc:sldMk cId="1700569890" sldId="2134806181"/>
            <ac:spMk id="5" creationId="{52D11251-0C56-5EF3-EBC2-8CACF9ACEEE2}"/>
          </ac:spMkLst>
        </pc:spChg>
        <pc:spChg chg="mod">
          <ac:chgData name="Merwan BOUVIER" userId="fe097c0e-9133-442c-b112-0117346867dc" providerId="ADAL" clId="{8B8AAD54-0629-49F9-A2E9-528B69A3BA57}" dt="2022-10-24T13:55:23.256" v="1184" actId="20577"/>
          <ac:spMkLst>
            <pc:docMk/>
            <pc:sldMk cId="1700569890" sldId="2134806181"/>
            <ac:spMk id="11" creationId="{3D9D14D5-5A54-534D-CDC8-1707BCB0C778}"/>
          </ac:spMkLst>
        </pc:spChg>
      </pc:sldChg>
      <pc:sldChg chg="modSp mod modCm">
        <pc:chgData name="Merwan BOUVIER" userId="fe097c0e-9133-442c-b112-0117346867dc" providerId="ADAL" clId="{8B8AAD54-0629-49F9-A2E9-528B69A3BA57}" dt="2022-10-17T13:09:59.908" v="1091" actId="1076"/>
        <pc:sldMkLst>
          <pc:docMk/>
          <pc:sldMk cId="4252481553" sldId="2134806187"/>
        </pc:sldMkLst>
        <pc:spChg chg="mod">
          <ac:chgData name="Merwan BOUVIER" userId="fe097c0e-9133-442c-b112-0117346867dc" providerId="ADAL" clId="{8B8AAD54-0629-49F9-A2E9-528B69A3BA57}" dt="2022-10-17T13:09:59.908" v="1091" actId="1076"/>
          <ac:spMkLst>
            <pc:docMk/>
            <pc:sldMk cId="4252481553" sldId="2134806187"/>
            <ac:spMk id="3" creationId="{F1FC7C8D-B00F-20E9-EC6E-49BEDA54F3EE}"/>
          </ac:spMkLst>
        </pc:spChg>
      </pc:sldChg>
      <pc:sldChg chg="modSp mod modCm">
        <pc:chgData name="Merwan BOUVIER" userId="fe097c0e-9133-442c-b112-0117346867dc" providerId="ADAL" clId="{8B8AAD54-0629-49F9-A2E9-528B69A3BA57}" dt="2022-10-13T13:20:26.977" v="115"/>
        <pc:sldMkLst>
          <pc:docMk/>
          <pc:sldMk cId="3410072340" sldId="2134806196"/>
        </pc:sldMkLst>
        <pc:spChg chg="mod">
          <ac:chgData name="Merwan BOUVIER" userId="fe097c0e-9133-442c-b112-0117346867dc" providerId="ADAL" clId="{8B8AAD54-0629-49F9-A2E9-528B69A3BA57}" dt="2022-10-13T13:19:47.384" v="114" actId="313"/>
          <ac:spMkLst>
            <pc:docMk/>
            <pc:sldMk cId="3410072340" sldId="2134806196"/>
            <ac:spMk id="4" creationId="{1EE73335-1678-6ED5-ABB9-05AB80D8E300}"/>
          </ac:spMkLst>
        </pc:spChg>
      </pc:sldChg>
      <pc:sldChg chg="add del">
        <pc:chgData name="Merwan BOUVIER" userId="fe097c0e-9133-442c-b112-0117346867dc" providerId="ADAL" clId="{8B8AAD54-0629-49F9-A2E9-528B69A3BA57}" dt="2022-10-24T11:54:00.485" v="1113" actId="47"/>
        <pc:sldMkLst>
          <pc:docMk/>
          <pc:sldMk cId="2741307858" sldId="2134806199"/>
        </pc:sldMkLst>
      </pc:sldChg>
      <pc:sldChg chg="modSp modCm">
        <pc:chgData name="Merwan BOUVIER" userId="fe097c0e-9133-442c-b112-0117346867dc" providerId="ADAL" clId="{8B8AAD54-0629-49F9-A2E9-528B69A3BA57}" dt="2022-10-13T13:08:57.509" v="19"/>
        <pc:sldMkLst>
          <pc:docMk/>
          <pc:sldMk cId="1710413610" sldId="2134806204"/>
        </pc:sldMkLst>
        <pc:graphicFrameChg chg="mod">
          <ac:chgData name="Merwan BOUVIER" userId="fe097c0e-9133-442c-b112-0117346867dc" providerId="ADAL" clId="{8B8AAD54-0629-49F9-A2E9-528B69A3BA57}" dt="2022-10-13T13:08:43.083" v="18" actId="20577"/>
          <ac:graphicFrameMkLst>
            <pc:docMk/>
            <pc:sldMk cId="1710413610" sldId="2134806204"/>
            <ac:graphicFrameMk id="2" creationId="{172D4209-9528-098C-DBFC-1669B8DC4A4A}"/>
          </ac:graphicFrameMkLst>
        </pc:graphicFrameChg>
      </pc:sldChg>
      <pc:sldChg chg="modSp mod modCm">
        <pc:chgData name="Merwan BOUVIER" userId="fe097c0e-9133-442c-b112-0117346867dc" providerId="ADAL" clId="{8B8AAD54-0629-49F9-A2E9-528B69A3BA57}" dt="2022-10-13T13:14:15.837" v="42"/>
        <pc:sldMkLst>
          <pc:docMk/>
          <pc:sldMk cId="2949772393" sldId="2134806217"/>
        </pc:sldMkLst>
        <pc:spChg chg="mod">
          <ac:chgData name="Merwan BOUVIER" userId="fe097c0e-9133-442c-b112-0117346867dc" providerId="ADAL" clId="{8B8AAD54-0629-49F9-A2E9-528B69A3BA57}" dt="2022-10-13T13:14:11.919" v="41" actId="6549"/>
          <ac:spMkLst>
            <pc:docMk/>
            <pc:sldMk cId="2949772393" sldId="2134806217"/>
            <ac:spMk id="12" creationId="{72C7E3D9-9690-A2EB-6C32-93E16679B2DC}"/>
          </ac:spMkLst>
        </pc:spChg>
      </pc:sldChg>
      <pc:sldChg chg="modSp mod modCm">
        <pc:chgData name="Merwan BOUVIER" userId="fe097c0e-9133-442c-b112-0117346867dc" providerId="ADAL" clId="{8B8AAD54-0629-49F9-A2E9-528B69A3BA57}" dt="2022-10-17T07:14:46.880" v="892" actId="20577"/>
        <pc:sldMkLst>
          <pc:docMk/>
          <pc:sldMk cId="934106048" sldId="2134806248"/>
        </pc:sldMkLst>
        <pc:spChg chg="mod">
          <ac:chgData name="Merwan BOUVIER" userId="fe097c0e-9133-442c-b112-0117346867dc" providerId="ADAL" clId="{8B8AAD54-0629-49F9-A2E9-528B69A3BA57}" dt="2022-10-14T12:54:15.085" v="783" actId="20577"/>
          <ac:spMkLst>
            <pc:docMk/>
            <pc:sldMk cId="934106048" sldId="2134806248"/>
            <ac:spMk id="78" creationId="{6ACDE2E3-D39D-CEE2-1FDD-8B2C22C69746}"/>
          </ac:spMkLst>
        </pc:spChg>
        <pc:spChg chg="mod">
          <ac:chgData name="Merwan BOUVIER" userId="fe097c0e-9133-442c-b112-0117346867dc" providerId="ADAL" clId="{8B8AAD54-0629-49F9-A2E9-528B69A3BA57}" dt="2022-10-17T07:14:46.880" v="892" actId="20577"/>
          <ac:spMkLst>
            <pc:docMk/>
            <pc:sldMk cId="934106048" sldId="2134806248"/>
            <ac:spMk id="116" creationId="{06072769-0831-FE16-1EB3-DF0E61BA9284}"/>
          </ac:spMkLst>
        </pc:spChg>
      </pc:sldChg>
      <pc:sldChg chg="modSp mod modCm">
        <pc:chgData name="Merwan BOUVIER" userId="fe097c0e-9133-442c-b112-0117346867dc" providerId="ADAL" clId="{8B8AAD54-0629-49F9-A2E9-528B69A3BA57}" dt="2022-10-13T13:13:18.991" v="29"/>
        <pc:sldMkLst>
          <pc:docMk/>
          <pc:sldMk cId="128687416" sldId="2134806249"/>
        </pc:sldMkLst>
        <pc:spChg chg="mod">
          <ac:chgData name="Merwan BOUVIER" userId="fe097c0e-9133-442c-b112-0117346867dc" providerId="ADAL" clId="{8B8AAD54-0629-49F9-A2E9-528B69A3BA57}" dt="2022-10-13T13:13:16.296" v="28" actId="20577"/>
          <ac:spMkLst>
            <pc:docMk/>
            <pc:sldMk cId="128687416" sldId="2134806249"/>
            <ac:spMk id="87" creationId="{9D5F432A-4EFA-1372-09C7-4B20EB3FCAF7}"/>
          </ac:spMkLst>
        </pc:spChg>
      </pc:sldChg>
      <pc:sldChg chg="addSp delSp modSp mod delAnim modAnim delCm">
        <pc:chgData name="Merwan BOUVIER" userId="fe097c0e-9133-442c-b112-0117346867dc" providerId="ADAL" clId="{8B8AAD54-0629-49F9-A2E9-528B69A3BA57}" dt="2022-10-17T10:00:05.745" v="907"/>
        <pc:sldMkLst>
          <pc:docMk/>
          <pc:sldMk cId="4187781583" sldId="2134806254"/>
        </pc:sldMkLst>
        <pc:spChg chg="add mod">
          <ac:chgData name="Merwan BOUVIER" userId="fe097c0e-9133-442c-b112-0117346867dc" providerId="ADAL" clId="{8B8AAD54-0629-49F9-A2E9-528B69A3BA57}" dt="2022-10-17T10:00:03.005" v="906"/>
          <ac:spMkLst>
            <pc:docMk/>
            <pc:sldMk cId="4187781583" sldId="2134806254"/>
            <ac:spMk id="3" creationId="{E0BF1A30-4018-C674-887C-F2F446DAD613}"/>
          </ac:spMkLst>
        </pc:spChg>
        <pc:spChg chg="add mod">
          <ac:chgData name="Merwan BOUVIER" userId="fe097c0e-9133-442c-b112-0117346867dc" providerId="ADAL" clId="{8B8AAD54-0629-49F9-A2E9-528B69A3BA57}" dt="2022-10-17T10:00:03.005" v="906"/>
          <ac:spMkLst>
            <pc:docMk/>
            <pc:sldMk cId="4187781583" sldId="2134806254"/>
            <ac:spMk id="4" creationId="{83B36BE9-9005-C118-6CF7-9446879851D6}"/>
          </ac:spMkLst>
        </pc:spChg>
        <pc:spChg chg="add mod">
          <ac:chgData name="Merwan BOUVIER" userId="fe097c0e-9133-442c-b112-0117346867dc" providerId="ADAL" clId="{8B8AAD54-0629-49F9-A2E9-528B69A3BA57}" dt="2022-10-17T10:00:03.005" v="906"/>
          <ac:spMkLst>
            <pc:docMk/>
            <pc:sldMk cId="4187781583" sldId="2134806254"/>
            <ac:spMk id="5" creationId="{780008CA-2396-F705-425A-F1705B7E8BE7}"/>
          </ac:spMkLst>
        </pc:spChg>
        <pc:spChg chg="add mod">
          <ac:chgData name="Merwan BOUVIER" userId="fe097c0e-9133-442c-b112-0117346867dc" providerId="ADAL" clId="{8B8AAD54-0629-49F9-A2E9-528B69A3BA57}" dt="2022-10-17T10:00:03.005" v="906"/>
          <ac:spMkLst>
            <pc:docMk/>
            <pc:sldMk cId="4187781583" sldId="2134806254"/>
            <ac:spMk id="6" creationId="{D95EF855-4B5A-C259-88B8-EF9B48540D5B}"/>
          </ac:spMkLst>
        </pc:spChg>
        <pc:spChg chg="add mod">
          <ac:chgData name="Merwan BOUVIER" userId="fe097c0e-9133-442c-b112-0117346867dc" providerId="ADAL" clId="{8B8AAD54-0629-49F9-A2E9-528B69A3BA57}" dt="2022-10-17T10:00:03.005" v="906"/>
          <ac:spMkLst>
            <pc:docMk/>
            <pc:sldMk cId="4187781583" sldId="2134806254"/>
            <ac:spMk id="7" creationId="{D58B6AE8-83CF-D07F-30A1-016715ACB429}"/>
          </ac:spMkLst>
        </pc:spChg>
        <pc:spChg chg="del">
          <ac:chgData name="Merwan BOUVIER" userId="fe097c0e-9133-442c-b112-0117346867dc" providerId="ADAL" clId="{8B8AAD54-0629-49F9-A2E9-528B69A3BA57}" dt="2022-10-17T10:00:02.667" v="905" actId="478"/>
          <ac:spMkLst>
            <pc:docMk/>
            <pc:sldMk cId="4187781583" sldId="2134806254"/>
            <ac:spMk id="67" creationId="{4C32060F-48E6-D3C5-FA24-B3BBFCCD2FFB}"/>
          </ac:spMkLst>
        </pc:spChg>
        <pc:spChg chg="del">
          <ac:chgData name="Merwan BOUVIER" userId="fe097c0e-9133-442c-b112-0117346867dc" providerId="ADAL" clId="{8B8AAD54-0629-49F9-A2E9-528B69A3BA57}" dt="2022-10-17T10:00:02.667" v="905" actId="478"/>
          <ac:spMkLst>
            <pc:docMk/>
            <pc:sldMk cId="4187781583" sldId="2134806254"/>
            <ac:spMk id="68" creationId="{814B043C-D03D-E426-20A9-542FF86B93D7}"/>
          </ac:spMkLst>
        </pc:spChg>
        <pc:spChg chg="del">
          <ac:chgData name="Merwan BOUVIER" userId="fe097c0e-9133-442c-b112-0117346867dc" providerId="ADAL" clId="{8B8AAD54-0629-49F9-A2E9-528B69A3BA57}" dt="2022-10-17T10:00:02.667" v="905" actId="478"/>
          <ac:spMkLst>
            <pc:docMk/>
            <pc:sldMk cId="4187781583" sldId="2134806254"/>
            <ac:spMk id="69" creationId="{172A3422-B30E-C1DE-A371-D13852A26114}"/>
          </ac:spMkLst>
        </pc:spChg>
        <pc:spChg chg="del">
          <ac:chgData name="Merwan BOUVIER" userId="fe097c0e-9133-442c-b112-0117346867dc" providerId="ADAL" clId="{8B8AAD54-0629-49F9-A2E9-528B69A3BA57}" dt="2022-10-17T10:00:02.667" v="905" actId="478"/>
          <ac:spMkLst>
            <pc:docMk/>
            <pc:sldMk cId="4187781583" sldId="2134806254"/>
            <ac:spMk id="70" creationId="{BE684450-6639-DB70-2DC5-A8F2780BC307}"/>
          </ac:spMkLst>
        </pc:spChg>
      </pc:sldChg>
      <pc:sldChg chg="addSp delSp modSp add del mod">
        <pc:chgData name="Merwan BOUVIER" userId="fe097c0e-9133-442c-b112-0117346867dc" providerId="ADAL" clId="{8B8AAD54-0629-49F9-A2E9-528B69A3BA57}" dt="2022-10-24T11:51:37.208" v="1101" actId="18676"/>
        <pc:sldMkLst>
          <pc:docMk/>
          <pc:sldMk cId="868237975" sldId="2134806263"/>
        </pc:sldMkLst>
        <pc:spChg chg="mod">
          <ac:chgData name="Merwan BOUVIER" userId="fe097c0e-9133-442c-b112-0117346867dc" providerId="ADAL" clId="{8B8AAD54-0629-49F9-A2E9-528B69A3BA57}" dt="2022-10-17T12:53:00.026" v="994" actId="20577"/>
          <ac:spMkLst>
            <pc:docMk/>
            <pc:sldMk cId="868237975" sldId="2134806263"/>
            <ac:spMk id="7" creationId="{16ACBD2F-73F8-926F-1473-0170D59DA62E}"/>
          </ac:spMkLst>
        </pc:spChg>
        <pc:spChg chg="mod">
          <ac:chgData name="Merwan BOUVIER" userId="fe097c0e-9133-442c-b112-0117346867dc" providerId="ADAL" clId="{8B8AAD54-0629-49F9-A2E9-528B69A3BA57}" dt="2022-10-14T14:21:58.638" v="829" actId="3064"/>
          <ac:spMkLst>
            <pc:docMk/>
            <pc:sldMk cId="868237975" sldId="2134806263"/>
            <ac:spMk id="67" creationId="{F27270DD-C15A-E4B4-7E57-C53BDD86B2F3}"/>
          </ac:spMkLst>
        </pc:spChg>
        <pc:picChg chg="add mod">
          <ac:chgData name="Merwan BOUVIER" userId="fe097c0e-9133-442c-b112-0117346867dc" providerId="ADAL" clId="{8B8AAD54-0629-49F9-A2E9-528B69A3BA57}" dt="2022-10-14T14:22:08.545" v="831"/>
          <ac:picMkLst>
            <pc:docMk/>
            <pc:sldMk cId="868237975" sldId="2134806263"/>
            <ac:picMk id="3" creationId="{82FDB771-04DA-58D1-64A1-B9FFF71DC603}"/>
          </ac:picMkLst>
        </pc:picChg>
        <pc:picChg chg="del">
          <ac:chgData name="Merwan BOUVIER" userId="fe097c0e-9133-442c-b112-0117346867dc" providerId="ADAL" clId="{8B8AAD54-0629-49F9-A2E9-528B69A3BA57}" dt="2022-10-14T14:22:08.287" v="830" actId="478"/>
          <ac:picMkLst>
            <pc:docMk/>
            <pc:sldMk cId="868237975" sldId="2134806263"/>
            <ac:picMk id="1026" creationId="{6AB1C291-6929-703F-904C-D2BA15363B3D}"/>
          </ac:picMkLst>
        </pc:picChg>
      </pc:sldChg>
      <pc:sldChg chg="modCm">
        <pc:chgData name="Merwan BOUVIER" userId="fe097c0e-9133-442c-b112-0117346867dc" providerId="ADAL" clId="{8B8AAD54-0629-49F9-A2E9-528B69A3BA57}" dt="2022-10-14T12:17:32.900" v="230"/>
        <pc:sldMkLst>
          <pc:docMk/>
          <pc:sldMk cId="1317147115" sldId="2134806266"/>
        </pc:sldMkLst>
      </pc:sldChg>
      <pc:sldChg chg="modSp mod modCm">
        <pc:chgData name="Merwan BOUVIER" userId="fe097c0e-9133-442c-b112-0117346867dc" providerId="ADAL" clId="{8B8AAD54-0629-49F9-A2E9-528B69A3BA57}" dt="2022-10-14T12:37:45.208" v="401"/>
        <pc:sldMkLst>
          <pc:docMk/>
          <pc:sldMk cId="2709920236" sldId="2134806267"/>
        </pc:sldMkLst>
        <pc:spChg chg="mod">
          <ac:chgData name="Merwan BOUVIER" userId="fe097c0e-9133-442c-b112-0117346867dc" providerId="ADAL" clId="{8B8AAD54-0629-49F9-A2E9-528B69A3BA57}" dt="2022-10-14T12:36:39.829" v="400" actId="20577"/>
          <ac:spMkLst>
            <pc:docMk/>
            <pc:sldMk cId="2709920236" sldId="2134806267"/>
            <ac:spMk id="29" creationId="{DB0EE9C3-2986-E1DE-4591-AF8E32D8D13E}"/>
          </ac:spMkLst>
        </pc:spChg>
      </pc:sldChg>
      <pc:sldChg chg="add del">
        <pc:chgData name="Merwan BOUVIER" userId="fe097c0e-9133-442c-b112-0117346867dc" providerId="ADAL" clId="{8B8AAD54-0629-49F9-A2E9-528B69A3BA57}" dt="2022-10-24T13:08:53.065" v="1172" actId="47"/>
        <pc:sldMkLst>
          <pc:docMk/>
          <pc:sldMk cId="4021546653" sldId="2134806272"/>
        </pc:sldMkLst>
      </pc:sldChg>
      <pc:sldChg chg="add">
        <pc:chgData name="Merwan BOUVIER" userId="fe097c0e-9133-442c-b112-0117346867dc" providerId="ADAL" clId="{8B8AAD54-0629-49F9-A2E9-528B69A3BA57}" dt="2022-10-24T13:08:55.222" v="1173"/>
        <pc:sldMkLst>
          <pc:docMk/>
          <pc:sldMk cId="4200951339" sldId="2134806272"/>
        </pc:sldMkLst>
      </pc:sldChg>
      <pc:sldChg chg="add del">
        <pc:chgData name="Merwan BOUVIER" userId="fe097c0e-9133-442c-b112-0117346867dc" providerId="ADAL" clId="{8B8AAD54-0629-49F9-A2E9-528B69A3BA57}" dt="2022-10-26T08:34:10.722" v="1209"/>
        <pc:sldMkLst>
          <pc:docMk/>
          <pc:sldMk cId="890161505" sldId="2134806273"/>
        </pc:sldMkLst>
      </pc:sldChg>
      <pc:sldChg chg="add del">
        <pc:chgData name="Merwan BOUVIER" userId="fe097c0e-9133-442c-b112-0117346867dc" providerId="ADAL" clId="{8B8AAD54-0629-49F9-A2E9-528B69A3BA57}" dt="2022-10-24T13:08:22.661" v="1169"/>
        <pc:sldMkLst>
          <pc:docMk/>
          <pc:sldMk cId="655964892" sldId="2134806274"/>
        </pc:sldMkLst>
      </pc:sldChg>
      <pc:sldChg chg="addSp delSp modSp add del mod">
        <pc:chgData name="Merwan BOUVIER" userId="fe097c0e-9133-442c-b112-0117346867dc" providerId="ADAL" clId="{8B8AAD54-0629-49F9-A2E9-528B69A3BA57}" dt="2022-10-24T11:54:00.485" v="1113" actId="47"/>
        <pc:sldMkLst>
          <pc:docMk/>
          <pc:sldMk cId="231705292" sldId="2134806275"/>
        </pc:sldMkLst>
        <pc:spChg chg="mod">
          <ac:chgData name="Merwan BOUVIER" userId="fe097c0e-9133-442c-b112-0117346867dc" providerId="ADAL" clId="{8B8AAD54-0629-49F9-A2E9-528B69A3BA57}" dt="2022-10-14T14:23:01.750" v="837" actId="20577"/>
          <ac:spMkLst>
            <pc:docMk/>
            <pc:sldMk cId="231705292" sldId="2134806275"/>
            <ac:spMk id="3" creationId="{DA4F57CD-6101-2EC7-7036-0172DA71CF68}"/>
          </ac:spMkLst>
        </pc:spChg>
        <pc:spChg chg="add mod">
          <ac:chgData name="Merwan BOUVIER" userId="fe097c0e-9133-442c-b112-0117346867dc" providerId="ADAL" clId="{8B8AAD54-0629-49F9-A2E9-528B69A3BA57}" dt="2022-10-14T14:22:47.921" v="834"/>
          <ac:spMkLst>
            <pc:docMk/>
            <pc:sldMk cId="231705292" sldId="2134806275"/>
            <ac:spMk id="4" creationId="{43ADBF84-9DBB-E5DB-860A-FE0CF7511BC8}"/>
          </ac:spMkLst>
        </pc:spChg>
        <pc:spChg chg="del">
          <ac:chgData name="Merwan BOUVIER" userId="fe097c0e-9133-442c-b112-0117346867dc" providerId="ADAL" clId="{8B8AAD54-0629-49F9-A2E9-528B69A3BA57}" dt="2022-10-14T14:22:47.404" v="833" actId="478"/>
          <ac:spMkLst>
            <pc:docMk/>
            <pc:sldMk cId="231705292" sldId="2134806275"/>
            <ac:spMk id="12" creationId="{C9698929-7469-1D14-C37E-93FE4AD249FF}"/>
          </ac:spMkLst>
        </pc:spChg>
        <pc:picChg chg="del">
          <ac:chgData name="Merwan BOUVIER" userId="fe097c0e-9133-442c-b112-0117346867dc" providerId="ADAL" clId="{8B8AAD54-0629-49F9-A2E9-528B69A3BA57}" dt="2022-10-14T14:22:59.348" v="835" actId="478"/>
          <ac:picMkLst>
            <pc:docMk/>
            <pc:sldMk cId="231705292" sldId="2134806275"/>
            <ac:picMk id="5" creationId="{027F3602-F683-CCA3-7A8F-4FF32C7F4EF8}"/>
          </ac:picMkLst>
        </pc:picChg>
        <pc:picChg chg="del">
          <ac:chgData name="Merwan BOUVIER" userId="fe097c0e-9133-442c-b112-0117346867dc" providerId="ADAL" clId="{8B8AAD54-0629-49F9-A2E9-528B69A3BA57}" dt="2022-10-14T14:22:59.348" v="835" actId="478"/>
          <ac:picMkLst>
            <pc:docMk/>
            <pc:sldMk cId="231705292" sldId="2134806275"/>
            <ac:picMk id="6" creationId="{34FCC872-366C-2CFA-9286-1BAF274905A8}"/>
          </ac:picMkLst>
        </pc:picChg>
        <pc:picChg chg="del">
          <ac:chgData name="Merwan BOUVIER" userId="fe097c0e-9133-442c-b112-0117346867dc" providerId="ADAL" clId="{8B8AAD54-0629-49F9-A2E9-528B69A3BA57}" dt="2022-10-14T14:22:59.348" v="835" actId="478"/>
          <ac:picMkLst>
            <pc:docMk/>
            <pc:sldMk cId="231705292" sldId="2134806275"/>
            <ac:picMk id="7" creationId="{0943BEC6-C8BC-077C-975A-87860D2E05D7}"/>
          </ac:picMkLst>
        </pc:picChg>
        <pc:picChg chg="add mod">
          <ac:chgData name="Merwan BOUVIER" userId="fe097c0e-9133-442c-b112-0117346867dc" providerId="ADAL" clId="{8B8AAD54-0629-49F9-A2E9-528B69A3BA57}" dt="2022-10-14T14:22:59.682" v="836"/>
          <ac:picMkLst>
            <pc:docMk/>
            <pc:sldMk cId="231705292" sldId="2134806275"/>
            <ac:picMk id="8" creationId="{5D1381C2-4B57-666C-5F5C-6D7186159327}"/>
          </ac:picMkLst>
        </pc:picChg>
        <pc:picChg chg="add mod">
          <ac:chgData name="Merwan BOUVIER" userId="fe097c0e-9133-442c-b112-0117346867dc" providerId="ADAL" clId="{8B8AAD54-0629-49F9-A2E9-528B69A3BA57}" dt="2022-10-14T14:22:59.682" v="836"/>
          <ac:picMkLst>
            <pc:docMk/>
            <pc:sldMk cId="231705292" sldId="2134806275"/>
            <ac:picMk id="9" creationId="{8CDAAEF2-9EAB-5B82-383C-53BAE437BC86}"/>
          </ac:picMkLst>
        </pc:picChg>
        <pc:picChg chg="add mod">
          <ac:chgData name="Merwan BOUVIER" userId="fe097c0e-9133-442c-b112-0117346867dc" providerId="ADAL" clId="{8B8AAD54-0629-49F9-A2E9-528B69A3BA57}" dt="2022-10-14T14:22:59.682" v="836"/>
          <ac:picMkLst>
            <pc:docMk/>
            <pc:sldMk cId="231705292" sldId="2134806275"/>
            <ac:picMk id="10" creationId="{85833FFC-EE1C-5E9D-468C-2BF20B2362EC}"/>
          </ac:picMkLst>
        </pc:picChg>
      </pc:sldChg>
      <pc:sldChg chg="addSp delSp modSp add del mod">
        <pc:chgData name="Merwan BOUVIER" userId="fe097c0e-9133-442c-b112-0117346867dc" providerId="ADAL" clId="{8B8AAD54-0629-49F9-A2E9-528B69A3BA57}" dt="2022-10-24T13:08:10.864" v="1166" actId="47"/>
        <pc:sldMkLst>
          <pc:docMk/>
          <pc:sldMk cId="2034142110" sldId="2134806276"/>
        </pc:sldMkLst>
        <pc:spChg chg="del">
          <ac:chgData name="Merwan BOUVIER" userId="fe097c0e-9133-442c-b112-0117346867dc" providerId="ADAL" clId="{8B8AAD54-0629-49F9-A2E9-528B69A3BA57}" dt="2022-10-14T14:33:20.065" v="838" actId="478"/>
          <ac:spMkLst>
            <pc:docMk/>
            <pc:sldMk cId="2034142110" sldId="2134806276"/>
            <ac:spMk id="3" creationId="{9A077BB6-8794-8F73-BE4D-140A5800CA71}"/>
          </ac:spMkLst>
        </pc:spChg>
        <pc:spChg chg="add mod">
          <ac:chgData name="Merwan BOUVIER" userId="fe097c0e-9133-442c-b112-0117346867dc" providerId="ADAL" clId="{8B8AAD54-0629-49F9-A2E9-528B69A3BA57}" dt="2022-10-14T14:33:20.642" v="839"/>
          <ac:spMkLst>
            <pc:docMk/>
            <pc:sldMk cId="2034142110" sldId="2134806276"/>
            <ac:spMk id="4" creationId="{970297DF-DE01-9FF0-36BC-587E70EEAB90}"/>
          </ac:spMkLst>
        </pc:spChg>
        <pc:spChg chg="del">
          <ac:chgData name="Merwan BOUVIER" userId="fe097c0e-9133-442c-b112-0117346867dc" providerId="ADAL" clId="{8B8AAD54-0629-49F9-A2E9-528B69A3BA57}" dt="2022-10-14T14:33:20.065" v="838" actId="478"/>
          <ac:spMkLst>
            <pc:docMk/>
            <pc:sldMk cId="2034142110" sldId="2134806276"/>
            <ac:spMk id="9" creationId="{4D143A19-33B4-F7E3-70D1-E670B7CDAE33}"/>
          </ac:spMkLst>
        </pc:spChg>
        <pc:spChg chg="add mod">
          <ac:chgData name="Merwan BOUVIER" userId="fe097c0e-9133-442c-b112-0117346867dc" providerId="ADAL" clId="{8B8AAD54-0629-49F9-A2E9-528B69A3BA57}" dt="2022-10-14T14:33:20.642" v="839"/>
          <ac:spMkLst>
            <pc:docMk/>
            <pc:sldMk cId="2034142110" sldId="2134806276"/>
            <ac:spMk id="12" creationId="{D2771D35-5253-D71F-2810-62966AF1F056}"/>
          </ac:spMkLst>
        </pc:spChg>
        <pc:picChg chg="del">
          <ac:chgData name="Merwan BOUVIER" userId="fe097c0e-9133-442c-b112-0117346867dc" providerId="ADAL" clId="{8B8AAD54-0629-49F9-A2E9-528B69A3BA57}" dt="2022-10-14T14:33:20.065" v="838" actId="478"/>
          <ac:picMkLst>
            <pc:docMk/>
            <pc:sldMk cId="2034142110" sldId="2134806276"/>
            <ac:picMk id="5" creationId="{ED275A03-8AB6-3329-CE25-40E31902331E}"/>
          </ac:picMkLst>
        </pc:picChg>
        <pc:picChg chg="del">
          <ac:chgData name="Merwan BOUVIER" userId="fe097c0e-9133-442c-b112-0117346867dc" providerId="ADAL" clId="{8B8AAD54-0629-49F9-A2E9-528B69A3BA57}" dt="2022-10-14T14:33:20.065" v="838" actId="478"/>
          <ac:picMkLst>
            <pc:docMk/>
            <pc:sldMk cId="2034142110" sldId="2134806276"/>
            <ac:picMk id="6" creationId="{5A8ED0D9-7AD3-6F5D-CC51-6BED616F32E6}"/>
          </ac:picMkLst>
        </pc:picChg>
        <pc:picChg chg="del">
          <ac:chgData name="Merwan BOUVIER" userId="fe097c0e-9133-442c-b112-0117346867dc" providerId="ADAL" clId="{8B8AAD54-0629-49F9-A2E9-528B69A3BA57}" dt="2022-10-14T14:33:20.065" v="838" actId="478"/>
          <ac:picMkLst>
            <pc:docMk/>
            <pc:sldMk cId="2034142110" sldId="2134806276"/>
            <ac:picMk id="7" creationId="{70E35730-5A8F-88D7-3AD7-8E3DC12D4DEA}"/>
          </ac:picMkLst>
        </pc:picChg>
        <pc:picChg chg="add mod">
          <ac:chgData name="Merwan BOUVIER" userId="fe097c0e-9133-442c-b112-0117346867dc" providerId="ADAL" clId="{8B8AAD54-0629-49F9-A2E9-528B69A3BA57}" dt="2022-10-14T14:33:20.642" v="839"/>
          <ac:picMkLst>
            <pc:docMk/>
            <pc:sldMk cId="2034142110" sldId="2134806276"/>
            <ac:picMk id="8" creationId="{73AADE90-7394-102C-4BD6-BF649B3ED948}"/>
          </ac:picMkLst>
        </pc:picChg>
        <pc:picChg chg="add mod">
          <ac:chgData name="Merwan BOUVIER" userId="fe097c0e-9133-442c-b112-0117346867dc" providerId="ADAL" clId="{8B8AAD54-0629-49F9-A2E9-528B69A3BA57}" dt="2022-10-14T14:33:29.316" v="858" actId="1036"/>
          <ac:picMkLst>
            <pc:docMk/>
            <pc:sldMk cId="2034142110" sldId="2134806276"/>
            <ac:picMk id="10" creationId="{3A7BE480-4754-EE60-898F-1ADF642B468E}"/>
          </ac:picMkLst>
        </pc:picChg>
        <pc:picChg chg="add mod">
          <ac:chgData name="Merwan BOUVIER" userId="fe097c0e-9133-442c-b112-0117346867dc" providerId="ADAL" clId="{8B8AAD54-0629-49F9-A2E9-528B69A3BA57}" dt="2022-10-14T14:33:20.642" v="839"/>
          <ac:picMkLst>
            <pc:docMk/>
            <pc:sldMk cId="2034142110" sldId="2134806276"/>
            <ac:picMk id="11" creationId="{7C2C8C59-A001-A863-5559-D789190381F9}"/>
          </ac:picMkLst>
        </pc:picChg>
      </pc:sldChg>
      <pc:sldChg chg="add del modAnim">
        <pc:chgData name="Merwan BOUVIER" userId="fe097c0e-9133-442c-b112-0117346867dc" providerId="ADAL" clId="{8B8AAD54-0629-49F9-A2E9-528B69A3BA57}" dt="2022-10-26T08:35:17.912" v="1214"/>
        <pc:sldMkLst>
          <pc:docMk/>
          <pc:sldMk cId="1853290611" sldId="2134806277"/>
        </pc:sldMkLst>
      </pc:sldChg>
      <pc:sldChg chg="delSp modSp mod modCm">
        <pc:chgData name="Merwan BOUVIER" userId="fe097c0e-9133-442c-b112-0117346867dc" providerId="ADAL" clId="{8B8AAD54-0629-49F9-A2E9-528B69A3BA57}" dt="2022-10-14T12:35:22.608" v="346"/>
        <pc:sldMkLst>
          <pc:docMk/>
          <pc:sldMk cId="3566726495" sldId="2134806296"/>
        </pc:sldMkLst>
        <pc:spChg chg="mod">
          <ac:chgData name="Merwan BOUVIER" userId="fe097c0e-9133-442c-b112-0117346867dc" providerId="ADAL" clId="{8B8AAD54-0629-49F9-A2E9-528B69A3BA57}" dt="2022-10-14T12:31:14.220" v="267" actId="12"/>
          <ac:spMkLst>
            <pc:docMk/>
            <pc:sldMk cId="3566726495" sldId="2134806296"/>
            <ac:spMk id="18" creationId="{619C0F55-2AA5-F8BE-BE20-35D4BE217A40}"/>
          </ac:spMkLst>
        </pc:spChg>
        <pc:spChg chg="del mod">
          <ac:chgData name="Merwan BOUVIER" userId="fe097c0e-9133-442c-b112-0117346867dc" providerId="ADAL" clId="{8B8AAD54-0629-49F9-A2E9-528B69A3BA57}" dt="2022-10-14T12:30:16.808" v="256"/>
          <ac:spMkLst>
            <pc:docMk/>
            <pc:sldMk cId="3566726495" sldId="2134806296"/>
            <ac:spMk id="19" creationId="{CAA1A702-82E5-4C55-98C8-FB2BD90F35B6}"/>
          </ac:spMkLst>
        </pc:spChg>
        <pc:spChg chg="del mod">
          <ac:chgData name="Merwan BOUVIER" userId="fe097c0e-9133-442c-b112-0117346867dc" providerId="ADAL" clId="{8B8AAD54-0629-49F9-A2E9-528B69A3BA57}" dt="2022-10-14T12:30:16.812" v="258"/>
          <ac:spMkLst>
            <pc:docMk/>
            <pc:sldMk cId="3566726495" sldId="2134806296"/>
            <ac:spMk id="20" creationId="{8AE0407C-1DD7-B08B-E1B6-7901251CACD6}"/>
          </ac:spMkLst>
        </pc:spChg>
        <pc:spChg chg="mod">
          <ac:chgData name="Merwan BOUVIER" userId="fe097c0e-9133-442c-b112-0117346867dc" providerId="ADAL" clId="{8B8AAD54-0629-49F9-A2E9-528B69A3BA57}" dt="2022-10-14T12:32:11.429" v="283" actId="20577"/>
          <ac:spMkLst>
            <pc:docMk/>
            <pc:sldMk cId="3566726495" sldId="2134806296"/>
            <ac:spMk id="24" creationId="{0E01B333-71BA-7BCA-813C-A0134196D26F}"/>
          </ac:spMkLst>
        </pc:spChg>
        <pc:spChg chg="del mod">
          <ac:chgData name="Merwan BOUVIER" userId="fe097c0e-9133-442c-b112-0117346867dc" providerId="ADAL" clId="{8B8AAD54-0629-49F9-A2E9-528B69A3BA57}" dt="2022-10-14T12:31:28.515" v="270" actId="478"/>
          <ac:spMkLst>
            <pc:docMk/>
            <pc:sldMk cId="3566726495" sldId="2134806296"/>
            <ac:spMk id="40" creationId="{B2B35BD2-04DF-18A6-D8F9-E3DB6B4CD6B5}"/>
          </ac:spMkLst>
        </pc:spChg>
      </pc:sldChg>
      <pc:sldChg chg="modSp mod modCm">
        <pc:chgData name="Merwan BOUVIER" userId="fe097c0e-9133-442c-b112-0117346867dc" providerId="ADAL" clId="{8B8AAD54-0629-49F9-A2E9-528B69A3BA57}" dt="2022-10-14T12:28:27.860" v="232"/>
        <pc:sldMkLst>
          <pc:docMk/>
          <pc:sldMk cId="1257757372" sldId="2134806297"/>
        </pc:sldMkLst>
        <pc:spChg chg="mod">
          <ac:chgData name="Merwan BOUVIER" userId="fe097c0e-9133-442c-b112-0117346867dc" providerId="ADAL" clId="{8B8AAD54-0629-49F9-A2E9-528B69A3BA57}" dt="2022-10-13T13:21:44.167" v="125" actId="313"/>
          <ac:spMkLst>
            <pc:docMk/>
            <pc:sldMk cId="1257757372" sldId="2134806297"/>
            <ac:spMk id="64" creationId="{376753A1-4C97-9F4C-4C1C-C2E9DB0DDE2E}"/>
          </ac:spMkLst>
        </pc:spChg>
      </pc:sldChg>
      <pc:sldChg chg="modSp add del mod delCm modCm">
        <pc:chgData name="Merwan BOUVIER" userId="fe097c0e-9133-442c-b112-0117346867dc" providerId="ADAL" clId="{8B8AAD54-0629-49F9-A2E9-528B69A3BA57}" dt="2022-10-17T13:10:44.725" v="1093"/>
        <pc:sldMkLst>
          <pc:docMk/>
          <pc:sldMk cId="1077887595" sldId="2134806299"/>
        </pc:sldMkLst>
        <pc:spChg chg="mod">
          <ac:chgData name="Merwan BOUVIER" userId="fe097c0e-9133-442c-b112-0117346867dc" providerId="ADAL" clId="{8B8AAD54-0629-49F9-A2E9-528B69A3BA57}" dt="2022-10-17T10:00:28.679" v="908" actId="20577"/>
          <ac:spMkLst>
            <pc:docMk/>
            <pc:sldMk cId="1077887595" sldId="2134806299"/>
            <ac:spMk id="6" creationId="{37E000C8-53FC-B739-5333-BF12F395F81E}"/>
          </ac:spMkLst>
        </pc:spChg>
      </pc:sldChg>
      <pc:sldChg chg="addSp modSp add del mod">
        <pc:chgData name="Merwan BOUVIER" userId="fe097c0e-9133-442c-b112-0117346867dc" providerId="ADAL" clId="{8B8AAD54-0629-49F9-A2E9-528B69A3BA57}" dt="2022-10-24T13:08:22.661" v="1169"/>
        <pc:sldMkLst>
          <pc:docMk/>
          <pc:sldMk cId="3871669619" sldId="2134806300"/>
        </pc:sldMkLst>
        <pc:spChg chg="add mod">
          <ac:chgData name="Merwan BOUVIER" userId="fe097c0e-9133-442c-b112-0117346867dc" providerId="ADAL" clId="{8B8AAD54-0629-49F9-A2E9-528B69A3BA57}" dt="2022-10-17T12:57:01.474" v="1087" actId="1035"/>
          <ac:spMkLst>
            <pc:docMk/>
            <pc:sldMk cId="3871669619" sldId="2134806300"/>
            <ac:spMk id="3" creationId="{2D85132F-4EBA-5823-86EB-8DBEAE92F287}"/>
          </ac:spMkLst>
        </pc:spChg>
        <pc:spChg chg="add mod">
          <ac:chgData name="Merwan BOUVIER" userId="fe097c0e-9133-442c-b112-0117346867dc" providerId="ADAL" clId="{8B8AAD54-0629-49F9-A2E9-528B69A3BA57}" dt="2022-10-17T12:57:01.474" v="1087" actId="1035"/>
          <ac:spMkLst>
            <pc:docMk/>
            <pc:sldMk cId="3871669619" sldId="2134806300"/>
            <ac:spMk id="4" creationId="{BF49246B-D94D-8474-1769-1A2AD4E2D54C}"/>
          </ac:spMkLst>
        </pc:spChg>
        <pc:spChg chg="mod">
          <ac:chgData name="Merwan BOUVIER" userId="fe097c0e-9133-442c-b112-0117346867dc" providerId="ADAL" clId="{8B8AAD54-0629-49F9-A2E9-528B69A3BA57}" dt="2022-10-17T12:55:35.845" v="995" actId="207"/>
          <ac:spMkLst>
            <pc:docMk/>
            <pc:sldMk cId="3871669619" sldId="2134806300"/>
            <ac:spMk id="17" creationId="{2971F08D-25FC-3165-0C50-B49C8F7491AF}"/>
          </ac:spMkLst>
        </pc:spChg>
        <pc:spChg chg="mod">
          <ac:chgData name="Merwan BOUVIER" userId="fe097c0e-9133-442c-b112-0117346867dc" providerId="ADAL" clId="{8B8AAD54-0629-49F9-A2E9-528B69A3BA57}" dt="2022-10-17T12:55:50.105" v="1030" actId="1038"/>
          <ac:spMkLst>
            <pc:docMk/>
            <pc:sldMk cId="3871669619" sldId="2134806300"/>
            <ac:spMk id="19" creationId="{8D6A242F-3E27-5F5B-398D-CFD3505748DF}"/>
          </ac:spMkLst>
        </pc:spChg>
        <pc:spChg chg="mod">
          <ac:chgData name="Merwan BOUVIER" userId="fe097c0e-9133-442c-b112-0117346867dc" providerId="ADAL" clId="{8B8AAD54-0629-49F9-A2E9-528B69A3BA57}" dt="2022-10-17T12:56:56.183" v="1084" actId="12788"/>
          <ac:spMkLst>
            <pc:docMk/>
            <pc:sldMk cId="3871669619" sldId="2134806300"/>
            <ac:spMk id="21" creationId="{98E6FA1C-DF2F-1FEA-D09D-B0E3A3BE1E34}"/>
          </ac:spMkLst>
        </pc:spChg>
        <pc:spChg chg="mod">
          <ac:chgData name="Merwan BOUVIER" userId="fe097c0e-9133-442c-b112-0117346867dc" providerId="ADAL" clId="{8B8AAD54-0629-49F9-A2E9-528B69A3BA57}" dt="2022-10-17T12:55:50.105" v="1030" actId="1038"/>
          <ac:spMkLst>
            <pc:docMk/>
            <pc:sldMk cId="3871669619" sldId="2134806300"/>
            <ac:spMk id="57" creationId="{7C0DAB95-8F88-3E75-E3B3-D57283A7BE3F}"/>
          </ac:spMkLst>
        </pc:spChg>
      </pc:sldChg>
      <pc:sldChg chg="addSp delSp modSp add del mod">
        <pc:chgData name="Merwan BOUVIER" userId="fe097c0e-9133-442c-b112-0117346867dc" providerId="ADAL" clId="{8B8AAD54-0629-49F9-A2E9-528B69A3BA57}" dt="2022-10-24T13:08:32.093" v="1171"/>
        <pc:sldMkLst>
          <pc:docMk/>
          <pc:sldMk cId="3690477377" sldId="2134806301"/>
        </pc:sldMkLst>
        <pc:spChg chg="add mod">
          <ac:chgData name="Merwan BOUVIER" userId="fe097c0e-9133-442c-b112-0117346867dc" providerId="ADAL" clId="{8B8AAD54-0629-49F9-A2E9-528B69A3BA57}" dt="2022-10-14T15:36:24.350" v="862"/>
          <ac:spMkLst>
            <pc:docMk/>
            <pc:sldMk cId="3690477377" sldId="2134806301"/>
            <ac:spMk id="3" creationId="{A41BC0CA-7A67-8D80-6E47-4D85A93F1B66}"/>
          </ac:spMkLst>
        </pc:spChg>
        <pc:spChg chg="del">
          <ac:chgData name="Merwan BOUVIER" userId="fe097c0e-9133-442c-b112-0117346867dc" providerId="ADAL" clId="{8B8AAD54-0629-49F9-A2E9-528B69A3BA57}" dt="2022-10-14T15:36:23.766" v="861" actId="478"/>
          <ac:spMkLst>
            <pc:docMk/>
            <pc:sldMk cId="3690477377" sldId="2134806301"/>
            <ac:spMk id="5" creationId="{75F8167F-BF89-5AB9-3D63-5D0B7C6BF520}"/>
          </ac:spMkLst>
        </pc:spChg>
      </pc:sldChg>
      <pc:sldChg chg="addSp delSp modSp add del mod">
        <pc:chgData name="Merwan BOUVIER" userId="fe097c0e-9133-442c-b112-0117346867dc" providerId="ADAL" clId="{8B8AAD54-0629-49F9-A2E9-528B69A3BA57}" dt="2022-10-24T13:08:32.093" v="1171"/>
        <pc:sldMkLst>
          <pc:docMk/>
          <pc:sldMk cId="3982733740" sldId="2134806303"/>
        </pc:sldMkLst>
        <pc:spChg chg="add mod">
          <ac:chgData name="Merwan BOUVIER" userId="fe097c0e-9133-442c-b112-0117346867dc" providerId="ADAL" clId="{8B8AAD54-0629-49F9-A2E9-528B69A3BA57}" dt="2022-10-17T07:33:13.087" v="898" actId="313"/>
          <ac:spMkLst>
            <pc:docMk/>
            <pc:sldMk cId="3982733740" sldId="2134806303"/>
            <ac:spMk id="3" creationId="{B97AF662-5465-536C-0CC2-A04A76E33747}"/>
          </ac:spMkLst>
        </pc:spChg>
        <pc:spChg chg="del mod">
          <ac:chgData name="Merwan BOUVIER" userId="fe097c0e-9133-442c-b112-0117346867dc" providerId="ADAL" clId="{8B8AAD54-0629-49F9-A2E9-528B69A3BA57}" dt="2022-10-17T07:33:09.801" v="895" actId="478"/>
          <ac:spMkLst>
            <pc:docMk/>
            <pc:sldMk cId="3982733740" sldId="2134806303"/>
            <ac:spMk id="5" creationId="{0E29ED73-26D7-2D9D-7F05-0B3BC92D0F3E}"/>
          </ac:spMkLst>
        </pc:spChg>
        <pc:picChg chg="mod">
          <ac:chgData name="Merwan BOUVIER" userId="fe097c0e-9133-442c-b112-0117346867dc" providerId="ADAL" clId="{8B8AAD54-0629-49F9-A2E9-528B69A3BA57}" dt="2022-10-17T07:34:01.266" v="901" actId="12789"/>
          <ac:picMkLst>
            <pc:docMk/>
            <pc:sldMk cId="3982733740" sldId="2134806303"/>
            <ac:picMk id="4" creationId="{85C23EF7-9C22-5C35-B919-1CF798DFEBBB}"/>
          </ac:picMkLst>
        </pc:picChg>
      </pc:sldChg>
      <pc:sldChg chg="addSp delSp modSp add del mod">
        <pc:chgData name="Merwan BOUVIER" userId="fe097c0e-9133-442c-b112-0117346867dc" providerId="ADAL" clId="{8B8AAD54-0629-49F9-A2E9-528B69A3BA57}" dt="2022-10-24T13:16:04.240" v="1181" actId="20577"/>
        <pc:sldMkLst>
          <pc:docMk/>
          <pc:sldMk cId="883895760" sldId="2134806304"/>
        </pc:sldMkLst>
        <pc:spChg chg="add mod">
          <ac:chgData name="Merwan BOUVIER" userId="fe097c0e-9133-442c-b112-0117346867dc" providerId="ADAL" clId="{8B8AAD54-0629-49F9-A2E9-528B69A3BA57}" dt="2022-10-17T07:33:41.020" v="899" actId="1076"/>
          <ac:spMkLst>
            <pc:docMk/>
            <pc:sldMk cId="883895760" sldId="2134806304"/>
            <ac:spMk id="3" creationId="{7CF7E5AC-B125-A4F1-4D0C-7B1DF85C7E8D}"/>
          </ac:spMkLst>
        </pc:spChg>
        <pc:spChg chg="del mod">
          <ac:chgData name="Merwan BOUVIER" userId="fe097c0e-9133-442c-b112-0117346867dc" providerId="ADAL" clId="{8B8AAD54-0629-49F9-A2E9-528B69A3BA57}" dt="2022-10-24T13:16:04.240" v="1181" actId="20577"/>
          <ac:spMkLst>
            <pc:docMk/>
            <pc:sldMk cId="883895760" sldId="2134806304"/>
            <ac:spMk id="8" creationId="{5D5739F2-6466-E11D-B45C-02A556CF6706}"/>
          </ac:spMkLst>
        </pc:spChg>
      </pc:sldChg>
      <pc:sldChg chg="add del">
        <pc:chgData name="Merwan BOUVIER" userId="fe097c0e-9133-442c-b112-0117346867dc" providerId="ADAL" clId="{8B8AAD54-0629-49F9-A2E9-528B69A3BA57}" dt="2022-10-24T11:54:02.740" v="1115" actId="47"/>
        <pc:sldMkLst>
          <pc:docMk/>
          <pc:sldMk cId="3465646398" sldId="2134806305"/>
        </pc:sldMkLst>
      </pc:sldChg>
      <pc:sldChg chg="add del">
        <pc:chgData name="Merwan BOUVIER" userId="fe097c0e-9133-442c-b112-0117346867dc" providerId="ADAL" clId="{8B8AAD54-0629-49F9-A2E9-528B69A3BA57}" dt="2022-10-24T13:08:55.222" v="1173"/>
        <pc:sldMkLst>
          <pc:docMk/>
          <pc:sldMk cId="561978987" sldId="2134806306"/>
        </pc:sldMkLst>
      </pc:sldChg>
      <pc:sldChg chg="add del">
        <pc:chgData name="Merwan BOUVIER" userId="fe097c0e-9133-442c-b112-0117346867dc" providerId="ADAL" clId="{8B8AAD54-0629-49F9-A2E9-528B69A3BA57}" dt="2022-10-24T11:54:05.452" v="1117" actId="47"/>
        <pc:sldMkLst>
          <pc:docMk/>
          <pc:sldMk cId="3118368170" sldId="2134806307"/>
        </pc:sldMkLst>
      </pc:sldChg>
      <pc:sldChg chg="add del">
        <pc:chgData name="Merwan BOUVIER" userId="fe097c0e-9133-442c-b112-0117346867dc" providerId="ADAL" clId="{8B8AAD54-0629-49F9-A2E9-528B69A3BA57}" dt="2022-10-24T11:54:05.452" v="1117" actId="47"/>
        <pc:sldMkLst>
          <pc:docMk/>
          <pc:sldMk cId="347905637" sldId="2134806308"/>
        </pc:sldMkLst>
      </pc:sldChg>
      <pc:sldChg chg="add del">
        <pc:chgData name="Merwan BOUVIER" userId="fe097c0e-9133-442c-b112-0117346867dc" providerId="ADAL" clId="{8B8AAD54-0629-49F9-A2E9-528B69A3BA57}" dt="2022-10-24T11:54:05.452" v="1117" actId="47"/>
        <pc:sldMkLst>
          <pc:docMk/>
          <pc:sldMk cId="3090320008" sldId="2134806309"/>
        </pc:sldMkLst>
      </pc:sldChg>
      <pc:sldChg chg="add del">
        <pc:chgData name="Merwan BOUVIER" userId="fe097c0e-9133-442c-b112-0117346867dc" providerId="ADAL" clId="{8B8AAD54-0629-49F9-A2E9-528B69A3BA57}" dt="2022-10-24T13:08:53.065" v="1172" actId="47"/>
        <pc:sldMkLst>
          <pc:docMk/>
          <pc:sldMk cId="3400721417" sldId="2134806310"/>
        </pc:sldMkLst>
      </pc:sldChg>
      <pc:sldChg chg="add del">
        <pc:chgData name="Merwan BOUVIER" userId="fe097c0e-9133-442c-b112-0117346867dc" providerId="ADAL" clId="{8B8AAD54-0629-49F9-A2E9-528B69A3BA57}" dt="2022-10-24T13:09:08.113" v="1175"/>
        <pc:sldMkLst>
          <pc:docMk/>
          <pc:sldMk cId="2065412301" sldId="2134806312"/>
        </pc:sldMkLst>
      </pc:sldChg>
      <pc:sldChg chg="add del">
        <pc:chgData name="Merwan BOUVIER" userId="fe097c0e-9133-442c-b112-0117346867dc" providerId="ADAL" clId="{8B8AAD54-0629-49F9-A2E9-528B69A3BA57}" dt="2022-10-24T13:09:08.113" v="1175"/>
        <pc:sldMkLst>
          <pc:docMk/>
          <pc:sldMk cId="2764365212" sldId="2134806315"/>
        </pc:sldMkLst>
      </pc:sldChg>
      <pc:sldChg chg="add del">
        <pc:chgData name="Merwan BOUVIER" userId="fe097c0e-9133-442c-b112-0117346867dc" providerId="ADAL" clId="{8B8AAD54-0629-49F9-A2E9-528B69A3BA57}" dt="2022-10-24T13:09:08.113" v="1175"/>
        <pc:sldMkLst>
          <pc:docMk/>
          <pc:sldMk cId="321284440" sldId="2134806316"/>
        </pc:sldMkLst>
      </pc:sldChg>
      <pc:sldChg chg="add del mod modShow">
        <pc:chgData name="Merwan BOUVIER" userId="fe097c0e-9133-442c-b112-0117346867dc" providerId="ADAL" clId="{8B8AAD54-0629-49F9-A2E9-528B69A3BA57}" dt="2022-10-26T08:34:28.834" v="1211"/>
        <pc:sldMkLst>
          <pc:docMk/>
          <pc:sldMk cId="1328529855" sldId="2134806331"/>
        </pc:sldMkLst>
      </pc:sldChg>
      <pc:sldChg chg="add del">
        <pc:chgData name="Merwan BOUVIER" userId="fe097c0e-9133-442c-b112-0117346867dc" providerId="ADAL" clId="{8B8AAD54-0629-49F9-A2E9-528B69A3BA57}" dt="2022-10-24T11:51:37.208" v="1101" actId="18676"/>
        <pc:sldMkLst>
          <pc:docMk/>
          <pc:sldMk cId="3581274761" sldId="2134806357"/>
        </pc:sldMkLst>
      </pc:sldChg>
      <pc:sldChg chg="add del">
        <pc:chgData name="Merwan BOUVIER" userId="fe097c0e-9133-442c-b112-0117346867dc" providerId="ADAL" clId="{8B8AAD54-0629-49F9-A2E9-528B69A3BA57}" dt="2022-10-24T13:08:13.422" v="1167"/>
        <pc:sldMkLst>
          <pc:docMk/>
          <pc:sldMk cId="445194157" sldId="2134806358"/>
        </pc:sldMkLst>
      </pc:sldChg>
      <pc:sldChg chg="add del">
        <pc:chgData name="Merwan BOUVIER" userId="fe097c0e-9133-442c-b112-0117346867dc" providerId="ADAL" clId="{8B8AAD54-0629-49F9-A2E9-528B69A3BA57}" dt="2022-10-24T13:08:22.661" v="1169"/>
        <pc:sldMkLst>
          <pc:docMk/>
          <pc:sldMk cId="4278977759" sldId="2134806359"/>
        </pc:sldMkLst>
      </pc:sldChg>
      <pc:sldChg chg="modSp add del mod">
        <pc:chgData name="Merwan BOUVIER" userId="fe097c0e-9133-442c-b112-0117346867dc" providerId="ADAL" clId="{8B8AAD54-0629-49F9-A2E9-528B69A3BA57}" dt="2022-10-24T13:08:32.093" v="1171"/>
        <pc:sldMkLst>
          <pc:docMk/>
          <pc:sldMk cId="3964418462" sldId="2134806360"/>
        </pc:sldMkLst>
        <pc:spChg chg="mod">
          <ac:chgData name="Merwan BOUVIER" userId="fe097c0e-9133-442c-b112-0117346867dc" providerId="ADAL" clId="{8B8AAD54-0629-49F9-A2E9-528B69A3BA57}" dt="2022-10-24T11:56:51.410" v="1142" actId="20577"/>
          <ac:spMkLst>
            <pc:docMk/>
            <pc:sldMk cId="3964418462" sldId="2134806360"/>
            <ac:spMk id="102" creationId="{08EF1DAE-D77A-794C-3B18-C2C6C135E72E}"/>
          </ac:spMkLst>
        </pc:spChg>
      </pc:sldChg>
      <pc:sldChg chg="modSp add del mod">
        <pc:chgData name="Merwan BOUVIER" userId="fe097c0e-9133-442c-b112-0117346867dc" providerId="ADAL" clId="{8B8AAD54-0629-49F9-A2E9-528B69A3BA57}" dt="2022-10-24T13:08:55.222" v="1173"/>
        <pc:sldMkLst>
          <pc:docMk/>
          <pc:sldMk cId="3423972628" sldId="2134806361"/>
        </pc:sldMkLst>
        <pc:spChg chg="mod">
          <ac:chgData name="Merwan BOUVIER" userId="fe097c0e-9133-442c-b112-0117346867dc" providerId="ADAL" clId="{8B8AAD54-0629-49F9-A2E9-528B69A3BA57}" dt="2022-10-24T11:57:52.304" v="1163" actId="20577"/>
          <ac:spMkLst>
            <pc:docMk/>
            <pc:sldMk cId="3423972628" sldId="2134806361"/>
            <ac:spMk id="43" creationId="{4CBE16C0-27B2-B45E-CDC6-717AD0BA8C0A}"/>
          </ac:spMkLst>
        </pc:spChg>
      </pc:sldChg>
      <pc:sldChg chg="add del">
        <pc:chgData name="Merwan BOUVIER" userId="fe097c0e-9133-442c-b112-0117346867dc" providerId="ADAL" clId="{8B8AAD54-0629-49F9-A2E9-528B69A3BA57}" dt="2022-10-24T11:54:06.782" v="1118" actId="47"/>
        <pc:sldMkLst>
          <pc:docMk/>
          <pc:sldMk cId="1941171333" sldId="2134806363"/>
        </pc:sldMkLst>
      </pc:sldChg>
      <pc:sldChg chg="add del">
        <pc:chgData name="Merwan BOUVIER" userId="fe097c0e-9133-442c-b112-0117346867dc" providerId="ADAL" clId="{8B8AAD54-0629-49F9-A2E9-528B69A3BA57}" dt="2022-10-26T08:34:10.722" v="1209"/>
        <pc:sldMkLst>
          <pc:docMk/>
          <pc:sldMk cId="1077657503" sldId="2134806364"/>
        </pc:sldMkLst>
      </pc:sldChg>
      <pc:sldChg chg="add del">
        <pc:chgData name="Merwan BOUVIER" userId="fe097c0e-9133-442c-b112-0117346867dc" providerId="ADAL" clId="{8B8AAD54-0629-49F9-A2E9-528B69A3BA57}" dt="2022-10-24T13:09:08.113" v="1175"/>
        <pc:sldMkLst>
          <pc:docMk/>
          <pc:sldMk cId="378478547" sldId="2134806365"/>
        </pc:sldMkLst>
      </pc:sldChg>
      <pc:sldChg chg="add del">
        <pc:chgData name="Merwan BOUVIER" userId="fe097c0e-9133-442c-b112-0117346867dc" providerId="ADAL" clId="{8B8AAD54-0629-49F9-A2E9-528B69A3BA57}" dt="2022-10-24T11:54:14.574" v="1123" actId="47"/>
        <pc:sldMkLst>
          <pc:docMk/>
          <pc:sldMk cId="3261490214" sldId="2134806366"/>
        </pc:sldMkLst>
      </pc:sldChg>
      <pc:sldChg chg="delSp modSp del mod modCm">
        <pc:chgData name="Merwan BOUVIER" userId="fe097c0e-9133-442c-b112-0117346867dc" providerId="ADAL" clId="{8B8AAD54-0629-49F9-A2E9-528B69A3BA57}" dt="2022-10-17T13:07:27.155" v="1089" actId="47"/>
        <pc:sldMkLst>
          <pc:docMk/>
          <pc:sldMk cId="3453175893" sldId="2134806375"/>
        </pc:sldMkLst>
        <pc:spChg chg="del mod">
          <ac:chgData name="Merwan BOUVIER" userId="fe097c0e-9133-442c-b112-0117346867dc" providerId="ADAL" clId="{8B8AAD54-0629-49F9-A2E9-528B69A3BA57}" dt="2022-10-17T08:22:39.015" v="903" actId="478"/>
          <ac:spMkLst>
            <pc:docMk/>
            <pc:sldMk cId="3453175893" sldId="2134806375"/>
            <ac:spMk id="5" creationId="{A6C6057C-5F64-7C54-EBB7-4B58D7F49487}"/>
          </ac:spMkLst>
        </pc:spChg>
      </pc:sldChg>
      <pc:sldChg chg="modSp mod modCm">
        <pc:chgData name="Merwan BOUVIER" userId="fe097c0e-9133-442c-b112-0117346867dc" providerId="ADAL" clId="{8B8AAD54-0629-49F9-A2E9-528B69A3BA57}" dt="2022-10-13T13:12:55.061" v="22"/>
        <pc:sldMkLst>
          <pc:docMk/>
          <pc:sldMk cId="1972371728" sldId="2134806376"/>
        </pc:sldMkLst>
        <pc:spChg chg="mod">
          <ac:chgData name="Merwan BOUVIER" userId="fe097c0e-9133-442c-b112-0117346867dc" providerId="ADAL" clId="{8B8AAD54-0629-49F9-A2E9-528B69A3BA57}" dt="2022-10-13T13:11:31.502" v="21" actId="20577"/>
          <ac:spMkLst>
            <pc:docMk/>
            <pc:sldMk cId="1972371728" sldId="2134806376"/>
            <ac:spMk id="22" creationId="{1A0DD5E7-960A-0722-1149-8EB3C05B5C45}"/>
          </ac:spMkLst>
        </pc:spChg>
        <pc:spChg chg="mod">
          <ac:chgData name="Merwan BOUVIER" userId="fe097c0e-9133-442c-b112-0117346867dc" providerId="ADAL" clId="{8B8AAD54-0629-49F9-A2E9-528B69A3BA57}" dt="2022-10-13T13:10:38.846" v="20" actId="20577"/>
          <ac:spMkLst>
            <pc:docMk/>
            <pc:sldMk cId="1972371728" sldId="2134806376"/>
            <ac:spMk id="26" creationId="{CEA53F63-07D4-AFCC-1CCB-30E57DAEEAA4}"/>
          </ac:spMkLst>
        </pc:spChg>
      </pc:sldChg>
      <pc:sldChg chg="add del">
        <pc:chgData name="Merwan BOUVIER" userId="fe097c0e-9133-442c-b112-0117346867dc" providerId="ADAL" clId="{8B8AAD54-0629-49F9-A2E9-528B69A3BA57}" dt="2022-10-24T11:51:37.208" v="1101" actId="18676"/>
        <pc:sldMkLst>
          <pc:docMk/>
          <pc:sldMk cId="8342830" sldId="2134806397"/>
        </pc:sldMkLst>
      </pc:sldChg>
      <pc:sldChg chg="add del">
        <pc:chgData name="Merwan BOUVIER" userId="fe097c0e-9133-442c-b112-0117346867dc" providerId="ADAL" clId="{8B8AAD54-0629-49F9-A2E9-528B69A3BA57}" dt="2022-10-24T11:55:23.570" v="1129"/>
        <pc:sldMkLst>
          <pc:docMk/>
          <pc:sldMk cId="3643085050" sldId="2134806398"/>
        </pc:sldMkLst>
      </pc:sldChg>
      <pc:sldChg chg="modCm">
        <pc:chgData name="Merwan BOUVIER" userId="fe097c0e-9133-442c-b112-0117346867dc" providerId="ADAL" clId="{8B8AAD54-0629-49F9-A2E9-528B69A3BA57}" dt="2022-10-13T13:26:08.119" v="175"/>
        <pc:sldMkLst>
          <pc:docMk/>
          <pc:sldMk cId="591007637" sldId="2134806424"/>
        </pc:sldMkLst>
      </pc:sldChg>
      <pc:sldChg chg="modSp mod modCm">
        <pc:chgData name="Merwan BOUVIER" userId="fe097c0e-9133-442c-b112-0117346867dc" providerId="ADAL" clId="{8B8AAD54-0629-49F9-A2E9-528B69A3BA57}" dt="2022-10-13T13:26:52.062" v="180"/>
        <pc:sldMkLst>
          <pc:docMk/>
          <pc:sldMk cId="4148853029" sldId="2134806426"/>
        </pc:sldMkLst>
        <pc:spChg chg="mod">
          <ac:chgData name="Merwan BOUVIER" userId="fe097c0e-9133-442c-b112-0117346867dc" providerId="ADAL" clId="{8B8AAD54-0629-49F9-A2E9-528B69A3BA57}" dt="2022-10-13T13:26:42.756" v="179" actId="20577"/>
          <ac:spMkLst>
            <pc:docMk/>
            <pc:sldMk cId="4148853029" sldId="2134806426"/>
            <ac:spMk id="15" creationId="{B4F77122-CDA5-849E-C3B0-C3C900FD01B2}"/>
          </ac:spMkLst>
        </pc:spChg>
      </pc:sldChg>
      <pc:sldChg chg="modCm">
        <pc:chgData name="Merwan BOUVIER" userId="fe097c0e-9133-442c-b112-0117346867dc" providerId="ADAL" clId="{8B8AAD54-0629-49F9-A2E9-528B69A3BA57}" dt="2022-10-14T12:15:50.740" v="228"/>
        <pc:sldMkLst>
          <pc:docMk/>
          <pc:sldMk cId="6193766" sldId="2134806444"/>
        </pc:sldMkLst>
      </pc:sldChg>
      <pc:sldChg chg="modSp mod delCm modCm">
        <pc:chgData name="Merwan BOUVIER" userId="fe097c0e-9133-442c-b112-0117346867dc" providerId="ADAL" clId="{8B8AAD54-0629-49F9-A2E9-528B69A3BA57}" dt="2022-10-14T12:45:05.450" v="636"/>
        <pc:sldMkLst>
          <pc:docMk/>
          <pc:sldMk cId="906770570" sldId="2134806446"/>
        </pc:sldMkLst>
        <pc:spChg chg="mod">
          <ac:chgData name="Merwan BOUVIER" userId="fe097c0e-9133-442c-b112-0117346867dc" providerId="ADAL" clId="{8B8AAD54-0629-49F9-A2E9-528B69A3BA57}" dt="2022-10-14T12:45:02.887" v="635" actId="20577"/>
          <ac:spMkLst>
            <pc:docMk/>
            <pc:sldMk cId="906770570" sldId="2134806446"/>
            <ac:spMk id="4" creationId="{D85F4CFD-8EE9-4061-BD69-2856B2866F57}"/>
          </ac:spMkLst>
        </pc:spChg>
      </pc:sldChg>
      <pc:sldChg chg="modSp mod">
        <pc:chgData name="Merwan BOUVIER" userId="fe097c0e-9133-442c-b112-0117346867dc" providerId="ADAL" clId="{8B8AAD54-0629-49F9-A2E9-528B69A3BA57}" dt="2022-10-24T14:43:16.622" v="1205" actId="20577"/>
        <pc:sldMkLst>
          <pc:docMk/>
          <pc:sldMk cId="421516724" sldId="2134806464"/>
        </pc:sldMkLst>
        <pc:spChg chg="mod">
          <ac:chgData name="Merwan BOUVIER" userId="fe097c0e-9133-442c-b112-0117346867dc" providerId="ADAL" clId="{8B8AAD54-0629-49F9-A2E9-528B69A3BA57}" dt="2022-10-24T14:43:16.622" v="1205" actId="20577"/>
          <ac:spMkLst>
            <pc:docMk/>
            <pc:sldMk cId="421516724" sldId="2134806464"/>
            <ac:spMk id="162" creationId="{FB45D89D-0231-8F83-2EDB-92AE6ACD2A6C}"/>
          </ac:spMkLst>
        </pc:spChg>
      </pc:sldChg>
      <pc:sldChg chg="modSp mod">
        <pc:chgData name="Merwan BOUVIER" userId="fe097c0e-9133-442c-b112-0117346867dc" providerId="ADAL" clId="{8B8AAD54-0629-49F9-A2E9-528B69A3BA57}" dt="2022-10-24T14:43:02.311" v="1201" actId="20577"/>
        <pc:sldMkLst>
          <pc:docMk/>
          <pc:sldMk cId="1679542253" sldId="2134806466"/>
        </pc:sldMkLst>
        <pc:spChg chg="mod">
          <ac:chgData name="Merwan BOUVIER" userId="fe097c0e-9133-442c-b112-0117346867dc" providerId="ADAL" clId="{8B8AAD54-0629-49F9-A2E9-528B69A3BA57}" dt="2022-10-24T14:43:02.311" v="1201" actId="20577"/>
          <ac:spMkLst>
            <pc:docMk/>
            <pc:sldMk cId="1679542253" sldId="2134806466"/>
            <ac:spMk id="153" creationId="{1BEB885E-05CB-30CF-76A9-34D0E66C7F87}"/>
          </ac:spMkLst>
        </pc:spChg>
      </pc:sldChg>
      <pc:sldChg chg="modSp mod">
        <pc:chgData name="Merwan BOUVIER" userId="fe097c0e-9133-442c-b112-0117346867dc" providerId="ADAL" clId="{8B8AAD54-0629-49F9-A2E9-528B69A3BA57}" dt="2022-10-24T14:43:07.326" v="1203" actId="20577"/>
        <pc:sldMkLst>
          <pc:docMk/>
          <pc:sldMk cId="4019400668" sldId="2134806467"/>
        </pc:sldMkLst>
        <pc:spChg chg="mod">
          <ac:chgData name="Merwan BOUVIER" userId="fe097c0e-9133-442c-b112-0117346867dc" providerId="ADAL" clId="{8B8AAD54-0629-49F9-A2E9-528B69A3BA57}" dt="2022-10-24T14:43:07.326" v="1203" actId="20577"/>
          <ac:spMkLst>
            <pc:docMk/>
            <pc:sldMk cId="4019400668" sldId="2134806467"/>
            <ac:spMk id="1148" creationId="{6FB5E084-5B55-ABA0-767A-96E10B195C15}"/>
          </ac:spMkLst>
        </pc:spChg>
      </pc:sldChg>
      <pc:sldChg chg="modSp mod">
        <pc:chgData name="Merwan BOUVIER" userId="fe097c0e-9133-442c-b112-0117346867dc" providerId="ADAL" clId="{8B8AAD54-0629-49F9-A2E9-528B69A3BA57}" dt="2022-10-24T14:42:57.733" v="1199" actId="6549"/>
        <pc:sldMkLst>
          <pc:docMk/>
          <pc:sldMk cId="2031751485" sldId="2134806468"/>
        </pc:sldMkLst>
        <pc:spChg chg="mod">
          <ac:chgData name="Merwan BOUVIER" userId="fe097c0e-9133-442c-b112-0117346867dc" providerId="ADAL" clId="{8B8AAD54-0629-49F9-A2E9-528B69A3BA57}" dt="2022-10-24T14:42:57.733" v="1199" actId="6549"/>
          <ac:spMkLst>
            <pc:docMk/>
            <pc:sldMk cId="2031751485" sldId="2134806468"/>
            <ac:spMk id="59" creationId="{B8D1FA6F-4123-F161-9676-921995A476EE}"/>
          </ac:spMkLst>
        </pc:spChg>
      </pc:sldChg>
      <pc:sldChg chg="modSp mod">
        <pc:chgData name="Merwan BOUVIER" userId="fe097c0e-9133-442c-b112-0117346867dc" providerId="ADAL" clId="{8B8AAD54-0629-49F9-A2E9-528B69A3BA57}" dt="2022-10-14T09:12:50.964" v="221" actId="20577"/>
        <pc:sldMkLst>
          <pc:docMk/>
          <pc:sldMk cId="3335054811" sldId="2134806469"/>
        </pc:sldMkLst>
        <pc:spChg chg="mod">
          <ac:chgData name="Merwan BOUVIER" userId="fe097c0e-9133-442c-b112-0117346867dc" providerId="ADAL" clId="{8B8AAD54-0629-49F9-A2E9-528B69A3BA57}" dt="2022-10-14T09:12:50.964" v="221" actId="20577"/>
          <ac:spMkLst>
            <pc:docMk/>
            <pc:sldMk cId="3335054811" sldId="2134806469"/>
            <ac:spMk id="4" creationId="{FAADD2C8-73AB-DAE8-A747-B583E1693461}"/>
          </ac:spMkLst>
        </pc:spChg>
        <pc:spChg chg="mod">
          <ac:chgData name="Merwan BOUVIER" userId="fe097c0e-9133-442c-b112-0117346867dc" providerId="ADAL" clId="{8B8AAD54-0629-49F9-A2E9-528B69A3BA57}" dt="2022-10-14T09:12:47.168" v="217" actId="20577"/>
          <ac:spMkLst>
            <pc:docMk/>
            <pc:sldMk cId="3335054811" sldId="2134806469"/>
            <ac:spMk id="5" creationId="{8E4BEC0F-5740-05A4-D6CF-ED73C864538C}"/>
          </ac:spMkLst>
        </pc:spChg>
      </pc:sldChg>
      <pc:sldChg chg="modSp mod">
        <pc:chgData name="Merwan BOUVIER" userId="fe097c0e-9133-442c-b112-0117346867dc" providerId="ADAL" clId="{8B8AAD54-0629-49F9-A2E9-528B69A3BA57}" dt="2022-10-14T12:12:17.289" v="226" actId="20577"/>
        <pc:sldMkLst>
          <pc:docMk/>
          <pc:sldMk cId="2096156920" sldId="2134806473"/>
        </pc:sldMkLst>
        <pc:spChg chg="mod">
          <ac:chgData name="Merwan BOUVIER" userId="fe097c0e-9133-442c-b112-0117346867dc" providerId="ADAL" clId="{8B8AAD54-0629-49F9-A2E9-528B69A3BA57}" dt="2022-10-14T12:12:17.289" v="226" actId="20577"/>
          <ac:spMkLst>
            <pc:docMk/>
            <pc:sldMk cId="2096156920" sldId="2134806473"/>
            <ac:spMk id="5" creationId="{8E4BEC0F-5740-05A4-D6CF-ED73C864538C}"/>
          </ac:spMkLst>
        </pc:spChg>
      </pc:sldChg>
      <pc:sldChg chg="modSp mod modCm">
        <pc:chgData name="Merwan BOUVIER" userId="fe097c0e-9133-442c-b112-0117346867dc" providerId="ADAL" clId="{8B8AAD54-0629-49F9-A2E9-528B69A3BA57}" dt="2022-10-14T12:11:51.028" v="224"/>
        <pc:sldMkLst>
          <pc:docMk/>
          <pc:sldMk cId="1122933996" sldId="2134806475"/>
        </pc:sldMkLst>
        <pc:spChg chg="mod">
          <ac:chgData name="Merwan BOUVIER" userId="fe097c0e-9133-442c-b112-0117346867dc" providerId="ADAL" clId="{8B8AAD54-0629-49F9-A2E9-528B69A3BA57}" dt="2022-10-14T12:11:48.791" v="223" actId="20577"/>
          <ac:spMkLst>
            <pc:docMk/>
            <pc:sldMk cId="1122933996" sldId="2134806475"/>
            <ac:spMk id="5" creationId="{8E4BEC0F-5740-05A4-D6CF-ED73C864538C}"/>
          </ac:spMkLst>
        </pc:spChg>
      </pc:sldChg>
      <pc:sldChg chg="add del">
        <pc:chgData name="Merwan BOUVIER" userId="fe097c0e-9133-442c-b112-0117346867dc" providerId="ADAL" clId="{8B8AAD54-0629-49F9-A2E9-528B69A3BA57}" dt="2022-10-24T13:08:13.422" v="1167"/>
        <pc:sldMkLst>
          <pc:docMk/>
          <pc:sldMk cId="3370181822" sldId="2134806483"/>
        </pc:sldMkLst>
      </pc:sldChg>
      <pc:sldChg chg="del">
        <pc:chgData name="Merwan BOUVIER" userId="fe097c0e-9133-442c-b112-0117346867dc" providerId="ADAL" clId="{8B8AAD54-0629-49F9-A2E9-528B69A3BA57}" dt="2022-10-17T16:09:11.164" v="1094" actId="47"/>
        <pc:sldMkLst>
          <pc:docMk/>
          <pc:sldMk cId="2116181510" sldId="2134806484"/>
        </pc:sldMkLst>
      </pc:sldChg>
      <pc:sldChg chg="add">
        <pc:chgData name="Merwan BOUVIER" userId="fe097c0e-9133-442c-b112-0117346867dc" providerId="ADAL" clId="{8B8AAD54-0629-49F9-A2E9-528B69A3BA57}" dt="2022-10-17T13:07:24.371" v="1088"/>
        <pc:sldMkLst>
          <pc:docMk/>
          <pc:sldMk cId="887473604" sldId="2134806486"/>
        </pc:sldMkLst>
      </pc:sldChg>
      <pc:sldChg chg="add">
        <pc:chgData name="Merwan BOUVIER" userId="fe097c0e-9133-442c-b112-0117346867dc" providerId="ADAL" clId="{8B8AAD54-0629-49F9-A2E9-528B69A3BA57}" dt="2022-10-17T16:09:12.787" v="1095"/>
        <pc:sldMkLst>
          <pc:docMk/>
          <pc:sldMk cId="758922187" sldId="2134806487"/>
        </pc:sldMkLst>
      </pc:sldChg>
      <pc:sldChg chg="add del">
        <pc:chgData name="Merwan BOUVIER" userId="fe097c0e-9133-442c-b112-0117346867dc" providerId="ADAL" clId="{8B8AAD54-0629-49F9-A2E9-528B69A3BA57}" dt="2022-10-24T11:50:42.583" v="1098"/>
        <pc:sldMkLst>
          <pc:docMk/>
          <pc:sldMk cId="288050606" sldId="2134806488"/>
        </pc:sldMkLst>
      </pc:sldChg>
      <pc:sldChg chg="add del">
        <pc:chgData name="Merwan BOUVIER" userId="fe097c0e-9133-442c-b112-0117346867dc" providerId="ADAL" clId="{8B8AAD54-0629-49F9-A2E9-528B69A3BA57}" dt="2022-10-24T11:53:44.366" v="1110" actId="47"/>
        <pc:sldMkLst>
          <pc:docMk/>
          <pc:sldMk cId="749265615" sldId="2134806488"/>
        </pc:sldMkLst>
      </pc:sldChg>
      <pc:sldChg chg="modSp add del mod">
        <pc:chgData name="Merwan BOUVIER" userId="fe097c0e-9133-442c-b112-0117346867dc" providerId="ADAL" clId="{8B8AAD54-0629-49F9-A2E9-528B69A3BA57}" dt="2022-10-24T11:56:45.952" v="1141" actId="14100"/>
        <pc:sldMkLst>
          <pc:docMk/>
          <pc:sldMk cId="2014788566" sldId="2134806489"/>
        </pc:sldMkLst>
        <pc:spChg chg="mod">
          <ac:chgData name="Merwan BOUVIER" userId="fe097c0e-9133-442c-b112-0117346867dc" providerId="ADAL" clId="{8B8AAD54-0629-49F9-A2E9-528B69A3BA57}" dt="2022-10-24T11:56:45.952" v="1141" actId="14100"/>
          <ac:spMkLst>
            <pc:docMk/>
            <pc:sldMk cId="2014788566" sldId="2134806489"/>
            <ac:spMk id="102" creationId="{08EF1DAE-D77A-794C-3B18-C2C6C135E72E}"/>
          </ac:spMkLst>
        </pc:spChg>
      </pc:sldChg>
      <pc:sldChg chg="add del">
        <pc:chgData name="Merwan BOUVIER" userId="fe097c0e-9133-442c-b112-0117346867dc" providerId="ADAL" clId="{8B8AAD54-0629-49F9-A2E9-528B69A3BA57}" dt="2022-10-24T11:50:42.583" v="1098"/>
        <pc:sldMkLst>
          <pc:docMk/>
          <pc:sldMk cId="4210391806" sldId="2134806489"/>
        </pc:sldMkLst>
      </pc:sldChg>
      <pc:sldChg chg="add del">
        <pc:chgData name="Merwan BOUVIER" userId="fe097c0e-9133-442c-b112-0117346867dc" providerId="ADAL" clId="{8B8AAD54-0629-49F9-A2E9-528B69A3BA57}" dt="2022-10-24T13:09:16.132" v="1176" actId="47"/>
        <pc:sldMkLst>
          <pc:docMk/>
          <pc:sldMk cId="863172085" sldId="2134806490"/>
        </pc:sldMkLst>
      </pc:sldChg>
      <pc:sldChg chg="add del">
        <pc:chgData name="Merwan BOUVIER" userId="fe097c0e-9133-442c-b112-0117346867dc" providerId="ADAL" clId="{8B8AAD54-0629-49F9-A2E9-528B69A3BA57}" dt="2022-10-26T08:34:10.722" v="1209"/>
        <pc:sldMkLst>
          <pc:docMk/>
          <pc:sldMk cId="3297367163" sldId="2134806490"/>
        </pc:sldMkLst>
      </pc:sldChg>
      <pc:sldChg chg="add del">
        <pc:chgData name="Merwan BOUVIER" userId="fe097c0e-9133-442c-b112-0117346867dc" providerId="ADAL" clId="{8B8AAD54-0629-49F9-A2E9-528B69A3BA57}" dt="2022-10-26T08:34:08.483" v="1208" actId="47"/>
        <pc:sldMkLst>
          <pc:docMk/>
          <pc:sldMk cId="2880303821" sldId="2134806491"/>
        </pc:sldMkLst>
      </pc:sldChg>
      <pc:sldChg chg="modSp add del mod">
        <pc:chgData name="Merwan BOUVIER" userId="fe097c0e-9133-442c-b112-0117346867dc" providerId="ADAL" clId="{8B8AAD54-0629-49F9-A2E9-528B69A3BA57}" dt="2022-10-26T08:34:08.483" v="1208" actId="47"/>
        <pc:sldMkLst>
          <pc:docMk/>
          <pc:sldMk cId="1218736514" sldId="2134806492"/>
        </pc:sldMkLst>
        <pc:spChg chg="mod">
          <ac:chgData name="Merwan BOUVIER" userId="fe097c0e-9133-442c-b112-0117346867dc" providerId="ADAL" clId="{8B8AAD54-0629-49F9-A2E9-528B69A3BA57}" dt="2022-10-24T13:09:24.947" v="1178" actId="20577"/>
          <ac:spMkLst>
            <pc:docMk/>
            <pc:sldMk cId="1218736514" sldId="2134806492"/>
            <ac:spMk id="2" creationId="{AA353A2C-5EE8-47FD-A138-3705CFD8E35E}"/>
          </ac:spMkLst>
        </pc:spChg>
      </pc:sldChg>
      <pc:sldChg chg="add del">
        <pc:chgData name="Merwan BOUVIER" userId="fe097c0e-9133-442c-b112-0117346867dc" providerId="ADAL" clId="{8B8AAD54-0629-49F9-A2E9-528B69A3BA57}" dt="2022-10-24T13:09:08.113" v="1175"/>
        <pc:sldMkLst>
          <pc:docMk/>
          <pc:sldMk cId="1746822574" sldId="2134806493"/>
        </pc:sldMkLst>
      </pc:sldChg>
      <pc:sldChg chg="add del">
        <pc:chgData name="Merwan BOUVIER" userId="fe097c0e-9133-442c-b112-0117346867dc" providerId="ADAL" clId="{8B8AAD54-0629-49F9-A2E9-528B69A3BA57}" dt="2022-10-26T08:34:10.722" v="1209"/>
        <pc:sldMkLst>
          <pc:docMk/>
          <pc:sldMk cId="590730412" sldId="2134806494"/>
        </pc:sldMkLst>
      </pc:sldChg>
      <pc:sldChg chg="add del">
        <pc:chgData name="Merwan BOUVIER" userId="fe097c0e-9133-442c-b112-0117346867dc" providerId="ADAL" clId="{8B8AAD54-0629-49F9-A2E9-528B69A3BA57}" dt="2022-10-26T08:33:12.126" v="1207" actId="47"/>
        <pc:sldMkLst>
          <pc:docMk/>
          <pc:sldMk cId="2915525903" sldId="2134806496"/>
        </pc:sldMkLst>
      </pc:sldChg>
      <pc:sldChg chg="add del">
        <pc:chgData name="Merwan BOUVIER" userId="fe097c0e-9133-442c-b112-0117346867dc" providerId="ADAL" clId="{8B8AAD54-0629-49F9-A2E9-528B69A3BA57}" dt="2022-10-24T13:08:53.065" v="1172" actId="47"/>
        <pc:sldMkLst>
          <pc:docMk/>
          <pc:sldMk cId="3115992613" sldId="2134806497"/>
        </pc:sldMkLst>
      </pc:sldChg>
      <pc:sldChg chg="add del">
        <pc:chgData name="Merwan BOUVIER" userId="fe097c0e-9133-442c-b112-0117346867dc" providerId="ADAL" clId="{8B8AAD54-0629-49F9-A2E9-528B69A3BA57}" dt="2022-10-24T13:08:53.065" v="1172" actId="47"/>
        <pc:sldMkLst>
          <pc:docMk/>
          <pc:sldMk cId="2021903982" sldId="2134806498"/>
        </pc:sldMkLst>
      </pc:sldChg>
      <pc:sldChg chg="add del">
        <pc:chgData name="Merwan BOUVIER" userId="fe097c0e-9133-442c-b112-0117346867dc" providerId="ADAL" clId="{8B8AAD54-0629-49F9-A2E9-528B69A3BA57}" dt="2022-10-24T13:08:55.222" v="1173"/>
        <pc:sldMkLst>
          <pc:docMk/>
          <pc:sldMk cId="1538468786" sldId="2134806499"/>
        </pc:sldMkLst>
      </pc:sldChg>
      <pc:sldChg chg="add del">
        <pc:chgData name="Merwan BOUVIER" userId="fe097c0e-9133-442c-b112-0117346867dc" providerId="ADAL" clId="{8B8AAD54-0629-49F9-A2E9-528B69A3BA57}" dt="2022-10-24T13:09:16.132" v="1176" actId="47"/>
        <pc:sldMkLst>
          <pc:docMk/>
          <pc:sldMk cId="232035498" sldId="2134806500"/>
        </pc:sldMkLst>
      </pc:sldChg>
      <pc:sldChg chg="modSp add del mod">
        <pc:chgData name="Merwan BOUVIER" userId="fe097c0e-9133-442c-b112-0117346867dc" providerId="ADAL" clId="{8B8AAD54-0629-49F9-A2E9-528B69A3BA57}" dt="2022-10-26T08:34:10.722" v="1209"/>
        <pc:sldMkLst>
          <pc:docMk/>
          <pc:sldMk cId="763960585" sldId="2134806500"/>
        </pc:sldMkLst>
        <pc:spChg chg="mod">
          <ac:chgData name="Merwan BOUVIER" userId="fe097c0e-9133-442c-b112-0117346867dc" providerId="ADAL" clId="{8B8AAD54-0629-49F9-A2E9-528B69A3BA57}" dt="2022-10-24T14:09:38.986" v="1195" actId="20577"/>
          <ac:spMkLst>
            <pc:docMk/>
            <pc:sldMk cId="763960585" sldId="2134806500"/>
            <ac:spMk id="8" creationId="{2D666F5F-215B-1E74-884F-AB8BDCCDDEBD}"/>
          </ac:spMkLst>
        </pc:spChg>
      </pc:sldChg>
      <pc:sldChg chg="add del">
        <pc:chgData name="Merwan BOUVIER" userId="fe097c0e-9133-442c-b112-0117346867dc" providerId="ADAL" clId="{8B8AAD54-0629-49F9-A2E9-528B69A3BA57}" dt="2022-10-24T13:08:55.222" v="1173"/>
        <pc:sldMkLst>
          <pc:docMk/>
          <pc:sldMk cId="3669238118" sldId="2134806501"/>
        </pc:sldMkLst>
      </pc:sldChg>
      <pc:sldChg chg="modSp add del mod">
        <pc:chgData name="Merwan BOUVIER" userId="fe097c0e-9133-442c-b112-0117346867dc" providerId="ADAL" clId="{8B8AAD54-0629-49F9-A2E9-528B69A3BA57}" dt="2022-10-24T13:45:44.881" v="1183" actId="14100"/>
        <pc:sldMkLst>
          <pc:docMk/>
          <pc:sldMk cId="944998354" sldId="2134806502"/>
        </pc:sldMkLst>
        <pc:spChg chg="mod">
          <ac:chgData name="Merwan BOUVIER" userId="fe097c0e-9133-442c-b112-0117346867dc" providerId="ADAL" clId="{8B8AAD54-0629-49F9-A2E9-528B69A3BA57}" dt="2022-10-24T13:45:35.646" v="1182" actId="14100"/>
          <ac:spMkLst>
            <pc:docMk/>
            <pc:sldMk cId="944998354" sldId="2134806502"/>
            <ac:spMk id="9" creationId="{9E149A9D-1D28-A85A-A9DE-B802E9D7D055}"/>
          </ac:spMkLst>
        </pc:spChg>
        <pc:spChg chg="mod">
          <ac:chgData name="Merwan BOUVIER" userId="fe097c0e-9133-442c-b112-0117346867dc" providerId="ADAL" clId="{8B8AAD54-0629-49F9-A2E9-528B69A3BA57}" dt="2022-10-24T13:45:44.881" v="1183" actId="14100"/>
          <ac:spMkLst>
            <pc:docMk/>
            <pc:sldMk cId="944998354" sldId="2134806502"/>
            <ac:spMk id="10" creationId="{7176C719-C781-1E33-D81C-D3837A180136}"/>
          </ac:spMkLst>
        </pc:spChg>
      </pc:sldChg>
      <pc:sldChg chg="add del">
        <pc:chgData name="Merwan BOUVIER" userId="fe097c0e-9133-442c-b112-0117346867dc" providerId="ADAL" clId="{8B8AAD54-0629-49F9-A2E9-528B69A3BA57}" dt="2022-10-24T13:08:55.222" v="1173"/>
        <pc:sldMkLst>
          <pc:docMk/>
          <pc:sldMk cId="2053820115" sldId="2134806503"/>
        </pc:sldMkLst>
      </pc:sldChg>
      <pc:sldChg chg="add del">
        <pc:chgData name="Merwan BOUVIER" userId="fe097c0e-9133-442c-b112-0117346867dc" providerId="ADAL" clId="{8B8AAD54-0629-49F9-A2E9-528B69A3BA57}" dt="2022-10-24T13:07:51.867" v="1165" actId="47"/>
        <pc:sldMkLst>
          <pc:docMk/>
          <pc:sldMk cId="2282322821" sldId="2134806504"/>
        </pc:sldMkLst>
      </pc:sldChg>
      <pc:sldChg chg="add del">
        <pc:chgData name="Merwan BOUVIER" userId="fe097c0e-9133-442c-b112-0117346867dc" providerId="ADAL" clId="{8B8AAD54-0629-49F9-A2E9-528B69A3BA57}" dt="2022-10-24T13:08:10.864" v="1166" actId="47"/>
        <pc:sldMkLst>
          <pc:docMk/>
          <pc:sldMk cId="1781907821" sldId="2134806505"/>
        </pc:sldMkLst>
      </pc:sldChg>
      <pc:sldChg chg="modSp add del mod">
        <pc:chgData name="Merwan BOUVIER" userId="fe097c0e-9133-442c-b112-0117346867dc" providerId="ADAL" clId="{8B8AAD54-0629-49F9-A2E9-528B69A3BA57}" dt="2022-10-26T08:34:10.722" v="1209"/>
        <pc:sldMkLst>
          <pc:docMk/>
          <pc:sldMk cId="4184290748" sldId="2134806505"/>
        </pc:sldMkLst>
        <pc:spChg chg="mod">
          <ac:chgData name="Merwan BOUVIER" userId="fe097c0e-9133-442c-b112-0117346867dc" providerId="ADAL" clId="{8B8AAD54-0629-49F9-A2E9-528B69A3BA57}" dt="2022-10-24T14:41:39.853" v="1196" actId="20577"/>
          <ac:spMkLst>
            <pc:docMk/>
            <pc:sldMk cId="4184290748" sldId="2134806505"/>
            <ac:spMk id="28" creationId="{A655F773-F643-BC7F-FCDE-CF7486F88FF4}"/>
          </ac:spMkLst>
        </pc:spChg>
        <pc:spChg chg="mod">
          <ac:chgData name="Merwan BOUVIER" userId="fe097c0e-9133-442c-b112-0117346867dc" providerId="ADAL" clId="{8B8AAD54-0629-49F9-A2E9-528B69A3BA57}" dt="2022-10-24T14:41:51.034" v="1197" actId="20577"/>
          <ac:spMkLst>
            <pc:docMk/>
            <pc:sldMk cId="4184290748" sldId="2134806505"/>
            <ac:spMk id="36" creationId="{23E44D5A-16BF-6CB5-0E17-D087D952D90C}"/>
          </ac:spMkLst>
        </pc:spChg>
      </pc:sldChg>
      <pc:sldChg chg="add del">
        <pc:chgData name="Merwan BOUVIER" userId="fe097c0e-9133-442c-b112-0117346867dc" providerId="ADAL" clId="{8B8AAD54-0629-49F9-A2E9-528B69A3BA57}" dt="2022-10-24T13:08:10.864" v="1166" actId="47"/>
        <pc:sldMkLst>
          <pc:docMk/>
          <pc:sldMk cId="288050606" sldId="2134806506"/>
        </pc:sldMkLst>
      </pc:sldChg>
      <pc:sldChg chg="add del">
        <pc:chgData name="Merwan BOUVIER" userId="fe097c0e-9133-442c-b112-0117346867dc" providerId="ADAL" clId="{8B8AAD54-0629-49F9-A2E9-528B69A3BA57}" dt="2022-10-24T11:50:42.583" v="1098"/>
        <pc:sldMkLst>
          <pc:docMk/>
          <pc:sldMk cId="4184290748" sldId="2134806506"/>
        </pc:sldMkLst>
      </pc:sldChg>
      <pc:sldChg chg="add del">
        <pc:chgData name="Merwan BOUVIER" userId="fe097c0e-9133-442c-b112-0117346867dc" providerId="ADAL" clId="{8B8AAD54-0629-49F9-A2E9-528B69A3BA57}" dt="2022-10-24T13:08:10.864" v="1166" actId="47"/>
        <pc:sldMkLst>
          <pc:docMk/>
          <pc:sldMk cId="4210391806" sldId="2134806507"/>
        </pc:sldMkLst>
      </pc:sldChg>
      <pc:sldChg chg="add del">
        <pc:chgData name="Merwan BOUVIER" userId="fe097c0e-9133-442c-b112-0117346867dc" providerId="ADAL" clId="{8B8AAD54-0629-49F9-A2E9-528B69A3BA57}" dt="2022-10-24T11:54:00.485" v="1113" actId="47"/>
        <pc:sldMkLst>
          <pc:docMk/>
          <pc:sldMk cId="550614735" sldId="2134806508"/>
        </pc:sldMkLst>
      </pc:sldChg>
      <pc:sldChg chg="add del">
        <pc:chgData name="Merwan BOUVIER" userId="fe097c0e-9133-442c-b112-0117346867dc" providerId="ADAL" clId="{8B8AAD54-0629-49F9-A2E9-528B69A3BA57}" dt="2022-10-24T13:09:16.132" v="1176" actId="47"/>
        <pc:sldMkLst>
          <pc:docMk/>
          <pc:sldMk cId="4184290748" sldId="2134806508"/>
        </pc:sldMkLst>
      </pc:sldChg>
      <pc:sldChg chg="add">
        <pc:chgData name="Merwan BOUVIER" userId="fe097c0e-9133-442c-b112-0117346867dc" providerId="ADAL" clId="{8B8AAD54-0629-49F9-A2E9-528B69A3BA57}" dt="2022-10-24T13:07:48.461" v="1164"/>
        <pc:sldMkLst>
          <pc:docMk/>
          <pc:sldMk cId="1995837929" sldId="2134806509"/>
        </pc:sldMkLst>
      </pc:sldChg>
      <pc:sldChg chg="add del">
        <pc:chgData name="Merwan BOUVIER" userId="fe097c0e-9133-442c-b112-0117346867dc" providerId="ADAL" clId="{8B8AAD54-0629-49F9-A2E9-528B69A3BA57}" dt="2022-10-24T11:54:00.485" v="1113" actId="47"/>
        <pc:sldMkLst>
          <pc:docMk/>
          <pc:sldMk cId="2506552441" sldId="2134806509"/>
        </pc:sldMkLst>
      </pc:sldChg>
      <pc:sldChg chg="add del">
        <pc:chgData name="Merwan BOUVIER" userId="fe097c0e-9133-442c-b112-0117346867dc" providerId="ADAL" clId="{8B8AAD54-0629-49F9-A2E9-528B69A3BA57}" dt="2022-10-24T11:54:00.485" v="1113" actId="47"/>
        <pc:sldMkLst>
          <pc:docMk/>
          <pc:sldMk cId="1154526248" sldId="2134806510"/>
        </pc:sldMkLst>
      </pc:sldChg>
      <pc:sldChg chg="add">
        <pc:chgData name="Merwan BOUVIER" userId="fe097c0e-9133-442c-b112-0117346867dc" providerId="ADAL" clId="{8B8AAD54-0629-49F9-A2E9-528B69A3BA57}" dt="2022-10-24T13:08:13.422" v="1167"/>
        <pc:sldMkLst>
          <pc:docMk/>
          <pc:sldMk cId="1781907821" sldId="2134806510"/>
        </pc:sldMkLst>
      </pc:sldChg>
      <pc:sldChg chg="add">
        <pc:chgData name="Merwan BOUVIER" userId="fe097c0e-9133-442c-b112-0117346867dc" providerId="ADAL" clId="{8B8AAD54-0629-49F9-A2E9-528B69A3BA57}" dt="2022-10-24T13:08:13.422" v="1167"/>
        <pc:sldMkLst>
          <pc:docMk/>
          <pc:sldMk cId="288050606" sldId="2134806511"/>
        </pc:sldMkLst>
      </pc:sldChg>
      <pc:sldChg chg="add del">
        <pc:chgData name="Merwan BOUVIER" userId="fe097c0e-9133-442c-b112-0117346867dc" providerId="ADAL" clId="{8B8AAD54-0629-49F9-A2E9-528B69A3BA57}" dt="2022-10-24T11:53:45.304" v="1111"/>
        <pc:sldMkLst>
          <pc:docMk/>
          <pc:sldMk cId="2633368560" sldId="2134806511"/>
        </pc:sldMkLst>
      </pc:sldChg>
      <pc:sldChg chg="add del">
        <pc:chgData name="Merwan BOUVIER" userId="fe097c0e-9133-442c-b112-0117346867dc" providerId="ADAL" clId="{8B8AAD54-0629-49F9-A2E9-528B69A3BA57}" dt="2022-10-24T11:53:45.304" v="1111"/>
        <pc:sldMkLst>
          <pc:docMk/>
          <pc:sldMk cId="2477153463" sldId="2134806512"/>
        </pc:sldMkLst>
      </pc:sldChg>
      <pc:sldChg chg="add">
        <pc:chgData name="Merwan BOUVIER" userId="fe097c0e-9133-442c-b112-0117346867dc" providerId="ADAL" clId="{8B8AAD54-0629-49F9-A2E9-528B69A3BA57}" dt="2022-10-24T13:08:13.422" v="1167"/>
        <pc:sldMkLst>
          <pc:docMk/>
          <pc:sldMk cId="4210391806" sldId="2134806512"/>
        </pc:sldMkLst>
      </pc:sldChg>
      <pc:sldChg chg="add del">
        <pc:chgData name="Merwan BOUVIER" userId="fe097c0e-9133-442c-b112-0117346867dc" providerId="ADAL" clId="{8B8AAD54-0629-49F9-A2E9-528B69A3BA57}" dt="2022-10-24T11:53:45.304" v="1111"/>
        <pc:sldMkLst>
          <pc:docMk/>
          <pc:sldMk cId="3311931023" sldId="2134806513"/>
        </pc:sldMkLst>
      </pc:sldChg>
      <pc:sldChg chg="add del">
        <pc:chgData name="Merwan BOUVIER" userId="fe097c0e-9133-442c-b112-0117346867dc" providerId="ADAL" clId="{8B8AAD54-0629-49F9-A2E9-528B69A3BA57}" dt="2022-10-24T11:53:45.304" v="1111"/>
        <pc:sldMkLst>
          <pc:docMk/>
          <pc:sldMk cId="1834625016" sldId="2134806514"/>
        </pc:sldMkLst>
      </pc:sldChg>
      <pc:sldChg chg="add modAnim">
        <pc:chgData name="Merwan BOUVIER" userId="fe097c0e-9133-442c-b112-0117346867dc" providerId="ADAL" clId="{8B8AAD54-0629-49F9-A2E9-528B69A3BA57}" dt="2022-10-26T08:34:46.703" v="1213"/>
        <pc:sldMkLst>
          <pc:docMk/>
          <pc:sldMk cId="89039917" sldId="2134806517"/>
        </pc:sldMkLst>
      </pc:sldChg>
      <pc:sldChg chg="add">
        <pc:chgData name="Merwan BOUVIER" userId="fe097c0e-9133-442c-b112-0117346867dc" providerId="ADAL" clId="{8B8AAD54-0629-49F9-A2E9-528B69A3BA57}" dt="2022-10-26T08:34:10.722" v="1209"/>
        <pc:sldMkLst>
          <pc:docMk/>
          <pc:sldMk cId="60665269" sldId="2134806519"/>
        </pc:sldMkLst>
      </pc:sldChg>
      <pc:sldChg chg="add">
        <pc:chgData name="Merwan BOUVIER" userId="fe097c0e-9133-442c-b112-0117346867dc" providerId="ADAL" clId="{8B8AAD54-0629-49F9-A2E9-528B69A3BA57}" dt="2022-10-26T08:34:10.722" v="1209"/>
        <pc:sldMkLst>
          <pc:docMk/>
          <pc:sldMk cId="3313204542" sldId="2134806521"/>
        </pc:sldMkLst>
      </pc:sldChg>
      <pc:sldChg chg="add">
        <pc:chgData name="Merwan BOUVIER" userId="fe097c0e-9133-442c-b112-0117346867dc" providerId="ADAL" clId="{8B8AAD54-0629-49F9-A2E9-528B69A3BA57}" dt="2022-10-26T08:34:10.722" v="1209"/>
        <pc:sldMkLst>
          <pc:docMk/>
          <pc:sldMk cId="3648371067" sldId="2134806522"/>
        </pc:sldMkLst>
      </pc:sldChg>
      <pc:sldMasterChg chg="addSldLayout delSldLayout">
        <pc:chgData name="Merwan BOUVIER" userId="fe097c0e-9133-442c-b112-0117346867dc" providerId="ADAL" clId="{8B8AAD54-0629-49F9-A2E9-528B69A3BA57}" dt="2022-10-24T11:54:16.092" v="1124" actId="47"/>
        <pc:sldMasterMkLst>
          <pc:docMk/>
          <pc:sldMasterMk cId="1678953311" sldId="2147483783"/>
        </pc:sldMasterMkLst>
        <pc:sldLayoutChg chg="add del">
          <pc:chgData name="Merwan BOUVIER" userId="fe097c0e-9133-442c-b112-0117346867dc" providerId="ADAL" clId="{8B8AAD54-0629-49F9-A2E9-528B69A3BA57}" dt="2022-10-24T11:54:16.092" v="1124" actId="47"/>
          <pc:sldLayoutMkLst>
            <pc:docMk/>
            <pc:sldMasterMk cId="1678953311" sldId="2147483783"/>
            <pc:sldLayoutMk cId="4138014716" sldId="2147483795"/>
          </pc:sldLayoutMkLst>
        </pc:sldLayoutChg>
      </pc:sldMasterChg>
    </pc:docChg>
  </pc:docChgLst>
  <pc:docChgLst>
    <pc:chgData name="LE GALLO, Ronan" userId="bbd6c348-b79e-45b1-9a69-2923cd517036" providerId="ADAL" clId="{D7CBC1D4-4FF5-4669-87C6-9A25B71A60D4}"/>
    <pc:docChg chg="modSld">
      <pc:chgData name="LE GALLO, Ronan" userId="bbd6c348-b79e-45b1-9a69-2923cd517036" providerId="ADAL" clId="{D7CBC1D4-4FF5-4669-87C6-9A25B71A60D4}" dt="2022-10-12T19:38:58.128" v="26"/>
      <pc:docMkLst>
        <pc:docMk/>
      </pc:docMkLst>
      <pc:sldChg chg="addCm">
        <pc:chgData name="LE GALLO, Ronan" userId="bbd6c348-b79e-45b1-9a69-2923cd517036" providerId="ADAL" clId="{D7CBC1D4-4FF5-4669-87C6-9A25B71A60D4}" dt="2022-10-12T19:14:17.350" v="18"/>
        <pc:sldMkLst>
          <pc:docMk/>
          <pc:sldMk cId="3096770297" sldId="5583"/>
        </pc:sldMkLst>
      </pc:sldChg>
      <pc:sldChg chg="addCm">
        <pc:chgData name="LE GALLO, Ronan" userId="bbd6c348-b79e-45b1-9a69-2923cd517036" providerId="ADAL" clId="{D7CBC1D4-4FF5-4669-87C6-9A25B71A60D4}" dt="2022-10-12T18:12:48.488" v="11"/>
        <pc:sldMkLst>
          <pc:docMk/>
          <pc:sldMk cId="4103032451" sldId="7704"/>
        </pc:sldMkLst>
      </pc:sldChg>
      <pc:sldChg chg="addCm">
        <pc:chgData name="LE GALLO, Ronan" userId="bbd6c348-b79e-45b1-9a69-2923cd517036" providerId="ADAL" clId="{D7CBC1D4-4FF5-4669-87C6-9A25B71A60D4}" dt="2022-10-12T17:41:41.632" v="0"/>
        <pc:sldMkLst>
          <pc:docMk/>
          <pc:sldMk cId="2892061242" sldId="2134806125"/>
        </pc:sldMkLst>
      </pc:sldChg>
      <pc:sldChg chg="addCm">
        <pc:chgData name="LE GALLO, Ronan" userId="bbd6c348-b79e-45b1-9a69-2923cd517036" providerId="ADAL" clId="{D7CBC1D4-4FF5-4669-87C6-9A25B71A60D4}" dt="2022-10-12T17:46:59.086" v="4"/>
        <pc:sldMkLst>
          <pc:docMk/>
          <pc:sldMk cId="3277279025" sldId="2134806128"/>
        </pc:sldMkLst>
      </pc:sldChg>
      <pc:sldChg chg="addCm">
        <pc:chgData name="LE GALLO, Ronan" userId="bbd6c348-b79e-45b1-9a69-2923cd517036" providerId="ADAL" clId="{D7CBC1D4-4FF5-4669-87C6-9A25B71A60D4}" dt="2022-10-12T18:57:30.531" v="13"/>
        <pc:sldMkLst>
          <pc:docMk/>
          <pc:sldMk cId="4252481553" sldId="2134806187"/>
        </pc:sldMkLst>
      </pc:sldChg>
      <pc:sldChg chg="addCm">
        <pc:chgData name="LE GALLO, Ronan" userId="bbd6c348-b79e-45b1-9a69-2923cd517036" providerId="ADAL" clId="{D7CBC1D4-4FF5-4669-87C6-9A25B71A60D4}" dt="2022-10-12T19:02:45.276" v="15"/>
        <pc:sldMkLst>
          <pc:docMk/>
          <pc:sldMk cId="3410072340" sldId="2134806196"/>
        </pc:sldMkLst>
      </pc:sldChg>
      <pc:sldChg chg="modSp addCm">
        <pc:chgData name="LE GALLO, Ronan" userId="bbd6c348-b79e-45b1-9a69-2923cd517036" providerId="ADAL" clId="{D7CBC1D4-4FF5-4669-87C6-9A25B71A60D4}" dt="2022-10-12T17:44:39.996" v="2"/>
        <pc:sldMkLst>
          <pc:docMk/>
          <pc:sldMk cId="1710413610" sldId="2134806204"/>
        </pc:sldMkLst>
        <pc:graphicFrameChg chg="mod">
          <ac:chgData name="LE GALLO, Ronan" userId="bbd6c348-b79e-45b1-9a69-2923cd517036" providerId="ADAL" clId="{D7CBC1D4-4FF5-4669-87C6-9A25B71A60D4}" dt="2022-10-12T17:44:21.413" v="1" actId="20577"/>
          <ac:graphicFrameMkLst>
            <pc:docMk/>
            <pc:sldMk cId="1710413610" sldId="2134806204"/>
            <ac:graphicFrameMk id="2" creationId="{172D4209-9528-098C-DBFC-1669B8DC4A4A}"/>
          </ac:graphicFrameMkLst>
        </pc:graphicFrameChg>
      </pc:sldChg>
      <pc:sldChg chg="addCm">
        <pc:chgData name="LE GALLO, Ronan" userId="bbd6c348-b79e-45b1-9a69-2923cd517036" providerId="ADAL" clId="{D7CBC1D4-4FF5-4669-87C6-9A25B71A60D4}" dt="2022-10-12T17:58:37.788" v="7"/>
        <pc:sldMkLst>
          <pc:docMk/>
          <pc:sldMk cId="2949772393" sldId="2134806217"/>
        </pc:sldMkLst>
      </pc:sldChg>
      <pc:sldChg chg="addCm">
        <pc:chgData name="LE GALLO, Ronan" userId="bbd6c348-b79e-45b1-9a69-2923cd517036" providerId="ADAL" clId="{D7CBC1D4-4FF5-4669-87C6-9A25B71A60D4}" dt="2022-10-12T17:51:32.048" v="5"/>
        <pc:sldMkLst>
          <pc:docMk/>
          <pc:sldMk cId="934106048" sldId="2134806248"/>
        </pc:sldMkLst>
      </pc:sldChg>
      <pc:sldChg chg="addCm">
        <pc:chgData name="LE GALLO, Ronan" userId="bbd6c348-b79e-45b1-9a69-2923cd517036" providerId="ADAL" clId="{D7CBC1D4-4FF5-4669-87C6-9A25B71A60D4}" dt="2022-10-12T18:00:20.881" v="8"/>
        <pc:sldMkLst>
          <pc:docMk/>
          <pc:sldMk cId="128687416" sldId="2134806249"/>
        </pc:sldMkLst>
      </pc:sldChg>
      <pc:sldChg chg="addCm">
        <pc:chgData name="LE GALLO, Ronan" userId="bbd6c348-b79e-45b1-9a69-2923cd517036" providerId="ADAL" clId="{D7CBC1D4-4FF5-4669-87C6-9A25B71A60D4}" dt="2022-10-12T18:02:10.871" v="9"/>
        <pc:sldMkLst>
          <pc:docMk/>
          <pc:sldMk cId="2468679141" sldId="2134806250"/>
        </pc:sldMkLst>
      </pc:sldChg>
      <pc:sldChg chg="addCm">
        <pc:chgData name="LE GALLO, Ronan" userId="bbd6c348-b79e-45b1-9a69-2923cd517036" providerId="ADAL" clId="{D7CBC1D4-4FF5-4669-87C6-9A25B71A60D4}" dt="2022-10-12T19:16:55.519" v="19"/>
        <pc:sldMkLst>
          <pc:docMk/>
          <pc:sldMk cId="1317147115" sldId="2134806266"/>
        </pc:sldMkLst>
      </pc:sldChg>
      <pc:sldChg chg="addCm">
        <pc:chgData name="LE GALLO, Ronan" userId="bbd6c348-b79e-45b1-9a69-2923cd517036" providerId="ADAL" clId="{D7CBC1D4-4FF5-4669-87C6-9A25B71A60D4}" dt="2022-10-12T19:01:08.551" v="14"/>
        <pc:sldMkLst>
          <pc:docMk/>
          <pc:sldMk cId="2709920236" sldId="2134806267"/>
        </pc:sldMkLst>
      </pc:sldChg>
      <pc:sldChg chg="addCm">
        <pc:chgData name="LE GALLO, Ronan" userId="bbd6c348-b79e-45b1-9a69-2923cd517036" providerId="ADAL" clId="{D7CBC1D4-4FF5-4669-87C6-9A25B71A60D4}" dt="2022-10-12T19:09:25.054" v="16"/>
        <pc:sldMkLst>
          <pc:docMk/>
          <pc:sldMk cId="3566726495" sldId="2134806296"/>
        </pc:sldMkLst>
      </pc:sldChg>
      <pc:sldChg chg="addCm">
        <pc:chgData name="LE GALLO, Ronan" userId="bbd6c348-b79e-45b1-9a69-2923cd517036" providerId="ADAL" clId="{D7CBC1D4-4FF5-4669-87C6-9A25B71A60D4}" dt="2022-10-12T19:10:38.420" v="17"/>
        <pc:sldMkLst>
          <pc:docMk/>
          <pc:sldMk cId="1257757372" sldId="2134806297"/>
        </pc:sldMkLst>
      </pc:sldChg>
      <pc:sldChg chg="addCm">
        <pc:chgData name="LE GALLO, Ronan" userId="bbd6c348-b79e-45b1-9a69-2923cd517036" providerId="ADAL" clId="{D7CBC1D4-4FF5-4669-87C6-9A25B71A60D4}" dt="2022-10-12T19:17:37.476" v="20"/>
        <pc:sldMkLst>
          <pc:docMk/>
          <pc:sldMk cId="1077887595" sldId="2134806299"/>
        </pc:sldMkLst>
      </pc:sldChg>
      <pc:sldChg chg="addCm">
        <pc:chgData name="LE GALLO, Ronan" userId="bbd6c348-b79e-45b1-9a69-2923cd517036" providerId="ADAL" clId="{D7CBC1D4-4FF5-4669-87C6-9A25B71A60D4}" dt="2022-10-12T17:46:25.976" v="3"/>
        <pc:sldMkLst>
          <pc:docMk/>
          <pc:sldMk cId="3453175893" sldId="2134806375"/>
        </pc:sldMkLst>
      </pc:sldChg>
      <pc:sldChg chg="addCm">
        <pc:chgData name="LE GALLO, Ronan" userId="bbd6c348-b79e-45b1-9a69-2923cd517036" providerId="ADAL" clId="{D7CBC1D4-4FF5-4669-87C6-9A25B71A60D4}" dt="2022-10-12T17:56:47.902" v="6"/>
        <pc:sldMkLst>
          <pc:docMk/>
          <pc:sldMk cId="1972371728" sldId="2134806376"/>
        </pc:sldMkLst>
      </pc:sldChg>
      <pc:sldChg chg="addCm">
        <pc:chgData name="LE GALLO, Ronan" userId="bbd6c348-b79e-45b1-9a69-2923cd517036" providerId="ADAL" clId="{D7CBC1D4-4FF5-4669-87C6-9A25B71A60D4}" dt="2022-10-12T19:22:44.428" v="21"/>
        <pc:sldMkLst>
          <pc:docMk/>
          <pc:sldMk cId="591007637" sldId="2134806424"/>
        </pc:sldMkLst>
      </pc:sldChg>
      <pc:sldChg chg="addCm">
        <pc:chgData name="LE GALLO, Ronan" userId="bbd6c348-b79e-45b1-9a69-2923cd517036" providerId="ADAL" clId="{D7CBC1D4-4FF5-4669-87C6-9A25B71A60D4}" dt="2022-10-12T19:24:47.898" v="22"/>
        <pc:sldMkLst>
          <pc:docMk/>
          <pc:sldMk cId="4148853029" sldId="2134806426"/>
        </pc:sldMkLst>
      </pc:sldChg>
      <pc:sldChg chg="addCm">
        <pc:chgData name="LE GALLO, Ronan" userId="bbd6c348-b79e-45b1-9a69-2923cd517036" providerId="ADAL" clId="{D7CBC1D4-4FF5-4669-87C6-9A25B71A60D4}" dt="2022-10-12T19:29:30.717" v="23"/>
        <pc:sldMkLst>
          <pc:docMk/>
          <pc:sldMk cId="6193766" sldId="2134806444"/>
        </pc:sldMkLst>
      </pc:sldChg>
      <pc:sldChg chg="addCm">
        <pc:chgData name="LE GALLO, Ronan" userId="bbd6c348-b79e-45b1-9a69-2923cd517036" providerId="ADAL" clId="{D7CBC1D4-4FF5-4669-87C6-9A25B71A60D4}" dt="2022-10-12T18:03:42.909" v="10"/>
        <pc:sldMkLst>
          <pc:docMk/>
          <pc:sldMk cId="906770570" sldId="2134806446"/>
        </pc:sldMkLst>
      </pc:sldChg>
      <pc:sldChg chg="modCm">
        <pc:chgData name="LE GALLO, Ronan" userId="bbd6c348-b79e-45b1-9a69-2923cd517036" providerId="ADAL" clId="{D7CBC1D4-4FF5-4669-87C6-9A25B71A60D4}" dt="2022-10-12T19:38:58.128" v="26"/>
        <pc:sldMkLst>
          <pc:docMk/>
          <pc:sldMk cId="1122933996" sldId="2134806475"/>
        </pc:sldMkLst>
      </pc:sldChg>
      <pc:sldChg chg="addCm delCm">
        <pc:chgData name="LE GALLO, Ronan" userId="bbd6c348-b79e-45b1-9a69-2923cd517036" providerId="ADAL" clId="{D7CBC1D4-4FF5-4669-87C6-9A25B71A60D4}" dt="2022-10-12T19:30:43.392" v="25"/>
        <pc:sldMkLst>
          <pc:docMk/>
          <pc:sldMk cId="2116181510" sldId="2134806484"/>
        </pc:sldMkLst>
      </pc:sldChg>
    </pc:docChg>
  </pc:docChgLst>
</pc:chgInfo>
</file>

<file path=ppt/comments/modernComment_1E18_F48F4E83.xml><?xml version="1.0" encoding="utf-8"?>
<p188:cmLst xmlns:a="http://schemas.openxmlformats.org/drawingml/2006/main" xmlns:r="http://schemas.openxmlformats.org/officeDocument/2006/relationships" xmlns:p188="http://schemas.microsoft.com/office/powerpoint/2018/8/main">
  <p188:cm id="{3FCBC302-8F0D-44DA-9BE0-C509F2F6F867}" authorId="{350E27D9-339A-647A-B53E-758F001F7CFB}" status="resolved" created="2022-10-12T18:12:48.419" complete="100000">
    <ac:deMkLst xmlns:ac="http://schemas.microsoft.com/office/drawing/2013/main/command">
      <pc:docMk xmlns:pc="http://schemas.microsoft.com/office/powerpoint/2013/main/command"/>
      <pc:sldMk xmlns:pc="http://schemas.microsoft.com/office/powerpoint/2013/main/command" cId="4103032451" sldId="7704"/>
      <ac:spMk id="17" creationId="{D0D43E94-A666-4B8E-949B-60ADE7C60D35}"/>
    </ac:deMkLst>
    <p188:txBody>
      <a:bodyPr/>
      <a:lstStyle/>
      <a:p>
        <a:r>
          <a:rPr lang="fr-FR"/>
          <a:t>Orthographe, formulation</a:t>
        </a:r>
      </a:p>
    </p188:txBody>
  </p188:cm>
</p188:cmLst>
</file>

<file path=ppt/comments/modernComment_7F3E8E70_C3574F31.xml><?xml version="1.0" encoding="utf-8"?>
<p188:cmLst xmlns:a="http://schemas.openxmlformats.org/drawingml/2006/main" xmlns:r="http://schemas.openxmlformats.org/officeDocument/2006/relationships" xmlns:p188="http://schemas.microsoft.com/office/powerpoint/2018/8/main">
  <p188:cm id="{10C6DC27-71B1-4177-8DAF-BE13CD0A6445}" authorId="{350E27D9-339A-647A-B53E-758F001F7CFB}" status="resolved" created="2022-10-12T17:46:58.972" complete="100000">
    <ac:deMkLst xmlns:ac="http://schemas.microsoft.com/office/drawing/2013/main/command">
      <pc:docMk xmlns:pc="http://schemas.microsoft.com/office/powerpoint/2013/main/command"/>
      <pc:sldMk xmlns:pc="http://schemas.microsoft.com/office/powerpoint/2013/main/command" cId="3277279025" sldId="2134806128"/>
      <ac:spMk id="87" creationId="{033EB4C5-59E3-8748-9AAD-F2594E7BDCE5}"/>
    </ac:deMkLst>
    <p188:txBody>
      <a:bodyPr/>
      <a:lstStyle/>
      <a:p>
        <a:r>
          <a:rPr lang="fr-FR"/>
          <a:t>Pattern SOA à retirer ou à expliquer : trop technique</a:t>
        </a:r>
      </a:p>
    </p188:txBody>
  </p188:cm>
</p188:cmLst>
</file>

<file path=ppt/comments/modernComment_7F3E8EAB_FD77B811.xml><?xml version="1.0" encoding="utf-8"?>
<p188:cmLst xmlns:a="http://schemas.openxmlformats.org/drawingml/2006/main" xmlns:r="http://schemas.openxmlformats.org/officeDocument/2006/relationships" xmlns:p188="http://schemas.microsoft.com/office/powerpoint/2018/8/main">
  <p188:cm id="{BC4D9715-E7B0-4B65-A07E-1CB1236508B7}" authorId="{350E27D9-339A-647A-B53E-758F001F7CFB}" status="resolved" created="2022-10-12T18:56:55.275" complete="100000">
    <ac:txMkLst xmlns:ac="http://schemas.microsoft.com/office/drawing/2013/main/command">
      <pc:docMk xmlns:pc="http://schemas.microsoft.com/office/powerpoint/2013/main/command"/>
      <pc:sldMk xmlns:pc="http://schemas.microsoft.com/office/powerpoint/2013/main/command" cId="4252481553" sldId="2134806187"/>
      <ac:spMk id="26" creationId="{21617BAB-7C71-A7F6-B04E-B1D28C297F4A}"/>
      <ac:txMk cp="199" len="5">
        <ac:context len="374" hash="4009509868"/>
      </ac:txMk>
    </ac:txMkLst>
    <p188:pos x="4974848" y="1080452"/>
    <p188:replyLst>
      <p188:reply id="{33B94308-F5D9-4521-B3C4-85A62A406106}" authorId="{8EF2717E-1975-34C6-F8D8-0C575939C51F}" created="2022-10-14T12:42:08.747">
        <p188:txBody>
          <a:bodyPr/>
          <a:lstStyle/>
          <a:p>
            <a:r>
              <a:rPr lang="fr-FR"/>
              <a:t>Ce sont les opérations de base (Search, Create, Read, Update, Delete)</a:t>
            </a:r>
          </a:p>
        </p188:txBody>
      </p188:reply>
      <p188:reply id="{AE3160EE-6BC0-481E-9496-DF47FA863515}" authorId="{350E27D9-339A-647A-B53E-758F001F7CFB}" created="2022-10-14T13:35:41.585">
        <p188:txBody>
          <a:bodyPr/>
          <a:lstStyle/>
          <a:p>
            <a:r>
              <a:rPr lang="en-US"/>
              <a:t>PEut être à ajouter comme légende dans le slide dans ce cas.</a:t>
            </a:r>
          </a:p>
        </p188:txBody>
      </p188:reply>
    </p188:replyLst>
    <p188:txBody>
      <a:bodyPr/>
      <a:lstStyle/>
      <a:p>
        <a:r>
          <a:rPr lang="fr-FR"/>
          <a:t>SCRUD ?</a:t>
        </a:r>
      </a:p>
    </p188:txBody>
  </p188:cm>
  <p188:cm id="{E59B4E8F-A5B5-42B9-9EEC-3E9548D1BB89}" authorId="{350E27D9-339A-647A-B53E-758F001F7CFB}" status="resolved" created="2022-10-12T18:57:30.432" complete="100000">
    <pc:sldMkLst xmlns:pc="http://schemas.microsoft.com/office/powerpoint/2013/main/command">
      <pc:docMk/>
      <pc:sldMk cId="4252481553" sldId="2134806187"/>
    </pc:sldMkLst>
    <p188:txBody>
      <a:bodyPr/>
      <a:lstStyle/>
      <a:p>
        <a:r>
          <a:rPr lang="fr-FR"/>
          <a:t>Indiquer que cela devient obsolète</a:t>
        </a:r>
      </a:p>
    </p188:txBody>
  </p188:cm>
</p188:cmLst>
</file>

<file path=ppt/comments/modernComment_7F3E8EB4_CB419314.xml><?xml version="1.0" encoding="utf-8"?>
<p188:cmLst xmlns:a="http://schemas.openxmlformats.org/drawingml/2006/main" xmlns:r="http://schemas.openxmlformats.org/officeDocument/2006/relationships" xmlns:p188="http://schemas.microsoft.com/office/powerpoint/2018/8/main">
  <p188:cm id="{39A0E864-084D-4E59-BB9C-A9DFA55656C8}" authorId="{350E27D9-339A-647A-B53E-758F001F7CFB}" status="resolved" created="2022-10-12T19:02:45.202" complete="100000">
    <pc:sldMkLst xmlns:pc="http://schemas.microsoft.com/office/powerpoint/2013/main/command">
      <pc:docMk/>
      <pc:sldMk cId="3410072340" sldId="2134806196"/>
    </pc:sldMkLst>
    <p188:txBody>
      <a:bodyPr/>
      <a:lstStyle/>
      <a:p>
        <a:r>
          <a:rPr lang="fr-FR"/>
          <a:t>orthographe</a:t>
        </a:r>
      </a:p>
    </p188:txBody>
  </p188:cm>
</p188:cmLst>
</file>

<file path=ppt/comments/modernComment_7F3E8EBC_65F2D72A.xml><?xml version="1.0" encoding="utf-8"?>
<p188:cmLst xmlns:a="http://schemas.openxmlformats.org/drawingml/2006/main" xmlns:r="http://schemas.openxmlformats.org/officeDocument/2006/relationships" xmlns:p188="http://schemas.microsoft.com/office/powerpoint/2018/8/main">
  <p188:cm id="{B09360ED-AF60-43FA-9853-B0778C8451BF}" authorId="{350E27D9-339A-647A-B53E-758F001F7CFB}" status="resolved" created="2022-10-12T17:44:39.938" complete="100000">
    <pc:sldMkLst xmlns:pc="http://schemas.microsoft.com/office/powerpoint/2013/main/command">
      <pc:docMk/>
      <pc:sldMk cId="1710413610" sldId="2134806204"/>
    </pc:sldMkLst>
    <p188:txBody>
      <a:bodyPr/>
      <a:lstStyle/>
      <a:p>
        <a:r>
          <a:rPr lang="fr-FR"/>
          <a:t>Supprimer PAPI / SAPI remaplacer par API : pas compréhensible hors contexte mulesoft</a:t>
        </a:r>
      </a:p>
    </p188:txBody>
  </p188:cm>
</p188:cmLst>
</file>

<file path=ppt/comments/modernComment_7F3E8EC9_AFD1F469.xml><?xml version="1.0" encoding="utf-8"?>
<p188:cmLst xmlns:a="http://schemas.openxmlformats.org/drawingml/2006/main" xmlns:r="http://schemas.openxmlformats.org/officeDocument/2006/relationships" xmlns:p188="http://schemas.microsoft.com/office/powerpoint/2018/8/main">
  <p188:cm id="{FAE8D778-30F0-4E08-AF37-6489AADD12CA}" authorId="{350E27D9-339A-647A-B53E-758F001F7CFB}" status="resolved" created="2022-10-12T17:58:37.725" complete="100000">
    <ac:txMkLst xmlns:ac="http://schemas.microsoft.com/office/drawing/2013/main/command">
      <pc:docMk xmlns:pc="http://schemas.microsoft.com/office/powerpoint/2013/main/command"/>
      <pc:sldMk xmlns:pc="http://schemas.microsoft.com/office/powerpoint/2013/main/command" cId="2949772393" sldId="2134806217"/>
      <ac:spMk id="12" creationId="{72C7E3D9-9690-A2EB-6C32-93E16679B2DC}"/>
      <ac:txMk cp="334" len="141">
        <ac:context len="477" hash="461276135"/>
      </ac:txMk>
    </ac:txMkLst>
    <p188:pos x="5405175" y="1718314"/>
    <p188:txBody>
      <a:bodyPr/>
      <a:lstStyle/>
      <a:p>
        <a:r>
          <a:rPr lang="fr-FR"/>
          <a:t>Phrase pas très claire</a:t>
        </a:r>
      </a:p>
    </p188:txBody>
  </p188:cm>
</p188:cmLst>
</file>

<file path=ppt/comments/modernComment_7F3E8EE8_37AD53C0.xml><?xml version="1.0" encoding="utf-8"?>
<p188:cmLst xmlns:a="http://schemas.openxmlformats.org/drawingml/2006/main" xmlns:r="http://schemas.openxmlformats.org/officeDocument/2006/relationships" xmlns:p188="http://schemas.microsoft.com/office/powerpoint/2018/8/main">
  <p188:cm id="{C7ABA4DD-68C4-4420-9C22-6717B2A85481}" authorId="{350E27D9-339A-647A-B53E-758F001F7CFB}" status="resolved" created="2022-10-12T17:51:31.966" complete="100000">
    <pc:sldMkLst xmlns:pc="http://schemas.microsoft.com/office/powerpoint/2013/main/command">
      <pc:docMk/>
      <pc:sldMk cId="934106048" sldId="2134806248"/>
    </pc:sldMkLst>
    <p188:txBody>
      <a:bodyPr/>
      <a:lstStyle/>
      <a:p>
        <a:r>
          <a:rPr lang="fr-FR"/>
          <a:t>Slides pas très clair, les arguments sont discutables en fonction du contexte, à revoir</a:t>
        </a:r>
      </a:p>
    </p188:txBody>
  </p188:cm>
</p188:cmLst>
</file>

<file path=ppt/comments/modernComment_7F3E8EE9_7AB9D38.xml><?xml version="1.0" encoding="utf-8"?>
<p188:cmLst xmlns:a="http://schemas.openxmlformats.org/drawingml/2006/main" xmlns:r="http://schemas.openxmlformats.org/officeDocument/2006/relationships" xmlns:p188="http://schemas.microsoft.com/office/powerpoint/2018/8/main">
  <p188:cm id="{3BE8E0D7-1195-423E-9598-9A4A154EA421}" authorId="{350E27D9-339A-647A-B53E-758F001F7CFB}" status="resolved" created="2022-10-12T18:00:20.829" complete="100000">
    <ac:deMkLst xmlns:ac="http://schemas.microsoft.com/office/drawing/2013/main/command">
      <pc:docMk xmlns:pc="http://schemas.microsoft.com/office/powerpoint/2013/main/command"/>
      <pc:sldMk xmlns:pc="http://schemas.microsoft.com/office/powerpoint/2013/main/command" cId="128687416" sldId="2134806249"/>
      <ac:spMk id="87" creationId="{9D5F432A-4EFA-1372-09C7-4B20EB3FCAF7}"/>
    </ac:deMkLst>
    <p188:txBody>
      <a:bodyPr/>
      <a:lstStyle/>
      <a:p>
        <a:r>
          <a:rPr lang="fr-FR"/>
          <a:t>MQSeries (ancien nom) = IBM MQ</a:t>
        </a:r>
      </a:p>
    </p188:txBody>
  </p188:cm>
</p188:cmLst>
</file>

<file path=ppt/comments/modernComment_7F3E8EEA_93250DE5.xml><?xml version="1.0" encoding="utf-8"?>
<p188:cmLst xmlns:a="http://schemas.openxmlformats.org/drawingml/2006/main" xmlns:r="http://schemas.openxmlformats.org/officeDocument/2006/relationships" xmlns:p188="http://schemas.microsoft.com/office/powerpoint/2018/8/main">
  <p188:cm id="{721287FA-53B6-4461-8F04-7C7EC886EDD8}" authorId="{350E27D9-339A-647A-B53E-758F001F7CFB}" created="2022-10-12T18:02:10.820">
    <ac:deMkLst xmlns:ac="http://schemas.microsoft.com/office/drawing/2013/main/command">
      <pc:docMk xmlns:pc="http://schemas.microsoft.com/office/powerpoint/2013/main/command"/>
      <pc:sldMk xmlns:pc="http://schemas.microsoft.com/office/powerpoint/2013/main/command" cId="2468679141" sldId="2134806250"/>
      <ac:spMk id="75" creationId="{C6244C2E-1001-511F-7F50-91748AC56240}"/>
    </ac:deMkLst>
    <p188:txBody>
      <a:bodyPr/>
      <a:lstStyle/>
      <a:p>
        <a:r>
          <a:rPr lang="fr-FR"/>
          <a:t>Faire apparaitre solutions de mediation et data gouvernance sur le schéma</a:t>
        </a:r>
      </a:p>
    </p188:txBody>
  </p188:cm>
</p188:cmLst>
</file>

<file path=ppt/comments/modernComment_7F3E8EFA_4E8211EB.xml><?xml version="1.0" encoding="utf-8"?>
<p188:cmLst xmlns:a="http://schemas.openxmlformats.org/drawingml/2006/main" xmlns:r="http://schemas.openxmlformats.org/officeDocument/2006/relationships" xmlns:p188="http://schemas.microsoft.com/office/powerpoint/2018/8/main">
  <p188:cm id="{8F0BD11C-2EEB-4B1D-9C28-E1520F6F14DD}" authorId="{350E27D9-339A-647A-B53E-758F001F7CFB}" status="resolved" created="2022-10-12T19:16:55.417" complete="100000">
    <ac:txMkLst xmlns:ac="http://schemas.microsoft.com/office/drawing/2013/main/command">
      <pc:docMk xmlns:pc="http://schemas.microsoft.com/office/powerpoint/2013/main/command"/>
      <pc:sldMk xmlns:pc="http://schemas.microsoft.com/office/powerpoint/2013/main/command" cId="1317147115" sldId="2134806266"/>
      <ac:spMk id="10" creationId="{93E67A82-60DD-5C32-867D-33F246F1418C}"/>
      <ac:txMk cp="0" len="20">
        <ac:context len="43" hash="264993413"/>
      </ac:txMk>
    </ac:txMkLst>
    <p188:pos x="1451203" y="326268"/>
    <p188:replyLst>
      <p188:reply id="{B036EE35-6C2F-4CDD-A520-A0E244E91E75}" authorId="{8EF2717E-1975-34C6-F8D8-0C575939C51F}" created="2022-10-14T12:17:29.087">
        <p188:txBody>
          <a:bodyPr/>
          <a:lstStyle/>
          <a:p>
            <a:r>
              <a:rPr lang="fr-FR"/>
              <a:t>Voir les types de garanties de livraison dans la partie 3.2 Patterns Echanges &amp; Intégration</a:t>
            </a:r>
          </a:p>
        </p188:txBody>
      </p188:reply>
    </p188:replyLst>
    <p188:txBody>
      <a:bodyPr/>
      <a:lstStyle/>
      <a:p>
        <a:r>
          <a:rPr lang="fr-FR"/>
          <a:t>Cette ligne ne semble pas adresser la garantie de livraison</a:t>
        </a:r>
      </a:p>
    </p188:txBody>
  </p188:cm>
</p188:cmLst>
</file>

<file path=ppt/comments/modernComment_7F3E8F9A_F74A7925.xml><?xml version="1.0" encoding="utf-8"?>
<p188:cmLst xmlns:a="http://schemas.openxmlformats.org/drawingml/2006/main" xmlns:r="http://schemas.openxmlformats.org/officeDocument/2006/relationships" xmlns:p188="http://schemas.microsoft.com/office/powerpoint/2018/8/main">
  <p188:cm id="{690F324B-7E97-4EFA-9E02-379CAC10E4C8}" authorId="{350E27D9-339A-647A-B53E-758F001F7CFB}" status="resolved" created="2022-10-12T19:24:47.822" complete="100000">
    <pc:sldMkLst xmlns:pc="http://schemas.microsoft.com/office/powerpoint/2013/main/command">
      <pc:docMk/>
      <pc:sldMk cId="4148853029" sldId="2134806426"/>
    </pc:sldMkLst>
    <p188:txBody>
      <a:bodyPr/>
      <a:lstStyle/>
      <a:p>
        <a:r>
          <a:rPr lang="fr-FR"/>
          <a:t>Peut etre aussi intene pas que internet</a:t>
        </a:r>
      </a:p>
    </p188:txBody>
  </p188:cm>
</p188:cmLst>
</file>

<file path=ppt/comments/modernComment_7F3E8F18_D497ED5F.xml><?xml version="1.0" encoding="utf-8"?>
<p188:cmLst xmlns:a="http://schemas.openxmlformats.org/drawingml/2006/main" xmlns:r="http://schemas.openxmlformats.org/officeDocument/2006/relationships" xmlns:p188="http://schemas.microsoft.com/office/powerpoint/2018/8/main">
  <p188:cm id="{A7FF57B0-62A7-42EA-9422-52214770158D}" authorId="{350E27D9-339A-647A-B53E-758F001F7CFB}" status="resolved" created="2022-10-12T19:09:25.002" complete="100000">
    <ac:txMkLst xmlns:ac="http://schemas.microsoft.com/office/drawing/2013/main/command">
      <pc:docMk xmlns:pc="http://schemas.microsoft.com/office/powerpoint/2013/main/command"/>
      <pc:sldMk xmlns:pc="http://schemas.microsoft.com/office/powerpoint/2013/main/command" cId="3566726495" sldId="2134806296"/>
      <ac:spMk id="24" creationId="{0E01B333-71BA-7BCA-813C-A0134196D26F}"/>
      <ac:txMk cp="221">
        <ac:context len="222" hash="1330812776"/>
      </ac:txMk>
    </ac:txMkLst>
    <p188:pos x="7532023" y="0"/>
    <p188:txBody>
      <a:bodyPr/>
      <a:lstStyle/>
      <a:p>
        <a:r>
          <a:rPr lang="fr-FR"/>
          <a:t>Deux dernières phrases à simplifer</a:t>
        </a:r>
      </a:p>
    </p188:txBody>
  </p188:cm>
</p188:cmLst>
</file>

<file path=ppt/comments/modernComment_7F3E8F19_4AF7DABC.xml><?xml version="1.0" encoding="utf-8"?>
<p188:cmLst xmlns:a="http://schemas.openxmlformats.org/drawingml/2006/main" xmlns:r="http://schemas.openxmlformats.org/officeDocument/2006/relationships" xmlns:p188="http://schemas.microsoft.com/office/powerpoint/2018/8/main">
  <p188:cm id="{A2650DCE-5C94-4A31-9061-623BB6919AE9}" authorId="{350E27D9-339A-647A-B53E-758F001F7CFB}" status="resolved" created="2022-10-12T19:10:38.349" complete="100000">
    <pc:sldMkLst xmlns:pc="http://schemas.microsoft.com/office/powerpoint/2013/main/command">
      <pc:docMk/>
      <pc:sldMk cId="1257757372" sldId="2134806297"/>
    </pc:sldMkLst>
    <p188:replyLst>
      <p188:reply id="{EE78BAAA-3E1C-4A92-AC46-E82124A0A695}" authorId="{8EF2717E-1975-34C6-F8D8-0C575939C51F}" created="2022-10-14T12:28:25.752">
        <p188:txBody>
          <a:bodyPr/>
          <a:lstStyle/>
          <a:p>
            <a:r>
              <a:rPr lang="fr-FR"/>
              <a:t>Site Reliability Engineering : approche d'ingénierie logicielle pour l'exploitation informatique.
Principalement :
 - Transfert de tâches d'équipes d'exploitation aux ingénieurs
 - Utilisation d'outils d'automatisation pour gérer des systèmes de production et résoudre les problèmes</a:t>
            </a:r>
          </a:p>
        </p188:txBody>
      </p188:reply>
    </p188:replyLst>
    <p188:txBody>
      <a:bodyPr/>
      <a:lstStyle/>
      <a:p>
        <a:r>
          <a:rPr lang="fr-FR"/>
          <a:t>SRE ?</a:t>
        </a:r>
      </a:p>
    </p188:txBody>
  </p188:cm>
</p188:cmLst>
</file>

<file path=ppt/comments/modernComment_7F3E8F68_75900110.xml><?xml version="1.0" encoding="utf-8"?>
<p188:cmLst xmlns:a="http://schemas.openxmlformats.org/drawingml/2006/main" xmlns:r="http://schemas.openxmlformats.org/officeDocument/2006/relationships" xmlns:p188="http://schemas.microsoft.com/office/powerpoint/2018/8/main">
  <p188:cm id="{05ADFA2F-F888-4145-8013-0B7DEFE2003E}" authorId="{350E27D9-339A-647A-B53E-758F001F7CFB}" status="resolved" created="2022-10-12T17:56:47.831" complete="100000">
    <ac:deMkLst xmlns:ac="http://schemas.microsoft.com/office/drawing/2013/main/command">
      <pc:docMk xmlns:pc="http://schemas.microsoft.com/office/powerpoint/2013/main/command"/>
      <pc:sldMk xmlns:pc="http://schemas.microsoft.com/office/powerpoint/2013/main/command" cId="1972371728" sldId="2134806376"/>
      <ac:spMk id="22" creationId="{1A0DD5E7-960A-0722-1149-8EB3C05B5C45}"/>
    </ac:deMkLst>
    <p188:txBody>
      <a:bodyPr/>
      <a:lstStyle/>
      <a:p>
        <a:r>
          <a:rPr lang="fr-FR"/>
          <a:t>orthographe</a:t>
        </a:r>
      </a:p>
    </p188:txBody>
  </p188:cm>
</p188:cmLst>
</file>

<file path=ppt/comments/modernComment_7F3E8F98_233A0F95.xml><?xml version="1.0" encoding="utf-8"?>
<p188:cmLst xmlns:a="http://schemas.openxmlformats.org/drawingml/2006/main" xmlns:r="http://schemas.openxmlformats.org/officeDocument/2006/relationships" xmlns:p188="http://schemas.microsoft.com/office/powerpoint/2018/8/main">
  <p188:cm id="{A1B1A7B3-F5FF-42ED-8BD9-53AA7888D3EA}" authorId="{350E27D9-339A-647A-B53E-758F001F7CFB}" status="resolved" created="2022-10-12T19:22:44.319" complete="100000">
    <ac:deMkLst xmlns:ac="http://schemas.microsoft.com/office/drawing/2013/main/command">
      <pc:docMk xmlns:pc="http://schemas.microsoft.com/office/powerpoint/2013/main/command"/>
      <pc:sldMk xmlns:pc="http://schemas.microsoft.com/office/powerpoint/2013/main/command" cId="591007637" sldId="2134806424"/>
      <ac:cxnSpMk id="28" creationId="{F169FA60-F5C0-9E5C-A507-480A8B388A6A}"/>
    </ac:deMkLst>
    <p188:replyLst>
      <p188:reply id="{B5E95614-430B-47F1-A57E-909FED3319FE}" authorId="{8EF2717E-1975-34C6-F8D8-0C575939C51F}" created="2022-10-13T13:25:10.418">
        <p188:txBody>
          <a:bodyPr/>
          <a:lstStyle/>
          <a:p>
            <a:r>
              <a:rPr lang="fr-FR"/>
              <a:t>Cela dépend de la solution utilisée, sur Kafka les consommateurs peuvent être regroupés en groupe de consommateurs et l'exactly once s'applique par groupe de consommateur</a:t>
            </a:r>
          </a:p>
        </p188:txBody>
      </p188:reply>
      <p188:reply id="{EC0EEFEF-6990-458E-A929-51B7DAD864BC}" authorId="{8EF2717E-1975-34C6-F8D8-0C575939C51F}" created="2022-10-13T13:26:05.363">
        <p188:txBody>
          <a:bodyPr/>
          <a:lstStyle/>
          <a:p>
            <a:r>
              <a:rPr lang="fr-FR"/>
              <a:t>Il est tout à fait possible de mettre l'ensemble des consommateurs dans un seul groupe de consommateur et ainsi avoir un exactly once sur l'ensemble des consommateurs.</a:t>
            </a:r>
          </a:p>
        </p188:txBody>
      </p188:reply>
    </p188:replyLst>
    <p188:txBody>
      <a:bodyPr/>
      <a:lstStyle/>
      <a:p>
        <a:r>
          <a:rPr lang="fr-FR"/>
          <a:t>Exactly once : un seul consommateur ?</a:t>
        </a:r>
      </a:p>
    </p188:txBody>
  </p188:cm>
</p188:cmLst>
</file>

<file path=ppt/comments/modernComment_7F3E8FAC_5E8266.xml><?xml version="1.0" encoding="utf-8"?>
<p188:cmLst xmlns:a="http://schemas.openxmlformats.org/drawingml/2006/main" xmlns:r="http://schemas.openxmlformats.org/officeDocument/2006/relationships" xmlns:p188="http://schemas.microsoft.com/office/powerpoint/2018/8/main">
  <p188:cm id="{D3E4C385-E415-4611-BF95-58421A8CA69D}" authorId="{350E27D9-339A-647A-B53E-758F001F7CFB}" status="resolved" created="2022-10-12T19:29:30.643" complete="100000">
    <pc:sldMkLst xmlns:pc="http://schemas.microsoft.com/office/powerpoint/2013/main/command">
      <pc:docMk/>
      <pc:sldMk cId="6193766" sldId="2134806444"/>
    </pc:sldMkLst>
    <p188:replyLst>
      <p188:reply id="{C8F15268-AFFD-4E41-824B-F2BD3781FE0D}" authorId="{8EF2717E-1975-34C6-F8D8-0C575939C51F}" created="2022-10-14T12:15:48.235">
        <p188:txBody>
          <a:bodyPr/>
          <a:lstStyle/>
          <a:p>
            <a:r>
              <a:rPr lang="fr-FR"/>
              <a:t>Cela dépend des réglages, soit les messages sont envoyés, consommés par les abonnés disponibles et directement supprimés, soit un délai est mis en place avant la suppression des messages ou soit un acquittement de chaque abonné et nécessaire avant la suppression du message</a:t>
            </a:r>
          </a:p>
        </p188:txBody>
      </p188:reply>
    </p188:replyLst>
    <p188:txBody>
      <a:bodyPr/>
      <a:lstStyle/>
      <a:p>
        <a:r>
          <a:rPr lang="fr-FR"/>
          <a:t>Il n'y a pas d'acquittement en pub sub ?</a:t>
        </a:r>
      </a:p>
    </p188:txBody>
  </p188:cm>
</p188:cmLst>
</file>

<file path=ppt/comments/modernComment_7F3E8FCB_42EE9CEC.xml><?xml version="1.0" encoding="utf-8"?>
<p188:cmLst xmlns:a="http://schemas.openxmlformats.org/drawingml/2006/main" xmlns:r="http://schemas.openxmlformats.org/officeDocument/2006/relationships" xmlns:p188="http://schemas.microsoft.com/office/powerpoint/2018/8/main">
  <p188:cm id="{89AF034E-5797-41C1-B02C-71530918B3A5}" authorId="{8EF2717E-1975-34C6-F8D8-0C575939C51F}" status="resolved" created="2022-10-10T15:10:37.223" complete="100000">
    <pc:sldMkLst xmlns:pc="http://schemas.microsoft.com/office/powerpoint/2013/main/command">
      <pc:docMk/>
      <pc:sldMk cId="1122933996" sldId="2134806475"/>
    </pc:sldMkLst>
    <p188:replyLst>
      <p188:reply id="{6A4EE9AD-FEE5-4E7C-B7F1-5F37AEE884B5}" authorId="{350E27D9-339A-647A-B53E-758F001F7CFB}" created="2022-10-12T19:38:58.058">
        <p188:txBody>
          <a:bodyPr/>
          <a:lstStyle/>
          <a:p>
            <a:r>
              <a:rPr lang="fr-FR"/>
              <a:t>Je ne vois pas les uses cases patterns correspondants aux décisions dans l'arbre</a:t>
            </a:r>
          </a:p>
        </p188:txBody>
      </p188:reply>
      <p188:reply id="{3ACC2A7B-DDA5-4589-AE19-71804D6AC3CB}" authorId="{8EF2717E-1975-34C6-F8D8-0C575939C51F}" created="2022-10-13T13:30:47.304">
        <p188:txBody>
          <a:bodyPr/>
          <a:lstStyle/>
          <a:p>
            <a:r>
              <a:rPr lang="fr-FR"/>
              <a:t>Cet arbre de décision ne permet que de définir le use case. A partir de ce cas d'usage, il faut répondre à une deuxième série de questions détaillées dans la slide suivant afin d'arriver aux pattern en fonction des réponse à ces questions et du cas d'usage.</a:t>
            </a:r>
          </a:p>
        </p188:txBody>
      </p188:reply>
    </p188:replyLst>
    <p188:txBody>
      <a:bodyPr/>
      <a:lstStyle/>
      <a:p>
        <a:r>
          <a:rPr lang="fr-FR"/>
          <a:t>Détail des choix du use case avec les animations pour tous les exemples</a:t>
        </a:r>
      </a:p>
    </p188:txBody>
  </p188:cm>
</p188:cmLst>
</file>

<file path=ppt/comments/modernComment_15CF_B894F6F9.xml><?xml version="1.0" encoding="utf-8"?>
<p188:cmLst xmlns:a="http://schemas.openxmlformats.org/drawingml/2006/main" xmlns:r="http://schemas.openxmlformats.org/officeDocument/2006/relationships" xmlns:p188="http://schemas.microsoft.com/office/powerpoint/2018/8/main">
  <p188:cm id="{3B95D804-DA2D-48FE-B8D4-0AE651BD5133}" authorId="{350E27D9-339A-647A-B53E-758F001F7CFB}" status="resolved" created="2022-10-12T19:14:17.261" complete="100000">
    <ac:deMkLst xmlns:ac="http://schemas.microsoft.com/office/drawing/2013/main/command">
      <pc:docMk xmlns:pc="http://schemas.microsoft.com/office/powerpoint/2013/main/command"/>
      <pc:sldMk xmlns:pc="http://schemas.microsoft.com/office/powerpoint/2013/main/command" cId="3096770297" sldId="5583"/>
      <ac:picMk id="13" creationId="{5E642076-C745-8437-B44A-DAFD07E619AF}"/>
    </ac:deMkLst>
    <p188:txBody>
      <a:bodyPr/>
      <a:lstStyle/>
      <a:p>
        <a:r>
          <a:rPr lang="fr-FR"/>
          <a:t>Pas mulesoft dans les HIP ?</a:t>
        </a:r>
      </a:p>
    </p188:txBody>
  </p188:cm>
</p188:cmLst>
</file>

<file path=ppt/diagrams/_rels/data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image" Target="../media/image74.png"/></Relationships>
</file>

<file path=ppt/diagrams/_rels/drawing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image" Target="../media/image7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482A1D-79CF-5A46-9914-C707DFFCBBCA}" type="doc">
      <dgm:prSet loTypeId="urn:microsoft.com/office/officeart/2005/8/layout/vList3" loCatId="" qsTypeId="urn:microsoft.com/office/officeart/2005/8/quickstyle/simple1" qsCatId="simple" csTypeId="urn:microsoft.com/office/officeart/2005/8/colors/accent1_2" csCatId="accent1" phldr="1"/>
      <dgm:spPr/>
    </dgm:pt>
    <dgm:pt modelId="{3D01CDF9-73C8-9444-BCE7-A2EC8574800D}">
      <dgm:prSet phldrT="[Texte]"/>
      <dgm:spPr>
        <a:solidFill>
          <a:schemeClr val="accent5">
            <a:lumMod val="20000"/>
            <a:lumOff val="80000"/>
          </a:schemeClr>
        </a:solidFill>
      </dgm:spPr>
      <dgm:t>
        <a:bodyPr/>
        <a:lstStyle/>
        <a:p>
          <a:r>
            <a:rPr lang="fr-FR">
              <a:solidFill>
                <a:sysClr val="windowText" lastClr="000000"/>
              </a:solidFill>
            </a:rPr>
            <a:t>Permet de rendre le SI plus agile, favoriser l'évolutivité des services individuellement et chacun à son rythme</a:t>
          </a:r>
        </a:p>
      </dgm:t>
    </dgm:pt>
    <dgm:pt modelId="{30958009-2511-684A-88E3-4BBB32B60701}" type="parTrans" cxnId="{34615EC9-E005-7A4E-BDD3-B301058DA710}">
      <dgm:prSet/>
      <dgm:spPr/>
      <dgm:t>
        <a:bodyPr/>
        <a:lstStyle/>
        <a:p>
          <a:endParaRPr lang="fr-FR"/>
        </a:p>
      </dgm:t>
    </dgm:pt>
    <dgm:pt modelId="{CF088D2E-A6E0-F844-AB1C-7B0DDC53C3AE}" type="sibTrans" cxnId="{34615EC9-E005-7A4E-BDD3-B301058DA710}">
      <dgm:prSet/>
      <dgm:spPr/>
      <dgm:t>
        <a:bodyPr/>
        <a:lstStyle/>
        <a:p>
          <a:endParaRPr lang="fr-FR"/>
        </a:p>
      </dgm:t>
    </dgm:pt>
    <dgm:pt modelId="{6D1D8F3C-DD84-2242-8808-D71FCB7361C0}">
      <dgm:prSet phldrT="[Texte]"/>
      <dgm:spPr>
        <a:solidFill>
          <a:schemeClr val="accent6">
            <a:lumMod val="20000"/>
            <a:lumOff val="80000"/>
          </a:schemeClr>
        </a:solidFill>
        <a:ln>
          <a:noFill/>
        </a:ln>
      </dgm:spPr>
      <dgm:t>
        <a:bodyPr/>
        <a:lstStyle/>
        <a:p>
          <a:r>
            <a:rPr lang="fr-FR">
              <a:solidFill>
                <a:sysClr val="windowText" lastClr="000000"/>
              </a:solidFill>
            </a:rPr>
            <a:t>Une vision centralisée de la supervision des échanges inter applicatifs, et de récolte des données et de la mise en place des politiques de sécurité</a:t>
          </a:r>
        </a:p>
      </dgm:t>
    </dgm:pt>
    <dgm:pt modelId="{08D7EF8C-F73E-E441-9B49-2DD0CE67F7A3}" type="parTrans" cxnId="{8CE1640E-0507-9A43-A0BE-E6E2C866C0BB}">
      <dgm:prSet/>
      <dgm:spPr/>
      <dgm:t>
        <a:bodyPr/>
        <a:lstStyle/>
        <a:p>
          <a:endParaRPr lang="fr-FR"/>
        </a:p>
      </dgm:t>
    </dgm:pt>
    <dgm:pt modelId="{FEA49953-1FB6-3444-9996-8D3C17E356DA}" type="sibTrans" cxnId="{8CE1640E-0507-9A43-A0BE-E6E2C866C0BB}">
      <dgm:prSet/>
      <dgm:spPr/>
      <dgm:t>
        <a:bodyPr/>
        <a:lstStyle/>
        <a:p>
          <a:endParaRPr lang="fr-FR"/>
        </a:p>
      </dgm:t>
    </dgm:pt>
    <dgm:pt modelId="{E45741ED-8922-554C-8DC1-B9F5F02AC363}">
      <dgm:prSet phldrT="[Texte]"/>
      <dgm:spPr>
        <a:solidFill>
          <a:schemeClr val="accent1">
            <a:lumMod val="20000"/>
            <a:lumOff val="80000"/>
          </a:schemeClr>
        </a:solidFill>
      </dgm:spPr>
      <dgm:t>
        <a:bodyPr/>
        <a:lstStyle/>
        <a:p>
          <a:r>
            <a:rPr lang="fr-FR">
              <a:solidFill>
                <a:sysClr val="windowText" lastClr="000000"/>
              </a:solidFill>
            </a:rPr>
            <a:t>La mise en place de traitements au fil de l'eau favorisant la réactivité et diminuant les pertes de données avec de l'enrichissement, du filtrage et de la transformation</a:t>
          </a:r>
        </a:p>
      </dgm:t>
    </dgm:pt>
    <dgm:pt modelId="{E29C6AB2-947F-F444-9D11-1C64A26074A0}" type="parTrans" cxnId="{E2B088DD-F583-FF45-BF0A-D8F67EE2F808}">
      <dgm:prSet/>
      <dgm:spPr/>
      <dgm:t>
        <a:bodyPr/>
        <a:lstStyle/>
        <a:p>
          <a:endParaRPr lang="fr-FR"/>
        </a:p>
      </dgm:t>
    </dgm:pt>
    <dgm:pt modelId="{C0BEC3C0-60F1-2341-B395-063F5DABFA00}" type="sibTrans" cxnId="{E2B088DD-F583-FF45-BF0A-D8F67EE2F808}">
      <dgm:prSet/>
      <dgm:spPr/>
      <dgm:t>
        <a:bodyPr/>
        <a:lstStyle/>
        <a:p>
          <a:endParaRPr lang="fr-FR"/>
        </a:p>
      </dgm:t>
    </dgm:pt>
    <dgm:pt modelId="{747C54D6-2BBF-AA4E-9F59-2FE2A1EEA012}">
      <dgm:prSet phldrT="[Texte]"/>
      <dgm:spPr>
        <a:solidFill>
          <a:schemeClr val="bg2">
            <a:lumMod val="20000"/>
            <a:lumOff val="80000"/>
          </a:schemeClr>
        </a:solidFill>
      </dgm:spPr>
      <dgm:t>
        <a:bodyPr/>
        <a:lstStyle/>
        <a:p>
          <a:r>
            <a:rPr lang="fr-FR" dirty="0">
              <a:solidFill>
                <a:sysClr val="windowText" lastClr="000000"/>
              </a:solidFill>
            </a:rPr>
            <a:t>Il est fortement conseillé de mettre en place des référentiels uniques avec des APIs permettant d’interagir avec ces derniers</a:t>
          </a:r>
        </a:p>
      </dgm:t>
    </dgm:pt>
    <dgm:pt modelId="{EA79BFCD-CEED-5C44-8360-CF6EF576C889}" type="parTrans" cxnId="{93388075-C794-6E4F-BC90-90A514578E46}">
      <dgm:prSet/>
      <dgm:spPr/>
      <dgm:t>
        <a:bodyPr/>
        <a:lstStyle/>
        <a:p>
          <a:endParaRPr lang="fr-FR"/>
        </a:p>
      </dgm:t>
    </dgm:pt>
    <dgm:pt modelId="{D33E00CC-C179-6341-961E-E9DD66EC1405}" type="sibTrans" cxnId="{93388075-C794-6E4F-BC90-90A514578E46}">
      <dgm:prSet/>
      <dgm:spPr/>
      <dgm:t>
        <a:bodyPr/>
        <a:lstStyle/>
        <a:p>
          <a:endParaRPr lang="fr-FR"/>
        </a:p>
      </dgm:t>
    </dgm:pt>
    <dgm:pt modelId="{7FDCD5C7-4F05-5343-9140-A5BB8B03F115}" type="pres">
      <dgm:prSet presAssocID="{BE482A1D-79CF-5A46-9914-C707DFFCBBCA}" presName="linearFlow" presStyleCnt="0">
        <dgm:presLayoutVars>
          <dgm:dir/>
          <dgm:resizeHandles val="exact"/>
        </dgm:presLayoutVars>
      </dgm:prSet>
      <dgm:spPr/>
    </dgm:pt>
    <dgm:pt modelId="{3D636A43-30B0-CC42-B138-90D02E112904}" type="pres">
      <dgm:prSet presAssocID="{3D01CDF9-73C8-9444-BCE7-A2EC8574800D}" presName="composite" presStyleCnt="0"/>
      <dgm:spPr/>
    </dgm:pt>
    <dgm:pt modelId="{FABE171D-594A-D640-83FF-D9BC0CE3196A}" type="pres">
      <dgm:prSet presAssocID="{3D01CDF9-73C8-9444-BCE7-A2EC8574800D}" presName="imgShp" presStyleLbl="fgImgPlace1" presStyleIdx="0" presStyleCnt="4" custLinFactX="-22155" custLinFactNeighborX="-100000" custLinFactNeighborY="-568"/>
      <dgm:spPr>
        <a:solidFill>
          <a:schemeClr val="accent5">
            <a:lumMod val="40000"/>
            <a:lumOff val="60000"/>
          </a:schemeClr>
        </a:solidFill>
      </dgm:spPr>
    </dgm:pt>
    <dgm:pt modelId="{12ACFD5F-93AD-C848-929F-E6568DBDEF9C}" type="pres">
      <dgm:prSet presAssocID="{3D01CDF9-73C8-9444-BCE7-A2EC8574800D}" presName="txShp" presStyleLbl="node1" presStyleIdx="0" presStyleCnt="4" custScaleX="127699" custScaleY="52571">
        <dgm:presLayoutVars>
          <dgm:bulletEnabled val="1"/>
        </dgm:presLayoutVars>
      </dgm:prSet>
      <dgm:spPr/>
    </dgm:pt>
    <dgm:pt modelId="{002FF4B0-E17A-3349-B409-E4DEBB06F74E}" type="pres">
      <dgm:prSet presAssocID="{CF088D2E-A6E0-F844-AB1C-7B0DDC53C3AE}" presName="spacing" presStyleCnt="0"/>
      <dgm:spPr/>
    </dgm:pt>
    <dgm:pt modelId="{42B71B5C-FC1B-C344-B692-943E51BBC4FB}" type="pres">
      <dgm:prSet presAssocID="{6D1D8F3C-DD84-2242-8808-D71FCB7361C0}" presName="composite" presStyleCnt="0"/>
      <dgm:spPr/>
    </dgm:pt>
    <dgm:pt modelId="{77DCE6F7-B801-4F45-A994-290638F6A1B9}" type="pres">
      <dgm:prSet presAssocID="{6D1D8F3C-DD84-2242-8808-D71FCB7361C0}" presName="imgShp" presStyleLbl="fgImgPlace1" presStyleIdx="1" presStyleCnt="4" custLinFactX="-22155" custLinFactNeighborX="-100000" custLinFactNeighborY="-568"/>
      <dgm:spPr>
        <a:solidFill>
          <a:schemeClr val="accent6">
            <a:lumMod val="60000"/>
            <a:lumOff val="40000"/>
          </a:schemeClr>
        </a:solidFill>
      </dgm:spPr>
    </dgm:pt>
    <dgm:pt modelId="{926B030D-9454-C04A-BDA0-93D027418D04}" type="pres">
      <dgm:prSet presAssocID="{6D1D8F3C-DD84-2242-8808-D71FCB7361C0}" presName="txShp" presStyleLbl="node1" presStyleIdx="1" presStyleCnt="4" custScaleX="127699" custScaleY="52571">
        <dgm:presLayoutVars>
          <dgm:bulletEnabled val="1"/>
        </dgm:presLayoutVars>
      </dgm:prSet>
      <dgm:spPr/>
    </dgm:pt>
    <dgm:pt modelId="{466048A0-BC50-8545-B902-687505D385F4}" type="pres">
      <dgm:prSet presAssocID="{FEA49953-1FB6-3444-9996-8D3C17E356DA}" presName="spacing" presStyleCnt="0"/>
      <dgm:spPr/>
    </dgm:pt>
    <dgm:pt modelId="{31968E66-91F5-7E48-9843-3FF01465F686}" type="pres">
      <dgm:prSet presAssocID="{E45741ED-8922-554C-8DC1-B9F5F02AC363}" presName="composite" presStyleCnt="0"/>
      <dgm:spPr/>
    </dgm:pt>
    <dgm:pt modelId="{679FC97F-222D-4D4E-9568-3B12B88391AE}" type="pres">
      <dgm:prSet presAssocID="{E45741ED-8922-554C-8DC1-B9F5F02AC363}" presName="imgShp" presStyleLbl="fgImgPlace1" presStyleIdx="2" presStyleCnt="4" custLinFactX="-22155" custLinFactNeighborX="-100000" custLinFactNeighborY="-568"/>
      <dgm:spPr>
        <a:solidFill>
          <a:schemeClr val="accent1">
            <a:lumMod val="60000"/>
            <a:lumOff val="40000"/>
          </a:schemeClr>
        </a:solidFill>
      </dgm:spPr>
    </dgm:pt>
    <dgm:pt modelId="{31F5BF41-7350-B14A-9467-8F439D8BF7D4}" type="pres">
      <dgm:prSet presAssocID="{E45741ED-8922-554C-8DC1-B9F5F02AC363}" presName="txShp" presStyleLbl="node1" presStyleIdx="2" presStyleCnt="4" custScaleX="127699" custScaleY="52571">
        <dgm:presLayoutVars>
          <dgm:bulletEnabled val="1"/>
        </dgm:presLayoutVars>
      </dgm:prSet>
      <dgm:spPr/>
    </dgm:pt>
    <dgm:pt modelId="{8C342F48-E150-6542-96FE-B31F96DEE651}" type="pres">
      <dgm:prSet presAssocID="{C0BEC3C0-60F1-2341-B395-063F5DABFA00}" presName="spacing" presStyleCnt="0"/>
      <dgm:spPr/>
    </dgm:pt>
    <dgm:pt modelId="{AA0EA824-F7E9-3D47-BF7B-7D7A89C11AA4}" type="pres">
      <dgm:prSet presAssocID="{747C54D6-2BBF-AA4E-9F59-2FE2A1EEA012}" presName="composite" presStyleCnt="0"/>
      <dgm:spPr/>
    </dgm:pt>
    <dgm:pt modelId="{AFB0A1F2-25F6-8A42-811A-3B5759F5772B}" type="pres">
      <dgm:prSet presAssocID="{747C54D6-2BBF-AA4E-9F59-2FE2A1EEA012}" presName="imgShp" presStyleLbl="fgImgPlace1" presStyleIdx="3" presStyleCnt="4" custLinFactX="-20766" custLinFactNeighborX="-100000" custLinFactNeighborY="-6660"/>
      <dgm:spPr>
        <a:solidFill>
          <a:schemeClr val="bg2">
            <a:lumMod val="60000"/>
            <a:lumOff val="40000"/>
          </a:schemeClr>
        </a:solidFill>
      </dgm:spPr>
    </dgm:pt>
    <dgm:pt modelId="{8E9EECCD-CE55-E14A-B3F0-664336096673}" type="pres">
      <dgm:prSet presAssocID="{747C54D6-2BBF-AA4E-9F59-2FE2A1EEA012}" presName="txShp" presStyleLbl="node1" presStyleIdx="3" presStyleCnt="4" custScaleX="127975" custScaleY="57986" custLinFactNeighborX="-210" custLinFactNeighborY="-2968">
        <dgm:presLayoutVars>
          <dgm:bulletEnabled val="1"/>
        </dgm:presLayoutVars>
      </dgm:prSet>
      <dgm:spPr/>
    </dgm:pt>
  </dgm:ptLst>
  <dgm:cxnLst>
    <dgm:cxn modelId="{8CE1640E-0507-9A43-A0BE-E6E2C866C0BB}" srcId="{BE482A1D-79CF-5A46-9914-C707DFFCBBCA}" destId="{6D1D8F3C-DD84-2242-8808-D71FCB7361C0}" srcOrd="1" destOrd="0" parTransId="{08D7EF8C-F73E-E441-9B49-2DD0CE67F7A3}" sibTransId="{FEA49953-1FB6-3444-9996-8D3C17E356DA}"/>
    <dgm:cxn modelId="{93388075-C794-6E4F-BC90-90A514578E46}" srcId="{BE482A1D-79CF-5A46-9914-C707DFFCBBCA}" destId="{747C54D6-2BBF-AA4E-9F59-2FE2A1EEA012}" srcOrd="3" destOrd="0" parTransId="{EA79BFCD-CEED-5C44-8360-CF6EF576C889}" sibTransId="{D33E00CC-C179-6341-961E-E9DD66EC1405}"/>
    <dgm:cxn modelId="{1C19C081-48C6-5E4E-B781-E1DF3E0C1186}" type="presOf" srcId="{3D01CDF9-73C8-9444-BCE7-A2EC8574800D}" destId="{12ACFD5F-93AD-C848-929F-E6568DBDEF9C}" srcOrd="0" destOrd="0" presId="urn:microsoft.com/office/officeart/2005/8/layout/vList3"/>
    <dgm:cxn modelId="{508FF585-4D7C-8140-BB00-49EF21DFFCB1}" type="presOf" srcId="{747C54D6-2BBF-AA4E-9F59-2FE2A1EEA012}" destId="{8E9EECCD-CE55-E14A-B3F0-664336096673}" srcOrd="0" destOrd="0" presId="urn:microsoft.com/office/officeart/2005/8/layout/vList3"/>
    <dgm:cxn modelId="{11267CA3-4719-EF47-A160-4706032A945E}" type="presOf" srcId="{6D1D8F3C-DD84-2242-8808-D71FCB7361C0}" destId="{926B030D-9454-C04A-BDA0-93D027418D04}" srcOrd="0" destOrd="0" presId="urn:microsoft.com/office/officeart/2005/8/layout/vList3"/>
    <dgm:cxn modelId="{FD15C3C6-27B9-2D47-92C3-1135C7109B23}" type="presOf" srcId="{E45741ED-8922-554C-8DC1-B9F5F02AC363}" destId="{31F5BF41-7350-B14A-9467-8F439D8BF7D4}" srcOrd="0" destOrd="0" presId="urn:microsoft.com/office/officeart/2005/8/layout/vList3"/>
    <dgm:cxn modelId="{34615EC9-E005-7A4E-BDD3-B301058DA710}" srcId="{BE482A1D-79CF-5A46-9914-C707DFFCBBCA}" destId="{3D01CDF9-73C8-9444-BCE7-A2EC8574800D}" srcOrd="0" destOrd="0" parTransId="{30958009-2511-684A-88E3-4BBB32B60701}" sibTransId="{CF088D2E-A6E0-F844-AB1C-7B0DDC53C3AE}"/>
    <dgm:cxn modelId="{E2B088DD-F583-FF45-BF0A-D8F67EE2F808}" srcId="{BE482A1D-79CF-5A46-9914-C707DFFCBBCA}" destId="{E45741ED-8922-554C-8DC1-B9F5F02AC363}" srcOrd="2" destOrd="0" parTransId="{E29C6AB2-947F-F444-9D11-1C64A26074A0}" sibTransId="{C0BEC3C0-60F1-2341-B395-063F5DABFA00}"/>
    <dgm:cxn modelId="{206570FF-93E3-084B-8BBA-5CDD0717B3D2}" type="presOf" srcId="{BE482A1D-79CF-5A46-9914-C707DFFCBBCA}" destId="{7FDCD5C7-4F05-5343-9140-A5BB8B03F115}" srcOrd="0" destOrd="0" presId="urn:microsoft.com/office/officeart/2005/8/layout/vList3"/>
    <dgm:cxn modelId="{2C8AECC7-5451-5C4E-A15E-4430F6F74758}" type="presParOf" srcId="{7FDCD5C7-4F05-5343-9140-A5BB8B03F115}" destId="{3D636A43-30B0-CC42-B138-90D02E112904}" srcOrd="0" destOrd="0" presId="urn:microsoft.com/office/officeart/2005/8/layout/vList3"/>
    <dgm:cxn modelId="{575DF587-7BD2-6D4B-ABB4-05FA764DBF12}" type="presParOf" srcId="{3D636A43-30B0-CC42-B138-90D02E112904}" destId="{FABE171D-594A-D640-83FF-D9BC0CE3196A}" srcOrd="0" destOrd="0" presId="urn:microsoft.com/office/officeart/2005/8/layout/vList3"/>
    <dgm:cxn modelId="{3EA0B19E-8B1A-9842-BA45-5826EBA76D85}" type="presParOf" srcId="{3D636A43-30B0-CC42-B138-90D02E112904}" destId="{12ACFD5F-93AD-C848-929F-E6568DBDEF9C}" srcOrd="1" destOrd="0" presId="urn:microsoft.com/office/officeart/2005/8/layout/vList3"/>
    <dgm:cxn modelId="{18E8AE5D-BAA2-3048-9BC7-CB86359DF411}" type="presParOf" srcId="{7FDCD5C7-4F05-5343-9140-A5BB8B03F115}" destId="{002FF4B0-E17A-3349-B409-E4DEBB06F74E}" srcOrd="1" destOrd="0" presId="urn:microsoft.com/office/officeart/2005/8/layout/vList3"/>
    <dgm:cxn modelId="{4D757ECB-C430-0646-8654-5AC79F8D1E1E}" type="presParOf" srcId="{7FDCD5C7-4F05-5343-9140-A5BB8B03F115}" destId="{42B71B5C-FC1B-C344-B692-943E51BBC4FB}" srcOrd="2" destOrd="0" presId="urn:microsoft.com/office/officeart/2005/8/layout/vList3"/>
    <dgm:cxn modelId="{D764C867-BE2C-C743-88C6-858E5BFEF359}" type="presParOf" srcId="{42B71B5C-FC1B-C344-B692-943E51BBC4FB}" destId="{77DCE6F7-B801-4F45-A994-290638F6A1B9}" srcOrd="0" destOrd="0" presId="urn:microsoft.com/office/officeart/2005/8/layout/vList3"/>
    <dgm:cxn modelId="{0EBDFB4E-EE54-2C4A-991B-A45E44ECD25E}" type="presParOf" srcId="{42B71B5C-FC1B-C344-B692-943E51BBC4FB}" destId="{926B030D-9454-C04A-BDA0-93D027418D04}" srcOrd="1" destOrd="0" presId="urn:microsoft.com/office/officeart/2005/8/layout/vList3"/>
    <dgm:cxn modelId="{754FCAA4-03A0-BD45-AE56-D45A2B070602}" type="presParOf" srcId="{7FDCD5C7-4F05-5343-9140-A5BB8B03F115}" destId="{466048A0-BC50-8545-B902-687505D385F4}" srcOrd="3" destOrd="0" presId="urn:microsoft.com/office/officeart/2005/8/layout/vList3"/>
    <dgm:cxn modelId="{75F2FD97-6BB4-4748-AB63-BB25CBDC85F1}" type="presParOf" srcId="{7FDCD5C7-4F05-5343-9140-A5BB8B03F115}" destId="{31968E66-91F5-7E48-9843-3FF01465F686}" srcOrd="4" destOrd="0" presId="urn:microsoft.com/office/officeart/2005/8/layout/vList3"/>
    <dgm:cxn modelId="{022AA2A0-0F54-1740-B743-164F305F689F}" type="presParOf" srcId="{31968E66-91F5-7E48-9843-3FF01465F686}" destId="{679FC97F-222D-4D4E-9568-3B12B88391AE}" srcOrd="0" destOrd="0" presId="urn:microsoft.com/office/officeart/2005/8/layout/vList3"/>
    <dgm:cxn modelId="{7B3D2758-94A2-1B4C-9A44-FD834D648A2B}" type="presParOf" srcId="{31968E66-91F5-7E48-9843-3FF01465F686}" destId="{31F5BF41-7350-B14A-9467-8F439D8BF7D4}" srcOrd="1" destOrd="0" presId="urn:microsoft.com/office/officeart/2005/8/layout/vList3"/>
    <dgm:cxn modelId="{581C00BB-498A-1E40-8796-C3BC5E842898}" type="presParOf" srcId="{7FDCD5C7-4F05-5343-9140-A5BB8B03F115}" destId="{8C342F48-E150-6542-96FE-B31F96DEE651}" srcOrd="5" destOrd="0" presId="urn:microsoft.com/office/officeart/2005/8/layout/vList3"/>
    <dgm:cxn modelId="{EED4DB24-EAD7-E44D-9883-CA9B23B2E503}" type="presParOf" srcId="{7FDCD5C7-4F05-5343-9140-A5BB8B03F115}" destId="{AA0EA824-F7E9-3D47-BF7B-7D7A89C11AA4}" srcOrd="6" destOrd="0" presId="urn:microsoft.com/office/officeart/2005/8/layout/vList3"/>
    <dgm:cxn modelId="{87FB5E53-0F42-B54F-AF55-51222DC68F83}" type="presParOf" srcId="{AA0EA824-F7E9-3D47-BF7B-7D7A89C11AA4}" destId="{AFB0A1F2-25F6-8A42-811A-3B5759F5772B}" srcOrd="0" destOrd="0" presId="urn:microsoft.com/office/officeart/2005/8/layout/vList3"/>
    <dgm:cxn modelId="{5DB97538-3F24-0042-A34A-2F2401D734E9}" type="presParOf" srcId="{AA0EA824-F7E9-3D47-BF7B-7D7A89C11AA4}" destId="{8E9EECCD-CE55-E14A-B3F0-664336096673}" srcOrd="1" destOrd="0" presId="urn:microsoft.com/office/officeart/2005/8/layout/vLis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218156B-2518-4F19-B6D1-8811DA5B5084}" type="doc">
      <dgm:prSet loTypeId="urn:microsoft.com/office/officeart/2005/8/layout/vList3" loCatId="list" qsTypeId="urn:microsoft.com/office/officeart/2005/8/quickstyle/simple1" qsCatId="simple" csTypeId="urn:microsoft.com/office/officeart/2005/8/colors/accent0_2" csCatId="mainScheme" phldr="1"/>
      <dgm:spPr/>
    </dgm:pt>
    <dgm:pt modelId="{DBAE35EA-EED7-4331-9E6F-D386DE2E7FCC}">
      <dgm:prSet phldrT="[Texte]"/>
      <dgm:spPr/>
      <dgm:t>
        <a:bodyPr/>
        <a:lstStyle/>
        <a:p>
          <a:r>
            <a:rPr lang="fr-FR" dirty="0">
              <a:solidFill>
                <a:schemeClr val="tx1"/>
              </a:solidFill>
            </a:rPr>
            <a:t>Support de communication asynchrone entre applications </a:t>
          </a:r>
          <a:br>
            <a:rPr lang="fr-FR" dirty="0">
              <a:solidFill>
                <a:schemeClr val="tx1"/>
              </a:solidFill>
            </a:rPr>
          </a:br>
          <a:r>
            <a:rPr lang="fr-FR" dirty="0">
              <a:solidFill>
                <a:schemeClr val="tx1"/>
              </a:solidFill>
            </a:rPr>
            <a:t>(messagerie applicative)</a:t>
          </a:r>
        </a:p>
      </dgm:t>
    </dgm:pt>
    <dgm:pt modelId="{06F685CA-8AFF-4293-9607-3E7160E34900}" type="parTrans" cxnId="{27085373-308E-47FD-A923-5154DD860232}">
      <dgm:prSet/>
      <dgm:spPr/>
      <dgm:t>
        <a:bodyPr/>
        <a:lstStyle/>
        <a:p>
          <a:endParaRPr lang="fr-FR"/>
        </a:p>
      </dgm:t>
    </dgm:pt>
    <dgm:pt modelId="{BB9D9C02-D557-4009-AB21-63E37ACD5681}" type="sibTrans" cxnId="{27085373-308E-47FD-A923-5154DD860232}">
      <dgm:prSet/>
      <dgm:spPr/>
      <dgm:t>
        <a:bodyPr/>
        <a:lstStyle/>
        <a:p>
          <a:endParaRPr lang="fr-FR"/>
        </a:p>
      </dgm:t>
    </dgm:pt>
    <dgm:pt modelId="{30EEAF00-1842-466C-B097-1BC38B3702EF}">
      <dgm:prSet/>
      <dgm:spPr/>
      <dgm:t>
        <a:bodyPr/>
        <a:lstStyle/>
        <a:p>
          <a:r>
            <a:rPr lang="fr-FR">
              <a:solidFill>
                <a:schemeClr val="tx1"/>
              </a:solidFill>
            </a:rPr>
            <a:t>Architecture de files de messages et de boîtes aux lettres</a:t>
          </a:r>
        </a:p>
      </dgm:t>
    </dgm:pt>
    <dgm:pt modelId="{195C93B0-6E0F-4561-9D04-522829DC1A3F}" type="parTrans" cxnId="{A428D691-D859-42D5-B64D-6F4AD5648918}">
      <dgm:prSet/>
      <dgm:spPr/>
      <dgm:t>
        <a:bodyPr/>
        <a:lstStyle/>
        <a:p>
          <a:endParaRPr lang="fr-FR"/>
        </a:p>
      </dgm:t>
    </dgm:pt>
    <dgm:pt modelId="{228E7403-0496-418D-826A-02C8F2BA5A07}" type="sibTrans" cxnId="{A428D691-D859-42D5-B64D-6F4AD5648918}">
      <dgm:prSet/>
      <dgm:spPr/>
      <dgm:t>
        <a:bodyPr/>
        <a:lstStyle/>
        <a:p>
          <a:endParaRPr lang="fr-FR"/>
        </a:p>
      </dgm:t>
    </dgm:pt>
    <dgm:pt modelId="{A19B9DC4-DE75-42CE-A150-9F0DE76A6404}">
      <dgm:prSet/>
      <dgm:spPr/>
      <dgm:t>
        <a:bodyPr/>
        <a:lstStyle/>
        <a:p>
          <a:pPr algn="ctr"/>
          <a:r>
            <a:rPr lang="fr-FR">
              <a:solidFill>
                <a:schemeClr val="tx1"/>
              </a:solidFill>
            </a:rPr>
            <a:t>Les grandes fonctions autour des messages :</a:t>
          </a:r>
        </a:p>
      </dgm:t>
    </dgm:pt>
    <dgm:pt modelId="{30C74412-064B-469B-A101-A97DDBA4479E}" type="parTrans" cxnId="{773D5825-2070-4A40-83A4-38D36625AAE9}">
      <dgm:prSet/>
      <dgm:spPr/>
      <dgm:t>
        <a:bodyPr/>
        <a:lstStyle/>
        <a:p>
          <a:endParaRPr lang="fr-FR"/>
        </a:p>
      </dgm:t>
    </dgm:pt>
    <dgm:pt modelId="{434E0F87-F7F4-41FF-980D-1E4A68725796}" type="sibTrans" cxnId="{773D5825-2070-4A40-83A4-38D36625AAE9}">
      <dgm:prSet/>
      <dgm:spPr/>
      <dgm:t>
        <a:bodyPr/>
        <a:lstStyle/>
        <a:p>
          <a:endParaRPr lang="fr-FR"/>
        </a:p>
      </dgm:t>
    </dgm:pt>
    <dgm:pt modelId="{57E44590-FB82-AD4E-A22A-60AB20230AC6}">
      <dgm:prSet/>
      <dgm:spPr/>
      <dgm:t>
        <a:bodyPr/>
        <a:lstStyle/>
        <a:p>
          <a:pPr algn="ctr"/>
          <a:r>
            <a:rPr lang="fr-FR">
              <a:solidFill>
                <a:schemeClr val="tx1"/>
              </a:solidFill>
            </a:rPr>
            <a:t>Transport</a:t>
          </a:r>
        </a:p>
      </dgm:t>
    </dgm:pt>
    <dgm:pt modelId="{F1E759E3-64B9-E646-8BF6-68B0BE8E0350}" type="parTrans" cxnId="{7D11B90B-CC33-41B0-8AD8-CC843EBD74B6}">
      <dgm:prSet/>
      <dgm:spPr/>
    </dgm:pt>
    <dgm:pt modelId="{0CF78B1B-AE3D-814C-9FFF-CFA05073B848}" type="sibTrans" cxnId="{7D11B90B-CC33-41B0-8AD8-CC843EBD74B6}">
      <dgm:prSet/>
      <dgm:spPr/>
    </dgm:pt>
    <dgm:pt modelId="{9FD93E2D-1F01-8341-8EC3-245E9484F4E9}">
      <dgm:prSet/>
      <dgm:spPr/>
      <dgm:t>
        <a:bodyPr/>
        <a:lstStyle/>
        <a:p>
          <a:pPr algn="ctr"/>
          <a:r>
            <a:rPr lang="fr-FR">
              <a:solidFill>
                <a:schemeClr val="tx1"/>
              </a:solidFill>
            </a:rPr>
            <a:t>Routage</a:t>
          </a:r>
        </a:p>
      </dgm:t>
    </dgm:pt>
    <dgm:pt modelId="{CFC83765-5BAF-114A-81E3-AA21BF3F9F80}" type="parTrans" cxnId="{02CB4042-1CA0-4ADF-9C87-C1DB5D04DB88}">
      <dgm:prSet/>
      <dgm:spPr/>
    </dgm:pt>
    <dgm:pt modelId="{50ED0D4D-B742-4545-83C6-664A4774F442}" type="sibTrans" cxnId="{02CB4042-1CA0-4ADF-9C87-C1DB5D04DB88}">
      <dgm:prSet/>
      <dgm:spPr/>
    </dgm:pt>
    <dgm:pt modelId="{F35DC2D0-65B7-2647-A9B7-ECA9EADEC607}">
      <dgm:prSet/>
      <dgm:spPr/>
      <dgm:t>
        <a:bodyPr/>
        <a:lstStyle/>
        <a:p>
          <a:pPr algn="ctr"/>
          <a:r>
            <a:rPr lang="fr-FR">
              <a:solidFill>
                <a:schemeClr val="tx1"/>
              </a:solidFill>
            </a:rPr>
            <a:t>Persistance &amp; Résilience en fonction des modèles de distribution et de consommation</a:t>
          </a:r>
        </a:p>
      </dgm:t>
    </dgm:pt>
    <dgm:pt modelId="{78537F8F-2A14-3140-BD7C-5D02F9A5B478}" type="parTrans" cxnId="{BB6E4654-0F51-45D0-B9D5-1530E7ECFEB7}">
      <dgm:prSet/>
      <dgm:spPr/>
    </dgm:pt>
    <dgm:pt modelId="{2AA5AC4F-6DB6-3843-96C2-B25D8B023C15}" type="sibTrans" cxnId="{BB6E4654-0F51-45D0-B9D5-1530E7ECFEB7}">
      <dgm:prSet/>
      <dgm:spPr/>
    </dgm:pt>
    <dgm:pt modelId="{C1659352-20A4-4FC9-9996-9E3CFC0DB50F}" type="pres">
      <dgm:prSet presAssocID="{E218156B-2518-4F19-B6D1-8811DA5B5084}" presName="linearFlow" presStyleCnt="0">
        <dgm:presLayoutVars>
          <dgm:dir/>
          <dgm:resizeHandles val="exact"/>
        </dgm:presLayoutVars>
      </dgm:prSet>
      <dgm:spPr/>
    </dgm:pt>
    <dgm:pt modelId="{FD19FEAC-0106-4058-8B4B-D560A648A356}" type="pres">
      <dgm:prSet presAssocID="{DBAE35EA-EED7-4331-9E6F-D386DE2E7FCC}" presName="composite" presStyleCnt="0"/>
      <dgm:spPr/>
    </dgm:pt>
    <dgm:pt modelId="{F4248404-9E87-4FE9-94B7-4E4AAD963E32}" type="pres">
      <dgm:prSet presAssocID="{DBAE35EA-EED7-4331-9E6F-D386DE2E7FCC}" presName="imgShp" presStyleLbl="fgImgPlac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D5EACC7C-4423-4698-9583-6BBC19D4A294}" type="pres">
      <dgm:prSet presAssocID="{DBAE35EA-EED7-4331-9E6F-D386DE2E7FCC}" presName="txShp" presStyleLbl="node1" presStyleIdx="0" presStyleCnt="3" custLinFactNeighborY="-7836">
        <dgm:presLayoutVars>
          <dgm:bulletEnabled val="1"/>
        </dgm:presLayoutVars>
      </dgm:prSet>
      <dgm:spPr/>
    </dgm:pt>
    <dgm:pt modelId="{774FCF13-618D-45F4-8DAA-075E376E880D}" type="pres">
      <dgm:prSet presAssocID="{BB9D9C02-D557-4009-AB21-63E37ACD5681}" presName="spacing" presStyleCnt="0"/>
      <dgm:spPr/>
    </dgm:pt>
    <dgm:pt modelId="{816AFB23-DA3C-4E15-9BFF-E8F9547C7FC7}" type="pres">
      <dgm:prSet presAssocID="{30EEAF00-1842-466C-B097-1BC38B3702EF}" presName="composite" presStyleCnt="0"/>
      <dgm:spPr/>
    </dgm:pt>
    <dgm:pt modelId="{FDDFECD5-18B5-46CB-85FF-1A36C2EDE937}" type="pres">
      <dgm:prSet presAssocID="{30EEAF00-1842-466C-B097-1BC38B3702EF}" presName="imgShp" presStyleLbl="fgImgPlac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dgm:spPr>
    </dgm:pt>
    <dgm:pt modelId="{AFDB60CA-719D-4B5E-A952-9CA7DABFFBE7}" type="pres">
      <dgm:prSet presAssocID="{30EEAF00-1842-466C-B097-1BC38B3702EF}" presName="txShp" presStyleLbl="node1" presStyleIdx="1" presStyleCnt="3">
        <dgm:presLayoutVars>
          <dgm:bulletEnabled val="1"/>
        </dgm:presLayoutVars>
      </dgm:prSet>
      <dgm:spPr/>
    </dgm:pt>
    <dgm:pt modelId="{B61E6747-D28B-4680-9550-4BCF258CA125}" type="pres">
      <dgm:prSet presAssocID="{228E7403-0496-418D-826A-02C8F2BA5A07}" presName="spacing" presStyleCnt="0"/>
      <dgm:spPr/>
    </dgm:pt>
    <dgm:pt modelId="{2C205CBB-4D95-41CE-89E2-9E5AA2677201}" type="pres">
      <dgm:prSet presAssocID="{A19B9DC4-DE75-42CE-A150-9F0DE76A6404}" presName="composite" presStyleCnt="0"/>
      <dgm:spPr/>
    </dgm:pt>
    <dgm:pt modelId="{AAFD023B-2483-4461-903B-CBDE609CF414}" type="pres">
      <dgm:prSet presAssocID="{A19B9DC4-DE75-42CE-A150-9F0DE76A6404}" presName="imgShp" presStyleLbl="f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dgm:spPr>
    </dgm:pt>
    <dgm:pt modelId="{B84E2663-F4BE-4C6B-BA94-16CDFC4BF748}" type="pres">
      <dgm:prSet presAssocID="{A19B9DC4-DE75-42CE-A150-9F0DE76A6404}" presName="txShp" presStyleLbl="node1" presStyleIdx="2" presStyleCnt="3">
        <dgm:presLayoutVars>
          <dgm:bulletEnabled val="1"/>
        </dgm:presLayoutVars>
      </dgm:prSet>
      <dgm:spPr/>
    </dgm:pt>
  </dgm:ptLst>
  <dgm:cxnLst>
    <dgm:cxn modelId="{7D11B90B-CC33-41B0-8AD8-CC843EBD74B6}" srcId="{A19B9DC4-DE75-42CE-A150-9F0DE76A6404}" destId="{57E44590-FB82-AD4E-A22A-60AB20230AC6}" srcOrd="0" destOrd="0" parTransId="{F1E759E3-64B9-E646-8BF6-68B0BE8E0350}" sibTransId="{0CF78B1B-AE3D-814C-9FFF-CFA05073B848}"/>
    <dgm:cxn modelId="{773D5825-2070-4A40-83A4-38D36625AAE9}" srcId="{E218156B-2518-4F19-B6D1-8811DA5B5084}" destId="{A19B9DC4-DE75-42CE-A150-9F0DE76A6404}" srcOrd="2" destOrd="0" parTransId="{30C74412-064B-469B-A101-A97DDBA4479E}" sibTransId="{434E0F87-F7F4-41FF-980D-1E4A68725796}"/>
    <dgm:cxn modelId="{65D74C34-6185-4446-975A-D71F4012EA1D}" type="presOf" srcId="{9FD93E2D-1F01-8341-8EC3-245E9484F4E9}" destId="{B84E2663-F4BE-4C6B-BA94-16CDFC4BF748}" srcOrd="0" destOrd="2" presId="urn:microsoft.com/office/officeart/2005/8/layout/vList3"/>
    <dgm:cxn modelId="{2A14783F-D227-47C6-91EA-600E5EEC4763}" type="presOf" srcId="{30EEAF00-1842-466C-B097-1BC38B3702EF}" destId="{AFDB60CA-719D-4B5E-A952-9CA7DABFFBE7}" srcOrd="0" destOrd="0" presId="urn:microsoft.com/office/officeart/2005/8/layout/vList3"/>
    <dgm:cxn modelId="{15920A42-F959-4375-9AB5-AD9881A2ABEA}" type="presOf" srcId="{E218156B-2518-4F19-B6D1-8811DA5B5084}" destId="{C1659352-20A4-4FC9-9996-9E3CFC0DB50F}" srcOrd="0" destOrd="0" presId="urn:microsoft.com/office/officeart/2005/8/layout/vList3"/>
    <dgm:cxn modelId="{02CB4042-1CA0-4ADF-9C87-C1DB5D04DB88}" srcId="{A19B9DC4-DE75-42CE-A150-9F0DE76A6404}" destId="{9FD93E2D-1F01-8341-8EC3-245E9484F4E9}" srcOrd="1" destOrd="0" parTransId="{CFC83765-5BAF-114A-81E3-AA21BF3F9F80}" sibTransId="{50ED0D4D-B742-4545-83C6-664A4774F442}"/>
    <dgm:cxn modelId="{27085373-308E-47FD-A923-5154DD860232}" srcId="{E218156B-2518-4F19-B6D1-8811DA5B5084}" destId="{DBAE35EA-EED7-4331-9E6F-D386DE2E7FCC}" srcOrd="0" destOrd="0" parTransId="{06F685CA-8AFF-4293-9607-3E7160E34900}" sibTransId="{BB9D9C02-D557-4009-AB21-63E37ACD5681}"/>
    <dgm:cxn modelId="{BB6E4654-0F51-45D0-B9D5-1530E7ECFEB7}" srcId="{A19B9DC4-DE75-42CE-A150-9F0DE76A6404}" destId="{F35DC2D0-65B7-2647-A9B7-ECA9EADEC607}" srcOrd="2" destOrd="0" parTransId="{78537F8F-2A14-3140-BD7C-5D02F9A5B478}" sibTransId="{2AA5AC4F-6DB6-3843-96C2-B25D8B023C15}"/>
    <dgm:cxn modelId="{A428D691-D859-42D5-B64D-6F4AD5648918}" srcId="{E218156B-2518-4F19-B6D1-8811DA5B5084}" destId="{30EEAF00-1842-466C-B097-1BC38B3702EF}" srcOrd="1" destOrd="0" parTransId="{195C93B0-6E0F-4561-9D04-522829DC1A3F}" sibTransId="{228E7403-0496-418D-826A-02C8F2BA5A07}"/>
    <dgm:cxn modelId="{9273EDAA-7B18-4873-A9D1-D3C47580C1A3}" type="presOf" srcId="{DBAE35EA-EED7-4331-9E6F-D386DE2E7FCC}" destId="{D5EACC7C-4423-4698-9583-6BBC19D4A294}" srcOrd="0" destOrd="0" presId="urn:microsoft.com/office/officeart/2005/8/layout/vList3"/>
    <dgm:cxn modelId="{5D43DEEB-1E2E-4F1C-8FA5-3C284EB8499F}" type="presOf" srcId="{57E44590-FB82-AD4E-A22A-60AB20230AC6}" destId="{B84E2663-F4BE-4C6B-BA94-16CDFC4BF748}" srcOrd="0" destOrd="1" presId="urn:microsoft.com/office/officeart/2005/8/layout/vList3"/>
    <dgm:cxn modelId="{D46A0BF0-A011-4CDF-BD31-4A1ED26F14DC}" type="presOf" srcId="{A19B9DC4-DE75-42CE-A150-9F0DE76A6404}" destId="{B84E2663-F4BE-4C6B-BA94-16CDFC4BF748}" srcOrd="0" destOrd="0" presId="urn:microsoft.com/office/officeart/2005/8/layout/vList3"/>
    <dgm:cxn modelId="{6B7F7EFE-B729-4190-B679-597028227A36}" type="presOf" srcId="{F35DC2D0-65B7-2647-A9B7-ECA9EADEC607}" destId="{B84E2663-F4BE-4C6B-BA94-16CDFC4BF748}" srcOrd="0" destOrd="3" presId="urn:microsoft.com/office/officeart/2005/8/layout/vList3"/>
    <dgm:cxn modelId="{1D3B68F0-79E0-4402-9C59-53D981BDFEC7}" type="presParOf" srcId="{C1659352-20A4-4FC9-9996-9E3CFC0DB50F}" destId="{FD19FEAC-0106-4058-8B4B-D560A648A356}" srcOrd="0" destOrd="0" presId="urn:microsoft.com/office/officeart/2005/8/layout/vList3"/>
    <dgm:cxn modelId="{5572DFF3-88AC-48F6-8078-35069E029AD3}" type="presParOf" srcId="{FD19FEAC-0106-4058-8B4B-D560A648A356}" destId="{F4248404-9E87-4FE9-94B7-4E4AAD963E32}" srcOrd="0" destOrd="0" presId="urn:microsoft.com/office/officeart/2005/8/layout/vList3"/>
    <dgm:cxn modelId="{017A0E5A-850B-4CEB-9505-BF826295F778}" type="presParOf" srcId="{FD19FEAC-0106-4058-8B4B-D560A648A356}" destId="{D5EACC7C-4423-4698-9583-6BBC19D4A294}" srcOrd="1" destOrd="0" presId="urn:microsoft.com/office/officeart/2005/8/layout/vList3"/>
    <dgm:cxn modelId="{DF142A10-1BE5-48B2-9B49-3C7E3D80B572}" type="presParOf" srcId="{C1659352-20A4-4FC9-9996-9E3CFC0DB50F}" destId="{774FCF13-618D-45F4-8DAA-075E376E880D}" srcOrd="1" destOrd="0" presId="urn:microsoft.com/office/officeart/2005/8/layout/vList3"/>
    <dgm:cxn modelId="{A00CC33B-55D5-47F3-A250-BBC8DB8820C0}" type="presParOf" srcId="{C1659352-20A4-4FC9-9996-9E3CFC0DB50F}" destId="{816AFB23-DA3C-4E15-9BFF-E8F9547C7FC7}" srcOrd="2" destOrd="0" presId="urn:microsoft.com/office/officeart/2005/8/layout/vList3"/>
    <dgm:cxn modelId="{AF26714F-CD5B-43AA-91C6-A0527FDF0922}" type="presParOf" srcId="{816AFB23-DA3C-4E15-9BFF-E8F9547C7FC7}" destId="{FDDFECD5-18B5-46CB-85FF-1A36C2EDE937}" srcOrd="0" destOrd="0" presId="urn:microsoft.com/office/officeart/2005/8/layout/vList3"/>
    <dgm:cxn modelId="{0AC7894C-AAE9-4AF5-9B2C-C46845A31426}" type="presParOf" srcId="{816AFB23-DA3C-4E15-9BFF-E8F9547C7FC7}" destId="{AFDB60CA-719D-4B5E-A952-9CA7DABFFBE7}" srcOrd="1" destOrd="0" presId="urn:microsoft.com/office/officeart/2005/8/layout/vList3"/>
    <dgm:cxn modelId="{64474BB6-D6F4-44CC-8C37-BF09857CB2AD}" type="presParOf" srcId="{C1659352-20A4-4FC9-9996-9E3CFC0DB50F}" destId="{B61E6747-D28B-4680-9550-4BCF258CA125}" srcOrd="3" destOrd="0" presId="urn:microsoft.com/office/officeart/2005/8/layout/vList3"/>
    <dgm:cxn modelId="{2F5091FC-9D4E-4376-B93F-B341A36C8CDD}" type="presParOf" srcId="{C1659352-20A4-4FC9-9996-9E3CFC0DB50F}" destId="{2C205CBB-4D95-41CE-89E2-9E5AA2677201}" srcOrd="4" destOrd="0" presId="urn:microsoft.com/office/officeart/2005/8/layout/vList3"/>
    <dgm:cxn modelId="{7DDE8646-B10B-41E2-A5D8-0E0AF24CB14A}" type="presParOf" srcId="{2C205CBB-4D95-41CE-89E2-9E5AA2677201}" destId="{AAFD023B-2483-4461-903B-CBDE609CF414}" srcOrd="0" destOrd="0" presId="urn:microsoft.com/office/officeart/2005/8/layout/vList3"/>
    <dgm:cxn modelId="{039FFFB2-8C1F-40E5-A4C8-8695854D404D}" type="presParOf" srcId="{2C205CBB-4D95-41CE-89E2-9E5AA2677201}" destId="{B84E2663-F4BE-4C6B-BA94-16CDFC4BF748}" srcOrd="1" destOrd="0" presId="urn:microsoft.com/office/officeart/2005/8/layout/vLis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76A5A69-E627-4E77-ACFF-B6C6411A8F5E}" type="doc">
      <dgm:prSet loTypeId="urn:microsoft.com/office/officeart/2008/layout/VerticalCurvedList" loCatId="list" qsTypeId="urn:microsoft.com/office/officeart/2005/8/quickstyle/simple1" qsCatId="simple" csTypeId="urn:microsoft.com/office/officeart/2005/8/colors/accent0_2" csCatId="mainScheme" phldr="1"/>
      <dgm:spPr/>
      <dgm:t>
        <a:bodyPr/>
        <a:lstStyle/>
        <a:p>
          <a:endParaRPr lang="fr-FR"/>
        </a:p>
      </dgm:t>
    </dgm:pt>
    <dgm:pt modelId="{450B15E1-E358-4433-BA9B-2A9C201199E0}">
      <dgm:prSet phldrT="[Texte]"/>
      <dgm:spPr/>
      <dgm:t>
        <a:bodyPr/>
        <a:lstStyle/>
        <a:p>
          <a:pPr>
            <a:buNone/>
          </a:pPr>
          <a:r>
            <a:rPr lang="fr-FR" noProof="0">
              <a:solidFill>
                <a:schemeClr val="tx1"/>
              </a:solidFill>
            </a:rPr>
            <a:t>Solutions Low-code : Le développeur ne code pas, il </a:t>
          </a:r>
          <a:r>
            <a:rPr lang="fr-FR" i="1" noProof="0">
              <a:solidFill>
                <a:schemeClr val="tx1"/>
              </a:solidFill>
            </a:rPr>
            <a:t>drag and drop </a:t>
          </a:r>
          <a:r>
            <a:rPr lang="fr-FR" noProof="0">
              <a:solidFill>
                <a:schemeClr val="tx1"/>
              </a:solidFill>
            </a:rPr>
            <a:t>toutes les séquences ETL</a:t>
          </a:r>
        </a:p>
      </dgm:t>
    </dgm:pt>
    <dgm:pt modelId="{F14B0F85-940B-4040-B4D9-98580B2A51FD}" type="sibTrans" cxnId="{AB28EE22-F82B-4817-AC9F-AF26164F5203}">
      <dgm:prSet/>
      <dgm:spPr/>
      <dgm:t>
        <a:bodyPr/>
        <a:lstStyle/>
        <a:p>
          <a:endParaRPr lang="fr-FR"/>
        </a:p>
      </dgm:t>
    </dgm:pt>
    <dgm:pt modelId="{26E33167-F20D-4E9F-B428-FA00519C95CB}" type="parTrans" cxnId="{AB28EE22-F82B-4817-AC9F-AF26164F5203}">
      <dgm:prSet/>
      <dgm:spPr/>
      <dgm:t>
        <a:bodyPr/>
        <a:lstStyle/>
        <a:p>
          <a:endParaRPr lang="fr-FR"/>
        </a:p>
      </dgm:t>
    </dgm:pt>
    <dgm:pt modelId="{127628CC-6343-4D2E-8B92-2CAF28DBF90A}">
      <dgm:prSet phldrT="[Texte]"/>
      <dgm:spPr/>
      <dgm:t>
        <a:bodyPr/>
        <a:lstStyle/>
        <a:p>
          <a:r>
            <a:rPr lang="fr-FR" noProof="0">
              <a:solidFill>
                <a:schemeClr val="tx1"/>
              </a:solidFill>
            </a:rPr>
            <a:t>L’ETL fournit dans la plupart des cas une structure orientée métadonnées pour les développeurs</a:t>
          </a:r>
        </a:p>
      </dgm:t>
    </dgm:pt>
    <dgm:pt modelId="{8BB1410D-1F6F-480C-B282-39C03F78E7C8}" type="sibTrans" cxnId="{EE52B950-3F9C-487B-9420-723BB15FCFFB}">
      <dgm:prSet/>
      <dgm:spPr/>
      <dgm:t>
        <a:bodyPr/>
        <a:lstStyle/>
        <a:p>
          <a:endParaRPr lang="fr-FR"/>
        </a:p>
      </dgm:t>
    </dgm:pt>
    <dgm:pt modelId="{C0BCF523-067E-4296-B328-3A899E8D6D6B}" type="parTrans" cxnId="{EE52B950-3F9C-487B-9420-723BB15FCFFB}">
      <dgm:prSet/>
      <dgm:spPr/>
      <dgm:t>
        <a:bodyPr/>
        <a:lstStyle/>
        <a:p>
          <a:endParaRPr lang="fr-FR"/>
        </a:p>
      </dgm:t>
    </dgm:pt>
    <dgm:pt modelId="{232AB881-7425-47ED-8968-D0E9D175FA29}">
      <dgm:prSet phldrT="[Texte]"/>
      <dgm:spPr/>
      <dgm:t>
        <a:bodyPr/>
        <a:lstStyle/>
        <a:p>
          <a:r>
            <a:rPr lang="fr-FR" b="1" noProof="0">
              <a:solidFill>
                <a:schemeClr val="tx1"/>
              </a:solidFill>
            </a:rPr>
            <a:t>Profilage et nettoyage avancés des données : les données sont nettoyées, validées et consolidées</a:t>
          </a:r>
        </a:p>
      </dgm:t>
    </dgm:pt>
    <dgm:pt modelId="{9330E722-4CC2-464C-A3A2-D9CB07CA7CF4}" type="sibTrans" cxnId="{D7BEDAA4-B215-41FC-9E65-98350818B0D8}">
      <dgm:prSet/>
      <dgm:spPr/>
      <dgm:t>
        <a:bodyPr/>
        <a:lstStyle/>
        <a:p>
          <a:endParaRPr lang="fr-FR"/>
        </a:p>
      </dgm:t>
    </dgm:pt>
    <dgm:pt modelId="{2726AB26-6928-43CB-9859-D55BD57526A9}" type="parTrans" cxnId="{D7BEDAA4-B215-41FC-9E65-98350818B0D8}">
      <dgm:prSet/>
      <dgm:spPr/>
      <dgm:t>
        <a:bodyPr/>
        <a:lstStyle/>
        <a:p>
          <a:endParaRPr lang="fr-FR"/>
        </a:p>
      </dgm:t>
    </dgm:pt>
    <dgm:pt modelId="{75EF3C04-F221-46B4-B7F8-50F7CB401105}">
      <dgm:prSet phldrT="[Texte]"/>
      <dgm:spPr/>
      <dgm:t>
        <a:bodyPr/>
        <a:lstStyle/>
        <a:p>
          <a:r>
            <a:rPr lang="fr-FR" noProof="0">
              <a:solidFill>
                <a:schemeClr val="tx1"/>
              </a:solidFill>
            </a:rPr>
            <a:t>Capacité à intégrer de multiples sources variées : Bases de données &amp; Connecteurs applicatifs &amp; technologiques</a:t>
          </a:r>
        </a:p>
      </dgm:t>
    </dgm:pt>
    <dgm:pt modelId="{039C40F7-4A49-457C-99CB-9B63B8CBA7AF}" type="sibTrans" cxnId="{4B687D55-F1E7-47BA-87E4-E004C6DB16C3}">
      <dgm:prSet/>
      <dgm:spPr/>
      <dgm:t>
        <a:bodyPr/>
        <a:lstStyle/>
        <a:p>
          <a:endParaRPr lang="fr-FR"/>
        </a:p>
      </dgm:t>
    </dgm:pt>
    <dgm:pt modelId="{2E7F687F-0557-42CF-A846-A6115D0DA798}" type="parTrans" cxnId="{4B687D55-F1E7-47BA-87E4-E004C6DB16C3}">
      <dgm:prSet/>
      <dgm:spPr/>
      <dgm:t>
        <a:bodyPr/>
        <a:lstStyle/>
        <a:p>
          <a:endParaRPr lang="fr-FR"/>
        </a:p>
      </dgm:t>
    </dgm:pt>
    <dgm:pt modelId="{B842056D-9E68-46B7-B0FB-AEA3EA44E6B1}">
      <dgm:prSet phldrT="[Texte]"/>
      <dgm:spPr/>
      <dgm:t>
        <a:bodyPr/>
        <a:lstStyle/>
        <a:p>
          <a:r>
            <a:rPr lang="fr-FR" noProof="0">
              <a:solidFill>
                <a:schemeClr val="tx1"/>
              </a:solidFill>
            </a:rPr>
            <a:t>Support de traitements de gros volumes de données multi-sources hétérogènes rapidement</a:t>
          </a:r>
        </a:p>
      </dgm:t>
    </dgm:pt>
    <dgm:pt modelId="{F714EAF2-DEFD-47CA-A8AB-2979368B07EA}" type="sibTrans" cxnId="{965E9129-E857-4A81-B2E9-C27A5816CA8F}">
      <dgm:prSet/>
      <dgm:spPr/>
      <dgm:t>
        <a:bodyPr/>
        <a:lstStyle/>
        <a:p>
          <a:endParaRPr lang="fr-FR"/>
        </a:p>
      </dgm:t>
    </dgm:pt>
    <dgm:pt modelId="{7F46BD18-A346-4CF2-BCED-E0C1DD4F1561}" type="parTrans" cxnId="{965E9129-E857-4A81-B2E9-C27A5816CA8F}">
      <dgm:prSet/>
      <dgm:spPr/>
      <dgm:t>
        <a:bodyPr/>
        <a:lstStyle/>
        <a:p>
          <a:endParaRPr lang="fr-FR"/>
        </a:p>
      </dgm:t>
    </dgm:pt>
    <dgm:pt modelId="{3ACD3EAA-A376-4A1F-AA84-A62676BF6900}">
      <dgm:prSet phldrT="[Texte]"/>
      <dgm:spPr/>
      <dgm:t>
        <a:bodyPr/>
        <a:lstStyle/>
        <a:p>
          <a:pPr>
            <a:buClr>
              <a:schemeClr val="accent3"/>
            </a:buClr>
            <a:buFont typeface="Wingdings" panose="05000000000000000000" pitchFamily="2" charset="2"/>
            <a:buChar char="ü"/>
          </a:pPr>
          <a:r>
            <a:rPr lang="fr-FR" noProof="0">
              <a:solidFill>
                <a:schemeClr val="tx1"/>
              </a:solidFill>
            </a:rPr>
            <a:t> </a:t>
          </a:r>
          <a:r>
            <a:rPr lang="fr-FR" b="1" noProof="0">
              <a:solidFill>
                <a:schemeClr val="accent3"/>
              </a:solidFill>
            </a:rPr>
            <a:t>Gain de productivité</a:t>
          </a:r>
        </a:p>
      </dgm:t>
    </dgm:pt>
    <dgm:pt modelId="{37C8D0A4-813A-42D9-841F-C7A094EB288F}" type="parTrans" cxnId="{63FCFB54-C161-4250-8C49-498CAE19158F}">
      <dgm:prSet/>
      <dgm:spPr/>
      <dgm:t>
        <a:bodyPr/>
        <a:lstStyle/>
        <a:p>
          <a:endParaRPr lang="fr-FR"/>
        </a:p>
      </dgm:t>
    </dgm:pt>
    <dgm:pt modelId="{907888A4-6789-4FB9-817E-1F84DFC85135}" type="sibTrans" cxnId="{63FCFB54-C161-4250-8C49-498CAE19158F}">
      <dgm:prSet/>
      <dgm:spPr/>
      <dgm:t>
        <a:bodyPr/>
        <a:lstStyle/>
        <a:p>
          <a:endParaRPr lang="fr-FR"/>
        </a:p>
      </dgm:t>
    </dgm:pt>
    <dgm:pt modelId="{0A143A1F-0C3F-4B43-8972-A1F855F7A524}" type="pres">
      <dgm:prSet presAssocID="{576A5A69-E627-4E77-ACFF-B6C6411A8F5E}" presName="Name0" presStyleCnt="0">
        <dgm:presLayoutVars>
          <dgm:chMax val="7"/>
          <dgm:chPref val="7"/>
          <dgm:dir/>
        </dgm:presLayoutVars>
      </dgm:prSet>
      <dgm:spPr/>
    </dgm:pt>
    <dgm:pt modelId="{40909961-FA08-45AF-B757-E62C222E6ACF}" type="pres">
      <dgm:prSet presAssocID="{576A5A69-E627-4E77-ACFF-B6C6411A8F5E}" presName="Name1" presStyleCnt="0"/>
      <dgm:spPr/>
    </dgm:pt>
    <dgm:pt modelId="{C53FDDA2-BE95-4F9D-9509-DD0114776D85}" type="pres">
      <dgm:prSet presAssocID="{576A5A69-E627-4E77-ACFF-B6C6411A8F5E}" presName="cycle" presStyleCnt="0"/>
      <dgm:spPr/>
    </dgm:pt>
    <dgm:pt modelId="{CC71BAD5-FD6D-470A-9AC3-CCD5F313BE87}" type="pres">
      <dgm:prSet presAssocID="{576A5A69-E627-4E77-ACFF-B6C6411A8F5E}" presName="srcNode" presStyleLbl="node1" presStyleIdx="0" presStyleCnt="5"/>
      <dgm:spPr/>
    </dgm:pt>
    <dgm:pt modelId="{82F1A854-395C-4E3E-8FE9-ED2ECA0C186E}" type="pres">
      <dgm:prSet presAssocID="{576A5A69-E627-4E77-ACFF-B6C6411A8F5E}" presName="conn" presStyleLbl="parChTrans1D2" presStyleIdx="0" presStyleCnt="1"/>
      <dgm:spPr/>
    </dgm:pt>
    <dgm:pt modelId="{2BD03C4B-DF5A-478C-8707-19074AA8BBA2}" type="pres">
      <dgm:prSet presAssocID="{576A5A69-E627-4E77-ACFF-B6C6411A8F5E}" presName="extraNode" presStyleLbl="node1" presStyleIdx="0" presStyleCnt="5"/>
      <dgm:spPr/>
    </dgm:pt>
    <dgm:pt modelId="{2C3B4E0B-F7B0-4980-9538-581209E1F10B}" type="pres">
      <dgm:prSet presAssocID="{576A5A69-E627-4E77-ACFF-B6C6411A8F5E}" presName="dstNode" presStyleLbl="node1" presStyleIdx="0" presStyleCnt="5"/>
      <dgm:spPr/>
    </dgm:pt>
    <dgm:pt modelId="{7F5FF25F-5D68-49D6-87EB-348A5EF4F2C2}" type="pres">
      <dgm:prSet presAssocID="{450B15E1-E358-4433-BA9B-2A9C201199E0}" presName="text_1" presStyleLbl="node1" presStyleIdx="0" presStyleCnt="5">
        <dgm:presLayoutVars>
          <dgm:bulletEnabled val="1"/>
        </dgm:presLayoutVars>
      </dgm:prSet>
      <dgm:spPr/>
    </dgm:pt>
    <dgm:pt modelId="{8F8E4C2E-A39F-4A7D-A783-2BD238C49F96}" type="pres">
      <dgm:prSet presAssocID="{450B15E1-E358-4433-BA9B-2A9C201199E0}" presName="accent_1" presStyleCnt="0"/>
      <dgm:spPr/>
    </dgm:pt>
    <dgm:pt modelId="{FC417E93-9144-4EE7-8921-CB1F4F7E396F}" type="pres">
      <dgm:prSet presAssocID="{450B15E1-E358-4433-BA9B-2A9C201199E0}" presName="accentRepeatNode" presStyleLbl="solidFgAcc1" presStyleIdx="0" presStyleCnt="5"/>
      <dgm:spPr/>
    </dgm:pt>
    <dgm:pt modelId="{9D3E2B51-16B7-4A16-816A-5EDB047B39A4}" type="pres">
      <dgm:prSet presAssocID="{127628CC-6343-4D2E-8B92-2CAF28DBF90A}" presName="text_2" presStyleLbl="node1" presStyleIdx="1" presStyleCnt="5">
        <dgm:presLayoutVars>
          <dgm:bulletEnabled val="1"/>
        </dgm:presLayoutVars>
      </dgm:prSet>
      <dgm:spPr/>
    </dgm:pt>
    <dgm:pt modelId="{93D3FD24-02BF-43A9-84FF-5AD93CF1FB2B}" type="pres">
      <dgm:prSet presAssocID="{127628CC-6343-4D2E-8B92-2CAF28DBF90A}" presName="accent_2" presStyleCnt="0"/>
      <dgm:spPr/>
    </dgm:pt>
    <dgm:pt modelId="{6921EC15-C8AA-461F-9435-555F2792B57B}" type="pres">
      <dgm:prSet presAssocID="{127628CC-6343-4D2E-8B92-2CAF28DBF90A}" presName="accentRepeatNode" presStyleLbl="solidFgAcc1" presStyleIdx="1" presStyleCnt="5"/>
      <dgm:spPr/>
    </dgm:pt>
    <dgm:pt modelId="{F5F48338-303D-4114-8890-674A5293C5EF}" type="pres">
      <dgm:prSet presAssocID="{232AB881-7425-47ED-8968-D0E9D175FA29}" presName="text_3" presStyleLbl="node1" presStyleIdx="2" presStyleCnt="5">
        <dgm:presLayoutVars>
          <dgm:bulletEnabled val="1"/>
        </dgm:presLayoutVars>
      </dgm:prSet>
      <dgm:spPr/>
    </dgm:pt>
    <dgm:pt modelId="{416F79F9-2B07-4B29-9B5F-64F9DCEC06BE}" type="pres">
      <dgm:prSet presAssocID="{232AB881-7425-47ED-8968-D0E9D175FA29}" presName="accent_3" presStyleCnt="0"/>
      <dgm:spPr/>
    </dgm:pt>
    <dgm:pt modelId="{77B14926-217E-4EC2-889C-AFD045D30D91}" type="pres">
      <dgm:prSet presAssocID="{232AB881-7425-47ED-8968-D0E9D175FA29}" presName="accentRepeatNode" presStyleLbl="solidFgAcc1" presStyleIdx="2" presStyleCnt="5"/>
      <dgm:spPr/>
    </dgm:pt>
    <dgm:pt modelId="{71CFA2E3-7167-46D9-9272-2D944EEE38AF}" type="pres">
      <dgm:prSet presAssocID="{75EF3C04-F221-46B4-B7F8-50F7CB401105}" presName="text_4" presStyleLbl="node1" presStyleIdx="3" presStyleCnt="5">
        <dgm:presLayoutVars>
          <dgm:bulletEnabled val="1"/>
        </dgm:presLayoutVars>
      </dgm:prSet>
      <dgm:spPr/>
    </dgm:pt>
    <dgm:pt modelId="{9DD1CC10-CCA8-409E-8AA1-1E96A4E4779F}" type="pres">
      <dgm:prSet presAssocID="{75EF3C04-F221-46B4-B7F8-50F7CB401105}" presName="accent_4" presStyleCnt="0"/>
      <dgm:spPr/>
    </dgm:pt>
    <dgm:pt modelId="{1F36128C-36A2-430A-AC66-69CC8E351363}" type="pres">
      <dgm:prSet presAssocID="{75EF3C04-F221-46B4-B7F8-50F7CB401105}" presName="accentRepeatNode" presStyleLbl="solidFgAcc1" presStyleIdx="3" presStyleCnt="5"/>
      <dgm:spPr/>
    </dgm:pt>
    <dgm:pt modelId="{1CC5687D-9D72-4255-99E3-FF018E97464C}" type="pres">
      <dgm:prSet presAssocID="{B842056D-9E68-46B7-B0FB-AEA3EA44E6B1}" presName="text_5" presStyleLbl="node1" presStyleIdx="4" presStyleCnt="5">
        <dgm:presLayoutVars>
          <dgm:bulletEnabled val="1"/>
        </dgm:presLayoutVars>
      </dgm:prSet>
      <dgm:spPr/>
    </dgm:pt>
    <dgm:pt modelId="{C3DA0383-3365-4AC8-82DA-A71DC972AF50}" type="pres">
      <dgm:prSet presAssocID="{B842056D-9E68-46B7-B0FB-AEA3EA44E6B1}" presName="accent_5" presStyleCnt="0"/>
      <dgm:spPr/>
    </dgm:pt>
    <dgm:pt modelId="{63BAA62D-C752-467D-BDDF-FBC150D370D5}" type="pres">
      <dgm:prSet presAssocID="{B842056D-9E68-46B7-B0FB-AEA3EA44E6B1}" presName="accentRepeatNode" presStyleLbl="solidFgAcc1" presStyleIdx="4" presStyleCnt="5"/>
      <dgm:spPr/>
    </dgm:pt>
  </dgm:ptLst>
  <dgm:cxnLst>
    <dgm:cxn modelId="{AB28EE22-F82B-4817-AC9F-AF26164F5203}" srcId="{576A5A69-E627-4E77-ACFF-B6C6411A8F5E}" destId="{450B15E1-E358-4433-BA9B-2A9C201199E0}" srcOrd="0" destOrd="0" parTransId="{26E33167-F20D-4E9F-B428-FA00519C95CB}" sibTransId="{F14B0F85-940B-4040-B4D9-98580B2A51FD}"/>
    <dgm:cxn modelId="{965E9129-E857-4A81-B2E9-C27A5816CA8F}" srcId="{576A5A69-E627-4E77-ACFF-B6C6411A8F5E}" destId="{B842056D-9E68-46B7-B0FB-AEA3EA44E6B1}" srcOrd="4" destOrd="0" parTransId="{7F46BD18-A346-4CF2-BCED-E0C1DD4F1561}" sibTransId="{F714EAF2-DEFD-47CA-A8AB-2979368B07EA}"/>
    <dgm:cxn modelId="{D61A7737-CCB9-4C83-8413-F6FB3DEAD79A}" type="presOf" srcId="{B842056D-9E68-46B7-B0FB-AEA3EA44E6B1}" destId="{1CC5687D-9D72-4255-99E3-FF018E97464C}" srcOrd="0" destOrd="0" presId="urn:microsoft.com/office/officeart/2008/layout/VerticalCurvedList"/>
    <dgm:cxn modelId="{72466C38-24A0-40C1-8CDD-266B9A3705A4}" type="presOf" srcId="{3ACD3EAA-A376-4A1F-AA84-A62676BF6900}" destId="{7F5FF25F-5D68-49D6-87EB-348A5EF4F2C2}" srcOrd="0" destOrd="1" presId="urn:microsoft.com/office/officeart/2008/layout/VerticalCurvedList"/>
    <dgm:cxn modelId="{5B83745D-5411-49EE-947C-0C24351C3F75}" type="presOf" srcId="{576A5A69-E627-4E77-ACFF-B6C6411A8F5E}" destId="{0A143A1F-0C3F-4B43-8972-A1F855F7A524}" srcOrd="0" destOrd="0" presId="urn:microsoft.com/office/officeart/2008/layout/VerticalCurvedList"/>
    <dgm:cxn modelId="{EE52B950-3F9C-487B-9420-723BB15FCFFB}" srcId="{576A5A69-E627-4E77-ACFF-B6C6411A8F5E}" destId="{127628CC-6343-4D2E-8B92-2CAF28DBF90A}" srcOrd="1" destOrd="0" parTransId="{C0BCF523-067E-4296-B328-3A899E8D6D6B}" sibTransId="{8BB1410D-1F6F-480C-B282-39C03F78E7C8}"/>
    <dgm:cxn modelId="{63FCFB54-C161-4250-8C49-498CAE19158F}" srcId="{450B15E1-E358-4433-BA9B-2A9C201199E0}" destId="{3ACD3EAA-A376-4A1F-AA84-A62676BF6900}" srcOrd="0" destOrd="0" parTransId="{37C8D0A4-813A-42D9-841F-C7A094EB288F}" sibTransId="{907888A4-6789-4FB9-817E-1F84DFC85135}"/>
    <dgm:cxn modelId="{4B687D55-F1E7-47BA-87E4-E004C6DB16C3}" srcId="{576A5A69-E627-4E77-ACFF-B6C6411A8F5E}" destId="{75EF3C04-F221-46B4-B7F8-50F7CB401105}" srcOrd="3" destOrd="0" parTransId="{2E7F687F-0557-42CF-A846-A6115D0DA798}" sibTransId="{039C40F7-4A49-457C-99CB-9B63B8CBA7AF}"/>
    <dgm:cxn modelId="{1042759E-6130-4C49-BA60-1BDDD244B09A}" type="presOf" srcId="{907888A4-6789-4FB9-817E-1F84DFC85135}" destId="{82F1A854-395C-4E3E-8FE9-ED2ECA0C186E}" srcOrd="0" destOrd="0" presId="urn:microsoft.com/office/officeart/2008/layout/VerticalCurvedList"/>
    <dgm:cxn modelId="{D7BEDAA4-B215-41FC-9E65-98350818B0D8}" srcId="{576A5A69-E627-4E77-ACFF-B6C6411A8F5E}" destId="{232AB881-7425-47ED-8968-D0E9D175FA29}" srcOrd="2" destOrd="0" parTransId="{2726AB26-6928-43CB-9859-D55BD57526A9}" sibTransId="{9330E722-4CC2-464C-A3A2-D9CB07CA7CF4}"/>
    <dgm:cxn modelId="{833DF4B4-5D26-46DA-AB37-F52081140826}" type="presOf" srcId="{450B15E1-E358-4433-BA9B-2A9C201199E0}" destId="{7F5FF25F-5D68-49D6-87EB-348A5EF4F2C2}" srcOrd="0" destOrd="0" presId="urn:microsoft.com/office/officeart/2008/layout/VerticalCurvedList"/>
    <dgm:cxn modelId="{AFF6FCC8-445A-4259-B4A5-F83E115433A2}" type="presOf" srcId="{127628CC-6343-4D2E-8B92-2CAF28DBF90A}" destId="{9D3E2B51-16B7-4A16-816A-5EDB047B39A4}" srcOrd="0" destOrd="0" presId="urn:microsoft.com/office/officeart/2008/layout/VerticalCurvedList"/>
    <dgm:cxn modelId="{686FB1D7-E877-4812-B26E-C4CEAF93B1C3}" type="presOf" srcId="{75EF3C04-F221-46B4-B7F8-50F7CB401105}" destId="{71CFA2E3-7167-46D9-9272-2D944EEE38AF}" srcOrd="0" destOrd="0" presId="urn:microsoft.com/office/officeart/2008/layout/VerticalCurvedList"/>
    <dgm:cxn modelId="{25B6BCD8-E0FE-4EE1-8B13-32ADAECFBAD4}" type="presOf" srcId="{232AB881-7425-47ED-8968-D0E9D175FA29}" destId="{F5F48338-303D-4114-8890-674A5293C5EF}" srcOrd="0" destOrd="0" presId="urn:microsoft.com/office/officeart/2008/layout/VerticalCurvedList"/>
    <dgm:cxn modelId="{22DD3C6F-7251-42A1-BB37-FB9FF080104F}" type="presParOf" srcId="{0A143A1F-0C3F-4B43-8972-A1F855F7A524}" destId="{40909961-FA08-45AF-B757-E62C222E6ACF}" srcOrd="0" destOrd="0" presId="urn:microsoft.com/office/officeart/2008/layout/VerticalCurvedList"/>
    <dgm:cxn modelId="{8232318F-6E8A-448A-91AB-0A26EF770B68}" type="presParOf" srcId="{40909961-FA08-45AF-B757-E62C222E6ACF}" destId="{C53FDDA2-BE95-4F9D-9509-DD0114776D85}" srcOrd="0" destOrd="0" presId="urn:microsoft.com/office/officeart/2008/layout/VerticalCurvedList"/>
    <dgm:cxn modelId="{8D3955F7-E400-4C2A-B407-8F4A5E566C42}" type="presParOf" srcId="{C53FDDA2-BE95-4F9D-9509-DD0114776D85}" destId="{CC71BAD5-FD6D-470A-9AC3-CCD5F313BE87}" srcOrd="0" destOrd="0" presId="urn:microsoft.com/office/officeart/2008/layout/VerticalCurvedList"/>
    <dgm:cxn modelId="{5D83BF82-9A6B-496E-B0D3-3E287A148B05}" type="presParOf" srcId="{C53FDDA2-BE95-4F9D-9509-DD0114776D85}" destId="{82F1A854-395C-4E3E-8FE9-ED2ECA0C186E}" srcOrd="1" destOrd="0" presId="urn:microsoft.com/office/officeart/2008/layout/VerticalCurvedList"/>
    <dgm:cxn modelId="{3A39103B-CBFF-43E0-B2C5-6F4DE5322DBB}" type="presParOf" srcId="{C53FDDA2-BE95-4F9D-9509-DD0114776D85}" destId="{2BD03C4B-DF5A-478C-8707-19074AA8BBA2}" srcOrd="2" destOrd="0" presId="urn:microsoft.com/office/officeart/2008/layout/VerticalCurvedList"/>
    <dgm:cxn modelId="{D814C091-701A-4964-8A6B-4CEC697612F9}" type="presParOf" srcId="{C53FDDA2-BE95-4F9D-9509-DD0114776D85}" destId="{2C3B4E0B-F7B0-4980-9538-581209E1F10B}" srcOrd="3" destOrd="0" presId="urn:microsoft.com/office/officeart/2008/layout/VerticalCurvedList"/>
    <dgm:cxn modelId="{E9DAD503-615F-497B-99E7-80FCE05285DA}" type="presParOf" srcId="{40909961-FA08-45AF-B757-E62C222E6ACF}" destId="{7F5FF25F-5D68-49D6-87EB-348A5EF4F2C2}" srcOrd="1" destOrd="0" presId="urn:microsoft.com/office/officeart/2008/layout/VerticalCurvedList"/>
    <dgm:cxn modelId="{3C823E07-B09F-4F26-BF9F-873EA566C467}" type="presParOf" srcId="{40909961-FA08-45AF-B757-E62C222E6ACF}" destId="{8F8E4C2E-A39F-4A7D-A783-2BD238C49F96}" srcOrd="2" destOrd="0" presId="urn:microsoft.com/office/officeart/2008/layout/VerticalCurvedList"/>
    <dgm:cxn modelId="{89EE5BAF-A5BD-4903-8614-290FA3690C52}" type="presParOf" srcId="{8F8E4C2E-A39F-4A7D-A783-2BD238C49F96}" destId="{FC417E93-9144-4EE7-8921-CB1F4F7E396F}" srcOrd="0" destOrd="0" presId="urn:microsoft.com/office/officeart/2008/layout/VerticalCurvedList"/>
    <dgm:cxn modelId="{7632B0C8-8C91-4BE4-8760-D504557ADD91}" type="presParOf" srcId="{40909961-FA08-45AF-B757-E62C222E6ACF}" destId="{9D3E2B51-16B7-4A16-816A-5EDB047B39A4}" srcOrd="3" destOrd="0" presId="urn:microsoft.com/office/officeart/2008/layout/VerticalCurvedList"/>
    <dgm:cxn modelId="{1C2754A4-9498-4E31-B001-99770526CF7F}" type="presParOf" srcId="{40909961-FA08-45AF-B757-E62C222E6ACF}" destId="{93D3FD24-02BF-43A9-84FF-5AD93CF1FB2B}" srcOrd="4" destOrd="0" presId="urn:microsoft.com/office/officeart/2008/layout/VerticalCurvedList"/>
    <dgm:cxn modelId="{BB5A0F2E-1BA1-48A7-AFDB-77C04F5068B4}" type="presParOf" srcId="{93D3FD24-02BF-43A9-84FF-5AD93CF1FB2B}" destId="{6921EC15-C8AA-461F-9435-555F2792B57B}" srcOrd="0" destOrd="0" presId="urn:microsoft.com/office/officeart/2008/layout/VerticalCurvedList"/>
    <dgm:cxn modelId="{86859322-10B0-430D-B393-1C83408C0F6C}" type="presParOf" srcId="{40909961-FA08-45AF-B757-E62C222E6ACF}" destId="{F5F48338-303D-4114-8890-674A5293C5EF}" srcOrd="5" destOrd="0" presId="urn:microsoft.com/office/officeart/2008/layout/VerticalCurvedList"/>
    <dgm:cxn modelId="{79B30C1B-C442-4D19-9449-99B2BF7CC053}" type="presParOf" srcId="{40909961-FA08-45AF-B757-E62C222E6ACF}" destId="{416F79F9-2B07-4B29-9B5F-64F9DCEC06BE}" srcOrd="6" destOrd="0" presId="urn:microsoft.com/office/officeart/2008/layout/VerticalCurvedList"/>
    <dgm:cxn modelId="{6EC1D6C3-77A0-45B6-96DA-4F259F743F45}" type="presParOf" srcId="{416F79F9-2B07-4B29-9B5F-64F9DCEC06BE}" destId="{77B14926-217E-4EC2-889C-AFD045D30D91}" srcOrd="0" destOrd="0" presId="urn:microsoft.com/office/officeart/2008/layout/VerticalCurvedList"/>
    <dgm:cxn modelId="{E0B56494-EDB2-4090-A963-F00C24CFDDCC}" type="presParOf" srcId="{40909961-FA08-45AF-B757-E62C222E6ACF}" destId="{71CFA2E3-7167-46D9-9272-2D944EEE38AF}" srcOrd="7" destOrd="0" presId="urn:microsoft.com/office/officeart/2008/layout/VerticalCurvedList"/>
    <dgm:cxn modelId="{A93877BA-FA07-482A-B2CD-54C2B6EC2ED6}" type="presParOf" srcId="{40909961-FA08-45AF-B757-E62C222E6ACF}" destId="{9DD1CC10-CCA8-409E-8AA1-1E96A4E4779F}" srcOrd="8" destOrd="0" presId="urn:microsoft.com/office/officeart/2008/layout/VerticalCurvedList"/>
    <dgm:cxn modelId="{9F0DD89E-9297-4F66-B291-D131F6925F6A}" type="presParOf" srcId="{9DD1CC10-CCA8-409E-8AA1-1E96A4E4779F}" destId="{1F36128C-36A2-430A-AC66-69CC8E351363}" srcOrd="0" destOrd="0" presId="urn:microsoft.com/office/officeart/2008/layout/VerticalCurvedList"/>
    <dgm:cxn modelId="{8DD2978A-2DED-472D-B037-849DE05F1C85}" type="presParOf" srcId="{40909961-FA08-45AF-B757-E62C222E6ACF}" destId="{1CC5687D-9D72-4255-99E3-FF018E97464C}" srcOrd="9" destOrd="0" presId="urn:microsoft.com/office/officeart/2008/layout/VerticalCurvedList"/>
    <dgm:cxn modelId="{97409CE1-9F6C-40CF-A694-6CE916129B1D}" type="presParOf" srcId="{40909961-FA08-45AF-B757-E62C222E6ACF}" destId="{C3DA0383-3365-4AC8-82DA-A71DC972AF50}" srcOrd="10" destOrd="0" presId="urn:microsoft.com/office/officeart/2008/layout/VerticalCurvedList"/>
    <dgm:cxn modelId="{929DABD5-3AFE-4212-83D1-389A31E3E4F7}" type="presParOf" srcId="{C3DA0383-3365-4AC8-82DA-A71DC972AF50}" destId="{63BAA62D-C752-467D-BDDF-FBC150D370D5}"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A50DF0D-B03F-E640-A24C-3F0CA538C887}" type="doc">
      <dgm:prSet loTypeId="urn:microsoft.com/office/officeart/2008/layout/VerticalCurvedList" loCatId="" qsTypeId="urn:microsoft.com/office/officeart/2005/8/quickstyle/simple1" qsCatId="simple" csTypeId="urn:microsoft.com/office/officeart/2005/8/colors/colorful1" csCatId="colorful" phldr="1"/>
      <dgm:spPr/>
      <dgm:t>
        <a:bodyPr/>
        <a:lstStyle/>
        <a:p>
          <a:endParaRPr lang="fr-FR"/>
        </a:p>
      </dgm:t>
    </dgm:pt>
    <dgm:pt modelId="{770939BB-7B0B-364F-A4E1-9D37C6FAB216}">
      <dgm:prSet phldrT="[Texte]"/>
      <dgm:spPr/>
      <dgm:t>
        <a:bodyPr/>
        <a:lstStyle/>
        <a:p>
          <a:r>
            <a:rPr lang="fr-FR" b="0" dirty="0">
              <a:latin typeface="Arial" panose="020B0604020202020204" pitchFamily="34" charset="0"/>
              <a:cs typeface="Arial" panose="020B0604020202020204" pitchFamily="34" charset="0"/>
            </a:rPr>
            <a:t>Pas de règles fonctionnelles</a:t>
          </a:r>
          <a:endParaRPr lang="fr-FR" b="0" dirty="0"/>
        </a:p>
      </dgm:t>
    </dgm:pt>
    <dgm:pt modelId="{EA10F30A-69A0-B345-9E69-86FD9343BFE9}" type="parTrans" cxnId="{1329E442-21C3-A641-837D-6AB330AC8ABE}">
      <dgm:prSet/>
      <dgm:spPr/>
      <dgm:t>
        <a:bodyPr/>
        <a:lstStyle/>
        <a:p>
          <a:endParaRPr lang="fr-FR"/>
        </a:p>
      </dgm:t>
    </dgm:pt>
    <dgm:pt modelId="{DDA83751-0CDE-B24D-86AA-0AB291F79ACF}" type="sibTrans" cxnId="{1329E442-21C3-A641-837D-6AB330AC8ABE}">
      <dgm:prSet/>
      <dgm:spPr/>
      <dgm:t>
        <a:bodyPr/>
        <a:lstStyle/>
        <a:p>
          <a:endParaRPr lang="fr-FR"/>
        </a:p>
      </dgm:t>
    </dgm:pt>
    <dgm:pt modelId="{C2C8BC5E-AF39-E24B-B9CC-5B7726614F51}">
      <dgm:prSet phldrT="[Texte]"/>
      <dgm:spPr/>
      <dgm:t>
        <a:bodyPr/>
        <a:lstStyle/>
        <a:p>
          <a:r>
            <a:rPr lang="fr-FR" dirty="0">
              <a:latin typeface="Arial" panose="020B0604020202020204" pitchFamily="34" charset="0"/>
              <a:cs typeface="Arial" panose="020B0604020202020204" pitchFamily="34" charset="0"/>
            </a:rPr>
            <a:t>Les infos relatives à un émetteur ne doivent pas figurées dans le pivot</a:t>
          </a:r>
          <a:endParaRPr lang="fr-FR" dirty="0"/>
        </a:p>
      </dgm:t>
    </dgm:pt>
    <dgm:pt modelId="{99745D31-637B-7149-8DA0-4A87EA04E6E8}" type="parTrans" cxnId="{1118D869-62A1-324C-8D7B-05B5C6C030FD}">
      <dgm:prSet/>
      <dgm:spPr/>
      <dgm:t>
        <a:bodyPr/>
        <a:lstStyle/>
        <a:p>
          <a:endParaRPr lang="fr-FR"/>
        </a:p>
      </dgm:t>
    </dgm:pt>
    <dgm:pt modelId="{273AEE67-7B54-EF4E-A219-9FCF30C6DB56}" type="sibTrans" cxnId="{1118D869-62A1-324C-8D7B-05B5C6C030FD}">
      <dgm:prSet/>
      <dgm:spPr/>
      <dgm:t>
        <a:bodyPr/>
        <a:lstStyle/>
        <a:p>
          <a:endParaRPr lang="fr-FR"/>
        </a:p>
      </dgm:t>
    </dgm:pt>
    <dgm:pt modelId="{7B6E928C-2377-2A4C-94C6-C036167FAE7B}">
      <dgm:prSet phldrT="[Texte]"/>
      <dgm:spPr/>
      <dgm:t>
        <a:bodyPr/>
        <a:lstStyle/>
        <a:p>
          <a:r>
            <a:rPr lang="fr-FR" dirty="0"/>
            <a:t>…</a:t>
          </a:r>
        </a:p>
      </dgm:t>
    </dgm:pt>
    <dgm:pt modelId="{FDAA7CB4-4F41-494B-933E-1542E4E0E216}" type="parTrans" cxnId="{DB9B4FCB-DC36-844D-9133-527122DEBE8A}">
      <dgm:prSet/>
      <dgm:spPr/>
      <dgm:t>
        <a:bodyPr/>
        <a:lstStyle/>
        <a:p>
          <a:endParaRPr lang="fr-FR"/>
        </a:p>
      </dgm:t>
    </dgm:pt>
    <dgm:pt modelId="{AAF03ABC-33C7-AE45-A9E7-842DD5D16407}" type="sibTrans" cxnId="{DB9B4FCB-DC36-844D-9133-527122DEBE8A}">
      <dgm:prSet/>
      <dgm:spPr/>
      <dgm:t>
        <a:bodyPr/>
        <a:lstStyle/>
        <a:p>
          <a:endParaRPr lang="fr-FR"/>
        </a:p>
      </dgm:t>
    </dgm:pt>
    <dgm:pt modelId="{73D3D9D2-6D1C-824C-8502-B7EB3183A146}">
      <dgm:prSet phldrT="[Texte]"/>
      <dgm:spPr/>
      <dgm:t>
        <a:bodyPr/>
        <a:lstStyle/>
        <a:p>
          <a:r>
            <a:rPr lang="fr-FR" dirty="0">
              <a:latin typeface="Arial" panose="020B0604020202020204" pitchFamily="34" charset="0"/>
              <a:cs typeface="Arial" panose="020B0604020202020204" pitchFamily="34" charset="0"/>
            </a:rPr>
            <a:t>Un pivot est composé des attributs par </a:t>
          </a:r>
          <a:r>
            <a:rPr lang="fr-FR" dirty="0">
              <a:solidFill>
                <a:schemeClr val="bg1"/>
              </a:solidFill>
            </a:rPr>
            <a:t>les producteurs-consommateurs / émetteur-abonnées</a:t>
          </a:r>
        </a:p>
      </dgm:t>
    </dgm:pt>
    <dgm:pt modelId="{12ACCAD5-67D6-F549-9391-D1BE6DF34329}" type="parTrans" cxnId="{522C3456-6DA6-F541-B452-E1095940318F}">
      <dgm:prSet/>
      <dgm:spPr/>
      <dgm:t>
        <a:bodyPr/>
        <a:lstStyle/>
        <a:p>
          <a:endParaRPr lang="fr-FR"/>
        </a:p>
      </dgm:t>
    </dgm:pt>
    <dgm:pt modelId="{1ED8A02F-5A2A-AA40-B67A-107951DA70DF}" type="sibTrans" cxnId="{522C3456-6DA6-F541-B452-E1095940318F}">
      <dgm:prSet/>
      <dgm:spPr/>
      <dgm:t>
        <a:bodyPr/>
        <a:lstStyle/>
        <a:p>
          <a:endParaRPr lang="fr-FR"/>
        </a:p>
      </dgm:t>
    </dgm:pt>
    <dgm:pt modelId="{719D67C6-BE10-284A-8513-AA7CBE8E16AB}">
      <dgm:prSet phldrT="[Texte]"/>
      <dgm:spPr/>
      <dgm:t>
        <a:bodyPr/>
        <a:lstStyle/>
        <a:p>
          <a:r>
            <a:rPr lang="fr-FR" dirty="0">
              <a:latin typeface="Arial" panose="020B0604020202020204" pitchFamily="34" charset="0"/>
              <a:cs typeface="Arial" panose="020B0604020202020204" pitchFamily="34" charset="0"/>
            </a:rPr>
            <a:t>Les seules orchestrations possibles dans l’</a:t>
          </a:r>
          <a:r>
            <a:rPr lang="fr-FR" dirty="0" err="1">
              <a:latin typeface="Arial" panose="020B0604020202020204" pitchFamily="34" charset="0"/>
              <a:cs typeface="Arial" panose="020B0604020202020204" pitchFamily="34" charset="0"/>
            </a:rPr>
            <a:t>APIManagement</a:t>
          </a:r>
          <a:r>
            <a:rPr lang="fr-FR" dirty="0">
              <a:latin typeface="Arial" panose="020B0604020202020204" pitchFamily="34" charset="0"/>
              <a:cs typeface="Arial" panose="020B0604020202020204" pitchFamily="34" charset="0"/>
            </a:rPr>
            <a:t> sont relatives à la sécurité pour faire appelle à des services externes de gestion &amp; validation de </a:t>
          </a:r>
          <a:r>
            <a:rPr lang="fr-FR" dirty="0" err="1">
              <a:latin typeface="Arial" panose="020B0604020202020204" pitchFamily="34" charset="0"/>
              <a:cs typeface="Arial" panose="020B0604020202020204" pitchFamily="34" charset="0"/>
            </a:rPr>
            <a:t>tokens</a:t>
          </a:r>
          <a:r>
            <a:rPr lang="fr-FR" dirty="0">
              <a:latin typeface="Arial" panose="020B0604020202020204" pitchFamily="34" charset="0"/>
              <a:cs typeface="Arial" panose="020B0604020202020204" pitchFamily="34" charset="0"/>
            </a:rPr>
            <a:t>/(dé)chiffrement/transcodification</a:t>
          </a:r>
          <a:endParaRPr lang="fr-FR" dirty="0"/>
        </a:p>
      </dgm:t>
    </dgm:pt>
    <dgm:pt modelId="{B206BC72-4C99-A441-82C6-70867351FDA9}" type="parTrans" cxnId="{0042F3BE-46F8-C74F-B7F6-2A614D9C016B}">
      <dgm:prSet/>
      <dgm:spPr/>
      <dgm:t>
        <a:bodyPr/>
        <a:lstStyle/>
        <a:p>
          <a:endParaRPr lang="fr-FR"/>
        </a:p>
      </dgm:t>
    </dgm:pt>
    <dgm:pt modelId="{ABE6C5FF-4DD6-284C-85B6-3CCA601C0C2C}" type="sibTrans" cxnId="{0042F3BE-46F8-C74F-B7F6-2A614D9C016B}">
      <dgm:prSet/>
      <dgm:spPr/>
      <dgm:t>
        <a:bodyPr/>
        <a:lstStyle/>
        <a:p>
          <a:endParaRPr lang="fr-FR"/>
        </a:p>
      </dgm:t>
    </dgm:pt>
    <dgm:pt modelId="{3994F668-F951-D941-9FBF-B6CA131A83B4}">
      <dgm:prSet phldrT="[Texte]"/>
      <dgm:spPr/>
      <dgm:t>
        <a:bodyPr/>
        <a:lstStyle/>
        <a:p>
          <a:r>
            <a:rPr lang="fr-FR" dirty="0">
              <a:latin typeface="Arial" panose="020B0604020202020204" pitchFamily="34" charset="0"/>
              <a:cs typeface="Arial" panose="020B0604020202020204" pitchFamily="34" charset="0"/>
            </a:rPr>
            <a:t>La plateforme de médiation prend en charge la distribution des </a:t>
          </a:r>
          <a:r>
            <a:rPr lang="fr-FR" dirty="0" err="1">
              <a:latin typeface="Arial" panose="020B0604020202020204" pitchFamily="34" charset="0"/>
              <a:cs typeface="Arial" panose="020B0604020202020204" pitchFamily="34" charset="0"/>
            </a:rPr>
            <a:t>tokens</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adhoc</a:t>
          </a:r>
          <a:r>
            <a:rPr lang="fr-FR" dirty="0">
              <a:latin typeface="Arial" panose="020B0604020202020204" pitchFamily="34" charset="0"/>
              <a:cs typeface="Arial" panose="020B0604020202020204" pitchFamily="34" charset="0"/>
            </a:rPr>
            <a:t> pour les </a:t>
          </a:r>
          <a:r>
            <a:rPr lang="fr-FR" dirty="0" err="1">
              <a:latin typeface="Arial" panose="020B0604020202020204" pitchFamily="34" charset="0"/>
              <a:cs typeface="Arial" panose="020B0604020202020204" pitchFamily="34" charset="0"/>
            </a:rPr>
            <a:t>ystemees</a:t>
          </a:r>
          <a:r>
            <a:rPr lang="fr-FR" dirty="0">
              <a:latin typeface="Arial" panose="020B0604020202020204" pitchFamily="34" charset="0"/>
              <a:cs typeface="Arial" panose="020B0604020202020204" pitchFamily="34" charset="0"/>
            </a:rPr>
            <a:t> producteurs</a:t>
          </a:r>
          <a:endParaRPr lang="fr-FR" dirty="0"/>
        </a:p>
      </dgm:t>
    </dgm:pt>
    <dgm:pt modelId="{D9FA4EEE-3E79-434C-82E8-9D55641C998A}" type="parTrans" cxnId="{7E8F9394-C1E9-4947-93D0-AF19B3E4CEF2}">
      <dgm:prSet/>
      <dgm:spPr/>
      <dgm:t>
        <a:bodyPr/>
        <a:lstStyle/>
        <a:p>
          <a:endParaRPr lang="fr-FR"/>
        </a:p>
      </dgm:t>
    </dgm:pt>
    <dgm:pt modelId="{E85038DA-7264-3849-BE8A-D4DD039A5152}" type="sibTrans" cxnId="{7E8F9394-C1E9-4947-93D0-AF19B3E4CEF2}">
      <dgm:prSet/>
      <dgm:spPr/>
      <dgm:t>
        <a:bodyPr/>
        <a:lstStyle/>
        <a:p>
          <a:endParaRPr lang="fr-FR"/>
        </a:p>
      </dgm:t>
    </dgm:pt>
    <dgm:pt modelId="{FDD97D2C-8F1E-D748-AC65-675F5D9C5CA0}">
      <dgm:prSet phldrT="[Texte]"/>
      <dgm:spPr>
        <a:solidFill>
          <a:srgbClr val="FF0000"/>
        </a:solidFill>
        <a:ln>
          <a:solidFill>
            <a:srgbClr val="FF0000"/>
          </a:solidFill>
        </a:ln>
      </dgm:spPr>
      <dgm:t>
        <a:bodyPr/>
        <a:lstStyle/>
        <a:p>
          <a:r>
            <a:rPr lang="fr-FR" dirty="0"/>
            <a:t>(</a:t>
          </a:r>
          <a:r>
            <a:rPr lang="fr-FR" dirty="0">
              <a:latin typeface="Arial" panose="020B0604020202020204" pitchFamily="34" charset="0"/>
              <a:cs typeface="Arial" panose="020B0604020202020204" pitchFamily="34" charset="0"/>
            </a:rPr>
            <a:t>Dé)normalisation d’un pivot doit être pris en charge par le demi-flux associé</a:t>
          </a:r>
          <a:endParaRPr lang="fr-FR" dirty="0"/>
        </a:p>
      </dgm:t>
    </dgm:pt>
    <dgm:pt modelId="{04B8E12C-D7C6-2842-B223-84BD29F200EB}" type="parTrans" cxnId="{482D0990-CAE2-194A-A8B2-046E14816172}">
      <dgm:prSet/>
      <dgm:spPr/>
      <dgm:t>
        <a:bodyPr/>
        <a:lstStyle/>
        <a:p>
          <a:endParaRPr lang="fr-FR"/>
        </a:p>
      </dgm:t>
    </dgm:pt>
    <dgm:pt modelId="{6543B53B-FCB9-1C49-A078-F951B25BA51B}" type="sibTrans" cxnId="{482D0990-CAE2-194A-A8B2-046E14816172}">
      <dgm:prSet/>
      <dgm:spPr/>
      <dgm:t>
        <a:bodyPr/>
        <a:lstStyle/>
        <a:p>
          <a:endParaRPr lang="fr-FR"/>
        </a:p>
      </dgm:t>
    </dgm:pt>
    <dgm:pt modelId="{93F725CF-124C-B34A-ADED-14E9CEB5CFAF}" type="pres">
      <dgm:prSet presAssocID="{FA50DF0D-B03F-E640-A24C-3F0CA538C887}" presName="Name0" presStyleCnt="0">
        <dgm:presLayoutVars>
          <dgm:chMax val="7"/>
          <dgm:chPref val="7"/>
          <dgm:dir/>
        </dgm:presLayoutVars>
      </dgm:prSet>
      <dgm:spPr/>
    </dgm:pt>
    <dgm:pt modelId="{B2A51EFB-4691-AF48-8B53-1D56FD01F2BD}" type="pres">
      <dgm:prSet presAssocID="{FA50DF0D-B03F-E640-A24C-3F0CA538C887}" presName="Name1" presStyleCnt="0"/>
      <dgm:spPr/>
    </dgm:pt>
    <dgm:pt modelId="{DA26BAA6-1769-8D4E-9D48-1BA3FD063A2E}" type="pres">
      <dgm:prSet presAssocID="{FA50DF0D-B03F-E640-A24C-3F0CA538C887}" presName="cycle" presStyleCnt="0"/>
      <dgm:spPr/>
    </dgm:pt>
    <dgm:pt modelId="{2AA8F6D2-9989-1645-9879-5EFA00A91DC9}" type="pres">
      <dgm:prSet presAssocID="{FA50DF0D-B03F-E640-A24C-3F0CA538C887}" presName="srcNode" presStyleLbl="node1" presStyleIdx="0" presStyleCnt="7"/>
      <dgm:spPr/>
    </dgm:pt>
    <dgm:pt modelId="{7337F1DA-184D-644F-BCC4-A327CB0FC61C}" type="pres">
      <dgm:prSet presAssocID="{FA50DF0D-B03F-E640-A24C-3F0CA538C887}" presName="conn" presStyleLbl="parChTrans1D2" presStyleIdx="0" presStyleCnt="1"/>
      <dgm:spPr/>
    </dgm:pt>
    <dgm:pt modelId="{0BA55DED-BCA8-0845-9AEB-17EFA26AF069}" type="pres">
      <dgm:prSet presAssocID="{FA50DF0D-B03F-E640-A24C-3F0CA538C887}" presName="extraNode" presStyleLbl="node1" presStyleIdx="0" presStyleCnt="7"/>
      <dgm:spPr/>
    </dgm:pt>
    <dgm:pt modelId="{F8E25E86-1639-1440-AA3B-1073A4770349}" type="pres">
      <dgm:prSet presAssocID="{FA50DF0D-B03F-E640-A24C-3F0CA538C887}" presName="dstNode" presStyleLbl="node1" presStyleIdx="0" presStyleCnt="7"/>
      <dgm:spPr/>
    </dgm:pt>
    <dgm:pt modelId="{D4A07ABA-B5D2-6240-803B-CB85503F893E}" type="pres">
      <dgm:prSet presAssocID="{770939BB-7B0B-364F-A4E1-9D37C6FAB216}" presName="text_1" presStyleLbl="node1" presStyleIdx="0" presStyleCnt="7">
        <dgm:presLayoutVars>
          <dgm:bulletEnabled val="1"/>
        </dgm:presLayoutVars>
      </dgm:prSet>
      <dgm:spPr/>
    </dgm:pt>
    <dgm:pt modelId="{014614F7-37EC-D144-ADF7-A1AF288F6153}" type="pres">
      <dgm:prSet presAssocID="{770939BB-7B0B-364F-A4E1-9D37C6FAB216}" presName="accent_1" presStyleCnt="0"/>
      <dgm:spPr/>
    </dgm:pt>
    <dgm:pt modelId="{8FFB1B02-C7FD-644F-96B6-2DD763D4E494}" type="pres">
      <dgm:prSet presAssocID="{770939BB-7B0B-364F-A4E1-9D37C6FAB216}" presName="accentRepeatNode" presStyleLbl="solidFgAcc1" presStyleIdx="0" presStyleCnt="7"/>
      <dgm:spPr/>
    </dgm:pt>
    <dgm:pt modelId="{B7D7F8A0-C082-5245-9E0C-FA0CA5EFAB34}" type="pres">
      <dgm:prSet presAssocID="{73D3D9D2-6D1C-824C-8502-B7EB3183A146}" presName="text_2" presStyleLbl="node1" presStyleIdx="1" presStyleCnt="7">
        <dgm:presLayoutVars>
          <dgm:bulletEnabled val="1"/>
        </dgm:presLayoutVars>
      </dgm:prSet>
      <dgm:spPr/>
    </dgm:pt>
    <dgm:pt modelId="{0C324B6B-8309-FE43-A548-D1EBF1B3E395}" type="pres">
      <dgm:prSet presAssocID="{73D3D9D2-6D1C-824C-8502-B7EB3183A146}" presName="accent_2" presStyleCnt="0"/>
      <dgm:spPr/>
    </dgm:pt>
    <dgm:pt modelId="{B2182F1A-63F7-2047-9F78-D1CFC1313B59}" type="pres">
      <dgm:prSet presAssocID="{73D3D9D2-6D1C-824C-8502-B7EB3183A146}" presName="accentRepeatNode" presStyleLbl="solidFgAcc1" presStyleIdx="1" presStyleCnt="7"/>
      <dgm:spPr/>
    </dgm:pt>
    <dgm:pt modelId="{A40EF8E8-0491-1947-AF80-9893FD619577}" type="pres">
      <dgm:prSet presAssocID="{FDD97D2C-8F1E-D748-AC65-675F5D9C5CA0}" presName="text_3" presStyleLbl="node1" presStyleIdx="2" presStyleCnt="7">
        <dgm:presLayoutVars>
          <dgm:bulletEnabled val="1"/>
        </dgm:presLayoutVars>
      </dgm:prSet>
      <dgm:spPr/>
    </dgm:pt>
    <dgm:pt modelId="{370BC924-84A7-D848-9847-6FC9982FF945}" type="pres">
      <dgm:prSet presAssocID="{FDD97D2C-8F1E-D748-AC65-675F5D9C5CA0}" presName="accent_3" presStyleCnt="0"/>
      <dgm:spPr/>
    </dgm:pt>
    <dgm:pt modelId="{714907C3-B9DC-4B4F-88CF-F83EB7E9908E}" type="pres">
      <dgm:prSet presAssocID="{FDD97D2C-8F1E-D748-AC65-675F5D9C5CA0}" presName="accentRepeatNode" presStyleLbl="solidFgAcc1" presStyleIdx="2" presStyleCnt="7"/>
      <dgm:spPr>
        <a:ln>
          <a:solidFill>
            <a:srgbClr val="FF0000"/>
          </a:solidFill>
        </a:ln>
      </dgm:spPr>
    </dgm:pt>
    <dgm:pt modelId="{D3A93CBF-BE21-0943-B6EC-13EDA21D3662}" type="pres">
      <dgm:prSet presAssocID="{719D67C6-BE10-284A-8513-AA7CBE8E16AB}" presName="text_4" presStyleLbl="node1" presStyleIdx="3" presStyleCnt="7">
        <dgm:presLayoutVars>
          <dgm:bulletEnabled val="1"/>
        </dgm:presLayoutVars>
      </dgm:prSet>
      <dgm:spPr/>
    </dgm:pt>
    <dgm:pt modelId="{28784E57-F900-824C-8BD3-40031B192CDA}" type="pres">
      <dgm:prSet presAssocID="{719D67C6-BE10-284A-8513-AA7CBE8E16AB}" presName="accent_4" presStyleCnt="0"/>
      <dgm:spPr/>
    </dgm:pt>
    <dgm:pt modelId="{2CA033A7-7397-2548-92F7-CD4590D4F1C5}" type="pres">
      <dgm:prSet presAssocID="{719D67C6-BE10-284A-8513-AA7CBE8E16AB}" presName="accentRepeatNode" presStyleLbl="solidFgAcc1" presStyleIdx="3" presStyleCnt="7"/>
      <dgm:spPr/>
    </dgm:pt>
    <dgm:pt modelId="{B95306B6-5078-8F4E-AC14-B13252B1CD13}" type="pres">
      <dgm:prSet presAssocID="{3994F668-F951-D941-9FBF-B6CA131A83B4}" presName="text_5" presStyleLbl="node1" presStyleIdx="4" presStyleCnt="7">
        <dgm:presLayoutVars>
          <dgm:bulletEnabled val="1"/>
        </dgm:presLayoutVars>
      </dgm:prSet>
      <dgm:spPr/>
    </dgm:pt>
    <dgm:pt modelId="{A5CF2E87-9E32-4944-A76B-C228A3893887}" type="pres">
      <dgm:prSet presAssocID="{3994F668-F951-D941-9FBF-B6CA131A83B4}" presName="accent_5" presStyleCnt="0"/>
      <dgm:spPr/>
    </dgm:pt>
    <dgm:pt modelId="{ED130766-4393-6D4D-A895-0606C0E52868}" type="pres">
      <dgm:prSet presAssocID="{3994F668-F951-D941-9FBF-B6CA131A83B4}" presName="accentRepeatNode" presStyleLbl="solidFgAcc1" presStyleIdx="4" presStyleCnt="7"/>
      <dgm:spPr/>
    </dgm:pt>
    <dgm:pt modelId="{DE23BF6F-3D9F-F440-894C-F8A05AFC7915}" type="pres">
      <dgm:prSet presAssocID="{C2C8BC5E-AF39-E24B-B9CC-5B7726614F51}" presName="text_6" presStyleLbl="node1" presStyleIdx="5" presStyleCnt="7">
        <dgm:presLayoutVars>
          <dgm:bulletEnabled val="1"/>
        </dgm:presLayoutVars>
      </dgm:prSet>
      <dgm:spPr/>
    </dgm:pt>
    <dgm:pt modelId="{8F738869-FE0E-334A-8F4D-4E13D97943ED}" type="pres">
      <dgm:prSet presAssocID="{C2C8BC5E-AF39-E24B-B9CC-5B7726614F51}" presName="accent_6" presStyleCnt="0"/>
      <dgm:spPr/>
    </dgm:pt>
    <dgm:pt modelId="{CE1F4655-4F16-9A44-84F1-F274B2209698}" type="pres">
      <dgm:prSet presAssocID="{C2C8BC5E-AF39-E24B-B9CC-5B7726614F51}" presName="accentRepeatNode" presStyleLbl="solidFgAcc1" presStyleIdx="5" presStyleCnt="7"/>
      <dgm:spPr/>
    </dgm:pt>
    <dgm:pt modelId="{B37D00BA-57F7-F04C-8780-2A2362C46B15}" type="pres">
      <dgm:prSet presAssocID="{7B6E928C-2377-2A4C-94C6-C036167FAE7B}" presName="text_7" presStyleLbl="node1" presStyleIdx="6" presStyleCnt="7">
        <dgm:presLayoutVars>
          <dgm:bulletEnabled val="1"/>
        </dgm:presLayoutVars>
      </dgm:prSet>
      <dgm:spPr/>
    </dgm:pt>
    <dgm:pt modelId="{76CC377E-16E6-CA41-BDAC-A7304DEBE65C}" type="pres">
      <dgm:prSet presAssocID="{7B6E928C-2377-2A4C-94C6-C036167FAE7B}" presName="accent_7" presStyleCnt="0"/>
      <dgm:spPr/>
    </dgm:pt>
    <dgm:pt modelId="{CCBB913C-0A21-9F48-BDD0-114A00F1C4A5}" type="pres">
      <dgm:prSet presAssocID="{7B6E928C-2377-2A4C-94C6-C036167FAE7B}" presName="accentRepeatNode" presStyleLbl="solidFgAcc1" presStyleIdx="6" presStyleCnt="7"/>
      <dgm:spPr/>
    </dgm:pt>
  </dgm:ptLst>
  <dgm:cxnLst>
    <dgm:cxn modelId="{1329E442-21C3-A641-837D-6AB330AC8ABE}" srcId="{FA50DF0D-B03F-E640-A24C-3F0CA538C887}" destId="{770939BB-7B0B-364F-A4E1-9D37C6FAB216}" srcOrd="0" destOrd="0" parTransId="{EA10F30A-69A0-B345-9E69-86FD9343BFE9}" sibTransId="{DDA83751-0CDE-B24D-86AA-0AB291F79ACF}"/>
    <dgm:cxn modelId="{B074EC44-DCEF-574A-9216-08EB241A38FC}" type="presOf" srcId="{719D67C6-BE10-284A-8513-AA7CBE8E16AB}" destId="{D3A93CBF-BE21-0943-B6EC-13EDA21D3662}" srcOrd="0" destOrd="0" presId="urn:microsoft.com/office/officeart/2008/layout/VerticalCurvedList"/>
    <dgm:cxn modelId="{ED934747-072C-064E-B828-31A119515DC9}" type="presOf" srcId="{770939BB-7B0B-364F-A4E1-9D37C6FAB216}" destId="{D4A07ABA-B5D2-6240-803B-CB85503F893E}" srcOrd="0" destOrd="0" presId="urn:microsoft.com/office/officeart/2008/layout/VerticalCurvedList"/>
    <dgm:cxn modelId="{1118D869-62A1-324C-8D7B-05B5C6C030FD}" srcId="{FA50DF0D-B03F-E640-A24C-3F0CA538C887}" destId="{C2C8BC5E-AF39-E24B-B9CC-5B7726614F51}" srcOrd="5" destOrd="0" parTransId="{99745D31-637B-7149-8DA0-4A87EA04E6E8}" sibTransId="{273AEE67-7B54-EF4E-A219-9FCF30C6DB56}"/>
    <dgm:cxn modelId="{D119F371-8846-EC47-B38C-79D80A3FF2A4}" type="presOf" srcId="{DDA83751-0CDE-B24D-86AA-0AB291F79ACF}" destId="{7337F1DA-184D-644F-BCC4-A327CB0FC61C}" srcOrd="0" destOrd="0" presId="urn:microsoft.com/office/officeart/2008/layout/VerticalCurvedList"/>
    <dgm:cxn modelId="{522C3456-6DA6-F541-B452-E1095940318F}" srcId="{FA50DF0D-B03F-E640-A24C-3F0CA538C887}" destId="{73D3D9D2-6D1C-824C-8502-B7EB3183A146}" srcOrd="1" destOrd="0" parTransId="{12ACCAD5-67D6-F549-9391-D1BE6DF34329}" sibTransId="{1ED8A02F-5A2A-AA40-B67A-107951DA70DF}"/>
    <dgm:cxn modelId="{EA0A1F7D-5B5C-994D-9D49-8D3932764F3E}" type="presOf" srcId="{FDD97D2C-8F1E-D748-AC65-675F5D9C5CA0}" destId="{A40EF8E8-0491-1947-AF80-9893FD619577}" srcOrd="0" destOrd="0" presId="urn:microsoft.com/office/officeart/2008/layout/VerticalCurvedList"/>
    <dgm:cxn modelId="{F0E5207E-82DF-224F-9986-DF27A42571C2}" type="presOf" srcId="{FA50DF0D-B03F-E640-A24C-3F0CA538C887}" destId="{93F725CF-124C-B34A-ADED-14E9CEB5CFAF}" srcOrd="0" destOrd="0" presId="urn:microsoft.com/office/officeart/2008/layout/VerticalCurvedList"/>
    <dgm:cxn modelId="{482D0990-CAE2-194A-A8B2-046E14816172}" srcId="{FA50DF0D-B03F-E640-A24C-3F0CA538C887}" destId="{FDD97D2C-8F1E-D748-AC65-675F5D9C5CA0}" srcOrd="2" destOrd="0" parTransId="{04B8E12C-D7C6-2842-B223-84BD29F200EB}" sibTransId="{6543B53B-FCB9-1C49-A078-F951B25BA51B}"/>
    <dgm:cxn modelId="{7E8F9394-C1E9-4947-93D0-AF19B3E4CEF2}" srcId="{FA50DF0D-B03F-E640-A24C-3F0CA538C887}" destId="{3994F668-F951-D941-9FBF-B6CA131A83B4}" srcOrd="4" destOrd="0" parTransId="{D9FA4EEE-3E79-434C-82E8-9D55641C998A}" sibTransId="{E85038DA-7264-3849-BE8A-D4DD039A5152}"/>
    <dgm:cxn modelId="{D1D55BAB-22AE-6D4D-B736-B1B12DF5B57C}" type="presOf" srcId="{3994F668-F951-D941-9FBF-B6CA131A83B4}" destId="{B95306B6-5078-8F4E-AC14-B13252B1CD13}" srcOrd="0" destOrd="0" presId="urn:microsoft.com/office/officeart/2008/layout/VerticalCurvedList"/>
    <dgm:cxn modelId="{6CE14AAF-3F22-7846-BE98-C856B6B4EA90}" type="presOf" srcId="{73D3D9D2-6D1C-824C-8502-B7EB3183A146}" destId="{B7D7F8A0-C082-5245-9E0C-FA0CA5EFAB34}" srcOrd="0" destOrd="0" presId="urn:microsoft.com/office/officeart/2008/layout/VerticalCurvedList"/>
    <dgm:cxn modelId="{DABA2BBC-BCE8-3A42-AA97-93302F8F5B96}" type="presOf" srcId="{7B6E928C-2377-2A4C-94C6-C036167FAE7B}" destId="{B37D00BA-57F7-F04C-8780-2A2362C46B15}" srcOrd="0" destOrd="0" presId="urn:microsoft.com/office/officeart/2008/layout/VerticalCurvedList"/>
    <dgm:cxn modelId="{630E0DBD-BC2A-E04C-B5AA-C4BFDD2F80FE}" type="presOf" srcId="{C2C8BC5E-AF39-E24B-B9CC-5B7726614F51}" destId="{DE23BF6F-3D9F-F440-894C-F8A05AFC7915}" srcOrd="0" destOrd="0" presId="urn:microsoft.com/office/officeart/2008/layout/VerticalCurvedList"/>
    <dgm:cxn modelId="{0042F3BE-46F8-C74F-B7F6-2A614D9C016B}" srcId="{FA50DF0D-B03F-E640-A24C-3F0CA538C887}" destId="{719D67C6-BE10-284A-8513-AA7CBE8E16AB}" srcOrd="3" destOrd="0" parTransId="{B206BC72-4C99-A441-82C6-70867351FDA9}" sibTransId="{ABE6C5FF-4DD6-284C-85B6-3CCA601C0C2C}"/>
    <dgm:cxn modelId="{DB9B4FCB-DC36-844D-9133-527122DEBE8A}" srcId="{FA50DF0D-B03F-E640-A24C-3F0CA538C887}" destId="{7B6E928C-2377-2A4C-94C6-C036167FAE7B}" srcOrd="6" destOrd="0" parTransId="{FDAA7CB4-4F41-494B-933E-1542E4E0E216}" sibTransId="{AAF03ABC-33C7-AE45-A9E7-842DD5D16407}"/>
    <dgm:cxn modelId="{25B3E941-FEFC-3942-8A9C-E66C0E01C02E}" type="presParOf" srcId="{93F725CF-124C-B34A-ADED-14E9CEB5CFAF}" destId="{B2A51EFB-4691-AF48-8B53-1D56FD01F2BD}" srcOrd="0" destOrd="0" presId="urn:microsoft.com/office/officeart/2008/layout/VerticalCurvedList"/>
    <dgm:cxn modelId="{E0CEC164-3BCE-FF4A-B56A-E2DA25FD79D4}" type="presParOf" srcId="{B2A51EFB-4691-AF48-8B53-1D56FD01F2BD}" destId="{DA26BAA6-1769-8D4E-9D48-1BA3FD063A2E}" srcOrd="0" destOrd="0" presId="urn:microsoft.com/office/officeart/2008/layout/VerticalCurvedList"/>
    <dgm:cxn modelId="{4CA8CABC-38C8-0F44-AAA1-967EC8C4810B}" type="presParOf" srcId="{DA26BAA6-1769-8D4E-9D48-1BA3FD063A2E}" destId="{2AA8F6D2-9989-1645-9879-5EFA00A91DC9}" srcOrd="0" destOrd="0" presId="urn:microsoft.com/office/officeart/2008/layout/VerticalCurvedList"/>
    <dgm:cxn modelId="{1FEA6061-FDF6-074F-9C5C-921F84EDE1B1}" type="presParOf" srcId="{DA26BAA6-1769-8D4E-9D48-1BA3FD063A2E}" destId="{7337F1DA-184D-644F-BCC4-A327CB0FC61C}" srcOrd="1" destOrd="0" presId="urn:microsoft.com/office/officeart/2008/layout/VerticalCurvedList"/>
    <dgm:cxn modelId="{36AF75B9-D9D8-8444-BC18-BF12C722C835}" type="presParOf" srcId="{DA26BAA6-1769-8D4E-9D48-1BA3FD063A2E}" destId="{0BA55DED-BCA8-0845-9AEB-17EFA26AF069}" srcOrd="2" destOrd="0" presId="urn:microsoft.com/office/officeart/2008/layout/VerticalCurvedList"/>
    <dgm:cxn modelId="{864577C7-8594-5B48-9BA0-92E4E3078AD2}" type="presParOf" srcId="{DA26BAA6-1769-8D4E-9D48-1BA3FD063A2E}" destId="{F8E25E86-1639-1440-AA3B-1073A4770349}" srcOrd="3" destOrd="0" presId="urn:microsoft.com/office/officeart/2008/layout/VerticalCurvedList"/>
    <dgm:cxn modelId="{664D6DC0-9B77-5845-B59E-8519E284D6CE}" type="presParOf" srcId="{B2A51EFB-4691-AF48-8B53-1D56FD01F2BD}" destId="{D4A07ABA-B5D2-6240-803B-CB85503F893E}" srcOrd="1" destOrd="0" presId="urn:microsoft.com/office/officeart/2008/layout/VerticalCurvedList"/>
    <dgm:cxn modelId="{4E13B1B6-DCBA-4F4D-BFDE-ABB169D2246A}" type="presParOf" srcId="{B2A51EFB-4691-AF48-8B53-1D56FD01F2BD}" destId="{014614F7-37EC-D144-ADF7-A1AF288F6153}" srcOrd="2" destOrd="0" presId="urn:microsoft.com/office/officeart/2008/layout/VerticalCurvedList"/>
    <dgm:cxn modelId="{E45C4956-26AB-2146-B579-A28AD98F9E73}" type="presParOf" srcId="{014614F7-37EC-D144-ADF7-A1AF288F6153}" destId="{8FFB1B02-C7FD-644F-96B6-2DD763D4E494}" srcOrd="0" destOrd="0" presId="urn:microsoft.com/office/officeart/2008/layout/VerticalCurvedList"/>
    <dgm:cxn modelId="{42878FFE-A7A3-1B4A-B1EB-87E0B0719E6F}" type="presParOf" srcId="{B2A51EFB-4691-AF48-8B53-1D56FD01F2BD}" destId="{B7D7F8A0-C082-5245-9E0C-FA0CA5EFAB34}" srcOrd="3" destOrd="0" presId="urn:microsoft.com/office/officeart/2008/layout/VerticalCurvedList"/>
    <dgm:cxn modelId="{7B186DA9-0359-8B4A-92AA-2FF1E641387F}" type="presParOf" srcId="{B2A51EFB-4691-AF48-8B53-1D56FD01F2BD}" destId="{0C324B6B-8309-FE43-A548-D1EBF1B3E395}" srcOrd="4" destOrd="0" presId="urn:microsoft.com/office/officeart/2008/layout/VerticalCurvedList"/>
    <dgm:cxn modelId="{97F29284-D1AD-8C4D-84FF-01CA6BF4B2E4}" type="presParOf" srcId="{0C324B6B-8309-FE43-A548-D1EBF1B3E395}" destId="{B2182F1A-63F7-2047-9F78-D1CFC1313B59}" srcOrd="0" destOrd="0" presId="urn:microsoft.com/office/officeart/2008/layout/VerticalCurvedList"/>
    <dgm:cxn modelId="{821FBCE9-68F1-4A45-B4FB-4EC41A3DF48E}" type="presParOf" srcId="{B2A51EFB-4691-AF48-8B53-1D56FD01F2BD}" destId="{A40EF8E8-0491-1947-AF80-9893FD619577}" srcOrd="5" destOrd="0" presId="urn:microsoft.com/office/officeart/2008/layout/VerticalCurvedList"/>
    <dgm:cxn modelId="{D6E58636-04E7-0644-84BE-795EBEBA5F5A}" type="presParOf" srcId="{B2A51EFB-4691-AF48-8B53-1D56FD01F2BD}" destId="{370BC924-84A7-D848-9847-6FC9982FF945}" srcOrd="6" destOrd="0" presId="urn:microsoft.com/office/officeart/2008/layout/VerticalCurvedList"/>
    <dgm:cxn modelId="{B0A861CD-510D-544B-84DC-9A372F2F222D}" type="presParOf" srcId="{370BC924-84A7-D848-9847-6FC9982FF945}" destId="{714907C3-B9DC-4B4F-88CF-F83EB7E9908E}" srcOrd="0" destOrd="0" presId="urn:microsoft.com/office/officeart/2008/layout/VerticalCurvedList"/>
    <dgm:cxn modelId="{72FF22A8-009B-B340-84E9-5E6CA3C9DD5A}" type="presParOf" srcId="{B2A51EFB-4691-AF48-8B53-1D56FD01F2BD}" destId="{D3A93CBF-BE21-0943-B6EC-13EDA21D3662}" srcOrd="7" destOrd="0" presId="urn:microsoft.com/office/officeart/2008/layout/VerticalCurvedList"/>
    <dgm:cxn modelId="{8722F434-11A5-5F42-A311-73D11AEA47D3}" type="presParOf" srcId="{B2A51EFB-4691-AF48-8B53-1D56FD01F2BD}" destId="{28784E57-F900-824C-8BD3-40031B192CDA}" srcOrd="8" destOrd="0" presId="urn:microsoft.com/office/officeart/2008/layout/VerticalCurvedList"/>
    <dgm:cxn modelId="{32DD8778-1AAA-224C-9AB4-6AC8B378A5DC}" type="presParOf" srcId="{28784E57-F900-824C-8BD3-40031B192CDA}" destId="{2CA033A7-7397-2548-92F7-CD4590D4F1C5}" srcOrd="0" destOrd="0" presId="urn:microsoft.com/office/officeart/2008/layout/VerticalCurvedList"/>
    <dgm:cxn modelId="{9CF5B1DC-09E7-EF42-BF6D-EB7F308382D2}" type="presParOf" srcId="{B2A51EFB-4691-AF48-8B53-1D56FD01F2BD}" destId="{B95306B6-5078-8F4E-AC14-B13252B1CD13}" srcOrd="9" destOrd="0" presId="urn:microsoft.com/office/officeart/2008/layout/VerticalCurvedList"/>
    <dgm:cxn modelId="{51786002-56BC-A04E-A51C-B4B4C890C4C0}" type="presParOf" srcId="{B2A51EFB-4691-AF48-8B53-1D56FD01F2BD}" destId="{A5CF2E87-9E32-4944-A76B-C228A3893887}" srcOrd="10" destOrd="0" presId="urn:microsoft.com/office/officeart/2008/layout/VerticalCurvedList"/>
    <dgm:cxn modelId="{8A5159CA-79ED-8E46-B573-15BE5FBD4A91}" type="presParOf" srcId="{A5CF2E87-9E32-4944-A76B-C228A3893887}" destId="{ED130766-4393-6D4D-A895-0606C0E52868}" srcOrd="0" destOrd="0" presId="urn:microsoft.com/office/officeart/2008/layout/VerticalCurvedList"/>
    <dgm:cxn modelId="{29440ABD-EEC6-154E-816C-9DF2AF549BAE}" type="presParOf" srcId="{B2A51EFB-4691-AF48-8B53-1D56FD01F2BD}" destId="{DE23BF6F-3D9F-F440-894C-F8A05AFC7915}" srcOrd="11" destOrd="0" presId="urn:microsoft.com/office/officeart/2008/layout/VerticalCurvedList"/>
    <dgm:cxn modelId="{65032EA1-27B3-4A4A-B320-E9AA025203DE}" type="presParOf" srcId="{B2A51EFB-4691-AF48-8B53-1D56FD01F2BD}" destId="{8F738869-FE0E-334A-8F4D-4E13D97943ED}" srcOrd="12" destOrd="0" presId="urn:microsoft.com/office/officeart/2008/layout/VerticalCurvedList"/>
    <dgm:cxn modelId="{7C21899F-F37D-5240-8022-958A70D0273D}" type="presParOf" srcId="{8F738869-FE0E-334A-8F4D-4E13D97943ED}" destId="{CE1F4655-4F16-9A44-84F1-F274B2209698}" srcOrd="0" destOrd="0" presId="urn:microsoft.com/office/officeart/2008/layout/VerticalCurvedList"/>
    <dgm:cxn modelId="{BBEF11B2-827E-FF49-9255-6EF6F1164A7C}" type="presParOf" srcId="{B2A51EFB-4691-AF48-8B53-1D56FD01F2BD}" destId="{B37D00BA-57F7-F04C-8780-2A2362C46B15}" srcOrd="13" destOrd="0" presId="urn:microsoft.com/office/officeart/2008/layout/VerticalCurvedList"/>
    <dgm:cxn modelId="{DE02B4C4-0B7A-D446-8BBA-BB9964642B75}" type="presParOf" srcId="{B2A51EFB-4691-AF48-8B53-1D56FD01F2BD}" destId="{76CC377E-16E6-CA41-BDAC-A7304DEBE65C}" srcOrd="14" destOrd="0" presId="urn:microsoft.com/office/officeart/2008/layout/VerticalCurvedList"/>
    <dgm:cxn modelId="{F45A85E5-D0A4-934F-BC86-317B816F0FFC}" type="presParOf" srcId="{76CC377E-16E6-CA41-BDAC-A7304DEBE65C}" destId="{CCBB913C-0A21-9F48-BDD0-114A00F1C4A5}"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777454C-29F6-4FBE-8AE4-278804C8C34D}" type="doc">
      <dgm:prSet loTypeId="urn:microsoft.com/office/officeart/2005/8/layout/vList3" loCatId="list" qsTypeId="urn:microsoft.com/office/officeart/2005/8/quickstyle/simple1" qsCatId="simple" csTypeId="urn:microsoft.com/office/officeart/2005/8/colors/accent0_2" csCatId="mainScheme" phldr="1"/>
      <dgm:spPr/>
      <dgm:t>
        <a:bodyPr/>
        <a:lstStyle/>
        <a:p>
          <a:endParaRPr lang="fr-FR"/>
        </a:p>
      </dgm:t>
    </dgm:pt>
    <dgm:pt modelId="{2B1CDEF1-687D-4298-85D1-2CED0A63BDBB}">
      <dgm:prSet phldrT="[Texte]" custT="1"/>
      <dgm:spPr/>
      <dgm:t>
        <a:bodyPr/>
        <a:lstStyle/>
        <a:p>
          <a:pPr algn="l"/>
          <a:r>
            <a:rPr lang="fr-FR" sz="1800" b="1" i="0" u="none" strike="noStrike" dirty="0">
              <a:solidFill>
                <a:srgbClr val="55565A"/>
              </a:solidFill>
              <a:effectLst/>
              <a:latin typeface="openSans"/>
            </a:rPr>
            <a:t>Les API expérience </a:t>
          </a:r>
          <a:r>
            <a:rPr lang="fr-FR" sz="1800" b="0" i="0" u="none" strike="noStrike" dirty="0">
              <a:solidFill>
                <a:srgbClr val="55565A"/>
              </a:solidFill>
              <a:effectLst/>
              <a:latin typeface="openSans"/>
            </a:rPr>
            <a:t>fournissent un contexte aux données et processus libérés et établis à l'aide d'API système et d'API de processus. Les API d'expérience exposent les données destinées à être utilisées par les cibles prévues, comme les applications mobiles, les portails internes de données client, etc.</a:t>
          </a:r>
        </a:p>
      </dgm:t>
    </dgm:pt>
    <dgm:pt modelId="{7E665CD7-C390-43C7-9617-C81DDF345412}" type="parTrans" cxnId="{1D1692B6-2177-494C-8A5E-2B43856628EF}">
      <dgm:prSet/>
      <dgm:spPr/>
      <dgm:t>
        <a:bodyPr/>
        <a:lstStyle/>
        <a:p>
          <a:endParaRPr lang="fr-FR"/>
        </a:p>
      </dgm:t>
    </dgm:pt>
    <dgm:pt modelId="{E7A41BF6-F4F3-41F1-B392-1F8363AD38DA}" type="sibTrans" cxnId="{1D1692B6-2177-494C-8A5E-2B43856628EF}">
      <dgm:prSet/>
      <dgm:spPr/>
      <dgm:t>
        <a:bodyPr/>
        <a:lstStyle/>
        <a:p>
          <a:endParaRPr lang="fr-FR"/>
        </a:p>
      </dgm:t>
    </dgm:pt>
    <dgm:pt modelId="{68099135-20D5-4B6B-A904-0565D016E37E}">
      <dgm:prSet/>
      <dgm:spPr/>
      <dgm:t>
        <a:bodyPr/>
        <a:lstStyle/>
        <a:p>
          <a:pPr algn="l"/>
          <a:r>
            <a:rPr lang="fr-FR" sz="1800" b="1" dirty="0">
              <a:solidFill>
                <a:srgbClr val="55565A"/>
              </a:solidFill>
              <a:latin typeface="openSans"/>
            </a:rPr>
            <a:t>Les API expérience </a:t>
          </a:r>
          <a:r>
            <a:rPr lang="fr-FR" sz="1800" dirty="0">
              <a:solidFill>
                <a:srgbClr val="55565A"/>
              </a:solidFill>
              <a:latin typeface="openSans"/>
            </a:rPr>
            <a:t>sont le moyen par lequel les données peuvent être reconfigurées afin qu'elles soient : </a:t>
          </a:r>
        </a:p>
      </dgm:t>
    </dgm:pt>
    <dgm:pt modelId="{B7D1172B-BC75-4194-BB2A-24D65AA16C5E}" type="parTrans" cxnId="{694746D9-F857-4544-869C-D7CBDCBD3D89}">
      <dgm:prSet/>
      <dgm:spPr/>
      <dgm:t>
        <a:bodyPr/>
        <a:lstStyle/>
        <a:p>
          <a:endParaRPr lang="fr-FR"/>
        </a:p>
      </dgm:t>
    </dgm:pt>
    <dgm:pt modelId="{3264AE1D-F2F8-4CE5-8BCA-BAAAE9DCB361}" type="sibTrans" cxnId="{694746D9-F857-4544-869C-D7CBDCBD3D89}">
      <dgm:prSet/>
      <dgm:spPr/>
      <dgm:t>
        <a:bodyPr/>
        <a:lstStyle/>
        <a:p>
          <a:endParaRPr lang="fr-FR"/>
        </a:p>
      </dgm:t>
    </dgm:pt>
    <dgm:pt modelId="{3317A572-122C-48E5-BF29-97E8AD5D92DF}">
      <dgm:prSet custT="1"/>
      <dgm:spPr/>
      <dgm:t>
        <a:bodyPr/>
        <a:lstStyle/>
        <a:p>
          <a:pPr algn="l"/>
          <a:r>
            <a:rPr lang="fr-FR" sz="1600" dirty="0">
              <a:solidFill>
                <a:srgbClr val="55565A"/>
              </a:solidFill>
              <a:latin typeface="openSans"/>
            </a:rPr>
            <a:t>le plus facilement consommées par son public cible, le tout à partir d'une source de données commune, plutôt que de mettre en place des intégrations point à point distinctes pour chaque canal. </a:t>
          </a:r>
        </a:p>
      </dgm:t>
    </dgm:pt>
    <dgm:pt modelId="{04C7B6FB-3E91-45B5-976F-FEC94A50627C}" type="parTrans" cxnId="{6BF0A07E-0440-4E75-8782-ECA86CE94E52}">
      <dgm:prSet/>
      <dgm:spPr/>
      <dgm:t>
        <a:bodyPr/>
        <a:lstStyle/>
        <a:p>
          <a:endParaRPr lang="fr-FR"/>
        </a:p>
      </dgm:t>
    </dgm:pt>
    <dgm:pt modelId="{C61BEA82-AC16-4212-8BA8-A6327E32E038}" type="sibTrans" cxnId="{6BF0A07E-0440-4E75-8782-ECA86CE94E52}">
      <dgm:prSet/>
      <dgm:spPr/>
      <dgm:t>
        <a:bodyPr/>
        <a:lstStyle/>
        <a:p>
          <a:endParaRPr lang="fr-FR"/>
        </a:p>
      </dgm:t>
    </dgm:pt>
    <dgm:pt modelId="{0ED94484-6A42-4112-BF67-9372CF31778F}">
      <dgm:prSet custT="1"/>
      <dgm:spPr/>
      <dgm:t>
        <a:bodyPr/>
        <a:lstStyle/>
        <a:p>
          <a:pPr algn="l"/>
          <a:r>
            <a:rPr lang="fr-FR" sz="1600" dirty="0">
              <a:solidFill>
                <a:srgbClr val="55565A"/>
              </a:solidFill>
              <a:latin typeface="openSans"/>
            </a:rPr>
            <a:t>créées avec des principes </a:t>
          </a:r>
          <a:r>
            <a:rPr lang="fr-FR" sz="1600" dirty="0">
              <a:solidFill>
                <a:srgbClr val="00A0DF"/>
              </a:solidFill>
              <a:latin typeface="openSans"/>
            </a:rPr>
            <a:t>de API design First </a:t>
          </a:r>
          <a:r>
            <a:rPr lang="fr-FR" sz="1600" dirty="0">
              <a:solidFill>
                <a:srgbClr val="55565A"/>
              </a:solidFill>
              <a:latin typeface="openSans"/>
            </a:rPr>
            <a:t>où l'API est conçue pour l'expérience utilisateur spécifique à l'esprit et doit être validée par le métier avant l’implémentation.</a:t>
          </a:r>
          <a:endParaRPr lang="fr-FR" sz="1600" b="0" i="0" u="none" strike="noStrike" dirty="0">
            <a:solidFill>
              <a:srgbClr val="55565A"/>
            </a:solidFill>
            <a:effectLst/>
            <a:latin typeface="openSans"/>
          </a:endParaRPr>
        </a:p>
      </dgm:t>
    </dgm:pt>
    <dgm:pt modelId="{2E80B898-B375-4A26-A100-411B55C16446}" type="parTrans" cxnId="{E2A2AE67-2BD4-47E0-9ED5-8BE8E0B0BE3E}">
      <dgm:prSet/>
      <dgm:spPr/>
      <dgm:t>
        <a:bodyPr/>
        <a:lstStyle/>
        <a:p>
          <a:endParaRPr lang="fr-FR"/>
        </a:p>
      </dgm:t>
    </dgm:pt>
    <dgm:pt modelId="{E8C593BF-F2B6-4099-ADFD-06DC97F346A4}" type="sibTrans" cxnId="{E2A2AE67-2BD4-47E0-9ED5-8BE8E0B0BE3E}">
      <dgm:prSet/>
      <dgm:spPr/>
      <dgm:t>
        <a:bodyPr/>
        <a:lstStyle/>
        <a:p>
          <a:endParaRPr lang="fr-FR"/>
        </a:p>
      </dgm:t>
    </dgm:pt>
    <dgm:pt modelId="{A0C63CFC-5743-4598-824C-65CF9C0DCE7B}">
      <dgm:prSet/>
      <dgm:spPr/>
      <dgm:t>
        <a:bodyPr/>
        <a:lstStyle/>
        <a:p>
          <a:pPr algn="l"/>
          <a:r>
            <a:rPr lang="fr-FR" sz="1700" b="1" dirty="0">
              <a:solidFill>
                <a:srgbClr val="55565A"/>
              </a:solidFill>
              <a:latin typeface="openSans"/>
            </a:rPr>
            <a:t>Les API expérience </a:t>
          </a:r>
          <a:r>
            <a:rPr lang="fr-FR" sz="1700" dirty="0">
              <a:solidFill>
                <a:srgbClr val="55565A"/>
              </a:solidFill>
              <a:latin typeface="openSans"/>
            </a:rPr>
            <a:t>sont le moyen par lequel les données peuvent être reconfigurées afin qu'elles soient : </a:t>
          </a:r>
        </a:p>
      </dgm:t>
    </dgm:pt>
    <dgm:pt modelId="{518E957A-5953-4767-A5C6-DADE67C158A7}" type="parTrans" cxnId="{B8F8F3B5-6751-4BA2-95EB-2E2FD950FF0D}">
      <dgm:prSet/>
      <dgm:spPr/>
      <dgm:t>
        <a:bodyPr/>
        <a:lstStyle/>
        <a:p>
          <a:endParaRPr lang="fr-FR"/>
        </a:p>
      </dgm:t>
    </dgm:pt>
    <dgm:pt modelId="{CE15DD72-CE14-4728-87FA-31B225910460}" type="sibTrans" cxnId="{B8F8F3B5-6751-4BA2-95EB-2E2FD950FF0D}">
      <dgm:prSet/>
      <dgm:spPr/>
      <dgm:t>
        <a:bodyPr/>
        <a:lstStyle/>
        <a:p>
          <a:endParaRPr lang="fr-FR"/>
        </a:p>
      </dgm:t>
    </dgm:pt>
    <dgm:pt modelId="{D796FB84-9A16-41EC-BB82-364288DDF429}">
      <dgm:prSet custT="1"/>
      <dgm:spPr/>
      <dgm:t>
        <a:bodyPr/>
        <a:lstStyle/>
        <a:p>
          <a:pPr algn="l"/>
          <a:r>
            <a:rPr lang="fr-FR" sz="1600" b="0" i="0" u="none" strike="noStrike" dirty="0">
              <a:solidFill>
                <a:srgbClr val="55565A"/>
              </a:solidFill>
              <a:effectLst/>
              <a:latin typeface="openSans"/>
            </a:rPr>
            <a:t>une </a:t>
          </a:r>
          <a:r>
            <a:rPr lang="fr-FR" sz="1600" b="1" i="0" u="none" strike="noStrike" dirty="0">
              <a:solidFill>
                <a:srgbClr val="55565A"/>
              </a:solidFill>
              <a:effectLst/>
              <a:latin typeface="openSans"/>
            </a:rPr>
            <a:t>a</a:t>
          </a:r>
          <a:r>
            <a:rPr lang="fr-FR" sz="1600" b="1" dirty="0">
              <a:solidFill>
                <a:srgbClr val="55565A"/>
              </a:solidFill>
              <a:latin typeface="openSans"/>
            </a:rPr>
            <a:t>bstraction de différentes fonctions du point de vue du client API</a:t>
          </a:r>
          <a:r>
            <a:rPr lang="fr-FR" sz="1600" dirty="0">
              <a:solidFill>
                <a:srgbClr val="55565A"/>
              </a:solidFill>
              <a:latin typeface="openSans"/>
            </a:rPr>
            <a:t>, permettant différents attributs configurables pour la pagination, la filtration des champs.</a:t>
          </a:r>
        </a:p>
      </dgm:t>
    </dgm:pt>
    <dgm:pt modelId="{2B00A497-FA62-4924-8EF9-52F356F1401D}" type="parTrans" cxnId="{1D02555D-83F3-40A7-9BDF-2F312484446B}">
      <dgm:prSet/>
      <dgm:spPr/>
      <dgm:t>
        <a:bodyPr/>
        <a:lstStyle/>
        <a:p>
          <a:endParaRPr lang="fr-FR"/>
        </a:p>
      </dgm:t>
    </dgm:pt>
    <dgm:pt modelId="{46A4EBAE-7529-4CC5-A74E-A0EC570CFC46}" type="sibTrans" cxnId="{1D02555D-83F3-40A7-9BDF-2F312484446B}">
      <dgm:prSet/>
      <dgm:spPr/>
      <dgm:t>
        <a:bodyPr/>
        <a:lstStyle/>
        <a:p>
          <a:endParaRPr lang="fr-FR"/>
        </a:p>
      </dgm:t>
    </dgm:pt>
    <dgm:pt modelId="{92F40296-B871-4316-BC98-9C2E9DEF9E25}">
      <dgm:prSet custT="1"/>
      <dgm:spPr/>
      <dgm:t>
        <a:bodyPr/>
        <a:lstStyle/>
        <a:p>
          <a:pPr algn="l"/>
          <a:r>
            <a:rPr lang="fr-FR" sz="1600" dirty="0">
              <a:solidFill>
                <a:srgbClr val="55565A"/>
              </a:solidFill>
              <a:latin typeface="openSans"/>
            </a:rPr>
            <a:t>toutes les responsabilités liées à une fonction de </a:t>
          </a:r>
          <a:r>
            <a:rPr lang="fr-FR" sz="1600" b="1" dirty="0" err="1">
              <a:solidFill>
                <a:srgbClr val="55565A"/>
              </a:solidFill>
              <a:latin typeface="openSans"/>
            </a:rPr>
            <a:t>gate-keeper</a:t>
          </a:r>
          <a:r>
            <a:rPr lang="fr-FR" sz="1600" b="1" dirty="0">
              <a:solidFill>
                <a:srgbClr val="55565A"/>
              </a:solidFill>
              <a:latin typeface="openSans"/>
            </a:rPr>
            <a:t> </a:t>
          </a:r>
          <a:r>
            <a:rPr lang="fr-FR" sz="1600" dirty="0">
              <a:solidFill>
                <a:srgbClr val="55565A"/>
              </a:solidFill>
              <a:latin typeface="openSans"/>
            </a:rPr>
            <a:t>seront effectuées à cette couche - telles que les contrôles SLA. (limitation de débit ou étranglement),  les contrôles de </a:t>
          </a:r>
          <a:r>
            <a:rPr lang="fr-FR" sz="1600" b="1" dirty="0">
              <a:solidFill>
                <a:srgbClr val="55565A"/>
              </a:solidFill>
              <a:latin typeface="openSans"/>
            </a:rPr>
            <a:t>sécurité</a:t>
          </a:r>
          <a:r>
            <a:rPr lang="fr-FR" sz="1600" dirty="0">
              <a:solidFill>
                <a:srgbClr val="55565A"/>
              </a:solidFill>
              <a:latin typeface="openSans"/>
            </a:rPr>
            <a:t>, </a:t>
          </a:r>
          <a:r>
            <a:rPr lang="fr-FR" sz="1600" b="1" dirty="0">
              <a:solidFill>
                <a:srgbClr val="55565A"/>
              </a:solidFill>
              <a:latin typeface="openSans"/>
            </a:rPr>
            <a:t>monétisation</a:t>
          </a:r>
          <a:r>
            <a:rPr lang="fr-FR" sz="1600" dirty="0">
              <a:solidFill>
                <a:srgbClr val="55565A"/>
              </a:solidFill>
              <a:latin typeface="openSans"/>
            </a:rPr>
            <a:t> et autres</a:t>
          </a:r>
        </a:p>
      </dgm:t>
    </dgm:pt>
    <dgm:pt modelId="{3219884C-0826-4FF4-B1E0-C1ACDAAFCED3}" type="parTrans" cxnId="{F81974B4-4F14-4A3E-B388-78BD99202847}">
      <dgm:prSet/>
      <dgm:spPr/>
      <dgm:t>
        <a:bodyPr/>
        <a:lstStyle/>
        <a:p>
          <a:endParaRPr lang="fr-FR"/>
        </a:p>
      </dgm:t>
    </dgm:pt>
    <dgm:pt modelId="{F90B4813-B387-4F58-B866-1F6D6D1B0712}" type="sibTrans" cxnId="{F81974B4-4F14-4A3E-B388-78BD99202847}">
      <dgm:prSet/>
      <dgm:spPr/>
      <dgm:t>
        <a:bodyPr/>
        <a:lstStyle/>
        <a:p>
          <a:endParaRPr lang="fr-FR"/>
        </a:p>
      </dgm:t>
    </dgm:pt>
    <dgm:pt modelId="{EFF734F1-74CE-48B3-AF2E-220B592BAA87}" type="pres">
      <dgm:prSet presAssocID="{6777454C-29F6-4FBE-8AE4-278804C8C34D}" presName="linearFlow" presStyleCnt="0">
        <dgm:presLayoutVars>
          <dgm:dir/>
          <dgm:resizeHandles val="exact"/>
        </dgm:presLayoutVars>
      </dgm:prSet>
      <dgm:spPr/>
    </dgm:pt>
    <dgm:pt modelId="{C14EA24A-2F7B-447B-864E-00AAD23109D7}" type="pres">
      <dgm:prSet presAssocID="{2B1CDEF1-687D-4298-85D1-2CED0A63BDBB}" presName="composite" presStyleCnt="0"/>
      <dgm:spPr/>
    </dgm:pt>
    <dgm:pt modelId="{09B12E97-9CC4-4A92-95EF-E29C0FA54989}" type="pres">
      <dgm:prSet presAssocID="{2B1CDEF1-687D-4298-85D1-2CED0A63BDBB}" presName="imgShp" presStyleLbl="fgImgPlace1" presStyleIdx="0" presStyleCnt="3" custLinFactX="-2388" custLinFactNeighborX="-100000"/>
      <dgm:spPr>
        <a:solidFill>
          <a:srgbClr val="CBDFF3"/>
        </a:solidFill>
      </dgm:spPr>
    </dgm:pt>
    <dgm:pt modelId="{BF61C5EC-6BC5-410F-84E4-6F4E05EDE74B}" type="pres">
      <dgm:prSet presAssocID="{2B1CDEF1-687D-4298-85D1-2CED0A63BDBB}" presName="txShp" presStyleLbl="node1" presStyleIdx="0" presStyleCnt="3" custScaleX="142042" custScaleY="86095" custLinFactNeighborX="4315">
        <dgm:presLayoutVars>
          <dgm:bulletEnabled val="1"/>
        </dgm:presLayoutVars>
      </dgm:prSet>
      <dgm:spPr/>
    </dgm:pt>
    <dgm:pt modelId="{13309EDC-19C2-4A2E-8C6A-97789CC6C666}" type="pres">
      <dgm:prSet presAssocID="{E7A41BF6-F4F3-41F1-B392-1F8363AD38DA}" presName="spacing" presStyleCnt="0"/>
      <dgm:spPr/>
    </dgm:pt>
    <dgm:pt modelId="{43D7F652-E588-4506-9B95-3EB745A246A9}" type="pres">
      <dgm:prSet presAssocID="{68099135-20D5-4B6B-A904-0565D016E37E}" presName="composite" presStyleCnt="0"/>
      <dgm:spPr/>
    </dgm:pt>
    <dgm:pt modelId="{622BD983-0DD9-48E1-8EAC-5793F35E9F99}" type="pres">
      <dgm:prSet presAssocID="{68099135-20D5-4B6B-A904-0565D016E37E}" presName="imgShp" presStyleLbl="fgImgPlace1" presStyleIdx="1" presStyleCnt="3" custLinFactX="-12266" custLinFactNeighborX="-100000"/>
      <dgm:spPr>
        <a:solidFill>
          <a:srgbClr val="CBDFF3"/>
        </a:solidFill>
      </dgm:spPr>
    </dgm:pt>
    <dgm:pt modelId="{03E0B35F-0D67-477D-AD96-B09A8C172E31}" type="pres">
      <dgm:prSet presAssocID="{68099135-20D5-4B6B-A904-0565D016E37E}" presName="txShp" presStyleLbl="node1" presStyleIdx="1" presStyleCnt="3" custScaleX="142516" custLinFactNeighborX="3930" custLinFactNeighborY="-1333">
        <dgm:presLayoutVars>
          <dgm:bulletEnabled val="1"/>
        </dgm:presLayoutVars>
      </dgm:prSet>
      <dgm:spPr/>
    </dgm:pt>
    <dgm:pt modelId="{9ACF4787-C970-47D8-B6F6-AAFD0C25CA76}" type="pres">
      <dgm:prSet presAssocID="{3264AE1D-F2F8-4CE5-8BCA-BAAAE9DCB361}" presName="spacing" presStyleCnt="0"/>
      <dgm:spPr/>
    </dgm:pt>
    <dgm:pt modelId="{1CEC24A7-B87F-45AC-9A80-018FA6DF7717}" type="pres">
      <dgm:prSet presAssocID="{A0C63CFC-5743-4598-824C-65CF9C0DCE7B}" presName="composite" presStyleCnt="0"/>
      <dgm:spPr/>
    </dgm:pt>
    <dgm:pt modelId="{61990927-5F47-42BA-B4F9-81B2511CBE88}" type="pres">
      <dgm:prSet presAssocID="{A0C63CFC-5743-4598-824C-65CF9C0DCE7B}" presName="imgShp" presStyleLbl="fgImgPlace1" presStyleIdx="2" presStyleCnt="3" custLinFactX="-100000" custLinFactNeighborX="-138815"/>
      <dgm:spPr>
        <a:solidFill>
          <a:srgbClr val="CBDFF3"/>
        </a:solidFill>
      </dgm:spPr>
    </dgm:pt>
    <dgm:pt modelId="{A2A138C5-ADD1-4996-B72E-37BF648BCA90}" type="pres">
      <dgm:prSet presAssocID="{A0C63CFC-5743-4598-824C-65CF9C0DCE7B}" presName="txShp" presStyleLbl="node1" presStyleIdx="2" presStyleCnt="3" custScaleX="142042" custLinFactNeighborX="4167" custLinFactNeighborY="177">
        <dgm:presLayoutVars>
          <dgm:bulletEnabled val="1"/>
        </dgm:presLayoutVars>
      </dgm:prSet>
      <dgm:spPr/>
    </dgm:pt>
  </dgm:ptLst>
  <dgm:cxnLst>
    <dgm:cxn modelId="{22FA1C30-31FE-45B0-97D2-2402280B85A4}" type="presOf" srcId="{D796FB84-9A16-41EC-BB82-364288DDF429}" destId="{A2A138C5-ADD1-4996-B72E-37BF648BCA90}" srcOrd="0" destOrd="1" presId="urn:microsoft.com/office/officeart/2005/8/layout/vList3"/>
    <dgm:cxn modelId="{1D02555D-83F3-40A7-9BDF-2F312484446B}" srcId="{A0C63CFC-5743-4598-824C-65CF9C0DCE7B}" destId="{D796FB84-9A16-41EC-BB82-364288DDF429}" srcOrd="0" destOrd="0" parTransId="{2B00A497-FA62-4924-8EF9-52F356F1401D}" sibTransId="{46A4EBAE-7529-4CC5-A74E-A0EC570CFC46}"/>
    <dgm:cxn modelId="{E2A2AE67-2BD4-47E0-9ED5-8BE8E0B0BE3E}" srcId="{68099135-20D5-4B6B-A904-0565D016E37E}" destId="{0ED94484-6A42-4112-BF67-9372CF31778F}" srcOrd="1" destOrd="0" parTransId="{2E80B898-B375-4A26-A100-411B55C16446}" sibTransId="{E8C593BF-F2B6-4099-ADFD-06DC97F346A4}"/>
    <dgm:cxn modelId="{41F1AC48-81DD-463F-A94E-0966F21FBDD5}" type="presOf" srcId="{68099135-20D5-4B6B-A904-0565D016E37E}" destId="{03E0B35F-0D67-477D-AD96-B09A8C172E31}" srcOrd="0" destOrd="0" presId="urn:microsoft.com/office/officeart/2005/8/layout/vList3"/>
    <dgm:cxn modelId="{C73B5474-0798-47D0-9507-D09CE1385900}" type="presOf" srcId="{A0C63CFC-5743-4598-824C-65CF9C0DCE7B}" destId="{A2A138C5-ADD1-4996-B72E-37BF648BCA90}" srcOrd="0" destOrd="0" presId="urn:microsoft.com/office/officeart/2005/8/layout/vList3"/>
    <dgm:cxn modelId="{845E7F78-EF6E-4CC6-8B6D-F9A3B7A0893E}" type="presOf" srcId="{2B1CDEF1-687D-4298-85D1-2CED0A63BDBB}" destId="{BF61C5EC-6BC5-410F-84E4-6F4E05EDE74B}" srcOrd="0" destOrd="0" presId="urn:microsoft.com/office/officeart/2005/8/layout/vList3"/>
    <dgm:cxn modelId="{6BF0A07E-0440-4E75-8782-ECA86CE94E52}" srcId="{68099135-20D5-4B6B-A904-0565D016E37E}" destId="{3317A572-122C-48E5-BF29-97E8AD5D92DF}" srcOrd="0" destOrd="0" parTransId="{04C7B6FB-3E91-45B5-976F-FEC94A50627C}" sibTransId="{C61BEA82-AC16-4212-8BA8-A6327E32E038}"/>
    <dgm:cxn modelId="{83F53299-5555-4743-AFFF-E81913CD6CAC}" type="presOf" srcId="{92F40296-B871-4316-BC98-9C2E9DEF9E25}" destId="{A2A138C5-ADD1-4996-B72E-37BF648BCA90}" srcOrd="0" destOrd="2" presId="urn:microsoft.com/office/officeart/2005/8/layout/vList3"/>
    <dgm:cxn modelId="{A1508E9A-CC9D-41EF-8ED5-1F2A00DAC339}" type="presOf" srcId="{3317A572-122C-48E5-BF29-97E8AD5D92DF}" destId="{03E0B35F-0D67-477D-AD96-B09A8C172E31}" srcOrd="0" destOrd="1" presId="urn:microsoft.com/office/officeart/2005/8/layout/vList3"/>
    <dgm:cxn modelId="{E45D22A5-3056-49A7-AB18-9BEC273FBDBF}" type="presOf" srcId="{6777454C-29F6-4FBE-8AE4-278804C8C34D}" destId="{EFF734F1-74CE-48B3-AF2E-220B592BAA87}" srcOrd="0" destOrd="0" presId="urn:microsoft.com/office/officeart/2005/8/layout/vList3"/>
    <dgm:cxn modelId="{F81974B4-4F14-4A3E-B388-78BD99202847}" srcId="{A0C63CFC-5743-4598-824C-65CF9C0DCE7B}" destId="{92F40296-B871-4316-BC98-9C2E9DEF9E25}" srcOrd="1" destOrd="0" parTransId="{3219884C-0826-4FF4-B1E0-C1ACDAAFCED3}" sibTransId="{F90B4813-B387-4F58-B866-1F6D6D1B0712}"/>
    <dgm:cxn modelId="{B8F8F3B5-6751-4BA2-95EB-2E2FD950FF0D}" srcId="{6777454C-29F6-4FBE-8AE4-278804C8C34D}" destId="{A0C63CFC-5743-4598-824C-65CF9C0DCE7B}" srcOrd="2" destOrd="0" parTransId="{518E957A-5953-4767-A5C6-DADE67C158A7}" sibTransId="{CE15DD72-CE14-4728-87FA-31B225910460}"/>
    <dgm:cxn modelId="{1D1692B6-2177-494C-8A5E-2B43856628EF}" srcId="{6777454C-29F6-4FBE-8AE4-278804C8C34D}" destId="{2B1CDEF1-687D-4298-85D1-2CED0A63BDBB}" srcOrd="0" destOrd="0" parTransId="{7E665CD7-C390-43C7-9617-C81DDF345412}" sibTransId="{E7A41BF6-F4F3-41F1-B392-1F8363AD38DA}"/>
    <dgm:cxn modelId="{917393C5-7D6C-4D12-94C7-5431582DC094}" type="presOf" srcId="{0ED94484-6A42-4112-BF67-9372CF31778F}" destId="{03E0B35F-0D67-477D-AD96-B09A8C172E31}" srcOrd="0" destOrd="2" presId="urn:microsoft.com/office/officeart/2005/8/layout/vList3"/>
    <dgm:cxn modelId="{694746D9-F857-4544-869C-D7CBDCBD3D89}" srcId="{6777454C-29F6-4FBE-8AE4-278804C8C34D}" destId="{68099135-20D5-4B6B-A904-0565D016E37E}" srcOrd="1" destOrd="0" parTransId="{B7D1172B-BC75-4194-BB2A-24D65AA16C5E}" sibTransId="{3264AE1D-F2F8-4CE5-8BCA-BAAAE9DCB361}"/>
    <dgm:cxn modelId="{EEAF490A-C619-4AB7-A72F-E4197508135B}" type="presParOf" srcId="{EFF734F1-74CE-48B3-AF2E-220B592BAA87}" destId="{C14EA24A-2F7B-447B-864E-00AAD23109D7}" srcOrd="0" destOrd="0" presId="urn:microsoft.com/office/officeart/2005/8/layout/vList3"/>
    <dgm:cxn modelId="{1267F833-0EA6-4C50-86E5-ECDE295C049C}" type="presParOf" srcId="{C14EA24A-2F7B-447B-864E-00AAD23109D7}" destId="{09B12E97-9CC4-4A92-95EF-E29C0FA54989}" srcOrd="0" destOrd="0" presId="urn:microsoft.com/office/officeart/2005/8/layout/vList3"/>
    <dgm:cxn modelId="{1C94444C-F2C7-4E52-B07F-D6D6EFE4AEF6}" type="presParOf" srcId="{C14EA24A-2F7B-447B-864E-00AAD23109D7}" destId="{BF61C5EC-6BC5-410F-84E4-6F4E05EDE74B}" srcOrd="1" destOrd="0" presId="urn:microsoft.com/office/officeart/2005/8/layout/vList3"/>
    <dgm:cxn modelId="{B5649DF1-9EF3-4791-9D60-DA4E8BEC8E93}" type="presParOf" srcId="{EFF734F1-74CE-48B3-AF2E-220B592BAA87}" destId="{13309EDC-19C2-4A2E-8C6A-97789CC6C666}" srcOrd="1" destOrd="0" presId="urn:microsoft.com/office/officeart/2005/8/layout/vList3"/>
    <dgm:cxn modelId="{D5F9EBC1-5886-4D6C-B53C-D5F9D41FF18E}" type="presParOf" srcId="{EFF734F1-74CE-48B3-AF2E-220B592BAA87}" destId="{43D7F652-E588-4506-9B95-3EB745A246A9}" srcOrd="2" destOrd="0" presId="urn:microsoft.com/office/officeart/2005/8/layout/vList3"/>
    <dgm:cxn modelId="{BE8676CB-76D2-41CB-8703-1CB0A6734734}" type="presParOf" srcId="{43D7F652-E588-4506-9B95-3EB745A246A9}" destId="{622BD983-0DD9-48E1-8EAC-5793F35E9F99}" srcOrd="0" destOrd="0" presId="urn:microsoft.com/office/officeart/2005/8/layout/vList3"/>
    <dgm:cxn modelId="{615164B2-6DEB-41D8-8136-523B65DE486A}" type="presParOf" srcId="{43D7F652-E588-4506-9B95-3EB745A246A9}" destId="{03E0B35F-0D67-477D-AD96-B09A8C172E31}" srcOrd="1" destOrd="0" presId="urn:microsoft.com/office/officeart/2005/8/layout/vList3"/>
    <dgm:cxn modelId="{ED34D9D8-1EBE-48F7-A4AF-EF7AD7F20579}" type="presParOf" srcId="{EFF734F1-74CE-48B3-AF2E-220B592BAA87}" destId="{9ACF4787-C970-47D8-B6F6-AAFD0C25CA76}" srcOrd="3" destOrd="0" presId="urn:microsoft.com/office/officeart/2005/8/layout/vList3"/>
    <dgm:cxn modelId="{920773CF-C08F-4166-A0D3-0EC0A858F4A2}" type="presParOf" srcId="{EFF734F1-74CE-48B3-AF2E-220B592BAA87}" destId="{1CEC24A7-B87F-45AC-9A80-018FA6DF7717}" srcOrd="4" destOrd="0" presId="urn:microsoft.com/office/officeart/2005/8/layout/vList3"/>
    <dgm:cxn modelId="{2239E36A-5961-4710-BFAC-6132AF713E0F}" type="presParOf" srcId="{1CEC24A7-B87F-45AC-9A80-018FA6DF7717}" destId="{61990927-5F47-42BA-B4F9-81B2511CBE88}" srcOrd="0" destOrd="0" presId="urn:microsoft.com/office/officeart/2005/8/layout/vList3"/>
    <dgm:cxn modelId="{99559048-519A-4AD4-AECC-8537C211CD4E}" type="presParOf" srcId="{1CEC24A7-B87F-45AC-9A80-018FA6DF7717}" destId="{A2A138C5-ADD1-4996-B72E-37BF648BCA90}" srcOrd="1" destOrd="0" presId="urn:microsoft.com/office/officeart/2005/8/layout/vList3"/>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777454C-29F6-4FBE-8AE4-278804C8C34D}" type="doc">
      <dgm:prSet loTypeId="urn:microsoft.com/office/officeart/2005/8/layout/vList3" loCatId="list" qsTypeId="urn:microsoft.com/office/officeart/2005/8/quickstyle/simple1" qsCatId="simple" csTypeId="urn:microsoft.com/office/officeart/2005/8/colors/accent0_2" csCatId="mainScheme" phldr="1"/>
      <dgm:spPr/>
      <dgm:t>
        <a:bodyPr/>
        <a:lstStyle/>
        <a:p>
          <a:endParaRPr lang="fr-FR"/>
        </a:p>
      </dgm:t>
    </dgm:pt>
    <dgm:pt modelId="{2B1CDEF1-687D-4298-85D1-2CED0A63BDBB}">
      <dgm:prSet phldrT="[Texte]" custT="1"/>
      <dgm:spPr/>
      <dgm:t>
        <a:bodyPr/>
        <a:lstStyle/>
        <a:p>
          <a:pPr algn="l"/>
          <a:r>
            <a:rPr lang="fr-FR" sz="1800" b="1" i="0" u="none" strike="noStrike" dirty="0">
              <a:solidFill>
                <a:srgbClr val="55565A"/>
              </a:solidFill>
              <a:effectLst/>
              <a:latin typeface="openSans"/>
            </a:rPr>
            <a:t>Les API </a:t>
          </a:r>
          <a:r>
            <a:rPr lang="fr-FR" sz="1800" b="1" dirty="0">
              <a:solidFill>
                <a:srgbClr val="55565A"/>
              </a:solidFill>
              <a:latin typeface="openSans"/>
            </a:rPr>
            <a:t>processus </a:t>
          </a:r>
          <a:r>
            <a:rPr lang="fr-FR" sz="1800" dirty="0">
              <a:solidFill>
                <a:srgbClr val="55565A"/>
              </a:solidFill>
              <a:latin typeface="openSans"/>
            </a:rPr>
            <a:t>interagissent avec les API systèmes et façonnent les données au sein d'un seul système ou entre les systèmes (en brisant les silos de données) et sont créées ici sans dépendre des systèmes sources d'où proviennent ces données, ainsi que des canaux cibles par lesquels ces données sont livrées</a:t>
          </a:r>
          <a:r>
            <a:rPr lang="fr-FR" sz="1800" b="0" i="0" u="none" strike="noStrike" dirty="0">
              <a:solidFill>
                <a:srgbClr val="55565A"/>
              </a:solidFill>
              <a:effectLst/>
              <a:latin typeface="openSans"/>
            </a:rPr>
            <a:t>.</a:t>
          </a:r>
        </a:p>
      </dgm:t>
    </dgm:pt>
    <dgm:pt modelId="{7E665CD7-C390-43C7-9617-C81DDF345412}" type="parTrans" cxnId="{1D1692B6-2177-494C-8A5E-2B43856628EF}">
      <dgm:prSet/>
      <dgm:spPr/>
      <dgm:t>
        <a:bodyPr/>
        <a:lstStyle/>
        <a:p>
          <a:endParaRPr lang="fr-FR"/>
        </a:p>
      </dgm:t>
    </dgm:pt>
    <dgm:pt modelId="{E7A41BF6-F4F3-41F1-B392-1F8363AD38DA}" type="sibTrans" cxnId="{1D1692B6-2177-494C-8A5E-2B43856628EF}">
      <dgm:prSet/>
      <dgm:spPr/>
      <dgm:t>
        <a:bodyPr/>
        <a:lstStyle/>
        <a:p>
          <a:endParaRPr lang="fr-FR"/>
        </a:p>
      </dgm:t>
    </dgm:pt>
    <dgm:pt modelId="{68099135-20D5-4B6B-A904-0565D016E37E}">
      <dgm:prSet/>
      <dgm:spPr/>
      <dgm:t>
        <a:bodyPr/>
        <a:lstStyle/>
        <a:p>
          <a:pPr algn="l"/>
          <a:r>
            <a:rPr lang="fr-FR" sz="1800" b="1" dirty="0">
              <a:solidFill>
                <a:srgbClr val="55565A"/>
              </a:solidFill>
              <a:latin typeface="openSans"/>
            </a:rPr>
            <a:t>Les API processus </a:t>
          </a:r>
          <a:r>
            <a:rPr lang="fr-FR" sz="1800" dirty="0">
              <a:solidFill>
                <a:srgbClr val="55565A"/>
              </a:solidFill>
              <a:latin typeface="openSans"/>
            </a:rPr>
            <a:t>sont responsables de : </a:t>
          </a:r>
        </a:p>
      </dgm:t>
    </dgm:pt>
    <dgm:pt modelId="{B7D1172B-BC75-4194-BB2A-24D65AA16C5E}" type="parTrans" cxnId="{694746D9-F857-4544-869C-D7CBDCBD3D89}">
      <dgm:prSet/>
      <dgm:spPr/>
      <dgm:t>
        <a:bodyPr/>
        <a:lstStyle/>
        <a:p>
          <a:endParaRPr lang="fr-FR"/>
        </a:p>
      </dgm:t>
    </dgm:pt>
    <dgm:pt modelId="{3264AE1D-F2F8-4CE5-8BCA-BAAAE9DCB361}" type="sibTrans" cxnId="{694746D9-F857-4544-869C-D7CBDCBD3D89}">
      <dgm:prSet/>
      <dgm:spPr/>
      <dgm:t>
        <a:bodyPr/>
        <a:lstStyle/>
        <a:p>
          <a:endParaRPr lang="fr-FR"/>
        </a:p>
      </dgm:t>
    </dgm:pt>
    <dgm:pt modelId="{0ED94484-6A42-4112-BF67-9372CF31778F}">
      <dgm:prSet custT="1"/>
      <dgm:spPr/>
      <dgm:t>
        <a:bodyPr/>
        <a:lstStyle/>
        <a:p>
          <a:pPr algn="l"/>
          <a:r>
            <a:rPr lang="fr-FR" sz="1800" dirty="0">
              <a:solidFill>
                <a:srgbClr val="55565A"/>
              </a:solidFill>
              <a:latin typeface="openSans"/>
            </a:rPr>
            <a:t>L’exposition des données à l’API Expérience en amont de manière fiable et sécurisée</a:t>
          </a:r>
          <a:r>
            <a:rPr lang="fr-FR" sz="1600" dirty="0">
              <a:solidFill>
                <a:srgbClr val="55565A"/>
              </a:solidFill>
              <a:latin typeface="openSans"/>
            </a:rPr>
            <a:t>.</a:t>
          </a:r>
          <a:endParaRPr lang="fr-FR" sz="1600" b="0" i="0" u="none" strike="noStrike" dirty="0">
            <a:solidFill>
              <a:srgbClr val="55565A"/>
            </a:solidFill>
            <a:effectLst/>
            <a:latin typeface="openSans"/>
          </a:endParaRPr>
        </a:p>
      </dgm:t>
    </dgm:pt>
    <dgm:pt modelId="{2E80B898-B375-4A26-A100-411B55C16446}" type="parTrans" cxnId="{E2A2AE67-2BD4-47E0-9ED5-8BE8E0B0BE3E}">
      <dgm:prSet/>
      <dgm:spPr/>
      <dgm:t>
        <a:bodyPr/>
        <a:lstStyle/>
        <a:p>
          <a:endParaRPr lang="fr-FR"/>
        </a:p>
      </dgm:t>
    </dgm:pt>
    <dgm:pt modelId="{E8C593BF-F2B6-4099-ADFD-06DC97F346A4}" type="sibTrans" cxnId="{E2A2AE67-2BD4-47E0-9ED5-8BE8E0B0BE3E}">
      <dgm:prSet/>
      <dgm:spPr/>
      <dgm:t>
        <a:bodyPr/>
        <a:lstStyle/>
        <a:p>
          <a:endParaRPr lang="fr-FR"/>
        </a:p>
      </dgm:t>
    </dgm:pt>
    <dgm:pt modelId="{A0C63CFC-5743-4598-824C-65CF9C0DCE7B}">
      <dgm:prSet custT="1"/>
      <dgm:spPr/>
      <dgm:t>
        <a:bodyPr/>
        <a:lstStyle/>
        <a:p>
          <a:pPr algn="l"/>
          <a:r>
            <a:rPr lang="fr-FR" sz="1800" b="1" dirty="0">
              <a:solidFill>
                <a:srgbClr val="55565A"/>
              </a:solidFill>
              <a:latin typeface="openSans"/>
            </a:rPr>
            <a:t>Les API </a:t>
          </a:r>
          <a:r>
            <a:rPr lang="fr-FR" sz="1800" b="1" dirty="0" err="1">
              <a:solidFill>
                <a:srgbClr val="55565A"/>
              </a:solidFill>
              <a:latin typeface="openSans"/>
            </a:rPr>
            <a:t>prcessus</a:t>
          </a:r>
          <a:r>
            <a:rPr lang="fr-FR" sz="1800" b="1" dirty="0">
              <a:solidFill>
                <a:srgbClr val="55565A"/>
              </a:solidFill>
              <a:latin typeface="openSans"/>
            </a:rPr>
            <a:t> </a:t>
          </a:r>
          <a:r>
            <a:rPr lang="fr-FR" sz="1800" dirty="0">
              <a:solidFill>
                <a:srgbClr val="55565A"/>
              </a:solidFill>
              <a:latin typeface="openSans"/>
            </a:rPr>
            <a:t>ne sont pas obligatoires mais permettent de faire de la composition de services à valeur ajoutés fournis par les producteurs.</a:t>
          </a:r>
        </a:p>
      </dgm:t>
    </dgm:pt>
    <dgm:pt modelId="{518E957A-5953-4767-A5C6-DADE67C158A7}" type="parTrans" cxnId="{B8F8F3B5-6751-4BA2-95EB-2E2FD950FF0D}">
      <dgm:prSet/>
      <dgm:spPr/>
      <dgm:t>
        <a:bodyPr/>
        <a:lstStyle/>
        <a:p>
          <a:endParaRPr lang="fr-FR"/>
        </a:p>
      </dgm:t>
    </dgm:pt>
    <dgm:pt modelId="{CE15DD72-CE14-4728-87FA-31B225910460}" type="sibTrans" cxnId="{B8F8F3B5-6751-4BA2-95EB-2E2FD950FF0D}">
      <dgm:prSet/>
      <dgm:spPr/>
      <dgm:t>
        <a:bodyPr/>
        <a:lstStyle/>
        <a:p>
          <a:endParaRPr lang="fr-FR"/>
        </a:p>
      </dgm:t>
    </dgm:pt>
    <dgm:pt modelId="{3317A572-122C-48E5-BF29-97E8AD5D92DF}">
      <dgm:prSet custT="1"/>
      <dgm:spPr/>
      <dgm:t>
        <a:bodyPr/>
        <a:lstStyle/>
        <a:p>
          <a:pPr algn="l"/>
          <a:r>
            <a:rPr lang="fr-FR" sz="1800" dirty="0">
              <a:solidFill>
                <a:srgbClr val="55565A"/>
              </a:solidFill>
              <a:latin typeface="openSans"/>
            </a:rPr>
            <a:t>L’orchestration de plusieurs APIs en aval (c’est-à-dire de la collecte des données de plusieurs APIs en aval).</a:t>
          </a:r>
        </a:p>
      </dgm:t>
    </dgm:pt>
    <dgm:pt modelId="{C61BEA82-AC16-4212-8BA8-A6327E32E038}" type="sibTrans" cxnId="{6BF0A07E-0440-4E75-8782-ECA86CE94E52}">
      <dgm:prSet/>
      <dgm:spPr/>
      <dgm:t>
        <a:bodyPr/>
        <a:lstStyle/>
        <a:p>
          <a:endParaRPr lang="fr-FR"/>
        </a:p>
      </dgm:t>
    </dgm:pt>
    <dgm:pt modelId="{04C7B6FB-3E91-45B5-976F-FEC94A50627C}" type="parTrans" cxnId="{6BF0A07E-0440-4E75-8782-ECA86CE94E52}">
      <dgm:prSet/>
      <dgm:spPr/>
      <dgm:t>
        <a:bodyPr/>
        <a:lstStyle/>
        <a:p>
          <a:endParaRPr lang="fr-FR"/>
        </a:p>
      </dgm:t>
    </dgm:pt>
    <dgm:pt modelId="{11BBF346-30CF-433E-AC9D-C2152884DA78}">
      <dgm:prSet custT="1"/>
      <dgm:spPr/>
      <dgm:t>
        <a:bodyPr/>
        <a:lstStyle/>
        <a:p>
          <a:pPr algn="l"/>
          <a:r>
            <a:rPr lang="fr-FR" sz="1800" dirty="0">
              <a:solidFill>
                <a:srgbClr val="55565A"/>
              </a:solidFill>
              <a:latin typeface="openSans"/>
            </a:rPr>
            <a:t> L’agrégation de données, du routage, de la gestion de erreurs.</a:t>
          </a:r>
        </a:p>
      </dgm:t>
    </dgm:pt>
    <dgm:pt modelId="{2D08175D-C30D-4013-A527-BE511C834AC8}" type="parTrans" cxnId="{73886757-F6E9-45B0-A80C-08D811CF2C1E}">
      <dgm:prSet/>
      <dgm:spPr/>
      <dgm:t>
        <a:bodyPr/>
        <a:lstStyle/>
        <a:p>
          <a:endParaRPr lang="fr-FR"/>
        </a:p>
      </dgm:t>
    </dgm:pt>
    <dgm:pt modelId="{24958C13-0B46-411B-8BCA-46B545F49327}" type="sibTrans" cxnId="{73886757-F6E9-45B0-A80C-08D811CF2C1E}">
      <dgm:prSet/>
      <dgm:spPr/>
      <dgm:t>
        <a:bodyPr/>
        <a:lstStyle/>
        <a:p>
          <a:endParaRPr lang="fr-FR"/>
        </a:p>
      </dgm:t>
    </dgm:pt>
    <dgm:pt modelId="{EFF734F1-74CE-48B3-AF2E-220B592BAA87}" type="pres">
      <dgm:prSet presAssocID="{6777454C-29F6-4FBE-8AE4-278804C8C34D}" presName="linearFlow" presStyleCnt="0">
        <dgm:presLayoutVars>
          <dgm:dir/>
          <dgm:resizeHandles val="exact"/>
        </dgm:presLayoutVars>
      </dgm:prSet>
      <dgm:spPr/>
    </dgm:pt>
    <dgm:pt modelId="{C14EA24A-2F7B-447B-864E-00AAD23109D7}" type="pres">
      <dgm:prSet presAssocID="{2B1CDEF1-687D-4298-85D1-2CED0A63BDBB}" presName="composite" presStyleCnt="0"/>
      <dgm:spPr/>
    </dgm:pt>
    <dgm:pt modelId="{09B12E97-9CC4-4A92-95EF-E29C0FA54989}" type="pres">
      <dgm:prSet presAssocID="{2B1CDEF1-687D-4298-85D1-2CED0A63BDBB}" presName="imgShp" presStyleLbl="fgImgPlace1" presStyleIdx="0" presStyleCnt="3" custLinFactX="-2388" custLinFactNeighborX="-100000"/>
      <dgm:spPr>
        <a:solidFill>
          <a:srgbClr val="CBDFF3"/>
        </a:solidFill>
      </dgm:spPr>
    </dgm:pt>
    <dgm:pt modelId="{BF61C5EC-6BC5-410F-84E4-6F4E05EDE74B}" type="pres">
      <dgm:prSet presAssocID="{2B1CDEF1-687D-4298-85D1-2CED0A63BDBB}" presName="txShp" presStyleLbl="node1" presStyleIdx="0" presStyleCnt="3" custScaleX="142042" custLinFactNeighborX="4315">
        <dgm:presLayoutVars>
          <dgm:bulletEnabled val="1"/>
        </dgm:presLayoutVars>
      </dgm:prSet>
      <dgm:spPr/>
    </dgm:pt>
    <dgm:pt modelId="{13309EDC-19C2-4A2E-8C6A-97789CC6C666}" type="pres">
      <dgm:prSet presAssocID="{E7A41BF6-F4F3-41F1-B392-1F8363AD38DA}" presName="spacing" presStyleCnt="0"/>
      <dgm:spPr/>
    </dgm:pt>
    <dgm:pt modelId="{43D7F652-E588-4506-9B95-3EB745A246A9}" type="pres">
      <dgm:prSet presAssocID="{68099135-20D5-4B6B-A904-0565D016E37E}" presName="composite" presStyleCnt="0"/>
      <dgm:spPr/>
    </dgm:pt>
    <dgm:pt modelId="{622BD983-0DD9-48E1-8EAC-5793F35E9F99}" type="pres">
      <dgm:prSet presAssocID="{68099135-20D5-4B6B-A904-0565D016E37E}" presName="imgShp" presStyleLbl="fgImgPlace1" presStyleIdx="1" presStyleCnt="3" custLinFactX="-12266" custLinFactNeighborX="-100000"/>
      <dgm:spPr>
        <a:solidFill>
          <a:srgbClr val="CBDFF3"/>
        </a:solidFill>
      </dgm:spPr>
    </dgm:pt>
    <dgm:pt modelId="{03E0B35F-0D67-477D-AD96-B09A8C172E31}" type="pres">
      <dgm:prSet presAssocID="{68099135-20D5-4B6B-A904-0565D016E37E}" presName="txShp" presStyleLbl="node1" presStyleIdx="1" presStyleCnt="3" custScaleX="142516" custScaleY="115776" custLinFactNeighborX="3930" custLinFactNeighborY="-1333">
        <dgm:presLayoutVars>
          <dgm:bulletEnabled val="1"/>
        </dgm:presLayoutVars>
      </dgm:prSet>
      <dgm:spPr/>
    </dgm:pt>
    <dgm:pt modelId="{9ACF4787-C970-47D8-B6F6-AAFD0C25CA76}" type="pres">
      <dgm:prSet presAssocID="{3264AE1D-F2F8-4CE5-8BCA-BAAAE9DCB361}" presName="spacing" presStyleCnt="0"/>
      <dgm:spPr/>
    </dgm:pt>
    <dgm:pt modelId="{1CEC24A7-B87F-45AC-9A80-018FA6DF7717}" type="pres">
      <dgm:prSet presAssocID="{A0C63CFC-5743-4598-824C-65CF9C0DCE7B}" presName="composite" presStyleCnt="0"/>
      <dgm:spPr/>
    </dgm:pt>
    <dgm:pt modelId="{61990927-5F47-42BA-B4F9-81B2511CBE88}" type="pres">
      <dgm:prSet presAssocID="{A0C63CFC-5743-4598-824C-65CF9C0DCE7B}" presName="imgShp" presStyleLbl="fgImgPlace1" presStyleIdx="2" presStyleCnt="3" custLinFactX="-100000" custLinFactNeighborX="-138815"/>
      <dgm:spPr>
        <a:solidFill>
          <a:srgbClr val="CBDFF3"/>
        </a:solidFill>
      </dgm:spPr>
    </dgm:pt>
    <dgm:pt modelId="{A2A138C5-ADD1-4996-B72E-37BF648BCA90}" type="pres">
      <dgm:prSet presAssocID="{A0C63CFC-5743-4598-824C-65CF9C0DCE7B}" presName="txShp" presStyleLbl="node1" presStyleIdx="2" presStyleCnt="3" custScaleX="142042" custLinFactNeighborX="4167" custLinFactNeighborY="177">
        <dgm:presLayoutVars>
          <dgm:bulletEnabled val="1"/>
        </dgm:presLayoutVars>
      </dgm:prSet>
      <dgm:spPr/>
    </dgm:pt>
  </dgm:ptLst>
  <dgm:cxnLst>
    <dgm:cxn modelId="{D83FDD2A-3336-43F4-9EB2-AFBA6ACF643C}" type="presOf" srcId="{11BBF346-30CF-433E-AC9D-C2152884DA78}" destId="{03E0B35F-0D67-477D-AD96-B09A8C172E31}" srcOrd="0" destOrd="2" presId="urn:microsoft.com/office/officeart/2005/8/layout/vList3"/>
    <dgm:cxn modelId="{E2A2AE67-2BD4-47E0-9ED5-8BE8E0B0BE3E}" srcId="{68099135-20D5-4B6B-A904-0565D016E37E}" destId="{0ED94484-6A42-4112-BF67-9372CF31778F}" srcOrd="2" destOrd="0" parTransId="{2E80B898-B375-4A26-A100-411B55C16446}" sibTransId="{E8C593BF-F2B6-4099-ADFD-06DC97F346A4}"/>
    <dgm:cxn modelId="{41F1AC48-81DD-463F-A94E-0966F21FBDD5}" type="presOf" srcId="{68099135-20D5-4B6B-A904-0565D016E37E}" destId="{03E0B35F-0D67-477D-AD96-B09A8C172E31}" srcOrd="0" destOrd="0" presId="urn:microsoft.com/office/officeart/2005/8/layout/vList3"/>
    <dgm:cxn modelId="{C73B5474-0798-47D0-9507-D09CE1385900}" type="presOf" srcId="{A0C63CFC-5743-4598-824C-65CF9C0DCE7B}" destId="{A2A138C5-ADD1-4996-B72E-37BF648BCA90}" srcOrd="0" destOrd="0" presId="urn:microsoft.com/office/officeart/2005/8/layout/vList3"/>
    <dgm:cxn modelId="{73886757-F6E9-45B0-A80C-08D811CF2C1E}" srcId="{68099135-20D5-4B6B-A904-0565D016E37E}" destId="{11BBF346-30CF-433E-AC9D-C2152884DA78}" srcOrd="1" destOrd="0" parTransId="{2D08175D-C30D-4013-A527-BE511C834AC8}" sibTransId="{24958C13-0B46-411B-8BCA-46B545F49327}"/>
    <dgm:cxn modelId="{845E7F78-EF6E-4CC6-8B6D-F9A3B7A0893E}" type="presOf" srcId="{2B1CDEF1-687D-4298-85D1-2CED0A63BDBB}" destId="{BF61C5EC-6BC5-410F-84E4-6F4E05EDE74B}" srcOrd="0" destOrd="0" presId="urn:microsoft.com/office/officeart/2005/8/layout/vList3"/>
    <dgm:cxn modelId="{6BF0A07E-0440-4E75-8782-ECA86CE94E52}" srcId="{68099135-20D5-4B6B-A904-0565D016E37E}" destId="{3317A572-122C-48E5-BF29-97E8AD5D92DF}" srcOrd="0" destOrd="0" parTransId="{04C7B6FB-3E91-45B5-976F-FEC94A50627C}" sibTransId="{C61BEA82-AC16-4212-8BA8-A6327E32E038}"/>
    <dgm:cxn modelId="{A1508E9A-CC9D-41EF-8ED5-1F2A00DAC339}" type="presOf" srcId="{3317A572-122C-48E5-BF29-97E8AD5D92DF}" destId="{03E0B35F-0D67-477D-AD96-B09A8C172E31}" srcOrd="0" destOrd="1" presId="urn:microsoft.com/office/officeart/2005/8/layout/vList3"/>
    <dgm:cxn modelId="{E45D22A5-3056-49A7-AB18-9BEC273FBDBF}" type="presOf" srcId="{6777454C-29F6-4FBE-8AE4-278804C8C34D}" destId="{EFF734F1-74CE-48B3-AF2E-220B592BAA87}" srcOrd="0" destOrd="0" presId="urn:microsoft.com/office/officeart/2005/8/layout/vList3"/>
    <dgm:cxn modelId="{B8F8F3B5-6751-4BA2-95EB-2E2FD950FF0D}" srcId="{6777454C-29F6-4FBE-8AE4-278804C8C34D}" destId="{A0C63CFC-5743-4598-824C-65CF9C0DCE7B}" srcOrd="2" destOrd="0" parTransId="{518E957A-5953-4767-A5C6-DADE67C158A7}" sibTransId="{CE15DD72-CE14-4728-87FA-31B225910460}"/>
    <dgm:cxn modelId="{1D1692B6-2177-494C-8A5E-2B43856628EF}" srcId="{6777454C-29F6-4FBE-8AE4-278804C8C34D}" destId="{2B1CDEF1-687D-4298-85D1-2CED0A63BDBB}" srcOrd="0" destOrd="0" parTransId="{7E665CD7-C390-43C7-9617-C81DDF345412}" sibTransId="{E7A41BF6-F4F3-41F1-B392-1F8363AD38DA}"/>
    <dgm:cxn modelId="{917393C5-7D6C-4D12-94C7-5431582DC094}" type="presOf" srcId="{0ED94484-6A42-4112-BF67-9372CF31778F}" destId="{03E0B35F-0D67-477D-AD96-B09A8C172E31}" srcOrd="0" destOrd="3" presId="urn:microsoft.com/office/officeart/2005/8/layout/vList3"/>
    <dgm:cxn modelId="{694746D9-F857-4544-869C-D7CBDCBD3D89}" srcId="{6777454C-29F6-4FBE-8AE4-278804C8C34D}" destId="{68099135-20D5-4B6B-A904-0565D016E37E}" srcOrd="1" destOrd="0" parTransId="{B7D1172B-BC75-4194-BB2A-24D65AA16C5E}" sibTransId="{3264AE1D-F2F8-4CE5-8BCA-BAAAE9DCB361}"/>
    <dgm:cxn modelId="{EEAF490A-C619-4AB7-A72F-E4197508135B}" type="presParOf" srcId="{EFF734F1-74CE-48B3-AF2E-220B592BAA87}" destId="{C14EA24A-2F7B-447B-864E-00AAD23109D7}" srcOrd="0" destOrd="0" presId="urn:microsoft.com/office/officeart/2005/8/layout/vList3"/>
    <dgm:cxn modelId="{1267F833-0EA6-4C50-86E5-ECDE295C049C}" type="presParOf" srcId="{C14EA24A-2F7B-447B-864E-00AAD23109D7}" destId="{09B12E97-9CC4-4A92-95EF-E29C0FA54989}" srcOrd="0" destOrd="0" presId="urn:microsoft.com/office/officeart/2005/8/layout/vList3"/>
    <dgm:cxn modelId="{1C94444C-F2C7-4E52-B07F-D6D6EFE4AEF6}" type="presParOf" srcId="{C14EA24A-2F7B-447B-864E-00AAD23109D7}" destId="{BF61C5EC-6BC5-410F-84E4-6F4E05EDE74B}" srcOrd="1" destOrd="0" presId="urn:microsoft.com/office/officeart/2005/8/layout/vList3"/>
    <dgm:cxn modelId="{B5649DF1-9EF3-4791-9D60-DA4E8BEC8E93}" type="presParOf" srcId="{EFF734F1-74CE-48B3-AF2E-220B592BAA87}" destId="{13309EDC-19C2-4A2E-8C6A-97789CC6C666}" srcOrd="1" destOrd="0" presId="urn:microsoft.com/office/officeart/2005/8/layout/vList3"/>
    <dgm:cxn modelId="{D5F9EBC1-5886-4D6C-B53C-D5F9D41FF18E}" type="presParOf" srcId="{EFF734F1-74CE-48B3-AF2E-220B592BAA87}" destId="{43D7F652-E588-4506-9B95-3EB745A246A9}" srcOrd="2" destOrd="0" presId="urn:microsoft.com/office/officeart/2005/8/layout/vList3"/>
    <dgm:cxn modelId="{BE8676CB-76D2-41CB-8703-1CB0A6734734}" type="presParOf" srcId="{43D7F652-E588-4506-9B95-3EB745A246A9}" destId="{622BD983-0DD9-48E1-8EAC-5793F35E9F99}" srcOrd="0" destOrd="0" presId="urn:microsoft.com/office/officeart/2005/8/layout/vList3"/>
    <dgm:cxn modelId="{615164B2-6DEB-41D8-8136-523B65DE486A}" type="presParOf" srcId="{43D7F652-E588-4506-9B95-3EB745A246A9}" destId="{03E0B35F-0D67-477D-AD96-B09A8C172E31}" srcOrd="1" destOrd="0" presId="urn:microsoft.com/office/officeart/2005/8/layout/vList3"/>
    <dgm:cxn modelId="{ED34D9D8-1EBE-48F7-A4AF-EF7AD7F20579}" type="presParOf" srcId="{EFF734F1-74CE-48B3-AF2E-220B592BAA87}" destId="{9ACF4787-C970-47D8-B6F6-AAFD0C25CA76}" srcOrd="3" destOrd="0" presId="urn:microsoft.com/office/officeart/2005/8/layout/vList3"/>
    <dgm:cxn modelId="{920773CF-C08F-4166-A0D3-0EC0A858F4A2}" type="presParOf" srcId="{EFF734F1-74CE-48B3-AF2E-220B592BAA87}" destId="{1CEC24A7-B87F-45AC-9A80-018FA6DF7717}" srcOrd="4" destOrd="0" presId="urn:microsoft.com/office/officeart/2005/8/layout/vList3"/>
    <dgm:cxn modelId="{2239E36A-5961-4710-BFAC-6132AF713E0F}" type="presParOf" srcId="{1CEC24A7-B87F-45AC-9A80-018FA6DF7717}" destId="{61990927-5F47-42BA-B4F9-81B2511CBE88}" srcOrd="0" destOrd="0" presId="urn:microsoft.com/office/officeart/2005/8/layout/vList3"/>
    <dgm:cxn modelId="{99559048-519A-4AD4-AECC-8537C211CD4E}" type="presParOf" srcId="{1CEC24A7-B87F-45AC-9A80-018FA6DF7717}" destId="{A2A138C5-ADD1-4996-B72E-37BF648BCA90}" srcOrd="1" destOrd="0" presId="urn:microsoft.com/office/officeart/2005/8/layout/vList3"/>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777454C-29F6-4FBE-8AE4-278804C8C34D}" type="doc">
      <dgm:prSet loTypeId="urn:microsoft.com/office/officeart/2005/8/layout/vList3" loCatId="list" qsTypeId="urn:microsoft.com/office/officeart/2005/8/quickstyle/simple1" qsCatId="simple" csTypeId="urn:microsoft.com/office/officeart/2005/8/colors/accent0_2" csCatId="mainScheme" phldr="1"/>
      <dgm:spPr/>
      <dgm:t>
        <a:bodyPr/>
        <a:lstStyle/>
        <a:p>
          <a:endParaRPr lang="fr-FR"/>
        </a:p>
      </dgm:t>
    </dgm:pt>
    <dgm:pt modelId="{2B1CDEF1-687D-4298-85D1-2CED0A63BDBB}">
      <dgm:prSet phldrT="[Texte]" custT="1"/>
      <dgm:spPr/>
      <dgm:t>
        <a:bodyPr/>
        <a:lstStyle/>
        <a:p>
          <a:pPr algn="l"/>
          <a:r>
            <a:rPr lang="fr-FR" sz="1800" b="1" i="0" u="none" strike="noStrike" dirty="0">
              <a:solidFill>
                <a:srgbClr val="55565A"/>
              </a:solidFill>
              <a:effectLst/>
              <a:latin typeface="openSans"/>
            </a:rPr>
            <a:t>Les API </a:t>
          </a:r>
          <a:r>
            <a:rPr lang="fr-FR" sz="1800" b="1" dirty="0">
              <a:solidFill>
                <a:srgbClr val="55565A"/>
              </a:solidFill>
              <a:latin typeface="openSans"/>
            </a:rPr>
            <a:t>système </a:t>
          </a:r>
          <a:r>
            <a:rPr lang="fr-FR" sz="1800" dirty="0">
              <a:solidFill>
                <a:srgbClr val="55565A"/>
              </a:solidFill>
              <a:latin typeface="openSans"/>
            </a:rPr>
            <a:t>accèdent généralement aux systèmes d'enregistrement de base et fournissent un moyen d'isoler l'utilisateur de la complexité ou de tout changement apporté aux systèmes sous-jacents. Une fois construits, de nombreux utilisateurs peuvent accéder aux données sans avoir besoin d'apprendre les systèmes sous-jacents et peuvent réutiliser ces API dans plusieurs projets</a:t>
          </a:r>
          <a:r>
            <a:rPr lang="fr-FR" sz="1800" b="0" i="0" u="none" strike="noStrike" dirty="0">
              <a:solidFill>
                <a:srgbClr val="55565A"/>
              </a:solidFill>
              <a:effectLst/>
              <a:latin typeface="openSans"/>
            </a:rPr>
            <a:t>.</a:t>
          </a:r>
        </a:p>
      </dgm:t>
    </dgm:pt>
    <dgm:pt modelId="{7E665CD7-C390-43C7-9617-C81DDF345412}" type="parTrans" cxnId="{1D1692B6-2177-494C-8A5E-2B43856628EF}">
      <dgm:prSet/>
      <dgm:spPr/>
      <dgm:t>
        <a:bodyPr/>
        <a:lstStyle/>
        <a:p>
          <a:endParaRPr lang="fr-FR"/>
        </a:p>
      </dgm:t>
    </dgm:pt>
    <dgm:pt modelId="{E7A41BF6-F4F3-41F1-B392-1F8363AD38DA}" type="sibTrans" cxnId="{1D1692B6-2177-494C-8A5E-2B43856628EF}">
      <dgm:prSet/>
      <dgm:spPr/>
      <dgm:t>
        <a:bodyPr/>
        <a:lstStyle/>
        <a:p>
          <a:endParaRPr lang="fr-FR"/>
        </a:p>
      </dgm:t>
    </dgm:pt>
    <dgm:pt modelId="{68099135-20D5-4B6B-A904-0565D016E37E}">
      <dgm:prSet custT="1"/>
      <dgm:spPr/>
      <dgm:t>
        <a:bodyPr/>
        <a:lstStyle/>
        <a:p>
          <a:pPr algn="l"/>
          <a:r>
            <a:rPr lang="fr-FR" sz="1800">
              <a:solidFill>
                <a:srgbClr val="55565A"/>
              </a:solidFill>
              <a:latin typeface="openSans"/>
            </a:rPr>
            <a:t>Cette couche permet l’exposition sous forme d’API de système legacy dans l’incapacité de fournir des expositions API ou des interfaces d’accès. Elles sont responsables de la connexion aux systèmes backend et de la récupération des données brutes. Elles peuvent être également utilisées comme filtrage, ou transformateur, ou aggrégateur de format vis-à-vis des back-end qu’elles exposent.</a:t>
          </a:r>
        </a:p>
      </dgm:t>
    </dgm:pt>
    <dgm:pt modelId="{B7D1172B-BC75-4194-BB2A-24D65AA16C5E}" type="parTrans" cxnId="{694746D9-F857-4544-869C-D7CBDCBD3D89}">
      <dgm:prSet/>
      <dgm:spPr/>
      <dgm:t>
        <a:bodyPr/>
        <a:lstStyle/>
        <a:p>
          <a:endParaRPr lang="fr-FR"/>
        </a:p>
      </dgm:t>
    </dgm:pt>
    <dgm:pt modelId="{3264AE1D-F2F8-4CE5-8BCA-BAAAE9DCB361}" type="sibTrans" cxnId="{694746D9-F857-4544-869C-D7CBDCBD3D89}">
      <dgm:prSet/>
      <dgm:spPr/>
      <dgm:t>
        <a:bodyPr/>
        <a:lstStyle/>
        <a:p>
          <a:endParaRPr lang="fr-FR"/>
        </a:p>
      </dgm:t>
    </dgm:pt>
    <dgm:pt modelId="{A0C63CFC-5743-4598-824C-65CF9C0DCE7B}">
      <dgm:prSet custT="1"/>
      <dgm:spPr/>
      <dgm:t>
        <a:bodyPr/>
        <a:lstStyle/>
        <a:p>
          <a:pPr algn="l"/>
          <a:r>
            <a:rPr lang="fr-FR" sz="1800" b="0" i="0" u="none" strike="noStrike">
              <a:solidFill>
                <a:srgbClr val="55565A"/>
              </a:solidFill>
              <a:effectLst/>
              <a:latin typeface="openSans"/>
            </a:rPr>
            <a:t>Elles portent la connectivité aux applications du </a:t>
          </a:r>
          <a:r>
            <a:rPr lang="fr-FR" sz="1800">
              <a:solidFill>
                <a:srgbClr val="55565A"/>
              </a:solidFill>
              <a:latin typeface="openSans"/>
            </a:rPr>
            <a:t>SI existantes (exemple: ERP, CRM, systèmes « Legacy », Bases de données, etc.). </a:t>
          </a:r>
        </a:p>
      </dgm:t>
    </dgm:pt>
    <dgm:pt modelId="{518E957A-5953-4767-A5C6-DADE67C158A7}" type="parTrans" cxnId="{B8F8F3B5-6751-4BA2-95EB-2E2FD950FF0D}">
      <dgm:prSet/>
      <dgm:spPr/>
      <dgm:t>
        <a:bodyPr/>
        <a:lstStyle/>
        <a:p>
          <a:endParaRPr lang="fr-FR"/>
        </a:p>
      </dgm:t>
    </dgm:pt>
    <dgm:pt modelId="{CE15DD72-CE14-4728-87FA-31B225910460}" type="sibTrans" cxnId="{B8F8F3B5-6751-4BA2-95EB-2E2FD950FF0D}">
      <dgm:prSet/>
      <dgm:spPr/>
      <dgm:t>
        <a:bodyPr/>
        <a:lstStyle/>
        <a:p>
          <a:endParaRPr lang="fr-FR"/>
        </a:p>
      </dgm:t>
    </dgm:pt>
    <dgm:pt modelId="{EFF734F1-74CE-48B3-AF2E-220B592BAA87}" type="pres">
      <dgm:prSet presAssocID="{6777454C-29F6-4FBE-8AE4-278804C8C34D}" presName="linearFlow" presStyleCnt="0">
        <dgm:presLayoutVars>
          <dgm:dir/>
          <dgm:resizeHandles val="exact"/>
        </dgm:presLayoutVars>
      </dgm:prSet>
      <dgm:spPr/>
    </dgm:pt>
    <dgm:pt modelId="{C14EA24A-2F7B-447B-864E-00AAD23109D7}" type="pres">
      <dgm:prSet presAssocID="{2B1CDEF1-687D-4298-85D1-2CED0A63BDBB}" presName="composite" presStyleCnt="0"/>
      <dgm:spPr/>
    </dgm:pt>
    <dgm:pt modelId="{09B12E97-9CC4-4A92-95EF-E29C0FA54989}" type="pres">
      <dgm:prSet presAssocID="{2B1CDEF1-687D-4298-85D1-2CED0A63BDBB}" presName="imgShp" presStyleLbl="fgImgPlace1" presStyleIdx="0" presStyleCnt="3" custLinFactX="-2388" custLinFactNeighborX="-100000"/>
      <dgm:spPr>
        <a:solidFill>
          <a:srgbClr val="CBDFF3"/>
        </a:solidFill>
      </dgm:spPr>
    </dgm:pt>
    <dgm:pt modelId="{BF61C5EC-6BC5-410F-84E4-6F4E05EDE74B}" type="pres">
      <dgm:prSet presAssocID="{2B1CDEF1-687D-4298-85D1-2CED0A63BDBB}" presName="txShp" presStyleLbl="node1" presStyleIdx="0" presStyleCnt="3" custScaleX="142042" custScaleY="86095" custLinFactNeighborX="4315">
        <dgm:presLayoutVars>
          <dgm:bulletEnabled val="1"/>
        </dgm:presLayoutVars>
      </dgm:prSet>
      <dgm:spPr/>
    </dgm:pt>
    <dgm:pt modelId="{13309EDC-19C2-4A2E-8C6A-97789CC6C666}" type="pres">
      <dgm:prSet presAssocID="{E7A41BF6-F4F3-41F1-B392-1F8363AD38DA}" presName="spacing" presStyleCnt="0"/>
      <dgm:spPr/>
    </dgm:pt>
    <dgm:pt modelId="{43D7F652-E588-4506-9B95-3EB745A246A9}" type="pres">
      <dgm:prSet presAssocID="{68099135-20D5-4B6B-A904-0565D016E37E}" presName="composite" presStyleCnt="0"/>
      <dgm:spPr/>
    </dgm:pt>
    <dgm:pt modelId="{622BD983-0DD9-48E1-8EAC-5793F35E9F99}" type="pres">
      <dgm:prSet presAssocID="{68099135-20D5-4B6B-A904-0565D016E37E}" presName="imgShp" presStyleLbl="fgImgPlace1" presStyleIdx="1" presStyleCnt="3" custLinFactX="-12266" custLinFactNeighborX="-100000"/>
      <dgm:spPr>
        <a:solidFill>
          <a:srgbClr val="CBDFF3"/>
        </a:solidFill>
      </dgm:spPr>
    </dgm:pt>
    <dgm:pt modelId="{03E0B35F-0D67-477D-AD96-B09A8C172E31}" type="pres">
      <dgm:prSet presAssocID="{68099135-20D5-4B6B-A904-0565D016E37E}" presName="txShp" presStyleLbl="node1" presStyleIdx="1" presStyleCnt="3" custScaleX="142516" custLinFactNeighborX="3930" custLinFactNeighborY="-1333">
        <dgm:presLayoutVars>
          <dgm:bulletEnabled val="1"/>
        </dgm:presLayoutVars>
      </dgm:prSet>
      <dgm:spPr/>
    </dgm:pt>
    <dgm:pt modelId="{9ACF4787-C970-47D8-B6F6-AAFD0C25CA76}" type="pres">
      <dgm:prSet presAssocID="{3264AE1D-F2F8-4CE5-8BCA-BAAAE9DCB361}" presName="spacing" presStyleCnt="0"/>
      <dgm:spPr/>
    </dgm:pt>
    <dgm:pt modelId="{1CEC24A7-B87F-45AC-9A80-018FA6DF7717}" type="pres">
      <dgm:prSet presAssocID="{A0C63CFC-5743-4598-824C-65CF9C0DCE7B}" presName="composite" presStyleCnt="0"/>
      <dgm:spPr/>
    </dgm:pt>
    <dgm:pt modelId="{61990927-5F47-42BA-B4F9-81B2511CBE88}" type="pres">
      <dgm:prSet presAssocID="{A0C63CFC-5743-4598-824C-65CF9C0DCE7B}" presName="imgShp" presStyleLbl="fgImgPlace1" presStyleIdx="2" presStyleCnt="3" custLinFactX="-100000" custLinFactNeighborX="-138815"/>
      <dgm:spPr>
        <a:solidFill>
          <a:srgbClr val="CBDFF3"/>
        </a:solidFill>
      </dgm:spPr>
    </dgm:pt>
    <dgm:pt modelId="{A2A138C5-ADD1-4996-B72E-37BF648BCA90}" type="pres">
      <dgm:prSet presAssocID="{A0C63CFC-5743-4598-824C-65CF9C0DCE7B}" presName="txShp" presStyleLbl="node1" presStyleIdx="2" presStyleCnt="3" custScaleX="142042" custLinFactNeighborX="4167" custLinFactNeighborY="177">
        <dgm:presLayoutVars>
          <dgm:bulletEnabled val="1"/>
        </dgm:presLayoutVars>
      </dgm:prSet>
      <dgm:spPr/>
    </dgm:pt>
  </dgm:ptLst>
  <dgm:cxnLst>
    <dgm:cxn modelId="{41F1AC48-81DD-463F-A94E-0966F21FBDD5}" type="presOf" srcId="{68099135-20D5-4B6B-A904-0565D016E37E}" destId="{03E0B35F-0D67-477D-AD96-B09A8C172E31}" srcOrd="0" destOrd="0" presId="urn:microsoft.com/office/officeart/2005/8/layout/vList3"/>
    <dgm:cxn modelId="{C73B5474-0798-47D0-9507-D09CE1385900}" type="presOf" srcId="{A0C63CFC-5743-4598-824C-65CF9C0DCE7B}" destId="{A2A138C5-ADD1-4996-B72E-37BF648BCA90}" srcOrd="0" destOrd="0" presId="urn:microsoft.com/office/officeart/2005/8/layout/vList3"/>
    <dgm:cxn modelId="{845E7F78-EF6E-4CC6-8B6D-F9A3B7A0893E}" type="presOf" srcId="{2B1CDEF1-687D-4298-85D1-2CED0A63BDBB}" destId="{BF61C5EC-6BC5-410F-84E4-6F4E05EDE74B}" srcOrd="0" destOrd="0" presId="urn:microsoft.com/office/officeart/2005/8/layout/vList3"/>
    <dgm:cxn modelId="{E45D22A5-3056-49A7-AB18-9BEC273FBDBF}" type="presOf" srcId="{6777454C-29F6-4FBE-8AE4-278804C8C34D}" destId="{EFF734F1-74CE-48B3-AF2E-220B592BAA87}" srcOrd="0" destOrd="0" presId="urn:microsoft.com/office/officeart/2005/8/layout/vList3"/>
    <dgm:cxn modelId="{B8F8F3B5-6751-4BA2-95EB-2E2FD950FF0D}" srcId="{6777454C-29F6-4FBE-8AE4-278804C8C34D}" destId="{A0C63CFC-5743-4598-824C-65CF9C0DCE7B}" srcOrd="2" destOrd="0" parTransId="{518E957A-5953-4767-A5C6-DADE67C158A7}" sibTransId="{CE15DD72-CE14-4728-87FA-31B225910460}"/>
    <dgm:cxn modelId="{1D1692B6-2177-494C-8A5E-2B43856628EF}" srcId="{6777454C-29F6-4FBE-8AE4-278804C8C34D}" destId="{2B1CDEF1-687D-4298-85D1-2CED0A63BDBB}" srcOrd="0" destOrd="0" parTransId="{7E665CD7-C390-43C7-9617-C81DDF345412}" sibTransId="{E7A41BF6-F4F3-41F1-B392-1F8363AD38DA}"/>
    <dgm:cxn modelId="{694746D9-F857-4544-869C-D7CBDCBD3D89}" srcId="{6777454C-29F6-4FBE-8AE4-278804C8C34D}" destId="{68099135-20D5-4B6B-A904-0565D016E37E}" srcOrd="1" destOrd="0" parTransId="{B7D1172B-BC75-4194-BB2A-24D65AA16C5E}" sibTransId="{3264AE1D-F2F8-4CE5-8BCA-BAAAE9DCB361}"/>
    <dgm:cxn modelId="{EEAF490A-C619-4AB7-A72F-E4197508135B}" type="presParOf" srcId="{EFF734F1-74CE-48B3-AF2E-220B592BAA87}" destId="{C14EA24A-2F7B-447B-864E-00AAD23109D7}" srcOrd="0" destOrd="0" presId="urn:microsoft.com/office/officeart/2005/8/layout/vList3"/>
    <dgm:cxn modelId="{1267F833-0EA6-4C50-86E5-ECDE295C049C}" type="presParOf" srcId="{C14EA24A-2F7B-447B-864E-00AAD23109D7}" destId="{09B12E97-9CC4-4A92-95EF-E29C0FA54989}" srcOrd="0" destOrd="0" presId="urn:microsoft.com/office/officeart/2005/8/layout/vList3"/>
    <dgm:cxn modelId="{1C94444C-F2C7-4E52-B07F-D6D6EFE4AEF6}" type="presParOf" srcId="{C14EA24A-2F7B-447B-864E-00AAD23109D7}" destId="{BF61C5EC-6BC5-410F-84E4-6F4E05EDE74B}" srcOrd="1" destOrd="0" presId="urn:microsoft.com/office/officeart/2005/8/layout/vList3"/>
    <dgm:cxn modelId="{B5649DF1-9EF3-4791-9D60-DA4E8BEC8E93}" type="presParOf" srcId="{EFF734F1-74CE-48B3-AF2E-220B592BAA87}" destId="{13309EDC-19C2-4A2E-8C6A-97789CC6C666}" srcOrd="1" destOrd="0" presId="urn:microsoft.com/office/officeart/2005/8/layout/vList3"/>
    <dgm:cxn modelId="{D5F9EBC1-5886-4D6C-B53C-D5F9D41FF18E}" type="presParOf" srcId="{EFF734F1-74CE-48B3-AF2E-220B592BAA87}" destId="{43D7F652-E588-4506-9B95-3EB745A246A9}" srcOrd="2" destOrd="0" presId="urn:microsoft.com/office/officeart/2005/8/layout/vList3"/>
    <dgm:cxn modelId="{BE8676CB-76D2-41CB-8703-1CB0A6734734}" type="presParOf" srcId="{43D7F652-E588-4506-9B95-3EB745A246A9}" destId="{622BD983-0DD9-48E1-8EAC-5793F35E9F99}" srcOrd="0" destOrd="0" presId="urn:microsoft.com/office/officeart/2005/8/layout/vList3"/>
    <dgm:cxn modelId="{615164B2-6DEB-41D8-8136-523B65DE486A}" type="presParOf" srcId="{43D7F652-E588-4506-9B95-3EB745A246A9}" destId="{03E0B35F-0D67-477D-AD96-B09A8C172E31}" srcOrd="1" destOrd="0" presId="urn:microsoft.com/office/officeart/2005/8/layout/vList3"/>
    <dgm:cxn modelId="{ED34D9D8-1EBE-48F7-A4AF-EF7AD7F20579}" type="presParOf" srcId="{EFF734F1-74CE-48B3-AF2E-220B592BAA87}" destId="{9ACF4787-C970-47D8-B6F6-AAFD0C25CA76}" srcOrd="3" destOrd="0" presId="urn:microsoft.com/office/officeart/2005/8/layout/vList3"/>
    <dgm:cxn modelId="{920773CF-C08F-4166-A0D3-0EC0A858F4A2}" type="presParOf" srcId="{EFF734F1-74CE-48B3-AF2E-220B592BAA87}" destId="{1CEC24A7-B87F-45AC-9A80-018FA6DF7717}" srcOrd="4" destOrd="0" presId="urn:microsoft.com/office/officeart/2005/8/layout/vList3"/>
    <dgm:cxn modelId="{2239E36A-5961-4710-BFAC-6132AF713E0F}" type="presParOf" srcId="{1CEC24A7-B87F-45AC-9A80-018FA6DF7717}" destId="{61990927-5F47-42BA-B4F9-81B2511CBE88}" srcOrd="0" destOrd="0" presId="urn:microsoft.com/office/officeart/2005/8/layout/vList3"/>
    <dgm:cxn modelId="{99559048-519A-4AD4-AECC-8537C211CD4E}" type="presParOf" srcId="{1CEC24A7-B87F-45AC-9A80-018FA6DF7717}" destId="{A2A138C5-ADD1-4996-B72E-37BF648BCA90}" srcOrd="1" destOrd="0" presId="urn:microsoft.com/office/officeart/2005/8/layout/vList3"/>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AD4F8FC-5B73-664B-8730-9808E4E641E2}" type="doc">
      <dgm:prSet loTypeId="urn:microsoft.com/office/officeart/2008/layout/VerticalCurvedList" loCatId="" qsTypeId="urn:microsoft.com/office/officeart/2005/8/quickstyle/simple1" qsCatId="simple" csTypeId="urn:microsoft.com/office/officeart/2005/8/colors/accent0_2" csCatId="mainScheme" phldr="1"/>
      <dgm:spPr/>
      <dgm:t>
        <a:bodyPr/>
        <a:lstStyle/>
        <a:p>
          <a:endParaRPr lang="fr-FR"/>
        </a:p>
      </dgm:t>
    </dgm:pt>
    <dgm:pt modelId="{C8EDC5AC-661F-AE4A-B2E9-83A9B978A903}">
      <dgm:prSet phldrT="[Texte]"/>
      <dgm:spPr/>
      <dgm:t>
        <a:bodyPr/>
        <a:lstStyle/>
        <a:p>
          <a:r>
            <a:rPr lang="fr-FR" dirty="0"/>
            <a:t>Spécifications</a:t>
          </a:r>
        </a:p>
      </dgm:t>
    </dgm:pt>
    <dgm:pt modelId="{F0FCA296-ABDC-394D-984C-839D11D435E6}" type="parTrans" cxnId="{17696FE6-9E49-1944-8CD4-595E22216D6E}">
      <dgm:prSet/>
      <dgm:spPr/>
      <dgm:t>
        <a:bodyPr/>
        <a:lstStyle/>
        <a:p>
          <a:endParaRPr lang="fr-FR"/>
        </a:p>
      </dgm:t>
    </dgm:pt>
    <dgm:pt modelId="{7DA87691-F256-8E4B-878B-6CB88DB5178E}" type="sibTrans" cxnId="{17696FE6-9E49-1944-8CD4-595E22216D6E}">
      <dgm:prSet/>
      <dgm:spPr/>
      <dgm:t>
        <a:bodyPr/>
        <a:lstStyle/>
        <a:p>
          <a:endParaRPr lang="fr-FR"/>
        </a:p>
      </dgm:t>
    </dgm:pt>
    <dgm:pt modelId="{AC2F83AD-7352-FF49-BE8F-9A4F30CAE43E}">
      <dgm:prSet phldrT="[Texte]"/>
      <dgm:spPr/>
      <dgm:t>
        <a:bodyPr/>
        <a:lstStyle/>
        <a:p>
          <a:r>
            <a:rPr lang="fr-FR"/>
            <a:t>Design</a:t>
          </a:r>
        </a:p>
      </dgm:t>
    </dgm:pt>
    <dgm:pt modelId="{C39B8A9D-07DC-E84B-BB39-E9AA07E10AAC}" type="parTrans" cxnId="{EA5A8BA5-12BF-D943-957C-8FC0B0819B82}">
      <dgm:prSet/>
      <dgm:spPr/>
      <dgm:t>
        <a:bodyPr/>
        <a:lstStyle/>
        <a:p>
          <a:endParaRPr lang="fr-FR"/>
        </a:p>
      </dgm:t>
    </dgm:pt>
    <dgm:pt modelId="{90C79430-3032-A744-85D3-7E292B263CAB}" type="sibTrans" cxnId="{EA5A8BA5-12BF-D943-957C-8FC0B0819B82}">
      <dgm:prSet/>
      <dgm:spPr/>
      <dgm:t>
        <a:bodyPr/>
        <a:lstStyle/>
        <a:p>
          <a:endParaRPr lang="fr-FR"/>
        </a:p>
      </dgm:t>
    </dgm:pt>
    <dgm:pt modelId="{394ECC97-EF21-4746-8906-2F804B07B380}">
      <dgm:prSet phldrT="[Texte]"/>
      <dgm:spPr/>
      <dgm:t>
        <a:bodyPr/>
        <a:lstStyle/>
        <a:p>
          <a:r>
            <a:rPr lang="fr-FR"/>
            <a:t>Sécurité</a:t>
          </a:r>
        </a:p>
      </dgm:t>
    </dgm:pt>
    <dgm:pt modelId="{D6ABAC54-250B-824F-85BC-682BFC3CED72}" type="parTrans" cxnId="{68126DB6-0B03-5847-BA35-E26982BE81FC}">
      <dgm:prSet/>
      <dgm:spPr/>
      <dgm:t>
        <a:bodyPr/>
        <a:lstStyle/>
        <a:p>
          <a:endParaRPr lang="fr-FR"/>
        </a:p>
      </dgm:t>
    </dgm:pt>
    <dgm:pt modelId="{71A96CB8-6311-7541-9846-1192BC5D0B75}" type="sibTrans" cxnId="{68126DB6-0B03-5847-BA35-E26982BE81FC}">
      <dgm:prSet/>
      <dgm:spPr/>
      <dgm:t>
        <a:bodyPr/>
        <a:lstStyle/>
        <a:p>
          <a:endParaRPr lang="fr-FR"/>
        </a:p>
      </dgm:t>
    </dgm:pt>
    <dgm:pt modelId="{9C2FC00D-6D94-F14E-8447-E96C11F32B15}" type="pres">
      <dgm:prSet presAssocID="{2AD4F8FC-5B73-664B-8730-9808E4E641E2}" presName="Name0" presStyleCnt="0">
        <dgm:presLayoutVars>
          <dgm:chMax val="7"/>
          <dgm:chPref val="7"/>
          <dgm:dir/>
        </dgm:presLayoutVars>
      </dgm:prSet>
      <dgm:spPr/>
    </dgm:pt>
    <dgm:pt modelId="{1C68FC2A-28A0-A843-83FA-D787A5BE05EC}" type="pres">
      <dgm:prSet presAssocID="{2AD4F8FC-5B73-664B-8730-9808E4E641E2}" presName="Name1" presStyleCnt="0"/>
      <dgm:spPr/>
    </dgm:pt>
    <dgm:pt modelId="{1C188C34-5256-A84C-8041-1112D9B321C1}" type="pres">
      <dgm:prSet presAssocID="{2AD4F8FC-5B73-664B-8730-9808E4E641E2}" presName="cycle" presStyleCnt="0"/>
      <dgm:spPr/>
    </dgm:pt>
    <dgm:pt modelId="{60F430D5-54D9-EE4D-8DAC-F6A8C1CC7FE1}" type="pres">
      <dgm:prSet presAssocID="{2AD4F8FC-5B73-664B-8730-9808E4E641E2}" presName="srcNode" presStyleLbl="node1" presStyleIdx="0" presStyleCnt="3"/>
      <dgm:spPr/>
    </dgm:pt>
    <dgm:pt modelId="{D2392D78-3781-8B47-9B27-BF36F3F5D0BF}" type="pres">
      <dgm:prSet presAssocID="{2AD4F8FC-5B73-664B-8730-9808E4E641E2}" presName="conn" presStyleLbl="parChTrans1D2" presStyleIdx="0" presStyleCnt="1"/>
      <dgm:spPr/>
    </dgm:pt>
    <dgm:pt modelId="{F33DAB75-2715-F840-AFD1-CFF1879E5A87}" type="pres">
      <dgm:prSet presAssocID="{2AD4F8FC-5B73-664B-8730-9808E4E641E2}" presName="extraNode" presStyleLbl="node1" presStyleIdx="0" presStyleCnt="3"/>
      <dgm:spPr/>
    </dgm:pt>
    <dgm:pt modelId="{04DCBAB0-5D44-4643-86FC-3124252A46CC}" type="pres">
      <dgm:prSet presAssocID="{2AD4F8FC-5B73-664B-8730-9808E4E641E2}" presName="dstNode" presStyleLbl="node1" presStyleIdx="0" presStyleCnt="3"/>
      <dgm:spPr/>
    </dgm:pt>
    <dgm:pt modelId="{8BD1664C-C97D-3C4F-8A62-6AF481712761}" type="pres">
      <dgm:prSet presAssocID="{C8EDC5AC-661F-AE4A-B2E9-83A9B978A903}" presName="text_1" presStyleLbl="node1" presStyleIdx="0" presStyleCnt="3">
        <dgm:presLayoutVars>
          <dgm:bulletEnabled val="1"/>
        </dgm:presLayoutVars>
      </dgm:prSet>
      <dgm:spPr/>
    </dgm:pt>
    <dgm:pt modelId="{E9D0752E-76B4-2649-91CF-1955B2DCCDCF}" type="pres">
      <dgm:prSet presAssocID="{C8EDC5AC-661F-AE4A-B2E9-83A9B978A903}" presName="accent_1" presStyleCnt="0"/>
      <dgm:spPr/>
    </dgm:pt>
    <dgm:pt modelId="{6702EE4A-7ABE-3C42-9712-823B49A67D43}" type="pres">
      <dgm:prSet presAssocID="{C8EDC5AC-661F-AE4A-B2E9-83A9B978A903}" presName="accentRepeatNode" presStyleLbl="solidFgAcc1" presStyleIdx="0" presStyleCnt="3"/>
      <dgm:spPr>
        <a:solidFill>
          <a:srgbClr val="CBDFF3"/>
        </a:solidFill>
      </dgm:spPr>
    </dgm:pt>
    <dgm:pt modelId="{F278269A-62FB-6248-9093-0EB8BFA5F0D9}" type="pres">
      <dgm:prSet presAssocID="{AC2F83AD-7352-FF49-BE8F-9A4F30CAE43E}" presName="text_2" presStyleLbl="node1" presStyleIdx="1" presStyleCnt="3">
        <dgm:presLayoutVars>
          <dgm:bulletEnabled val="1"/>
        </dgm:presLayoutVars>
      </dgm:prSet>
      <dgm:spPr/>
    </dgm:pt>
    <dgm:pt modelId="{CD1031D5-BC44-3942-BE40-87868CAF43CE}" type="pres">
      <dgm:prSet presAssocID="{AC2F83AD-7352-FF49-BE8F-9A4F30CAE43E}" presName="accent_2" presStyleCnt="0"/>
      <dgm:spPr/>
    </dgm:pt>
    <dgm:pt modelId="{47A44E6C-E45B-5341-BC06-E09A051348D4}" type="pres">
      <dgm:prSet presAssocID="{AC2F83AD-7352-FF49-BE8F-9A4F30CAE43E}" presName="accentRepeatNode" presStyleLbl="solidFgAcc1" presStyleIdx="1" presStyleCnt="3"/>
      <dgm:spPr>
        <a:solidFill>
          <a:srgbClr val="CBDFF3"/>
        </a:solidFill>
      </dgm:spPr>
    </dgm:pt>
    <dgm:pt modelId="{CD19378C-6C6E-D048-8B61-406D161BE221}" type="pres">
      <dgm:prSet presAssocID="{394ECC97-EF21-4746-8906-2F804B07B380}" presName="text_3" presStyleLbl="node1" presStyleIdx="2" presStyleCnt="3">
        <dgm:presLayoutVars>
          <dgm:bulletEnabled val="1"/>
        </dgm:presLayoutVars>
      </dgm:prSet>
      <dgm:spPr/>
    </dgm:pt>
    <dgm:pt modelId="{D705556F-2FC4-2C4A-BFFB-BFD73AD9879F}" type="pres">
      <dgm:prSet presAssocID="{394ECC97-EF21-4746-8906-2F804B07B380}" presName="accent_3" presStyleCnt="0"/>
      <dgm:spPr/>
    </dgm:pt>
    <dgm:pt modelId="{F74F90FF-3F09-5445-97B8-717C071590DA}" type="pres">
      <dgm:prSet presAssocID="{394ECC97-EF21-4746-8906-2F804B07B380}" presName="accentRepeatNode" presStyleLbl="solidFgAcc1" presStyleIdx="2" presStyleCnt="3"/>
      <dgm:spPr>
        <a:solidFill>
          <a:srgbClr val="CBDFF3"/>
        </a:solidFill>
      </dgm:spPr>
    </dgm:pt>
  </dgm:ptLst>
  <dgm:cxnLst>
    <dgm:cxn modelId="{8A3FC035-2B69-014E-AB10-473E2E1A97CA}" type="presOf" srcId="{C8EDC5AC-661F-AE4A-B2E9-83A9B978A903}" destId="{8BD1664C-C97D-3C4F-8A62-6AF481712761}" srcOrd="0" destOrd="0" presId="urn:microsoft.com/office/officeart/2008/layout/VerticalCurvedList"/>
    <dgm:cxn modelId="{924E054B-D089-364E-B1BC-8BC23D5AE5D3}" type="presOf" srcId="{7DA87691-F256-8E4B-878B-6CB88DB5178E}" destId="{D2392D78-3781-8B47-9B27-BF36F3F5D0BF}" srcOrd="0" destOrd="0" presId="urn:microsoft.com/office/officeart/2008/layout/VerticalCurvedList"/>
    <dgm:cxn modelId="{CB80C2A1-1BA0-5D4C-A102-B5D589E254A7}" type="presOf" srcId="{2AD4F8FC-5B73-664B-8730-9808E4E641E2}" destId="{9C2FC00D-6D94-F14E-8447-E96C11F32B15}" srcOrd="0" destOrd="0" presId="urn:microsoft.com/office/officeart/2008/layout/VerticalCurvedList"/>
    <dgm:cxn modelId="{2D091DA2-3EDF-2B43-8796-A656E11863D9}" type="presOf" srcId="{AC2F83AD-7352-FF49-BE8F-9A4F30CAE43E}" destId="{F278269A-62FB-6248-9093-0EB8BFA5F0D9}" srcOrd="0" destOrd="0" presId="urn:microsoft.com/office/officeart/2008/layout/VerticalCurvedList"/>
    <dgm:cxn modelId="{EA5A8BA5-12BF-D943-957C-8FC0B0819B82}" srcId="{2AD4F8FC-5B73-664B-8730-9808E4E641E2}" destId="{AC2F83AD-7352-FF49-BE8F-9A4F30CAE43E}" srcOrd="1" destOrd="0" parTransId="{C39B8A9D-07DC-E84B-BB39-E9AA07E10AAC}" sibTransId="{90C79430-3032-A744-85D3-7E292B263CAB}"/>
    <dgm:cxn modelId="{68126DB6-0B03-5847-BA35-E26982BE81FC}" srcId="{2AD4F8FC-5B73-664B-8730-9808E4E641E2}" destId="{394ECC97-EF21-4746-8906-2F804B07B380}" srcOrd="2" destOrd="0" parTransId="{D6ABAC54-250B-824F-85BC-682BFC3CED72}" sibTransId="{71A96CB8-6311-7541-9846-1192BC5D0B75}"/>
    <dgm:cxn modelId="{022606DC-4778-C847-867C-FFE9EEC13346}" type="presOf" srcId="{394ECC97-EF21-4746-8906-2F804B07B380}" destId="{CD19378C-6C6E-D048-8B61-406D161BE221}" srcOrd="0" destOrd="0" presId="urn:microsoft.com/office/officeart/2008/layout/VerticalCurvedList"/>
    <dgm:cxn modelId="{17696FE6-9E49-1944-8CD4-595E22216D6E}" srcId="{2AD4F8FC-5B73-664B-8730-9808E4E641E2}" destId="{C8EDC5AC-661F-AE4A-B2E9-83A9B978A903}" srcOrd="0" destOrd="0" parTransId="{F0FCA296-ABDC-394D-984C-839D11D435E6}" sibTransId="{7DA87691-F256-8E4B-878B-6CB88DB5178E}"/>
    <dgm:cxn modelId="{37237E9D-D47E-3149-AC85-4CC502F5C45A}" type="presParOf" srcId="{9C2FC00D-6D94-F14E-8447-E96C11F32B15}" destId="{1C68FC2A-28A0-A843-83FA-D787A5BE05EC}" srcOrd="0" destOrd="0" presId="urn:microsoft.com/office/officeart/2008/layout/VerticalCurvedList"/>
    <dgm:cxn modelId="{DAFDAE11-38CA-F547-8B49-720A39848EB1}" type="presParOf" srcId="{1C68FC2A-28A0-A843-83FA-D787A5BE05EC}" destId="{1C188C34-5256-A84C-8041-1112D9B321C1}" srcOrd="0" destOrd="0" presId="urn:microsoft.com/office/officeart/2008/layout/VerticalCurvedList"/>
    <dgm:cxn modelId="{D8748C04-EAC9-8540-B7DC-F2C33A1AB198}" type="presParOf" srcId="{1C188C34-5256-A84C-8041-1112D9B321C1}" destId="{60F430D5-54D9-EE4D-8DAC-F6A8C1CC7FE1}" srcOrd="0" destOrd="0" presId="urn:microsoft.com/office/officeart/2008/layout/VerticalCurvedList"/>
    <dgm:cxn modelId="{27660D95-6D7C-F544-92A8-4108CE69BA93}" type="presParOf" srcId="{1C188C34-5256-A84C-8041-1112D9B321C1}" destId="{D2392D78-3781-8B47-9B27-BF36F3F5D0BF}" srcOrd="1" destOrd="0" presId="urn:microsoft.com/office/officeart/2008/layout/VerticalCurvedList"/>
    <dgm:cxn modelId="{425884D0-AB06-634E-8568-4831911BFFCA}" type="presParOf" srcId="{1C188C34-5256-A84C-8041-1112D9B321C1}" destId="{F33DAB75-2715-F840-AFD1-CFF1879E5A87}" srcOrd="2" destOrd="0" presId="urn:microsoft.com/office/officeart/2008/layout/VerticalCurvedList"/>
    <dgm:cxn modelId="{3F3DDB9D-DE36-8945-8335-C50B34C75398}" type="presParOf" srcId="{1C188C34-5256-A84C-8041-1112D9B321C1}" destId="{04DCBAB0-5D44-4643-86FC-3124252A46CC}" srcOrd="3" destOrd="0" presId="urn:microsoft.com/office/officeart/2008/layout/VerticalCurvedList"/>
    <dgm:cxn modelId="{E4336E2E-C620-0C45-8FE3-C98F7FA61744}" type="presParOf" srcId="{1C68FC2A-28A0-A843-83FA-D787A5BE05EC}" destId="{8BD1664C-C97D-3C4F-8A62-6AF481712761}" srcOrd="1" destOrd="0" presId="urn:microsoft.com/office/officeart/2008/layout/VerticalCurvedList"/>
    <dgm:cxn modelId="{02BD9BE6-4D61-A94C-A1D2-C84D163F5095}" type="presParOf" srcId="{1C68FC2A-28A0-A843-83FA-D787A5BE05EC}" destId="{E9D0752E-76B4-2649-91CF-1955B2DCCDCF}" srcOrd="2" destOrd="0" presId="urn:microsoft.com/office/officeart/2008/layout/VerticalCurvedList"/>
    <dgm:cxn modelId="{E274E501-49A5-F540-8CCD-06FA10DFCEEF}" type="presParOf" srcId="{E9D0752E-76B4-2649-91CF-1955B2DCCDCF}" destId="{6702EE4A-7ABE-3C42-9712-823B49A67D43}" srcOrd="0" destOrd="0" presId="urn:microsoft.com/office/officeart/2008/layout/VerticalCurvedList"/>
    <dgm:cxn modelId="{51221EBB-0979-A64F-A01B-C623241879F4}" type="presParOf" srcId="{1C68FC2A-28A0-A843-83FA-D787A5BE05EC}" destId="{F278269A-62FB-6248-9093-0EB8BFA5F0D9}" srcOrd="3" destOrd="0" presId="urn:microsoft.com/office/officeart/2008/layout/VerticalCurvedList"/>
    <dgm:cxn modelId="{B4317446-60DA-814C-94EA-52CAF6817A60}" type="presParOf" srcId="{1C68FC2A-28A0-A843-83FA-D787A5BE05EC}" destId="{CD1031D5-BC44-3942-BE40-87868CAF43CE}" srcOrd="4" destOrd="0" presId="urn:microsoft.com/office/officeart/2008/layout/VerticalCurvedList"/>
    <dgm:cxn modelId="{19FA6065-940D-C847-9CFE-57C1500737C3}" type="presParOf" srcId="{CD1031D5-BC44-3942-BE40-87868CAF43CE}" destId="{47A44E6C-E45B-5341-BC06-E09A051348D4}" srcOrd="0" destOrd="0" presId="urn:microsoft.com/office/officeart/2008/layout/VerticalCurvedList"/>
    <dgm:cxn modelId="{D62F8F53-A922-9745-9CD0-B2C575FFAFF9}" type="presParOf" srcId="{1C68FC2A-28A0-A843-83FA-D787A5BE05EC}" destId="{CD19378C-6C6E-D048-8B61-406D161BE221}" srcOrd="5" destOrd="0" presId="urn:microsoft.com/office/officeart/2008/layout/VerticalCurvedList"/>
    <dgm:cxn modelId="{7F129B61-5CC6-3C47-9F20-1BB11B97448A}" type="presParOf" srcId="{1C68FC2A-28A0-A843-83FA-D787A5BE05EC}" destId="{D705556F-2FC4-2C4A-BFFB-BFD73AD9879F}" srcOrd="6" destOrd="0" presId="urn:microsoft.com/office/officeart/2008/layout/VerticalCurvedList"/>
    <dgm:cxn modelId="{DE062A7A-CF9B-8341-9497-774297BACB50}" type="presParOf" srcId="{D705556F-2FC4-2C4A-BFFB-BFD73AD9879F}" destId="{F74F90FF-3F09-5445-97B8-717C071590DA}"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AD4F8FC-5B73-664B-8730-9808E4E641E2}" type="doc">
      <dgm:prSet loTypeId="urn:microsoft.com/office/officeart/2008/layout/VerticalCurvedList" loCatId="" qsTypeId="urn:microsoft.com/office/officeart/2005/8/quickstyle/simple1" qsCatId="simple" csTypeId="urn:microsoft.com/office/officeart/2005/8/colors/accent0_2" csCatId="mainScheme" phldr="1"/>
      <dgm:spPr/>
      <dgm:t>
        <a:bodyPr/>
        <a:lstStyle/>
        <a:p>
          <a:endParaRPr lang="fr-FR"/>
        </a:p>
      </dgm:t>
    </dgm:pt>
    <dgm:pt modelId="{C8EDC5AC-661F-AE4A-B2E9-83A9B978A903}">
      <dgm:prSet phldrT="[Texte]" custT="1"/>
      <dgm:spPr>
        <a:solidFill>
          <a:srgbClr val="E7F0F9"/>
        </a:solidFill>
      </dgm:spPr>
      <dgm:t>
        <a:bodyPr/>
        <a:lstStyle/>
        <a:p>
          <a:pPr>
            <a:buFont typeface="Arial" panose="020B0604020202020204" pitchFamily="34" charset="0"/>
            <a:buChar char="•"/>
          </a:pPr>
          <a:r>
            <a:rPr lang="fr-FR" sz="1800" dirty="0">
              <a:solidFill>
                <a:schemeClr val="tx1"/>
              </a:solidFill>
              <a:latin typeface="Arial" panose="020B0604020202020204" pitchFamily="34" charset="0"/>
              <a:cs typeface="Arial" panose="020B0604020202020204" pitchFamily="34" charset="0"/>
            </a:rPr>
            <a:t>Fournir une description et un résumé détaillé de l’API (</a:t>
          </a:r>
          <a:r>
            <a:rPr lang="fr-FR" sz="1800" dirty="0" err="1">
              <a:solidFill>
                <a:schemeClr val="tx1"/>
              </a:solidFill>
              <a:latin typeface="Arial" panose="020B0604020202020204" pitchFamily="34" charset="0"/>
              <a:cs typeface="Arial" panose="020B0604020202020204" pitchFamily="34" charset="0"/>
            </a:rPr>
            <a:t>cf</a:t>
          </a:r>
          <a:r>
            <a:rPr lang="fr-FR" sz="1800" dirty="0">
              <a:solidFill>
                <a:schemeClr val="tx1"/>
              </a:solidFill>
              <a:latin typeface="Arial" panose="020B0604020202020204" pitchFamily="34" charset="0"/>
              <a:cs typeface="Arial" panose="020B0604020202020204" pitchFamily="34" charset="0"/>
            </a:rPr>
            <a:t> modèles d’interfaces).</a:t>
          </a:r>
          <a:endParaRPr lang="fr-FR" sz="1800" dirty="0">
            <a:solidFill>
              <a:schemeClr val="tx1"/>
            </a:solidFill>
          </a:endParaRPr>
        </a:p>
      </dgm:t>
    </dgm:pt>
    <dgm:pt modelId="{F0FCA296-ABDC-394D-984C-839D11D435E6}" type="parTrans" cxnId="{17696FE6-9E49-1944-8CD4-595E22216D6E}">
      <dgm:prSet/>
      <dgm:spPr/>
      <dgm:t>
        <a:bodyPr/>
        <a:lstStyle/>
        <a:p>
          <a:endParaRPr lang="fr-FR" sz="1800">
            <a:solidFill>
              <a:schemeClr val="tx1"/>
            </a:solidFill>
          </a:endParaRPr>
        </a:p>
      </dgm:t>
    </dgm:pt>
    <dgm:pt modelId="{7DA87691-F256-8E4B-878B-6CB88DB5178E}" type="sibTrans" cxnId="{17696FE6-9E49-1944-8CD4-595E22216D6E}">
      <dgm:prSet/>
      <dgm:spPr/>
      <dgm:t>
        <a:bodyPr/>
        <a:lstStyle/>
        <a:p>
          <a:endParaRPr lang="fr-FR" sz="1800">
            <a:solidFill>
              <a:schemeClr val="tx1"/>
            </a:solidFill>
          </a:endParaRPr>
        </a:p>
      </dgm:t>
    </dgm:pt>
    <dgm:pt modelId="{AC2F83AD-7352-FF49-BE8F-9A4F30CAE43E}">
      <dgm:prSet phldrT="[Texte]" custT="1"/>
      <dgm:spPr>
        <a:solidFill>
          <a:srgbClr val="E7F0F9"/>
        </a:solidFill>
      </dgm:spPr>
      <dgm:t>
        <a:bodyPr/>
        <a:lstStyle/>
        <a:p>
          <a:r>
            <a:rPr lang="fr-FR" sz="1800" dirty="0">
              <a:solidFill>
                <a:schemeClr val="tx1"/>
              </a:solidFill>
              <a:latin typeface="Arial" panose="020B0604020202020204" pitchFamily="34" charset="0"/>
              <a:cs typeface="Arial" panose="020B0604020202020204" pitchFamily="34" charset="0"/>
            </a:rPr>
            <a:t>Expliciter les cas d’usages optimum &amp; d’erreurs</a:t>
          </a:r>
          <a:endParaRPr lang="fr-FR" sz="1800" dirty="0">
            <a:solidFill>
              <a:schemeClr val="tx1"/>
            </a:solidFill>
          </a:endParaRPr>
        </a:p>
      </dgm:t>
    </dgm:pt>
    <dgm:pt modelId="{C39B8A9D-07DC-E84B-BB39-E9AA07E10AAC}" type="parTrans" cxnId="{EA5A8BA5-12BF-D943-957C-8FC0B0819B82}">
      <dgm:prSet/>
      <dgm:spPr/>
      <dgm:t>
        <a:bodyPr/>
        <a:lstStyle/>
        <a:p>
          <a:endParaRPr lang="fr-FR" sz="1800">
            <a:solidFill>
              <a:schemeClr val="tx1"/>
            </a:solidFill>
          </a:endParaRPr>
        </a:p>
      </dgm:t>
    </dgm:pt>
    <dgm:pt modelId="{90C79430-3032-A744-85D3-7E292B263CAB}" type="sibTrans" cxnId="{EA5A8BA5-12BF-D943-957C-8FC0B0819B82}">
      <dgm:prSet/>
      <dgm:spPr/>
      <dgm:t>
        <a:bodyPr/>
        <a:lstStyle/>
        <a:p>
          <a:endParaRPr lang="fr-FR" sz="1800">
            <a:solidFill>
              <a:schemeClr val="tx1"/>
            </a:solidFill>
          </a:endParaRPr>
        </a:p>
      </dgm:t>
    </dgm:pt>
    <dgm:pt modelId="{394ECC97-EF21-4746-8906-2F804B07B380}">
      <dgm:prSet phldrT="[Texte]" custT="1"/>
      <dgm:spPr>
        <a:solidFill>
          <a:srgbClr val="E7F0F9"/>
        </a:solidFill>
      </dgm:spPr>
      <dgm:t>
        <a:bodyPr/>
        <a:lstStyle/>
        <a:p>
          <a:r>
            <a:rPr lang="fr-FR" sz="1800" dirty="0">
              <a:solidFill>
                <a:schemeClr val="tx1"/>
              </a:solidFill>
              <a:latin typeface="Arial" panose="020B0604020202020204" pitchFamily="34" charset="0"/>
              <a:cs typeface="Arial" panose="020B0604020202020204" pitchFamily="34" charset="0"/>
            </a:rPr>
            <a:t>Définir &amp; Appliquer des règles de sémantique de versioning des APIs (&lt;majeur&gt;.&lt;mineur&gt;.&lt;patch&gt;)</a:t>
          </a:r>
          <a:endParaRPr lang="fr-FR" sz="1800" dirty="0">
            <a:solidFill>
              <a:schemeClr val="tx1"/>
            </a:solidFill>
          </a:endParaRPr>
        </a:p>
      </dgm:t>
    </dgm:pt>
    <dgm:pt modelId="{D6ABAC54-250B-824F-85BC-682BFC3CED72}" type="parTrans" cxnId="{68126DB6-0B03-5847-BA35-E26982BE81FC}">
      <dgm:prSet/>
      <dgm:spPr/>
      <dgm:t>
        <a:bodyPr/>
        <a:lstStyle/>
        <a:p>
          <a:endParaRPr lang="fr-FR" sz="1800">
            <a:solidFill>
              <a:schemeClr val="tx1"/>
            </a:solidFill>
          </a:endParaRPr>
        </a:p>
      </dgm:t>
    </dgm:pt>
    <dgm:pt modelId="{71A96CB8-6311-7541-9846-1192BC5D0B75}" type="sibTrans" cxnId="{68126DB6-0B03-5847-BA35-E26982BE81FC}">
      <dgm:prSet/>
      <dgm:spPr/>
      <dgm:t>
        <a:bodyPr/>
        <a:lstStyle/>
        <a:p>
          <a:endParaRPr lang="fr-FR" sz="1800">
            <a:solidFill>
              <a:schemeClr val="tx1"/>
            </a:solidFill>
          </a:endParaRPr>
        </a:p>
      </dgm:t>
    </dgm:pt>
    <dgm:pt modelId="{100173AD-3D4A-4821-B89E-8E7FDF6E6B74}">
      <dgm:prSet phldrT="[Texte]" custT="1"/>
      <dgm:spPr>
        <a:solidFill>
          <a:srgbClr val="E7F0F9"/>
        </a:solidFill>
      </dgm:spPr>
      <dgm:t>
        <a:bodyPr/>
        <a:lstStyle/>
        <a:p>
          <a:r>
            <a:rPr lang="fr-FR" sz="1800">
              <a:solidFill>
                <a:schemeClr val="tx1"/>
              </a:solidFill>
              <a:latin typeface="Arial" panose="020B0604020202020204" pitchFamily="34" charset="0"/>
              <a:cs typeface="Arial" panose="020B0604020202020204" pitchFamily="34" charset="0"/>
            </a:rPr>
            <a:t>Définir les « bases path » des APIs exposés &amp; back-end</a:t>
          </a:r>
          <a:endParaRPr lang="fr-FR" sz="1800">
            <a:solidFill>
              <a:schemeClr val="tx1"/>
            </a:solidFill>
          </a:endParaRPr>
        </a:p>
      </dgm:t>
    </dgm:pt>
    <dgm:pt modelId="{0F6219AB-793C-4E2D-A14C-9DC70B76C807}" type="parTrans" cxnId="{5FBA4AAD-3A2B-4B90-B7EF-CEA6C920AA9D}">
      <dgm:prSet/>
      <dgm:spPr/>
      <dgm:t>
        <a:bodyPr/>
        <a:lstStyle/>
        <a:p>
          <a:endParaRPr lang="fr-FR" sz="1800"/>
        </a:p>
      </dgm:t>
    </dgm:pt>
    <dgm:pt modelId="{65C536BF-84C1-4E8B-BCA6-A7FC06E64628}" type="sibTrans" cxnId="{5FBA4AAD-3A2B-4B90-B7EF-CEA6C920AA9D}">
      <dgm:prSet/>
      <dgm:spPr/>
      <dgm:t>
        <a:bodyPr/>
        <a:lstStyle/>
        <a:p>
          <a:endParaRPr lang="fr-FR" sz="1800"/>
        </a:p>
      </dgm:t>
    </dgm:pt>
    <dgm:pt modelId="{A7064D66-7130-46AD-BE08-047687F6AF82}">
      <dgm:prSet phldrT="[Texte]" custT="1"/>
      <dgm:spPr>
        <a:solidFill>
          <a:srgbClr val="E7F0F9"/>
        </a:solidFill>
      </dgm:spPr>
      <dgm:t>
        <a:bodyPr/>
        <a:lstStyle/>
        <a:p>
          <a:r>
            <a:rPr lang="fr-FR" sz="1800" dirty="0">
              <a:solidFill>
                <a:schemeClr val="tx1"/>
              </a:solidFill>
              <a:latin typeface="Arial" panose="020B0604020202020204" pitchFamily="34" charset="0"/>
              <a:cs typeface="Arial" panose="020B0604020202020204" pitchFamily="34" charset="0"/>
            </a:rPr>
            <a:t>Vérifier les bonnes pratiques RESTful</a:t>
          </a:r>
          <a:endParaRPr lang="fr-FR" sz="1800" dirty="0">
            <a:solidFill>
              <a:schemeClr val="tx1"/>
            </a:solidFill>
          </a:endParaRPr>
        </a:p>
      </dgm:t>
    </dgm:pt>
    <dgm:pt modelId="{F482CE6A-309F-47A3-BEF2-92F39F7E7544}" type="parTrans" cxnId="{40159C40-76B7-4362-BFFC-DA78BCAA5913}">
      <dgm:prSet/>
      <dgm:spPr/>
      <dgm:t>
        <a:bodyPr/>
        <a:lstStyle/>
        <a:p>
          <a:endParaRPr lang="fr-FR"/>
        </a:p>
      </dgm:t>
    </dgm:pt>
    <dgm:pt modelId="{C513CD87-6359-4B69-961E-63FD9B37CCF7}" type="sibTrans" cxnId="{40159C40-76B7-4362-BFFC-DA78BCAA5913}">
      <dgm:prSet/>
      <dgm:spPr/>
      <dgm:t>
        <a:bodyPr/>
        <a:lstStyle/>
        <a:p>
          <a:endParaRPr lang="fr-FR"/>
        </a:p>
      </dgm:t>
    </dgm:pt>
    <dgm:pt modelId="{9C2FC00D-6D94-F14E-8447-E96C11F32B15}" type="pres">
      <dgm:prSet presAssocID="{2AD4F8FC-5B73-664B-8730-9808E4E641E2}" presName="Name0" presStyleCnt="0">
        <dgm:presLayoutVars>
          <dgm:chMax val="7"/>
          <dgm:chPref val="7"/>
          <dgm:dir/>
        </dgm:presLayoutVars>
      </dgm:prSet>
      <dgm:spPr/>
    </dgm:pt>
    <dgm:pt modelId="{1C68FC2A-28A0-A843-83FA-D787A5BE05EC}" type="pres">
      <dgm:prSet presAssocID="{2AD4F8FC-5B73-664B-8730-9808E4E641E2}" presName="Name1" presStyleCnt="0"/>
      <dgm:spPr/>
    </dgm:pt>
    <dgm:pt modelId="{1C188C34-5256-A84C-8041-1112D9B321C1}" type="pres">
      <dgm:prSet presAssocID="{2AD4F8FC-5B73-664B-8730-9808E4E641E2}" presName="cycle" presStyleCnt="0"/>
      <dgm:spPr/>
    </dgm:pt>
    <dgm:pt modelId="{60F430D5-54D9-EE4D-8DAC-F6A8C1CC7FE1}" type="pres">
      <dgm:prSet presAssocID="{2AD4F8FC-5B73-664B-8730-9808E4E641E2}" presName="srcNode" presStyleLbl="node1" presStyleIdx="0" presStyleCnt="5"/>
      <dgm:spPr/>
    </dgm:pt>
    <dgm:pt modelId="{D2392D78-3781-8B47-9B27-BF36F3F5D0BF}" type="pres">
      <dgm:prSet presAssocID="{2AD4F8FC-5B73-664B-8730-9808E4E641E2}" presName="conn" presStyleLbl="parChTrans1D2" presStyleIdx="0" presStyleCnt="1"/>
      <dgm:spPr/>
    </dgm:pt>
    <dgm:pt modelId="{F33DAB75-2715-F840-AFD1-CFF1879E5A87}" type="pres">
      <dgm:prSet presAssocID="{2AD4F8FC-5B73-664B-8730-9808E4E641E2}" presName="extraNode" presStyleLbl="node1" presStyleIdx="0" presStyleCnt="5"/>
      <dgm:spPr/>
    </dgm:pt>
    <dgm:pt modelId="{04DCBAB0-5D44-4643-86FC-3124252A46CC}" type="pres">
      <dgm:prSet presAssocID="{2AD4F8FC-5B73-664B-8730-9808E4E641E2}" presName="dstNode" presStyleLbl="node1" presStyleIdx="0" presStyleCnt="5"/>
      <dgm:spPr/>
    </dgm:pt>
    <dgm:pt modelId="{8BD1664C-C97D-3C4F-8A62-6AF481712761}" type="pres">
      <dgm:prSet presAssocID="{C8EDC5AC-661F-AE4A-B2E9-83A9B978A903}" presName="text_1" presStyleLbl="node1" presStyleIdx="0" presStyleCnt="5">
        <dgm:presLayoutVars>
          <dgm:bulletEnabled val="1"/>
        </dgm:presLayoutVars>
      </dgm:prSet>
      <dgm:spPr/>
    </dgm:pt>
    <dgm:pt modelId="{E9D0752E-76B4-2649-91CF-1955B2DCCDCF}" type="pres">
      <dgm:prSet presAssocID="{C8EDC5AC-661F-AE4A-B2E9-83A9B978A903}" presName="accent_1" presStyleCnt="0"/>
      <dgm:spPr/>
    </dgm:pt>
    <dgm:pt modelId="{6702EE4A-7ABE-3C42-9712-823B49A67D43}" type="pres">
      <dgm:prSet presAssocID="{C8EDC5AC-661F-AE4A-B2E9-83A9B978A903}" presName="accentRepeatNode" presStyleLbl="solidFgAcc1" presStyleIdx="0" presStyleCnt="5"/>
      <dgm:spPr>
        <a:solidFill>
          <a:srgbClr val="CBDFF3"/>
        </a:solidFill>
      </dgm:spPr>
    </dgm:pt>
    <dgm:pt modelId="{F278269A-62FB-6248-9093-0EB8BFA5F0D9}" type="pres">
      <dgm:prSet presAssocID="{AC2F83AD-7352-FF49-BE8F-9A4F30CAE43E}" presName="text_2" presStyleLbl="node1" presStyleIdx="1" presStyleCnt="5">
        <dgm:presLayoutVars>
          <dgm:bulletEnabled val="1"/>
        </dgm:presLayoutVars>
      </dgm:prSet>
      <dgm:spPr/>
    </dgm:pt>
    <dgm:pt modelId="{CD1031D5-BC44-3942-BE40-87868CAF43CE}" type="pres">
      <dgm:prSet presAssocID="{AC2F83AD-7352-FF49-BE8F-9A4F30CAE43E}" presName="accent_2" presStyleCnt="0"/>
      <dgm:spPr/>
    </dgm:pt>
    <dgm:pt modelId="{47A44E6C-E45B-5341-BC06-E09A051348D4}" type="pres">
      <dgm:prSet presAssocID="{AC2F83AD-7352-FF49-BE8F-9A4F30CAE43E}" presName="accentRepeatNode" presStyleLbl="solidFgAcc1" presStyleIdx="1" presStyleCnt="5"/>
      <dgm:spPr>
        <a:solidFill>
          <a:srgbClr val="CBDFF3"/>
        </a:solidFill>
      </dgm:spPr>
    </dgm:pt>
    <dgm:pt modelId="{CD19378C-6C6E-D048-8B61-406D161BE221}" type="pres">
      <dgm:prSet presAssocID="{394ECC97-EF21-4746-8906-2F804B07B380}" presName="text_3" presStyleLbl="node1" presStyleIdx="2" presStyleCnt="5">
        <dgm:presLayoutVars>
          <dgm:bulletEnabled val="1"/>
        </dgm:presLayoutVars>
      </dgm:prSet>
      <dgm:spPr/>
    </dgm:pt>
    <dgm:pt modelId="{D705556F-2FC4-2C4A-BFFB-BFD73AD9879F}" type="pres">
      <dgm:prSet presAssocID="{394ECC97-EF21-4746-8906-2F804B07B380}" presName="accent_3" presStyleCnt="0"/>
      <dgm:spPr/>
    </dgm:pt>
    <dgm:pt modelId="{F74F90FF-3F09-5445-97B8-717C071590DA}" type="pres">
      <dgm:prSet presAssocID="{394ECC97-EF21-4746-8906-2F804B07B380}" presName="accentRepeatNode" presStyleLbl="solidFgAcc1" presStyleIdx="2" presStyleCnt="5"/>
      <dgm:spPr>
        <a:solidFill>
          <a:srgbClr val="CBDFF3"/>
        </a:solidFill>
      </dgm:spPr>
    </dgm:pt>
    <dgm:pt modelId="{258ACE73-4313-4625-8D06-23D6E7E8FE20}" type="pres">
      <dgm:prSet presAssocID="{100173AD-3D4A-4821-B89E-8E7FDF6E6B74}" presName="text_4" presStyleLbl="node1" presStyleIdx="3" presStyleCnt="5">
        <dgm:presLayoutVars>
          <dgm:bulletEnabled val="1"/>
        </dgm:presLayoutVars>
      </dgm:prSet>
      <dgm:spPr/>
    </dgm:pt>
    <dgm:pt modelId="{202C3F0C-A21B-474E-9990-B9CC6240D956}" type="pres">
      <dgm:prSet presAssocID="{100173AD-3D4A-4821-B89E-8E7FDF6E6B74}" presName="accent_4" presStyleCnt="0"/>
      <dgm:spPr/>
    </dgm:pt>
    <dgm:pt modelId="{4C8E6AEE-7AB2-41BC-9427-DDBDA99D12E6}" type="pres">
      <dgm:prSet presAssocID="{100173AD-3D4A-4821-B89E-8E7FDF6E6B74}" presName="accentRepeatNode" presStyleLbl="solidFgAcc1" presStyleIdx="3" presStyleCnt="5"/>
      <dgm:spPr>
        <a:solidFill>
          <a:srgbClr val="CBDFF3"/>
        </a:solidFill>
      </dgm:spPr>
    </dgm:pt>
    <dgm:pt modelId="{13C94351-2AFB-4245-B890-F451D5F3B528}" type="pres">
      <dgm:prSet presAssocID="{A7064D66-7130-46AD-BE08-047687F6AF82}" presName="text_5" presStyleLbl="node1" presStyleIdx="4" presStyleCnt="5">
        <dgm:presLayoutVars>
          <dgm:bulletEnabled val="1"/>
        </dgm:presLayoutVars>
      </dgm:prSet>
      <dgm:spPr/>
    </dgm:pt>
    <dgm:pt modelId="{720BB924-79CF-4B2F-9619-6D1C8B738453}" type="pres">
      <dgm:prSet presAssocID="{A7064D66-7130-46AD-BE08-047687F6AF82}" presName="accent_5" presStyleCnt="0"/>
      <dgm:spPr/>
    </dgm:pt>
    <dgm:pt modelId="{633E28A3-B51B-473D-9AA5-D6E7DFC1B82F}" type="pres">
      <dgm:prSet presAssocID="{A7064D66-7130-46AD-BE08-047687F6AF82}" presName="accentRepeatNode" presStyleLbl="solidFgAcc1" presStyleIdx="4" presStyleCnt="5"/>
      <dgm:spPr>
        <a:solidFill>
          <a:srgbClr val="CBDFF3"/>
        </a:solidFill>
      </dgm:spPr>
    </dgm:pt>
  </dgm:ptLst>
  <dgm:cxnLst>
    <dgm:cxn modelId="{8A3FC035-2B69-014E-AB10-473E2E1A97CA}" type="presOf" srcId="{C8EDC5AC-661F-AE4A-B2E9-83A9B978A903}" destId="{8BD1664C-C97D-3C4F-8A62-6AF481712761}" srcOrd="0" destOrd="0" presId="urn:microsoft.com/office/officeart/2008/layout/VerticalCurvedList"/>
    <dgm:cxn modelId="{82EEB63C-E6DE-404B-93A6-C81E7A64A67F}" type="presOf" srcId="{A7064D66-7130-46AD-BE08-047687F6AF82}" destId="{13C94351-2AFB-4245-B890-F451D5F3B528}" srcOrd="0" destOrd="0" presId="urn:microsoft.com/office/officeart/2008/layout/VerticalCurvedList"/>
    <dgm:cxn modelId="{40159C40-76B7-4362-BFFC-DA78BCAA5913}" srcId="{2AD4F8FC-5B73-664B-8730-9808E4E641E2}" destId="{A7064D66-7130-46AD-BE08-047687F6AF82}" srcOrd="4" destOrd="0" parTransId="{F482CE6A-309F-47A3-BEF2-92F39F7E7544}" sibTransId="{C513CD87-6359-4B69-961E-63FD9B37CCF7}"/>
    <dgm:cxn modelId="{924E054B-D089-364E-B1BC-8BC23D5AE5D3}" type="presOf" srcId="{7DA87691-F256-8E4B-878B-6CB88DB5178E}" destId="{D2392D78-3781-8B47-9B27-BF36F3F5D0BF}" srcOrd="0" destOrd="0" presId="urn:microsoft.com/office/officeart/2008/layout/VerticalCurvedList"/>
    <dgm:cxn modelId="{EEF25450-DE1F-44F9-BBDC-E062675A8B14}" type="presOf" srcId="{100173AD-3D4A-4821-B89E-8E7FDF6E6B74}" destId="{258ACE73-4313-4625-8D06-23D6E7E8FE20}" srcOrd="0" destOrd="0" presId="urn:microsoft.com/office/officeart/2008/layout/VerticalCurvedList"/>
    <dgm:cxn modelId="{CB80C2A1-1BA0-5D4C-A102-B5D589E254A7}" type="presOf" srcId="{2AD4F8FC-5B73-664B-8730-9808E4E641E2}" destId="{9C2FC00D-6D94-F14E-8447-E96C11F32B15}" srcOrd="0" destOrd="0" presId="urn:microsoft.com/office/officeart/2008/layout/VerticalCurvedList"/>
    <dgm:cxn modelId="{2D091DA2-3EDF-2B43-8796-A656E11863D9}" type="presOf" srcId="{AC2F83AD-7352-FF49-BE8F-9A4F30CAE43E}" destId="{F278269A-62FB-6248-9093-0EB8BFA5F0D9}" srcOrd="0" destOrd="0" presId="urn:microsoft.com/office/officeart/2008/layout/VerticalCurvedList"/>
    <dgm:cxn modelId="{EA5A8BA5-12BF-D943-957C-8FC0B0819B82}" srcId="{2AD4F8FC-5B73-664B-8730-9808E4E641E2}" destId="{AC2F83AD-7352-FF49-BE8F-9A4F30CAE43E}" srcOrd="1" destOrd="0" parTransId="{C39B8A9D-07DC-E84B-BB39-E9AA07E10AAC}" sibTransId="{90C79430-3032-A744-85D3-7E292B263CAB}"/>
    <dgm:cxn modelId="{5FBA4AAD-3A2B-4B90-B7EF-CEA6C920AA9D}" srcId="{2AD4F8FC-5B73-664B-8730-9808E4E641E2}" destId="{100173AD-3D4A-4821-B89E-8E7FDF6E6B74}" srcOrd="3" destOrd="0" parTransId="{0F6219AB-793C-4E2D-A14C-9DC70B76C807}" sibTransId="{65C536BF-84C1-4E8B-BCA6-A7FC06E64628}"/>
    <dgm:cxn modelId="{68126DB6-0B03-5847-BA35-E26982BE81FC}" srcId="{2AD4F8FC-5B73-664B-8730-9808E4E641E2}" destId="{394ECC97-EF21-4746-8906-2F804B07B380}" srcOrd="2" destOrd="0" parTransId="{D6ABAC54-250B-824F-85BC-682BFC3CED72}" sibTransId="{71A96CB8-6311-7541-9846-1192BC5D0B75}"/>
    <dgm:cxn modelId="{022606DC-4778-C847-867C-FFE9EEC13346}" type="presOf" srcId="{394ECC97-EF21-4746-8906-2F804B07B380}" destId="{CD19378C-6C6E-D048-8B61-406D161BE221}" srcOrd="0" destOrd="0" presId="urn:microsoft.com/office/officeart/2008/layout/VerticalCurvedList"/>
    <dgm:cxn modelId="{17696FE6-9E49-1944-8CD4-595E22216D6E}" srcId="{2AD4F8FC-5B73-664B-8730-9808E4E641E2}" destId="{C8EDC5AC-661F-AE4A-B2E9-83A9B978A903}" srcOrd="0" destOrd="0" parTransId="{F0FCA296-ABDC-394D-984C-839D11D435E6}" sibTransId="{7DA87691-F256-8E4B-878B-6CB88DB5178E}"/>
    <dgm:cxn modelId="{37237E9D-D47E-3149-AC85-4CC502F5C45A}" type="presParOf" srcId="{9C2FC00D-6D94-F14E-8447-E96C11F32B15}" destId="{1C68FC2A-28A0-A843-83FA-D787A5BE05EC}" srcOrd="0" destOrd="0" presId="urn:microsoft.com/office/officeart/2008/layout/VerticalCurvedList"/>
    <dgm:cxn modelId="{DAFDAE11-38CA-F547-8B49-720A39848EB1}" type="presParOf" srcId="{1C68FC2A-28A0-A843-83FA-D787A5BE05EC}" destId="{1C188C34-5256-A84C-8041-1112D9B321C1}" srcOrd="0" destOrd="0" presId="urn:microsoft.com/office/officeart/2008/layout/VerticalCurvedList"/>
    <dgm:cxn modelId="{D8748C04-EAC9-8540-B7DC-F2C33A1AB198}" type="presParOf" srcId="{1C188C34-5256-A84C-8041-1112D9B321C1}" destId="{60F430D5-54D9-EE4D-8DAC-F6A8C1CC7FE1}" srcOrd="0" destOrd="0" presId="urn:microsoft.com/office/officeart/2008/layout/VerticalCurvedList"/>
    <dgm:cxn modelId="{27660D95-6D7C-F544-92A8-4108CE69BA93}" type="presParOf" srcId="{1C188C34-5256-A84C-8041-1112D9B321C1}" destId="{D2392D78-3781-8B47-9B27-BF36F3F5D0BF}" srcOrd="1" destOrd="0" presId="urn:microsoft.com/office/officeart/2008/layout/VerticalCurvedList"/>
    <dgm:cxn modelId="{425884D0-AB06-634E-8568-4831911BFFCA}" type="presParOf" srcId="{1C188C34-5256-A84C-8041-1112D9B321C1}" destId="{F33DAB75-2715-F840-AFD1-CFF1879E5A87}" srcOrd="2" destOrd="0" presId="urn:microsoft.com/office/officeart/2008/layout/VerticalCurvedList"/>
    <dgm:cxn modelId="{3F3DDB9D-DE36-8945-8335-C50B34C75398}" type="presParOf" srcId="{1C188C34-5256-A84C-8041-1112D9B321C1}" destId="{04DCBAB0-5D44-4643-86FC-3124252A46CC}" srcOrd="3" destOrd="0" presId="urn:microsoft.com/office/officeart/2008/layout/VerticalCurvedList"/>
    <dgm:cxn modelId="{E4336E2E-C620-0C45-8FE3-C98F7FA61744}" type="presParOf" srcId="{1C68FC2A-28A0-A843-83FA-D787A5BE05EC}" destId="{8BD1664C-C97D-3C4F-8A62-6AF481712761}" srcOrd="1" destOrd="0" presId="urn:microsoft.com/office/officeart/2008/layout/VerticalCurvedList"/>
    <dgm:cxn modelId="{02BD9BE6-4D61-A94C-A1D2-C84D163F5095}" type="presParOf" srcId="{1C68FC2A-28A0-A843-83FA-D787A5BE05EC}" destId="{E9D0752E-76B4-2649-91CF-1955B2DCCDCF}" srcOrd="2" destOrd="0" presId="urn:microsoft.com/office/officeart/2008/layout/VerticalCurvedList"/>
    <dgm:cxn modelId="{E274E501-49A5-F540-8CCD-06FA10DFCEEF}" type="presParOf" srcId="{E9D0752E-76B4-2649-91CF-1955B2DCCDCF}" destId="{6702EE4A-7ABE-3C42-9712-823B49A67D43}" srcOrd="0" destOrd="0" presId="urn:microsoft.com/office/officeart/2008/layout/VerticalCurvedList"/>
    <dgm:cxn modelId="{51221EBB-0979-A64F-A01B-C623241879F4}" type="presParOf" srcId="{1C68FC2A-28A0-A843-83FA-D787A5BE05EC}" destId="{F278269A-62FB-6248-9093-0EB8BFA5F0D9}" srcOrd="3" destOrd="0" presId="urn:microsoft.com/office/officeart/2008/layout/VerticalCurvedList"/>
    <dgm:cxn modelId="{B4317446-60DA-814C-94EA-52CAF6817A60}" type="presParOf" srcId="{1C68FC2A-28A0-A843-83FA-D787A5BE05EC}" destId="{CD1031D5-BC44-3942-BE40-87868CAF43CE}" srcOrd="4" destOrd="0" presId="urn:microsoft.com/office/officeart/2008/layout/VerticalCurvedList"/>
    <dgm:cxn modelId="{19FA6065-940D-C847-9CFE-57C1500737C3}" type="presParOf" srcId="{CD1031D5-BC44-3942-BE40-87868CAF43CE}" destId="{47A44E6C-E45B-5341-BC06-E09A051348D4}" srcOrd="0" destOrd="0" presId="urn:microsoft.com/office/officeart/2008/layout/VerticalCurvedList"/>
    <dgm:cxn modelId="{D62F8F53-A922-9745-9CD0-B2C575FFAFF9}" type="presParOf" srcId="{1C68FC2A-28A0-A843-83FA-D787A5BE05EC}" destId="{CD19378C-6C6E-D048-8B61-406D161BE221}" srcOrd="5" destOrd="0" presId="urn:microsoft.com/office/officeart/2008/layout/VerticalCurvedList"/>
    <dgm:cxn modelId="{7F129B61-5CC6-3C47-9F20-1BB11B97448A}" type="presParOf" srcId="{1C68FC2A-28A0-A843-83FA-D787A5BE05EC}" destId="{D705556F-2FC4-2C4A-BFFB-BFD73AD9879F}" srcOrd="6" destOrd="0" presId="urn:microsoft.com/office/officeart/2008/layout/VerticalCurvedList"/>
    <dgm:cxn modelId="{DE062A7A-CF9B-8341-9497-774297BACB50}" type="presParOf" srcId="{D705556F-2FC4-2C4A-BFFB-BFD73AD9879F}" destId="{F74F90FF-3F09-5445-97B8-717C071590DA}" srcOrd="0" destOrd="0" presId="urn:microsoft.com/office/officeart/2008/layout/VerticalCurvedList"/>
    <dgm:cxn modelId="{9EF46EDF-C886-4822-918F-AA6732978848}" type="presParOf" srcId="{1C68FC2A-28A0-A843-83FA-D787A5BE05EC}" destId="{258ACE73-4313-4625-8D06-23D6E7E8FE20}" srcOrd="7" destOrd="0" presId="urn:microsoft.com/office/officeart/2008/layout/VerticalCurvedList"/>
    <dgm:cxn modelId="{E635A527-DA3F-4209-BDED-CAB2AC4B54C9}" type="presParOf" srcId="{1C68FC2A-28A0-A843-83FA-D787A5BE05EC}" destId="{202C3F0C-A21B-474E-9990-B9CC6240D956}" srcOrd="8" destOrd="0" presId="urn:microsoft.com/office/officeart/2008/layout/VerticalCurvedList"/>
    <dgm:cxn modelId="{46C601A9-11C9-4952-8E23-0CCD4BCD60BF}" type="presParOf" srcId="{202C3F0C-A21B-474E-9990-B9CC6240D956}" destId="{4C8E6AEE-7AB2-41BC-9427-DDBDA99D12E6}" srcOrd="0" destOrd="0" presId="urn:microsoft.com/office/officeart/2008/layout/VerticalCurvedList"/>
    <dgm:cxn modelId="{DF08C68D-0163-4F83-A457-1036987BC392}" type="presParOf" srcId="{1C68FC2A-28A0-A843-83FA-D787A5BE05EC}" destId="{13C94351-2AFB-4245-B890-F451D5F3B528}" srcOrd="9" destOrd="0" presId="urn:microsoft.com/office/officeart/2008/layout/VerticalCurvedList"/>
    <dgm:cxn modelId="{E7E65200-4922-4104-A022-BBB9E623FD24}" type="presParOf" srcId="{1C68FC2A-28A0-A843-83FA-D787A5BE05EC}" destId="{720BB924-79CF-4B2F-9619-6D1C8B738453}" srcOrd="10" destOrd="0" presId="urn:microsoft.com/office/officeart/2008/layout/VerticalCurvedList"/>
    <dgm:cxn modelId="{FD87EB1B-1683-45D6-963A-F39868F33FBF}" type="presParOf" srcId="{720BB924-79CF-4B2F-9619-6D1C8B738453}" destId="{633E28A3-B51B-473D-9AA5-D6E7DFC1B82F}"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AD4F8FC-5B73-664B-8730-9808E4E641E2}" type="doc">
      <dgm:prSet loTypeId="urn:microsoft.com/office/officeart/2008/layout/VerticalCurvedList" loCatId="" qsTypeId="urn:microsoft.com/office/officeart/2005/8/quickstyle/simple1" qsCatId="simple" csTypeId="urn:microsoft.com/office/officeart/2005/8/colors/accent0_2" csCatId="mainScheme" phldr="1"/>
      <dgm:spPr/>
      <dgm:t>
        <a:bodyPr/>
        <a:lstStyle/>
        <a:p>
          <a:endParaRPr lang="fr-FR"/>
        </a:p>
      </dgm:t>
    </dgm:pt>
    <dgm:pt modelId="{C8EDC5AC-661F-AE4A-B2E9-83A9B978A903}">
      <dgm:prSet phldrT="[Texte]" custT="1"/>
      <dgm:spPr>
        <a:solidFill>
          <a:srgbClr val="E7F0F9"/>
        </a:solidFill>
      </dgm:spPr>
      <dgm:t>
        <a:bodyPr/>
        <a:lstStyle/>
        <a:p>
          <a:pPr>
            <a:buFont typeface="Arial" panose="020B0604020202020204" pitchFamily="34" charset="0"/>
            <a:buChar char="•"/>
          </a:pPr>
          <a:r>
            <a:rPr lang="fr-FR" sz="1800" dirty="0">
              <a:solidFill>
                <a:schemeClr val="tx1"/>
              </a:solidFill>
              <a:latin typeface="Arial" panose="020B0604020202020204" pitchFamily="34" charset="0"/>
              <a:cs typeface="Arial" panose="020B0604020202020204" pitchFamily="34" charset="0"/>
            </a:rPr>
            <a:t>Utiliser correctement les méthodes HTTP : GET, PUT, PATCH, POST &amp; DELETE</a:t>
          </a:r>
          <a:endParaRPr lang="fr-FR" sz="1800" dirty="0">
            <a:solidFill>
              <a:schemeClr val="tx1"/>
            </a:solidFill>
          </a:endParaRPr>
        </a:p>
      </dgm:t>
    </dgm:pt>
    <dgm:pt modelId="{F0FCA296-ABDC-394D-984C-839D11D435E6}" type="parTrans" cxnId="{17696FE6-9E49-1944-8CD4-595E22216D6E}">
      <dgm:prSet/>
      <dgm:spPr/>
      <dgm:t>
        <a:bodyPr/>
        <a:lstStyle/>
        <a:p>
          <a:endParaRPr lang="fr-FR" sz="1800">
            <a:solidFill>
              <a:schemeClr val="tx1"/>
            </a:solidFill>
          </a:endParaRPr>
        </a:p>
      </dgm:t>
    </dgm:pt>
    <dgm:pt modelId="{7DA87691-F256-8E4B-878B-6CB88DB5178E}" type="sibTrans" cxnId="{17696FE6-9E49-1944-8CD4-595E22216D6E}">
      <dgm:prSet/>
      <dgm:spPr/>
      <dgm:t>
        <a:bodyPr/>
        <a:lstStyle/>
        <a:p>
          <a:endParaRPr lang="fr-FR" sz="1800">
            <a:solidFill>
              <a:schemeClr val="tx1"/>
            </a:solidFill>
          </a:endParaRPr>
        </a:p>
      </dgm:t>
    </dgm:pt>
    <dgm:pt modelId="{AC2F83AD-7352-FF49-BE8F-9A4F30CAE43E}">
      <dgm:prSet phldrT="[Texte]" custT="1"/>
      <dgm:spPr>
        <a:solidFill>
          <a:srgbClr val="E7F0F9"/>
        </a:solidFill>
      </dgm:spPr>
      <dgm:t>
        <a:bodyPr/>
        <a:lstStyle/>
        <a:p>
          <a:r>
            <a:rPr lang="fr-FR" sz="1800" dirty="0">
              <a:solidFill>
                <a:schemeClr val="tx1"/>
              </a:solidFill>
              <a:latin typeface="Arial" panose="020B0604020202020204" pitchFamily="34" charset="0"/>
              <a:cs typeface="Arial" panose="020B0604020202020204" pitchFamily="34" charset="0"/>
            </a:rPr>
            <a:t>Vérifier les bonnes pratiques RESTful </a:t>
          </a:r>
          <a:endParaRPr lang="fr-FR" sz="1800" dirty="0">
            <a:solidFill>
              <a:schemeClr val="tx1"/>
            </a:solidFill>
          </a:endParaRPr>
        </a:p>
      </dgm:t>
    </dgm:pt>
    <dgm:pt modelId="{C39B8A9D-07DC-E84B-BB39-E9AA07E10AAC}" type="parTrans" cxnId="{EA5A8BA5-12BF-D943-957C-8FC0B0819B82}">
      <dgm:prSet/>
      <dgm:spPr/>
      <dgm:t>
        <a:bodyPr/>
        <a:lstStyle/>
        <a:p>
          <a:endParaRPr lang="fr-FR" sz="1800">
            <a:solidFill>
              <a:schemeClr val="tx1"/>
            </a:solidFill>
          </a:endParaRPr>
        </a:p>
      </dgm:t>
    </dgm:pt>
    <dgm:pt modelId="{90C79430-3032-A744-85D3-7E292B263CAB}" type="sibTrans" cxnId="{EA5A8BA5-12BF-D943-957C-8FC0B0819B82}">
      <dgm:prSet/>
      <dgm:spPr/>
      <dgm:t>
        <a:bodyPr/>
        <a:lstStyle/>
        <a:p>
          <a:endParaRPr lang="fr-FR" sz="1800">
            <a:solidFill>
              <a:schemeClr val="tx1"/>
            </a:solidFill>
          </a:endParaRPr>
        </a:p>
      </dgm:t>
    </dgm:pt>
    <dgm:pt modelId="{394ECC97-EF21-4746-8906-2F804B07B380}">
      <dgm:prSet phldrT="[Texte]" custT="1"/>
      <dgm:spPr>
        <a:solidFill>
          <a:srgbClr val="E7F0F9"/>
        </a:solidFill>
      </dgm:spPr>
      <dgm:t>
        <a:bodyPr/>
        <a:lstStyle/>
        <a:p>
          <a:r>
            <a:rPr lang="fr-FR" sz="1800" dirty="0">
              <a:solidFill>
                <a:schemeClr val="tx1"/>
              </a:solidFill>
              <a:latin typeface="Arial" panose="020B0604020202020204" pitchFamily="34" charset="0"/>
              <a:cs typeface="Arial" panose="020B0604020202020204" pitchFamily="34" charset="0"/>
            </a:rPr>
            <a:t>Vérifier l’utilisation des codes d'état</a:t>
          </a:r>
          <a:endParaRPr lang="fr-FR" sz="1800" dirty="0">
            <a:solidFill>
              <a:schemeClr val="tx1"/>
            </a:solidFill>
          </a:endParaRPr>
        </a:p>
      </dgm:t>
    </dgm:pt>
    <dgm:pt modelId="{D6ABAC54-250B-824F-85BC-682BFC3CED72}" type="parTrans" cxnId="{68126DB6-0B03-5847-BA35-E26982BE81FC}">
      <dgm:prSet/>
      <dgm:spPr/>
      <dgm:t>
        <a:bodyPr/>
        <a:lstStyle/>
        <a:p>
          <a:endParaRPr lang="fr-FR" sz="1800">
            <a:solidFill>
              <a:schemeClr val="tx1"/>
            </a:solidFill>
          </a:endParaRPr>
        </a:p>
      </dgm:t>
    </dgm:pt>
    <dgm:pt modelId="{71A96CB8-6311-7541-9846-1192BC5D0B75}" type="sibTrans" cxnId="{68126DB6-0B03-5847-BA35-E26982BE81FC}">
      <dgm:prSet/>
      <dgm:spPr/>
      <dgm:t>
        <a:bodyPr/>
        <a:lstStyle/>
        <a:p>
          <a:endParaRPr lang="fr-FR" sz="1800">
            <a:solidFill>
              <a:schemeClr val="tx1"/>
            </a:solidFill>
          </a:endParaRPr>
        </a:p>
      </dgm:t>
    </dgm:pt>
    <dgm:pt modelId="{100173AD-3D4A-4821-B89E-8E7FDF6E6B74}">
      <dgm:prSet phldrT="[Texte]" custT="1"/>
      <dgm:spPr>
        <a:solidFill>
          <a:srgbClr val="E7F0F9"/>
        </a:solidFill>
      </dgm:spPr>
      <dgm:t>
        <a:bodyPr/>
        <a:lstStyle/>
        <a:p>
          <a:r>
            <a:rPr lang="fr-FR" sz="1800" dirty="0">
              <a:solidFill>
                <a:schemeClr val="tx1"/>
              </a:solidFill>
              <a:latin typeface="Arial" panose="020B0604020202020204" pitchFamily="34" charset="0"/>
              <a:cs typeface="Arial" panose="020B0604020202020204" pitchFamily="34" charset="0"/>
            </a:rPr>
            <a:t>Vérifier la simplicité et la conformité fonctionnelle de l’interface fournie</a:t>
          </a:r>
          <a:endParaRPr lang="fr-FR" sz="1800" dirty="0">
            <a:solidFill>
              <a:schemeClr val="tx1"/>
            </a:solidFill>
          </a:endParaRPr>
        </a:p>
      </dgm:t>
    </dgm:pt>
    <dgm:pt modelId="{0F6219AB-793C-4E2D-A14C-9DC70B76C807}" type="parTrans" cxnId="{5FBA4AAD-3A2B-4B90-B7EF-CEA6C920AA9D}">
      <dgm:prSet/>
      <dgm:spPr/>
      <dgm:t>
        <a:bodyPr/>
        <a:lstStyle/>
        <a:p>
          <a:endParaRPr lang="fr-FR" sz="1800">
            <a:solidFill>
              <a:schemeClr val="tx1"/>
            </a:solidFill>
          </a:endParaRPr>
        </a:p>
      </dgm:t>
    </dgm:pt>
    <dgm:pt modelId="{65C536BF-84C1-4E8B-BCA6-A7FC06E64628}" type="sibTrans" cxnId="{5FBA4AAD-3A2B-4B90-B7EF-CEA6C920AA9D}">
      <dgm:prSet/>
      <dgm:spPr/>
      <dgm:t>
        <a:bodyPr/>
        <a:lstStyle/>
        <a:p>
          <a:endParaRPr lang="fr-FR" sz="1800">
            <a:solidFill>
              <a:schemeClr val="tx1"/>
            </a:solidFill>
          </a:endParaRPr>
        </a:p>
      </dgm:t>
    </dgm:pt>
    <dgm:pt modelId="{2D1D2B09-B0A0-4244-9853-59E03477B079}">
      <dgm:prSet phldrT="[Texte]" custT="1"/>
      <dgm:spPr>
        <a:solidFill>
          <a:srgbClr val="E7F0F9"/>
        </a:solidFill>
      </dgm:spPr>
      <dgm:t>
        <a:bodyPr/>
        <a:lstStyle/>
        <a:p>
          <a:r>
            <a:rPr lang="fr-FR" sz="1800">
              <a:solidFill>
                <a:schemeClr val="tx1"/>
              </a:solidFill>
            </a:rPr>
            <a:t>Vérifier la conformité à l’ « Open API </a:t>
          </a:r>
          <a:r>
            <a:rPr lang="fr-FR" sz="1800" err="1">
              <a:solidFill>
                <a:schemeClr val="tx1"/>
              </a:solidFill>
            </a:rPr>
            <a:t>Specification</a:t>
          </a:r>
          <a:r>
            <a:rPr lang="fr-FR" sz="1800">
              <a:solidFill>
                <a:schemeClr val="tx1"/>
              </a:solidFill>
            </a:rPr>
            <a:t> »</a:t>
          </a:r>
        </a:p>
      </dgm:t>
    </dgm:pt>
    <dgm:pt modelId="{AA0A0691-21F8-EB42-874E-93F6BDFB2E6C}" type="parTrans" cxnId="{CB335FDB-8567-4766-ACFB-70A727401D9A}">
      <dgm:prSet/>
      <dgm:spPr/>
    </dgm:pt>
    <dgm:pt modelId="{76C600C4-3F9C-DA4B-BBC6-4F3EDA617225}" type="sibTrans" cxnId="{CB335FDB-8567-4766-ACFB-70A727401D9A}">
      <dgm:prSet/>
      <dgm:spPr/>
    </dgm:pt>
    <dgm:pt modelId="{9C2FC00D-6D94-F14E-8447-E96C11F32B15}" type="pres">
      <dgm:prSet presAssocID="{2AD4F8FC-5B73-664B-8730-9808E4E641E2}" presName="Name0" presStyleCnt="0">
        <dgm:presLayoutVars>
          <dgm:chMax val="7"/>
          <dgm:chPref val="7"/>
          <dgm:dir/>
        </dgm:presLayoutVars>
      </dgm:prSet>
      <dgm:spPr/>
    </dgm:pt>
    <dgm:pt modelId="{1C68FC2A-28A0-A843-83FA-D787A5BE05EC}" type="pres">
      <dgm:prSet presAssocID="{2AD4F8FC-5B73-664B-8730-9808E4E641E2}" presName="Name1" presStyleCnt="0"/>
      <dgm:spPr/>
    </dgm:pt>
    <dgm:pt modelId="{1C188C34-5256-A84C-8041-1112D9B321C1}" type="pres">
      <dgm:prSet presAssocID="{2AD4F8FC-5B73-664B-8730-9808E4E641E2}" presName="cycle" presStyleCnt="0"/>
      <dgm:spPr/>
    </dgm:pt>
    <dgm:pt modelId="{60F430D5-54D9-EE4D-8DAC-F6A8C1CC7FE1}" type="pres">
      <dgm:prSet presAssocID="{2AD4F8FC-5B73-664B-8730-9808E4E641E2}" presName="srcNode" presStyleLbl="node1" presStyleIdx="0" presStyleCnt="5"/>
      <dgm:spPr/>
    </dgm:pt>
    <dgm:pt modelId="{D2392D78-3781-8B47-9B27-BF36F3F5D0BF}" type="pres">
      <dgm:prSet presAssocID="{2AD4F8FC-5B73-664B-8730-9808E4E641E2}" presName="conn" presStyleLbl="parChTrans1D2" presStyleIdx="0" presStyleCnt="1"/>
      <dgm:spPr/>
    </dgm:pt>
    <dgm:pt modelId="{F33DAB75-2715-F840-AFD1-CFF1879E5A87}" type="pres">
      <dgm:prSet presAssocID="{2AD4F8FC-5B73-664B-8730-9808E4E641E2}" presName="extraNode" presStyleLbl="node1" presStyleIdx="0" presStyleCnt="5"/>
      <dgm:spPr/>
    </dgm:pt>
    <dgm:pt modelId="{04DCBAB0-5D44-4643-86FC-3124252A46CC}" type="pres">
      <dgm:prSet presAssocID="{2AD4F8FC-5B73-664B-8730-9808E4E641E2}" presName="dstNode" presStyleLbl="node1" presStyleIdx="0" presStyleCnt="5"/>
      <dgm:spPr/>
    </dgm:pt>
    <dgm:pt modelId="{8BD1664C-C97D-3C4F-8A62-6AF481712761}" type="pres">
      <dgm:prSet presAssocID="{C8EDC5AC-661F-AE4A-B2E9-83A9B978A903}" presName="text_1" presStyleLbl="node1" presStyleIdx="0" presStyleCnt="5">
        <dgm:presLayoutVars>
          <dgm:bulletEnabled val="1"/>
        </dgm:presLayoutVars>
      </dgm:prSet>
      <dgm:spPr/>
    </dgm:pt>
    <dgm:pt modelId="{E9D0752E-76B4-2649-91CF-1955B2DCCDCF}" type="pres">
      <dgm:prSet presAssocID="{C8EDC5AC-661F-AE4A-B2E9-83A9B978A903}" presName="accent_1" presStyleCnt="0"/>
      <dgm:spPr/>
    </dgm:pt>
    <dgm:pt modelId="{6702EE4A-7ABE-3C42-9712-823B49A67D43}" type="pres">
      <dgm:prSet presAssocID="{C8EDC5AC-661F-AE4A-B2E9-83A9B978A903}" presName="accentRepeatNode" presStyleLbl="solidFgAcc1" presStyleIdx="0" presStyleCnt="5"/>
      <dgm:spPr>
        <a:solidFill>
          <a:srgbClr val="CBDFF3"/>
        </a:solidFill>
      </dgm:spPr>
    </dgm:pt>
    <dgm:pt modelId="{F278269A-62FB-6248-9093-0EB8BFA5F0D9}" type="pres">
      <dgm:prSet presAssocID="{AC2F83AD-7352-FF49-BE8F-9A4F30CAE43E}" presName="text_2" presStyleLbl="node1" presStyleIdx="1" presStyleCnt="5">
        <dgm:presLayoutVars>
          <dgm:bulletEnabled val="1"/>
        </dgm:presLayoutVars>
      </dgm:prSet>
      <dgm:spPr/>
    </dgm:pt>
    <dgm:pt modelId="{CD1031D5-BC44-3942-BE40-87868CAF43CE}" type="pres">
      <dgm:prSet presAssocID="{AC2F83AD-7352-FF49-BE8F-9A4F30CAE43E}" presName="accent_2" presStyleCnt="0"/>
      <dgm:spPr/>
    </dgm:pt>
    <dgm:pt modelId="{47A44E6C-E45B-5341-BC06-E09A051348D4}" type="pres">
      <dgm:prSet presAssocID="{AC2F83AD-7352-FF49-BE8F-9A4F30CAE43E}" presName="accentRepeatNode" presStyleLbl="solidFgAcc1" presStyleIdx="1" presStyleCnt="5"/>
      <dgm:spPr>
        <a:solidFill>
          <a:srgbClr val="CBDFF3"/>
        </a:solidFill>
      </dgm:spPr>
    </dgm:pt>
    <dgm:pt modelId="{CD19378C-6C6E-D048-8B61-406D161BE221}" type="pres">
      <dgm:prSet presAssocID="{394ECC97-EF21-4746-8906-2F804B07B380}" presName="text_3" presStyleLbl="node1" presStyleIdx="2" presStyleCnt="5">
        <dgm:presLayoutVars>
          <dgm:bulletEnabled val="1"/>
        </dgm:presLayoutVars>
      </dgm:prSet>
      <dgm:spPr/>
    </dgm:pt>
    <dgm:pt modelId="{D705556F-2FC4-2C4A-BFFB-BFD73AD9879F}" type="pres">
      <dgm:prSet presAssocID="{394ECC97-EF21-4746-8906-2F804B07B380}" presName="accent_3" presStyleCnt="0"/>
      <dgm:spPr/>
    </dgm:pt>
    <dgm:pt modelId="{F74F90FF-3F09-5445-97B8-717C071590DA}" type="pres">
      <dgm:prSet presAssocID="{394ECC97-EF21-4746-8906-2F804B07B380}" presName="accentRepeatNode" presStyleLbl="solidFgAcc1" presStyleIdx="2" presStyleCnt="5"/>
      <dgm:spPr>
        <a:solidFill>
          <a:srgbClr val="CBDFF3"/>
        </a:solidFill>
      </dgm:spPr>
    </dgm:pt>
    <dgm:pt modelId="{258ACE73-4313-4625-8D06-23D6E7E8FE20}" type="pres">
      <dgm:prSet presAssocID="{100173AD-3D4A-4821-B89E-8E7FDF6E6B74}" presName="text_4" presStyleLbl="node1" presStyleIdx="3" presStyleCnt="5">
        <dgm:presLayoutVars>
          <dgm:bulletEnabled val="1"/>
        </dgm:presLayoutVars>
      </dgm:prSet>
      <dgm:spPr/>
    </dgm:pt>
    <dgm:pt modelId="{202C3F0C-A21B-474E-9990-B9CC6240D956}" type="pres">
      <dgm:prSet presAssocID="{100173AD-3D4A-4821-B89E-8E7FDF6E6B74}" presName="accent_4" presStyleCnt="0"/>
      <dgm:spPr/>
    </dgm:pt>
    <dgm:pt modelId="{4C8E6AEE-7AB2-41BC-9427-DDBDA99D12E6}" type="pres">
      <dgm:prSet presAssocID="{100173AD-3D4A-4821-B89E-8E7FDF6E6B74}" presName="accentRepeatNode" presStyleLbl="solidFgAcc1" presStyleIdx="3" presStyleCnt="5"/>
      <dgm:spPr>
        <a:solidFill>
          <a:srgbClr val="CBDFF3"/>
        </a:solidFill>
      </dgm:spPr>
    </dgm:pt>
    <dgm:pt modelId="{3A5806CB-86F8-4C4D-A3FC-DA26069F0699}" type="pres">
      <dgm:prSet presAssocID="{2D1D2B09-B0A0-4244-9853-59E03477B079}" presName="text_5" presStyleLbl="node1" presStyleIdx="4" presStyleCnt="5">
        <dgm:presLayoutVars>
          <dgm:bulletEnabled val="1"/>
        </dgm:presLayoutVars>
      </dgm:prSet>
      <dgm:spPr/>
    </dgm:pt>
    <dgm:pt modelId="{6B406FEA-5355-B84F-B4C6-1D61D3D28FE0}" type="pres">
      <dgm:prSet presAssocID="{2D1D2B09-B0A0-4244-9853-59E03477B079}" presName="accent_5" presStyleCnt="0"/>
      <dgm:spPr/>
    </dgm:pt>
    <dgm:pt modelId="{D7AE8504-A33B-2E48-9AFA-3DBCB7272E38}" type="pres">
      <dgm:prSet presAssocID="{2D1D2B09-B0A0-4244-9853-59E03477B079}" presName="accentRepeatNode" presStyleLbl="solidFgAcc1" presStyleIdx="4" presStyleCnt="5"/>
      <dgm:spPr>
        <a:xfrm>
          <a:off x="81346" y="4043866"/>
          <a:ext cx="793193" cy="793193"/>
        </a:xfrm>
        <a:prstGeom prst="ellipse">
          <a:avLst/>
        </a:prstGeom>
        <a:solidFill>
          <a:srgbClr val="CBDFF3"/>
        </a:solidFill>
        <a:ln w="12700" cap="flat" cmpd="sng" algn="ctr">
          <a:solidFill>
            <a:srgbClr val="009DDF">
              <a:hueOff val="0"/>
              <a:satOff val="0"/>
              <a:lumOff val="0"/>
              <a:alphaOff val="0"/>
            </a:srgbClr>
          </a:solidFill>
          <a:prstDash val="solid"/>
          <a:miter lim="800000"/>
        </a:ln>
        <a:effectLst/>
      </dgm:spPr>
    </dgm:pt>
  </dgm:ptLst>
  <dgm:cxnLst>
    <dgm:cxn modelId="{8A3FC035-2B69-014E-AB10-473E2E1A97CA}" type="presOf" srcId="{C8EDC5AC-661F-AE4A-B2E9-83A9B978A903}" destId="{8BD1664C-C97D-3C4F-8A62-6AF481712761}" srcOrd="0" destOrd="0" presId="urn:microsoft.com/office/officeart/2008/layout/VerticalCurvedList"/>
    <dgm:cxn modelId="{924E054B-D089-364E-B1BC-8BC23D5AE5D3}" type="presOf" srcId="{7DA87691-F256-8E4B-878B-6CB88DB5178E}" destId="{D2392D78-3781-8B47-9B27-BF36F3F5D0BF}" srcOrd="0" destOrd="0" presId="urn:microsoft.com/office/officeart/2008/layout/VerticalCurvedList"/>
    <dgm:cxn modelId="{EEF25450-DE1F-44F9-BBDC-E062675A8B14}" type="presOf" srcId="{100173AD-3D4A-4821-B89E-8E7FDF6E6B74}" destId="{258ACE73-4313-4625-8D06-23D6E7E8FE20}" srcOrd="0" destOrd="0" presId="urn:microsoft.com/office/officeart/2008/layout/VerticalCurvedList"/>
    <dgm:cxn modelId="{CB80C2A1-1BA0-5D4C-A102-B5D589E254A7}" type="presOf" srcId="{2AD4F8FC-5B73-664B-8730-9808E4E641E2}" destId="{9C2FC00D-6D94-F14E-8447-E96C11F32B15}" srcOrd="0" destOrd="0" presId="urn:microsoft.com/office/officeart/2008/layout/VerticalCurvedList"/>
    <dgm:cxn modelId="{2D091DA2-3EDF-2B43-8796-A656E11863D9}" type="presOf" srcId="{AC2F83AD-7352-FF49-BE8F-9A4F30CAE43E}" destId="{F278269A-62FB-6248-9093-0EB8BFA5F0D9}" srcOrd="0" destOrd="0" presId="urn:microsoft.com/office/officeart/2008/layout/VerticalCurvedList"/>
    <dgm:cxn modelId="{EA5A8BA5-12BF-D943-957C-8FC0B0819B82}" srcId="{2AD4F8FC-5B73-664B-8730-9808E4E641E2}" destId="{AC2F83AD-7352-FF49-BE8F-9A4F30CAE43E}" srcOrd="1" destOrd="0" parTransId="{C39B8A9D-07DC-E84B-BB39-E9AA07E10AAC}" sibTransId="{90C79430-3032-A744-85D3-7E292B263CAB}"/>
    <dgm:cxn modelId="{5FBA4AAD-3A2B-4B90-B7EF-CEA6C920AA9D}" srcId="{2AD4F8FC-5B73-664B-8730-9808E4E641E2}" destId="{100173AD-3D4A-4821-B89E-8E7FDF6E6B74}" srcOrd="3" destOrd="0" parTransId="{0F6219AB-793C-4E2D-A14C-9DC70B76C807}" sibTransId="{65C536BF-84C1-4E8B-BCA6-A7FC06E64628}"/>
    <dgm:cxn modelId="{68126DB6-0B03-5847-BA35-E26982BE81FC}" srcId="{2AD4F8FC-5B73-664B-8730-9808E4E641E2}" destId="{394ECC97-EF21-4746-8906-2F804B07B380}" srcOrd="2" destOrd="0" parTransId="{D6ABAC54-250B-824F-85BC-682BFC3CED72}" sibTransId="{71A96CB8-6311-7541-9846-1192BC5D0B75}"/>
    <dgm:cxn modelId="{CB335FDB-8567-4766-ACFB-70A727401D9A}" srcId="{2AD4F8FC-5B73-664B-8730-9808E4E641E2}" destId="{2D1D2B09-B0A0-4244-9853-59E03477B079}" srcOrd="4" destOrd="0" parTransId="{AA0A0691-21F8-EB42-874E-93F6BDFB2E6C}" sibTransId="{76C600C4-3F9C-DA4B-BBC6-4F3EDA617225}"/>
    <dgm:cxn modelId="{022606DC-4778-C847-867C-FFE9EEC13346}" type="presOf" srcId="{394ECC97-EF21-4746-8906-2F804B07B380}" destId="{CD19378C-6C6E-D048-8B61-406D161BE221}" srcOrd="0" destOrd="0" presId="urn:microsoft.com/office/officeart/2008/layout/VerticalCurvedList"/>
    <dgm:cxn modelId="{17696FE6-9E49-1944-8CD4-595E22216D6E}" srcId="{2AD4F8FC-5B73-664B-8730-9808E4E641E2}" destId="{C8EDC5AC-661F-AE4A-B2E9-83A9B978A903}" srcOrd="0" destOrd="0" parTransId="{F0FCA296-ABDC-394D-984C-839D11D435E6}" sibTransId="{7DA87691-F256-8E4B-878B-6CB88DB5178E}"/>
    <dgm:cxn modelId="{BC3069EA-B1FD-44F0-8CC9-8C701BDB56BA}" type="presOf" srcId="{2D1D2B09-B0A0-4244-9853-59E03477B079}" destId="{3A5806CB-86F8-4C4D-A3FC-DA26069F0699}" srcOrd="0" destOrd="0" presId="urn:microsoft.com/office/officeart/2008/layout/VerticalCurvedList"/>
    <dgm:cxn modelId="{37237E9D-D47E-3149-AC85-4CC502F5C45A}" type="presParOf" srcId="{9C2FC00D-6D94-F14E-8447-E96C11F32B15}" destId="{1C68FC2A-28A0-A843-83FA-D787A5BE05EC}" srcOrd="0" destOrd="0" presId="urn:microsoft.com/office/officeart/2008/layout/VerticalCurvedList"/>
    <dgm:cxn modelId="{DAFDAE11-38CA-F547-8B49-720A39848EB1}" type="presParOf" srcId="{1C68FC2A-28A0-A843-83FA-D787A5BE05EC}" destId="{1C188C34-5256-A84C-8041-1112D9B321C1}" srcOrd="0" destOrd="0" presId="urn:microsoft.com/office/officeart/2008/layout/VerticalCurvedList"/>
    <dgm:cxn modelId="{D8748C04-EAC9-8540-B7DC-F2C33A1AB198}" type="presParOf" srcId="{1C188C34-5256-A84C-8041-1112D9B321C1}" destId="{60F430D5-54D9-EE4D-8DAC-F6A8C1CC7FE1}" srcOrd="0" destOrd="0" presId="urn:microsoft.com/office/officeart/2008/layout/VerticalCurvedList"/>
    <dgm:cxn modelId="{27660D95-6D7C-F544-92A8-4108CE69BA93}" type="presParOf" srcId="{1C188C34-5256-A84C-8041-1112D9B321C1}" destId="{D2392D78-3781-8B47-9B27-BF36F3F5D0BF}" srcOrd="1" destOrd="0" presId="urn:microsoft.com/office/officeart/2008/layout/VerticalCurvedList"/>
    <dgm:cxn modelId="{425884D0-AB06-634E-8568-4831911BFFCA}" type="presParOf" srcId="{1C188C34-5256-A84C-8041-1112D9B321C1}" destId="{F33DAB75-2715-F840-AFD1-CFF1879E5A87}" srcOrd="2" destOrd="0" presId="urn:microsoft.com/office/officeart/2008/layout/VerticalCurvedList"/>
    <dgm:cxn modelId="{3F3DDB9D-DE36-8945-8335-C50B34C75398}" type="presParOf" srcId="{1C188C34-5256-A84C-8041-1112D9B321C1}" destId="{04DCBAB0-5D44-4643-86FC-3124252A46CC}" srcOrd="3" destOrd="0" presId="urn:microsoft.com/office/officeart/2008/layout/VerticalCurvedList"/>
    <dgm:cxn modelId="{E4336E2E-C620-0C45-8FE3-C98F7FA61744}" type="presParOf" srcId="{1C68FC2A-28A0-A843-83FA-D787A5BE05EC}" destId="{8BD1664C-C97D-3C4F-8A62-6AF481712761}" srcOrd="1" destOrd="0" presId="urn:microsoft.com/office/officeart/2008/layout/VerticalCurvedList"/>
    <dgm:cxn modelId="{02BD9BE6-4D61-A94C-A1D2-C84D163F5095}" type="presParOf" srcId="{1C68FC2A-28A0-A843-83FA-D787A5BE05EC}" destId="{E9D0752E-76B4-2649-91CF-1955B2DCCDCF}" srcOrd="2" destOrd="0" presId="urn:microsoft.com/office/officeart/2008/layout/VerticalCurvedList"/>
    <dgm:cxn modelId="{E274E501-49A5-F540-8CCD-06FA10DFCEEF}" type="presParOf" srcId="{E9D0752E-76B4-2649-91CF-1955B2DCCDCF}" destId="{6702EE4A-7ABE-3C42-9712-823B49A67D43}" srcOrd="0" destOrd="0" presId="urn:microsoft.com/office/officeart/2008/layout/VerticalCurvedList"/>
    <dgm:cxn modelId="{51221EBB-0979-A64F-A01B-C623241879F4}" type="presParOf" srcId="{1C68FC2A-28A0-A843-83FA-D787A5BE05EC}" destId="{F278269A-62FB-6248-9093-0EB8BFA5F0D9}" srcOrd="3" destOrd="0" presId="urn:microsoft.com/office/officeart/2008/layout/VerticalCurvedList"/>
    <dgm:cxn modelId="{B4317446-60DA-814C-94EA-52CAF6817A60}" type="presParOf" srcId="{1C68FC2A-28A0-A843-83FA-D787A5BE05EC}" destId="{CD1031D5-BC44-3942-BE40-87868CAF43CE}" srcOrd="4" destOrd="0" presId="urn:microsoft.com/office/officeart/2008/layout/VerticalCurvedList"/>
    <dgm:cxn modelId="{19FA6065-940D-C847-9CFE-57C1500737C3}" type="presParOf" srcId="{CD1031D5-BC44-3942-BE40-87868CAF43CE}" destId="{47A44E6C-E45B-5341-BC06-E09A051348D4}" srcOrd="0" destOrd="0" presId="urn:microsoft.com/office/officeart/2008/layout/VerticalCurvedList"/>
    <dgm:cxn modelId="{D62F8F53-A922-9745-9CD0-B2C575FFAFF9}" type="presParOf" srcId="{1C68FC2A-28A0-A843-83FA-D787A5BE05EC}" destId="{CD19378C-6C6E-D048-8B61-406D161BE221}" srcOrd="5" destOrd="0" presId="urn:microsoft.com/office/officeart/2008/layout/VerticalCurvedList"/>
    <dgm:cxn modelId="{7F129B61-5CC6-3C47-9F20-1BB11B97448A}" type="presParOf" srcId="{1C68FC2A-28A0-A843-83FA-D787A5BE05EC}" destId="{D705556F-2FC4-2C4A-BFFB-BFD73AD9879F}" srcOrd="6" destOrd="0" presId="urn:microsoft.com/office/officeart/2008/layout/VerticalCurvedList"/>
    <dgm:cxn modelId="{DE062A7A-CF9B-8341-9497-774297BACB50}" type="presParOf" srcId="{D705556F-2FC4-2C4A-BFFB-BFD73AD9879F}" destId="{F74F90FF-3F09-5445-97B8-717C071590DA}" srcOrd="0" destOrd="0" presId="urn:microsoft.com/office/officeart/2008/layout/VerticalCurvedList"/>
    <dgm:cxn modelId="{9EF46EDF-C886-4822-918F-AA6732978848}" type="presParOf" srcId="{1C68FC2A-28A0-A843-83FA-D787A5BE05EC}" destId="{258ACE73-4313-4625-8D06-23D6E7E8FE20}" srcOrd="7" destOrd="0" presId="urn:microsoft.com/office/officeart/2008/layout/VerticalCurvedList"/>
    <dgm:cxn modelId="{E635A527-DA3F-4209-BDED-CAB2AC4B54C9}" type="presParOf" srcId="{1C68FC2A-28A0-A843-83FA-D787A5BE05EC}" destId="{202C3F0C-A21B-474E-9990-B9CC6240D956}" srcOrd="8" destOrd="0" presId="urn:microsoft.com/office/officeart/2008/layout/VerticalCurvedList"/>
    <dgm:cxn modelId="{46C601A9-11C9-4952-8E23-0CCD4BCD60BF}" type="presParOf" srcId="{202C3F0C-A21B-474E-9990-B9CC6240D956}" destId="{4C8E6AEE-7AB2-41BC-9427-DDBDA99D12E6}" srcOrd="0" destOrd="0" presId="urn:microsoft.com/office/officeart/2008/layout/VerticalCurvedList"/>
    <dgm:cxn modelId="{4A1BB808-D9F4-4C64-9865-0EE209545470}" type="presParOf" srcId="{1C68FC2A-28A0-A843-83FA-D787A5BE05EC}" destId="{3A5806CB-86F8-4C4D-A3FC-DA26069F0699}" srcOrd="9" destOrd="0" presId="urn:microsoft.com/office/officeart/2008/layout/VerticalCurvedList"/>
    <dgm:cxn modelId="{C8C5F65C-1EF1-4C85-81A5-BFE7CCA8C274}" type="presParOf" srcId="{1C68FC2A-28A0-A843-83FA-D787A5BE05EC}" destId="{6B406FEA-5355-B84F-B4C6-1D61D3D28FE0}" srcOrd="10" destOrd="0" presId="urn:microsoft.com/office/officeart/2008/layout/VerticalCurvedList"/>
    <dgm:cxn modelId="{C6928C40-531B-4567-9A2D-A554EC92CA44}" type="presParOf" srcId="{6B406FEA-5355-B84F-B4C6-1D61D3D28FE0}" destId="{D7AE8504-A33B-2E48-9AFA-3DBCB7272E38}"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AD4F8FC-5B73-664B-8730-9808E4E641E2}" type="doc">
      <dgm:prSet loTypeId="urn:microsoft.com/office/officeart/2008/layout/VerticalCurvedList" loCatId="" qsTypeId="urn:microsoft.com/office/officeart/2005/8/quickstyle/simple1" qsCatId="simple" csTypeId="urn:microsoft.com/office/officeart/2005/8/colors/accent0_2" csCatId="mainScheme" phldr="1"/>
      <dgm:spPr/>
      <dgm:t>
        <a:bodyPr/>
        <a:lstStyle/>
        <a:p>
          <a:endParaRPr lang="fr-FR"/>
        </a:p>
      </dgm:t>
    </dgm:pt>
    <dgm:pt modelId="{C8EDC5AC-661F-AE4A-B2E9-83A9B978A903}">
      <dgm:prSet phldrT="[Texte]" custT="1"/>
      <dgm:spPr>
        <a:solidFill>
          <a:srgbClr val="E7F0F9"/>
        </a:solidFill>
      </dgm:spPr>
      <dgm:t>
        <a:bodyPr/>
        <a:lstStyle/>
        <a:p>
          <a:r>
            <a:rPr lang="fr-FR" sz="1800">
              <a:solidFill>
                <a:schemeClr val="tx1"/>
              </a:solidFill>
            </a:rPr>
            <a:t>Mettre en place des mécanismes de création et validation de jetons (token) </a:t>
          </a:r>
        </a:p>
      </dgm:t>
    </dgm:pt>
    <dgm:pt modelId="{F0FCA296-ABDC-394D-984C-839D11D435E6}" type="parTrans" cxnId="{17696FE6-9E49-1944-8CD4-595E22216D6E}">
      <dgm:prSet/>
      <dgm:spPr/>
      <dgm:t>
        <a:bodyPr/>
        <a:lstStyle/>
        <a:p>
          <a:endParaRPr lang="fr-FR" sz="1800">
            <a:solidFill>
              <a:schemeClr val="tx1"/>
            </a:solidFill>
          </a:endParaRPr>
        </a:p>
      </dgm:t>
    </dgm:pt>
    <dgm:pt modelId="{7DA87691-F256-8E4B-878B-6CB88DB5178E}" type="sibTrans" cxnId="{17696FE6-9E49-1944-8CD4-595E22216D6E}">
      <dgm:prSet/>
      <dgm:spPr/>
      <dgm:t>
        <a:bodyPr/>
        <a:lstStyle/>
        <a:p>
          <a:endParaRPr lang="fr-FR" sz="1800">
            <a:solidFill>
              <a:schemeClr val="tx1"/>
            </a:solidFill>
          </a:endParaRPr>
        </a:p>
      </dgm:t>
    </dgm:pt>
    <dgm:pt modelId="{AC2F83AD-7352-FF49-BE8F-9A4F30CAE43E}">
      <dgm:prSet phldrT="[Texte]" custT="1"/>
      <dgm:spPr>
        <a:solidFill>
          <a:srgbClr val="E7F0F9"/>
        </a:solidFill>
      </dgm:spPr>
      <dgm:t>
        <a:bodyPr/>
        <a:lstStyle/>
        <a:p>
          <a:r>
            <a:rPr lang="fr-FR" sz="1800" dirty="0">
              <a:solidFill>
                <a:schemeClr val="tx1"/>
              </a:solidFill>
            </a:rPr>
            <a:t>Vérifier l’usage du </a:t>
          </a:r>
          <a:r>
            <a:rPr lang="fr-FR" sz="1800" dirty="0" err="1">
              <a:solidFill>
                <a:schemeClr val="tx1"/>
              </a:solidFill>
            </a:rPr>
            <a:t>token</a:t>
          </a:r>
          <a:r>
            <a:rPr lang="fr-FR" sz="1800" dirty="0">
              <a:solidFill>
                <a:schemeClr val="tx1"/>
              </a:solidFill>
            </a:rPr>
            <a:t> en fonction de la criticité des données exposées </a:t>
          </a:r>
        </a:p>
      </dgm:t>
    </dgm:pt>
    <dgm:pt modelId="{C39B8A9D-07DC-E84B-BB39-E9AA07E10AAC}" type="parTrans" cxnId="{EA5A8BA5-12BF-D943-957C-8FC0B0819B82}">
      <dgm:prSet/>
      <dgm:spPr/>
      <dgm:t>
        <a:bodyPr/>
        <a:lstStyle/>
        <a:p>
          <a:endParaRPr lang="fr-FR" sz="1800">
            <a:solidFill>
              <a:schemeClr val="tx1"/>
            </a:solidFill>
          </a:endParaRPr>
        </a:p>
      </dgm:t>
    </dgm:pt>
    <dgm:pt modelId="{90C79430-3032-A744-85D3-7E292B263CAB}" type="sibTrans" cxnId="{EA5A8BA5-12BF-D943-957C-8FC0B0819B82}">
      <dgm:prSet/>
      <dgm:spPr/>
      <dgm:t>
        <a:bodyPr/>
        <a:lstStyle/>
        <a:p>
          <a:endParaRPr lang="fr-FR" sz="1800">
            <a:solidFill>
              <a:schemeClr val="tx1"/>
            </a:solidFill>
          </a:endParaRPr>
        </a:p>
      </dgm:t>
    </dgm:pt>
    <dgm:pt modelId="{394ECC97-EF21-4746-8906-2F804B07B380}">
      <dgm:prSet phldrT="[Texte]" custT="1"/>
      <dgm:spPr>
        <a:solidFill>
          <a:srgbClr val="E7F0F9"/>
        </a:solidFill>
      </dgm:spPr>
      <dgm:t>
        <a:bodyPr/>
        <a:lstStyle/>
        <a:p>
          <a:r>
            <a:rPr lang="fr-FR" sz="1800" dirty="0">
              <a:solidFill>
                <a:schemeClr val="tx1"/>
              </a:solidFill>
            </a:rPr>
            <a:t>Restituer des codes d’erreurs au consommateur ne mettant pas en péril la sécurité </a:t>
          </a:r>
        </a:p>
      </dgm:t>
    </dgm:pt>
    <dgm:pt modelId="{D6ABAC54-250B-824F-85BC-682BFC3CED72}" type="parTrans" cxnId="{68126DB6-0B03-5847-BA35-E26982BE81FC}">
      <dgm:prSet/>
      <dgm:spPr/>
      <dgm:t>
        <a:bodyPr/>
        <a:lstStyle/>
        <a:p>
          <a:endParaRPr lang="fr-FR" sz="1800">
            <a:solidFill>
              <a:schemeClr val="tx1"/>
            </a:solidFill>
          </a:endParaRPr>
        </a:p>
      </dgm:t>
    </dgm:pt>
    <dgm:pt modelId="{71A96CB8-6311-7541-9846-1192BC5D0B75}" type="sibTrans" cxnId="{68126DB6-0B03-5847-BA35-E26982BE81FC}">
      <dgm:prSet/>
      <dgm:spPr/>
      <dgm:t>
        <a:bodyPr/>
        <a:lstStyle/>
        <a:p>
          <a:endParaRPr lang="fr-FR" sz="1800">
            <a:solidFill>
              <a:schemeClr val="tx1"/>
            </a:solidFill>
          </a:endParaRPr>
        </a:p>
      </dgm:t>
    </dgm:pt>
    <dgm:pt modelId="{EEBF6C74-7AFD-BB45-823C-CBC3AC3607D3}">
      <dgm:prSet phldrT="[Texte]" custT="1"/>
      <dgm:spPr>
        <a:solidFill>
          <a:srgbClr val="E7F0F9"/>
        </a:solidFill>
      </dgm:spPr>
      <dgm:t>
        <a:bodyPr/>
        <a:lstStyle/>
        <a:p>
          <a:r>
            <a:rPr lang="fr-FR" sz="1800">
              <a:solidFill>
                <a:schemeClr val="tx1"/>
              </a:solidFill>
            </a:rPr>
            <a:t>Vérifier la criticité des données exposées en fonction des cibles de consommateurs</a:t>
          </a:r>
        </a:p>
      </dgm:t>
    </dgm:pt>
    <dgm:pt modelId="{5DABE374-1A97-3748-BCAD-49616681E0B8}" type="parTrans" cxnId="{D7859DC8-469B-4348-A4CB-7085B18EE137}">
      <dgm:prSet/>
      <dgm:spPr/>
      <dgm:t>
        <a:bodyPr/>
        <a:lstStyle/>
        <a:p>
          <a:endParaRPr lang="fr-FR"/>
        </a:p>
      </dgm:t>
    </dgm:pt>
    <dgm:pt modelId="{026EDEF3-F0A9-D34B-9951-70CFD3DE97A0}" type="sibTrans" cxnId="{D7859DC8-469B-4348-A4CB-7085B18EE137}">
      <dgm:prSet/>
      <dgm:spPr/>
      <dgm:t>
        <a:bodyPr/>
        <a:lstStyle/>
        <a:p>
          <a:endParaRPr lang="fr-FR"/>
        </a:p>
      </dgm:t>
    </dgm:pt>
    <dgm:pt modelId="{9C2FC00D-6D94-F14E-8447-E96C11F32B15}" type="pres">
      <dgm:prSet presAssocID="{2AD4F8FC-5B73-664B-8730-9808E4E641E2}" presName="Name0" presStyleCnt="0">
        <dgm:presLayoutVars>
          <dgm:chMax val="7"/>
          <dgm:chPref val="7"/>
          <dgm:dir/>
        </dgm:presLayoutVars>
      </dgm:prSet>
      <dgm:spPr/>
    </dgm:pt>
    <dgm:pt modelId="{1C68FC2A-28A0-A843-83FA-D787A5BE05EC}" type="pres">
      <dgm:prSet presAssocID="{2AD4F8FC-5B73-664B-8730-9808E4E641E2}" presName="Name1" presStyleCnt="0"/>
      <dgm:spPr/>
    </dgm:pt>
    <dgm:pt modelId="{1C188C34-5256-A84C-8041-1112D9B321C1}" type="pres">
      <dgm:prSet presAssocID="{2AD4F8FC-5B73-664B-8730-9808E4E641E2}" presName="cycle" presStyleCnt="0"/>
      <dgm:spPr/>
    </dgm:pt>
    <dgm:pt modelId="{60F430D5-54D9-EE4D-8DAC-F6A8C1CC7FE1}" type="pres">
      <dgm:prSet presAssocID="{2AD4F8FC-5B73-664B-8730-9808E4E641E2}" presName="srcNode" presStyleLbl="node1" presStyleIdx="0" presStyleCnt="4"/>
      <dgm:spPr/>
    </dgm:pt>
    <dgm:pt modelId="{D2392D78-3781-8B47-9B27-BF36F3F5D0BF}" type="pres">
      <dgm:prSet presAssocID="{2AD4F8FC-5B73-664B-8730-9808E4E641E2}" presName="conn" presStyleLbl="parChTrans1D2" presStyleIdx="0" presStyleCnt="1"/>
      <dgm:spPr/>
    </dgm:pt>
    <dgm:pt modelId="{F33DAB75-2715-F840-AFD1-CFF1879E5A87}" type="pres">
      <dgm:prSet presAssocID="{2AD4F8FC-5B73-664B-8730-9808E4E641E2}" presName="extraNode" presStyleLbl="node1" presStyleIdx="0" presStyleCnt="4"/>
      <dgm:spPr/>
    </dgm:pt>
    <dgm:pt modelId="{04DCBAB0-5D44-4643-86FC-3124252A46CC}" type="pres">
      <dgm:prSet presAssocID="{2AD4F8FC-5B73-664B-8730-9808E4E641E2}" presName="dstNode" presStyleLbl="node1" presStyleIdx="0" presStyleCnt="4"/>
      <dgm:spPr/>
    </dgm:pt>
    <dgm:pt modelId="{8BD1664C-C97D-3C4F-8A62-6AF481712761}" type="pres">
      <dgm:prSet presAssocID="{C8EDC5AC-661F-AE4A-B2E9-83A9B978A903}" presName="text_1" presStyleLbl="node1" presStyleIdx="0" presStyleCnt="4">
        <dgm:presLayoutVars>
          <dgm:bulletEnabled val="1"/>
        </dgm:presLayoutVars>
      </dgm:prSet>
      <dgm:spPr/>
    </dgm:pt>
    <dgm:pt modelId="{E9D0752E-76B4-2649-91CF-1955B2DCCDCF}" type="pres">
      <dgm:prSet presAssocID="{C8EDC5AC-661F-AE4A-B2E9-83A9B978A903}" presName="accent_1" presStyleCnt="0"/>
      <dgm:spPr/>
    </dgm:pt>
    <dgm:pt modelId="{6702EE4A-7ABE-3C42-9712-823B49A67D43}" type="pres">
      <dgm:prSet presAssocID="{C8EDC5AC-661F-AE4A-B2E9-83A9B978A903}" presName="accentRepeatNode" presStyleLbl="solidFgAcc1" presStyleIdx="0" presStyleCnt="4"/>
      <dgm:spPr>
        <a:solidFill>
          <a:srgbClr val="CBDFF3"/>
        </a:solidFill>
      </dgm:spPr>
    </dgm:pt>
    <dgm:pt modelId="{571F4FA1-CD05-044B-93F2-98C861FB9F16}" type="pres">
      <dgm:prSet presAssocID="{EEBF6C74-7AFD-BB45-823C-CBC3AC3607D3}" presName="text_2" presStyleLbl="node1" presStyleIdx="1" presStyleCnt="4">
        <dgm:presLayoutVars>
          <dgm:bulletEnabled val="1"/>
        </dgm:presLayoutVars>
      </dgm:prSet>
      <dgm:spPr/>
    </dgm:pt>
    <dgm:pt modelId="{177D47FE-FB57-0842-8ACE-34B285264677}" type="pres">
      <dgm:prSet presAssocID="{EEBF6C74-7AFD-BB45-823C-CBC3AC3607D3}" presName="accent_2" presStyleCnt="0"/>
      <dgm:spPr/>
    </dgm:pt>
    <dgm:pt modelId="{B93C0202-5557-7442-B0EA-D07A1955634F}" type="pres">
      <dgm:prSet presAssocID="{EEBF6C74-7AFD-BB45-823C-CBC3AC3607D3}" presName="accentRepeatNode" presStyleLbl="solidFgAcc1" presStyleIdx="1" presStyleCnt="4"/>
      <dgm:spPr>
        <a:xfrm>
          <a:off x="531990" y="1463830"/>
          <a:ext cx="975886" cy="975886"/>
        </a:xfrm>
        <a:prstGeom prst="ellipse">
          <a:avLst/>
        </a:prstGeom>
        <a:solidFill>
          <a:srgbClr val="CBDFF3"/>
        </a:solidFill>
        <a:ln w="12700" cap="flat" cmpd="sng" algn="ctr">
          <a:solidFill>
            <a:srgbClr val="009DDF">
              <a:hueOff val="0"/>
              <a:satOff val="0"/>
              <a:lumOff val="0"/>
              <a:alphaOff val="0"/>
            </a:srgbClr>
          </a:solidFill>
          <a:prstDash val="solid"/>
          <a:miter lim="800000"/>
        </a:ln>
        <a:effectLst/>
      </dgm:spPr>
    </dgm:pt>
    <dgm:pt modelId="{969CA914-1F8D-254A-872E-26A3DC951040}" type="pres">
      <dgm:prSet presAssocID="{AC2F83AD-7352-FF49-BE8F-9A4F30CAE43E}" presName="text_3" presStyleLbl="node1" presStyleIdx="2" presStyleCnt="4">
        <dgm:presLayoutVars>
          <dgm:bulletEnabled val="1"/>
        </dgm:presLayoutVars>
      </dgm:prSet>
      <dgm:spPr/>
    </dgm:pt>
    <dgm:pt modelId="{231A30D7-CD8E-8A45-8ED1-3592B741A043}" type="pres">
      <dgm:prSet presAssocID="{AC2F83AD-7352-FF49-BE8F-9A4F30CAE43E}" presName="accent_3" presStyleCnt="0"/>
      <dgm:spPr/>
    </dgm:pt>
    <dgm:pt modelId="{47A44E6C-E45B-5341-BC06-E09A051348D4}" type="pres">
      <dgm:prSet presAssocID="{AC2F83AD-7352-FF49-BE8F-9A4F30CAE43E}" presName="accentRepeatNode" presStyleLbl="solidFgAcc1" presStyleIdx="2" presStyleCnt="4"/>
      <dgm:spPr>
        <a:solidFill>
          <a:srgbClr val="CBDFF3"/>
        </a:solidFill>
      </dgm:spPr>
    </dgm:pt>
    <dgm:pt modelId="{20A1DC66-5C75-BA43-A79F-1AE731A40D2D}" type="pres">
      <dgm:prSet presAssocID="{394ECC97-EF21-4746-8906-2F804B07B380}" presName="text_4" presStyleLbl="node1" presStyleIdx="3" presStyleCnt="4">
        <dgm:presLayoutVars>
          <dgm:bulletEnabled val="1"/>
        </dgm:presLayoutVars>
      </dgm:prSet>
      <dgm:spPr/>
    </dgm:pt>
    <dgm:pt modelId="{882EB4AE-9FB9-1A43-8F87-911300740C6F}" type="pres">
      <dgm:prSet presAssocID="{394ECC97-EF21-4746-8906-2F804B07B380}" presName="accent_4" presStyleCnt="0"/>
      <dgm:spPr/>
    </dgm:pt>
    <dgm:pt modelId="{F74F90FF-3F09-5445-97B8-717C071590DA}" type="pres">
      <dgm:prSet presAssocID="{394ECC97-EF21-4746-8906-2F804B07B380}" presName="accentRepeatNode" presStyleLbl="solidFgAcc1" presStyleIdx="3" presStyleCnt="4"/>
      <dgm:spPr>
        <a:solidFill>
          <a:srgbClr val="CBDFF3"/>
        </a:solidFill>
      </dgm:spPr>
    </dgm:pt>
  </dgm:ptLst>
  <dgm:cxnLst>
    <dgm:cxn modelId="{8A3FC035-2B69-014E-AB10-473E2E1A97CA}" type="presOf" srcId="{C8EDC5AC-661F-AE4A-B2E9-83A9B978A903}" destId="{8BD1664C-C97D-3C4F-8A62-6AF481712761}" srcOrd="0" destOrd="0" presId="urn:microsoft.com/office/officeart/2008/layout/VerticalCurvedList"/>
    <dgm:cxn modelId="{924E054B-D089-364E-B1BC-8BC23D5AE5D3}" type="presOf" srcId="{7DA87691-F256-8E4B-878B-6CB88DB5178E}" destId="{D2392D78-3781-8B47-9B27-BF36F3F5D0BF}" srcOrd="0" destOrd="0" presId="urn:microsoft.com/office/officeart/2008/layout/VerticalCurvedList"/>
    <dgm:cxn modelId="{5E7A684F-AD84-4639-84EB-4EBB196EB3E0}" type="presOf" srcId="{AC2F83AD-7352-FF49-BE8F-9A4F30CAE43E}" destId="{969CA914-1F8D-254A-872E-26A3DC951040}" srcOrd="0" destOrd="0" presId="urn:microsoft.com/office/officeart/2008/layout/VerticalCurvedList"/>
    <dgm:cxn modelId="{CB80C2A1-1BA0-5D4C-A102-B5D589E254A7}" type="presOf" srcId="{2AD4F8FC-5B73-664B-8730-9808E4E641E2}" destId="{9C2FC00D-6D94-F14E-8447-E96C11F32B15}" srcOrd="0" destOrd="0" presId="urn:microsoft.com/office/officeart/2008/layout/VerticalCurvedList"/>
    <dgm:cxn modelId="{EA5A8BA5-12BF-D943-957C-8FC0B0819B82}" srcId="{2AD4F8FC-5B73-664B-8730-9808E4E641E2}" destId="{AC2F83AD-7352-FF49-BE8F-9A4F30CAE43E}" srcOrd="2" destOrd="0" parTransId="{C39B8A9D-07DC-E84B-BB39-E9AA07E10AAC}" sibTransId="{90C79430-3032-A744-85D3-7E292B263CAB}"/>
    <dgm:cxn modelId="{B5CE4CA7-33B8-4930-AE0D-203549A56370}" type="presOf" srcId="{EEBF6C74-7AFD-BB45-823C-CBC3AC3607D3}" destId="{571F4FA1-CD05-044B-93F2-98C861FB9F16}" srcOrd="0" destOrd="0" presId="urn:microsoft.com/office/officeart/2008/layout/VerticalCurvedList"/>
    <dgm:cxn modelId="{68126DB6-0B03-5847-BA35-E26982BE81FC}" srcId="{2AD4F8FC-5B73-664B-8730-9808E4E641E2}" destId="{394ECC97-EF21-4746-8906-2F804B07B380}" srcOrd="3" destOrd="0" parTransId="{D6ABAC54-250B-824F-85BC-682BFC3CED72}" sibTransId="{71A96CB8-6311-7541-9846-1192BC5D0B75}"/>
    <dgm:cxn modelId="{D7859DC8-469B-4348-A4CB-7085B18EE137}" srcId="{2AD4F8FC-5B73-664B-8730-9808E4E641E2}" destId="{EEBF6C74-7AFD-BB45-823C-CBC3AC3607D3}" srcOrd="1" destOrd="0" parTransId="{5DABE374-1A97-3748-BCAD-49616681E0B8}" sibTransId="{026EDEF3-F0A9-D34B-9951-70CFD3DE97A0}"/>
    <dgm:cxn modelId="{17696FE6-9E49-1944-8CD4-595E22216D6E}" srcId="{2AD4F8FC-5B73-664B-8730-9808E4E641E2}" destId="{C8EDC5AC-661F-AE4A-B2E9-83A9B978A903}" srcOrd="0" destOrd="0" parTransId="{F0FCA296-ABDC-394D-984C-839D11D435E6}" sibTransId="{7DA87691-F256-8E4B-878B-6CB88DB5178E}"/>
    <dgm:cxn modelId="{DC6B9FEC-D29D-4BA2-9711-CB795DC5A03A}" type="presOf" srcId="{394ECC97-EF21-4746-8906-2F804B07B380}" destId="{20A1DC66-5C75-BA43-A79F-1AE731A40D2D}" srcOrd="0" destOrd="0" presId="urn:microsoft.com/office/officeart/2008/layout/VerticalCurvedList"/>
    <dgm:cxn modelId="{37237E9D-D47E-3149-AC85-4CC502F5C45A}" type="presParOf" srcId="{9C2FC00D-6D94-F14E-8447-E96C11F32B15}" destId="{1C68FC2A-28A0-A843-83FA-D787A5BE05EC}" srcOrd="0" destOrd="0" presId="urn:microsoft.com/office/officeart/2008/layout/VerticalCurvedList"/>
    <dgm:cxn modelId="{DAFDAE11-38CA-F547-8B49-720A39848EB1}" type="presParOf" srcId="{1C68FC2A-28A0-A843-83FA-D787A5BE05EC}" destId="{1C188C34-5256-A84C-8041-1112D9B321C1}" srcOrd="0" destOrd="0" presId="urn:microsoft.com/office/officeart/2008/layout/VerticalCurvedList"/>
    <dgm:cxn modelId="{D8748C04-EAC9-8540-B7DC-F2C33A1AB198}" type="presParOf" srcId="{1C188C34-5256-A84C-8041-1112D9B321C1}" destId="{60F430D5-54D9-EE4D-8DAC-F6A8C1CC7FE1}" srcOrd="0" destOrd="0" presId="urn:microsoft.com/office/officeart/2008/layout/VerticalCurvedList"/>
    <dgm:cxn modelId="{27660D95-6D7C-F544-92A8-4108CE69BA93}" type="presParOf" srcId="{1C188C34-5256-A84C-8041-1112D9B321C1}" destId="{D2392D78-3781-8B47-9B27-BF36F3F5D0BF}" srcOrd="1" destOrd="0" presId="urn:microsoft.com/office/officeart/2008/layout/VerticalCurvedList"/>
    <dgm:cxn modelId="{425884D0-AB06-634E-8568-4831911BFFCA}" type="presParOf" srcId="{1C188C34-5256-A84C-8041-1112D9B321C1}" destId="{F33DAB75-2715-F840-AFD1-CFF1879E5A87}" srcOrd="2" destOrd="0" presId="urn:microsoft.com/office/officeart/2008/layout/VerticalCurvedList"/>
    <dgm:cxn modelId="{3F3DDB9D-DE36-8945-8335-C50B34C75398}" type="presParOf" srcId="{1C188C34-5256-A84C-8041-1112D9B321C1}" destId="{04DCBAB0-5D44-4643-86FC-3124252A46CC}" srcOrd="3" destOrd="0" presId="urn:microsoft.com/office/officeart/2008/layout/VerticalCurvedList"/>
    <dgm:cxn modelId="{E4336E2E-C620-0C45-8FE3-C98F7FA61744}" type="presParOf" srcId="{1C68FC2A-28A0-A843-83FA-D787A5BE05EC}" destId="{8BD1664C-C97D-3C4F-8A62-6AF481712761}" srcOrd="1" destOrd="0" presId="urn:microsoft.com/office/officeart/2008/layout/VerticalCurvedList"/>
    <dgm:cxn modelId="{02BD9BE6-4D61-A94C-A1D2-C84D163F5095}" type="presParOf" srcId="{1C68FC2A-28A0-A843-83FA-D787A5BE05EC}" destId="{E9D0752E-76B4-2649-91CF-1955B2DCCDCF}" srcOrd="2" destOrd="0" presId="urn:microsoft.com/office/officeart/2008/layout/VerticalCurvedList"/>
    <dgm:cxn modelId="{E274E501-49A5-F540-8CCD-06FA10DFCEEF}" type="presParOf" srcId="{E9D0752E-76B4-2649-91CF-1955B2DCCDCF}" destId="{6702EE4A-7ABE-3C42-9712-823B49A67D43}" srcOrd="0" destOrd="0" presId="urn:microsoft.com/office/officeart/2008/layout/VerticalCurvedList"/>
    <dgm:cxn modelId="{754F8B2D-8E85-46BF-8980-7D3C8D284CD2}" type="presParOf" srcId="{1C68FC2A-28A0-A843-83FA-D787A5BE05EC}" destId="{571F4FA1-CD05-044B-93F2-98C861FB9F16}" srcOrd="3" destOrd="0" presId="urn:microsoft.com/office/officeart/2008/layout/VerticalCurvedList"/>
    <dgm:cxn modelId="{64030F93-1A49-45A2-BE5D-ED8EF62F2850}" type="presParOf" srcId="{1C68FC2A-28A0-A843-83FA-D787A5BE05EC}" destId="{177D47FE-FB57-0842-8ACE-34B285264677}" srcOrd="4" destOrd="0" presId="urn:microsoft.com/office/officeart/2008/layout/VerticalCurvedList"/>
    <dgm:cxn modelId="{AF4374DC-E8BB-4D00-845C-F4ADF1F4E52C}" type="presParOf" srcId="{177D47FE-FB57-0842-8ACE-34B285264677}" destId="{B93C0202-5557-7442-B0EA-D07A1955634F}" srcOrd="0" destOrd="0" presId="urn:microsoft.com/office/officeart/2008/layout/VerticalCurvedList"/>
    <dgm:cxn modelId="{B874B2D5-732D-4866-A31A-EE3D5B4CA7F5}" type="presParOf" srcId="{1C68FC2A-28A0-A843-83FA-D787A5BE05EC}" destId="{969CA914-1F8D-254A-872E-26A3DC951040}" srcOrd="5" destOrd="0" presId="urn:microsoft.com/office/officeart/2008/layout/VerticalCurvedList"/>
    <dgm:cxn modelId="{67EA2726-AD5F-430C-B7FC-A37B6AC49E16}" type="presParOf" srcId="{1C68FC2A-28A0-A843-83FA-D787A5BE05EC}" destId="{231A30D7-CD8E-8A45-8ED1-3592B741A043}" srcOrd="6" destOrd="0" presId="urn:microsoft.com/office/officeart/2008/layout/VerticalCurvedList"/>
    <dgm:cxn modelId="{555B8540-5272-43CF-BB6F-FDA75E21BA50}" type="presParOf" srcId="{231A30D7-CD8E-8A45-8ED1-3592B741A043}" destId="{47A44E6C-E45B-5341-BC06-E09A051348D4}" srcOrd="0" destOrd="0" presId="urn:microsoft.com/office/officeart/2008/layout/VerticalCurvedList"/>
    <dgm:cxn modelId="{6DE882E4-FA2F-4137-8846-A003597B3DCA}" type="presParOf" srcId="{1C68FC2A-28A0-A843-83FA-D787A5BE05EC}" destId="{20A1DC66-5C75-BA43-A79F-1AE731A40D2D}" srcOrd="7" destOrd="0" presId="urn:microsoft.com/office/officeart/2008/layout/VerticalCurvedList"/>
    <dgm:cxn modelId="{E6A32622-AC53-4B32-B900-0BBF9DAABE67}" type="presParOf" srcId="{1C68FC2A-28A0-A843-83FA-D787A5BE05EC}" destId="{882EB4AE-9FB9-1A43-8F87-911300740C6F}" srcOrd="8" destOrd="0" presId="urn:microsoft.com/office/officeart/2008/layout/VerticalCurvedList"/>
    <dgm:cxn modelId="{844DE59A-4E55-43C7-83D3-8C05FC0E5609}" type="presParOf" srcId="{882EB4AE-9FB9-1A43-8F87-911300740C6F}" destId="{F74F90FF-3F09-5445-97B8-717C071590DA}"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ACFD5F-93AD-C848-929F-E6568DBDEF9C}">
      <dsp:nvSpPr>
        <dsp:cNvPr id="0" name=""/>
        <dsp:cNvSpPr/>
      </dsp:nvSpPr>
      <dsp:spPr>
        <a:xfrm rot="10800000">
          <a:off x="871526" y="229732"/>
          <a:ext cx="9815532" cy="505922"/>
        </a:xfrm>
        <a:prstGeom prst="homePlate">
          <a:avLst/>
        </a:prstGeom>
        <a:solidFill>
          <a:schemeClr val="accent5">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4374" tIns="53340" rIns="99568" bIns="53340" numCol="1" spcCol="1270" anchor="ctr" anchorCtr="0">
          <a:noAutofit/>
        </a:bodyPr>
        <a:lstStyle/>
        <a:p>
          <a:pPr marL="0" lvl="0" indent="0" algn="ctr" defTabSz="622300">
            <a:lnSpc>
              <a:spcPct val="90000"/>
            </a:lnSpc>
            <a:spcBef>
              <a:spcPct val="0"/>
            </a:spcBef>
            <a:spcAft>
              <a:spcPct val="35000"/>
            </a:spcAft>
            <a:buNone/>
          </a:pPr>
          <a:r>
            <a:rPr lang="fr-FR" sz="1400" kern="1200">
              <a:solidFill>
                <a:sysClr val="windowText" lastClr="000000"/>
              </a:solidFill>
            </a:rPr>
            <a:t>Permet de rendre le SI plus agile, favoriser l'évolutivité des services individuellement et chacun à son rythme</a:t>
          </a:r>
        </a:p>
      </dsp:txBody>
      <dsp:txXfrm rot="10800000">
        <a:off x="998006" y="229732"/>
        <a:ext cx="9689052" cy="505922"/>
      </dsp:txXfrm>
    </dsp:sp>
    <dsp:sp modelId="{FABE171D-594A-D640-83FF-D9BC0CE3196A}">
      <dsp:nvSpPr>
        <dsp:cNvPr id="0" name=""/>
        <dsp:cNvSpPr/>
      </dsp:nvSpPr>
      <dsp:spPr>
        <a:xfrm>
          <a:off x="279313" y="0"/>
          <a:ext cx="962359" cy="962359"/>
        </a:xfrm>
        <a:prstGeom prst="ellipse">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26B030D-9454-C04A-BDA0-93D027418D04}">
      <dsp:nvSpPr>
        <dsp:cNvPr id="0" name=""/>
        <dsp:cNvSpPr/>
      </dsp:nvSpPr>
      <dsp:spPr>
        <a:xfrm rot="10800000">
          <a:off x="871526" y="1479363"/>
          <a:ext cx="9815532" cy="505922"/>
        </a:xfrm>
        <a:prstGeom prst="homePlate">
          <a:avLst/>
        </a:prstGeom>
        <a:solidFill>
          <a:schemeClr val="accent6">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4374" tIns="53340" rIns="99568" bIns="53340" numCol="1" spcCol="1270" anchor="ctr" anchorCtr="0">
          <a:noAutofit/>
        </a:bodyPr>
        <a:lstStyle/>
        <a:p>
          <a:pPr marL="0" lvl="0" indent="0" algn="ctr" defTabSz="622300">
            <a:lnSpc>
              <a:spcPct val="90000"/>
            </a:lnSpc>
            <a:spcBef>
              <a:spcPct val="0"/>
            </a:spcBef>
            <a:spcAft>
              <a:spcPct val="35000"/>
            </a:spcAft>
            <a:buNone/>
          </a:pPr>
          <a:r>
            <a:rPr lang="fr-FR" sz="1400" kern="1200">
              <a:solidFill>
                <a:sysClr val="windowText" lastClr="000000"/>
              </a:solidFill>
            </a:rPr>
            <a:t>Une vision centralisée de la supervision des échanges inter applicatifs, et de récolte des données et de la mise en place des politiques de sécurité</a:t>
          </a:r>
        </a:p>
      </dsp:txBody>
      <dsp:txXfrm rot="10800000">
        <a:off x="998006" y="1479363"/>
        <a:ext cx="9689052" cy="505922"/>
      </dsp:txXfrm>
    </dsp:sp>
    <dsp:sp modelId="{77DCE6F7-B801-4F45-A994-290638F6A1B9}">
      <dsp:nvSpPr>
        <dsp:cNvPr id="0" name=""/>
        <dsp:cNvSpPr/>
      </dsp:nvSpPr>
      <dsp:spPr>
        <a:xfrm>
          <a:off x="279313" y="1245679"/>
          <a:ext cx="962359" cy="962359"/>
        </a:xfrm>
        <a:prstGeom prst="ellipse">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1F5BF41-7350-B14A-9467-8F439D8BF7D4}">
      <dsp:nvSpPr>
        <dsp:cNvPr id="0" name=""/>
        <dsp:cNvSpPr/>
      </dsp:nvSpPr>
      <dsp:spPr>
        <a:xfrm rot="10800000">
          <a:off x="871526" y="2728994"/>
          <a:ext cx="9815532" cy="505922"/>
        </a:xfrm>
        <a:prstGeom prst="homePlate">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4374" tIns="53340" rIns="99568" bIns="53340" numCol="1" spcCol="1270" anchor="ctr" anchorCtr="0">
          <a:noAutofit/>
        </a:bodyPr>
        <a:lstStyle/>
        <a:p>
          <a:pPr marL="0" lvl="0" indent="0" algn="ctr" defTabSz="622300">
            <a:lnSpc>
              <a:spcPct val="90000"/>
            </a:lnSpc>
            <a:spcBef>
              <a:spcPct val="0"/>
            </a:spcBef>
            <a:spcAft>
              <a:spcPct val="35000"/>
            </a:spcAft>
            <a:buNone/>
          </a:pPr>
          <a:r>
            <a:rPr lang="fr-FR" sz="1400" kern="1200">
              <a:solidFill>
                <a:sysClr val="windowText" lastClr="000000"/>
              </a:solidFill>
            </a:rPr>
            <a:t>La mise en place de traitements au fil de l'eau favorisant la réactivité et diminuant les pertes de données avec de l'enrichissement, du filtrage et de la transformation</a:t>
          </a:r>
        </a:p>
      </dsp:txBody>
      <dsp:txXfrm rot="10800000">
        <a:off x="998006" y="2728994"/>
        <a:ext cx="9689052" cy="505922"/>
      </dsp:txXfrm>
    </dsp:sp>
    <dsp:sp modelId="{679FC97F-222D-4D4E-9568-3B12B88391AE}">
      <dsp:nvSpPr>
        <dsp:cNvPr id="0" name=""/>
        <dsp:cNvSpPr/>
      </dsp:nvSpPr>
      <dsp:spPr>
        <a:xfrm>
          <a:off x="279313" y="2495310"/>
          <a:ext cx="962359" cy="962359"/>
        </a:xfrm>
        <a:prstGeom prst="ellipse">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E9EECCD-CE55-E14A-B3F0-664336096673}">
      <dsp:nvSpPr>
        <dsp:cNvPr id="0" name=""/>
        <dsp:cNvSpPr/>
      </dsp:nvSpPr>
      <dsp:spPr>
        <a:xfrm rot="10800000">
          <a:off x="844778" y="3924007"/>
          <a:ext cx="9836746" cy="558033"/>
        </a:xfrm>
        <a:prstGeom prst="homePlate">
          <a:avLst/>
        </a:prstGeom>
        <a:solidFill>
          <a:schemeClr val="bg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4374" tIns="53340" rIns="99568" bIns="53340" numCol="1" spcCol="1270" anchor="ctr" anchorCtr="0">
          <a:noAutofit/>
        </a:bodyPr>
        <a:lstStyle/>
        <a:p>
          <a:pPr marL="0" lvl="0" indent="0" algn="ctr" defTabSz="622300">
            <a:lnSpc>
              <a:spcPct val="90000"/>
            </a:lnSpc>
            <a:spcBef>
              <a:spcPct val="0"/>
            </a:spcBef>
            <a:spcAft>
              <a:spcPct val="35000"/>
            </a:spcAft>
            <a:buNone/>
          </a:pPr>
          <a:r>
            <a:rPr lang="fr-FR" sz="1400" kern="1200" dirty="0">
              <a:solidFill>
                <a:sysClr val="windowText" lastClr="000000"/>
              </a:solidFill>
            </a:rPr>
            <a:t>Il est fortement conseillé de mettre en place des référentiels uniques avec des APIs permettant d’interagir avec ces derniers</a:t>
          </a:r>
        </a:p>
      </dsp:txBody>
      <dsp:txXfrm rot="10800000">
        <a:off x="984286" y="3924007"/>
        <a:ext cx="9697238" cy="558033"/>
      </dsp:txXfrm>
    </dsp:sp>
    <dsp:sp modelId="{AFB0A1F2-25F6-8A42-811A-3B5759F5772B}">
      <dsp:nvSpPr>
        <dsp:cNvPr id="0" name=""/>
        <dsp:cNvSpPr/>
      </dsp:nvSpPr>
      <dsp:spPr>
        <a:xfrm>
          <a:off x="292680" y="3686314"/>
          <a:ext cx="962359" cy="962359"/>
        </a:xfrm>
        <a:prstGeom prst="ellipse">
          <a:avLst/>
        </a:prstGeom>
        <a:solidFill>
          <a:schemeClr val="bg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EACC7C-4423-4698-9583-6BBC19D4A294}">
      <dsp:nvSpPr>
        <dsp:cNvPr id="0" name=""/>
        <dsp:cNvSpPr/>
      </dsp:nvSpPr>
      <dsp:spPr>
        <a:xfrm rot="10800000">
          <a:off x="2069288" y="0"/>
          <a:ext cx="7070856" cy="1153131"/>
        </a:xfrm>
        <a:prstGeom prst="homePlat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499" tIns="60960" rIns="113792" bIns="60960" numCol="1" spcCol="1270" anchor="ctr" anchorCtr="0">
          <a:noAutofit/>
        </a:bodyPr>
        <a:lstStyle/>
        <a:p>
          <a:pPr marL="0" lvl="0" indent="0" algn="ctr" defTabSz="711200">
            <a:lnSpc>
              <a:spcPct val="90000"/>
            </a:lnSpc>
            <a:spcBef>
              <a:spcPct val="0"/>
            </a:spcBef>
            <a:spcAft>
              <a:spcPct val="35000"/>
            </a:spcAft>
            <a:buNone/>
          </a:pPr>
          <a:r>
            <a:rPr lang="fr-FR" sz="1600" kern="1200" dirty="0">
              <a:solidFill>
                <a:schemeClr val="tx1"/>
              </a:solidFill>
            </a:rPr>
            <a:t>Support de communication asynchrone entre applications </a:t>
          </a:r>
          <a:br>
            <a:rPr lang="fr-FR" sz="1600" kern="1200" dirty="0">
              <a:solidFill>
                <a:schemeClr val="tx1"/>
              </a:solidFill>
            </a:rPr>
          </a:br>
          <a:r>
            <a:rPr lang="fr-FR" sz="1600" kern="1200" dirty="0">
              <a:solidFill>
                <a:schemeClr val="tx1"/>
              </a:solidFill>
            </a:rPr>
            <a:t>(messagerie applicative)</a:t>
          </a:r>
        </a:p>
      </dsp:txBody>
      <dsp:txXfrm rot="10800000">
        <a:off x="2357571" y="0"/>
        <a:ext cx="6782573" cy="1153131"/>
      </dsp:txXfrm>
    </dsp:sp>
    <dsp:sp modelId="{F4248404-9E87-4FE9-94B7-4E4AAD963E32}">
      <dsp:nvSpPr>
        <dsp:cNvPr id="0" name=""/>
        <dsp:cNvSpPr/>
      </dsp:nvSpPr>
      <dsp:spPr>
        <a:xfrm>
          <a:off x="1492722" y="53"/>
          <a:ext cx="1153131" cy="1153131"/>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DB60CA-719D-4B5E-A952-9CA7DABFFBE7}">
      <dsp:nvSpPr>
        <dsp:cNvPr id="0" name=""/>
        <dsp:cNvSpPr/>
      </dsp:nvSpPr>
      <dsp:spPr>
        <a:xfrm rot="10800000">
          <a:off x="2069288" y="1487243"/>
          <a:ext cx="7070856" cy="1153131"/>
        </a:xfrm>
        <a:prstGeom prst="homePlat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499" tIns="60960" rIns="113792" bIns="60960" numCol="1" spcCol="1270" anchor="ctr" anchorCtr="0">
          <a:noAutofit/>
        </a:bodyPr>
        <a:lstStyle/>
        <a:p>
          <a:pPr marL="0" lvl="0" indent="0" algn="ctr" defTabSz="711200">
            <a:lnSpc>
              <a:spcPct val="90000"/>
            </a:lnSpc>
            <a:spcBef>
              <a:spcPct val="0"/>
            </a:spcBef>
            <a:spcAft>
              <a:spcPct val="35000"/>
            </a:spcAft>
            <a:buNone/>
          </a:pPr>
          <a:r>
            <a:rPr lang="fr-FR" sz="1600" kern="1200">
              <a:solidFill>
                <a:schemeClr val="tx1"/>
              </a:solidFill>
            </a:rPr>
            <a:t>Architecture de files de messages et de boîtes aux lettres</a:t>
          </a:r>
        </a:p>
      </dsp:txBody>
      <dsp:txXfrm rot="10800000">
        <a:off x="2357571" y="1487243"/>
        <a:ext cx="6782573" cy="1153131"/>
      </dsp:txXfrm>
    </dsp:sp>
    <dsp:sp modelId="{FDDFECD5-18B5-46CB-85FF-1A36C2EDE937}">
      <dsp:nvSpPr>
        <dsp:cNvPr id="0" name=""/>
        <dsp:cNvSpPr/>
      </dsp:nvSpPr>
      <dsp:spPr>
        <a:xfrm>
          <a:off x="1492722" y="1487243"/>
          <a:ext cx="1153131" cy="1153131"/>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84E2663-F4BE-4C6B-BA94-16CDFC4BF748}">
      <dsp:nvSpPr>
        <dsp:cNvPr id="0" name=""/>
        <dsp:cNvSpPr/>
      </dsp:nvSpPr>
      <dsp:spPr>
        <a:xfrm rot="10800000">
          <a:off x="2069288" y="2974433"/>
          <a:ext cx="7070856" cy="1153131"/>
        </a:xfrm>
        <a:prstGeom prst="homePlat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499" tIns="60960" rIns="113792" bIns="60960" numCol="1" spcCol="1270" anchor="t" anchorCtr="0">
          <a:noAutofit/>
        </a:bodyPr>
        <a:lstStyle/>
        <a:p>
          <a:pPr marL="0" lvl="0" indent="0" algn="ctr" defTabSz="711200">
            <a:lnSpc>
              <a:spcPct val="90000"/>
            </a:lnSpc>
            <a:spcBef>
              <a:spcPct val="0"/>
            </a:spcBef>
            <a:spcAft>
              <a:spcPct val="35000"/>
            </a:spcAft>
            <a:buNone/>
          </a:pPr>
          <a:r>
            <a:rPr lang="fr-FR" sz="1600" kern="1200">
              <a:solidFill>
                <a:schemeClr val="tx1"/>
              </a:solidFill>
            </a:rPr>
            <a:t>Les grandes fonctions autour des messages :</a:t>
          </a:r>
        </a:p>
        <a:p>
          <a:pPr marL="114300" lvl="1" indent="-114300" algn="ctr" defTabSz="533400">
            <a:lnSpc>
              <a:spcPct val="90000"/>
            </a:lnSpc>
            <a:spcBef>
              <a:spcPct val="0"/>
            </a:spcBef>
            <a:spcAft>
              <a:spcPct val="15000"/>
            </a:spcAft>
            <a:buChar char="•"/>
          </a:pPr>
          <a:r>
            <a:rPr lang="fr-FR" sz="1200" kern="1200">
              <a:solidFill>
                <a:schemeClr val="tx1"/>
              </a:solidFill>
            </a:rPr>
            <a:t>Transport</a:t>
          </a:r>
        </a:p>
        <a:p>
          <a:pPr marL="114300" lvl="1" indent="-114300" algn="ctr" defTabSz="533400">
            <a:lnSpc>
              <a:spcPct val="90000"/>
            </a:lnSpc>
            <a:spcBef>
              <a:spcPct val="0"/>
            </a:spcBef>
            <a:spcAft>
              <a:spcPct val="15000"/>
            </a:spcAft>
            <a:buChar char="•"/>
          </a:pPr>
          <a:r>
            <a:rPr lang="fr-FR" sz="1200" kern="1200">
              <a:solidFill>
                <a:schemeClr val="tx1"/>
              </a:solidFill>
            </a:rPr>
            <a:t>Routage</a:t>
          </a:r>
        </a:p>
        <a:p>
          <a:pPr marL="114300" lvl="1" indent="-114300" algn="ctr" defTabSz="533400">
            <a:lnSpc>
              <a:spcPct val="90000"/>
            </a:lnSpc>
            <a:spcBef>
              <a:spcPct val="0"/>
            </a:spcBef>
            <a:spcAft>
              <a:spcPct val="15000"/>
            </a:spcAft>
            <a:buChar char="•"/>
          </a:pPr>
          <a:r>
            <a:rPr lang="fr-FR" sz="1200" kern="1200">
              <a:solidFill>
                <a:schemeClr val="tx1"/>
              </a:solidFill>
            </a:rPr>
            <a:t>Persistance &amp; Résilience en fonction des modèles de distribution et de consommation</a:t>
          </a:r>
        </a:p>
      </dsp:txBody>
      <dsp:txXfrm rot="10800000">
        <a:off x="2357571" y="2974433"/>
        <a:ext cx="6782573" cy="1153131"/>
      </dsp:txXfrm>
    </dsp:sp>
    <dsp:sp modelId="{AAFD023B-2483-4461-903B-CBDE609CF414}">
      <dsp:nvSpPr>
        <dsp:cNvPr id="0" name=""/>
        <dsp:cNvSpPr/>
      </dsp:nvSpPr>
      <dsp:spPr>
        <a:xfrm>
          <a:off x="1492722" y="2974433"/>
          <a:ext cx="1153131" cy="1153131"/>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F1A854-395C-4E3E-8FE9-ED2ECA0C186E}">
      <dsp:nvSpPr>
        <dsp:cNvPr id="0" name=""/>
        <dsp:cNvSpPr/>
      </dsp:nvSpPr>
      <dsp:spPr>
        <a:xfrm>
          <a:off x="-5960813" y="-912148"/>
          <a:ext cx="7096092" cy="7096092"/>
        </a:xfrm>
        <a:prstGeom prst="blockArc">
          <a:avLst>
            <a:gd name="adj1" fmla="val 18900000"/>
            <a:gd name="adj2" fmla="val 2700000"/>
            <a:gd name="adj3" fmla="val 304"/>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5FF25F-5D68-49D6-87EB-348A5EF4F2C2}">
      <dsp:nvSpPr>
        <dsp:cNvPr id="0" name=""/>
        <dsp:cNvSpPr/>
      </dsp:nvSpPr>
      <dsp:spPr>
        <a:xfrm>
          <a:off x="496145" y="329381"/>
          <a:ext cx="11011991" cy="659185"/>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3228" tIns="48260" rIns="48260" bIns="48260" numCol="1" spcCol="1270" anchor="t" anchorCtr="0">
          <a:noAutofit/>
        </a:bodyPr>
        <a:lstStyle/>
        <a:p>
          <a:pPr marL="0" lvl="0" indent="0" algn="l" defTabSz="844550">
            <a:lnSpc>
              <a:spcPct val="90000"/>
            </a:lnSpc>
            <a:spcBef>
              <a:spcPct val="0"/>
            </a:spcBef>
            <a:spcAft>
              <a:spcPct val="35000"/>
            </a:spcAft>
            <a:buNone/>
          </a:pPr>
          <a:r>
            <a:rPr lang="fr-FR" sz="1900" kern="1200" noProof="0">
              <a:solidFill>
                <a:schemeClr val="tx1"/>
              </a:solidFill>
            </a:rPr>
            <a:t>Solutions Low-code : Le développeur ne code pas, il </a:t>
          </a:r>
          <a:r>
            <a:rPr lang="fr-FR" sz="1900" i="1" kern="1200" noProof="0">
              <a:solidFill>
                <a:schemeClr val="tx1"/>
              </a:solidFill>
            </a:rPr>
            <a:t>drag and drop </a:t>
          </a:r>
          <a:r>
            <a:rPr lang="fr-FR" sz="1900" kern="1200" noProof="0">
              <a:solidFill>
                <a:schemeClr val="tx1"/>
              </a:solidFill>
            </a:rPr>
            <a:t>toutes les séquences ETL</a:t>
          </a:r>
        </a:p>
        <a:p>
          <a:pPr marL="114300" lvl="1" indent="-114300" algn="l" defTabSz="666750">
            <a:lnSpc>
              <a:spcPct val="90000"/>
            </a:lnSpc>
            <a:spcBef>
              <a:spcPct val="0"/>
            </a:spcBef>
            <a:spcAft>
              <a:spcPct val="15000"/>
            </a:spcAft>
            <a:buClr>
              <a:schemeClr val="accent3"/>
            </a:buClr>
            <a:buFont typeface="Wingdings" panose="05000000000000000000" pitchFamily="2" charset="2"/>
            <a:buChar char="ü"/>
          </a:pPr>
          <a:r>
            <a:rPr lang="fr-FR" sz="1500" kern="1200" noProof="0">
              <a:solidFill>
                <a:schemeClr val="tx1"/>
              </a:solidFill>
            </a:rPr>
            <a:t> </a:t>
          </a:r>
          <a:r>
            <a:rPr lang="fr-FR" sz="1500" b="1" kern="1200" noProof="0">
              <a:solidFill>
                <a:schemeClr val="accent3"/>
              </a:solidFill>
            </a:rPr>
            <a:t>Gain de productivité</a:t>
          </a:r>
        </a:p>
      </dsp:txBody>
      <dsp:txXfrm>
        <a:off x="496145" y="329381"/>
        <a:ext cx="11011991" cy="659185"/>
      </dsp:txXfrm>
    </dsp:sp>
    <dsp:sp modelId="{FC417E93-9144-4EE7-8921-CB1F4F7E396F}">
      <dsp:nvSpPr>
        <dsp:cNvPr id="0" name=""/>
        <dsp:cNvSpPr/>
      </dsp:nvSpPr>
      <dsp:spPr>
        <a:xfrm>
          <a:off x="84155" y="246983"/>
          <a:ext cx="823981" cy="823981"/>
        </a:xfrm>
        <a:prstGeom prst="ellipse">
          <a:avLst/>
        </a:prstGeom>
        <a:solidFill>
          <a:schemeClr val="lt1">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D3E2B51-16B7-4A16-816A-5EDB047B39A4}">
      <dsp:nvSpPr>
        <dsp:cNvPr id="0" name=""/>
        <dsp:cNvSpPr/>
      </dsp:nvSpPr>
      <dsp:spPr>
        <a:xfrm>
          <a:off x="968498" y="1317843"/>
          <a:ext cx="10539638" cy="659185"/>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3228" tIns="48260" rIns="48260" bIns="48260" numCol="1" spcCol="1270" anchor="ctr" anchorCtr="0">
          <a:noAutofit/>
        </a:bodyPr>
        <a:lstStyle/>
        <a:p>
          <a:pPr marL="0" lvl="0" indent="0" algn="l" defTabSz="844550">
            <a:lnSpc>
              <a:spcPct val="90000"/>
            </a:lnSpc>
            <a:spcBef>
              <a:spcPct val="0"/>
            </a:spcBef>
            <a:spcAft>
              <a:spcPct val="35000"/>
            </a:spcAft>
            <a:buNone/>
          </a:pPr>
          <a:r>
            <a:rPr lang="fr-FR" sz="1900" kern="1200" noProof="0">
              <a:solidFill>
                <a:schemeClr val="tx1"/>
              </a:solidFill>
            </a:rPr>
            <a:t>L’ETL fournit dans la plupart des cas une structure orientée métadonnées pour les développeurs</a:t>
          </a:r>
        </a:p>
      </dsp:txBody>
      <dsp:txXfrm>
        <a:off x="968498" y="1317843"/>
        <a:ext cx="10539638" cy="659185"/>
      </dsp:txXfrm>
    </dsp:sp>
    <dsp:sp modelId="{6921EC15-C8AA-461F-9435-555F2792B57B}">
      <dsp:nvSpPr>
        <dsp:cNvPr id="0" name=""/>
        <dsp:cNvSpPr/>
      </dsp:nvSpPr>
      <dsp:spPr>
        <a:xfrm>
          <a:off x="556507" y="1235445"/>
          <a:ext cx="823981" cy="823981"/>
        </a:xfrm>
        <a:prstGeom prst="ellipse">
          <a:avLst/>
        </a:prstGeom>
        <a:solidFill>
          <a:schemeClr val="lt1">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5F48338-303D-4114-8890-674A5293C5EF}">
      <dsp:nvSpPr>
        <dsp:cNvPr id="0" name=""/>
        <dsp:cNvSpPr/>
      </dsp:nvSpPr>
      <dsp:spPr>
        <a:xfrm>
          <a:off x="1113473" y="2306304"/>
          <a:ext cx="10394664" cy="659185"/>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3228" tIns="48260" rIns="48260" bIns="48260" numCol="1" spcCol="1270" anchor="ctr" anchorCtr="0">
          <a:noAutofit/>
        </a:bodyPr>
        <a:lstStyle/>
        <a:p>
          <a:pPr marL="0" lvl="0" indent="0" algn="l" defTabSz="844550">
            <a:lnSpc>
              <a:spcPct val="90000"/>
            </a:lnSpc>
            <a:spcBef>
              <a:spcPct val="0"/>
            </a:spcBef>
            <a:spcAft>
              <a:spcPct val="35000"/>
            </a:spcAft>
            <a:buNone/>
          </a:pPr>
          <a:r>
            <a:rPr lang="fr-FR" sz="1900" b="1" kern="1200" noProof="0">
              <a:solidFill>
                <a:schemeClr val="tx1"/>
              </a:solidFill>
            </a:rPr>
            <a:t>Profilage et nettoyage avancés des données : les données sont nettoyées, validées et consolidées</a:t>
          </a:r>
        </a:p>
      </dsp:txBody>
      <dsp:txXfrm>
        <a:off x="1113473" y="2306304"/>
        <a:ext cx="10394664" cy="659185"/>
      </dsp:txXfrm>
    </dsp:sp>
    <dsp:sp modelId="{77B14926-217E-4EC2-889C-AFD045D30D91}">
      <dsp:nvSpPr>
        <dsp:cNvPr id="0" name=""/>
        <dsp:cNvSpPr/>
      </dsp:nvSpPr>
      <dsp:spPr>
        <a:xfrm>
          <a:off x="701482" y="2223906"/>
          <a:ext cx="823981" cy="823981"/>
        </a:xfrm>
        <a:prstGeom prst="ellipse">
          <a:avLst/>
        </a:prstGeom>
        <a:solidFill>
          <a:schemeClr val="lt1">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1CFA2E3-7167-46D9-9272-2D944EEE38AF}">
      <dsp:nvSpPr>
        <dsp:cNvPr id="0" name=""/>
        <dsp:cNvSpPr/>
      </dsp:nvSpPr>
      <dsp:spPr>
        <a:xfrm>
          <a:off x="968498" y="3294766"/>
          <a:ext cx="10539638" cy="659185"/>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3228" tIns="48260" rIns="48260" bIns="48260" numCol="1" spcCol="1270" anchor="ctr" anchorCtr="0">
          <a:noAutofit/>
        </a:bodyPr>
        <a:lstStyle/>
        <a:p>
          <a:pPr marL="0" lvl="0" indent="0" algn="l" defTabSz="844550">
            <a:lnSpc>
              <a:spcPct val="90000"/>
            </a:lnSpc>
            <a:spcBef>
              <a:spcPct val="0"/>
            </a:spcBef>
            <a:spcAft>
              <a:spcPct val="35000"/>
            </a:spcAft>
            <a:buNone/>
          </a:pPr>
          <a:r>
            <a:rPr lang="fr-FR" sz="1900" kern="1200" noProof="0">
              <a:solidFill>
                <a:schemeClr val="tx1"/>
              </a:solidFill>
            </a:rPr>
            <a:t>Capacité à intégrer de multiples sources variées : Bases de données &amp; Connecteurs applicatifs &amp; technologiques</a:t>
          </a:r>
        </a:p>
      </dsp:txBody>
      <dsp:txXfrm>
        <a:off x="968498" y="3294766"/>
        <a:ext cx="10539638" cy="659185"/>
      </dsp:txXfrm>
    </dsp:sp>
    <dsp:sp modelId="{1F36128C-36A2-430A-AC66-69CC8E351363}">
      <dsp:nvSpPr>
        <dsp:cNvPr id="0" name=""/>
        <dsp:cNvSpPr/>
      </dsp:nvSpPr>
      <dsp:spPr>
        <a:xfrm>
          <a:off x="556507" y="3212368"/>
          <a:ext cx="823981" cy="823981"/>
        </a:xfrm>
        <a:prstGeom prst="ellipse">
          <a:avLst/>
        </a:prstGeom>
        <a:solidFill>
          <a:schemeClr val="lt1">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CC5687D-9D72-4255-99E3-FF018E97464C}">
      <dsp:nvSpPr>
        <dsp:cNvPr id="0" name=""/>
        <dsp:cNvSpPr/>
      </dsp:nvSpPr>
      <dsp:spPr>
        <a:xfrm>
          <a:off x="496145" y="4283228"/>
          <a:ext cx="11011991" cy="659185"/>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3228" tIns="48260" rIns="48260" bIns="48260" numCol="1" spcCol="1270" anchor="ctr" anchorCtr="0">
          <a:noAutofit/>
        </a:bodyPr>
        <a:lstStyle/>
        <a:p>
          <a:pPr marL="0" lvl="0" indent="0" algn="l" defTabSz="844550">
            <a:lnSpc>
              <a:spcPct val="90000"/>
            </a:lnSpc>
            <a:spcBef>
              <a:spcPct val="0"/>
            </a:spcBef>
            <a:spcAft>
              <a:spcPct val="35000"/>
            </a:spcAft>
            <a:buNone/>
          </a:pPr>
          <a:r>
            <a:rPr lang="fr-FR" sz="1900" kern="1200" noProof="0">
              <a:solidFill>
                <a:schemeClr val="tx1"/>
              </a:solidFill>
            </a:rPr>
            <a:t>Support de traitements de gros volumes de données multi-sources hétérogènes rapidement</a:t>
          </a:r>
        </a:p>
      </dsp:txBody>
      <dsp:txXfrm>
        <a:off x="496145" y="4283228"/>
        <a:ext cx="11011991" cy="659185"/>
      </dsp:txXfrm>
    </dsp:sp>
    <dsp:sp modelId="{63BAA62D-C752-467D-BDDF-FBC150D370D5}">
      <dsp:nvSpPr>
        <dsp:cNvPr id="0" name=""/>
        <dsp:cNvSpPr/>
      </dsp:nvSpPr>
      <dsp:spPr>
        <a:xfrm>
          <a:off x="84155" y="4200829"/>
          <a:ext cx="823981" cy="823981"/>
        </a:xfrm>
        <a:prstGeom prst="ellipse">
          <a:avLst/>
        </a:prstGeom>
        <a:solidFill>
          <a:schemeClr val="lt1">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37F1DA-184D-644F-BCC4-A327CB0FC61C}">
      <dsp:nvSpPr>
        <dsp:cNvPr id="0" name=""/>
        <dsp:cNvSpPr/>
      </dsp:nvSpPr>
      <dsp:spPr>
        <a:xfrm>
          <a:off x="-5924794" y="-907252"/>
          <a:ext cx="7057836" cy="7057836"/>
        </a:xfrm>
        <a:prstGeom prst="blockArc">
          <a:avLst>
            <a:gd name="adj1" fmla="val 18900000"/>
            <a:gd name="adj2" fmla="val 2700000"/>
            <a:gd name="adj3" fmla="val 306"/>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A07ABA-B5D2-6240-803B-CB85503F893E}">
      <dsp:nvSpPr>
        <dsp:cNvPr id="0" name=""/>
        <dsp:cNvSpPr/>
      </dsp:nvSpPr>
      <dsp:spPr>
        <a:xfrm>
          <a:off x="367819" y="238361"/>
          <a:ext cx="10164591" cy="47651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78233" tIns="38100" rIns="38100" bIns="38100" numCol="1" spcCol="1270" anchor="ctr" anchorCtr="0">
          <a:noAutofit/>
        </a:bodyPr>
        <a:lstStyle/>
        <a:p>
          <a:pPr marL="0" lvl="0" indent="0" algn="l" defTabSz="666750">
            <a:lnSpc>
              <a:spcPct val="90000"/>
            </a:lnSpc>
            <a:spcBef>
              <a:spcPct val="0"/>
            </a:spcBef>
            <a:spcAft>
              <a:spcPct val="35000"/>
            </a:spcAft>
            <a:buNone/>
          </a:pPr>
          <a:r>
            <a:rPr lang="fr-FR" sz="1500" b="0" kern="1200" dirty="0">
              <a:latin typeface="Arial" panose="020B0604020202020204" pitchFamily="34" charset="0"/>
              <a:cs typeface="Arial" panose="020B0604020202020204" pitchFamily="34" charset="0"/>
            </a:rPr>
            <a:t>Pas de règles fonctionnelles</a:t>
          </a:r>
          <a:endParaRPr lang="fr-FR" sz="1500" b="0" kern="1200" dirty="0"/>
        </a:p>
      </dsp:txBody>
      <dsp:txXfrm>
        <a:off x="367819" y="238361"/>
        <a:ext cx="10164591" cy="476513"/>
      </dsp:txXfrm>
    </dsp:sp>
    <dsp:sp modelId="{8FFB1B02-C7FD-644F-96B6-2DD763D4E494}">
      <dsp:nvSpPr>
        <dsp:cNvPr id="0" name=""/>
        <dsp:cNvSpPr/>
      </dsp:nvSpPr>
      <dsp:spPr>
        <a:xfrm>
          <a:off x="69998" y="178797"/>
          <a:ext cx="595642" cy="595642"/>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7D7F8A0-C082-5245-9E0C-FA0CA5EFAB34}">
      <dsp:nvSpPr>
        <dsp:cNvPr id="0" name=""/>
        <dsp:cNvSpPr/>
      </dsp:nvSpPr>
      <dsp:spPr>
        <a:xfrm>
          <a:off x="799345" y="953552"/>
          <a:ext cx="9733065" cy="47651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78233" tIns="38100" rIns="38100" bIns="38100" numCol="1" spcCol="1270" anchor="ctr" anchorCtr="0">
          <a:noAutofit/>
        </a:bodyPr>
        <a:lstStyle/>
        <a:p>
          <a:pPr marL="0" lvl="0" indent="0" algn="l" defTabSz="666750">
            <a:lnSpc>
              <a:spcPct val="90000"/>
            </a:lnSpc>
            <a:spcBef>
              <a:spcPct val="0"/>
            </a:spcBef>
            <a:spcAft>
              <a:spcPct val="35000"/>
            </a:spcAft>
            <a:buNone/>
          </a:pPr>
          <a:r>
            <a:rPr lang="fr-FR" sz="1500" kern="1200" dirty="0">
              <a:latin typeface="Arial" panose="020B0604020202020204" pitchFamily="34" charset="0"/>
              <a:cs typeface="Arial" panose="020B0604020202020204" pitchFamily="34" charset="0"/>
            </a:rPr>
            <a:t>Un pivot est composé des attributs par </a:t>
          </a:r>
          <a:r>
            <a:rPr lang="fr-FR" sz="1500" kern="1200" dirty="0">
              <a:solidFill>
                <a:schemeClr val="bg1"/>
              </a:solidFill>
            </a:rPr>
            <a:t>les producteurs-consommateurs / émetteur-abonnées</a:t>
          </a:r>
        </a:p>
      </dsp:txBody>
      <dsp:txXfrm>
        <a:off x="799345" y="953552"/>
        <a:ext cx="9733065" cy="476513"/>
      </dsp:txXfrm>
    </dsp:sp>
    <dsp:sp modelId="{B2182F1A-63F7-2047-9F78-D1CFC1313B59}">
      <dsp:nvSpPr>
        <dsp:cNvPr id="0" name=""/>
        <dsp:cNvSpPr/>
      </dsp:nvSpPr>
      <dsp:spPr>
        <a:xfrm>
          <a:off x="501524" y="893987"/>
          <a:ext cx="595642" cy="5956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40EF8E8-0491-1947-AF80-9893FD619577}">
      <dsp:nvSpPr>
        <dsp:cNvPr id="0" name=""/>
        <dsp:cNvSpPr/>
      </dsp:nvSpPr>
      <dsp:spPr>
        <a:xfrm>
          <a:off x="1035820" y="1668218"/>
          <a:ext cx="9496591" cy="476513"/>
        </a:xfrm>
        <a:prstGeom prst="rect">
          <a:avLst/>
        </a:prstGeom>
        <a:solidFill>
          <a:srgbClr val="FF0000"/>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78233" tIns="38100" rIns="38100" bIns="38100" numCol="1" spcCol="1270" anchor="ctr" anchorCtr="0">
          <a:noAutofit/>
        </a:bodyPr>
        <a:lstStyle/>
        <a:p>
          <a:pPr marL="0" lvl="0" indent="0" algn="l" defTabSz="666750">
            <a:lnSpc>
              <a:spcPct val="90000"/>
            </a:lnSpc>
            <a:spcBef>
              <a:spcPct val="0"/>
            </a:spcBef>
            <a:spcAft>
              <a:spcPct val="35000"/>
            </a:spcAft>
            <a:buNone/>
          </a:pPr>
          <a:r>
            <a:rPr lang="fr-FR" sz="1500" kern="1200" dirty="0"/>
            <a:t>(</a:t>
          </a:r>
          <a:r>
            <a:rPr lang="fr-FR" sz="1500" kern="1200" dirty="0">
              <a:latin typeface="Arial" panose="020B0604020202020204" pitchFamily="34" charset="0"/>
              <a:cs typeface="Arial" panose="020B0604020202020204" pitchFamily="34" charset="0"/>
            </a:rPr>
            <a:t>Dé)normalisation d’un pivot doit être pris en charge par le demi-flux associé</a:t>
          </a:r>
          <a:endParaRPr lang="fr-FR" sz="1500" kern="1200" dirty="0"/>
        </a:p>
      </dsp:txBody>
      <dsp:txXfrm>
        <a:off x="1035820" y="1668218"/>
        <a:ext cx="9496591" cy="476513"/>
      </dsp:txXfrm>
    </dsp:sp>
    <dsp:sp modelId="{714907C3-B9DC-4B4F-88CF-F83EB7E9908E}">
      <dsp:nvSpPr>
        <dsp:cNvPr id="0" name=""/>
        <dsp:cNvSpPr/>
      </dsp:nvSpPr>
      <dsp:spPr>
        <a:xfrm>
          <a:off x="737998" y="1608653"/>
          <a:ext cx="595642" cy="595642"/>
        </a:xfrm>
        <a:prstGeom prst="ellipse">
          <a:avLst/>
        </a:prstGeom>
        <a:solidFill>
          <a:schemeClr val="lt1">
            <a:hueOff val="0"/>
            <a:satOff val="0"/>
            <a:lumOff val="0"/>
            <a:alphaOff val="0"/>
          </a:schemeClr>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dsp:style>
    </dsp:sp>
    <dsp:sp modelId="{D3A93CBF-BE21-0943-B6EC-13EDA21D3662}">
      <dsp:nvSpPr>
        <dsp:cNvPr id="0" name=""/>
        <dsp:cNvSpPr/>
      </dsp:nvSpPr>
      <dsp:spPr>
        <a:xfrm>
          <a:off x="1111324" y="2383408"/>
          <a:ext cx="9421087" cy="47651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78233" tIns="38100" rIns="38100" bIns="38100" numCol="1" spcCol="1270" anchor="ctr" anchorCtr="0">
          <a:noAutofit/>
        </a:bodyPr>
        <a:lstStyle/>
        <a:p>
          <a:pPr marL="0" lvl="0" indent="0" algn="l" defTabSz="666750">
            <a:lnSpc>
              <a:spcPct val="90000"/>
            </a:lnSpc>
            <a:spcBef>
              <a:spcPct val="0"/>
            </a:spcBef>
            <a:spcAft>
              <a:spcPct val="35000"/>
            </a:spcAft>
            <a:buNone/>
          </a:pPr>
          <a:r>
            <a:rPr lang="fr-FR" sz="1500" kern="1200" dirty="0">
              <a:latin typeface="Arial" panose="020B0604020202020204" pitchFamily="34" charset="0"/>
              <a:cs typeface="Arial" panose="020B0604020202020204" pitchFamily="34" charset="0"/>
            </a:rPr>
            <a:t>Les seules orchestrations possibles dans l’</a:t>
          </a:r>
          <a:r>
            <a:rPr lang="fr-FR" sz="1500" kern="1200" dirty="0" err="1">
              <a:latin typeface="Arial" panose="020B0604020202020204" pitchFamily="34" charset="0"/>
              <a:cs typeface="Arial" panose="020B0604020202020204" pitchFamily="34" charset="0"/>
            </a:rPr>
            <a:t>APIManagement</a:t>
          </a:r>
          <a:r>
            <a:rPr lang="fr-FR" sz="1500" kern="1200" dirty="0">
              <a:latin typeface="Arial" panose="020B0604020202020204" pitchFamily="34" charset="0"/>
              <a:cs typeface="Arial" panose="020B0604020202020204" pitchFamily="34" charset="0"/>
            </a:rPr>
            <a:t> sont relatives à la sécurité pour faire appelle à des services externes de gestion &amp; validation de </a:t>
          </a:r>
          <a:r>
            <a:rPr lang="fr-FR" sz="1500" kern="1200" dirty="0" err="1">
              <a:latin typeface="Arial" panose="020B0604020202020204" pitchFamily="34" charset="0"/>
              <a:cs typeface="Arial" panose="020B0604020202020204" pitchFamily="34" charset="0"/>
            </a:rPr>
            <a:t>tokens</a:t>
          </a:r>
          <a:r>
            <a:rPr lang="fr-FR" sz="1500" kern="1200" dirty="0">
              <a:latin typeface="Arial" panose="020B0604020202020204" pitchFamily="34" charset="0"/>
              <a:cs typeface="Arial" panose="020B0604020202020204" pitchFamily="34" charset="0"/>
            </a:rPr>
            <a:t>/(dé)chiffrement/transcodification</a:t>
          </a:r>
          <a:endParaRPr lang="fr-FR" sz="1500" kern="1200" dirty="0"/>
        </a:p>
      </dsp:txBody>
      <dsp:txXfrm>
        <a:off x="1111324" y="2383408"/>
        <a:ext cx="9421087" cy="476513"/>
      </dsp:txXfrm>
    </dsp:sp>
    <dsp:sp modelId="{2CA033A7-7397-2548-92F7-CD4590D4F1C5}">
      <dsp:nvSpPr>
        <dsp:cNvPr id="0" name=""/>
        <dsp:cNvSpPr/>
      </dsp:nvSpPr>
      <dsp:spPr>
        <a:xfrm>
          <a:off x="813502" y="2323844"/>
          <a:ext cx="595642" cy="595642"/>
        </a:xfrm>
        <a:prstGeom prst="ellipse">
          <a:avLst/>
        </a:prstGeom>
        <a:solidFill>
          <a:schemeClr val="lt1">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95306B6-5078-8F4E-AC14-B13252B1CD13}">
      <dsp:nvSpPr>
        <dsp:cNvPr id="0" name=""/>
        <dsp:cNvSpPr/>
      </dsp:nvSpPr>
      <dsp:spPr>
        <a:xfrm>
          <a:off x="1035820" y="3098598"/>
          <a:ext cx="9496591" cy="47651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78233" tIns="38100" rIns="38100" bIns="38100" numCol="1" spcCol="1270" anchor="ctr" anchorCtr="0">
          <a:noAutofit/>
        </a:bodyPr>
        <a:lstStyle/>
        <a:p>
          <a:pPr marL="0" lvl="0" indent="0" algn="l" defTabSz="666750">
            <a:lnSpc>
              <a:spcPct val="90000"/>
            </a:lnSpc>
            <a:spcBef>
              <a:spcPct val="0"/>
            </a:spcBef>
            <a:spcAft>
              <a:spcPct val="35000"/>
            </a:spcAft>
            <a:buNone/>
          </a:pPr>
          <a:r>
            <a:rPr lang="fr-FR" sz="1500" kern="1200" dirty="0">
              <a:latin typeface="Arial" panose="020B0604020202020204" pitchFamily="34" charset="0"/>
              <a:cs typeface="Arial" panose="020B0604020202020204" pitchFamily="34" charset="0"/>
            </a:rPr>
            <a:t>La plateforme de médiation prend en charge la distribution des </a:t>
          </a:r>
          <a:r>
            <a:rPr lang="fr-FR" sz="1500" kern="1200" dirty="0" err="1">
              <a:latin typeface="Arial" panose="020B0604020202020204" pitchFamily="34" charset="0"/>
              <a:cs typeface="Arial" panose="020B0604020202020204" pitchFamily="34" charset="0"/>
            </a:rPr>
            <a:t>tokens</a:t>
          </a:r>
          <a:r>
            <a:rPr lang="fr-FR" sz="1500" kern="1200" dirty="0">
              <a:latin typeface="Arial" panose="020B0604020202020204" pitchFamily="34" charset="0"/>
              <a:cs typeface="Arial" panose="020B0604020202020204" pitchFamily="34" charset="0"/>
            </a:rPr>
            <a:t> </a:t>
          </a:r>
          <a:r>
            <a:rPr lang="fr-FR" sz="1500" kern="1200" dirty="0" err="1">
              <a:latin typeface="Arial" panose="020B0604020202020204" pitchFamily="34" charset="0"/>
              <a:cs typeface="Arial" panose="020B0604020202020204" pitchFamily="34" charset="0"/>
            </a:rPr>
            <a:t>adhoc</a:t>
          </a:r>
          <a:r>
            <a:rPr lang="fr-FR" sz="1500" kern="1200" dirty="0">
              <a:latin typeface="Arial" panose="020B0604020202020204" pitchFamily="34" charset="0"/>
              <a:cs typeface="Arial" panose="020B0604020202020204" pitchFamily="34" charset="0"/>
            </a:rPr>
            <a:t> pour les </a:t>
          </a:r>
          <a:r>
            <a:rPr lang="fr-FR" sz="1500" kern="1200" dirty="0" err="1">
              <a:latin typeface="Arial" panose="020B0604020202020204" pitchFamily="34" charset="0"/>
              <a:cs typeface="Arial" panose="020B0604020202020204" pitchFamily="34" charset="0"/>
            </a:rPr>
            <a:t>ystemees</a:t>
          </a:r>
          <a:r>
            <a:rPr lang="fr-FR" sz="1500" kern="1200" dirty="0">
              <a:latin typeface="Arial" panose="020B0604020202020204" pitchFamily="34" charset="0"/>
              <a:cs typeface="Arial" panose="020B0604020202020204" pitchFamily="34" charset="0"/>
            </a:rPr>
            <a:t> producteurs</a:t>
          </a:r>
          <a:endParaRPr lang="fr-FR" sz="1500" kern="1200" dirty="0"/>
        </a:p>
      </dsp:txBody>
      <dsp:txXfrm>
        <a:off x="1035820" y="3098598"/>
        <a:ext cx="9496591" cy="476513"/>
      </dsp:txXfrm>
    </dsp:sp>
    <dsp:sp modelId="{ED130766-4393-6D4D-A895-0606C0E52868}">
      <dsp:nvSpPr>
        <dsp:cNvPr id="0" name=""/>
        <dsp:cNvSpPr/>
      </dsp:nvSpPr>
      <dsp:spPr>
        <a:xfrm>
          <a:off x="737998" y="3039034"/>
          <a:ext cx="595642" cy="595642"/>
        </a:xfrm>
        <a:prstGeom prst="ellipse">
          <a:avLst/>
        </a:prstGeom>
        <a:solidFill>
          <a:schemeClr val="lt1">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E23BF6F-3D9F-F440-894C-F8A05AFC7915}">
      <dsp:nvSpPr>
        <dsp:cNvPr id="0" name=""/>
        <dsp:cNvSpPr/>
      </dsp:nvSpPr>
      <dsp:spPr>
        <a:xfrm>
          <a:off x="799345" y="3813264"/>
          <a:ext cx="9733065" cy="47651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78233" tIns="38100" rIns="38100" bIns="38100" numCol="1" spcCol="1270" anchor="ctr" anchorCtr="0">
          <a:noAutofit/>
        </a:bodyPr>
        <a:lstStyle/>
        <a:p>
          <a:pPr marL="0" lvl="0" indent="0" algn="l" defTabSz="666750">
            <a:lnSpc>
              <a:spcPct val="90000"/>
            </a:lnSpc>
            <a:spcBef>
              <a:spcPct val="0"/>
            </a:spcBef>
            <a:spcAft>
              <a:spcPct val="35000"/>
            </a:spcAft>
            <a:buNone/>
          </a:pPr>
          <a:r>
            <a:rPr lang="fr-FR" sz="1500" kern="1200" dirty="0">
              <a:latin typeface="Arial" panose="020B0604020202020204" pitchFamily="34" charset="0"/>
              <a:cs typeface="Arial" panose="020B0604020202020204" pitchFamily="34" charset="0"/>
            </a:rPr>
            <a:t>Les infos relatives à un émetteur ne doivent pas figurées dans le pivot</a:t>
          </a:r>
          <a:endParaRPr lang="fr-FR" sz="1500" kern="1200" dirty="0"/>
        </a:p>
      </dsp:txBody>
      <dsp:txXfrm>
        <a:off x="799345" y="3813264"/>
        <a:ext cx="9733065" cy="476513"/>
      </dsp:txXfrm>
    </dsp:sp>
    <dsp:sp modelId="{CE1F4655-4F16-9A44-84F1-F274B2209698}">
      <dsp:nvSpPr>
        <dsp:cNvPr id="0" name=""/>
        <dsp:cNvSpPr/>
      </dsp:nvSpPr>
      <dsp:spPr>
        <a:xfrm>
          <a:off x="501524" y="3753700"/>
          <a:ext cx="595642" cy="595642"/>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37D00BA-57F7-F04C-8780-2A2362C46B15}">
      <dsp:nvSpPr>
        <dsp:cNvPr id="0" name=""/>
        <dsp:cNvSpPr/>
      </dsp:nvSpPr>
      <dsp:spPr>
        <a:xfrm>
          <a:off x="367819" y="4528455"/>
          <a:ext cx="10164591" cy="47651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78233" tIns="38100" rIns="38100" bIns="38100" numCol="1" spcCol="1270" anchor="ctr" anchorCtr="0">
          <a:noAutofit/>
        </a:bodyPr>
        <a:lstStyle/>
        <a:p>
          <a:pPr marL="0" lvl="0" indent="0" algn="l" defTabSz="666750">
            <a:lnSpc>
              <a:spcPct val="90000"/>
            </a:lnSpc>
            <a:spcBef>
              <a:spcPct val="0"/>
            </a:spcBef>
            <a:spcAft>
              <a:spcPct val="35000"/>
            </a:spcAft>
            <a:buNone/>
          </a:pPr>
          <a:r>
            <a:rPr lang="fr-FR" sz="1500" kern="1200" dirty="0"/>
            <a:t>…</a:t>
          </a:r>
        </a:p>
      </dsp:txBody>
      <dsp:txXfrm>
        <a:off x="367819" y="4528455"/>
        <a:ext cx="10164591" cy="476513"/>
      </dsp:txXfrm>
    </dsp:sp>
    <dsp:sp modelId="{CCBB913C-0A21-9F48-BDD0-114A00F1C4A5}">
      <dsp:nvSpPr>
        <dsp:cNvPr id="0" name=""/>
        <dsp:cNvSpPr/>
      </dsp:nvSpPr>
      <dsp:spPr>
        <a:xfrm>
          <a:off x="69998" y="4468891"/>
          <a:ext cx="595642" cy="5956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61C5EC-6BC5-410F-84E4-6F4E05EDE74B}">
      <dsp:nvSpPr>
        <dsp:cNvPr id="0" name=""/>
        <dsp:cNvSpPr/>
      </dsp:nvSpPr>
      <dsp:spPr>
        <a:xfrm rot="10800000">
          <a:off x="633661" y="99469"/>
          <a:ext cx="10799992" cy="1201203"/>
        </a:xfrm>
        <a:prstGeom prst="homePlat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15248" tIns="68580" rIns="128016" bIns="68580" numCol="1" spcCol="1270" anchor="ctr" anchorCtr="0">
          <a:noAutofit/>
        </a:bodyPr>
        <a:lstStyle/>
        <a:p>
          <a:pPr marL="0" lvl="0" indent="0" algn="l" defTabSz="800100">
            <a:lnSpc>
              <a:spcPct val="90000"/>
            </a:lnSpc>
            <a:spcBef>
              <a:spcPct val="0"/>
            </a:spcBef>
            <a:spcAft>
              <a:spcPct val="35000"/>
            </a:spcAft>
            <a:buNone/>
          </a:pPr>
          <a:r>
            <a:rPr lang="fr-FR" sz="1800" b="1" i="0" u="none" strike="noStrike" kern="1200" dirty="0">
              <a:solidFill>
                <a:srgbClr val="55565A"/>
              </a:solidFill>
              <a:effectLst/>
              <a:latin typeface="openSans"/>
            </a:rPr>
            <a:t>Les API expérience </a:t>
          </a:r>
          <a:r>
            <a:rPr lang="fr-FR" sz="1800" b="0" i="0" u="none" strike="noStrike" kern="1200" dirty="0">
              <a:solidFill>
                <a:srgbClr val="55565A"/>
              </a:solidFill>
              <a:effectLst/>
              <a:latin typeface="openSans"/>
            </a:rPr>
            <a:t>fournissent un contexte aux données et processus libérés et établis à l'aide d'API système et d'API de processus. Les API d'expérience exposent les données destinées à être utilisées par les cibles prévues, comme les applications mobiles, les portails internes de données client, etc.</a:t>
          </a:r>
        </a:p>
      </dsp:txBody>
      <dsp:txXfrm rot="10800000">
        <a:off x="933962" y="99469"/>
        <a:ext cx="10499691" cy="1201203"/>
      </dsp:txXfrm>
    </dsp:sp>
    <dsp:sp modelId="{09B12E97-9CC4-4A92-95EF-E29C0FA54989}">
      <dsp:nvSpPr>
        <dsp:cNvPr id="0" name=""/>
        <dsp:cNvSpPr/>
      </dsp:nvSpPr>
      <dsp:spPr>
        <a:xfrm>
          <a:off x="0" y="2467"/>
          <a:ext cx="1395207" cy="1395207"/>
        </a:xfrm>
        <a:prstGeom prst="ellipse">
          <a:avLst/>
        </a:prstGeom>
        <a:solidFill>
          <a:srgbClr val="CBDFF3"/>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3E0B35F-0D67-477D-AD96-B09A8C172E31}">
      <dsp:nvSpPr>
        <dsp:cNvPr id="0" name=""/>
        <dsp:cNvSpPr/>
      </dsp:nvSpPr>
      <dsp:spPr>
        <a:xfrm rot="10800000">
          <a:off x="597621" y="1795556"/>
          <a:ext cx="10836032" cy="1395207"/>
        </a:xfrm>
        <a:prstGeom prst="homePlat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15248" tIns="60960" rIns="113792" bIns="60960" numCol="1" spcCol="1270" anchor="t" anchorCtr="0">
          <a:noAutofit/>
        </a:bodyPr>
        <a:lstStyle/>
        <a:p>
          <a:pPr marL="0" lvl="0" indent="0" algn="l" defTabSz="800100">
            <a:lnSpc>
              <a:spcPct val="90000"/>
            </a:lnSpc>
            <a:spcBef>
              <a:spcPct val="0"/>
            </a:spcBef>
            <a:spcAft>
              <a:spcPct val="35000"/>
            </a:spcAft>
            <a:buNone/>
          </a:pPr>
          <a:r>
            <a:rPr lang="fr-FR" sz="1800" b="1" kern="1200" dirty="0">
              <a:solidFill>
                <a:srgbClr val="55565A"/>
              </a:solidFill>
              <a:latin typeface="openSans"/>
            </a:rPr>
            <a:t>Les API expérience </a:t>
          </a:r>
          <a:r>
            <a:rPr lang="fr-FR" sz="1800" kern="1200" dirty="0">
              <a:solidFill>
                <a:srgbClr val="55565A"/>
              </a:solidFill>
              <a:latin typeface="openSans"/>
            </a:rPr>
            <a:t>sont le moyen par lequel les données peuvent être reconfigurées afin qu'elles soient : </a:t>
          </a:r>
        </a:p>
        <a:p>
          <a:pPr marL="171450" lvl="1" indent="-171450" algn="l" defTabSz="711200">
            <a:lnSpc>
              <a:spcPct val="90000"/>
            </a:lnSpc>
            <a:spcBef>
              <a:spcPct val="0"/>
            </a:spcBef>
            <a:spcAft>
              <a:spcPct val="15000"/>
            </a:spcAft>
            <a:buChar char="•"/>
          </a:pPr>
          <a:r>
            <a:rPr lang="fr-FR" sz="1600" kern="1200" dirty="0">
              <a:solidFill>
                <a:srgbClr val="55565A"/>
              </a:solidFill>
              <a:latin typeface="openSans"/>
            </a:rPr>
            <a:t>le plus facilement consommées par son public cible, le tout à partir d'une source de données commune, plutôt que de mettre en place des intégrations point à point distinctes pour chaque canal. </a:t>
          </a:r>
        </a:p>
        <a:p>
          <a:pPr marL="171450" lvl="1" indent="-171450" algn="l" defTabSz="711200">
            <a:lnSpc>
              <a:spcPct val="90000"/>
            </a:lnSpc>
            <a:spcBef>
              <a:spcPct val="0"/>
            </a:spcBef>
            <a:spcAft>
              <a:spcPct val="15000"/>
            </a:spcAft>
            <a:buChar char="•"/>
          </a:pPr>
          <a:r>
            <a:rPr lang="fr-FR" sz="1600" kern="1200" dirty="0">
              <a:solidFill>
                <a:srgbClr val="55565A"/>
              </a:solidFill>
              <a:latin typeface="openSans"/>
            </a:rPr>
            <a:t>créées avec des principes </a:t>
          </a:r>
          <a:r>
            <a:rPr lang="fr-FR" sz="1600" kern="1200" dirty="0">
              <a:solidFill>
                <a:srgbClr val="00A0DF"/>
              </a:solidFill>
              <a:latin typeface="openSans"/>
            </a:rPr>
            <a:t>de API design First </a:t>
          </a:r>
          <a:r>
            <a:rPr lang="fr-FR" sz="1600" kern="1200" dirty="0">
              <a:solidFill>
                <a:srgbClr val="55565A"/>
              </a:solidFill>
              <a:latin typeface="openSans"/>
            </a:rPr>
            <a:t>où l'API est conçue pour l'expérience utilisateur spécifique à l'esprit et doit être validée par le métier avant l’implémentation.</a:t>
          </a:r>
          <a:endParaRPr lang="fr-FR" sz="1600" b="0" i="0" u="none" strike="noStrike" kern="1200" dirty="0">
            <a:solidFill>
              <a:srgbClr val="55565A"/>
            </a:solidFill>
            <a:effectLst/>
            <a:latin typeface="openSans"/>
          </a:endParaRPr>
        </a:p>
      </dsp:txBody>
      <dsp:txXfrm rot="10800000">
        <a:off x="946423" y="1795556"/>
        <a:ext cx="10487230" cy="1395207"/>
      </dsp:txXfrm>
    </dsp:sp>
    <dsp:sp modelId="{622BD983-0DD9-48E1-8EAC-5793F35E9F99}">
      <dsp:nvSpPr>
        <dsp:cNvPr id="0" name=""/>
        <dsp:cNvSpPr/>
      </dsp:nvSpPr>
      <dsp:spPr>
        <a:xfrm>
          <a:off x="0" y="1814154"/>
          <a:ext cx="1395207" cy="1395207"/>
        </a:xfrm>
        <a:prstGeom prst="ellipse">
          <a:avLst/>
        </a:prstGeom>
        <a:solidFill>
          <a:srgbClr val="CBDFF3"/>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2A138C5-ADD1-4996-B72E-37BF648BCA90}">
      <dsp:nvSpPr>
        <dsp:cNvPr id="0" name=""/>
        <dsp:cNvSpPr/>
      </dsp:nvSpPr>
      <dsp:spPr>
        <a:xfrm rot="10800000">
          <a:off x="633661" y="3628309"/>
          <a:ext cx="10799992" cy="1395207"/>
        </a:xfrm>
        <a:prstGeom prst="homePlat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15248" tIns="60960" rIns="113792" bIns="60960" numCol="1" spcCol="1270" anchor="t" anchorCtr="0">
          <a:noAutofit/>
        </a:bodyPr>
        <a:lstStyle/>
        <a:p>
          <a:pPr marL="0" lvl="0" indent="0" algn="l" defTabSz="755650">
            <a:lnSpc>
              <a:spcPct val="90000"/>
            </a:lnSpc>
            <a:spcBef>
              <a:spcPct val="0"/>
            </a:spcBef>
            <a:spcAft>
              <a:spcPct val="35000"/>
            </a:spcAft>
            <a:buNone/>
          </a:pPr>
          <a:r>
            <a:rPr lang="fr-FR" sz="1700" b="1" kern="1200" dirty="0">
              <a:solidFill>
                <a:srgbClr val="55565A"/>
              </a:solidFill>
              <a:latin typeface="openSans"/>
            </a:rPr>
            <a:t>Les API expérience </a:t>
          </a:r>
          <a:r>
            <a:rPr lang="fr-FR" sz="1700" kern="1200" dirty="0">
              <a:solidFill>
                <a:srgbClr val="55565A"/>
              </a:solidFill>
              <a:latin typeface="openSans"/>
            </a:rPr>
            <a:t>sont le moyen par lequel les données peuvent être reconfigurées afin qu'elles soient : </a:t>
          </a:r>
        </a:p>
        <a:p>
          <a:pPr marL="171450" lvl="1" indent="-171450" algn="l" defTabSz="711200">
            <a:lnSpc>
              <a:spcPct val="90000"/>
            </a:lnSpc>
            <a:spcBef>
              <a:spcPct val="0"/>
            </a:spcBef>
            <a:spcAft>
              <a:spcPct val="15000"/>
            </a:spcAft>
            <a:buChar char="•"/>
          </a:pPr>
          <a:r>
            <a:rPr lang="fr-FR" sz="1600" b="0" i="0" u="none" strike="noStrike" kern="1200" dirty="0">
              <a:solidFill>
                <a:srgbClr val="55565A"/>
              </a:solidFill>
              <a:effectLst/>
              <a:latin typeface="openSans"/>
            </a:rPr>
            <a:t>une </a:t>
          </a:r>
          <a:r>
            <a:rPr lang="fr-FR" sz="1600" b="1" i="0" u="none" strike="noStrike" kern="1200" dirty="0">
              <a:solidFill>
                <a:srgbClr val="55565A"/>
              </a:solidFill>
              <a:effectLst/>
              <a:latin typeface="openSans"/>
            </a:rPr>
            <a:t>a</a:t>
          </a:r>
          <a:r>
            <a:rPr lang="fr-FR" sz="1600" b="1" kern="1200" dirty="0">
              <a:solidFill>
                <a:srgbClr val="55565A"/>
              </a:solidFill>
              <a:latin typeface="openSans"/>
            </a:rPr>
            <a:t>bstraction de différentes fonctions du point de vue du client API</a:t>
          </a:r>
          <a:r>
            <a:rPr lang="fr-FR" sz="1600" kern="1200" dirty="0">
              <a:solidFill>
                <a:srgbClr val="55565A"/>
              </a:solidFill>
              <a:latin typeface="openSans"/>
            </a:rPr>
            <a:t>, permettant différents attributs configurables pour la pagination, la filtration des champs.</a:t>
          </a:r>
        </a:p>
        <a:p>
          <a:pPr marL="171450" lvl="1" indent="-171450" algn="l" defTabSz="711200">
            <a:lnSpc>
              <a:spcPct val="90000"/>
            </a:lnSpc>
            <a:spcBef>
              <a:spcPct val="0"/>
            </a:spcBef>
            <a:spcAft>
              <a:spcPct val="15000"/>
            </a:spcAft>
            <a:buChar char="•"/>
          </a:pPr>
          <a:r>
            <a:rPr lang="fr-FR" sz="1600" kern="1200" dirty="0">
              <a:solidFill>
                <a:srgbClr val="55565A"/>
              </a:solidFill>
              <a:latin typeface="openSans"/>
            </a:rPr>
            <a:t>toutes les responsabilités liées à une fonction de </a:t>
          </a:r>
          <a:r>
            <a:rPr lang="fr-FR" sz="1600" b="1" kern="1200" dirty="0" err="1">
              <a:solidFill>
                <a:srgbClr val="55565A"/>
              </a:solidFill>
              <a:latin typeface="openSans"/>
            </a:rPr>
            <a:t>gate-keeper</a:t>
          </a:r>
          <a:r>
            <a:rPr lang="fr-FR" sz="1600" b="1" kern="1200" dirty="0">
              <a:solidFill>
                <a:srgbClr val="55565A"/>
              </a:solidFill>
              <a:latin typeface="openSans"/>
            </a:rPr>
            <a:t> </a:t>
          </a:r>
          <a:r>
            <a:rPr lang="fr-FR" sz="1600" kern="1200" dirty="0">
              <a:solidFill>
                <a:srgbClr val="55565A"/>
              </a:solidFill>
              <a:latin typeface="openSans"/>
            </a:rPr>
            <a:t>seront effectuées à cette couche - telles que les contrôles SLA. (limitation de débit ou étranglement),  les contrôles de </a:t>
          </a:r>
          <a:r>
            <a:rPr lang="fr-FR" sz="1600" b="1" kern="1200" dirty="0">
              <a:solidFill>
                <a:srgbClr val="55565A"/>
              </a:solidFill>
              <a:latin typeface="openSans"/>
            </a:rPr>
            <a:t>sécurité</a:t>
          </a:r>
          <a:r>
            <a:rPr lang="fr-FR" sz="1600" kern="1200" dirty="0">
              <a:solidFill>
                <a:srgbClr val="55565A"/>
              </a:solidFill>
              <a:latin typeface="openSans"/>
            </a:rPr>
            <a:t>, </a:t>
          </a:r>
          <a:r>
            <a:rPr lang="fr-FR" sz="1600" b="1" kern="1200" dirty="0">
              <a:solidFill>
                <a:srgbClr val="55565A"/>
              </a:solidFill>
              <a:latin typeface="openSans"/>
            </a:rPr>
            <a:t>monétisation</a:t>
          </a:r>
          <a:r>
            <a:rPr lang="fr-FR" sz="1600" kern="1200" dirty="0">
              <a:solidFill>
                <a:srgbClr val="55565A"/>
              </a:solidFill>
              <a:latin typeface="openSans"/>
            </a:rPr>
            <a:t> et autres</a:t>
          </a:r>
        </a:p>
      </dsp:txBody>
      <dsp:txXfrm rot="10800000">
        <a:off x="982463" y="3628309"/>
        <a:ext cx="10451190" cy="1395207"/>
      </dsp:txXfrm>
    </dsp:sp>
    <dsp:sp modelId="{61990927-5F47-42BA-B4F9-81B2511CBE88}">
      <dsp:nvSpPr>
        <dsp:cNvPr id="0" name=""/>
        <dsp:cNvSpPr/>
      </dsp:nvSpPr>
      <dsp:spPr>
        <a:xfrm>
          <a:off x="0" y="3625841"/>
          <a:ext cx="1395207" cy="1395207"/>
        </a:xfrm>
        <a:prstGeom prst="ellipse">
          <a:avLst/>
        </a:prstGeom>
        <a:solidFill>
          <a:srgbClr val="CBDFF3"/>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61C5EC-6BC5-410F-84E4-6F4E05EDE74B}">
      <dsp:nvSpPr>
        <dsp:cNvPr id="0" name=""/>
        <dsp:cNvSpPr/>
      </dsp:nvSpPr>
      <dsp:spPr>
        <a:xfrm rot="10800000">
          <a:off x="633661" y="1260"/>
          <a:ext cx="10799992" cy="1337229"/>
        </a:xfrm>
        <a:prstGeom prst="homePlat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9681" tIns="68580" rIns="128016" bIns="68580" numCol="1" spcCol="1270" anchor="ctr" anchorCtr="0">
          <a:noAutofit/>
        </a:bodyPr>
        <a:lstStyle/>
        <a:p>
          <a:pPr marL="0" lvl="0" indent="0" algn="l" defTabSz="800100">
            <a:lnSpc>
              <a:spcPct val="90000"/>
            </a:lnSpc>
            <a:spcBef>
              <a:spcPct val="0"/>
            </a:spcBef>
            <a:spcAft>
              <a:spcPct val="35000"/>
            </a:spcAft>
            <a:buNone/>
          </a:pPr>
          <a:r>
            <a:rPr lang="fr-FR" sz="1800" b="1" i="0" u="none" strike="noStrike" kern="1200" dirty="0">
              <a:solidFill>
                <a:srgbClr val="55565A"/>
              </a:solidFill>
              <a:effectLst/>
              <a:latin typeface="openSans"/>
            </a:rPr>
            <a:t>Les API </a:t>
          </a:r>
          <a:r>
            <a:rPr lang="fr-FR" sz="1800" b="1" kern="1200" dirty="0">
              <a:solidFill>
                <a:srgbClr val="55565A"/>
              </a:solidFill>
              <a:latin typeface="openSans"/>
            </a:rPr>
            <a:t>processus </a:t>
          </a:r>
          <a:r>
            <a:rPr lang="fr-FR" sz="1800" kern="1200" dirty="0">
              <a:solidFill>
                <a:srgbClr val="55565A"/>
              </a:solidFill>
              <a:latin typeface="openSans"/>
            </a:rPr>
            <a:t>interagissent avec les API systèmes et façonnent les données au sein d'un seul système ou entre les systèmes (en brisant les silos de données) et sont créées ici sans dépendre des systèmes sources d'où proviennent ces données, ainsi que des canaux cibles par lesquels ces données sont livrées</a:t>
          </a:r>
          <a:r>
            <a:rPr lang="fr-FR" sz="1800" b="0" i="0" u="none" strike="noStrike" kern="1200" dirty="0">
              <a:solidFill>
                <a:srgbClr val="55565A"/>
              </a:solidFill>
              <a:effectLst/>
              <a:latin typeface="openSans"/>
            </a:rPr>
            <a:t>.</a:t>
          </a:r>
        </a:p>
      </dsp:txBody>
      <dsp:txXfrm rot="10800000">
        <a:off x="967968" y="1260"/>
        <a:ext cx="10465685" cy="1337229"/>
      </dsp:txXfrm>
    </dsp:sp>
    <dsp:sp modelId="{09B12E97-9CC4-4A92-95EF-E29C0FA54989}">
      <dsp:nvSpPr>
        <dsp:cNvPr id="0" name=""/>
        <dsp:cNvSpPr/>
      </dsp:nvSpPr>
      <dsp:spPr>
        <a:xfrm>
          <a:off x="0" y="1260"/>
          <a:ext cx="1337229" cy="1337229"/>
        </a:xfrm>
        <a:prstGeom prst="ellipse">
          <a:avLst/>
        </a:prstGeom>
        <a:solidFill>
          <a:srgbClr val="CBDFF3"/>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3E0B35F-0D67-477D-AD96-B09A8C172E31}">
      <dsp:nvSpPr>
        <dsp:cNvPr id="0" name=""/>
        <dsp:cNvSpPr/>
      </dsp:nvSpPr>
      <dsp:spPr>
        <a:xfrm rot="10800000">
          <a:off x="597621" y="1719837"/>
          <a:ext cx="10836032" cy="1548190"/>
        </a:xfrm>
        <a:prstGeom prst="homePlat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9681" tIns="68580" rIns="128016" bIns="68580" numCol="1" spcCol="1270" anchor="t" anchorCtr="0">
          <a:noAutofit/>
        </a:bodyPr>
        <a:lstStyle/>
        <a:p>
          <a:pPr marL="0" lvl="0" indent="0" algn="l" defTabSz="800100">
            <a:lnSpc>
              <a:spcPct val="90000"/>
            </a:lnSpc>
            <a:spcBef>
              <a:spcPct val="0"/>
            </a:spcBef>
            <a:spcAft>
              <a:spcPct val="35000"/>
            </a:spcAft>
            <a:buNone/>
          </a:pPr>
          <a:r>
            <a:rPr lang="fr-FR" sz="1800" b="1" kern="1200" dirty="0">
              <a:solidFill>
                <a:srgbClr val="55565A"/>
              </a:solidFill>
              <a:latin typeface="openSans"/>
            </a:rPr>
            <a:t>Les API processus </a:t>
          </a:r>
          <a:r>
            <a:rPr lang="fr-FR" sz="1800" kern="1200" dirty="0">
              <a:solidFill>
                <a:srgbClr val="55565A"/>
              </a:solidFill>
              <a:latin typeface="openSans"/>
            </a:rPr>
            <a:t>sont responsables de : </a:t>
          </a:r>
        </a:p>
        <a:p>
          <a:pPr marL="171450" lvl="1" indent="-171450" algn="l" defTabSz="800100">
            <a:lnSpc>
              <a:spcPct val="90000"/>
            </a:lnSpc>
            <a:spcBef>
              <a:spcPct val="0"/>
            </a:spcBef>
            <a:spcAft>
              <a:spcPct val="15000"/>
            </a:spcAft>
            <a:buChar char="•"/>
          </a:pPr>
          <a:r>
            <a:rPr lang="fr-FR" sz="1800" kern="1200" dirty="0">
              <a:solidFill>
                <a:srgbClr val="55565A"/>
              </a:solidFill>
              <a:latin typeface="openSans"/>
            </a:rPr>
            <a:t>L’orchestration de plusieurs APIs en aval (c’est-à-dire de la collecte des données de plusieurs APIs en aval).</a:t>
          </a:r>
        </a:p>
        <a:p>
          <a:pPr marL="171450" lvl="1" indent="-171450" algn="l" defTabSz="800100">
            <a:lnSpc>
              <a:spcPct val="90000"/>
            </a:lnSpc>
            <a:spcBef>
              <a:spcPct val="0"/>
            </a:spcBef>
            <a:spcAft>
              <a:spcPct val="15000"/>
            </a:spcAft>
            <a:buChar char="•"/>
          </a:pPr>
          <a:r>
            <a:rPr lang="fr-FR" sz="1800" kern="1200" dirty="0">
              <a:solidFill>
                <a:srgbClr val="55565A"/>
              </a:solidFill>
              <a:latin typeface="openSans"/>
            </a:rPr>
            <a:t> L’agrégation de données, du routage, de la gestion de erreurs.</a:t>
          </a:r>
        </a:p>
        <a:p>
          <a:pPr marL="171450" lvl="1" indent="-171450" algn="l" defTabSz="800100">
            <a:lnSpc>
              <a:spcPct val="90000"/>
            </a:lnSpc>
            <a:spcBef>
              <a:spcPct val="0"/>
            </a:spcBef>
            <a:spcAft>
              <a:spcPct val="15000"/>
            </a:spcAft>
            <a:buChar char="•"/>
          </a:pPr>
          <a:r>
            <a:rPr lang="fr-FR" sz="1800" kern="1200" dirty="0">
              <a:solidFill>
                <a:srgbClr val="55565A"/>
              </a:solidFill>
              <a:latin typeface="openSans"/>
            </a:rPr>
            <a:t>L’exposition des données à l’API Expérience en amont de manière fiable et sécurisée</a:t>
          </a:r>
          <a:r>
            <a:rPr lang="fr-FR" sz="1600" kern="1200" dirty="0">
              <a:solidFill>
                <a:srgbClr val="55565A"/>
              </a:solidFill>
              <a:latin typeface="openSans"/>
            </a:rPr>
            <a:t>.</a:t>
          </a:r>
          <a:endParaRPr lang="fr-FR" sz="1600" b="0" i="0" u="none" strike="noStrike" kern="1200" dirty="0">
            <a:solidFill>
              <a:srgbClr val="55565A"/>
            </a:solidFill>
            <a:effectLst/>
            <a:latin typeface="openSans"/>
          </a:endParaRPr>
        </a:p>
      </dsp:txBody>
      <dsp:txXfrm rot="10800000">
        <a:off x="984668" y="1719837"/>
        <a:ext cx="10448985" cy="1548190"/>
      </dsp:txXfrm>
    </dsp:sp>
    <dsp:sp modelId="{622BD983-0DD9-48E1-8EAC-5793F35E9F99}">
      <dsp:nvSpPr>
        <dsp:cNvPr id="0" name=""/>
        <dsp:cNvSpPr/>
      </dsp:nvSpPr>
      <dsp:spPr>
        <a:xfrm>
          <a:off x="0" y="1843143"/>
          <a:ext cx="1337229" cy="1337229"/>
        </a:xfrm>
        <a:prstGeom prst="ellipse">
          <a:avLst/>
        </a:prstGeom>
        <a:solidFill>
          <a:srgbClr val="CBDFF3"/>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2A138C5-ADD1-4996-B72E-37BF648BCA90}">
      <dsp:nvSpPr>
        <dsp:cNvPr id="0" name=""/>
        <dsp:cNvSpPr/>
      </dsp:nvSpPr>
      <dsp:spPr>
        <a:xfrm rot="10800000">
          <a:off x="633661" y="3686287"/>
          <a:ext cx="10799992" cy="1337229"/>
        </a:xfrm>
        <a:prstGeom prst="homePlat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9681" tIns="68580" rIns="128016" bIns="68580" numCol="1" spcCol="1270" anchor="ctr" anchorCtr="0">
          <a:noAutofit/>
        </a:bodyPr>
        <a:lstStyle/>
        <a:p>
          <a:pPr marL="0" lvl="0" indent="0" algn="l" defTabSz="800100">
            <a:lnSpc>
              <a:spcPct val="90000"/>
            </a:lnSpc>
            <a:spcBef>
              <a:spcPct val="0"/>
            </a:spcBef>
            <a:spcAft>
              <a:spcPct val="35000"/>
            </a:spcAft>
            <a:buNone/>
          </a:pPr>
          <a:r>
            <a:rPr lang="fr-FR" sz="1800" b="1" kern="1200" dirty="0">
              <a:solidFill>
                <a:srgbClr val="55565A"/>
              </a:solidFill>
              <a:latin typeface="openSans"/>
            </a:rPr>
            <a:t>Les API </a:t>
          </a:r>
          <a:r>
            <a:rPr lang="fr-FR" sz="1800" b="1" kern="1200" dirty="0" err="1">
              <a:solidFill>
                <a:srgbClr val="55565A"/>
              </a:solidFill>
              <a:latin typeface="openSans"/>
            </a:rPr>
            <a:t>prcessus</a:t>
          </a:r>
          <a:r>
            <a:rPr lang="fr-FR" sz="1800" b="1" kern="1200" dirty="0">
              <a:solidFill>
                <a:srgbClr val="55565A"/>
              </a:solidFill>
              <a:latin typeface="openSans"/>
            </a:rPr>
            <a:t> </a:t>
          </a:r>
          <a:r>
            <a:rPr lang="fr-FR" sz="1800" kern="1200" dirty="0">
              <a:solidFill>
                <a:srgbClr val="55565A"/>
              </a:solidFill>
              <a:latin typeface="openSans"/>
            </a:rPr>
            <a:t>ne sont pas obligatoires mais permettent de faire de la composition de services à valeur ajoutés fournis par les producteurs.</a:t>
          </a:r>
        </a:p>
      </dsp:txBody>
      <dsp:txXfrm rot="10800000">
        <a:off x="967968" y="3686287"/>
        <a:ext cx="10465685" cy="1337229"/>
      </dsp:txXfrm>
    </dsp:sp>
    <dsp:sp modelId="{61990927-5F47-42BA-B4F9-81B2511CBE88}">
      <dsp:nvSpPr>
        <dsp:cNvPr id="0" name=""/>
        <dsp:cNvSpPr/>
      </dsp:nvSpPr>
      <dsp:spPr>
        <a:xfrm>
          <a:off x="0" y="3685026"/>
          <a:ext cx="1337229" cy="1337229"/>
        </a:xfrm>
        <a:prstGeom prst="ellipse">
          <a:avLst/>
        </a:prstGeom>
        <a:solidFill>
          <a:srgbClr val="CBDFF3"/>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61C5EC-6BC5-410F-84E4-6F4E05EDE74B}">
      <dsp:nvSpPr>
        <dsp:cNvPr id="0" name=""/>
        <dsp:cNvSpPr/>
      </dsp:nvSpPr>
      <dsp:spPr>
        <a:xfrm rot="10800000">
          <a:off x="633661" y="99469"/>
          <a:ext cx="10799992" cy="1201203"/>
        </a:xfrm>
        <a:prstGeom prst="homePlat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15248" tIns="68580" rIns="128016" bIns="68580" numCol="1" spcCol="1270" anchor="ctr" anchorCtr="0">
          <a:noAutofit/>
        </a:bodyPr>
        <a:lstStyle/>
        <a:p>
          <a:pPr marL="0" lvl="0" indent="0" algn="l" defTabSz="800100">
            <a:lnSpc>
              <a:spcPct val="90000"/>
            </a:lnSpc>
            <a:spcBef>
              <a:spcPct val="0"/>
            </a:spcBef>
            <a:spcAft>
              <a:spcPct val="35000"/>
            </a:spcAft>
            <a:buNone/>
          </a:pPr>
          <a:r>
            <a:rPr lang="fr-FR" sz="1800" b="1" i="0" u="none" strike="noStrike" kern="1200" dirty="0">
              <a:solidFill>
                <a:srgbClr val="55565A"/>
              </a:solidFill>
              <a:effectLst/>
              <a:latin typeface="openSans"/>
            </a:rPr>
            <a:t>Les API </a:t>
          </a:r>
          <a:r>
            <a:rPr lang="fr-FR" sz="1800" b="1" kern="1200" dirty="0">
              <a:solidFill>
                <a:srgbClr val="55565A"/>
              </a:solidFill>
              <a:latin typeface="openSans"/>
            </a:rPr>
            <a:t>système </a:t>
          </a:r>
          <a:r>
            <a:rPr lang="fr-FR" sz="1800" kern="1200" dirty="0">
              <a:solidFill>
                <a:srgbClr val="55565A"/>
              </a:solidFill>
              <a:latin typeface="openSans"/>
            </a:rPr>
            <a:t>accèdent généralement aux systèmes d'enregistrement de base et fournissent un moyen d'isoler l'utilisateur de la complexité ou de tout changement apporté aux systèmes sous-jacents. Une fois construits, de nombreux utilisateurs peuvent accéder aux données sans avoir besoin d'apprendre les systèmes sous-jacents et peuvent réutiliser ces API dans plusieurs projets</a:t>
          </a:r>
          <a:r>
            <a:rPr lang="fr-FR" sz="1800" b="0" i="0" u="none" strike="noStrike" kern="1200" dirty="0">
              <a:solidFill>
                <a:srgbClr val="55565A"/>
              </a:solidFill>
              <a:effectLst/>
              <a:latin typeface="openSans"/>
            </a:rPr>
            <a:t>.</a:t>
          </a:r>
        </a:p>
      </dsp:txBody>
      <dsp:txXfrm rot="10800000">
        <a:off x="933962" y="99469"/>
        <a:ext cx="10499691" cy="1201203"/>
      </dsp:txXfrm>
    </dsp:sp>
    <dsp:sp modelId="{09B12E97-9CC4-4A92-95EF-E29C0FA54989}">
      <dsp:nvSpPr>
        <dsp:cNvPr id="0" name=""/>
        <dsp:cNvSpPr/>
      </dsp:nvSpPr>
      <dsp:spPr>
        <a:xfrm>
          <a:off x="0" y="2467"/>
          <a:ext cx="1395207" cy="1395207"/>
        </a:xfrm>
        <a:prstGeom prst="ellipse">
          <a:avLst/>
        </a:prstGeom>
        <a:solidFill>
          <a:srgbClr val="CBDFF3"/>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3E0B35F-0D67-477D-AD96-B09A8C172E31}">
      <dsp:nvSpPr>
        <dsp:cNvPr id="0" name=""/>
        <dsp:cNvSpPr/>
      </dsp:nvSpPr>
      <dsp:spPr>
        <a:xfrm rot="10800000">
          <a:off x="597621" y="1795556"/>
          <a:ext cx="10836032" cy="1395207"/>
        </a:xfrm>
        <a:prstGeom prst="homePlat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15248" tIns="68580" rIns="128016" bIns="68580" numCol="1" spcCol="1270" anchor="ctr" anchorCtr="0">
          <a:noAutofit/>
        </a:bodyPr>
        <a:lstStyle/>
        <a:p>
          <a:pPr marL="0" lvl="0" indent="0" algn="l" defTabSz="800100">
            <a:lnSpc>
              <a:spcPct val="90000"/>
            </a:lnSpc>
            <a:spcBef>
              <a:spcPct val="0"/>
            </a:spcBef>
            <a:spcAft>
              <a:spcPct val="35000"/>
            </a:spcAft>
            <a:buNone/>
          </a:pPr>
          <a:r>
            <a:rPr lang="fr-FR" sz="1800" kern="1200">
              <a:solidFill>
                <a:srgbClr val="55565A"/>
              </a:solidFill>
              <a:latin typeface="openSans"/>
            </a:rPr>
            <a:t>Cette couche permet l’exposition sous forme d’API de système legacy dans l’incapacité de fournir des expositions API ou des interfaces d’accès. Elles sont responsables de la connexion aux systèmes backend et de la récupération des données brutes. Elles peuvent être également utilisées comme filtrage, ou transformateur, ou aggrégateur de format vis-à-vis des back-end qu’elles exposent.</a:t>
          </a:r>
        </a:p>
      </dsp:txBody>
      <dsp:txXfrm rot="10800000">
        <a:off x="946423" y="1795556"/>
        <a:ext cx="10487230" cy="1395207"/>
      </dsp:txXfrm>
    </dsp:sp>
    <dsp:sp modelId="{622BD983-0DD9-48E1-8EAC-5793F35E9F99}">
      <dsp:nvSpPr>
        <dsp:cNvPr id="0" name=""/>
        <dsp:cNvSpPr/>
      </dsp:nvSpPr>
      <dsp:spPr>
        <a:xfrm>
          <a:off x="0" y="1814154"/>
          <a:ext cx="1395207" cy="1395207"/>
        </a:xfrm>
        <a:prstGeom prst="ellipse">
          <a:avLst/>
        </a:prstGeom>
        <a:solidFill>
          <a:srgbClr val="CBDFF3"/>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2A138C5-ADD1-4996-B72E-37BF648BCA90}">
      <dsp:nvSpPr>
        <dsp:cNvPr id="0" name=""/>
        <dsp:cNvSpPr/>
      </dsp:nvSpPr>
      <dsp:spPr>
        <a:xfrm rot="10800000">
          <a:off x="633661" y="3628309"/>
          <a:ext cx="10799992" cy="1395207"/>
        </a:xfrm>
        <a:prstGeom prst="homePlat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15248" tIns="68580" rIns="128016" bIns="68580" numCol="1" spcCol="1270" anchor="ctr" anchorCtr="0">
          <a:noAutofit/>
        </a:bodyPr>
        <a:lstStyle/>
        <a:p>
          <a:pPr marL="0" lvl="0" indent="0" algn="l" defTabSz="800100">
            <a:lnSpc>
              <a:spcPct val="90000"/>
            </a:lnSpc>
            <a:spcBef>
              <a:spcPct val="0"/>
            </a:spcBef>
            <a:spcAft>
              <a:spcPct val="35000"/>
            </a:spcAft>
            <a:buNone/>
          </a:pPr>
          <a:r>
            <a:rPr lang="fr-FR" sz="1800" b="0" i="0" u="none" strike="noStrike" kern="1200">
              <a:solidFill>
                <a:srgbClr val="55565A"/>
              </a:solidFill>
              <a:effectLst/>
              <a:latin typeface="openSans"/>
            </a:rPr>
            <a:t>Elles portent la connectivité aux applications du </a:t>
          </a:r>
          <a:r>
            <a:rPr lang="fr-FR" sz="1800" kern="1200">
              <a:solidFill>
                <a:srgbClr val="55565A"/>
              </a:solidFill>
              <a:latin typeface="openSans"/>
            </a:rPr>
            <a:t>SI existantes (exemple: ERP, CRM, systèmes « Legacy », Bases de données, etc.). </a:t>
          </a:r>
        </a:p>
      </dsp:txBody>
      <dsp:txXfrm rot="10800000">
        <a:off x="982463" y="3628309"/>
        <a:ext cx="10451190" cy="1395207"/>
      </dsp:txXfrm>
    </dsp:sp>
    <dsp:sp modelId="{61990927-5F47-42BA-B4F9-81B2511CBE88}">
      <dsp:nvSpPr>
        <dsp:cNvPr id="0" name=""/>
        <dsp:cNvSpPr/>
      </dsp:nvSpPr>
      <dsp:spPr>
        <a:xfrm>
          <a:off x="0" y="3625841"/>
          <a:ext cx="1395207" cy="1395207"/>
        </a:xfrm>
        <a:prstGeom prst="ellipse">
          <a:avLst/>
        </a:prstGeom>
        <a:solidFill>
          <a:srgbClr val="CBDFF3"/>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392D78-3781-8B47-9B27-BF36F3F5D0BF}">
      <dsp:nvSpPr>
        <dsp:cNvPr id="0" name=""/>
        <dsp:cNvSpPr/>
      </dsp:nvSpPr>
      <dsp:spPr>
        <a:xfrm>
          <a:off x="-4347072" y="-666817"/>
          <a:ext cx="5179084" cy="5179084"/>
        </a:xfrm>
        <a:prstGeom prst="blockArc">
          <a:avLst>
            <a:gd name="adj1" fmla="val 18900000"/>
            <a:gd name="adj2" fmla="val 2700000"/>
            <a:gd name="adj3" fmla="val 417"/>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BD1664C-C97D-3C4F-8A62-6AF481712761}">
      <dsp:nvSpPr>
        <dsp:cNvPr id="0" name=""/>
        <dsp:cNvSpPr/>
      </dsp:nvSpPr>
      <dsp:spPr>
        <a:xfrm>
          <a:off x="535080" y="384545"/>
          <a:ext cx="7541184" cy="769090"/>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10465" tIns="106680" rIns="106680" bIns="106680" numCol="1" spcCol="1270" anchor="ctr" anchorCtr="0">
          <a:noAutofit/>
        </a:bodyPr>
        <a:lstStyle/>
        <a:p>
          <a:pPr marL="0" lvl="0" indent="0" algn="l" defTabSz="1866900">
            <a:lnSpc>
              <a:spcPct val="90000"/>
            </a:lnSpc>
            <a:spcBef>
              <a:spcPct val="0"/>
            </a:spcBef>
            <a:spcAft>
              <a:spcPct val="35000"/>
            </a:spcAft>
            <a:buNone/>
          </a:pPr>
          <a:r>
            <a:rPr lang="fr-FR" sz="4200" kern="1200" dirty="0"/>
            <a:t>Spécifications</a:t>
          </a:r>
        </a:p>
      </dsp:txBody>
      <dsp:txXfrm>
        <a:off x="535080" y="384545"/>
        <a:ext cx="7541184" cy="769090"/>
      </dsp:txXfrm>
    </dsp:sp>
    <dsp:sp modelId="{6702EE4A-7ABE-3C42-9712-823B49A67D43}">
      <dsp:nvSpPr>
        <dsp:cNvPr id="0" name=""/>
        <dsp:cNvSpPr/>
      </dsp:nvSpPr>
      <dsp:spPr>
        <a:xfrm>
          <a:off x="54399" y="288408"/>
          <a:ext cx="961362" cy="961362"/>
        </a:xfrm>
        <a:prstGeom prst="ellipse">
          <a:avLst/>
        </a:prstGeom>
        <a:solidFill>
          <a:srgbClr val="CBDFF3"/>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278269A-62FB-6248-9093-0EB8BFA5F0D9}">
      <dsp:nvSpPr>
        <dsp:cNvPr id="0" name=""/>
        <dsp:cNvSpPr/>
      </dsp:nvSpPr>
      <dsp:spPr>
        <a:xfrm>
          <a:off x="814645" y="1538180"/>
          <a:ext cx="7261620" cy="769090"/>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10465" tIns="106680" rIns="106680" bIns="106680" numCol="1" spcCol="1270" anchor="ctr" anchorCtr="0">
          <a:noAutofit/>
        </a:bodyPr>
        <a:lstStyle/>
        <a:p>
          <a:pPr marL="0" lvl="0" indent="0" algn="l" defTabSz="1866900">
            <a:lnSpc>
              <a:spcPct val="90000"/>
            </a:lnSpc>
            <a:spcBef>
              <a:spcPct val="0"/>
            </a:spcBef>
            <a:spcAft>
              <a:spcPct val="35000"/>
            </a:spcAft>
            <a:buNone/>
          </a:pPr>
          <a:r>
            <a:rPr lang="fr-FR" sz="4200" kern="1200"/>
            <a:t>Design</a:t>
          </a:r>
        </a:p>
      </dsp:txBody>
      <dsp:txXfrm>
        <a:off x="814645" y="1538180"/>
        <a:ext cx="7261620" cy="769090"/>
      </dsp:txXfrm>
    </dsp:sp>
    <dsp:sp modelId="{47A44E6C-E45B-5341-BC06-E09A051348D4}">
      <dsp:nvSpPr>
        <dsp:cNvPr id="0" name=""/>
        <dsp:cNvSpPr/>
      </dsp:nvSpPr>
      <dsp:spPr>
        <a:xfrm>
          <a:off x="333963" y="1442043"/>
          <a:ext cx="961362" cy="961362"/>
        </a:xfrm>
        <a:prstGeom prst="ellipse">
          <a:avLst/>
        </a:prstGeom>
        <a:solidFill>
          <a:srgbClr val="CBDFF3"/>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D19378C-6C6E-D048-8B61-406D161BE221}">
      <dsp:nvSpPr>
        <dsp:cNvPr id="0" name=""/>
        <dsp:cNvSpPr/>
      </dsp:nvSpPr>
      <dsp:spPr>
        <a:xfrm>
          <a:off x="535080" y="2691815"/>
          <a:ext cx="7541184" cy="769090"/>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10465" tIns="106680" rIns="106680" bIns="106680" numCol="1" spcCol="1270" anchor="ctr" anchorCtr="0">
          <a:noAutofit/>
        </a:bodyPr>
        <a:lstStyle/>
        <a:p>
          <a:pPr marL="0" lvl="0" indent="0" algn="l" defTabSz="1866900">
            <a:lnSpc>
              <a:spcPct val="90000"/>
            </a:lnSpc>
            <a:spcBef>
              <a:spcPct val="0"/>
            </a:spcBef>
            <a:spcAft>
              <a:spcPct val="35000"/>
            </a:spcAft>
            <a:buNone/>
          </a:pPr>
          <a:r>
            <a:rPr lang="fr-FR" sz="4200" kern="1200"/>
            <a:t>Sécurité</a:t>
          </a:r>
        </a:p>
      </dsp:txBody>
      <dsp:txXfrm>
        <a:off x="535080" y="2691815"/>
        <a:ext cx="7541184" cy="769090"/>
      </dsp:txXfrm>
    </dsp:sp>
    <dsp:sp modelId="{F74F90FF-3F09-5445-97B8-717C071590DA}">
      <dsp:nvSpPr>
        <dsp:cNvPr id="0" name=""/>
        <dsp:cNvSpPr/>
      </dsp:nvSpPr>
      <dsp:spPr>
        <a:xfrm>
          <a:off x="54399" y="2595678"/>
          <a:ext cx="961362" cy="961362"/>
        </a:xfrm>
        <a:prstGeom prst="ellipse">
          <a:avLst/>
        </a:prstGeom>
        <a:solidFill>
          <a:srgbClr val="CBDFF3"/>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392D78-3781-8B47-9B27-BF36F3F5D0BF}">
      <dsp:nvSpPr>
        <dsp:cNvPr id="0" name=""/>
        <dsp:cNvSpPr/>
      </dsp:nvSpPr>
      <dsp:spPr>
        <a:xfrm>
          <a:off x="-5737953" y="-878268"/>
          <a:ext cx="6831351" cy="6831351"/>
        </a:xfrm>
        <a:prstGeom prst="blockArc">
          <a:avLst>
            <a:gd name="adj1" fmla="val 18900000"/>
            <a:gd name="adj2" fmla="val 2700000"/>
            <a:gd name="adj3" fmla="val 316"/>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BD1664C-C97D-3C4F-8A62-6AF481712761}">
      <dsp:nvSpPr>
        <dsp:cNvPr id="0" name=""/>
        <dsp:cNvSpPr/>
      </dsp:nvSpPr>
      <dsp:spPr>
        <a:xfrm>
          <a:off x="477943" y="317074"/>
          <a:ext cx="6944516" cy="634554"/>
        </a:xfrm>
        <a:prstGeom prst="rect">
          <a:avLst/>
        </a:prstGeom>
        <a:solidFill>
          <a:srgbClr val="E7F0F9"/>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3678" tIns="45720" rIns="45720" bIns="45720" numCol="1" spcCol="1270" anchor="ctr" anchorCtr="0">
          <a:noAutofit/>
        </a:bodyPr>
        <a:lstStyle/>
        <a:p>
          <a:pPr marL="0" lvl="0" indent="0" algn="l" defTabSz="800100">
            <a:lnSpc>
              <a:spcPct val="90000"/>
            </a:lnSpc>
            <a:spcBef>
              <a:spcPct val="0"/>
            </a:spcBef>
            <a:spcAft>
              <a:spcPct val="35000"/>
            </a:spcAft>
            <a:buFont typeface="Arial" panose="020B0604020202020204" pitchFamily="34" charset="0"/>
            <a:buNone/>
          </a:pPr>
          <a:r>
            <a:rPr lang="fr-FR" sz="1800" kern="1200" dirty="0">
              <a:solidFill>
                <a:schemeClr val="tx1"/>
              </a:solidFill>
              <a:latin typeface="Arial" panose="020B0604020202020204" pitchFamily="34" charset="0"/>
              <a:cs typeface="Arial" panose="020B0604020202020204" pitchFamily="34" charset="0"/>
            </a:rPr>
            <a:t>Fournir une description et un résumé détaillé de l’API (</a:t>
          </a:r>
          <a:r>
            <a:rPr lang="fr-FR" sz="1800" kern="1200" dirty="0" err="1">
              <a:solidFill>
                <a:schemeClr val="tx1"/>
              </a:solidFill>
              <a:latin typeface="Arial" panose="020B0604020202020204" pitchFamily="34" charset="0"/>
              <a:cs typeface="Arial" panose="020B0604020202020204" pitchFamily="34" charset="0"/>
            </a:rPr>
            <a:t>cf</a:t>
          </a:r>
          <a:r>
            <a:rPr lang="fr-FR" sz="1800" kern="1200" dirty="0">
              <a:solidFill>
                <a:schemeClr val="tx1"/>
              </a:solidFill>
              <a:latin typeface="Arial" panose="020B0604020202020204" pitchFamily="34" charset="0"/>
              <a:cs typeface="Arial" panose="020B0604020202020204" pitchFamily="34" charset="0"/>
            </a:rPr>
            <a:t> modèles d’interfaces).</a:t>
          </a:r>
          <a:endParaRPr lang="fr-FR" sz="1800" kern="1200" dirty="0">
            <a:solidFill>
              <a:schemeClr val="tx1"/>
            </a:solidFill>
          </a:endParaRPr>
        </a:p>
      </dsp:txBody>
      <dsp:txXfrm>
        <a:off x="477943" y="317074"/>
        <a:ext cx="6944516" cy="634554"/>
      </dsp:txXfrm>
    </dsp:sp>
    <dsp:sp modelId="{6702EE4A-7ABE-3C42-9712-823B49A67D43}">
      <dsp:nvSpPr>
        <dsp:cNvPr id="0" name=""/>
        <dsp:cNvSpPr/>
      </dsp:nvSpPr>
      <dsp:spPr>
        <a:xfrm>
          <a:off x="81346" y="237755"/>
          <a:ext cx="793193" cy="793193"/>
        </a:xfrm>
        <a:prstGeom prst="ellipse">
          <a:avLst/>
        </a:prstGeom>
        <a:solidFill>
          <a:srgbClr val="CBDFF3"/>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278269A-62FB-6248-9093-0EB8BFA5F0D9}">
      <dsp:nvSpPr>
        <dsp:cNvPr id="0" name=""/>
        <dsp:cNvSpPr/>
      </dsp:nvSpPr>
      <dsp:spPr>
        <a:xfrm>
          <a:off x="932647" y="1268602"/>
          <a:ext cx="6489812" cy="634554"/>
        </a:xfrm>
        <a:prstGeom prst="rect">
          <a:avLst/>
        </a:prstGeom>
        <a:solidFill>
          <a:srgbClr val="E7F0F9"/>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3678" tIns="45720" rIns="45720" bIns="45720" numCol="1" spcCol="1270" anchor="ctr" anchorCtr="0">
          <a:noAutofit/>
        </a:bodyPr>
        <a:lstStyle/>
        <a:p>
          <a:pPr marL="0" lvl="0" indent="0" algn="l" defTabSz="800100">
            <a:lnSpc>
              <a:spcPct val="90000"/>
            </a:lnSpc>
            <a:spcBef>
              <a:spcPct val="0"/>
            </a:spcBef>
            <a:spcAft>
              <a:spcPct val="35000"/>
            </a:spcAft>
            <a:buNone/>
          </a:pPr>
          <a:r>
            <a:rPr lang="fr-FR" sz="1800" kern="1200" dirty="0">
              <a:solidFill>
                <a:schemeClr val="tx1"/>
              </a:solidFill>
              <a:latin typeface="Arial" panose="020B0604020202020204" pitchFamily="34" charset="0"/>
              <a:cs typeface="Arial" panose="020B0604020202020204" pitchFamily="34" charset="0"/>
            </a:rPr>
            <a:t>Expliciter les cas d’usages optimum &amp; d’erreurs</a:t>
          </a:r>
          <a:endParaRPr lang="fr-FR" sz="1800" kern="1200" dirty="0">
            <a:solidFill>
              <a:schemeClr val="tx1"/>
            </a:solidFill>
          </a:endParaRPr>
        </a:p>
      </dsp:txBody>
      <dsp:txXfrm>
        <a:off x="932647" y="1268602"/>
        <a:ext cx="6489812" cy="634554"/>
      </dsp:txXfrm>
    </dsp:sp>
    <dsp:sp modelId="{47A44E6C-E45B-5341-BC06-E09A051348D4}">
      <dsp:nvSpPr>
        <dsp:cNvPr id="0" name=""/>
        <dsp:cNvSpPr/>
      </dsp:nvSpPr>
      <dsp:spPr>
        <a:xfrm>
          <a:off x="536050" y="1189282"/>
          <a:ext cx="793193" cy="793193"/>
        </a:xfrm>
        <a:prstGeom prst="ellipse">
          <a:avLst/>
        </a:prstGeom>
        <a:solidFill>
          <a:srgbClr val="CBDFF3"/>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D19378C-6C6E-D048-8B61-406D161BE221}">
      <dsp:nvSpPr>
        <dsp:cNvPr id="0" name=""/>
        <dsp:cNvSpPr/>
      </dsp:nvSpPr>
      <dsp:spPr>
        <a:xfrm>
          <a:off x="1072204" y="2220130"/>
          <a:ext cx="6350255" cy="634554"/>
        </a:xfrm>
        <a:prstGeom prst="rect">
          <a:avLst/>
        </a:prstGeom>
        <a:solidFill>
          <a:srgbClr val="E7F0F9"/>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3678" tIns="45720" rIns="45720" bIns="45720" numCol="1" spcCol="1270" anchor="ctr" anchorCtr="0">
          <a:noAutofit/>
        </a:bodyPr>
        <a:lstStyle/>
        <a:p>
          <a:pPr marL="0" lvl="0" indent="0" algn="l" defTabSz="800100">
            <a:lnSpc>
              <a:spcPct val="90000"/>
            </a:lnSpc>
            <a:spcBef>
              <a:spcPct val="0"/>
            </a:spcBef>
            <a:spcAft>
              <a:spcPct val="35000"/>
            </a:spcAft>
            <a:buNone/>
          </a:pPr>
          <a:r>
            <a:rPr lang="fr-FR" sz="1800" kern="1200" dirty="0">
              <a:solidFill>
                <a:schemeClr val="tx1"/>
              </a:solidFill>
              <a:latin typeface="Arial" panose="020B0604020202020204" pitchFamily="34" charset="0"/>
              <a:cs typeface="Arial" panose="020B0604020202020204" pitchFamily="34" charset="0"/>
            </a:rPr>
            <a:t>Définir &amp; Appliquer des règles de sémantique de versioning des APIs (&lt;majeur&gt;.&lt;mineur&gt;.&lt;patch&gt;)</a:t>
          </a:r>
          <a:endParaRPr lang="fr-FR" sz="1800" kern="1200" dirty="0">
            <a:solidFill>
              <a:schemeClr val="tx1"/>
            </a:solidFill>
          </a:endParaRPr>
        </a:p>
      </dsp:txBody>
      <dsp:txXfrm>
        <a:off x="1072204" y="2220130"/>
        <a:ext cx="6350255" cy="634554"/>
      </dsp:txXfrm>
    </dsp:sp>
    <dsp:sp modelId="{F74F90FF-3F09-5445-97B8-717C071590DA}">
      <dsp:nvSpPr>
        <dsp:cNvPr id="0" name=""/>
        <dsp:cNvSpPr/>
      </dsp:nvSpPr>
      <dsp:spPr>
        <a:xfrm>
          <a:off x="675607" y="2140810"/>
          <a:ext cx="793193" cy="793193"/>
        </a:xfrm>
        <a:prstGeom prst="ellipse">
          <a:avLst/>
        </a:prstGeom>
        <a:solidFill>
          <a:srgbClr val="CBDFF3"/>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58ACE73-4313-4625-8D06-23D6E7E8FE20}">
      <dsp:nvSpPr>
        <dsp:cNvPr id="0" name=""/>
        <dsp:cNvSpPr/>
      </dsp:nvSpPr>
      <dsp:spPr>
        <a:xfrm>
          <a:off x="932647" y="3171657"/>
          <a:ext cx="6489812" cy="634554"/>
        </a:xfrm>
        <a:prstGeom prst="rect">
          <a:avLst/>
        </a:prstGeom>
        <a:solidFill>
          <a:srgbClr val="E7F0F9"/>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3678" tIns="45720" rIns="45720" bIns="45720" numCol="1" spcCol="1270" anchor="ctr" anchorCtr="0">
          <a:noAutofit/>
        </a:bodyPr>
        <a:lstStyle/>
        <a:p>
          <a:pPr marL="0" lvl="0" indent="0" algn="l" defTabSz="800100">
            <a:lnSpc>
              <a:spcPct val="90000"/>
            </a:lnSpc>
            <a:spcBef>
              <a:spcPct val="0"/>
            </a:spcBef>
            <a:spcAft>
              <a:spcPct val="35000"/>
            </a:spcAft>
            <a:buNone/>
          </a:pPr>
          <a:r>
            <a:rPr lang="fr-FR" sz="1800" kern="1200">
              <a:solidFill>
                <a:schemeClr val="tx1"/>
              </a:solidFill>
              <a:latin typeface="Arial" panose="020B0604020202020204" pitchFamily="34" charset="0"/>
              <a:cs typeface="Arial" panose="020B0604020202020204" pitchFamily="34" charset="0"/>
            </a:rPr>
            <a:t>Définir les « bases path » des APIs exposés &amp; back-end</a:t>
          </a:r>
          <a:endParaRPr lang="fr-FR" sz="1800" kern="1200">
            <a:solidFill>
              <a:schemeClr val="tx1"/>
            </a:solidFill>
          </a:endParaRPr>
        </a:p>
      </dsp:txBody>
      <dsp:txXfrm>
        <a:off x="932647" y="3171657"/>
        <a:ext cx="6489812" cy="634554"/>
      </dsp:txXfrm>
    </dsp:sp>
    <dsp:sp modelId="{4C8E6AEE-7AB2-41BC-9427-DDBDA99D12E6}">
      <dsp:nvSpPr>
        <dsp:cNvPr id="0" name=""/>
        <dsp:cNvSpPr/>
      </dsp:nvSpPr>
      <dsp:spPr>
        <a:xfrm>
          <a:off x="536050" y="3092338"/>
          <a:ext cx="793193" cy="793193"/>
        </a:xfrm>
        <a:prstGeom prst="ellipse">
          <a:avLst/>
        </a:prstGeom>
        <a:solidFill>
          <a:srgbClr val="CBDFF3"/>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3C94351-2AFB-4245-B890-F451D5F3B528}">
      <dsp:nvSpPr>
        <dsp:cNvPr id="0" name=""/>
        <dsp:cNvSpPr/>
      </dsp:nvSpPr>
      <dsp:spPr>
        <a:xfrm>
          <a:off x="477943" y="4123185"/>
          <a:ext cx="6944516" cy="634554"/>
        </a:xfrm>
        <a:prstGeom prst="rect">
          <a:avLst/>
        </a:prstGeom>
        <a:solidFill>
          <a:srgbClr val="E7F0F9"/>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3678" tIns="45720" rIns="45720" bIns="45720" numCol="1" spcCol="1270" anchor="ctr" anchorCtr="0">
          <a:noAutofit/>
        </a:bodyPr>
        <a:lstStyle/>
        <a:p>
          <a:pPr marL="0" lvl="0" indent="0" algn="l" defTabSz="800100">
            <a:lnSpc>
              <a:spcPct val="90000"/>
            </a:lnSpc>
            <a:spcBef>
              <a:spcPct val="0"/>
            </a:spcBef>
            <a:spcAft>
              <a:spcPct val="35000"/>
            </a:spcAft>
            <a:buNone/>
          </a:pPr>
          <a:r>
            <a:rPr lang="fr-FR" sz="1800" kern="1200" dirty="0">
              <a:solidFill>
                <a:schemeClr val="tx1"/>
              </a:solidFill>
              <a:latin typeface="Arial" panose="020B0604020202020204" pitchFamily="34" charset="0"/>
              <a:cs typeface="Arial" panose="020B0604020202020204" pitchFamily="34" charset="0"/>
            </a:rPr>
            <a:t>Vérifier les bonnes pratiques RESTful</a:t>
          </a:r>
          <a:endParaRPr lang="fr-FR" sz="1800" kern="1200" dirty="0">
            <a:solidFill>
              <a:schemeClr val="tx1"/>
            </a:solidFill>
          </a:endParaRPr>
        </a:p>
      </dsp:txBody>
      <dsp:txXfrm>
        <a:off x="477943" y="4123185"/>
        <a:ext cx="6944516" cy="634554"/>
      </dsp:txXfrm>
    </dsp:sp>
    <dsp:sp modelId="{633E28A3-B51B-473D-9AA5-D6E7DFC1B82F}">
      <dsp:nvSpPr>
        <dsp:cNvPr id="0" name=""/>
        <dsp:cNvSpPr/>
      </dsp:nvSpPr>
      <dsp:spPr>
        <a:xfrm>
          <a:off x="81346" y="4043866"/>
          <a:ext cx="793193" cy="793193"/>
        </a:xfrm>
        <a:prstGeom prst="ellipse">
          <a:avLst/>
        </a:prstGeom>
        <a:solidFill>
          <a:srgbClr val="CBDFF3"/>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392D78-3781-8B47-9B27-BF36F3F5D0BF}">
      <dsp:nvSpPr>
        <dsp:cNvPr id="0" name=""/>
        <dsp:cNvSpPr/>
      </dsp:nvSpPr>
      <dsp:spPr>
        <a:xfrm>
          <a:off x="-5737953" y="-878268"/>
          <a:ext cx="6831351" cy="6831351"/>
        </a:xfrm>
        <a:prstGeom prst="blockArc">
          <a:avLst>
            <a:gd name="adj1" fmla="val 18900000"/>
            <a:gd name="adj2" fmla="val 2700000"/>
            <a:gd name="adj3" fmla="val 316"/>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BD1664C-C97D-3C4F-8A62-6AF481712761}">
      <dsp:nvSpPr>
        <dsp:cNvPr id="0" name=""/>
        <dsp:cNvSpPr/>
      </dsp:nvSpPr>
      <dsp:spPr>
        <a:xfrm>
          <a:off x="477943" y="317074"/>
          <a:ext cx="6528989" cy="634554"/>
        </a:xfrm>
        <a:prstGeom prst="rect">
          <a:avLst/>
        </a:prstGeom>
        <a:solidFill>
          <a:srgbClr val="E7F0F9"/>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3678" tIns="45720" rIns="45720" bIns="45720" numCol="1" spcCol="1270" anchor="ctr" anchorCtr="0">
          <a:noAutofit/>
        </a:bodyPr>
        <a:lstStyle/>
        <a:p>
          <a:pPr marL="0" lvl="0" indent="0" algn="l" defTabSz="800100">
            <a:lnSpc>
              <a:spcPct val="90000"/>
            </a:lnSpc>
            <a:spcBef>
              <a:spcPct val="0"/>
            </a:spcBef>
            <a:spcAft>
              <a:spcPct val="35000"/>
            </a:spcAft>
            <a:buFont typeface="Arial" panose="020B0604020202020204" pitchFamily="34" charset="0"/>
            <a:buNone/>
          </a:pPr>
          <a:r>
            <a:rPr lang="fr-FR" sz="1800" kern="1200" dirty="0">
              <a:solidFill>
                <a:schemeClr val="tx1"/>
              </a:solidFill>
              <a:latin typeface="Arial" panose="020B0604020202020204" pitchFamily="34" charset="0"/>
              <a:cs typeface="Arial" panose="020B0604020202020204" pitchFamily="34" charset="0"/>
            </a:rPr>
            <a:t>Utiliser correctement les méthodes HTTP : GET, PUT, PATCH, POST &amp; DELETE</a:t>
          </a:r>
          <a:endParaRPr lang="fr-FR" sz="1800" kern="1200" dirty="0">
            <a:solidFill>
              <a:schemeClr val="tx1"/>
            </a:solidFill>
          </a:endParaRPr>
        </a:p>
      </dsp:txBody>
      <dsp:txXfrm>
        <a:off x="477943" y="317074"/>
        <a:ext cx="6528989" cy="634554"/>
      </dsp:txXfrm>
    </dsp:sp>
    <dsp:sp modelId="{6702EE4A-7ABE-3C42-9712-823B49A67D43}">
      <dsp:nvSpPr>
        <dsp:cNvPr id="0" name=""/>
        <dsp:cNvSpPr/>
      </dsp:nvSpPr>
      <dsp:spPr>
        <a:xfrm>
          <a:off x="81346" y="237755"/>
          <a:ext cx="793193" cy="793193"/>
        </a:xfrm>
        <a:prstGeom prst="ellipse">
          <a:avLst/>
        </a:prstGeom>
        <a:solidFill>
          <a:srgbClr val="CBDFF3"/>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278269A-62FB-6248-9093-0EB8BFA5F0D9}">
      <dsp:nvSpPr>
        <dsp:cNvPr id="0" name=""/>
        <dsp:cNvSpPr/>
      </dsp:nvSpPr>
      <dsp:spPr>
        <a:xfrm>
          <a:off x="932647" y="1268602"/>
          <a:ext cx="6074285" cy="634554"/>
        </a:xfrm>
        <a:prstGeom prst="rect">
          <a:avLst/>
        </a:prstGeom>
        <a:solidFill>
          <a:srgbClr val="E7F0F9"/>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3678" tIns="45720" rIns="45720" bIns="45720" numCol="1" spcCol="1270" anchor="ctr" anchorCtr="0">
          <a:noAutofit/>
        </a:bodyPr>
        <a:lstStyle/>
        <a:p>
          <a:pPr marL="0" lvl="0" indent="0" algn="l" defTabSz="800100">
            <a:lnSpc>
              <a:spcPct val="90000"/>
            </a:lnSpc>
            <a:spcBef>
              <a:spcPct val="0"/>
            </a:spcBef>
            <a:spcAft>
              <a:spcPct val="35000"/>
            </a:spcAft>
            <a:buNone/>
          </a:pPr>
          <a:r>
            <a:rPr lang="fr-FR" sz="1800" kern="1200" dirty="0">
              <a:solidFill>
                <a:schemeClr val="tx1"/>
              </a:solidFill>
              <a:latin typeface="Arial" panose="020B0604020202020204" pitchFamily="34" charset="0"/>
              <a:cs typeface="Arial" panose="020B0604020202020204" pitchFamily="34" charset="0"/>
            </a:rPr>
            <a:t>Vérifier les bonnes pratiques RESTful </a:t>
          </a:r>
          <a:endParaRPr lang="fr-FR" sz="1800" kern="1200" dirty="0">
            <a:solidFill>
              <a:schemeClr val="tx1"/>
            </a:solidFill>
          </a:endParaRPr>
        </a:p>
      </dsp:txBody>
      <dsp:txXfrm>
        <a:off x="932647" y="1268602"/>
        <a:ext cx="6074285" cy="634554"/>
      </dsp:txXfrm>
    </dsp:sp>
    <dsp:sp modelId="{47A44E6C-E45B-5341-BC06-E09A051348D4}">
      <dsp:nvSpPr>
        <dsp:cNvPr id="0" name=""/>
        <dsp:cNvSpPr/>
      </dsp:nvSpPr>
      <dsp:spPr>
        <a:xfrm>
          <a:off x="536050" y="1189282"/>
          <a:ext cx="793193" cy="793193"/>
        </a:xfrm>
        <a:prstGeom prst="ellipse">
          <a:avLst/>
        </a:prstGeom>
        <a:solidFill>
          <a:srgbClr val="CBDFF3"/>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D19378C-6C6E-D048-8B61-406D161BE221}">
      <dsp:nvSpPr>
        <dsp:cNvPr id="0" name=""/>
        <dsp:cNvSpPr/>
      </dsp:nvSpPr>
      <dsp:spPr>
        <a:xfrm>
          <a:off x="1072204" y="2220130"/>
          <a:ext cx="5934728" cy="634554"/>
        </a:xfrm>
        <a:prstGeom prst="rect">
          <a:avLst/>
        </a:prstGeom>
        <a:solidFill>
          <a:srgbClr val="E7F0F9"/>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3678" tIns="45720" rIns="45720" bIns="45720" numCol="1" spcCol="1270" anchor="ctr" anchorCtr="0">
          <a:noAutofit/>
        </a:bodyPr>
        <a:lstStyle/>
        <a:p>
          <a:pPr marL="0" lvl="0" indent="0" algn="l" defTabSz="800100">
            <a:lnSpc>
              <a:spcPct val="90000"/>
            </a:lnSpc>
            <a:spcBef>
              <a:spcPct val="0"/>
            </a:spcBef>
            <a:spcAft>
              <a:spcPct val="35000"/>
            </a:spcAft>
            <a:buNone/>
          </a:pPr>
          <a:r>
            <a:rPr lang="fr-FR" sz="1800" kern="1200" dirty="0">
              <a:solidFill>
                <a:schemeClr val="tx1"/>
              </a:solidFill>
              <a:latin typeface="Arial" panose="020B0604020202020204" pitchFamily="34" charset="0"/>
              <a:cs typeface="Arial" panose="020B0604020202020204" pitchFamily="34" charset="0"/>
            </a:rPr>
            <a:t>Vérifier l’utilisation des codes d'état</a:t>
          </a:r>
          <a:endParaRPr lang="fr-FR" sz="1800" kern="1200" dirty="0">
            <a:solidFill>
              <a:schemeClr val="tx1"/>
            </a:solidFill>
          </a:endParaRPr>
        </a:p>
      </dsp:txBody>
      <dsp:txXfrm>
        <a:off x="1072204" y="2220130"/>
        <a:ext cx="5934728" cy="634554"/>
      </dsp:txXfrm>
    </dsp:sp>
    <dsp:sp modelId="{F74F90FF-3F09-5445-97B8-717C071590DA}">
      <dsp:nvSpPr>
        <dsp:cNvPr id="0" name=""/>
        <dsp:cNvSpPr/>
      </dsp:nvSpPr>
      <dsp:spPr>
        <a:xfrm>
          <a:off x="675607" y="2140810"/>
          <a:ext cx="793193" cy="793193"/>
        </a:xfrm>
        <a:prstGeom prst="ellipse">
          <a:avLst/>
        </a:prstGeom>
        <a:solidFill>
          <a:srgbClr val="CBDFF3"/>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58ACE73-4313-4625-8D06-23D6E7E8FE20}">
      <dsp:nvSpPr>
        <dsp:cNvPr id="0" name=""/>
        <dsp:cNvSpPr/>
      </dsp:nvSpPr>
      <dsp:spPr>
        <a:xfrm>
          <a:off x="932647" y="3171657"/>
          <a:ext cx="6074285" cy="634554"/>
        </a:xfrm>
        <a:prstGeom prst="rect">
          <a:avLst/>
        </a:prstGeom>
        <a:solidFill>
          <a:srgbClr val="E7F0F9"/>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3678" tIns="45720" rIns="45720" bIns="45720" numCol="1" spcCol="1270" anchor="ctr" anchorCtr="0">
          <a:noAutofit/>
        </a:bodyPr>
        <a:lstStyle/>
        <a:p>
          <a:pPr marL="0" lvl="0" indent="0" algn="l" defTabSz="800100">
            <a:lnSpc>
              <a:spcPct val="90000"/>
            </a:lnSpc>
            <a:spcBef>
              <a:spcPct val="0"/>
            </a:spcBef>
            <a:spcAft>
              <a:spcPct val="35000"/>
            </a:spcAft>
            <a:buNone/>
          </a:pPr>
          <a:r>
            <a:rPr lang="fr-FR" sz="1800" kern="1200" dirty="0">
              <a:solidFill>
                <a:schemeClr val="tx1"/>
              </a:solidFill>
              <a:latin typeface="Arial" panose="020B0604020202020204" pitchFamily="34" charset="0"/>
              <a:cs typeface="Arial" panose="020B0604020202020204" pitchFamily="34" charset="0"/>
            </a:rPr>
            <a:t>Vérifier la simplicité et la conformité fonctionnelle de l’interface fournie</a:t>
          </a:r>
          <a:endParaRPr lang="fr-FR" sz="1800" kern="1200" dirty="0">
            <a:solidFill>
              <a:schemeClr val="tx1"/>
            </a:solidFill>
          </a:endParaRPr>
        </a:p>
      </dsp:txBody>
      <dsp:txXfrm>
        <a:off x="932647" y="3171657"/>
        <a:ext cx="6074285" cy="634554"/>
      </dsp:txXfrm>
    </dsp:sp>
    <dsp:sp modelId="{4C8E6AEE-7AB2-41BC-9427-DDBDA99D12E6}">
      <dsp:nvSpPr>
        <dsp:cNvPr id="0" name=""/>
        <dsp:cNvSpPr/>
      </dsp:nvSpPr>
      <dsp:spPr>
        <a:xfrm>
          <a:off x="536050" y="3092338"/>
          <a:ext cx="793193" cy="793193"/>
        </a:xfrm>
        <a:prstGeom prst="ellipse">
          <a:avLst/>
        </a:prstGeom>
        <a:solidFill>
          <a:srgbClr val="CBDFF3"/>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A5806CB-86F8-4C4D-A3FC-DA26069F0699}">
      <dsp:nvSpPr>
        <dsp:cNvPr id="0" name=""/>
        <dsp:cNvSpPr/>
      </dsp:nvSpPr>
      <dsp:spPr>
        <a:xfrm>
          <a:off x="477943" y="4123185"/>
          <a:ext cx="6528989" cy="634554"/>
        </a:xfrm>
        <a:prstGeom prst="rect">
          <a:avLst/>
        </a:prstGeom>
        <a:solidFill>
          <a:srgbClr val="E7F0F9"/>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3678" tIns="45720" rIns="45720" bIns="45720" numCol="1" spcCol="1270" anchor="ctr" anchorCtr="0">
          <a:noAutofit/>
        </a:bodyPr>
        <a:lstStyle/>
        <a:p>
          <a:pPr marL="0" lvl="0" indent="0" algn="l" defTabSz="800100">
            <a:lnSpc>
              <a:spcPct val="90000"/>
            </a:lnSpc>
            <a:spcBef>
              <a:spcPct val="0"/>
            </a:spcBef>
            <a:spcAft>
              <a:spcPct val="35000"/>
            </a:spcAft>
            <a:buNone/>
          </a:pPr>
          <a:r>
            <a:rPr lang="fr-FR" sz="1800" kern="1200">
              <a:solidFill>
                <a:schemeClr val="tx1"/>
              </a:solidFill>
            </a:rPr>
            <a:t>Vérifier la conformité à l’ « Open API </a:t>
          </a:r>
          <a:r>
            <a:rPr lang="fr-FR" sz="1800" kern="1200" err="1">
              <a:solidFill>
                <a:schemeClr val="tx1"/>
              </a:solidFill>
            </a:rPr>
            <a:t>Specification</a:t>
          </a:r>
          <a:r>
            <a:rPr lang="fr-FR" sz="1800" kern="1200">
              <a:solidFill>
                <a:schemeClr val="tx1"/>
              </a:solidFill>
            </a:rPr>
            <a:t> »</a:t>
          </a:r>
        </a:p>
      </dsp:txBody>
      <dsp:txXfrm>
        <a:off x="477943" y="4123185"/>
        <a:ext cx="6528989" cy="634554"/>
      </dsp:txXfrm>
    </dsp:sp>
    <dsp:sp modelId="{D7AE8504-A33B-2E48-9AFA-3DBCB7272E38}">
      <dsp:nvSpPr>
        <dsp:cNvPr id="0" name=""/>
        <dsp:cNvSpPr/>
      </dsp:nvSpPr>
      <dsp:spPr>
        <a:xfrm>
          <a:off x="81346" y="4043866"/>
          <a:ext cx="793193" cy="793193"/>
        </a:xfrm>
        <a:prstGeom prst="ellipse">
          <a:avLst/>
        </a:prstGeom>
        <a:solidFill>
          <a:srgbClr val="CBDFF3"/>
        </a:solidFill>
        <a:ln w="12700" cap="flat" cmpd="sng" algn="ctr">
          <a:solidFill>
            <a:srgbClr val="009DD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392D78-3781-8B47-9B27-BF36F3F5D0BF}">
      <dsp:nvSpPr>
        <dsp:cNvPr id="0" name=""/>
        <dsp:cNvSpPr/>
      </dsp:nvSpPr>
      <dsp:spPr>
        <a:xfrm>
          <a:off x="-5737953" y="-878268"/>
          <a:ext cx="6831351" cy="6831351"/>
        </a:xfrm>
        <a:prstGeom prst="blockArc">
          <a:avLst>
            <a:gd name="adj1" fmla="val 18900000"/>
            <a:gd name="adj2" fmla="val 2700000"/>
            <a:gd name="adj3" fmla="val 316"/>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BD1664C-C97D-3C4F-8A62-6AF481712761}">
      <dsp:nvSpPr>
        <dsp:cNvPr id="0" name=""/>
        <dsp:cNvSpPr/>
      </dsp:nvSpPr>
      <dsp:spPr>
        <a:xfrm>
          <a:off x="572335" y="390151"/>
          <a:ext cx="6434597" cy="780709"/>
        </a:xfrm>
        <a:prstGeom prst="rect">
          <a:avLst/>
        </a:prstGeom>
        <a:solidFill>
          <a:srgbClr val="E7F0F9"/>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19688" tIns="45720" rIns="45720" bIns="45720" numCol="1" spcCol="1270" anchor="ctr" anchorCtr="0">
          <a:noAutofit/>
        </a:bodyPr>
        <a:lstStyle/>
        <a:p>
          <a:pPr marL="0" lvl="0" indent="0" algn="l" defTabSz="800100">
            <a:lnSpc>
              <a:spcPct val="90000"/>
            </a:lnSpc>
            <a:spcBef>
              <a:spcPct val="0"/>
            </a:spcBef>
            <a:spcAft>
              <a:spcPct val="35000"/>
            </a:spcAft>
            <a:buNone/>
          </a:pPr>
          <a:r>
            <a:rPr lang="fr-FR" sz="1800" kern="1200">
              <a:solidFill>
                <a:schemeClr val="tx1"/>
              </a:solidFill>
            </a:rPr>
            <a:t>Mettre en place des mécanismes de création et validation de jetons (token) </a:t>
          </a:r>
        </a:p>
      </dsp:txBody>
      <dsp:txXfrm>
        <a:off x="572335" y="390151"/>
        <a:ext cx="6434597" cy="780709"/>
      </dsp:txXfrm>
    </dsp:sp>
    <dsp:sp modelId="{6702EE4A-7ABE-3C42-9712-823B49A67D43}">
      <dsp:nvSpPr>
        <dsp:cNvPr id="0" name=""/>
        <dsp:cNvSpPr/>
      </dsp:nvSpPr>
      <dsp:spPr>
        <a:xfrm>
          <a:off x="84391" y="292563"/>
          <a:ext cx="975886" cy="975886"/>
        </a:xfrm>
        <a:prstGeom prst="ellipse">
          <a:avLst/>
        </a:prstGeom>
        <a:solidFill>
          <a:srgbClr val="CBDFF3"/>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71F4FA1-CD05-044B-93F2-98C861FB9F16}">
      <dsp:nvSpPr>
        <dsp:cNvPr id="0" name=""/>
        <dsp:cNvSpPr/>
      </dsp:nvSpPr>
      <dsp:spPr>
        <a:xfrm>
          <a:off x="1019933" y="1561419"/>
          <a:ext cx="5986998" cy="780709"/>
        </a:xfrm>
        <a:prstGeom prst="rect">
          <a:avLst/>
        </a:prstGeom>
        <a:solidFill>
          <a:srgbClr val="E7F0F9"/>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19688" tIns="45720" rIns="45720" bIns="45720" numCol="1" spcCol="1270" anchor="ctr" anchorCtr="0">
          <a:noAutofit/>
        </a:bodyPr>
        <a:lstStyle/>
        <a:p>
          <a:pPr marL="0" lvl="0" indent="0" algn="l" defTabSz="800100">
            <a:lnSpc>
              <a:spcPct val="90000"/>
            </a:lnSpc>
            <a:spcBef>
              <a:spcPct val="0"/>
            </a:spcBef>
            <a:spcAft>
              <a:spcPct val="35000"/>
            </a:spcAft>
            <a:buNone/>
          </a:pPr>
          <a:r>
            <a:rPr lang="fr-FR" sz="1800" kern="1200">
              <a:solidFill>
                <a:schemeClr val="tx1"/>
              </a:solidFill>
            </a:rPr>
            <a:t>Vérifier la criticité des données exposées en fonction des cibles de consommateurs</a:t>
          </a:r>
        </a:p>
      </dsp:txBody>
      <dsp:txXfrm>
        <a:off x="1019933" y="1561419"/>
        <a:ext cx="5986998" cy="780709"/>
      </dsp:txXfrm>
    </dsp:sp>
    <dsp:sp modelId="{B93C0202-5557-7442-B0EA-D07A1955634F}">
      <dsp:nvSpPr>
        <dsp:cNvPr id="0" name=""/>
        <dsp:cNvSpPr/>
      </dsp:nvSpPr>
      <dsp:spPr>
        <a:xfrm>
          <a:off x="531990" y="1463830"/>
          <a:ext cx="975886" cy="975886"/>
        </a:xfrm>
        <a:prstGeom prst="ellipse">
          <a:avLst/>
        </a:prstGeom>
        <a:solidFill>
          <a:srgbClr val="CBDFF3"/>
        </a:solidFill>
        <a:ln w="12700" cap="flat" cmpd="sng" algn="ctr">
          <a:solidFill>
            <a:srgbClr val="009DD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969CA914-1F8D-254A-872E-26A3DC951040}">
      <dsp:nvSpPr>
        <dsp:cNvPr id="0" name=""/>
        <dsp:cNvSpPr/>
      </dsp:nvSpPr>
      <dsp:spPr>
        <a:xfrm>
          <a:off x="1019933" y="2732686"/>
          <a:ext cx="5986998" cy="780709"/>
        </a:xfrm>
        <a:prstGeom prst="rect">
          <a:avLst/>
        </a:prstGeom>
        <a:solidFill>
          <a:srgbClr val="E7F0F9"/>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19688" tIns="45720" rIns="45720" bIns="45720" numCol="1" spcCol="1270" anchor="ctr" anchorCtr="0">
          <a:noAutofit/>
        </a:bodyPr>
        <a:lstStyle/>
        <a:p>
          <a:pPr marL="0" lvl="0" indent="0" algn="l" defTabSz="800100">
            <a:lnSpc>
              <a:spcPct val="90000"/>
            </a:lnSpc>
            <a:spcBef>
              <a:spcPct val="0"/>
            </a:spcBef>
            <a:spcAft>
              <a:spcPct val="35000"/>
            </a:spcAft>
            <a:buNone/>
          </a:pPr>
          <a:r>
            <a:rPr lang="fr-FR" sz="1800" kern="1200" dirty="0">
              <a:solidFill>
                <a:schemeClr val="tx1"/>
              </a:solidFill>
            </a:rPr>
            <a:t>Vérifier l’usage du </a:t>
          </a:r>
          <a:r>
            <a:rPr lang="fr-FR" sz="1800" kern="1200" dirty="0" err="1">
              <a:solidFill>
                <a:schemeClr val="tx1"/>
              </a:solidFill>
            </a:rPr>
            <a:t>token</a:t>
          </a:r>
          <a:r>
            <a:rPr lang="fr-FR" sz="1800" kern="1200" dirty="0">
              <a:solidFill>
                <a:schemeClr val="tx1"/>
              </a:solidFill>
            </a:rPr>
            <a:t> en fonction de la criticité des données exposées </a:t>
          </a:r>
        </a:p>
      </dsp:txBody>
      <dsp:txXfrm>
        <a:off x="1019933" y="2732686"/>
        <a:ext cx="5986998" cy="780709"/>
      </dsp:txXfrm>
    </dsp:sp>
    <dsp:sp modelId="{47A44E6C-E45B-5341-BC06-E09A051348D4}">
      <dsp:nvSpPr>
        <dsp:cNvPr id="0" name=""/>
        <dsp:cNvSpPr/>
      </dsp:nvSpPr>
      <dsp:spPr>
        <a:xfrm>
          <a:off x="531990" y="2635097"/>
          <a:ext cx="975886" cy="975886"/>
        </a:xfrm>
        <a:prstGeom prst="ellipse">
          <a:avLst/>
        </a:prstGeom>
        <a:solidFill>
          <a:srgbClr val="CBDFF3"/>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A1DC66-5C75-BA43-A79F-1AE731A40D2D}">
      <dsp:nvSpPr>
        <dsp:cNvPr id="0" name=""/>
        <dsp:cNvSpPr/>
      </dsp:nvSpPr>
      <dsp:spPr>
        <a:xfrm>
          <a:off x="572335" y="3903953"/>
          <a:ext cx="6434597" cy="780709"/>
        </a:xfrm>
        <a:prstGeom prst="rect">
          <a:avLst/>
        </a:prstGeom>
        <a:solidFill>
          <a:srgbClr val="E7F0F9"/>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19688" tIns="45720" rIns="45720" bIns="45720" numCol="1" spcCol="1270" anchor="ctr" anchorCtr="0">
          <a:noAutofit/>
        </a:bodyPr>
        <a:lstStyle/>
        <a:p>
          <a:pPr marL="0" lvl="0" indent="0" algn="l" defTabSz="800100">
            <a:lnSpc>
              <a:spcPct val="90000"/>
            </a:lnSpc>
            <a:spcBef>
              <a:spcPct val="0"/>
            </a:spcBef>
            <a:spcAft>
              <a:spcPct val="35000"/>
            </a:spcAft>
            <a:buNone/>
          </a:pPr>
          <a:r>
            <a:rPr lang="fr-FR" sz="1800" kern="1200" dirty="0">
              <a:solidFill>
                <a:schemeClr val="tx1"/>
              </a:solidFill>
            </a:rPr>
            <a:t>Restituer des codes d’erreurs au consommateur ne mettant pas en péril la sécurité </a:t>
          </a:r>
        </a:p>
      </dsp:txBody>
      <dsp:txXfrm>
        <a:off x="572335" y="3903953"/>
        <a:ext cx="6434597" cy="780709"/>
      </dsp:txXfrm>
    </dsp:sp>
    <dsp:sp modelId="{F74F90FF-3F09-5445-97B8-717C071590DA}">
      <dsp:nvSpPr>
        <dsp:cNvPr id="0" name=""/>
        <dsp:cNvSpPr/>
      </dsp:nvSpPr>
      <dsp:spPr>
        <a:xfrm>
          <a:off x="84391" y="3806364"/>
          <a:ext cx="975886" cy="975886"/>
        </a:xfrm>
        <a:prstGeom prst="ellipse">
          <a:avLst/>
        </a:prstGeom>
        <a:solidFill>
          <a:srgbClr val="CBDFF3"/>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9.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0.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CC011E-B445-44F3-9328-10FB72BEAC39}" type="datetimeFigureOut">
              <a:rPr lang="fr-FR" smtClean="0"/>
              <a:t>10/10/2024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6398D1-D7F6-4E93-8007-C27C8DA7CF54}" type="slidenum">
              <a:rPr lang="fr-FR" smtClean="0"/>
              <a:t>‹N°›</a:t>
            </a:fld>
            <a:endParaRPr lang="fr-FR"/>
          </a:p>
        </p:txBody>
      </p:sp>
    </p:spTree>
    <p:extLst>
      <p:ext uri="{BB962C8B-B14F-4D97-AF65-F5344CB8AC3E}">
        <p14:creationId xmlns:p14="http://schemas.microsoft.com/office/powerpoint/2010/main" val="401380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3" Type="http://schemas.openxmlformats.org/officeDocument/2006/relationships/hyperlink" Target="https://www.youtube.com/watch?v=vTRppGhfbPI" TargetMode="External"/><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3" Type="http://schemas.openxmlformats.org/officeDocument/2006/relationships/hyperlink" Target="https://www.youtube.com/watch?v=vTRppGhfbPI" TargetMode="External"/><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3" Type="http://schemas.openxmlformats.org/officeDocument/2006/relationships/hyperlink" Target="https://www.youtube.com/watch?v=vTRppGhfbPI" TargetMode="External"/><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3" Type="http://schemas.openxmlformats.org/officeDocument/2006/relationships/hyperlink" Target="https://www.youtube.com/watch?v=vTRppGhfbPI" TargetMode="External"/><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CC44F1-3086-454D-BC76-0DFD783BBEB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7296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3869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8815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8062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5</a:t>
            </a:fld>
            <a:endParaRPr lang="fr-FR"/>
          </a:p>
        </p:txBody>
      </p:sp>
    </p:spTree>
    <p:extLst>
      <p:ext uri="{BB962C8B-B14F-4D97-AF65-F5344CB8AC3E}">
        <p14:creationId xmlns:p14="http://schemas.microsoft.com/office/powerpoint/2010/main" val="1635490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6</a:t>
            </a:fld>
            <a:endParaRPr lang="fr-FR"/>
          </a:p>
        </p:txBody>
      </p:sp>
    </p:spTree>
    <p:extLst>
      <p:ext uri="{BB962C8B-B14F-4D97-AF65-F5344CB8AC3E}">
        <p14:creationId xmlns:p14="http://schemas.microsoft.com/office/powerpoint/2010/main" val="2540198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7</a:t>
            </a:fld>
            <a:endParaRPr lang="fr-FR"/>
          </a:p>
        </p:txBody>
      </p:sp>
    </p:spTree>
    <p:extLst>
      <p:ext uri="{BB962C8B-B14F-4D97-AF65-F5344CB8AC3E}">
        <p14:creationId xmlns:p14="http://schemas.microsoft.com/office/powerpoint/2010/main" val="11216633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8</a:t>
            </a:fld>
            <a:endParaRPr lang="fr-FR"/>
          </a:p>
        </p:txBody>
      </p:sp>
    </p:spTree>
    <p:extLst>
      <p:ext uri="{BB962C8B-B14F-4D97-AF65-F5344CB8AC3E}">
        <p14:creationId xmlns:p14="http://schemas.microsoft.com/office/powerpoint/2010/main" val="937834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9</a:t>
            </a:fld>
            <a:endParaRPr lang="fr-FR"/>
          </a:p>
        </p:txBody>
      </p:sp>
    </p:spTree>
    <p:extLst>
      <p:ext uri="{BB962C8B-B14F-4D97-AF65-F5344CB8AC3E}">
        <p14:creationId xmlns:p14="http://schemas.microsoft.com/office/powerpoint/2010/main" val="33179651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10</a:t>
            </a:fld>
            <a:endParaRPr lang="fr-FR"/>
          </a:p>
        </p:txBody>
      </p:sp>
    </p:spTree>
    <p:extLst>
      <p:ext uri="{BB962C8B-B14F-4D97-AF65-F5344CB8AC3E}">
        <p14:creationId xmlns:p14="http://schemas.microsoft.com/office/powerpoint/2010/main" val="3554737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11</a:t>
            </a:fld>
            <a:endParaRPr lang="fr-FR"/>
          </a:p>
        </p:txBody>
      </p:sp>
    </p:spTree>
    <p:extLst>
      <p:ext uri="{BB962C8B-B14F-4D97-AF65-F5344CB8AC3E}">
        <p14:creationId xmlns:p14="http://schemas.microsoft.com/office/powerpoint/2010/main" val="1928849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12</a:t>
            </a:fld>
            <a:endParaRPr lang="fr-FR"/>
          </a:p>
        </p:txBody>
      </p:sp>
    </p:spTree>
    <p:extLst>
      <p:ext uri="{BB962C8B-B14F-4D97-AF65-F5344CB8AC3E}">
        <p14:creationId xmlns:p14="http://schemas.microsoft.com/office/powerpoint/2010/main" val="23179343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Tx/>
              <a:buChar char="-"/>
            </a:pPr>
            <a:r>
              <a:rPr lang="fr-FR"/>
              <a:t>Maitre des données définis avec une application unique ayant accès à la base – peut être une application Système </a:t>
            </a:r>
            <a:r>
              <a:rPr lang="fr-FR" err="1"/>
              <a:t>Mulesoft</a:t>
            </a:r>
            <a:endParaRPr lang="fr-FR"/>
          </a:p>
          <a:p>
            <a:pPr marL="171450" indent="-171450">
              <a:buFontTx/>
              <a:buChar char="-"/>
            </a:pPr>
            <a:r>
              <a:rPr lang="fr-FR"/>
              <a:t>Fiabilité des données garantis du fait de l’accès unique et de l’absence d’accès </a:t>
            </a:r>
            <a:r>
              <a:rPr lang="fr-FR" err="1"/>
              <a:t>concurrenciel</a:t>
            </a:r>
            <a:endParaRPr lang="fr-FR"/>
          </a:p>
          <a:p>
            <a:pPr marL="171450" indent="-171450">
              <a:buFontTx/>
              <a:buChar char="-"/>
            </a:pPr>
            <a:r>
              <a:rPr lang="fr-FR"/>
              <a:t>Performance des bases de données garanti par l’application </a:t>
            </a:r>
            <a:r>
              <a:rPr lang="fr-FR" err="1"/>
              <a:t>owner</a:t>
            </a:r>
            <a:r>
              <a:rPr lang="fr-FR"/>
              <a:t> de la donnée</a:t>
            </a: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13</a:t>
            </a:fld>
            <a:endParaRPr lang="fr-FR"/>
          </a:p>
        </p:txBody>
      </p:sp>
    </p:spTree>
    <p:extLst>
      <p:ext uri="{BB962C8B-B14F-4D97-AF65-F5344CB8AC3E}">
        <p14:creationId xmlns:p14="http://schemas.microsoft.com/office/powerpoint/2010/main" val="38673884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Tx/>
              <a:buChar char="-"/>
            </a:pPr>
            <a:r>
              <a:rPr lang="fr-FR"/>
              <a:t>Couplage lâche avec la notion de demi flux et de contrats d’interface, supprimant la dépendance des applications consommatrices aux évolutions du producteur</a:t>
            </a:r>
          </a:p>
          <a:p>
            <a:pPr marL="171450" indent="-171450">
              <a:buFontTx/>
              <a:buChar char="-"/>
            </a:pPr>
            <a:r>
              <a:rPr lang="fr-FR"/>
              <a:t>Evolutivité simplifiée car un contrat de service permet de garantir le format et les SLA aux différents consommateurs</a:t>
            </a: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14</a:t>
            </a:fld>
            <a:endParaRPr lang="fr-FR"/>
          </a:p>
        </p:txBody>
      </p:sp>
    </p:spTree>
    <p:extLst>
      <p:ext uri="{BB962C8B-B14F-4D97-AF65-F5344CB8AC3E}">
        <p14:creationId xmlns:p14="http://schemas.microsoft.com/office/powerpoint/2010/main" val="7275295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Tx/>
              <a:buChar char="-"/>
            </a:pPr>
            <a:r>
              <a:rPr lang="fr-FR"/>
              <a:t>La répartition en divers domaines fonctionnel permet à chaque domaine (Business Group) d’être </a:t>
            </a:r>
            <a:r>
              <a:rPr lang="fr-FR" err="1"/>
              <a:t>owner</a:t>
            </a:r>
            <a:r>
              <a:rPr lang="fr-FR"/>
              <a:t> de son propre scope (plus d’information dans la partie DDD)</a:t>
            </a:r>
          </a:p>
          <a:p>
            <a:pPr marL="171450" indent="-171450">
              <a:buFontTx/>
              <a:buChar char="-"/>
            </a:pPr>
            <a:r>
              <a:rPr lang="fr-FR"/>
              <a:t>SAP et </a:t>
            </a:r>
            <a:r>
              <a:rPr lang="fr-FR" err="1"/>
              <a:t>salesforce</a:t>
            </a:r>
            <a:r>
              <a:rPr lang="fr-FR"/>
              <a:t> : domaine finance qui fournit des services aux comptabilités et RH, etc.</a:t>
            </a: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15</a:t>
            </a:fld>
            <a:endParaRPr lang="fr-FR"/>
          </a:p>
        </p:txBody>
      </p:sp>
    </p:spTree>
    <p:extLst>
      <p:ext uri="{BB962C8B-B14F-4D97-AF65-F5344CB8AC3E}">
        <p14:creationId xmlns:p14="http://schemas.microsoft.com/office/powerpoint/2010/main" val="13859830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traitements au fil de l’eau seront à prévoir dans un second temps dans une phase de refonte des différents flux du SI. Il est primordial de gagner en maturité au préalable ainsi que d’effectuer la transition sur l’API manager MuleSoft afin de décommissionner </a:t>
            </a:r>
            <a:r>
              <a:rPr lang="fr-FR" err="1"/>
              <a:t>Tyk</a:t>
            </a:r>
            <a:r>
              <a:rPr lang="fr-FR"/>
              <a:t> et de ne plus avoir a supporter 2 plateformes en parallèle.</a:t>
            </a: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16</a:t>
            </a:fld>
            <a:endParaRPr lang="fr-FR"/>
          </a:p>
        </p:txBody>
      </p:sp>
    </p:spTree>
    <p:extLst>
      <p:ext uri="{BB962C8B-B14F-4D97-AF65-F5344CB8AC3E}">
        <p14:creationId xmlns:p14="http://schemas.microsoft.com/office/powerpoint/2010/main" val="22839660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55010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a:solidFill>
                  <a:schemeClr val="tx1"/>
                </a:solidFill>
                <a:effectLst/>
                <a:latin typeface="+mn-lt"/>
                <a:ea typeface="+mn-ea"/>
                <a:cs typeface="+mn-cs"/>
              </a:rPr>
              <a:t>Définition : Service de médiation qui gère, expose et supervise certaines ressources d’une entreprise - sous forme d’APIs - en appliquant des règles de sécurité, et pouvant intégrer des règles de filtrage ou de transformation pour le compte de partenaires externes ou de services internes</a:t>
            </a:r>
            <a:r>
              <a:rPr lang="fr-FR">
                <a:effectLst/>
              </a:rPr>
              <a:t> </a:t>
            </a:r>
          </a:p>
          <a:p>
            <a:r>
              <a:rPr lang="fr-FR"/>
              <a:t>-  Utilisé dans la couche expérience pour proposer des APIs aux utilisateurs clients finaux</a:t>
            </a:r>
          </a:p>
          <a:p>
            <a:pPr marL="171450" indent="-171450">
              <a:buFontTx/>
              <a:buChar char="-"/>
            </a:pPr>
            <a:r>
              <a:rPr lang="fr-FR"/>
              <a:t>Est utilisé pour exposer des APIs répondant directement a des besoins métiers ou des besoins de communications avec des applications SaaS. </a:t>
            </a:r>
          </a:p>
          <a:p>
            <a:pPr marL="171450" indent="-171450">
              <a:buFontTx/>
              <a:buChar char="-"/>
            </a:pPr>
            <a:r>
              <a:rPr lang="fr-FR"/>
              <a:t>Ces API ont un contrat d’interface et des routes peu évolutives au yeux du consommateur et correspondent à une adaptation des produits aux usages</a:t>
            </a:r>
          </a:p>
          <a:p>
            <a:endParaRPr lang="fr-FR"/>
          </a:p>
          <a:p>
            <a:pPr marL="0" marR="0" lvl="0" indent="0" algn="l" defTabSz="914400" rtl="0" eaLnBrk="1" fontAlgn="auto" latinLnBrk="0" hangingPunct="1">
              <a:lnSpc>
                <a:spcPct val="100000"/>
              </a:lnSpc>
              <a:spcBef>
                <a:spcPts val="0"/>
              </a:spcBef>
              <a:spcAft>
                <a:spcPts val="0"/>
              </a:spcAft>
              <a:buClrTx/>
              <a:buSzTx/>
              <a:buFontTx/>
              <a:buNone/>
              <a:tabLst/>
              <a:defRPr/>
            </a:pPr>
            <a:r>
              <a:rPr lang="fr-FR"/>
              <a:t>Définition de l’API : </a:t>
            </a:r>
            <a:r>
              <a:rPr lang="fr-FR" sz="1200" kern="1200">
                <a:solidFill>
                  <a:schemeClr val="tx1"/>
                </a:solidFill>
                <a:effectLst/>
                <a:latin typeface="+mn-lt"/>
                <a:ea typeface="+mn-ea"/>
                <a:cs typeface="+mn-cs"/>
              </a:rPr>
              <a:t>« Ensemble normalisé de classes, de méthodes ou de fonctions qui sert de façade par laquelle un logiciel offre des services à d’autres logiciels, par l’</a:t>
            </a:r>
            <a:r>
              <a:rPr lang="fr-FR" sz="1200" kern="1200" err="1">
                <a:solidFill>
                  <a:schemeClr val="tx1"/>
                </a:solidFill>
                <a:effectLst/>
                <a:latin typeface="+mn-lt"/>
                <a:ea typeface="+mn-ea"/>
                <a:cs typeface="+mn-cs"/>
              </a:rPr>
              <a:t>intermédiaire</a:t>
            </a:r>
            <a:r>
              <a:rPr lang="fr-FR" sz="1200" kern="1200">
                <a:solidFill>
                  <a:schemeClr val="tx1"/>
                </a:solidFill>
                <a:effectLst/>
                <a:latin typeface="+mn-lt"/>
                <a:ea typeface="+mn-ea"/>
                <a:cs typeface="+mn-cs"/>
              </a:rPr>
              <a:t> d’un langage de programmation » </a:t>
            </a:r>
            <a:endParaRPr lang="fr-FR">
              <a:effectLst/>
            </a:endParaRPr>
          </a:p>
          <a:p>
            <a:endParaRPr lang="fr-FR"/>
          </a:p>
          <a:p>
            <a:endParaRPr lang="fr-FR"/>
          </a:p>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18</a:t>
            </a:fld>
            <a:endParaRPr lang="fr-FR"/>
          </a:p>
        </p:txBody>
      </p:sp>
    </p:spTree>
    <p:extLst>
      <p:ext uri="{BB962C8B-B14F-4D97-AF65-F5344CB8AC3E}">
        <p14:creationId xmlns:p14="http://schemas.microsoft.com/office/powerpoint/2010/main" val="16300234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a:solidFill>
                  <a:schemeClr val="tx1"/>
                </a:solidFill>
                <a:effectLst/>
                <a:latin typeface="+mn-lt"/>
                <a:ea typeface="+mn-ea"/>
                <a:cs typeface="+mn-cs"/>
              </a:rPr>
              <a:t>Définition : Service de médiation qui gère, expose et supervise certaines ressources d’une entreprise - sous forme d’APIs - en appliquant des règles de sécurité, et pouvant intégrer des règles de filtrage ou de transformation pour le compte de partenaires externes ou de services internes</a:t>
            </a:r>
            <a:r>
              <a:rPr lang="fr-FR">
                <a:effectLst/>
              </a:rPr>
              <a:t> </a:t>
            </a:r>
          </a:p>
          <a:p>
            <a:r>
              <a:rPr lang="fr-FR"/>
              <a:t>-  Utilisé dans la couche </a:t>
            </a:r>
            <a:r>
              <a:rPr lang="fr-FR" err="1"/>
              <a:t>experience</a:t>
            </a:r>
            <a:r>
              <a:rPr lang="fr-FR"/>
              <a:t> pour proposer des APIs aux utilisateurs clients finaux</a:t>
            </a:r>
          </a:p>
          <a:p>
            <a:pPr marL="171450" indent="-171450">
              <a:buFontTx/>
              <a:buChar char="-"/>
            </a:pPr>
            <a:r>
              <a:rPr lang="fr-FR"/>
              <a:t>Est utilisé pour exposer des APIs répondant directement a des besoins métiers ou des besoins de communications avec des applications SaaS. </a:t>
            </a:r>
          </a:p>
          <a:p>
            <a:pPr marL="171450" indent="-171450">
              <a:buFontTx/>
              <a:buChar char="-"/>
            </a:pPr>
            <a:r>
              <a:rPr lang="fr-FR"/>
              <a:t>Ces API ont un contrat d’interface et des routes peu évolutives au yeux du consommateur et correspondent à une adaptation des produits aux usages</a:t>
            </a:r>
          </a:p>
          <a:p>
            <a:endParaRPr lang="fr-FR"/>
          </a:p>
          <a:p>
            <a:pPr marL="0" marR="0" lvl="0" indent="0" algn="l" defTabSz="914400" rtl="0" eaLnBrk="1" fontAlgn="auto" latinLnBrk="0" hangingPunct="1">
              <a:lnSpc>
                <a:spcPct val="100000"/>
              </a:lnSpc>
              <a:spcBef>
                <a:spcPts val="0"/>
              </a:spcBef>
              <a:spcAft>
                <a:spcPts val="0"/>
              </a:spcAft>
              <a:buClrTx/>
              <a:buSzTx/>
              <a:buFontTx/>
              <a:buNone/>
              <a:tabLst/>
              <a:defRPr/>
            </a:pPr>
            <a:r>
              <a:rPr lang="fr-FR"/>
              <a:t>Définition de l’API : </a:t>
            </a:r>
            <a:r>
              <a:rPr lang="fr-FR" sz="1200" kern="1200">
                <a:solidFill>
                  <a:schemeClr val="tx1"/>
                </a:solidFill>
                <a:effectLst/>
                <a:latin typeface="+mn-lt"/>
                <a:ea typeface="+mn-ea"/>
                <a:cs typeface="+mn-cs"/>
              </a:rPr>
              <a:t>« Ensemble normalisé de classes, de </a:t>
            </a:r>
            <a:r>
              <a:rPr lang="fr-FR" sz="1200" kern="1200" err="1">
                <a:solidFill>
                  <a:schemeClr val="tx1"/>
                </a:solidFill>
                <a:effectLst/>
                <a:latin typeface="+mn-lt"/>
                <a:ea typeface="+mn-ea"/>
                <a:cs typeface="+mn-cs"/>
              </a:rPr>
              <a:t>méthodes</a:t>
            </a:r>
            <a:r>
              <a:rPr lang="fr-FR" sz="1200" kern="1200">
                <a:solidFill>
                  <a:schemeClr val="tx1"/>
                </a:solidFill>
                <a:effectLst/>
                <a:latin typeface="+mn-lt"/>
                <a:ea typeface="+mn-ea"/>
                <a:cs typeface="+mn-cs"/>
              </a:rPr>
              <a:t> ou de fonctions qui sert de </a:t>
            </a:r>
            <a:r>
              <a:rPr lang="fr-FR" sz="1200" kern="1200" err="1">
                <a:solidFill>
                  <a:schemeClr val="tx1"/>
                </a:solidFill>
                <a:effectLst/>
                <a:latin typeface="+mn-lt"/>
                <a:ea typeface="+mn-ea"/>
                <a:cs typeface="+mn-cs"/>
              </a:rPr>
              <a:t>façade</a:t>
            </a:r>
            <a:r>
              <a:rPr lang="fr-FR" sz="1200" kern="1200">
                <a:solidFill>
                  <a:schemeClr val="tx1"/>
                </a:solidFill>
                <a:effectLst/>
                <a:latin typeface="+mn-lt"/>
                <a:ea typeface="+mn-ea"/>
                <a:cs typeface="+mn-cs"/>
              </a:rPr>
              <a:t> par laquelle un logiciel offre des services à d’autres logiciels, par l’</a:t>
            </a:r>
            <a:r>
              <a:rPr lang="fr-FR" sz="1200" kern="1200" err="1">
                <a:solidFill>
                  <a:schemeClr val="tx1"/>
                </a:solidFill>
                <a:effectLst/>
                <a:latin typeface="+mn-lt"/>
                <a:ea typeface="+mn-ea"/>
                <a:cs typeface="+mn-cs"/>
              </a:rPr>
              <a:t>intermédiaire</a:t>
            </a:r>
            <a:r>
              <a:rPr lang="fr-FR" sz="1200" kern="1200">
                <a:solidFill>
                  <a:schemeClr val="tx1"/>
                </a:solidFill>
                <a:effectLst/>
                <a:latin typeface="+mn-lt"/>
                <a:ea typeface="+mn-ea"/>
                <a:cs typeface="+mn-cs"/>
              </a:rPr>
              <a:t> d’un langage de programmation » </a:t>
            </a:r>
            <a:endParaRPr lang="fr-FR">
              <a:effectLst/>
            </a:endParaRPr>
          </a:p>
          <a:p>
            <a:endParaRPr lang="fr-FR"/>
          </a:p>
          <a:p>
            <a:endParaRPr lang="fr-FR"/>
          </a:p>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20</a:t>
            </a:fld>
            <a:endParaRPr lang="fr-FR"/>
          </a:p>
        </p:txBody>
      </p:sp>
    </p:spTree>
    <p:extLst>
      <p:ext uri="{BB962C8B-B14F-4D97-AF65-F5344CB8AC3E}">
        <p14:creationId xmlns:p14="http://schemas.microsoft.com/office/powerpoint/2010/main" val="33262073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a:solidFill>
                  <a:schemeClr val="tx1"/>
                </a:solidFill>
                <a:effectLst/>
                <a:latin typeface="+mn-lt"/>
                <a:ea typeface="+mn-ea"/>
                <a:cs typeface="+mn-cs"/>
              </a:rPr>
              <a:t>Définition : Service de médiation qui gère, expose et supervise certaines ressources d’une entreprise - sous forme d’APIs - en appliquant des règles de sécurité, et pouvant intégrer des règles de filtrage ou de transformation pour le compte de partenaires externes ou de services internes</a:t>
            </a:r>
            <a:r>
              <a:rPr lang="fr-FR">
                <a:effectLst/>
              </a:rPr>
              <a:t> </a:t>
            </a:r>
          </a:p>
          <a:p>
            <a:r>
              <a:rPr lang="fr-FR"/>
              <a:t>-  Utilisé dans la couche </a:t>
            </a:r>
            <a:r>
              <a:rPr lang="fr-FR" err="1"/>
              <a:t>experience</a:t>
            </a:r>
            <a:r>
              <a:rPr lang="fr-FR"/>
              <a:t> pour proposer des APIs aux utilisateurs clients finaux</a:t>
            </a:r>
          </a:p>
          <a:p>
            <a:pPr marL="171450" indent="-171450">
              <a:buFontTx/>
              <a:buChar char="-"/>
            </a:pPr>
            <a:r>
              <a:rPr lang="fr-FR"/>
              <a:t>Est utilisé pour exposer des APIs répondant directement a des besoins métiers ou des besoins de communications avec des applications SaaS. </a:t>
            </a:r>
          </a:p>
          <a:p>
            <a:pPr marL="171450" indent="-171450">
              <a:buFontTx/>
              <a:buChar char="-"/>
            </a:pPr>
            <a:r>
              <a:rPr lang="fr-FR"/>
              <a:t>Ces API ont un contrat d’interface et des routes peu évolutives au yeux du consommateur et correspondent à une adaptation des produits aux usages</a:t>
            </a:r>
          </a:p>
          <a:p>
            <a:endParaRPr lang="fr-FR"/>
          </a:p>
          <a:p>
            <a:pPr marL="0" marR="0" lvl="0" indent="0" algn="l" defTabSz="914400" rtl="0" eaLnBrk="1" fontAlgn="auto" latinLnBrk="0" hangingPunct="1">
              <a:lnSpc>
                <a:spcPct val="100000"/>
              </a:lnSpc>
              <a:spcBef>
                <a:spcPts val="0"/>
              </a:spcBef>
              <a:spcAft>
                <a:spcPts val="0"/>
              </a:spcAft>
              <a:buClrTx/>
              <a:buSzTx/>
              <a:buFontTx/>
              <a:buNone/>
              <a:tabLst/>
              <a:defRPr/>
            </a:pPr>
            <a:r>
              <a:rPr lang="fr-FR"/>
              <a:t>Définition de l’API : </a:t>
            </a:r>
            <a:r>
              <a:rPr lang="fr-FR" sz="1200" kern="1200">
                <a:solidFill>
                  <a:schemeClr val="tx1"/>
                </a:solidFill>
                <a:effectLst/>
                <a:latin typeface="+mn-lt"/>
                <a:ea typeface="+mn-ea"/>
                <a:cs typeface="+mn-cs"/>
              </a:rPr>
              <a:t>« Ensemble normalisé de classes, de </a:t>
            </a:r>
            <a:r>
              <a:rPr lang="fr-FR" sz="1200" kern="1200" err="1">
                <a:solidFill>
                  <a:schemeClr val="tx1"/>
                </a:solidFill>
                <a:effectLst/>
                <a:latin typeface="+mn-lt"/>
                <a:ea typeface="+mn-ea"/>
                <a:cs typeface="+mn-cs"/>
              </a:rPr>
              <a:t>méthodes</a:t>
            </a:r>
            <a:r>
              <a:rPr lang="fr-FR" sz="1200" kern="1200">
                <a:solidFill>
                  <a:schemeClr val="tx1"/>
                </a:solidFill>
                <a:effectLst/>
                <a:latin typeface="+mn-lt"/>
                <a:ea typeface="+mn-ea"/>
                <a:cs typeface="+mn-cs"/>
              </a:rPr>
              <a:t> ou de fonctions qui sert de </a:t>
            </a:r>
            <a:r>
              <a:rPr lang="fr-FR" sz="1200" kern="1200" err="1">
                <a:solidFill>
                  <a:schemeClr val="tx1"/>
                </a:solidFill>
                <a:effectLst/>
                <a:latin typeface="+mn-lt"/>
                <a:ea typeface="+mn-ea"/>
                <a:cs typeface="+mn-cs"/>
              </a:rPr>
              <a:t>façade</a:t>
            </a:r>
            <a:r>
              <a:rPr lang="fr-FR" sz="1200" kern="1200">
                <a:solidFill>
                  <a:schemeClr val="tx1"/>
                </a:solidFill>
                <a:effectLst/>
                <a:latin typeface="+mn-lt"/>
                <a:ea typeface="+mn-ea"/>
                <a:cs typeface="+mn-cs"/>
              </a:rPr>
              <a:t> par laquelle un logiciel offre des services à d’autres logiciels, par l’</a:t>
            </a:r>
            <a:r>
              <a:rPr lang="fr-FR" sz="1200" kern="1200" err="1">
                <a:solidFill>
                  <a:schemeClr val="tx1"/>
                </a:solidFill>
                <a:effectLst/>
                <a:latin typeface="+mn-lt"/>
                <a:ea typeface="+mn-ea"/>
                <a:cs typeface="+mn-cs"/>
              </a:rPr>
              <a:t>intermédiaire</a:t>
            </a:r>
            <a:r>
              <a:rPr lang="fr-FR" sz="1200" kern="1200">
                <a:solidFill>
                  <a:schemeClr val="tx1"/>
                </a:solidFill>
                <a:effectLst/>
                <a:latin typeface="+mn-lt"/>
                <a:ea typeface="+mn-ea"/>
                <a:cs typeface="+mn-cs"/>
              </a:rPr>
              <a:t> d’un langage de programmation » </a:t>
            </a:r>
            <a:endParaRPr lang="fr-FR">
              <a:effectLst/>
            </a:endParaRPr>
          </a:p>
          <a:p>
            <a:endParaRPr lang="fr-FR"/>
          </a:p>
          <a:p>
            <a:endParaRPr lang="fr-FR"/>
          </a:p>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21</a:t>
            </a:fld>
            <a:endParaRPr lang="fr-FR"/>
          </a:p>
        </p:txBody>
      </p:sp>
    </p:spTree>
    <p:extLst>
      <p:ext uri="{BB962C8B-B14F-4D97-AF65-F5344CB8AC3E}">
        <p14:creationId xmlns:p14="http://schemas.microsoft.com/office/powerpoint/2010/main" val="27164371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22468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ARMOIRE ELECTRIQUE DE CHANTIERS ET DONNÉES DE GRUE</a:t>
            </a: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23</a:t>
            </a:fld>
            <a:endParaRPr lang="fr-FR"/>
          </a:p>
        </p:txBody>
      </p:sp>
    </p:spTree>
    <p:extLst>
      <p:ext uri="{BB962C8B-B14F-4D97-AF65-F5344CB8AC3E}">
        <p14:creationId xmlns:p14="http://schemas.microsoft.com/office/powerpoint/2010/main" val="15086678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51856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USE CASE METIER : Fournir et mettre à disposition le service de règlement à destination du partenaire (exemple: Je permets à des partenaires d’accéder aux services offerts par mon SI de manière sécurisée )</a:t>
            </a:r>
          </a:p>
          <a:p>
            <a:pPr marL="171450" indent="-171450">
              <a:buFontTx/>
              <a:buChar char="-"/>
            </a:pPr>
            <a:r>
              <a:rPr lang="fr-FR"/>
              <a:t>Exposition à un producteur de contenu ou a un consommateur (en interne et en externe) de manière sécurisée une fonctionnalité ou un service de mon SI</a:t>
            </a:r>
          </a:p>
          <a:p>
            <a:pPr marL="628650" lvl="1" indent="-171450">
              <a:buFontTx/>
              <a:buChar char="-"/>
            </a:pPr>
            <a:r>
              <a:rPr lang="fr-FR"/>
              <a:t>Création de bons de commandes et de bons de livraisons</a:t>
            </a:r>
          </a:p>
          <a:p>
            <a:pPr marL="628650" lvl="1" indent="-171450">
              <a:buFontTx/>
              <a:buChar char="-"/>
            </a:pPr>
            <a:r>
              <a:rPr lang="fr-FR"/>
              <a:t>Consultation et suivis de de commande et de livraisons</a:t>
            </a:r>
          </a:p>
          <a:p>
            <a:pPr marL="628650" lvl="1" indent="-171450">
              <a:buFontTx/>
              <a:buChar char="-"/>
            </a:pPr>
            <a:endParaRPr lang="fr-FR"/>
          </a:p>
          <a:p>
            <a:pPr marL="628650" lvl="1" indent="-171450">
              <a:buFontTx/>
              <a:buChar char="-"/>
            </a:pPr>
            <a:endParaRPr lang="fr-FR"/>
          </a:p>
          <a:p>
            <a:pPr marL="0" lvl="0" indent="0">
              <a:buFontTx/>
              <a:buNone/>
            </a:pPr>
            <a:r>
              <a:rPr lang="fr-FR"/>
              <a:t>- App </a:t>
            </a:r>
            <a:r>
              <a:rPr lang="fr-FR" err="1"/>
              <a:t>scanbéton</a:t>
            </a:r>
            <a:r>
              <a:rPr lang="fr-FR"/>
              <a:t> qui accède au backend</a:t>
            </a:r>
          </a:p>
          <a:p>
            <a:pPr marL="0" indent="0">
              <a:buFontTx/>
              <a:buNone/>
            </a:pPr>
            <a:endParaRPr lang="fr-FR"/>
          </a:p>
          <a:p>
            <a:pPr marL="0" indent="0">
              <a:buFontTx/>
              <a:buNone/>
            </a:pPr>
            <a:endParaRPr lang="fr-FR"/>
          </a:p>
          <a:p>
            <a:pPr marL="0" indent="0">
              <a:buFontTx/>
              <a:buNone/>
            </a:pPr>
            <a:r>
              <a:rPr lang="fr-FR"/>
              <a:t>Ajouter un schéma d’un use case précis</a:t>
            </a: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25</a:t>
            </a:fld>
            <a:endParaRPr lang="fr-FR"/>
          </a:p>
        </p:txBody>
      </p:sp>
    </p:spTree>
    <p:extLst>
      <p:ext uri="{BB962C8B-B14F-4D97-AF65-F5344CB8AC3E}">
        <p14:creationId xmlns:p14="http://schemas.microsoft.com/office/powerpoint/2010/main" val="25687725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26</a:t>
            </a:fld>
            <a:endParaRPr lang="fr-FR"/>
          </a:p>
        </p:txBody>
      </p:sp>
    </p:spTree>
    <p:extLst>
      <p:ext uri="{BB962C8B-B14F-4D97-AF65-F5344CB8AC3E}">
        <p14:creationId xmlns:p14="http://schemas.microsoft.com/office/powerpoint/2010/main" val="12789700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27</a:t>
            </a:fld>
            <a:endParaRPr lang="fr-FR"/>
          </a:p>
        </p:txBody>
      </p:sp>
    </p:spTree>
    <p:extLst>
      <p:ext uri="{BB962C8B-B14F-4D97-AF65-F5344CB8AC3E}">
        <p14:creationId xmlns:p14="http://schemas.microsoft.com/office/powerpoint/2010/main" val="31538518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28</a:t>
            </a:fld>
            <a:endParaRPr lang="fr-FR"/>
          </a:p>
        </p:txBody>
      </p:sp>
    </p:spTree>
    <p:extLst>
      <p:ext uri="{BB962C8B-B14F-4D97-AF65-F5344CB8AC3E}">
        <p14:creationId xmlns:p14="http://schemas.microsoft.com/office/powerpoint/2010/main" val="14063817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29</a:t>
            </a:fld>
            <a:endParaRPr lang="fr-FR"/>
          </a:p>
        </p:txBody>
      </p:sp>
    </p:spTree>
    <p:extLst>
      <p:ext uri="{BB962C8B-B14F-4D97-AF65-F5344CB8AC3E}">
        <p14:creationId xmlns:p14="http://schemas.microsoft.com/office/powerpoint/2010/main" val="12032434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27492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32</a:t>
            </a:fld>
            <a:endParaRPr lang="fr-FR"/>
          </a:p>
        </p:txBody>
      </p:sp>
    </p:spTree>
    <p:extLst>
      <p:ext uri="{BB962C8B-B14F-4D97-AF65-F5344CB8AC3E}">
        <p14:creationId xmlns:p14="http://schemas.microsoft.com/office/powerpoint/2010/main" val="36301828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33</a:t>
            </a:fld>
            <a:endParaRPr lang="fr-FR"/>
          </a:p>
        </p:txBody>
      </p:sp>
    </p:spTree>
    <p:extLst>
      <p:ext uri="{BB962C8B-B14F-4D97-AF65-F5344CB8AC3E}">
        <p14:creationId xmlns:p14="http://schemas.microsoft.com/office/powerpoint/2010/main" val="33208321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63937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ESB : </a:t>
            </a:r>
            <a:r>
              <a:rPr lang="fr-FR" err="1"/>
              <a:t>enterprise</a:t>
            </a:r>
            <a:r>
              <a:rPr lang="fr-FR"/>
              <a:t> service bus</a:t>
            </a:r>
          </a:p>
          <a:p>
            <a:endParaRPr lang="fr-F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a:solidFill>
                  <a:schemeClr val="tx1"/>
                </a:solidFill>
              </a:rPr>
              <a:t>Porter’ du code </a:t>
            </a:r>
            <a:r>
              <a:rPr lang="fr-FR" sz="1200" b="1">
                <a:solidFill>
                  <a:schemeClr val="accent3"/>
                </a:solidFill>
              </a:rPr>
              <a:t>technique</a:t>
            </a:r>
            <a:r>
              <a:rPr lang="fr-FR" sz="1200">
                <a:solidFill>
                  <a:schemeClr val="tx1"/>
                </a:solidFill>
              </a:rPr>
              <a:t> au travers des règles de mapping – mais la transcodification doit se faire hors de la médiation -  mais </a:t>
            </a:r>
            <a:r>
              <a:rPr lang="fr-FR" sz="1200" b="1">
                <a:solidFill>
                  <a:schemeClr val="accent3"/>
                </a:solidFill>
              </a:rPr>
              <a:t>pas de règles métiers </a:t>
            </a:r>
            <a:r>
              <a:rPr lang="fr-FR" sz="1200" b="1">
                <a:solidFill>
                  <a:schemeClr val="accent3"/>
                </a:solidFill>
                <a:sym typeface="Wingdings" pitchFamily="2" charset="2"/>
              </a:rPr>
              <a:t> Dimension orchestration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1">
              <a:solidFill>
                <a:schemeClr val="accent3"/>
              </a:solidFill>
              <a:sym typeface="Wingdings"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a:solidFill>
                  <a:schemeClr val="accent3"/>
                </a:solidFill>
              </a:rPr>
              <a:t>Je veux offrir un service qui permettra aux chantiers de valider toute sa livraison et de propager cette validation dans tout le SI (avec éventuellement une modification de données)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a:solidFill>
                  <a:schemeClr val="accent3"/>
                </a:solidFill>
              </a:rPr>
              <a:t>Livraison de matière </a:t>
            </a:r>
            <a:r>
              <a:rPr lang="fr-FR" sz="1200" b="0" err="1">
                <a:solidFill>
                  <a:schemeClr val="accent3"/>
                </a:solidFill>
              </a:rPr>
              <a:t>premiere</a:t>
            </a:r>
            <a:r>
              <a:rPr lang="fr-FR" sz="1200" b="0">
                <a:solidFill>
                  <a:schemeClr val="accent3"/>
                </a:solidFill>
              </a:rPr>
              <a:t> et après la validation, les autres </a:t>
            </a:r>
            <a:r>
              <a:rPr lang="fr-FR" sz="1200" b="0" err="1">
                <a:solidFill>
                  <a:schemeClr val="accent3"/>
                </a:solidFill>
              </a:rPr>
              <a:t>systemes</a:t>
            </a:r>
            <a:r>
              <a:rPr lang="fr-FR" sz="1200" b="0">
                <a:solidFill>
                  <a:schemeClr val="accent3"/>
                </a:solidFill>
              </a:rPr>
              <a:t> (stock, bi, etc.) sont distribués au fil de l’eau</a:t>
            </a: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36</a:t>
            </a:fld>
            <a:endParaRPr lang="fr-FR"/>
          </a:p>
        </p:txBody>
      </p:sp>
    </p:spTree>
    <p:extLst>
      <p:ext uri="{BB962C8B-B14F-4D97-AF65-F5344CB8AC3E}">
        <p14:creationId xmlns:p14="http://schemas.microsoft.com/office/powerpoint/2010/main" val="9631494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err="1"/>
              <a:t>L’esb</a:t>
            </a:r>
            <a:r>
              <a:rPr lang="fr-FR"/>
              <a:t> est a l’IT ce que la poste est a la vie.</a:t>
            </a:r>
          </a:p>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37</a:t>
            </a:fld>
            <a:endParaRPr lang="fr-FR"/>
          </a:p>
        </p:txBody>
      </p:sp>
    </p:spTree>
    <p:extLst>
      <p:ext uri="{BB962C8B-B14F-4D97-AF65-F5344CB8AC3E}">
        <p14:creationId xmlns:p14="http://schemas.microsoft.com/office/powerpoint/2010/main" val="19320224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38</a:t>
            </a:fld>
            <a:endParaRPr lang="fr-FR"/>
          </a:p>
        </p:txBody>
      </p:sp>
    </p:spTree>
    <p:extLst>
      <p:ext uri="{BB962C8B-B14F-4D97-AF65-F5344CB8AC3E}">
        <p14:creationId xmlns:p14="http://schemas.microsoft.com/office/powerpoint/2010/main" val="20693636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39</a:t>
            </a:fld>
            <a:endParaRPr lang="fr-FR"/>
          </a:p>
        </p:txBody>
      </p:sp>
    </p:spTree>
    <p:extLst>
      <p:ext uri="{BB962C8B-B14F-4D97-AF65-F5344CB8AC3E}">
        <p14:creationId xmlns:p14="http://schemas.microsoft.com/office/powerpoint/2010/main" val="12783696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5126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e l'en-tête 3"/>
          <p:cNvSpPr>
            <a:spLocks noGrp="1"/>
          </p:cNvSpPr>
          <p:nvPr>
            <p:ph type="hdr" sz="quarter"/>
          </p:nvPr>
        </p:nvSpPr>
        <p:spPr/>
        <p:txBody>
          <a:bodyPr/>
          <a:lstStyle/>
          <a:p>
            <a:r>
              <a:rPr lang="fr-FR"/>
              <a:t>AAA</a:t>
            </a:r>
          </a:p>
        </p:txBody>
      </p:sp>
      <p:sp>
        <p:nvSpPr>
          <p:cNvPr id="5" name="Espace réservé du pied de page 4"/>
          <p:cNvSpPr>
            <a:spLocks noGrp="1"/>
          </p:cNvSpPr>
          <p:nvPr>
            <p:ph type="ftr" sz="quarter" idx="4"/>
          </p:nvPr>
        </p:nvSpPr>
        <p:spPr/>
        <p:txBody>
          <a:bodyPr/>
          <a:lstStyle/>
          <a:p>
            <a:r>
              <a:rPr lang="fr-FR"/>
              <a:t>EEE</a:t>
            </a:r>
          </a:p>
        </p:txBody>
      </p:sp>
      <p:sp>
        <p:nvSpPr>
          <p:cNvPr id="6" name="Espace réservé du numéro de diapositive 5"/>
          <p:cNvSpPr>
            <a:spLocks noGrp="1"/>
          </p:cNvSpPr>
          <p:nvPr>
            <p:ph type="sldNum" sz="quarter" idx="5"/>
          </p:nvPr>
        </p:nvSpPr>
        <p:spPr/>
        <p:txBody>
          <a:bodyPr/>
          <a:lstStyle/>
          <a:p>
            <a:fld id="{64BD27B0-86CF-404D-9230-581FD8B15042}" type="slidenum">
              <a:rPr lang="fr-FR" smtClean="0"/>
              <a:t>42</a:t>
            </a:fld>
            <a:endParaRPr lang="fr-FR"/>
          </a:p>
        </p:txBody>
      </p:sp>
    </p:spTree>
    <p:extLst>
      <p:ext uri="{BB962C8B-B14F-4D97-AF65-F5344CB8AC3E}">
        <p14:creationId xmlns:p14="http://schemas.microsoft.com/office/powerpoint/2010/main" val="40721420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Ajouter une définition de l’ETL</a:t>
            </a:r>
          </a:p>
          <a:p>
            <a:endParaRPr lang="fr-FR"/>
          </a:p>
          <a:p>
            <a:r>
              <a:rPr lang="fr-FR" b="1"/>
              <a:t>Exemple</a:t>
            </a:r>
            <a:r>
              <a:rPr lang="fr-FR"/>
              <a:t> : synchronisation de bases de données (gros volumes) dans platform data ou pour de la BI </a:t>
            </a:r>
            <a:r>
              <a:rPr lang="fr-FR">
                <a:sym typeface="Wingdings" pitchFamily="2" charset="2"/>
              </a:rPr>
              <a:t> Alimentation </a:t>
            </a:r>
            <a:r>
              <a:rPr lang="fr-FR" err="1">
                <a:sym typeface="Wingdings" pitchFamily="2" charset="2"/>
              </a:rPr>
              <a:t>Snowflake</a:t>
            </a:r>
            <a:r>
              <a:rPr lang="fr-FR">
                <a:sym typeface="Wingdings" pitchFamily="2" charset="2"/>
              </a:rPr>
              <a:t> vers platform data</a:t>
            </a:r>
          </a:p>
          <a:p>
            <a:endParaRPr lang="fr-FR">
              <a:sym typeface="Wingdings" pitchFamily="2" charset="2"/>
            </a:endParaRPr>
          </a:p>
          <a:p>
            <a:endParaRPr lang="fr-FR"/>
          </a:p>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43</a:t>
            </a:fld>
            <a:endParaRPr lang="fr-FR"/>
          </a:p>
        </p:txBody>
      </p:sp>
    </p:spTree>
    <p:extLst>
      <p:ext uri="{BB962C8B-B14F-4D97-AF65-F5344CB8AC3E}">
        <p14:creationId xmlns:p14="http://schemas.microsoft.com/office/powerpoint/2010/main" val="34826730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72562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46</a:t>
            </a:fld>
            <a:endParaRPr lang="fr-FR"/>
          </a:p>
        </p:txBody>
      </p:sp>
    </p:spTree>
    <p:extLst>
      <p:ext uri="{BB962C8B-B14F-4D97-AF65-F5344CB8AC3E}">
        <p14:creationId xmlns:p14="http://schemas.microsoft.com/office/powerpoint/2010/main" val="6311182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82125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ARMOIRE ELECTRIQUE DE CHANTIERS ET DONNÉES DE GRUE</a:t>
            </a: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49</a:t>
            </a:fld>
            <a:endParaRPr lang="fr-FR"/>
          </a:p>
        </p:txBody>
      </p:sp>
    </p:spTree>
    <p:extLst>
      <p:ext uri="{BB962C8B-B14F-4D97-AF65-F5344CB8AC3E}">
        <p14:creationId xmlns:p14="http://schemas.microsoft.com/office/powerpoint/2010/main" val="7310342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55746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Sur MuleSoft, on pourrait assimiler l’API management à la couche </a:t>
            </a:r>
            <a:r>
              <a:rPr lang="fr-FR" err="1"/>
              <a:t>Experience</a:t>
            </a:r>
            <a:r>
              <a:rPr lang="fr-FR"/>
              <a:t> API et le reste à l’ESB.</a:t>
            </a: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51</a:t>
            </a:fld>
            <a:endParaRPr lang="fr-FR"/>
          </a:p>
        </p:txBody>
      </p:sp>
    </p:spTree>
    <p:extLst>
      <p:ext uri="{BB962C8B-B14F-4D97-AF65-F5344CB8AC3E}">
        <p14:creationId xmlns:p14="http://schemas.microsoft.com/office/powerpoint/2010/main" val="229016421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63770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38302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54</a:t>
            </a:fld>
            <a:endParaRPr lang="fr-FR"/>
          </a:p>
        </p:txBody>
      </p:sp>
    </p:spTree>
    <p:extLst>
      <p:ext uri="{BB962C8B-B14F-4D97-AF65-F5344CB8AC3E}">
        <p14:creationId xmlns:p14="http://schemas.microsoft.com/office/powerpoint/2010/main" val="15931468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55</a:t>
            </a:fld>
            <a:endParaRPr lang="fr-FR"/>
          </a:p>
        </p:txBody>
      </p:sp>
    </p:spTree>
    <p:extLst>
      <p:ext uri="{BB962C8B-B14F-4D97-AF65-F5344CB8AC3E}">
        <p14:creationId xmlns:p14="http://schemas.microsoft.com/office/powerpoint/2010/main" val="366069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778499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57</a:t>
            </a:fld>
            <a:endParaRPr lang="fr-FR"/>
          </a:p>
        </p:txBody>
      </p:sp>
    </p:spTree>
    <p:extLst>
      <p:ext uri="{BB962C8B-B14F-4D97-AF65-F5344CB8AC3E}">
        <p14:creationId xmlns:p14="http://schemas.microsoft.com/office/powerpoint/2010/main" val="8039725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58</a:t>
            </a:fld>
            <a:endParaRPr lang="fr-FR"/>
          </a:p>
        </p:txBody>
      </p:sp>
    </p:spTree>
    <p:extLst>
      <p:ext uri="{BB962C8B-B14F-4D97-AF65-F5344CB8AC3E}">
        <p14:creationId xmlns:p14="http://schemas.microsoft.com/office/powerpoint/2010/main" val="12326683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59</a:t>
            </a:fld>
            <a:endParaRPr lang="fr-FR"/>
          </a:p>
        </p:txBody>
      </p:sp>
    </p:spTree>
    <p:extLst>
      <p:ext uri="{BB962C8B-B14F-4D97-AF65-F5344CB8AC3E}">
        <p14:creationId xmlns:p14="http://schemas.microsoft.com/office/powerpoint/2010/main" val="80318473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114475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61</a:t>
            </a:fld>
            <a:endParaRPr lang="fr-FR"/>
          </a:p>
        </p:txBody>
      </p:sp>
    </p:spTree>
    <p:extLst>
      <p:ext uri="{BB962C8B-B14F-4D97-AF65-F5344CB8AC3E}">
        <p14:creationId xmlns:p14="http://schemas.microsoft.com/office/powerpoint/2010/main" val="21611978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85750" lvl="0" indent="-285750">
              <a:buFont typeface="Arial" panose="020B0604020202020204" pitchFamily="34" charset="0"/>
              <a:buChar char="•"/>
            </a:pPr>
            <a:r>
              <a:rPr lang="fr-FR" sz="1200" kern="0">
                <a:solidFill>
                  <a:schemeClr val="tx1"/>
                </a:solidFill>
                <a:latin typeface="+mn-lt"/>
                <a:ea typeface="+mn-ea"/>
                <a:cs typeface="+mn-cs"/>
              </a:rPr>
              <a:t>Un évènement est volatile mais </a:t>
            </a:r>
            <a:r>
              <a:rPr lang="fr-FR" sz="1200" b="1" kern="0">
                <a:solidFill>
                  <a:schemeClr val="tx1"/>
                </a:solidFill>
                <a:latin typeface="+mn-lt"/>
                <a:ea typeface="+mn-ea"/>
                <a:cs typeface="+mn-cs"/>
              </a:rPr>
              <a:t>certains évènements offrent de la valeur à être stockés pour une analyse ultérieure </a:t>
            </a:r>
            <a:r>
              <a:rPr lang="fr-FR" sz="1200" kern="0">
                <a:solidFill>
                  <a:schemeClr val="tx1"/>
                </a:solidFill>
                <a:latin typeface="+mn-lt"/>
                <a:ea typeface="+mn-ea"/>
                <a:cs typeface="+mn-cs"/>
              </a:rPr>
              <a:t>ou à être consommés par des SA concernés. L’évènement se doit donc d’être persisté le temps que tous les consommateurs le consomment. (SA=Système Applicatif)</a:t>
            </a:r>
          </a:p>
          <a:p>
            <a:pPr marL="285750" lvl="0" indent="-285750">
              <a:buFont typeface="Arial" panose="020B0604020202020204" pitchFamily="34" charset="0"/>
              <a:buChar char="•"/>
            </a:pPr>
            <a:endParaRPr lang="fr-FR" sz="1200" kern="0">
              <a:solidFill>
                <a:schemeClr val="tx1"/>
              </a:solidFill>
              <a:latin typeface="+mn-lt"/>
              <a:ea typeface="+mn-ea"/>
              <a:cs typeface="+mn-cs"/>
            </a:endParaRPr>
          </a:p>
          <a:p>
            <a:pPr marL="285750" lvl="0" indent="-285750">
              <a:buFont typeface="Arial" panose="020B0604020202020204" pitchFamily="34" charset="0"/>
              <a:buChar char="•"/>
            </a:pPr>
            <a:r>
              <a:rPr lang="fr-FR" sz="1200" kern="0">
                <a:solidFill>
                  <a:schemeClr val="tx1"/>
                </a:solidFill>
                <a:latin typeface="+mn-lt"/>
                <a:ea typeface="+mn-ea"/>
                <a:cs typeface="+mn-cs"/>
              </a:rPr>
              <a:t>Certains évènements doivent être archivés pour répondre à la question : </a:t>
            </a:r>
          </a:p>
          <a:p>
            <a:pPr lvl="0"/>
            <a:r>
              <a:rPr lang="fr-FR" sz="1200" b="1" kern="0">
                <a:solidFill>
                  <a:schemeClr val="tx1"/>
                </a:solidFill>
                <a:latin typeface="+mn-lt"/>
                <a:ea typeface="+mn-ea"/>
                <a:cs typeface="+mn-cs"/>
              </a:rPr>
              <a:t>	Pourquoi la donnée a changé de valeur ou d’état ?</a:t>
            </a:r>
          </a:p>
          <a:p>
            <a:pPr lvl="0"/>
            <a:endParaRPr lang="fr-FR" sz="1200" b="1" kern="0">
              <a:solidFill>
                <a:schemeClr val="tx1"/>
              </a:solidFill>
              <a:latin typeface="+mn-lt"/>
              <a:ea typeface="+mn-ea"/>
              <a:cs typeface="+mn-cs"/>
            </a:endParaRPr>
          </a:p>
          <a:p>
            <a:pPr lvl="0"/>
            <a:r>
              <a:rPr lang="fr-FR" sz="1200" b="1" kern="0">
                <a:solidFill>
                  <a:schemeClr val="tx1"/>
                </a:solidFill>
                <a:latin typeface="+mn-lt"/>
                <a:ea typeface="+mn-ea"/>
                <a:cs typeface="+mn-cs"/>
              </a:rPr>
              <a:t>EDA : Event </a:t>
            </a:r>
            <a:r>
              <a:rPr lang="fr-FR" sz="1200" b="1" kern="0" err="1">
                <a:solidFill>
                  <a:schemeClr val="tx1"/>
                </a:solidFill>
                <a:latin typeface="+mn-lt"/>
                <a:ea typeface="+mn-ea"/>
                <a:cs typeface="+mn-cs"/>
              </a:rPr>
              <a:t>driven</a:t>
            </a:r>
            <a:r>
              <a:rPr lang="fr-FR" sz="1200" b="1" kern="0">
                <a:solidFill>
                  <a:schemeClr val="tx1"/>
                </a:solidFill>
                <a:latin typeface="+mn-lt"/>
                <a:ea typeface="+mn-ea"/>
                <a:cs typeface="+mn-cs"/>
              </a:rPr>
              <a:t> Architecture</a:t>
            </a:r>
          </a:p>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62</a:t>
            </a:fld>
            <a:endParaRPr lang="fr-FR"/>
          </a:p>
        </p:txBody>
      </p:sp>
    </p:spTree>
    <p:extLst>
      <p:ext uri="{BB962C8B-B14F-4D97-AF65-F5344CB8AC3E}">
        <p14:creationId xmlns:p14="http://schemas.microsoft.com/office/powerpoint/2010/main" val="181980793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85750" lvl="0" indent="-285750">
              <a:buFont typeface="Arial" panose="020B0604020202020204" pitchFamily="34" charset="0"/>
              <a:buChar char="•"/>
            </a:pPr>
            <a:r>
              <a:rPr lang="fr-FR" sz="1200" kern="0">
                <a:solidFill>
                  <a:schemeClr val="tx1"/>
                </a:solidFill>
                <a:latin typeface="+mn-lt"/>
                <a:ea typeface="+mn-ea"/>
                <a:cs typeface="+mn-cs"/>
              </a:rPr>
              <a:t>Un évènement est volatile mais </a:t>
            </a:r>
            <a:r>
              <a:rPr lang="fr-FR" sz="1200" b="1" kern="0">
                <a:solidFill>
                  <a:schemeClr val="tx1"/>
                </a:solidFill>
                <a:latin typeface="+mn-lt"/>
                <a:ea typeface="+mn-ea"/>
                <a:cs typeface="+mn-cs"/>
              </a:rPr>
              <a:t>certains évènements offrent de la valeur à être stockés pour une analyse ultérieure </a:t>
            </a:r>
            <a:r>
              <a:rPr lang="fr-FR" sz="1200" kern="0">
                <a:solidFill>
                  <a:schemeClr val="tx1"/>
                </a:solidFill>
                <a:latin typeface="+mn-lt"/>
                <a:ea typeface="+mn-ea"/>
                <a:cs typeface="+mn-cs"/>
              </a:rPr>
              <a:t>ou à être consommés par des SA concernés. L’évènement se doit donc d’être persisté le temps que tous les consommateurs le consomment. (SA=Système Applicatif)</a:t>
            </a:r>
          </a:p>
          <a:p>
            <a:pPr marL="285750" lvl="0" indent="-285750">
              <a:buFont typeface="Arial" panose="020B0604020202020204" pitchFamily="34" charset="0"/>
              <a:buChar char="•"/>
            </a:pPr>
            <a:endParaRPr lang="fr-FR" sz="1200" kern="0">
              <a:solidFill>
                <a:schemeClr val="tx1"/>
              </a:solidFill>
              <a:latin typeface="+mn-lt"/>
              <a:ea typeface="+mn-ea"/>
              <a:cs typeface="+mn-cs"/>
            </a:endParaRPr>
          </a:p>
          <a:p>
            <a:pPr marL="285750" lvl="0" indent="-285750">
              <a:buFont typeface="Arial" panose="020B0604020202020204" pitchFamily="34" charset="0"/>
              <a:buChar char="•"/>
            </a:pPr>
            <a:r>
              <a:rPr lang="fr-FR" sz="1200" kern="0">
                <a:solidFill>
                  <a:schemeClr val="tx1"/>
                </a:solidFill>
                <a:latin typeface="+mn-lt"/>
                <a:ea typeface="+mn-ea"/>
                <a:cs typeface="+mn-cs"/>
              </a:rPr>
              <a:t>Certains évènements doivent être archivés pour répondre à la question : </a:t>
            </a:r>
          </a:p>
          <a:p>
            <a:pPr lvl="0"/>
            <a:r>
              <a:rPr lang="fr-FR" sz="1200" b="1" kern="0">
                <a:solidFill>
                  <a:schemeClr val="tx1"/>
                </a:solidFill>
                <a:latin typeface="+mn-lt"/>
                <a:ea typeface="+mn-ea"/>
                <a:cs typeface="+mn-cs"/>
              </a:rPr>
              <a:t>	Pourquoi la donnée a changé de valeur ou d’état ?</a:t>
            </a:r>
          </a:p>
          <a:p>
            <a:pPr lvl="0"/>
            <a:endParaRPr lang="fr-FR" sz="1200" b="1" kern="0">
              <a:solidFill>
                <a:schemeClr val="tx1"/>
              </a:solidFill>
              <a:latin typeface="+mn-lt"/>
              <a:ea typeface="+mn-ea"/>
              <a:cs typeface="+mn-cs"/>
            </a:endParaRPr>
          </a:p>
          <a:p>
            <a:pPr lvl="0"/>
            <a:r>
              <a:rPr lang="fr-FR" sz="1200" b="1" kern="0">
                <a:solidFill>
                  <a:schemeClr val="tx1"/>
                </a:solidFill>
                <a:latin typeface="+mn-lt"/>
                <a:ea typeface="+mn-ea"/>
                <a:cs typeface="+mn-cs"/>
              </a:rPr>
              <a:t>EDA : Event </a:t>
            </a:r>
            <a:r>
              <a:rPr lang="fr-FR" sz="1200" b="1" kern="0" err="1">
                <a:solidFill>
                  <a:schemeClr val="tx1"/>
                </a:solidFill>
                <a:latin typeface="+mn-lt"/>
                <a:ea typeface="+mn-ea"/>
                <a:cs typeface="+mn-cs"/>
              </a:rPr>
              <a:t>driven</a:t>
            </a:r>
            <a:r>
              <a:rPr lang="fr-FR" sz="1200" b="1" kern="0">
                <a:solidFill>
                  <a:schemeClr val="tx1"/>
                </a:solidFill>
                <a:latin typeface="+mn-lt"/>
                <a:ea typeface="+mn-ea"/>
                <a:cs typeface="+mn-cs"/>
              </a:rPr>
              <a:t> Architecture</a:t>
            </a:r>
          </a:p>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63</a:t>
            </a:fld>
            <a:endParaRPr lang="fr-FR"/>
          </a:p>
        </p:txBody>
      </p:sp>
    </p:spTree>
    <p:extLst>
      <p:ext uri="{BB962C8B-B14F-4D97-AF65-F5344CB8AC3E}">
        <p14:creationId xmlns:p14="http://schemas.microsoft.com/office/powerpoint/2010/main" val="21331159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t>Suite à l’envoi d’un message, l’application émettrice n’attend pas forcément de réponse fonctionnelle mais elle peut attendre un acquittement technique permettant de s’assurer que le message a bien été pris en compte par le broker.</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t>Le ou les traitements déclenchés par l’envoi d’un message ne bloque pas le traitement de l’application qui a émis le message déclencheur</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t>En revanche le résultat d’un traitement peut être diffusé pour en déclencher d’autres, potentiellement sur l’application émettrice du message initial  </a:t>
            </a:r>
          </a:p>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64</a:t>
            </a:fld>
            <a:endParaRPr lang="fr-FR"/>
          </a:p>
        </p:txBody>
      </p:sp>
    </p:spTree>
    <p:extLst>
      <p:ext uri="{BB962C8B-B14F-4D97-AF65-F5344CB8AC3E}">
        <p14:creationId xmlns:p14="http://schemas.microsoft.com/office/powerpoint/2010/main" val="24881995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65</a:t>
            </a:fld>
            <a:endParaRPr lang="fr-FR"/>
          </a:p>
        </p:txBody>
      </p:sp>
    </p:spTree>
    <p:extLst>
      <p:ext uri="{BB962C8B-B14F-4D97-AF65-F5344CB8AC3E}">
        <p14:creationId xmlns:p14="http://schemas.microsoft.com/office/powerpoint/2010/main" val="81318485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66</a:t>
            </a:fld>
            <a:endParaRPr lang="fr-FR"/>
          </a:p>
        </p:txBody>
      </p:sp>
    </p:spTree>
    <p:extLst>
      <p:ext uri="{BB962C8B-B14F-4D97-AF65-F5344CB8AC3E}">
        <p14:creationId xmlns:p14="http://schemas.microsoft.com/office/powerpoint/2010/main" val="195672625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67</a:t>
            </a:fld>
            <a:endParaRPr lang="fr-FR"/>
          </a:p>
        </p:txBody>
      </p:sp>
    </p:spTree>
    <p:extLst>
      <p:ext uri="{BB962C8B-B14F-4D97-AF65-F5344CB8AC3E}">
        <p14:creationId xmlns:p14="http://schemas.microsoft.com/office/powerpoint/2010/main" val="37254188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strike="noStrike" kern="1200">
                <a:solidFill>
                  <a:schemeClr val="tx1"/>
                </a:solidFill>
                <a:effectLst/>
                <a:latin typeface="+mn-lt"/>
                <a:ea typeface="+mn-ea"/>
                <a:cs typeface="+mn-cs"/>
              </a:rPr>
              <a:t>Il arrive très souvent qu’un service soit temporairement indisponible, en raison par exemple de coupures réseau transitoires, d’une surcharge ponctuelle ou d’une corruption de paquets. Le pattern </a:t>
            </a:r>
            <a:r>
              <a:rPr lang="fr-FR" sz="1200" b="1" i="0" u="none" strike="noStrike" kern="1200" err="1">
                <a:solidFill>
                  <a:schemeClr val="tx1"/>
                </a:solidFill>
                <a:effectLst/>
                <a:latin typeface="+mn-lt"/>
                <a:ea typeface="+mn-ea"/>
                <a:cs typeface="+mn-cs"/>
              </a:rPr>
              <a:t>Retry</a:t>
            </a:r>
            <a:r>
              <a:rPr lang="fr-FR" sz="1200" b="0" i="0" u="none" strike="noStrike" kern="1200">
                <a:solidFill>
                  <a:schemeClr val="tx1"/>
                </a:solidFill>
                <a:effectLst/>
                <a:latin typeface="+mn-lt"/>
                <a:ea typeface="+mn-ea"/>
                <a:cs typeface="+mn-cs"/>
              </a:rPr>
              <a:t> peut être sollicité dans ce cas afin d’assurer la poursuite d’une opération de manière transparente. Suite à un premier échec, l’opération est à nouveau exécutée un certain nombre de fois après un délai (pouvant être incrémenté à chaque tentative), jusqu’à ce qu’elle soit réalisée ou que le nombre total d’essais soit atteint. La principale difficulté dans l’application de ce pattern réside dans le choix de valeurs correctes pour la durée du délai et le nombre de tentatives. </a:t>
            </a:r>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68</a:t>
            </a:fld>
            <a:endParaRPr lang="fr-FR"/>
          </a:p>
        </p:txBody>
      </p:sp>
    </p:spTree>
    <p:extLst>
      <p:ext uri="{BB962C8B-B14F-4D97-AF65-F5344CB8AC3E}">
        <p14:creationId xmlns:p14="http://schemas.microsoft.com/office/powerpoint/2010/main" val="42825969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strike="noStrike" kern="1200">
                <a:solidFill>
                  <a:schemeClr val="tx1"/>
                </a:solidFill>
                <a:effectLst/>
                <a:latin typeface="+mn-lt"/>
                <a:ea typeface="+mn-ea"/>
                <a:cs typeface="+mn-cs"/>
              </a:rPr>
              <a:t>Le </a:t>
            </a:r>
            <a:r>
              <a:rPr lang="fr-FR" sz="1200" b="1" i="0" u="none" strike="noStrike" kern="1200">
                <a:solidFill>
                  <a:schemeClr val="tx1"/>
                </a:solidFill>
                <a:effectLst/>
                <a:latin typeface="+mn-lt"/>
                <a:ea typeface="+mn-ea"/>
                <a:cs typeface="+mn-cs"/>
              </a:rPr>
              <a:t>Circuit Breaker </a:t>
            </a:r>
            <a:r>
              <a:rPr lang="fr-FR" sz="1200" b="0" i="0" u="none" strike="noStrike" kern="1200">
                <a:solidFill>
                  <a:schemeClr val="tx1"/>
                </a:solidFill>
                <a:effectLst/>
                <a:latin typeface="+mn-lt"/>
                <a:ea typeface="+mn-ea"/>
                <a:cs typeface="+mn-cs"/>
              </a:rPr>
              <a:t>est l’un de ceux les plus utilisés. Le but de ce pattern est d’éviter qu’une application continue d’effectuer une opération si celle-ci est susceptible de défaillances. On se base sur trois états : fermé, ouvert, semi-ouvert. Dans l’état fermé, le nombre de défaillances est enregistré dans un compteur. Si le décompte atteint un seuil spécifié, le circuit est ouvert et l’opération n’est plus exécutée (le courant ne passe plus). Après un timeout d’une durée reconfigurable, le circuit est à nouveau refermé après être passé par l’état semi-ouvert intermédiaire.</a:t>
            </a:r>
          </a:p>
          <a:p>
            <a:r>
              <a:rPr lang="fr-FR" sz="1200" b="0" i="0" u="none" strike="noStrike" kern="1200">
                <a:solidFill>
                  <a:schemeClr val="tx1"/>
                </a:solidFill>
                <a:effectLst/>
                <a:latin typeface="+mn-lt"/>
                <a:ea typeface="+mn-ea"/>
                <a:cs typeface="+mn-cs"/>
              </a:rPr>
              <a:t>Afin d’anticiper les dysfonctionnements et d’éviter les blocages qu’ils entraînent, il est intéressant de concevoir les applications avec la notion de </a:t>
            </a:r>
            <a:r>
              <a:rPr lang="fr-FR" sz="1200" b="1" i="0" u="none" strike="noStrike" kern="1200">
                <a:solidFill>
                  <a:schemeClr val="tx1"/>
                </a:solidFill>
                <a:effectLst/>
                <a:latin typeface="+mn-lt"/>
                <a:ea typeface="+mn-ea"/>
                <a:cs typeface="+mn-cs"/>
              </a:rPr>
              <a:t>Design for </a:t>
            </a:r>
            <a:r>
              <a:rPr lang="fr-FR" sz="1200" b="1" i="0" u="none" strike="noStrike" kern="1200" err="1">
                <a:solidFill>
                  <a:schemeClr val="tx1"/>
                </a:solidFill>
                <a:effectLst/>
                <a:latin typeface="+mn-lt"/>
                <a:ea typeface="+mn-ea"/>
                <a:cs typeface="+mn-cs"/>
              </a:rPr>
              <a:t>failure</a:t>
            </a:r>
            <a:r>
              <a:rPr lang="fr-FR" sz="1200" b="0" i="0" u="none" strike="noStrike" kern="1200">
                <a:solidFill>
                  <a:schemeClr val="tx1"/>
                </a:solidFill>
                <a:effectLst/>
                <a:latin typeface="+mn-lt"/>
                <a:ea typeface="+mn-ea"/>
                <a:cs typeface="+mn-cs"/>
              </a:rPr>
              <a:t>. Suivre ce modèle de conception c’est permettre aux applications de rester disponibles même si l’infrastructure matérielle est hors service. La prévention contre les pannes, directement intégrée aux blocs applicatifs, n’est plus ainsi de la responsabilité exclusive du système sous-jacent (répartition de charge, redondance, etc.).</a:t>
            </a:r>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69</a:t>
            </a:fld>
            <a:endParaRPr lang="fr-FR"/>
          </a:p>
        </p:txBody>
      </p:sp>
    </p:spTree>
    <p:extLst>
      <p:ext uri="{BB962C8B-B14F-4D97-AF65-F5344CB8AC3E}">
        <p14:creationId xmlns:p14="http://schemas.microsoft.com/office/powerpoint/2010/main" val="94670268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86968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72</a:t>
            </a:fld>
            <a:endParaRPr lang="fr-FR"/>
          </a:p>
        </p:txBody>
      </p:sp>
    </p:spTree>
    <p:extLst>
      <p:ext uri="{BB962C8B-B14F-4D97-AF65-F5344CB8AC3E}">
        <p14:creationId xmlns:p14="http://schemas.microsoft.com/office/powerpoint/2010/main" val="14478410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73</a:t>
            </a:fld>
            <a:endParaRPr lang="fr-FR"/>
          </a:p>
        </p:txBody>
      </p:sp>
    </p:spTree>
    <p:extLst>
      <p:ext uri="{BB962C8B-B14F-4D97-AF65-F5344CB8AC3E}">
        <p14:creationId xmlns:p14="http://schemas.microsoft.com/office/powerpoint/2010/main" val="269854866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860301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983867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76</a:t>
            </a:fld>
            <a:endParaRPr lang="fr-FR"/>
          </a:p>
        </p:txBody>
      </p:sp>
    </p:spTree>
    <p:extLst>
      <p:ext uri="{BB962C8B-B14F-4D97-AF65-F5344CB8AC3E}">
        <p14:creationId xmlns:p14="http://schemas.microsoft.com/office/powerpoint/2010/main" val="64960672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77</a:t>
            </a:fld>
            <a:endParaRPr lang="fr-FR"/>
          </a:p>
        </p:txBody>
      </p:sp>
    </p:spTree>
    <p:extLst>
      <p:ext uri="{BB962C8B-B14F-4D97-AF65-F5344CB8AC3E}">
        <p14:creationId xmlns:p14="http://schemas.microsoft.com/office/powerpoint/2010/main" val="141297873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Exemple d’un pivot : OIA</a:t>
            </a: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78</a:t>
            </a:fld>
            <a:endParaRPr lang="fr-FR"/>
          </a:p>
        </p:txBody>
      </p:sp>
    </p:spTree>
    <p:extLst>
      <p:ext uri="{BB962C8B-B14F-4D97-AF65-F5344CB8AC3E}">
        <p14:creationId xmlns:p14="http://schemas.microsoft.com/office/powerpoint/2010/main" val="57341995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79</a:t>
            </a:fld>
            <a:endParaRPr lang="fr-FR"/>
          </a:p>
        </p:txBody>
      </p:sp>
    </p:spTree>
    <p:extLst>
      <p:ext uri="{BB962C8B-B14F-4D97-AF65-F5344CB8AC3E}">
        <p14:creationId xmlns:p14="http://schemas.microsoft.com/office/powerpoint/2010/main" val="193223211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80</a:t>
            </a:fld>
            <a:endParaRPr lang="fr-FR"/>
          </a:p>
        </p:txBody>
      </p:sp>
    </p:spTree>
    <p:extLst>
      <p:ext uri="{BB962C8B-B14F-4D97-AF65-F5344CB8AC3E}">
        <p14:creationId xmlns:p14="http://schemas.microsoft.com/office/powerpoint/2010/main" val="293603494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41053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1" u="none" strike="noStrike" kern="1200" err="1">
                <a:solidFill>
                  <a:schemeClr val="tx1"/>
                </a:solidFill>
                <a:effectLst/>
                <a:latin typeface="+mn-lt"/>
                <a:ea typeface="+mn-ea"/>
                <a:cs typeface="+mn-cs"/>
              </a:rPr>
              <a:t>Fire</a:t>
            </a:r>
            <a:r>
              <a:rPr lang="fr-FR" sz="1200" b="0" i="1" u="none" strike="noStrike" kern="1200">
                <a:solidFill>
                  <a:schemeClr val="tx1"/>
                </a:solidFill>
                <a:effectLst/>
                <a:latin typeface="+mn-lt"/>
                <a:ea typeface="+mn-ea"/>
                <a:cs typeface="+mn-cs"/>
              </a:rPr>
              <a:t>-and-Forget </a:t>
            </a:r>
            <a:r>
              <a:rPr lang="fr-FR" sz="1200" b="0" i="0" u="none" strike="noStrike" kern="1200">
                <a:solidFill>
                  <a:schemeClr val="tx1"/>
                </a:solidFill>
                <a:effectLst/>
                <a:latin typeface="+mn-lt"/>
                <a:ea typeface="+mn-ea"/>
                <a:cs typeface="+mn-cs"/>
              </a:rPr>
              <a:t>fournit le plus lâche de tous les accouplements possibles : l'auteur</a:t>
            </a:r>
            <a:r>
              <a:rPr lang="fr-FR" sz="1200" b="0" i="1" u="none" strike="noStrike" kern="1200">
                <a:solidFill>
                  <a:schemeClr val="tx1"/>
                </a:solidFill>
                <a:effectLst/>
                <a:latin typeface="+mn-lt"/>
                <a:ea typeface="+mn-ea"/>
                <a:cs typeface="+mn-cs"/>
              </a:rPr>
              <a:t> n'a</a:t>
            </a:r>
            <a:r>
              <a:rPr lang="fr-FR" sz="1200" b="0" i="0" u="none" strike="noStrike" kern="1200">
                <a:solidFill>
                  <a:schemeClr val="tx1"/>
                </a:solidFill>
                <a:effectLst/>
                <a:latin typeface="+mn-lt"/>
                <a:ea typeface="+mn-ea"/>
                <a:cs typeface="+mn-cs"/>
              </a:rPr>
              <a:t> pas besoin de savoir quoi que ce soit sur le </a:t>
            </a:r>
            <a:r>
              <a:rPr lang="fr-FR" sz="1200" b="0" i="1" u="none" strike="noStrike" kern="1200">
                <a:solidFill>
                  <a:schemeClr val="tx1"/>
                </a:solidFill>
                <a:effectLst/>
                <a:latin typeface="+mn-lt"/>
                <a:ea typeface="+mn-ea"/>
                <a:cs typeface="+mn-cs"/>
              </a:rPr>
              <a:t>destinataire</a:t>
            </a:r>
            <a:r>
              <a:rPr lang="fr-FR" sz="1200" b="0" i="0" u="none" strike="noStrike" kern="1200">
                <a:solidFill>
                  <a:schemeClr val="tx1"/>
                </a:solidFill>
                <a:effectLst/>
                <a:latin typeface="+mn-lt"/>
                <a:ea typeface="+mn-ea"/>
                <a:cs typeface="+mn-cs"/>
              </a:rPr>
              <a:t>, y compris combien il y en a ou ce qu'il fait avec le message : il a pour but de notifier les autres systèmes sans que la suite du processus ne remette en question l’action du service initial. La simplicité et le couplage lâche de </a:t>
            </a:r>
            <a:r>
              <a:rPr lang="fr-FR" sz="1200" b="0" i="1" u="none" strike="noStrike" kern="1200" err="1">
                <a:solidFill>
                  <a:schemeClr val="tx1"/>
                </a:solidFill>
                <a:effectLst/>
                <a:latin typeface="+mn-lt"/>
                <a:ea typeface="+mn-ea"/>
                <a:cs typeface="+mn-cs"/>
              </a:rPr>
              <a:t>Fire</a:t>
            </a:r>
            <a:r>
              <a:rPr lang="fr-FR" sz="1200" b="0" i="1" u="none" strike="noStrike" kern="1200">
                <a:solidFill>
                  <a:schemeClr val="tx1"/>
                </a:solidFill>
                <a:effectLst/>
                <a:latin typeface="+mn-lt"/>
                <a:ea typeface="+mn-ea"/>
                <a:cs typeface="+mn-cs"/>
              </a:rPr>
              <a:t>-and-Forget </a:t>
            </a:r>
            <a:r>
              <a:rPr lang="fr-FR" sz="1200" b="0" i="0" u="none" strike="noStrike" kern="1200">
                <a:solidFill>
                  <a:schemeClr val="tx1"/>
                </a:solidFill>
                <a:effectLst/>
                <a:latin typeface="+mn-lt"/>
                <a:ea typeface="+mn-ea"/>
                <a:cs typeface="+mn-cs"/>
              </a:rPr>
              <a:t>ont un prix : la gestion des erreurs n'est pas possible car il n'y a pas de commentaires concernant la remise des messages. </a:t>
            </a:r>
          </a:p>
          <a:p>
            <a:endParaRPr lang="fr-FR" sz="1200" b="0" i="0" u="none" strike="noStrike" kern="1200">
              <a:solidFill>
                <a:schemeClr val="tx1"/>
              </a:solidFill>
              <a:effectLst/>
              <a:latin typeface="+mn-lt"/>
              <a:ea typeface="+mn-ea"/>
              <a:cs typeface="+mn-cs"/>
            </a:endParaRPr>
          </a:p>
          <a:p>
            <a:endParaRPr lang="fr-FR" sz="1200" b="0" i="0" u="none" strike="noStrike" kern="1200">
              <a:solidFill>
                <a:schemeClr val="tx1"/>
              </a:solidFill>
              <a:effectLst/>
              <a:latin typeface="+mn-lt"/>
              <a:ea typeface="+mn-ea"/>
              <a:cs typeface="+mn-cs"/>
            </a:endParaRPr>
          </a:p>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82</a:t>
            </a:fld>
            <a:endParaRPr lang="fr-FR"/>
          </a:p>
        </p:txBody>
      </p:sp>
    </p:spTree>
    <p:extLst>
      <p:ext uri="{BB962C8B-B14F-4D97-AF65-F5344CB8AC3E}">
        <p14:creationId xmlns:p14="http://schemas.microsoft.com/office/powerpoint/2010/main" val="402728475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1" u="none" strike="noStrike" kern="1200" err="1">
                <a:solidFill>
                  <a:schemeClr val="tx1"/>
                </a:solidFill>
                <a:effectLst/>
                <a:latin typeface="+mn-lt"/>
                <a:ea typeface="+mn-ea"/>
                <a:cs typeface="+mn-cs"/>
              </a:rPr>
              <a:t>Fire</a:t>
            </a:r>
            <a:r>
              <a:rPr lang="fr-FR" sz="1200" b="0" i="1" u="none" strike="noStrike" kern="1200">
                <a:solidFill>
                  <a:schemeClr val="tx1"/>
                </a:solidFill>
                <a:effectLst/>
                <a:latin typeface="+mn-lt"/>
                <a:ea typeface="+mn-ea"/>
                <a:cs typeface="+mn-cs"/>
              </a:rPr>
              <a:t>-and-Forget </a:t>
            </a:r>
            <a:r>
              <a:rPr lang="fr-FR" sz="1200" b="0" i="0" u="none" strike="noStrike" kern="1200">
                <a:solidFill>
                  <a:schemeClr val="tx1"/>
                </a:solidFill>
                <a:effectLst/>
                <a:latin typeface="+mn-lt"/>
                <a:ea typeface="+mn-ea"/>
                <a:cs typeface="+mn-cs"/>
              </a:rPr>
              <a:t>fournit le plus lâche de tous les accouplements possibles : l'auteur</a:t>
            </a:r>
            <a:r>
              <a:rPr lang="fr-FR" sz="1200" b="0" i="1" u="none" strike="noStrike" kern="1200">
                <a:solidFill>
                  <a:schemeClr val="tx1"/>
                </a:solidFill>
                <a:effectLst/>
                <a:latin typeface="+mn-lt"/>
                <a:ea typeface="+mn-ea"/>
                <a:cs typeface="+mn-cs"/>
              </a:rPr>
              <a:t> n'a</a:t>
            </a:r>
            <a:r>
              <a:rPr lang="fr-FR" sz="1200" b="0" i="0" u="none" strike="noStrike" kern="1200">
                <a:solidFill>
                  <a:schemeClr val="tx1"/>
                </a:solidFill>
                <a:effectLst/>
                <a:latin typeface="+mn-lt"/>
                <a:ea typeface="+mn-ea"/>
                <a:cs typeface="+mn-cs"/>
              </a:rPr>
              <a:t> pas besoin de savoir quoi que ce soit sur le </a:t>
            </a:r>
            <a:r>
              <a:rPr lang="fr-FR" sz="1200" b="0" i="1" u="none" strike="noStrike" kern="1200">
                <a:solidFill>
                  <a:schemeClr val="tx1"/>
                </a:solidFill>
                <a:effectLst/>
                <a:latin typeface="+mn-lt"/>
                <a:ea typeface="+mn-ea"/>
                <a:cs typeface="+mn-cs"/>
              </a:rPr>
              <a:t>destinataire</a:t>
            </a:r>
            <a:r>
              <a:rPr lang="fr-FR" sz="1200" b="0" i="0" u="none" strike="noStrike" kern="1200">
                <a:solidFill>
                  <a:schemeClr val="tx1"/>
                </a:solidFill>
                <a:effectLst/>
                <a:latin typeface="+mn-lt"/>
                <a:ea typeface="+mn-ea"/>
                <a:cs typeface="+mn-cs"/>
              </a:rPr>
              <a:t>, y compris combien il y en a ou ce qu'il fait avec le message : il a pour but de notifier les autres systèmes sans que la suite du processus ne remette en question l’action du service initial. La simplicité et le couplage lâche de </a:t>
            </a:r>
            <a:r>
              <a:rPr lang="fr-FR" sz="1200" b="0" i="1" u="none" strike="noStrike" kern="1200" err="1">
                <a:solidFill>
                  <a:schemeClr val="tx1"/>
                </a:solidFill>
                <a:effectLst/>
                <a:latin typeface="+mn-lt"/>
                <a:ea typeface="+mn-ea"/>
                <a:cs typeface="+mn-cs"/>
              </a:rPr>
              <a:t>Fire</a:t>
            </a:r>
            <a:r>
              <a:rPr lang="fr-FR" sz="1200" b="0" i="1" u="none" strike="noStrike" kern="1200">
                <a:solidFill>
                  <a:schemeClr val="tx1"/>
                </a:solidFill>
                <a:effectLst/>
                <a:latin typeface="+mn-lt"/>
                <a:ea typeface="+mn-ea"/>
                <a:cs typeface="+mn-cs"/>
              </a:rPr>
              <a:t>-and-Forget </a:t>
            </a:r>
            <a:r>
              <a:rPr lang="fr-FR" sz="1200" b="0" i="0" u="none" strike="noStrike" kern="1200">
                <a:solidFill>
                  <a:schemeClr val="tx1"/>
                </a:solidFill>
                <a:effectLst/>
                <a:latin typeface="+mn-lt"/>
                <a:ea typeface="+mn-ea"/>
                <a:cs typeface="+mn-cs"/>
              </a:rPr>
              <a:t>ont un prix : la gestion des erreurs n'est pas possible car il n'y a pas de commentaires concernant la remise des messages. </a:t>
            </a:r>
          </a:p>
          <a:p>
            <a:endParaRPr lang="fr-FR" sz="1200" b="0" i="0" u="none" strike="noStrike" kern="1200">
              <a:solidFill>
                <a:schemeClr val="tx1"/>
              </a:solidFill>
              <a:effectLst/>
              <a:latin typeface="+mn-lt"/>
              <a:ea typeface="+mn-ea"/>
              <a:cs typeface="+mn-cs"/>
            </a:endParaRPr>
          </a:p>
          <a:p>
            <a:endParaRPr lang="fr-FR" sz="1200" b="0" i="0" u="none" strike="noStrike" kern="1200">
              <a:solidFill>
                <a:schemeClr val="tx1"/>
              </a:solidFill>
              <a:effectLst/>
              <a:latin typeface="+mn-lt"/>
              <a:ea typeface="+mn-ea"/>
              <a:cs typeface="+mn-cs"/>
            </a:endParaRPr>
          </a:p>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83</a:t>
            </a:fld>
            <a:endParaRPr lang="fr-FR"/>
          </a:p>
        </p:txBody>
      </p:sp>
    </p:spTree>
    <p:extLst>
      <p:ext uri="{BB962C8B-B14F-4D97-AF65-F5344CB8AC3E}">
        <p14:creationId xmlns:p14="http://schemas.microsoft.com/office/powerpoint/2010/main" val="365192976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84</a:t>
            </a:fld>
            <a:endParaRPr lang="fr-FR"/>
          </a:p>
        </p:txBody>
      </p:sp>
    </p:spTree>
    <p:extLst>
      <p:ext uri="{BB962C8B-B14F-4D97-AF65-F5344CB8AC3E}">
        <p14:creationId xmlns:p14="http://schemas.microsoft.com/office/powerpoint/2010/main" val="330910908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85</a:t>
            </a:fld>
            <a:endParaRPr lang="fr-FR"/>
          </a:p>
        </p:txBody>
      </p:sp>
    </p:spTree>
    <p:extLst>
      <p:ext uri="{BB962C8B-B14F-4D97-AF65-F5344CB8AC3E}">
        <p14:creationId xmlns:p14="http://schemas.microsoft.com/office/powerpoint/2010/main" val="77899571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86</a:t>
            </a:fld>
            <a:endParaRPr lang="fr-FR"/>
          </a:p>
        </p:txBody>
      </p:sp>
    </p:spTree>
    <p:extLst>
      <p:ext uri="{BB962C8B-B14F-4D97-AF65-F5344CB8AC3E}">
        <p14:creationId xmlns:p14="http://schemas.microsoft.com/office/powerpoint/2010/main" val="191143498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87</a:t>
            </a:fld>
            <a:endParaRPr lang="fr-FR"/>
          </a:p>
        </p:txBody>
      </p:sp>
    </p:spTree>
    <p:extLst>
      <p:ext uri="{BB962C8B-B14F-4D97-AF65-F5344CB8AC3E}">
        <p14:creationId xmlns:p14="http://schemas.microsoft.com/office/powerpoint/2010/main" val="332810741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88</a:t>
            </a:fld>
            <a:endParaRPr lang="fr-FR"/>
          </a:p>
        </p:txBody>
      </p:sp>
    </p:spTree>
    <p:extLst>
      <p:ext uri="{BB962C8B-B14F-4D97-AF65-F5344CB8AC3E}">
        <p14:creationId xmlns:p14="http://schemas.microsoft.com/office/powerpoint/2010/main" val="226101236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89</a:t>
            </a:fld>
            <a:endParaRPr lang="fr-FR"/>
          </a:p>
        </p:txBody>
      </p:sp>
    </p:spTree>
    <p:extLst>
      <p:ext uri="{BB962C8B-B14F-4D97-AF65-F5344CB8AC3E}">
        <p14:creationId xmlns:p14="http://schemas.microsoft.com/office/powerpoint/2010/main" val="274441063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90</a:t>
            </a:fld>
            <a:endParaRPr lang="fr-FR"/>
          </a:p>
        </p:txBody>
      </p:sp>
    </p:spTree>
    <p:extLst>
      <p:ext uri="{BB962C8B-B14F-4D97-AF65-F5344CB8AC3E}">
        <p14:creationId xmlns:p14="http://schemas.microsoft.com/office/powerpoint/2010/main" val="273153256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91</a:t>
            </a:fld>
            <a:endParaRPr lang="fr-FR"/>
          </a:p>
        </p:txBody>
      </p:sp>
    </p:spTree>
    <p:extLst>
      <p:ext uri="{BB962C8B-B14F-4D97-AF65-F5344CB8AC3E}">
        <p14:creationId xmlns:p14="http://schemas.microsoft.com/office/powerpoint/2010/main" val="325286036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Abonné 2 faire le filtrage en changeant Bleu et violet par autre chose</a:t>
            </a:r>
          </a:p>
          <a:p>
            <a:r>
              <a:rPr lang="fr-FR"/>
              <a:t>Changer la légende</a:t>
            </a:r>
          </a:p>
          <a:p>
            <a:r>
              <a:rPr lang="fr-FR"/>
              <a:t>Faire une phrase sur le push/pull</a:t>
            </a: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92</a:t>
            </a:fld>
            <a:endParaRPr lang="fr-FR"/>
          </a:p>
        </p:txBody>
      </p:sp>
    </p:spTree>
    <p:extLst>
      <p:ext uri="{BB962C8B-B14F-4D97-AF65-F5344CB8AC3E}">
        <p14:creationId xmlns:p14="http://schemas.microsoft.com/office/powerpoint/2010/main" val="11794949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Abonné 2 faire le filtrage en changeant Bleu et violet par autre chose</a:t>
            </a:r>
          </a:p>
          <a:p>
            <a:r>
              <a:rPr lang="fr-FR"/>
              <a:t>Changer la légende</a:t>
            </a:r>
          </a:p>
          <a:p>
            <a:r>
              <a:rPr lang="fr-FR"/>
              <a:t>Faire une phrase sur le push/pull</a:t>
            </a: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93</a:t>
            </a:fld>
            <a:endParaRPr lang="fr-FR"/>
          </a:p>
        </p:txBody>
      </p:sp>
    </p:spTree>
    <p:extLst>
      <p:ext uri="{BB962C8B-B14F-4D97-AF65-F5344CB8AC3E}">
        <p14:creationId xmlns:p14="http://schemas.microsoft.com/office/powerpoint/2010/main" val="132808114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94</a:t>
            </a:fld>
            <a:endParaRPr lang="fr-FR"/>
          </a:p>
        </p:txBody>
      </p:sp>
    </p:spTree>
    <p:extLst>
      <p:ext uri="{BB962C8B-B14F-4D97-AF65-F5344CB8AC3E}">
        <p14:creationId xmlns:p14="http://schemas.microsoft.com/office/powerpoint/2010/main" val="184491292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95</a:t>
            </a:fld>
            <a:endParaRPr lang="fr-FR"/>
          </a:p>
        </p:txBody>
      </p:sp>
    </p:spTree>
    <p:extLst>
      <p:ext uri="{BB962C8B-B14F-4D97-AF65-F5344CB8AC3E}">
        <p14:creationId xmlns:p14="http://schemas.microsoft.com/office/powerpoint/2010/main" val="230919127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294587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97</a:t>
            </a:fld>
            <a:endParaRPr lang="fr-FR"/>
          </a:p>
        </p:txBody>
      </p:sp>
    </p:spTree>
    <p:extLst>
      <p:ext uri="{BB962C8B-B14F-4D97-AF65-F5344CB8AC3E}">
        <p14:creationId xmlns:p14="http://schemas.microsoft.com/office/powerpoint/2010/main" val="124992519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98</a:t>
            </a:fld>
            <a:endParaRPr lang="fr-FR"/>
          </a:p>
        </p:txBody>
      </p:sp>
    </p:spTree>
    <p:extLst>
      <p:ext uri="{BB962C8B-B14F-4D97-AF65-F5344CB8AC3E}">
        <p14:creationId xmlns:p14="http://schemas.microsoft.com/office/powerpoint/2010/main" val="406025182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85750" indent="-285750">
              <a:buClr>
                <a:schemeClr val="tx2"/>
              </a:buClr>
              <a:buFont typeface="Arial" panose="020B0604020202020204" pitchFamily="34" charset="0"/>
              <a:buChar char="•"/>
            </a:pPr>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99</a:t>
            </a:fld>
            <a:endParaRPr lang="fr-FR"/>
          </a:p>
        </p:txBody>
      </p:sp>
    </p:spTree>
    <p:extLst>
      <p:ext uri="{BB962C8B-B14F-4D97-AF65-F5344CB8AC3E}">
        <p14:creationId xmlns:p14="http://schemas.microsoft.com/office/powerpoint/2010/main" val="189843076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85750" indent="-285750">
              <a:buClr>
                <a:schemeClr val="tx2"/>
              </a:buClr>
              <a:buFont typeface="Arial" panose="020B0604020202020204" pitchFamily="34" charset="0"/>
              <a:buChar char="•"/>
            </a:pPr>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100</a:t>
            </a:fld>
            <a:endParaRPr lang="fr-FR"/>
          </a:p>
        </p:txBody>
      </p:sp>
    </p:spTree>
    <p:extLst>
      <p:ext uri="{BB962C8B-B14F-4D97-AF65-F5344CB8AC3E}">
        <p14:creationId xmlns:p14="http://schemas.microsoft.com/office/powerpoint/2010/main" val="82250340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85750" indent="-285750">
              <a:buClr>
                <a:schemeClr val="tx2"/>
              </a:buClr>
              <a:buFont typeface="Arial" panose="020B0604020202020204" pitchFamily="34" charset="0"/>
              <a:buChar char="•"/>
            </a:pPr>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101</a:t>
            </a:fld>
            <a:endParaRPr lang="fr-FR"/>
          </a:p>
        </p:txBody>
      </p:sp>
    </p:spTree>
    <p:extLst>
      <p:ext uri="{BB962C8B-B14F-4D97-AF65-F5344CB8AC3E}">
        <p14:creationId xmlns:p14="http://schemas.microsoft.com/office/powerpoint/2010/main" val="413448797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85750" indent="-285750">
              <a:buClr>
                <a:schemeClr val="tx2"/>
              </a:buClr>
              <a:buFont typeface="Arial" panose="020B0604020202020204" pitchFamily="34" charset="0"/>
              <a:buChar char="•"/>
            </a:pPr>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102</a:t>
            </a:fld>
            <a:endParaRPr lang="fr-FR"/>
          </a:p>
        </p:txBody>
      </p:sp>
    </p:spTree>
    <p:extLst>
      <p:ext uri="{BB962C8B-B14F-4D97-AF65-F5344CB8AC3E}">
        <p14:creationId xmlns:p14="http://schemas.microsoft.com/office/powerpoint/2010/main" val="222012332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85750" indent="-285750">
              <a:buClr>
                <a:schemeClr val="tx2"/>
              </a:buClr>
              <a:buFont typeface="Arial" panose="020B0604020202020204" pitchFamily="34" charset="0"/>
              <a:buChar char="•"/>
            </a:pPr>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103</a:t>
            </a:fld>
            <a:endParaRPr lang="fr-FR"/>
          </a:p>
        </p:txBody>
      </p:sp>
    </p:spTree>
    <p:extLst>
      <p:ext uri="{BB962C8B-B14F-4D97-AF65-F5344CB8AC3E}">
        <p14:creationId xmlns:p14="http://schemas.microsoft.com/office/powerpoint/2010/main" val="74598327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85750" indent="-285750">
              <a:buClr>
                <a:schemeClr val="tx2"/>
              </a:buClr>
              <a:buFont typeface="Arial" panose="020B0604020202020204" pitchFamily="34" charset="0"/>
              <a:buChar char="•"/>
            </a:pPr>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104</a:t>
            </a:fld>
            <a:endParaRPr lang="fr-FR"/>
          </a:p>
        </p:txBody>
      </p:sp>
    </p:spTree>
    <p:extLst>
      <p:ext uri="{BB962C8B-B14F-4D97-AF65-F5344CB8AC3E}">
        <p14:creationId xmlns:p14="http://schemas.microsoft.com/office/powerpoint/2010/main" val="222219104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85750" indent="-285750">
              <a:buClr>
                <a:schemeClr val="tx2"/>
              </a:buClr>
              <a:buFont typeface="Arial" panose="020B0604020202020204" pitchFamily="34" charset="0"/>
              <a:buChar char="•"/>
            </a:pPr>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105</a:t>
            </a:fld>
            <a:endParaRPr lang="fr-FR"/>
          </a:p>
        </p:txBody>
      </p:sp>
    </p:spTree>
    <p:extLst>
      <p:ext uri="{BB962C8B-B14F-4D97-AF65-F5344CB8AC3E}">
        <p14:creationId xmlns:p14="http://schemas.microsoft.com/office/powerpoint/2010/main" val="109729754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85750" indent="-285750">
              <a:buClr>
                <a:schemeClr val="tx2"/>
              </a:buClr>
              <a:buFont typeface="Arial" panose="020B0604020202020204" pitchFamily="34" charset="0"/>
              <a:buChar char="•"/>
            </a:pPr>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106</a:t>
            </a:fld>
            <a:endParaRPr lang="fr-FR"/>
          </a:p>
        </p:txBody>
      </p:sp>
    </p:spTree>
    <p:extLst>
      <p:ext uri="{BB962C8B-B14F-4D97-AF65-F5344CB8AC3E}">
        <p14:creationId xmlns:p14="http://schemas.microsoft.com/office/powerpoint/2010/main" val="66253963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107</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288089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108</a:t>
            </a:fld>
            <a:endParaRPr lang="fr-FR"/>
          </a:p>
        </p:txBody>
      </p:sp>
    </p:spTree>
    <p:extLst>
      <p:ext uri="{BB962C8B-B14F-4D97-AF65-F5344CB8AC3E}">
        <p14:creationId xmlns:p14="http://schemas.microsoft.com/office/powerpoint/2010/main" val="180081654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109</a:t>
            </a:fld>
            <a:endParaRPr lang="fr-FR"/>
          </a:p>
        </p:txBody>
      </p:sp>
    </p:spTree>
    <p:extLst>
      <p:ext uri="{BB962C8B-B14F-4D97-AF65-F5344CB8AC3E}">
        <p14:creationId xmlns:p14="http://schemas.microsoft.com/office/powerpoint/2010/main" val="113000445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dirty="0">
                <a:effectLst/>
                <a:latin typeface="Segoe UI" panose="020B0502040204020203" pitchFamily="34" charset="0"/>
              </a:rPr>
              <a:t>Détail des choix du use case avec les animations pour tous les exemples</a:t>
            </a:r>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110</a:t>
            </a:fld>
            <a:endParaRPr lang="fr-FR"/>
          </a:p>
        </p:txBody>
      </p:sp>
    </p:spTree>
    <p:extLst>
      <p:ext uri="{BB962C8B-B14F-4D97-AF65-F5344CB8AC3E}">
        <p14:creationId xmlns:p14="http://schemas.microsoft.com/office/powerpoint/2010/main" val="371798697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111</a:t>
            </a:fld>
            <a:endParaRPr lang="fr-FR"/>
          </a:p>
        </p:txBody>
      </p:sp>
    </p:spTree>
    <p:extLst>
      <p:ext uri="{BB962C8B-B14F-4D97-AF65-F5344CB8AC3E}">
        <p14:creationId xmlns:p14="http://schemas.microsoft.com/office/powerpoint/2010/main" val="215154199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112</a:t>
            </a:fld>
            <a:endParaRPr lang="fr-FR"/>
          </a:p>
        </p:txBody>
      </p:sp>
    </p:spTree>
    <p:extLst>
      <p:ext uri="{BB962C8B-B14F-4D97-AF65-F5344CB8AC3E}">
        <p14:creationId xmlns:p14="http://schemas.microsoft.com/office/powerpoint/2010/main" val="60479258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113</a:t>
            </a:fld>
            <a:endParaRPr lang="fr-FR"/>
          </a:p>
        </p:txBody>
      </p:sp>
    </p:spTree>
    <p:extLst>
      <p:ext uri="{BB962C8B-B14F-4D97-AF65-F5344CB8AC3E}">
        <p14:creationId xmlns:p14="http://schemas.microsoft.com/office/powerpoint/2010/main" val="303540655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Middleware avec demi-flux</a:t>
            </a:r>
          </a:p>
          <a:p>
            <a:r>
              <a:rPr lang="fr-FR"/>
              <a:t>C L P A P Base de données ; O N </a:t>
            </a:r>
            <a:r>
              <a:rPr lang="fr-FR" err="1"/>
              <a:t>N</a:t>
            </a:r>
            <a:r>
              <a:rPr lang="fr-FR"/>
              <a:t> O </a:t>
            </a: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115</a:t>
            </a:fld>
            <a:endParaRPr lang="fr-FR"/>
          </a:p>
        </p:txBody>
      </p:sp>
    </p:spTree>
    <p:extLst>
      <p:ext uri="{BB962C8B-B14F-4D97-AF65-F5344CB8AC3E}">
        <p14:creationId xmlns:p14="http://schemas.microsoft.com/office/powerpoint/2010/main" val="307921106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Middleware avec demi-flux</a:t>
            </a:r>
          </a:p>
          <a:p>
            <a:r>
              <a:rPr lang="fr-FR"/>
              <a:t>C L P A P Base de données ; O N </a:t>
            </a:r>
            <a:r>
              <a:rPr lang="fr-FR" err="1"/>
              <a:t>N</a:t>
            </a:r>
            <a:r>
              <a:rPr lang="fr-FR"/>
              <a:t> O </a:t>
            </a: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116</a:t>
            </a:fld>
            <a:endParaRPr lang="fr-FR"/>
          </a:p>
        </p:txBody>
      </p:sp>
    </p:spTree>
    <p:extLst>
      <p:ext uri="{BB962C8B-B14F-4D97-AF65-F5344CB8AC3E}">
        <p14:creationId xmlns:p14="http://schemas.microsoft.com/office/powerpoint/2010/main" val="49920830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123</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212533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1142636"/>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a:t>
            </a:r>
            <a:r>
              <a:rPr lang="fr-FR" dirty="0"/>
              <a:t>Revoir </a:t>
            </a:r>
            <a:r>
              <a:rPr lang="fr-FR" dirty="0" err="1"/>
              <a:t>swagger</a:t>
            </a:r>
            <a:r>
              <a:rPr lang="fr-FR" dirty="0"/>
              <a:t> standard de description.</a:t>
            </a:r>
          </a:p>
          <a:p>
            <a:r>
              <a:rPr lang="fr-FR" dirty="0"/>
              <a:t>Basé sur YAML</a:t>
            </a:r>
          </a:p>
          <a:p>
            <a:endParaRPr lang="fr-FR" dirty="0"/>
          </a:p>
          <a:p>
            <a:r>
              <a:rPr lang="fr-FR" dirty="0"/>
              <a:t>faible panel d’outils : propriété </a:t>
            </a:r>
            <a:r>
              <a:rPr lang="fr-FR" dirty="0" err="1"/>
              <a:t>Mulesoft</a:t>
            </a:r>
            <a:endParaRPr lang="fr-FR" dirty="0"/>
          </a:p>
          <a:p>
            <a:endParaRPr lang="fr-FR" dirty="0"/>
          </a:p>
          <a:p>
            <a:r>
              <a:rPr lang="fr-FR" dirty="0" err="1"/>
              <a:t>Rq</a:t>
            </a:r>
            <a:r>
              <a:rPr lang="fr-FR" dirty="0"/>
              <a:t> : </a:t>
            </a:r>
            <a:r>
              <a:rPr lang="fr-FR" dirty="0" err="1"/>
              <a:t>Mulesoft</a:t>
            </a:r>
            <a:r>
              <a:rPr lang="fr-FR" dirty="0"/>
              <a:t> est en capacité  d’intégrer des </a:t>
            </a:r>
            <a:r>
              <a:rPr lang="fr-FR" dirty="0" err="1"/>
              <a:t>spec</a:t>
            </a:r>
            <a:r>
              <a:rPr lang="fr-FR" dirty="0"/>
              <a:t> </a:t>
            </a:r>
            <a:r>
              <a:rPr lang="fr-FR" dirty="0" err="1"/>
              <a:t>swagger</a:t>
            </a:r>
            <a:endParaRPr lang="fr-FR" dirty="0"/>
          </a:p>
          <a:p>
            <a:r>
              <a:rPr lang="fr-FR" dirty="0" err="1"/>
              <a:t>Swagger</a:t>
            </a:r>
            <a:r>
              <a:rPr lang="fr-FR" dirty="0"/>
              <a:t> : </a:t>
            </a: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125</a:t>
            </a:fld>
            <a:endParaRPr lang="fr-FR"/>
          </a:p>
        </p:txBody>
      </p:sp>
    </p:spTree>
    <p:extLst>
      <p:ext uri="{BB962C8B-B14F-4D97-AF65-F5344CB8AC3E}">
        <p14:creationId xmlns:p14="http://schemas.microsoft.com/office/powerpoint/2010/main" val="3126787045"/>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126</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829723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strike="noStrike" kern="1200" dirty="0">
                <a:solidFill>
                  <a:schemeClr val="tx1"/>
                </a:solidFill>
                <a:effectLst/>
                <a:latin typeface="+mn-lt"/>
                <a:ea typeface="+mn-ea"/>
                <a:cs typeface="+mn-cs"/>
              </a:rPr>
              <a:t>Les mythes concernant trois couches sont :</a:t>
            </a:r>
          </a:p>
          <a:p>
            <a:pPr marL="171450" indent="-171450">
              <a:buFontTx/>
              <a:buChar char="-"/>
            </a:pPr>
            <a:r>
              <a:rPr lang="fr-FR" sz="1200" b="0" i="0" u="none" strike="noStrike" kern="1200" dirty="0">
                <a:solidFill>
                  <a:schemeClr val="tx1"/>
                </a:solidFill>
                <a:effectLst/>
                <a:latin typeface="+mn-lt"/>
                <a:ea typeface="+mn-ea"/>
                <a:cs typeface="+mn-cs"/>
              </a:rPr>
              <a:t>Les trois couches sont obligatoires et la crainte d'une anomalie puisse conduire à une défaillance.</a:t>
            </a:r>
          </a:p>
          <a:p>
            <a:pPr marL="171450" indent="-171450">
              <a:buFontTx/>
              <a:buChar char="-"/>
            </a:pPr>
            <a:r>
              <a:rPr lang="fr-FR" sz="1200" b="0" i="0" u="none" strike="noStrike" kern="1200" dirty="0">
                <a:solidFill>
                  <a:schemeClr val="tx1"/>
                </a:solidFill>
                <a:effectLst/>
                <a:latin typeface="+mn-lt"/>
                <a:ea typeface="+mn-ea"/>
                <a:cs typeface="+mn-cs"/>
              </a:rPr>
              <a:t>Construire des API dans chaque couche pour une sécurité, qu'elle soit idéale ou non.</a:t>
            </a:r>
          </a:p>
          <a:p>
            <a:pPr marL="171450" indent="-171450">
              <a:buFontTx/>
              <a:buChar char="-"/>
            </a:pPr>
            <a:r>
              <a:rPr lang="fr-FR" sz="1200" b="0" i="0" u="none" strike="noStrike" kern="1200" dirty="0">
                <a:solidFill>
                  <a:schemeClr val="tx1"/>
                </a:solidFill>
                <a:effectLst/>
                <a:latin typeface="+mn-lt"/>
                <a:ea typeface="+mn-ea"/>
                <a:cs typeface="+mn-cs"/>
              </a:rPr>
              <a:t>Construire des API pour l'agilité sans évaluer si elles sont applicables ou non.</a:t>
            </a:r>
          </a:p>
          <a:p>
            <a:pPr marL="171450" indent="-171450">
              <a:buFontTx/>
              <a:buChar char="-"/>
            </a:pPr>
            <a:endParaRPr lang="fr-FR" sz="1200" b="0" i="0" u="none" strike="noStrike" kern="1200" dirty="0">
              <a:solidFill>
                <a:schemeClr val="tx1"/>
              </a:solidFill>
              <a:effectLst/>
              <a:latin typeface="+mn-lt"/>
              <a:ea typeface="+mn-ea"/>
              <a:cs typeface="+mn-cs"/>
            </a:endParaRPr>
          </a:p>
          <a:p>
            <a:r>
              <a:rPr lang="fr-FR" sz="1200" b="0" i="0" u="none" strike="noStrike" kern="1200" dirty="0">
                <a:solidFill>
                  <a:schemeClr val="tx1"/>
                </a:solidFill>
                <a:effectLst/>
                <a:latin typeface="+mn-lt"/>
                <a:ea typeface="+mn-ea"/>
                <a:cs typeface="+mn-cs"/>
              </a:rPr>
              <a:t>Ces mythes créent leurs propres défis :</a:t>
            </a:r>
          </a:p>
          <a:p>
            <a:pPr marL="171450" indent="-171450">
              <a:buFontTx/>
              <a:buChar char="-"/>
            </a:pPr>
            <a:r>
              <a:rPr lang="fr-FR" sz="1200" b="0" i="0" u="none" strike="noStrike" kern="1200" dirty="0">
                <a:solidFill>
                  <a:schemeClr val="tx1"/>
                </a:solidFill>
                <a:effectLst/>
                <a:latin typeface="+mn-lt"/>
                <a:ea typeface="+mn-ea"/>
                <a:cs typeface="+mn-cs"/>
              </a:rPr>
              <a:t>Augmentation du coût de la mise en œuvre des APIs, de la complexité, des opérations et de la maintenance.</a:t>
            </a:r>
          </a:p>
          <a:p>
            <a:pPr marL="171450" indent="-171450">
              <a:buFontTx/>
              <a:buChar char="-"/>
            </a:pPr>
            <a:r>
              <a:rPr lang="fr-FR" sz="1200" b="0" i="0" u="none" strike="noStrike" kern="1200" dirty="0">
                <a:solidFill>
                  <a:schemeClr val="tx1"/>
                </a:solidFill>
                <a:effectLst/>
                <a:latin typeface="+mn-lt"/>
                <a:ea typeface="+mn-ea"/>
                <a:cs typeface="+mn-cs"/>
              </a:rPr>
              <a:t>L'impact du SLA peut provoquer des frais généraux.</a:t>
            </a:r>
          </a:p>
          <a:p>
            <a:pPr marL="171450" indent="-171450">
              <a:buFontTx/>
              <a:buChar char="-"/>
            </a:pPr>
            <a:r>
              <a:rPr lang="fr-FR" sz="1200" b="0" i="0" u="none" strike="noStrike" kern="1200" dirty="0">
                <a:solidFill>
                  <a:schemeClr val="tx1"/>
                </a:solidFill>
                <a:effectLst/>
                <a:latin typeface="+mn-lt"/>
                <a:ea typeface="+mn-ea"/>
                <a:cs typeface="+mn-cs"/>
              </a:rPr>
              <a:t>Donner au consommateur des éléments inexacts ou plus nombreux que ce qu'il devrait consommer.</a:t>
            </a:r>
          </a:p>
          <a:p>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127</a:t>
            </a:fld>
            <a:endParaRPr lang="fr-FR"/>
          </a:p>
        </p:txBody>
      </p:sp>
    </p:spTree>
    <p:extLst>
      <p:ext uri="{BB962C8B-B14F-4D97-AF65-F5344CB8AC3E}">
        <p14:creationId xmlns:p14="http://schemas.microsoft.com/office/powerpoint/2010/main" val="182349009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128</a:t>
            </a:fld>
            <a:endParaRPr lang="fr-FR"/>
          </a:p>
        </p:txBody>
      </p:sp>
    </p:spTree>
    <p:extLst>
      <p:ext uri="{BB962C8B-B14F-4D97-AF65-F5344CB8AC3E}">
        <p14:creationId xmlns:p14="http://schemas.microsoft.com/office/powerpoint/2010/main" val="165326318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129</a:t>
            </a:fld>
            <a:endParaRPr lang="fr-FR"/>
          </a:p>
        </p:txBody>
      </p:sp>
    </p:spTree>
    <p:extLst>
      <p:ext uri="{BB962C8B-B14F-4D97-AF65-F5344CB8AC3E}">
        <p14:creationId xmlns:p14="http://schemas.microsoft.com/office/powerpoint/2010/main" val="3947526064"/>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130</a:t>
            </a:fld>
            <a:endParaRPr lang="fr-FR"/>
          </a:p>
        </p:txBody>
      </p:sp>
    </p:spTree>
    <p:extLst>
      <p:ext uri="{BB962C8B-B14F-4D97-AF65-F5344CB8AC3E}">
        <p14:creationId xmlns:p14="http://schemas.microsoft.com/office/powerpoint/2010/main" val="112575456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9097974"/>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http://</a:t>
            </a:r>
            <a:r>
              <a:rPr lang="fr-FR" err="1"/>
              <a:t>kumaransingaravelu.epizy.com</a:t>
            </a:r>
            <a:r>
              <a:rPr lang="fr-FR"/>
              <a:t>/</a:t>
            </a:r>
            <a:r>
              <a:rPr lang="fr-FR" err="1"/>
              <a:t>wp</a:t>
            </a:r>
            <a:r>
              <a:rPr lang="fr-FR"/>
              <a:t>-content/</a:t>
            </a:r>
            <a:r>
              <a:rPr lang="fr-FR" err="1"/>
              <a:t>uploads</a:t>
            </a:r>
            <a:r>
              <a:rPr lang="fr-FR"/>
              <a:t>/2020/11/</a:t>
            </a:r>
            <a:r>
              <a:rPr lang="fr-FR" err="1"/>
              <a:t>MuleSoft_Design-Best-Practices.pdf?i</a:t>
            </a:r>
            <a:r>
              <a:rPr lang="fr-FR"/>
              <a:t>=2</a:t>
            </a:r>
          </a:p>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132</a:t>
            </a:fld>
            <a:endParaRPr lang="fr-FR"/>
          </a:p>
        </p:txBody>
      </p:sp>
    </p:spTree>
    <p:extLst>
      <p:ext uri="{BB962C8B-B14F-4D97-AF65-F5344CB8AC3E}">
        <p14:creationId xmlns:p14="http://schemas.microsoft.com/office/powerpoint/2010/main" val="1491802732"/>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buFontTx/>
              <a:buNone/>
            </a:pPr>
            <a:r>
              <a:rPr lang="fr-FR"/>
              <a:t>API EXPERIENCE ------------------------</a:t>
            </a:r>
          </a:p>
          <a:p>
            <a:pPr marL="0" indent="0">
              <a:buFontTx/>
              <a:buNone/>
            </a:pPr>
            <a:r>
              <a:rPr lang="fr-FR"/>
              <a:t>Identification API</a:t>
            </a:r>
          </a:p>
          <a:p>
            <a:pPr marL="171450" indent="-171450">
              <a:buFontTx/>
              <a:buChar char="-"/>
            </a:pPr>
            <a:r>
              <a:rPr lang="fr-FR"/>
              <a:t>Les API doivent être conçues pour être indépendantes du client et doivent être conçues pour prendre en charge plusieurs clients. La conception doit optimiser les données pour se conformer à une expérience utilisateur spécifique sur tous les canaux (ne pas tout envoyer au client sans traitement), et doit pouvoir prendre en charge les flux entrants et charges utiles sortantes par canal.</a:t>
            </a:r>
          </a:p>
          <a:p>
            <a:pPr marL="171450" indent="-171450">
              <a:buFontTx/>
              <a:buChar char="-"/>
            </a:pPr>
            <a:r>
              <a:rPr lang="fr-FR"/>
              <a:t>Les API doivent être modélisées en ne s'alignant pas sur la conception du front, mais doivent se concentrer sur les détails nécessaires pour mener à bien les actions relatives aux cas d'utilisation sur les fronts et consommateurs. Cela permet de modifier les front et clients avec des modifications minimales de l'interface API.</a:t>
            </a:r>
          </a:p>
          <a:p>
            <a:pPr marL="0" indent="0">
              <a:buFontTx/>
              <a:buNone/>
            </a:pPr>
            <a:r>
              <a:rPr lang="fr-FR"/>
              <a:t>-------</a:t>
            </a:r>
          </a:p>
          <a:p>
            <a:pPr marL="0" indent="0">
              <a:buFontTx/>
              <a:buNone/>
            </a:pPr>
            <a:r>
              <a:rPr lang="fr-FR"/>
              <a:t>Design API</a:t>
            </a:r>
          </a:p>
          <a:p>
            <a:pPr marL="171450" indent="-171450">
              <a:buFontTx/>
              <a:buChar char="-"/>
            </a:pPr>
            <a:r>
              <a:rPr lang="fr-FR"/>
              <a:t>Les API doivent être conçues pour être non bloquantes</a:t>
            </a:r>
          </a:p>
          <a:p>
            <a:pPr marL="171450" indent="-171450">
              <a:buFontTx/>
              <a:buChar char="-"/>
            </a:pPr>
            <a:r>
              <a:rPr lang="fr-FR"/>
              <a:t>Les considérations relatives aux données nécessaires pour répondre aux besoins de l'entreprise du point de vue de l'expérience doivent inclure des modèles de données entrantes et sortantes, des champs obligatoires et non obligatoires.</a:t>
            </a:r>
          </a:p>
          <a:p>
            <a:pPr marL="171450" indent="-171450">
              <a:buFontTx/>
              <a:buChar char="-"/>
            </a:pPr>
            <a:r>
              <a:rPr lang="fr-FR"/>
              <a:t>Les réponses d'API de processus ou de système doivent être mappées sur les réponses d'API d'expérience (réduction de la charge utile) afin de séparer clairement les responsabilités par couche.</a:t>
            </a:r>
          </a:p>
          <a:p>
            <a:pPr marL="171450" indent="-171450">
              <a:buFontTx/>
              <a:buChar char="-"/>
            </a:pPr>
            <a:r>
              <a:rPr lang="fr-FR"/>
              <a:t>Les API doivent être conçues pour prendre en charge la pagination et la navigation </a:t>
            </a:r>
          </a:p>
          <a:p>
            <a:pPr marL="171450" indent="-171450">
              <a:buFontTx/>
              <a:buChar char="-"/>
            </a:pPr>
            <a:r>
              <a:rPr lang="fr-FR"/>
              <a:t>Les API doivent offrir un filtrage dynamique des données et des transformations. </a:t>
            </a:r>
          </a:p>
          <a:p>
            <a:pPr marL="171450" indent="-171450">
              <a:buFontTx/>
              <a:buChar char="-"/>
            </a:pPr>
            <a:r>
              <a:rPr lang="fr-FR"/>
              <a:t>Il s'agit également de la couche où les aspects non fonctionnels tels que les suivants doivent être traités : limitation/étranglement du débit, analyses, sécurité/authentification et autorisation (schémas de sécurité JWT/OAuth2 dans RAML ou </a:t>
            </a:r>
            <a:r>
              <a:rPr lang="fr-FR" err="1"/>
              <a:t>OpenAPI</a:t>
            </a:r>
            <a:r>
              <a:rPr lang="fr-FR"/>
              <a:t>).</a:t>
            </a:r>
          </a:p>
          <a:p>
            <a:pPr marL="171450" indent="-171450">
              <a:buFontTx/>
              <a:buChar char="-"/>
            </a:pPr>
            <a:r>
              <a:rPr lang="fr-FR"/>
              <a:t>Les API doivent être conçues pour prendre en charge plusieurs versions</a:t>
            </a:r>
          </a:p>
          <a:p>
            <a:pPr marL="0" indent="0">
              <a:buFontTx/>
              <a:buNone/>
            </a:pPr>
            <a:r>
              <a:rPr lang="fr-FR"/>
              <a:t>-------</a:t>
            </a:r>
          </a:p>
          <a:p>
            <a:pPr marL="0" indent="0">
              <a:buFontTx/>
              <a:buNone/>
            </a:pPr>
            <a:r>
              <a:rPr lang="fr-FR"/>
              <a:t>Implémentation API</a:t>
            </a:r>
          </a:p>
          <a:p>
            <a:pPr marL="171450" indent="-171450">
              <a:buFontTx/>
              <a:buChar char="-"/>
            </a:pPr>
            <a:r>
              <a:rPr lang="fr-FR"/>
              <a:t>Les API d'expérience doivent être documentées pour faciliter leur consommation et leur contribution par les développeurs d'API.</a:t>
            </a:r>
          </a:p>
          <a:p>
            <a:pPr marL="171450" indent="-171450">
              <a:buFontTx/>
              <a:buChar char="-"/>
            </a:pPr>
            <a:r>
              <a:rPr lang="fr-FR"/>
              <a:t>Des maquettes pour les API doivent être créées avec les </a:t>
            </a:r>
            <a:r>
              <a:rPr lang="fr-FR" err="1"/>
              <a:t>MUnits</a:t>
            </a:r>
            <a:r>
              <a:rPr lang="fr-FR"/>
              <a:t> dans un paradigme TDD, afin de garantir que les clients des API peuvent se développer selon les spécifications, pendant que l'API est en cours de développement.</a:t>
            </a:r>
          </a:p>
          <a:p>
            <a:pPr marL="171450" indent="-171450">
              <a:buFontTx/>
              <a:buChar char="-"/>
            </a:pPr>
            <a:r>
              <a:rPr lang="fr-FR"/>
              <a:t>Les API d'expérience doivent externaliser la configuration sur l’API portail, le cas échéant, pour différents marchés afin de les personnaliser sans avoir à modifier les implémentations d'API.</a:t>
            </a:r>
          </a:p>
          <a:p>
            <a:pPr marL="0" indent="0">
              <a:buFontTx/>
              <a:buNone/>
            </a:pPr>
            <a:endParaRPr lang="fr-FR"/>
          </a:p>
          <a:p>
            <a:pPr marL="0" indent="0">
              <a:buFontTx/>
              <a:buNone/>
            </a:pPr>
            <a:r>
              <a:rPr lang="fr-FR"/>
              <a:t>-------</a:t>
            </a:r>
          </a:p>
          <a:p>
            <a:pPr marL="0" indent="0">
              <a:buFontTx/>
              <a:buNone/>
            </a:pPr>
            <a:r>
              <a:rPr lang="fr-FR"/>
              <a:t>Supervision API</a:t>
            </a:r>
          </a:p>
          <a:p>
            <a:pPr marL="171450" indent="-171450">
              <a:buFontTx/>
              <a:buChar char="-"/>
            </a:pPr>
            <a:r>
              <a:rPr lang="fr-FR"/>
              <a:t>Les API d'expérience doivent être surveillées et contrôlées pour une utilisation par canal.</a:t>
            </a:r>
          </a:p>
          <a:p>
            <a:pPr marL="171450" indent="-171450">
              <a:buFontTx/>
              <a:buChar char="-"/>
            </a:pPr>
            <a:endParaRPr lang="fr-FR"/>
          </a:p>
          <a:p>
            <a:pPr marL="0" indent="0">
              <a:buFontTx/>
              <a:buNone/>
            </a:pPr>
            <a:r>
              <a:rPr lang="fr-FR"/>
              <a:t>API PROCESS --------------------------------------</a:t>
            </a:r>
          </a:p>
          <a:p>
            <a:pPr marL="0" indent="0">
              <a:buFontTx/>
              <a:buNone/>
            </a:pPr>
            <a:r>
              <a:rPr lang="fr-FR"/>
              <a:t>Identification</a:t>
            </a:r>
          </a:p>
          <a:p>
            <a:pPr marL="171450" indent="-171450">
              <a:buFont typeface="Arial" panose="020B0604020202020204" pitchFamily="34" charset="0"/>
              <a:buChar char="•"/>
            </a:pPr>
            <a:r>
              <a:rPr lang="fr-FR"/>
              <a:t>L'identification de l'API de processus doit inclure les besoins d'orchestration qui prennent en charge l'agrégation/l'orchestration, le routage conditionnel et le filtrage des informations pour les exigences fonctionnelles et non fonctionnelles.</a:t>
            </a:r>
          </a:p>
          <a:p>
            <a:pPr marL="171450" indent="-171450">
              <a:buFont typeface="Arial" panose="020B0604020202020204" pitchFamily="34" charset="0"/>
              <a:buChar char="•"/>
            </a:pPr>
            <a:r>
              <a:rPr lang="fr-FR"/>
              <a:t>Notification et exposition des évènements dans le service de message queue</a:t>
            </a:r>
          </a:p>
          <a:p>
            <a:pPr marL="0" indent="0">
              <a:buFontTx/>
              <a:buNone/>
            </a:pPr>
            <a:endParaRPr lang="fr-FR"/>
          </a:p>
          <a:p>
            <a:pPr marL="0" indent="0">
              <a:buFontTx/>
              <a:buNone/>
            </a:pPr>
            <a:r>
              <a:rPr lang="fr-FR"/>
              <a:t>Design</a:t>
            </a:r>
          </a:p>
          <a:p>
            <a:pPr marL="171450" indent="-171450">
              <a:buFontTx/>
              <a:buChar char="-"/>
            </a:pPr>
            <a:r>
              <a:rPr lang="fr-FR"/>
              <a:t>Les API doivent être conçues pour être non bloquantes</a:t>
            </a:r>
          </a:p>
          <a:p>
            <a:pPr marL="171450" indent="-171450">
              <a:buFontTx/>
              <a:buChar char="-"/>
            </a:pPr>
            <a:r>
              <a:rPr lang="fr-FR"/>
              <a:t>Les API de cette couche devront comprendre les domaines exposés par la couche système/domaine avant l'agrégation/l'orchestration.</a:t>
            </a:r>
          </a:p>
          <a:p>
            <a:pPr marL="171450" indent="-171450">
              <a:buFontTx/>
              <a:buChar char="-"/>
            </a:pPr>
            <a:r>
              <a:rPr lang="fr-FR"/>
              <a:t>Lors de l'accès aux API de la couche système, cette couche effectuera des tâches liées à l'agrégation de données (split-</a:t>
            </a:r>
            <a:r>
              <a:rPr lang="fr-FR" err="1"/>
              <a:t>join</a:t>
            </a:r>
            <a:r>
              <a:rPr lang="fr-FR"/>
              <a:t>), au routage conditionnel (basé sur les paramètres de la couche d'expérience/paramètres globaux) et au filtrage.</a:t>
            </a:r>
          </a:p>
          <a:p>
            <a:pPr marL="171450" indent="-171450">
              <a:buFontTx/>
              <a:buChar char="-"/>
            </a:pPr>
            <a:r>
              <a:rPr lang="fr-FR"/>
              <a:t>Les API devront être conçues pour gérer les aspects non fonctionnels tels que la gestion des transactions (le cas échéant), le routage conditionnel, les événements commerciaux.</a:t>
            </a:r>
          </a:p>
          <a:p>
            <a:pPr marL="171450" indent="-171450">
              <a:buFontTx/>
              <a:buChar char="-"/>
            </a:pPr>
            <a:r>
              <a:rPr lang="fr-FR"/>
              <a:t>Une API de processus peut appeler d'autres API de processus si nécessaire ou plusieurs API système/microservices.</a:t>
            </a:r>
          </a:p>
          <a:p>
            <a:pPr marL="171450" indent="-171450">
              <a:buFontTx/>
              <a:buChar char="-"/>
            </a:pPr>
            <a:r>
              <a:rPr lang="fr-FR"/>
              <a:t>Les API de processus doivent représenter des agrégations/façades réutilisables pour les API au sein de l'écosystème et elles doivent aider à définir des processus communs à utiliser par la couche d'expérience.</a:t>
            </a:r>
          </a:p>
          <a:p>
            <a:pPr marL="171450" indent="-171450">
              <a:buFontTx/>
              <a:buChar char="-"/>
            </a:pPr>
            <a:r>
              <a:rPr lang="fr-FR"/>
              <a:t>Une interaction avec les équipes d'analyse métier sera nécessaire afin de comprendre quels processus/règles métier doivent être modélisés dans cette couche</a:t>
            </a:r>
          </a:p>
          <a:p>
            <a:pPr marL="0" indent="0">
              <a:buFontTx/>
              <a:buNone/>
            </a:pPr>
            <a:endParaRPr lang="fr-FR"/>
          </a:p>
          <a:p>
            <a:pPr marL="0" indent="0">
              <a:buFontTx/>
              <a:buNone/>
            </a:pPr>
            <a:r>
              <a:rPr lang="fr-FR"/>
              <a:t>Implémentation</a:t>
            </a:r>
          </a:p>
          <a:p>
            <a:pPr marL="171450" indent="-171450">
              <a:buFontTx/>
              <a:buChar char="-"/>
            </a:pPr>
            <a:r>
              <a:rPr lang="fr-FR"/>
              <a:t>Les API de processus doivent être documentées pour faciliter leur consommation et leur contribution par les développeurs d'API </a:t>
            </a:r>
            <a:r>
              <a:rPr lang="fr-FR" err="1"/>
              <a:t>Experience</a:t>
            </a:r>
            <a:r>
              <a:rPr lang="fr-FR"/>
              <a:t>.</a:t>
            </a:r>
          </a:p>
          <a:p>
            <a:pPr marL="171450" indent="-171450">
              <a:buFontTx/>
              <a:buChar char="-"/>
            </a:pPr>
            <a:r>
              <a:rPr lang="fr-FR"/>
              <a:t>Des </a:t>
            </a:r>
            <a:r>
              <a:rPr lang="fr-FR" err="1"/>
              <a:t>mocks</a:t>
            </a:r>
            <a:r>
              <a:rPr lang="fr-FR"/>
              <a:t> pour les API doivent être créées avec les </a:t>
            </a:r>
            <a:r>
              <a:rPr lang="fr-FR" err="1"/>
              <a:t>MUnits</a:t>
            </a:r>
            <a:r>
              <a:rPr lang="fr-FR"/>
              <a:t> dans un paradigme TDD, afin de garantir que les clients des API peuvent se développer selon les spécifications, pendant que l'API est en cours de développement.</a:t>
            </a:r>
          </a:p>
          <a:p>
            <a:pPr marL="0" indent="0">
              <a:buFontTx/>
              <a:buNone/>
            </a:pPr>
            <a:endParaRPr lang="fr-FR"/>
          </a:p>
          <a:p>
            <a:pPr marL="0" indent="0">
              <a:buFontTx/>
              <a:buNone/>
            </a:pPr>
            <a:r>
              <a:rPr lang="fr-FR"/>
              <a:t>Supervision</a:t>
            </a:r>
          </a:p>
          <a:p>
            <a:pPr marL="171450" indent="-171450">
              <a:buFontTx/>
              <a:buChar char="-"/>
            </a:pPr>
            <a:r>
              <a:rPr lang="fr-FR"/>
              <a:t>Les API de processus doivent être surveillées pour s'assurer que les problèmes de bas niveau et que les actions correspondantes sont lancées - ouverture et fermeture de circuit, nombre de demandes circulant dans des chemins de flux individuels pour comprendre les modèles d'utilisation de l'API, erreurs/exceptions avec des mises en évidence des occurrences spécifiques ainsi que les tendances sur les différents types d'exceptions/erreurs.</a:t>
            </a:r>
          </a:p>
          <a:p>
            <a:pPr marL="171450" indent="-171450">
              <a:buFontTx/>
              <a:buChar char="-"/>
            </a:pPr>
            <a:endParaRPr lang="fr-FR"/>
          </a:p>
          <a:p>
            <a:pPr marL="0" indent="0">
              <a:buFontTx/>
              <a:buNone/>
            </a:pPr>
            <a:r>
              <a:rPr lang="fr-FR"/>
              <a:t>API System -------------------</a:t>
            </a:r>
          </a:p>
          <a:p>
            <a:pPr marL="0" indent="0">
              <a:buFontTx/>
              <a:buNone/>
            </a:pPr>
            <a:r>
              <a:rPr lang="fr-FR"/>
              <a:t>Design</a:t>
            </a:r>
          </a:p>
          <a:p>
            <a:pPr marL="171450" indent="-171450">
              <a:buFontTx/>
              <a:buChar char="-"/>
            </a:pPr>
            <a:r>
              <a:rPr lang="fr-FR"/>
              <a:t>La couche system doit exposer les API qui se rapportent au contexte délimité unique représenté par l'entité commerciale principale.</a:t>
            </a:r>
          </a:p>
          <a:p>
            <a:pPr marL="171450" indent="-171450">
              <a:buFontTx/>
              <a:buChar char="-"/>
            </a:pPr>
            <a:r>
              <a:rPr lang="fr-FR"/>
              <a:t>Les API doivent prendre en charge les exigences fonctionnelles et opérationnelles telles que les besoins en données de masse pour alimenter les data </a:t>
            </a:r>
            <a:r>
              <a:rPr lang="fr-FR" err="1"/>
              <a:t>warehouse</a:t>
            </a:r>
            <a:r>
              <a:rPr lang="fr-FR"/>
              <a:t>, etc.</a:t>
            </a:r>
          </a:p>
          <a:p>
            <a:pPr marL="171450" indent="-171450">
              <a:buFontTx/>
              <a:buChar char="-"/>
            </a:pPr>
            <a:r>
              <a:rPr lang="fr-FR"/>
              <a:t>Les API doivent prendre en charge plusieurs protocoles tels que REST, Streaming, etc., le cas échéant, pour consommer différentes informations provenant de tiers.</a:t>
            </a:r>
          </a:p>
          <a:p>
            <a:pPr marL="171450" indent="-171450">
              <a:buFontTx/>
              <a:buChar char="-"/>
            </a:pPr>
            <a:r>
              <a:rPr lang="fr-FR"/>
              <a:t>L'API doit résumer la complexité de l'interaction avec les services </a:t>
            </a:r>
            <a:r>
              <a:rPr lang="fr-FR" err="1"/>
              <a:t>back-end</a:t>
            </a:r>
            <a:r>
              <a:rPr lang="fr-FR"/>
              <a:t> hérités / principaux, en créant un contexte d'API cohérent.</a:t>
            </a:r>
          </a:p>
          <a:p>
            <a:pPr marL="171450" indent="-171450">
              <a:buFontTx/>
              <a:buChar char="-"/>
            </a:pPr>
            <a:r>
              <a:rPr lang="fr-FR"/>
              <a:t>Une API système doit être appelée à partir d'une API de processus ou d'une API d'expérience. Une API système interagissant avec une autre API système doit être une exception et doit être analysée de près pour voir </a:t>
            </a:r>
          </a:p>
          <a:p>
            <a:pPr marL="628650" lvl="1" indent="-171450">
              <a:buFontTx/>
              <a:buChar char="-"/>
            </a:pPr>
            <a:r>
              <a:rPr lang="fr-FR"/>
              <a:t>si les principes appliqués par rapport à la conception axée sur le domaine peuvent être revus, pour éviter l'interaction, </a:t>
            </a:r>
          </a:p>
          <a:p>
            <a:pPr marL="628650" lvl="1" indent="-171450">
              <a:buFontTx/>
              <a:buChar char="-"/>
            </a:pPr>
            <a:r>
              <a:rPr lang="fr-FR"/>
              <a:t>si des événements commerciaux (chorégraphie) ou une orchestration à le niveau de l'API de processus peut aider à éviter l'interaction.</a:t>
            </a:r>
          </a:p>
          <a:p>
            <a:pPr marL="171450" lvl="0" indent="-171450">
              <a:buFontTx/>
              <a:buChar char="-"/>
            </a:pPr>
            <a:r>
              <a:rPr lang="fr-FR"/>
              <a:t>La conception des API doit permettre un accès basé sur le temps si nécessaire.</a:t>
            </a:r>
          </a:p>
          <a:p>
            <a:pPr marL="0" lvl="0" indent="0">
              <a:buFontTx/>
              <a:buNone/>
            </a:pPr>
            <a:endParaRPr lang="fr-FR"/>
          </a:p>
          <a:p>
            <a:pPr marL="0" lvl="0" indent="0">
              <a:buFontTx/>
              <a:buNone/>
            </a:pPr>
            <a:r>
              <a:rPr lang="fr-FR"/>
              <a:t>Conception</a:t>
            </a:r>
          </a:p>
          <a:p>
            <a:pPr marL="171450" lvl="0" indent="-171450">
              <a:buFontTx/>
              <a:buChar char="-"/>
            </a:pPr>
            <a:r>
              <a:rPr lang="fr-FR"/>
              <a:t>Les API résument l'accès à des tiers, des sources de données qui se rapportent au contexte délimité. Les API peuvent interagir avec les architectures informatiques sous-jacentes et les systèmes de base, normalement difficilement accessibles en raison de problèmes de connectivité ou de sécurité</a:t>
            </a:r>
          </a:p>
          <a:p>
            <a:pPr marL="171450" lvl="0" indent="-171450">
              <a:buFontTx/>
              <a:buChar char="-"/>
            </a:pPr>
            <a:r>
              <a:rPr lang="fr-FR"/>
              <a:t>Les API devront tenir compte des aspects fonctionnels et non fonctionnels tels que la gestion des transactions, les événements commerciaux et les basculements.</a:t>
            </a:r>
          </a:p>
          <a:p>
            <a:pPr marL="171450" lvl="0" indent="-171450">
              <a:buFontTx/>
              <a:buChar char="-"/>
            </a:pPr>
            <a:r>
              <a:rPr lang="fr-FR"/>
              <a:t>Les API doivent exposer un accès Bulk Data/Streaming/Events aux autres API pour accéder aux données à des fins d'analyse/personnalisation opérationnelle, etc.</a:t>
            </a:r>
          </a:p>
          <a:p>
            <a:pPr marL="171450" lvl="0" indent="-171450">
              <a:buFontTx/>
              <a:buChar char="-"/>
            </a:pPr>
            <a:endParaRPr lang="fr-FR"/>
          </a:p>
          <a:p>
            <a:pPr marL="0" lvl="0" indent="0">
              <a:buFontTx/>
              <a:buNone/>
            </a:pPr>
            <a:r>
              <a:rPr lang="fr-FR"/>
              <a:t>Opérationnel</a:t>
            </a:r>
          </a:p>
          <a:p>
            <a:pPr marL="171450" lvl="0" indent="-171450">
              <a:buFontTx/>
              <a:buChar char="-"/>
            </a:pPr>
            <a:r>
              <a:rPr lang="fr-FR"/>
              <a:t>Les API des systèmes doivent être surveillés pour la disponibilité, les erreurs et la résilience. </a:t>
            </a:r>
          </a:p>
          <a:p>
            <a:pPr marL="171450" lvl="0" indent="-171450">
              <a:buFontTx/>
              <a:buChar char="-"/>
            </a:pPr>
            <a:r>
              <a:rPr lang="fr-FR"/>
              <a:t>Les transferts vers d'autres systèmes et le suivi ultérieur doivent être surveillés pour s'assurer que l'orchestration/la chorégraphie complète de l'entreprise a été réalisée</a:t>
            </a:r>
          </a:p>
          <a:p>
            <a:pPr marL="171450" lvl="0" indent="-171450">
              <a:buFontTx/>
              <a:buChar char="-"/>
            </a:pPr>
            <a:r>
              <a:rPr lang="fr-FR"/>
              <a:t>Une attention particulière doit être accordée à l'exécution et aux échecs des règles métier et aux ajustements nécessaires, à l'intégrité des données et aux raisons de l'échec, afin de traiter rapidement la cause première des échecs, le cas échéant.</a:t>
            </a:r>
          </a:p>
          <a:p>
            <a:pPr marL="171450" lvl="0" indent="-171450">
              <a:buFontTx/>
              <a:buChar char="-"/>
            </a:pPr>
            <a:endParaRPr lang="fr-FR"/>
          </a:p>
          <a:p>
            <a:pPr marL="0" indent="0">
              <a:buFontTx/>
              <a:buNone/>
            </a:pPr>
            <a:endParaRPr lang="fr-FR"/>
          </a:p>
          <a:p>
            <a:pPr marL="0" indent="0">
              <a:buFontTx/>
              <a:buNone/>
            </a:pPr>
            <a:endParaRPr lang="fr-FR"/>
          </a:p>
          <a:p>
            <a:pPr marL="0" indent="0">
              <a:buFontTx/>
              <a:buNone/>
            </a:pPr>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133</a:t>
            </a:fld>
            <a:endParaRPr lang="fr-FR"/>
          </a:p>
        </p:txBody>
      </p:sp>
    </p:spTree>
    <p:extLst>
      <p:ext uri="{BB962C8B-B14F-4D97-AF65-F5344CB8AC3E}">
        <p14:creationId xmlns:p14="http://schemas.microsoft.com/office/powerpoint/2010/main" val="106539364"/>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8974377"/>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135</a:t>
            </a:fld>
            <a:endParaRPr lang="fr-FR"/>
          </a:p>
        </p:txBody>
      </p:sp>
    </p:spTree>
    <p:extLst>
      <p:ext uri="{BB962C8B-B14F-4D97-AF65-F5344CB8AC3E}">
        <p14:creationId xmlns:p14="http://schemas.microsoft.com/office/powerpoint/2010/main" val="1928774530"/>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136</a:t>
            </a:fld>
            <a:endParaRPr lang="fr-FR"/>
          </a:p>
        </p:txBody>
      </p:sp>
    </p:spTree>
    <p:extLst>
      <p:ext uri="{BB962C8B-B14F-4D97-AF65-F5344CB8AC3E}">
        <p14:creationId xmlns:p14="http://schemas.microsoft.com/office/powerpoint/2010/main" val="1101694594"/>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137</a:t>
            </a:fld>
            <a:endParaRPr lang="fr-FR"/>
          </a:p>
        </p:txBody>
      </p:sp>
    </p:spTree>
    <p:extLst>
      <p:ext uri="{BB962C8B-B14F-4D97-AF65-F5344CB8AC3E}">
        <p14:creationId xmlns:p14="http://schemas.microsoft.com/office/powerpoint/2010/main" val="1561667095"/>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138</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3785189"/>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Rajouter entre 3 &amp; 4 : Arbre de décision (On sort tous les arbres de décision).</a:t>
            </a:r>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139</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8361035"/>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a:t>
            </a:r>
            <a:r>
              <a:rPr lang="fr-FR" err="1"/>
              <a:t>Regles</a:t>
            </a:r>
            <a:r>
              <a:rPr lang="fr-FR"/>
              <a:t> de gouvernance</a:t>
            </a:r>
          </a:p>
          <a:p>
            <a:pPr marL="171450" indent="-171450">
              <a:buFontTx/>
              <a:buChar char="-"/>
            </a:pPr>
            <a:r>
              <a:rPr lang="fr-FR"/>
              <a:t>Automatiser la validation des normes de spécifications et best practices proposées par </a:t>
            </a:r>
            <a:r>
              <a:rPr lang="fr-FR" err="1"/>
              <a:t>Mulesoft</a:t>
            </a:r>
            <a:endParaRPr lang="fr-FR"/>
          </a:p>
          <a:p>
            <a:pPr marL="171450" indent="-171450">
              <a:buFontTx/>
              <a:buChar char="-"/>
            </a:pPr>
            <a:r>
              <a:rPr lang="fr-FR"/>
              <a:t>Mettre en place des standards transverses à toute l’organisation ByCn</a:t>
            </a:r>
          </a:p>
          <a:p>
            <a:pPr marL="171450" indent="-171450">
              <a:buFontTx/>
              <a:buChar char="-"/>
            </a:pPr>
            <a:endParaRPr lang="fr-FR"/>
          </a:p>
          <a:p>
            <a:pPr marL="171450" indent="-171450">
              <a:buFontTx/>
              <a:buChar char="-"/>
            </a:pPr>
            <a:endParaRPr lang="fr-FR"/>
          </a:p>
          <a:p>
            <a:pPr marL="171450" indent="-171450">
              <a:buFontTx/>
              <a:buChar char="-"/>
            </a:pPr>
            <a:r>
              <a:rPr lang="fr-FR"/>
              <a:t>Ensembles de règles « out of the box » qui peuvent être appliqués aux spécifications APIs comme </a:t>
            </a:r>
          </a:p>
          <a:p>
            <a:pPr marL="628650" lvl="1" indent="-171450">
              <a:buFontTx/>
              <a:buChar char="-"/>
            </a:pPr>
            <a:r>
              <a:rPr lang="fr-FR"/>
              <a:t>Les conventions de </a:t>
            </a:r>
            <a:r>
              <a:rPr lang="fr-FR" err="1"/>
              <a:t>nomages</a:t>
            </a:r>
            <a:endParaRPr lang="fr-FR"/>
          </a:p>
          <a:p>
            <a:pPr marL="628650" lvl="1" indent="-171450">
              <a:buFontTx/>
              <a:buChar char="-"/>
            </a:pPr>
            <a:r>
              <a:rPr lang="fr-FR"/>
              <a:t>Les règles de conformité</a:t>
            </a:r>
          </a:p>
          <a:p>
            <a:pPr marL="628650" lvl="1" indent="-171450">
              <a:buFontTx/>
              <a:buChar char="-"/>
            </a:pPr>
            <a:endParaRPr lang="fr-FR"/>
          </a:p>
          <a:p>
            <a:pPr marL="171450" lvl="0" indent="-171450">
              <a:buFontTx/>
              <a:buChar char="-"/>
            </a:pPr>
            <a:r>
              <a:rPr lang="fr-FR"/>
              <a:t>Mise en place de notifications automatiques d’alertes de non respect des normes de conformité mises en place</a:t>
            </a:r>
          </a:p>
          <a:p>
            <a:pPr marL="171450" lvl="0" indent="-171450">
              <a:buFontTx/>
              <a:buChar char="-"/>
            </a:pPr>
            <a:endParaRPr lang="fr-FR"/>
          </a:p>
          <a:p>
            <a:pPr marL="171450" lvl="0" indent="-171450">
              <a:buFontTx/>
              <a:buChar char="-"/>
            </a:pPr>
            <a:r>
              <a:rPr lang="fr-FR"/>
              <a:t>https://</a:t>
            </a:r>
            <a:r>
              <a:rPr lang="fr-FR" err="1"/>
              <a:t>www.mulesoft.com</a:t>
            </a:r>
            <a:r>
              <a:rPr lang="fr-FR"/>
              <a:t>/platform/api/</a:t>
            </a:r>
            <a:r>
              <a:rPr lang="fr-FR" err="1"/>
              <a:t>governance-anypoint</a:t>
            </a:r>
            <a:r>
              <a:rPr lang="fr-FR"/>
              <a:t> </a:t>
            </a:r>
          </a:p>
          <a:p>
            <a:pPr marL="171450" lvl="0" indent="-171450">
              <a:buFontTx/>
              <a:buChar char="-"/>
            </a:pPr>
            <a:endParaRPr lang="fr-FR"/>
          </a:p>
          <a:p>
            <a:pPr marL="171450" lvl="0" indent="-171450">
              <a:buFontTx/>
              <a:buChar char="-"/>
            </a:pPr>
            <a:endParaRPr lang="fr-FR"/>
          </a:p>
          <a:p>
            <a:pPr marL="171450" indent="-171450">
              <a:buFontTx/>
              <a:buChar char="-"/>
            </a:pPr>
            <a:endParaRPr lang="fr-FR"/>
          </a:p>
          <a:p>
            <a:pPr marL="171450" indent="-171450">
              <a:buFontTx/>
              <a:buChar char="-"/>
            </a:pPr>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140</a:t>
            </a:fld>
            <a:endParaRPr lang="fr-FR"/>
          </a:p>
        </p:txBody>
      </p:sp>
    </p:spTree>
    <p:extLst>
      <p:ext uri="{BB962C8B-B14F-4D97-AF65-F5344CB8AC3E}">
        <p14:creationId xmlns:p14="http://schemas.microsoft.com/office/powerpoint/2010/main" val="326388043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 </a:t>
            </a:r>
            <a:r>
              <a:rPr lang="fr-FR" dirty="0" err="1"/>
              <a:t>Regles</a:t>
            </a:r>
            <a:r>
              <a:rPr lang="fr-FR" dirty="0"/>
              <a:t> de gouvernance</a:t>
            </a:r>
          </a:p>
          <a:p>
            <a:pPr marL="171450" indent="-171450">
              <a:buFontTx/>
              <a:buChar char="-"/>
            </a:pPr>
            <a:r>
              <a:rPr lang="fr-FR" dirty="0"/>
              <a:t>Automatiser la validation des normes de spécifications et best practices proposées par </a:t>
            </a:r>
            <a:r>
              <a:rPr lang="fr-FR" dirty="0" err="1"/>
              <a:t>Mulesoft</a:t>
            </a:r>
            <a:endParaRPr lang="fr-FR" dirty="0"/>
          </a:p>
          <a:p>
            <a:pPr marL="171450" indent="-171450">
              <a:buFontTx/>
              <a:buChar char="-"/>
            </a:pPr>
            <a:r>
              <a:rPr lang="fr-FR" dirty="0"/>
              <a:t>Mettre en place des standards transverses à toute l’organisation </a:t>
            </a:r>
            <a:r>
              <a:rPr lang="fr-FR" dirty="0" err="1"/>
              <a:t>ByCn</a:t>
            </a:r>
            <a:endParaRPr lang="fr-FR" dirty="0"/>
          </a:p>
          <a:p>
            <a:pPr marL="171450" indent="-171450">
              <a:buFontTx/>
              <a:buChar char="-"/>
            </a:pPr>
            <a:endParaRPr lang="fr-FR" dirty="0"/>
          </a:p>
          <a:p>
            <a:pPr marL="171450" indent="-171450">
              <a:buFontTx/>
              <a:buChar char="-"/>
            </a:pPr>
            <a:endParaRPr lang="fr-FR" dirty="0"/>
          </a:p>
          <a:p>
            <a:pPr marL="171450" indent="-171450">
              <a:buFontTx/>
              <a:buChar char="-"/>
            </a:pPr>
            <a:r>
              <a:rPr lang="fr-FR" dirty="0"/>
              <a:t>api.&lt;host&gt;/&lt;</a:t>
            </a:r>
            <a:r>
              <a:rPr lang="fr-FR" dirty="0" err="1"/>
              <a:t>domaineFonctionnelPrincipal</a:t>
            </a:r>
            <a:r>
              <a:rPr lang="fr-FR" dirty="0"/>
              <a:t>&gt;/[&lt;sous-domaine&gt;]/&lt;version&gt;/&lt;ressource&gt;</a:t>
            </a:r>
          </a:p>
          <a:p>
            <a:pPr marL="171450" indent="-171450">
              <a:buFontTx/>
              <a:buChar char="-"/>
            </a:pPr>
            <a:endParaRPr lang="fr-FR" dirty="0"/>
          </a:p>
          <a:p>
            <a:pPr marL="171450" indent="-171450">
              <a:buFontTx/>
              <a:buChar char="-"/>
            </a:pPr>
            <a:endParaRPr lang="fr-FR" dirty="0"/>
          </a:p>
          <a:p>
            <a:pPr marL="171450" indent="-171450">
              <a:buFontTx/>
              <a:buChar char="-"/>
            </a:pPr>
            <a:r>
              <a:rPr lang="fr-FR" dirty="0"/>
              <a:t>Ensembles de règles « out of the box » qui peuvent être appliqués aux spécifications APIs comme </a:t>
            </a:r>
          </a:p>
          <a:p>
            <a:pPr marL="628650" lvl="1" indent="-171450">
              <a:buFontTx/>
              <a:buChar char="-"/>
            </a:pPr>
            <a:r>
              <a:rPr lang="fr-FR" dirty="0"/>
              <a:t>Les conventions de </a:t>
            </a:r>
            <a:r>
              <a:rPr lang="fr-FR" dirty="0" err="1"/>
              <a:t>nomages</a:t>
            </a:r>
            <a:endParaRPr lang="fr-FR" dirty="0"/>
          </a:p>
          <a:p>
            <a:pPr marL="628650" lvl="1" indent="-171450">
              <a:buFontTx/>
              <a:buChar char="-"/>
            </a:pPr>
            <a:r>
              <a:rPr lang="fr-FR" dirty="0"/>
              <a:t>Les règles de conformité</a:t>
            </a:r>
          </a:p>
          <a:p>
            <a:pPr marL="628650" lvl="1" indent="-171450">
              <a:buFontTx/>
              <a:buChar char="-"/>
            </a:pPr>
            <a:endParaRPr lang="fr-FR" dirty="0"/>
          </a:p>
          <a:p>
            <a:pPr marL="171450" lvl="0" indent="-171450">
              <a:buFontTx/>
              <a:buChar char="-"/>
            </a:pPr>
            <a:r>
              <a:rPr lang="fr-FR" dirty="0"/>
              <a:t>Mise en place de notifications automatiques d’alertes de non respect des normes de conformité mises en place</a:t>
            </a:r>
          </a:p>
          <a:p>
            <a:pPr marL="171450" lvl="0" indent="-171450">
              <a:buFontTx/>
              <a:buChar char="-"/>
            </a:pPr>
            <a:endParaRPr lang="fr-FR" dirty="0"/>
          </a:p>
          <a:p>
            <a:pPr marL="171450" lvl="0" indent="-171450">
              <a:buFontTx/>
              <a:buChar char="-"/>
            </a:pPr>
            <a:r>
              <a:rPr lang="fr-FR" dirty="0"/>
              <a:t>https://www.mulesoft.com/platform/api/governance-anypoint </a:t>
            </a:r>
          </a:p>
          <a:p>
            <a:pPr marL="171450" lvl="0" indent="-171450">
              <a:buFontTx/>
              <a:buChar char="-"/>
            </a:pPr>
            <a:endParaRPr lang="fr-FR" dirty="0"/>
          </a:p>
          <a:p>
            <a:pPr marL="171450" lvl="0" indent="-171450">
              <a:buFontTx/>
              <a:buChar char="-"/>
            </a:pPr>
            <a:endParaRPr lang="fr-FR" dirty="0"/>
          </a:p>
          <a:p>
            <a:pPr marL="171450" indent="-171450">
              <a:buFontTx/>
              <a:buChar char="-"/>
            </a:pPr>
            <a:endParaRPr lang="fr-FR" dirty="0"/>
          </a:p>
          <a:p>
            <a:pPr marL="171450" indent="-171450">
              <a:buFontTx/>
              <a:buChar char="-"/>
            </a:pPr>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141</a:t>
            </a:fld>
            <a:endParaRPr lang="fr-FR"/>
          </a:p>
        </p:txBody>
      </p:sp>
    </p:spTree>
    <p:extLst>
      <p:ext uri="{BB962C8B-B14F-4D97-AF65-F5344CB8AC3E}">
        <p14:creationId xmlns:p14="http://schemas.microsoft.com/office/powerpoint/2010/main" val="1224983563"/>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 </a:t>
            </a:r>
            <a:r>
              <a:rPr lang="fr-FR" dirty="0" err="1"/>
              <a:t>Regles</a:t>
            </a:r>
            <a:r>
              <a:rPr lang="fr-FR" dirty="0"/>
              <a:t> de gouvernance</a:t>
            </a:r>
          </a:p>
          <a:p>
            <a:pPr marL="171450" indent="-171450">
              <a:buFontTx/>
              <a:buChar char="-"/>
            </a:pPr>
            <a:r>
              <a:rPr lang="fr-FR" dirty="0"/>
              <a:t>Automatiser la validation des normes de spécifications et best practices proposées par </a:t>
            </a:r>
            <a:r>
              <a:rPr lang="fr-FR" dirty="0" err="1"/>
              <a:t>Mulesoft</a:t>
            </a:r>
            <a:endParaRPr lang="fr-FR" dirty="0"/>
          </a:p>
          <a:p>
            <a:pPr marL="171450" indent="-171450">
              <a:buFontTx/>
              <a:buChar char="-"/>
            </a:pPr>
            <a:r>
              <a:rPr lang="fr-FR" dirty="0"/>
              <a:t>Mettre en place des standards transverses à toute l’organisation </a:t>
            </a:r>
            <a:r>
              <a:rPr lang="fr-FR" dirty="0" err="1"/>
              <a:t>ByCn</a:t>
            </a:r>
            <a:endParaRPr lang="fr-FR" dirty="0"/>
          </a:p>
          <a:p>
            <a:pPr marL="171450" indent="-171450">
              <a:buFontTx/>
              <a:buChar char="-"/>
            </a:pPr>
            <a:endParaRPr lang="fr-FR" dirty="0"/>
          </a:p>
          <a:p>
            <a:pPr marL="171450" indent="-171450">
              <a:buFontTx/>
              <a:buChar char="-"/>
            </a:pPr>
            <a:endParaRPr lang="fr-FR" dirty="0"/>
          </a:p>
          <a:p>
            <a:pPr marL="171450" indent="-171450">
              <a:buFontTx/>
              <a:buChar char="-"/>
            </a:pPr>
            <a:r>
              <a:rPr lang="fr-FR" dirty="0"/>
              <a:t>api.&lt;host&gt;/&lt;</a:t>
            </a:r>
            <a:r>
              <a:rPr lang="fr-FR" dirty="0" err="1"/>
              <a:t>domaineFonctionnelPrincipal</a:t>
            </a:r>
            <a:r>
              <a:rPr lang="fr-FR" dirty="0"/>
              <a:t>&gt;/[&lt;sous-domaine&gt;]/&lt;version&gt;/&lt;ressource&gt;</a:t>
            </a:r>
          </a:p>
          <a:p>
            <a:pPr marL="171450" indent="-171450">
              <a:buFontTx/>
              <a:buChar char="-"/>
            </a:pPr>
            <a:endParaRPr lang="fr-FR" dirty="0"/>
          </a:p>
          <a:p>
            <a:pPr marL="171450" indent="-171450">
              <a:buFontTx/>
              <a:buChar char="-"/>
            </a:pPr>
            <a:endParaRPr lang="fr-FR" dirty="0"/>
          </a:p>
          <a:p>
            <a:pPr marL="171450" indent="-171450">
              <a:buFontTx/>
              <a:buChar char="-"/>
            </a:pPr>
            <a:r>
              <a:rPr lang="fr-FR" dirty="0"/>
              <a:t>Ensembles de règles « out of the box » qui peuvent être appliqués aux spécifications APIs comme </a:t>
            </a:r>
          </a:p>
          <a:p>
            <a:pPr marL="628650" lvl="1" indent="-171450">
              <a:buFontTx/>
              <a:buChar char="-"/>
            </a:pPr>
            <a:r>
              <a:rPr lang="fr-FR" dirty="0"/>
              <a:t>Les conventions de </a:t>
            </a:r>
            <a:r>
              <a:rPr lang="fr-FR" dirty="0" err="1"/>
              <a:t>nomages</a:t>
            </a:r>
            <a:endParaRPr lang="fr-FR" dirty="0"/>
          </a:p>
          <a:p>
            <a:pPr marL="628650" lvl="1" indent="-171450">
              <a:buFontTx/>
              <a:buChar char="-"/>
            </a:pPr>
            <a:r>
              <a:rPr lang="fr-FR" dirty="0"/>
              <a:t>Les règles de conformité</a:t>
            </a:r>
          </a:p>
          <a:p>
            <a:pPr marL="628650" lvl="1" indent="-171450">
              <a:buFontTx/>
              <a:buChar char="-"/>
            </a:pPr>
            <a:endParaRPr lang="fr-FR" dirty="0"/>
          </a:p>
          <a:p>
            <a:pPr marL="171450" lvl="0" indent="-171450">
              <a:buFontTx/>
              <a:buChar char="-"/>
            </a:pPr>
            <a:r>
              <a:rPr lang="fr-FR" dirty="0"/>
              <a:t>Mise en place de notifications automatiques d’alertes de non respect des normes de conformité mises en place</a:t>
            </a:r>
          </a:p>
          <a:p>
            <a:pPr marL="171450" lvl="0" indent="-171450">
              <a:buFontTx/>
              <a:buChar char="-"/>
            </a:pPr>
            <a:endParaRPr lang="fr-FR" dirty="0"/>
          </a:p>
          <a:p>
            <a:pPr marL="171450" lvl="0" indent="-171450">
              <a:buFontTx/>
              <a:buChar char="-"/>
            </a:pPr>
            <a:r>
              <a:rPr lang="fr-FR" dirty="0"/>
              <a:t>https://www.mulesoft.com/platform/api/governance-anypoint </a:t>
            </a:r>
          </a:p>
          <a:p>
            <a:pPr marL="171450" lvl="0" indent="-171450">
              <a:buFontTx/>
              <a:buChar char="-"/>
            </a:pPr>
            <a:endParaRPr lang="fr-FR" dirty="0"/>
          </a:p>
          <a:p>
            <a:pPr marL="171450" lvl="0" indent="-171450">
              <a:buFontTx/>
              <a:buChar char="-"/>
            </a:pPr>
            <a:endParaRPr lang="fr-FR" dirty="0"/>
          </a:p>
          <a:p>
            <a:pPr marL="171450" indent="-171450">
              <a:buFontTx/>
              <a:buChar char="-"/>
            </a:pPr>
            <a:endParaRPr lang="fr-FR" dirty="0"/>
          </a:p>
          <a:p>
            <a:pPr marL="171450" indent="-171450">
              <a:buFontTx/>
              <a:buChar char="-"/>
            </a:pPr>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142</a:t>
            </a:fld>
            <a:endParaRPr lang="fr-FR"/>
          </a:p>
        </p:txBody>
      </p:sp>
    </p:spTree>
    <p:extLst>
      <p:ext uri="{BB962C8B-B14F-4D97-AF65-F5344CB8AC3E}">
        <p14:creationId xmlns:p14="http://schemas.microsoft.com/office/powerpoint/2010/main" val="252922052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143</a:t>
            </a:fld>
            <a:endParaRPr lang="fr-FR"/>
          </a:p>
        </p:txBody>
      </p:sp>
    </p:spTree>
    <p:extLst>
      <p:ext uri="{BB962C8B-B14F-4D97-AF65-F5344CB8AC3E}">
        <p14:creationId xmlns:p14="http://schemas.microsoft.com/office/powerpoint/2010/main" val="396829263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buFontTx/>
              <a:buNone/>
            </a:pPr>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144</a:t>
            </a:fld>
            <a:endParaRPr lang="fr-FR"/>
          </a:p>
        </p:txBody>
      </p:sp>
    </p:spTree>
    <p:extLst>
      <p:ext uri="{BB962C8B-B14F-4D97-AF65-F5344CB8AC3E}">
        <p14:creationId xmlns:p14="http://schemas.microsoft.com/office/powerpoint/2010/main" val="2668596009"/>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 </a:t>
            </a:r>
            <a:r>
              <a:rPr lang="fr-FR" dirty="0" err="1"/>
              <a:t>Regles</a:t>
            </a:r>
            <a:r>
              <a:rPr lang="fr-FR" dirty="0"/>
              <a:t> de gouvernance</a:t>
            </a:r>
          </a:p>
          <a:p>
            <a:pPr marL="171450" indent="-171450">
              <a:buFontTx/>
              <a:buChar char="-"/>
            </a:pPr>
            <a:r>
              <a:rPr lang="fr-FR" dirty="0"/>
              <a:t>Automatiser la validation des normes de spécifications et best practices proposées par </a:t>
            </a:r>
            <a:r>
              <a:rPr lang="fr-FR" dirty="0" err="1"/>
              <a:t>Mulesoft</a:t>
            </a:r>
            <a:endParaRPr lang="fr-FR" dirty="0"/>
          </a:p>
          <a:p>
            <a:pPr marL="171450" indent="-171450">
              <a:buFontTx/>
              <a:buChar char="-"/>
            </a:pPr>
            <a:r>
              <a:rPr lang="fr-FR" dirty="0"/>
              <a:t>Mettre en place des standards transverses à toute l’organisation </a:t>
            </a:r>
            <a:r>
              <a:rPr lang="fr-FR" dirty="0" err="1"/>
              <a:t>ByCn</a:t>
            </a:r>
            <a:endParaRPr lang="fr-FR" dirty="0"/>
          </a:p>
          <a:p>
            <a:pPr marL="171450" indent="-171450">
              <a:buFontTx/>
              <a:buChar char="-"/>
            </a:pPr>
            <a:endParaRPr lang="fr-FR" dirty="0"/>
          </a:p>
          <a:p>
            <a:pPr marL="171450" indent="-171450">
              <a:buFontTx/>
              <a:buChar char="-"/>
            </a:pPr>
            <a:endParaRPr lang="fr-FR" dirty="0"/>
          </a:p>
          <a:p>
            <a:pPr marL="171450" indent="-171450">
              <a:buFontTx/>
              <a:buChar char="-"/>
            </a:pPr>
            <a:r>
              <a:rPr lang="fr-FR" dirty="0"/>
              <a:t>Ensembles de règles « out of the box » qui peuvent être appliqués aux spécifications APIs comme </a:t>
            </a:r>
          </a:p>
          <a:p>
            <a:pPr marL="628650" lvl="1" indent="-171450">
              <a:buFontTx/>
              <a:buChar char="-"/>
            </a:pPr>
            <a:r>
              <a:rPr lang="fr-FR" dirty="0"/>
              <a:t>Les conventions de </a:t>
            </a:r>
            <a:r>
              <a:rPr lang="fr-FR" dirty="0" err="1"/>
              <a:t>nomages</a:t>
            </a:r>
            <a:endParaRPr lang="fr-FR" dirty="0"/>
          </a:p>
          <a:p>
            <a:pPr marL="628650" lvl="1" indent="-171450">
              <a:buFontTx/>
              <a:buChar char="-"/>
            </a:pPr>
            <a:r>
              <a:rPr lang="fr-FR" dirty="0"/>
              <a:t>Les règles de conformité</a:t>
            </a:r>
          </a:p>
          <a:p>
            <a:pPr marL="628650" lvl="1" indent="-171450">
              <a:buFontTx/>
              <a:buChar char="-"/>
            </a:pPr>
            <a:endParaRPr lang="fr-FR" dirty="0"/>
          </a:p>
          <a:p>
            <a:pPr marL="171450" lvl="0" indent="-171450">
              <a:buFontTx/>
              <a:buChar char="-"/>
            </a:pPr>
            <a:r>
              <a:rPr lang="fr-FR" dirty="0"/>
              <a:t>Mise en place de notifications automatiques d’alertes de non respect des normes de conformité mises en place</a:t>
            </a:r>
          </a:p>
          <a:p>
            <a:pPr marL="171450" lvl="0" indent="-171450">
              <a:buFontTx/>
              <a:buChar char="-"/>
            </a:pPr>
            <a:endParaRPr lang="fr-FR" dirty="0"/>
          </a:p>
          <a:p>
            <a:pPr marL="171450" lvl="0" indent="-171450">
              <a:buFontTx/>
              <a:buChar char="-"/>
            </a:pPr>
            <a:r>
              <a:rPr lang="fr-FR" dirty="0"/>
              <a:t>https://www.mulesoft.com/platform/api/governance-anypoint </a:t>
            </a:r>
          </a:p>
          <a:p>
            <a:pPr marL="171450" lvl="0" indent="-171450">
              <a:buFontTx/>
              <a:buChar char="-"/>
            </a:pPr>
            <a:endParaRPr lang="fr-FR" dirty="0"/>
          </a:p>
          <a:p>
            <a:pPr marL="171450" lvl="0" indent="-171450">
              <a:buFontTx/>
              <a:buChar char="-"/>
            </a:pPr>
            <a:endParaRPr lang="fr-FR" dirty="0"/>
          </a:p>
          <a:p>
            <a:pPr marL="171450" indent="-171450">
              <a:buFontTx/>
              <a:buChar char="-"/>
            </a:pPr>
            <a:endParaRPr lang="fr-FR" dirty="0"/>
          </a:p>
          <a:p>
            <a:pPr marL="171450" indent="-171450">
              <a:buFontTx/>
              <a:buChar char="-"/>
            </a:pPr>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145</a:t>
            </a:fld>
            <a:endParaRPr lang="fr-FR"/>
          </a:p>
        </p:txBody>
      </p:sp>
    </p:spTree>
    <p:extLst>
      <p:ext uri="{BB962C8B-B14F-4D97-AF65-F5344CB8AC3E}">
        <p14:creationId xmlns:p14="http://schemas.microsoft.com/office/powerpoint/2010/main" val="645392605"/>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146</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074545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1">
                <a:latin typeface="Arial" panose="020B0604020202020204" pitchFamily="34" charset="0"/>
                <a:cs typeface="Arial" panose="020B0604020202020204" pitchFamily="34" charset="0"/>
              </a:rPr>
              <a:t>Ana Z : Edenred</a:t>
            </a:r>
          </a:p>
          <a:p>
            <a:r>
              <a:rPr lang="fr-FR" sz="1200" b="1">
                <a:latin typeface="Arial" panose="020B0604020202020204" pitchFamily="34" charset="0"/>
                <a:cs typeface="Arial" panose="020B0604020202020204" pitchFamily="34" charset="0"/>
              </a:rPr>
              <a:t>Vincent M : Louis Vitton</a:t>
            </a:r>
          </a:p>
          <a:p>
            <a:endParaRPr lang="fr-FR" sz="1200" b="1">
              <a:latin typeface="Arial" panose="020B0604020202020204" pitchFamily="34" charset="0"/>
              <a:cs typeface="Arial" panose="020B0604020202020204" pitchFamily="34" charset="0"/>
            </a:endParaRPr>
          </a:p>
          <a:p>
            <a:r>
              <a:rPr lang="fr-FR" sz="1200" b="1">
                <a:latin typeface="Arial" panose="020B0604020202020204" pitchFamily="34" charset="0"/>
                <a:cs typeface="Arial" panose="020B0604020202020204" pitchFamily="34" charset="0"/>
              </a:rPr>
              <a:t>Versioning sémantique : modifications majeurs . modifications mineurs . corrections/patch</a:t>
            </a:r>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147</a:t>
            </a:fld>
            <a:endParaRPr lang="fr-FR"/>
          </a:p>
        </p:txBody>
      </p:sp>
    </p:spTree>
    <p:extLst>
      <p:ext uri="{BB962C8B-B14F-4D97-AF65-F5344CB8AC3E}">
        <p14:creationId xmlns:p14="http://schemas.microsoft.com/office/powerpoint/2010/main" val="2991810734"/>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1">
                <a:latin typeface="Arial" panose="020B0604020202020204" pitchFamily="34" charset="0"/>
                <a:cs typeface="Arial" panose="020B0604020202020204" pitchFamily="34" charset="0"/>
                <a:hlinkClick r:id="rId3"/>
              </a:rPr>
              <a:t>https://www.youtube.com/watch?v=vTRppGhfbPI</a:t>
            </a:r>
            <a:r>
              <a:rPr lang="fr-FR" sz="1200" b="1">
                <a:latin typeface="Arial" panose="020B0604020202020204" pitchFamily="34" charset="0"/>
                <a:cs typeface="Arial" panose="020B0604020202020204" pitchFamily="34" charset="0"/>
              </a:rPr>
              <a:t> </a:t>
            </a:r>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148</a:t>
            </a:fld>
            <a:endParaRPr lang="fr-FR"/>
          </a:p>
        </p:txBody>
      </p:sp>
    </p:spTree>
    <p:extLst>
      <p:ext uri="{BB962C8B-B14F-4D97-AF65-F5344CB8AC3E}">
        <p14:creationId xmlns:p14="http://schemas.microsoft.com/office/powerpoint/2010/main" val="4161013909"/>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1">
                <a:latin typeface="Arial" panose="020B0604020202020204" pitchFamily="34" charset="0"/>
                <a:cs typeface="Arial" panose="020B0604020202020204" pitchFamily="34" charset="0"/>
                <a:hlinkClick r:id="rId3"/>
              </a:rPr>
              <a:t>https://www.youtube.com/watch?v=vTRppGhfbPI</a:t>
            </a:r>
            <a:r>
              <a:rPr lang="fr-FR" sz="1200" b="1">
                <a:latin typeface="Arial" panose="020B0604020202020204" pitchFamily="34" charset="0"/>
                <a:cs typeface="Arial" panose="020B0604020202020204" pitchFamily="34" charset="0"/>
              </a:rPr>
              <a:t> </a:t>
            </a:r>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149</a:t>
            </a:fld>
            <a:endParaRPr lang="fr-FR"/>
          </a:p>
        </p:txBody>
      </p:sp>
    </p:spTree>
    <p:extLst>
      <p:ext uri="{BB962C8B-B14F-4D97-AF65-F5344CB8AC3E}">
        <p14:creationId xmlns:p14="http://schemas.microsoft.com/office/powerpoint/2010/main" val="774947464"/>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1">
                <a:latin typeface="Arial" panose="020B0604020202020204" pitchFamily="34" charset="0"/>
                <a:cs typeface="Arial" panose="020B0604020202020204" pitchFamily="34" charset="0"/>
                <a:hlinkClick r:id="rId3"/>
              </a:rPr>
              <a:t>https://www.youtube.com/watch?v=vTRppGhfbPI</a:t>
            </a:r>
            <a:r>
              <a:rPr lang="fr-FR" sz="1200" b="1">
                <a:latin typeface="Arial" panose="020B0604020202020204" pitchFamily="34" charset="0"/>
                <a:cs typeface="Arial" panose="020B0604020202020204" pitchFamily="34" charset="0"/>
              </a:rPr>
              <a:t> </a:t>
            </a:r>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150</a:t>
            </a:fld>
            <a:endParaRPr lang="fr-FR"/>
          </a:p>
        </p:txBody>
      </p:sp>
    </p:spTree>
    <p:extLst>
      <p:ext uri="{BB962C8B-B14F-4D97-AF65-F5344CB8AC3E}">
        <p14:creationId xmlns:p14="http://schemas.microsoft.com/office/powerpoint/2010/main" val="513569202"/>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1">
                <a:latin typeface="Arial" panose="020B0604020202020204" pitchFamily="34" charset="0"/>
                <a:cs typeface="Arial" panose="020B0604020202020204" pitchFamily="34" charset="0"/>
                <a:hlinkClick r:id="rId3"/>
              </a:rPr>
              <a:t>https://www.youtube.com/watch?v=vTRppGhfbPI</a:t>
            </a:r>
            <a:r>
              <a:rPr lang="fr-FR" sz="1200" b="1">
                <a:latin typeface="Arial" panose="020B0604020202020204" pitchFamily="34" charset="0"/>
                <a:cs typeface="Arial" panose="020B0604020202020204" pitchFamily="34" charset="0"/>
              </a:rPr>
              <a:t> </a:t>
            </a:r>
          </a:p>
          <a:p>
            <a:r>
              <a:rPr lang="fr-FR"/>
              <a:t>Exemple : https://</a:t>
            </a:r>
            <a:r>
              <a:rPr lang="fr-FR" err="1"/>
              <a:t>github.com</a:t>
            </a:r>
            <a:r>
              <a:rPr lang="fr-FR"/>
              <a:t>/</a:t>
            </a:r>
            <a:r>
              <a:rPr lang="fr-FR" err="1"/>
              <a:t>jainhimanshi</a:t>
            </a:r>
            <a:r>
              <a:rPr lang="fr-FR"/>
              <a:t>/GitHub-Actions-CI-CD-Pipeline-for-MuleSoft/</a:t>
            </a:r>
            <a:r>
              <a:rPr lang="fr-FR" err="1"/>
              <a:t>edit</a:t>
            </a:r>
            <a:r>
              <a:rPr lang="fr-FR"/>
              <a:t>/main/.</a:t>
            </a:r>
            <a:r>
              <a:rPr lang="fr-FR" err="1"/>
              <a:t>github</a:t>
            </a:r>
            <a:r>
              <a:rPr lang="fr-FR"/>
              <a:t>/workflows/</a:t>
            </a:r>
            <a:r>
              <a:rPr lang="fr-FR" err="1"/>
              <a:t>main.yml</a:t>
            </a:r>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151</a:t>
            </a:fld>
            <a:endParaRPr lang="fr-FR"/>
          </a:p>
        </p:txBody>
      </p:sp>
    </p:spTree>
    <p:extLst>
      <p:ext uri="{BB962C8B-B14F-4D97-AF65-F5344CB8AC3E}">
        <p14:creationId xmlns:p14="http://schemas.microsoft.com/office/powerpoint/2010/main" val="3445398494"/>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e l'en-tête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AAA</a:t>
            </a:r>
          </a:p>
        </p:txBody>
      </p:sp>
      <p:sp>
        <p:nvSpPr>
          <p:cNvPr id="5" name="Espace réservé du pied de page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EEE</a:t>
            </a:r>
          </a:p>
        </p:txBody>
      </p:sp>
      <p:sp>
        <p:nvSpPr>
          <p:cNvPr id="6" name="Espace réservé du numéro de diapositive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BD27B0-86CF-404D-9230-581FD8B15042}"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152</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976432"/>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153</a:t>
            </a:fld>
            <a:endParaRPr lang="fr-FR"/>
          </a:p>
        </p:txBody>
      </p:sp>
    </p:spTree>
    <p:extLst>
      <p:ext uri="{BB962C8B-B14F-4D97-AF65-F5344CB8AC3E}">
        <p14:creationId xmlns:p14="http://schemas.microsoft.com/office/powerpoint/2010/main" val="3409962610"/>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154</a:t>
            </a:fld>
            <a:endParaRPr lang="fr-FR"/>
          </a:p>
        </p:txBody>
      </p:sp>
    </p:spTree>
    <p:extLst>
      <p:ext uri="{BB962C8B-B14F-4D97-AF65-F5344CB8AC3E}">
        <p14:creationId xmlns:p14="http://schemas.microsoft.com/office/powerpoint/2010/main" val="156198617"/>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155</a:t>
            </a:fld>
            <a:endParaRPr lang="fr-FR"/>
          </a:p>
        </p:txBody>
      </p:sp>
    </p:spTree>
    <p:extLst>
      <p:ext uri="{BB962C8B-B14F-4D97-AF65-F5344CB8AC3E}">
        <p14:creationId xmlns:p14="http://schemas.microsoft.com/office/powerpoint/2010/main" val="1447575334"/>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156</a:t>
            </a:fld>
            <a:endParaRPr lang="fr-FR"/>
          </a:p>
        </p:txBody>
      </p:sp>
    </p:spTree>
    <p:extLst>
      <p:ext uri="{BB962C8B-B14F-4D97-AF65-F5344CB8AC3E}">
        <p14:creationId xmlns:p14="http://schemas.microsoft.com/office/powerpoint/2010/main" val="2321125046"/>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157</a:t>
            </a:fld>
            <a:endParaRPr lang="fr-FR"/>
          </a:p>
        </p:txBody>
      </p:sp>
    </p:spTree>
    <p:extLst>
      <p:ext uri="{BB962C8B-B14F-4D97-AF65-F5344CB8AC3E}">
        <p14:creationId xmlns:p14="http://schemas.microsoft.com/office/powerpoint/2010/main" val="1017721808"/>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158</a:t>
            </a:fld>
            <a:endParaRPr lang="fr-FR"/>
          </a:p>
        </p:txBody>
      </p:sp>
    </p:spTree>
    <p:extLst>
      <p:ext uri="{BB962C8B-B14F-4D97-AF65-F5344CB8AC3E}">
        <p14:creationId xmlns:p14="http://schemas.microsoft.com/office/powerpoint/2010/main" val="529654257"/>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159</a:t>
            </a:fld>
            <a:endParaRPr lang="fr-FR"/>
          </a:p>
        </p:txBody>
      </p:sp>
    </p:spTree>
    <p:extLst>
      <p:ext uri="{BB962C8B-B14F-4D97-AF65-F5344CB8AC3E}">
        <p14:creationId xmlns:p14="http://schemas.microsoft.com/office/powerpoint/2010/main" val="3947074202"/>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160</a:t>
            </a:fld>
            <a:endParaRPr lang="fr-FR"/>
          </a:p>
        </p:txBody>
      </p:sp>
    </p:spTree>
    <p:extLst>
      <p:ext uri="{BB962C8B-B14F-4D97-AF65-F5344CB8AC3E}">
        <p14:creationId xmlns:p14="http://schemas.microsoft.com/office/powerpoint/2010/main" val="237259025"/>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161</a:t>
            </a:fld>
            <a:endParaRPr lang="fr-FR"/>
          </a:p>
        </p:txBody>
      </p:sp>
    </p:spTree>
    <p:extLst>
      <p:ext uri="{BB962C8B-B14F-4D97-AF65-F5344CB8AC3E}">
        <p14:creationId xmlns:p14="http://schemas.microsoft.com/office/powerpoint/2010/main" val="2324364136"/>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162</a:t>
            </a:fld>
            <a:endParaRPr lang="fr-FR"/>
          </a:p>
        </p:txBody>
      </p:sp>
    </p:spTree>
    <p:extLst>
      <p:ext uri="{BB962C8B-B14F-4D97-AF65-F5344CB8AC3E}">
        <p14:creationId xmlns:p14="http://schemas.microsoft.com/office/powerpoint/2010/main" val="207835500"/>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163</a:t>
            </a:fld>
            <a:endParaRPr lang="fr-FR"/>
          </a:p>
        </p:txBody>
      </p:sp>
    </p:spTree>
    <p:extLst>
      <p:ext uri="{BB962C8B-B14F-4D97-AF65-F5344CB8AC3E}">
        <p14:creationId xmlns:p14="http://schemas.microsoft.com/office/powerpoint/2010/main" val="968909049"/>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366398D1-D7F6-4E93-8007-C27C8DA7CF54}" type="slidenum">
              <a:rPr lang="fr-FR" smtClean="0"/>
              <a:t>165</a:t>
            </a:fld>
            <a:endParaRPr lang="fr-FR"/>
          </a:p>
        </p:txBody>
      </p:sp>
    </p:spTree>
    <p:extLst>
      <p:ext uri="{BB962C8B-B14F-4D97-AF65-F5344CB8AC3E}">
        <p14:creationId xmlns:p14="http://schemas.microsoft.com/office/powerpoint/2010/main" val="2761547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00_Full 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73790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0_Empty with logo and Header">
    <p:spTree>
      <p:nvGrpSpPr>
        <p:cNvPr id="1" name=""/>
        <p:cNvGrpSpPr/>
        <p:nvPr/>
      </p:nvGrpSpPr>
      <p:grpSpPr>
        <a:xfrm>
          <a:off x="0" y="0"/>
          <a:ext cx="0" cy="0"/>
          <a:chOff x="0" y="0"/>
          <a:chExt cx="0" cy="0"/>
        </a:xfrm>
      </p:grpSpPr>
      <p:sp>
        <p:nvSpPr>
          <p:cNvPr id="4" name="Espace réservé du pied de page 1">
            <a:extLst>
              <a:ext uri="{FF2B5EF4-FFF2-40B4-BE49-F238E27FC236}">
                <a16:creationId xmlns:a16="http://schemas.microsoft.com/office/drawing/2014/main" id="{8376E364-0882-8740-9AE3-9B375975E0FB}"/>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2488826336"/>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0_Empty with logo without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119377"/>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1_Basic full_one-line title">
    <p:spTree>
      <p:nvGrpSpPr>
        <p:cNvPr id="1" name=""/>
        <p:cNvGrpSpPr/>
        <p:nvPr/>
      </p:nvGrpSpPr>
      <p:grpSpPr>
        <a:xfrm>
          <a:off x="0" y="0"/>
          <a:ext cx="0" cy="0"/>
          <a:chOff x="0" y="0"/>
          <a:chExt cx="0" cy="0"/>
        </a:xfrm>
      </p:grpSpPr>
      <p:sp>
        <p:nvSpPr>
          <p:cNvPr id="5" name="Espace réservé du contenu 4"/>
          <p:cNvSpPr>
            <a:spLocks noGrp="1"/>
          </p:cNvSpPr>
          <p:nvPr>
            <p:ph sz="quarter" idx="16" hasCustomPrompt="1"/>
          </p:nvPr>
        </p:nvSpPr>
        <p:spPr>
          <a:xfrm>
            <a:off x="342900" y="1700613"/>
            <a:ext cx="11428686" cy="4467734"/>
          </a:xfrm>
          <a:prstGeom prst="rect">
            <a:avLst/>
          </a:prstGeom>
        </p:spPr>
        <p:txBody>
          <a:bodyPr/>
          <a:lstStyle>
            <a:lvl1pPr marL="0" indent="0">
              <a:buNone/>
              <a:defRPr sz="1200">
                <a:latin typeface="Arial" panose="020B0604020202020204" pitchFamily="34" charset="0"/>
                <a:cs typeface="Arial" panose="020B0604020202020204" pitchFamily="34" charset="0"/>
              </a:defRPr>
            </a:lvl1pPr>
            <a:lvl2pPr marL="685800" indent="-228600">
              <a:buFont typeface="Arial" panose="020B0604020202020204" pitchFamily="34" charset="0"/>
              <a:buChar char="•"/>
              <a:defRPr sz="1200">
                <a:latin typeface="Arial" panose="020B0604020202020204" pitchFamily="34" charset="0"/>
                <a:cs typeface="Arial" panose="020B0604020202020204" pitchFamily="34" charset="0"/>
              </a:defRPr>
            </a:lvl2pPr>
            <a:lvl3pPr marL="1143000" indent="-228600">
              <a:buFont typeface="Arial" panose="020B0604020202020204" pitchFamily="34" charset="0"/>
              <a:buChar char="–"/>
              <a:defRPr sz="12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600">
                <a:latin typeface="Arial" panose="020B0604020202020204" pitchFamily="34" charset="0"/>
                <a:cs typeface="Arial" panose="020B0604020202020204" pitchFamily="34" charset="0"/>
              </a:defRPr>
            </a:lvl4pPr>
            <a:lvl5pPr marL="2057400" indent="-228600">
              <a:buFont typeface="Wingdings" panose="05000000000000000000" pitchFamily="2" charset="2"/>
              <a:buChar char="q"/>
              <a:defRPr sz="1600">
                <a:latin typeface="Arial" panose="020B0604020202020204" pitchFamily="34" charset="0"/>
                <a:cs typeface="Arial" panose="020B0604020202020204" pitchFamily="34" charset="0"/>
              </a:defRPr>
            </a:lvl5pPr>
          </a:lstStyle>
          <a:p>
            <a:pPr lvl="0"/>
            <a:r>
              <a:rPr lang="fr-FR"/>
              <a:t>Premier niveau</a:t>
            </a:r>
          </a:p>
          <a:p>
            <a:pPr lvl="1"/>
            <a:r>
              <a:rPr lang="fr-FR"/>
              <a:t>Deuxième niveau</a:t>
            </a:r>
          </a:p>
          <a:p>
            <a:pPr lvl="2"/>
            <a:r>
              <a:rPr lang="fr-FR"/>
              <a:t>Troisième niveau</a:t>
            </a:r>
          </a:p>
        </p:txBody>
      </p:sp>
      <p:sp>
        <p:nvSpPr>
          <p:cNvPr id="10"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337931" y="922713"/>
            <a:ext cx="11433654"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7" name="Espace réservé du texte 6">
            <a:extLst>
              <a:ext uri="{FF2B5EF4-FFF2-40B4-BE49-F238E27FC236}">
                <a16:creationId xmlns:a16="http://schemas.microsoft.com/office/drawing/2014/main" id="{D3A77A92-E553-4800-AE77-3A3A6B40817C}"/>
              </a:ext>
            </a:extLst>
          </p:cNvPr>
          <p:cNvSpPr>
            <a:spLocks noGrp="1"/>
          </p:cNvSpPr>
          <p:nvPr>
            <p:ph type="body" sz="quarter" idx="10" hasCustomPrompt="1"/>
          </p:nvPr>
        </p:nvSpPr>
        <p:spPr>
          <a:xfrm>
            <a:off x="337932" y="564022"/>
            <a:ext cx="11433654"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sp>
        <p:nvSpPr>
          <p:cNvPr id="8" name="Espace réservé du pied de page 1">
            <a:extLst>
              <a:ext uri="{FF2B5EF4-FFF2-40B4-BE49-F238E27FC236}">
                <a16:creationId xmlns:a16="http://schemas.microsoft.com/office/drawing/2014/main" id="{0D5616C1-334D-49F8-AE31-292BDF57B69F}"/>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3669035346"/>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1_Basic full_two-lines title">
    <p:spTree>
      <p:nvGrpSpPr>
        <p:cNvPr id="1" name=""/>
        <p:cNvGrpSpPr/>
        <p:nvPr/>
      </p:nvGrpSpPr>
      <p:grpSpPr>
        <a:xfrm>
          <a:off x="0" y="0"/>
          <a:ext cx="0" cy="0"/>
          <a:chOff x="0" y="0"/>
          <a:chExt cx="0" cy="0"/>
        </a:xfrm>
      </p:grpSpPr>
      <p:sp>
        <p:nvSpPr>
          <p:cNvPr id="5" name="Espace réservé du contenu 4"/>
          <p:cNvSpPr>
            <a:spLocks noGrp="1"/>
          </p:cNvSpPr>
          <p:nvPr>
            <p:ph sz="quarter" idx="16" hasCustomPrompt="1"/>
          </p:nvPr>
        </p:nvSpPr>
        <p:spPr>
          <a:xfrm>
            <a:off x="342900" y="1700613"/>
            <a:ext cx="11428686" cy="4467734"/>
          </a:xfrm>
          <a:prstGeom prst="rect">
            <a:avLst/>
          </a:prstGeom>
        </p:spPr>
        <p:txBody>
          <a:bodyPr/>
          <a:lstStyle>
            <a:lvl1pPr marL="0" indent="0">
              <a:buNone/>
              <a:defRPr sz="1200">
                <a:latin typeface="Arial" panose="020B0604020202020204" pitchFamily="34" charset="0"/>
                <a:cs typeface="Arial" panose="020B0604020202020204" pitchFamily="34" charset="0"/>
              </a:defRPr>
            </a:lvl1pPr>
            <a:lvl2pPr marL="685800" indent="-228600">
              <a:buFont typeface="Arial" panose="020B0604020202020204" pitchFamily="34" charset="0"/>
              <a:buChar char="•"/>
              <a:defRPr sz="1200">
                <a:latin typeface="Arial" panose="020B0604020202020204" pitchFamily="34" charset="0"/>
                <a:cs typeface="Arial" panose="020B0604020202020204" pitchFamily="34" charset="0"/>
              </a:defRPr>
            </a:lvl2pPr>
            <a:lvl3pPr marL="1143000" indent="-228600">
              <a:buFont typeface="Arial" panose="020B0604020202020204" pitchFamily="34" charset="0"/>
              <a:buChar char="–"/>
              <a:defRPr sz="12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600">
                <a:latin typeface="Arial" panose="020B0604020202020204" pitchFamily="34" charset="0"/>
                <a:cs typeface="Arial" panose="020B0604020202020204" pitchFamily="34" charset="0"/>
              </a:defRPr>
            </a:lvl4pPr>
            <a:lvl5pPr marL="2057400" indent="-228600">
              <a:buFont typeface="Wingdings" panose="05000000000000000000" pitchFamily="2" charset="2"/>
              <a:buChar char="q"/>
              <a:defRPr sz="1600">
                <a:latin typeface="Arial" panose="020B0604020202020204" pitchFamily="34" charset="0"/>
                <a:cs typeface="Arial" panose="020B0604020202020204" pitchFamily="34" charset="0"/>
              </a:defRPr>
            </a:lvl5pPr>
          </a:lstStyle>
          <a:p>
            <a:pPr lvl="0"/>
            <a:r>
              <a:rPr lang="fr-FR"/>
              <a:t>Premier niveau</a:t>
            </a:r>
          </a:p>
          <a:p>
            <a:pPr lvl="1"/>
            <a:r>
              <a:rPr lang="fr-FR"/>
              <a:t>Deuxième niveau</a:t>
            </a:r>
          </a:p>
          <a:p>
            <a:pPr lvl="2"/>
            <a:r>
              <a:rPr lang="fr-FR"/>
              <a:t>Troisième niveau</a:t>
            </a:r>
          </a:p>
        </p:txBody>
      </p:sp>
      <p:sp>
        <p:nvSpPr>
          <p:cNvPr id="10"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337931" y="1256005"/>
            <a:ext cx="11433654"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7" name="Espace réservé du texte 6">
            <a:extLst>
              <a:ext uri="{FF2B5EF4-FFF2-40B4-BE49-F238E27FC236}">
                <a16:creationId xmlns:a16="http://schemas.microsoft.com/office/drawing/2014/main" id="{D3A77A92-E553-4800-AE77-3A3A6B40817C}"/>
              </a:ext>
            </a:extLst>
          </p:cNvPr>
          <p:cNvSpPr>
            <a:spLocks noGrp="1"/>
          </p:cNvSpPr>
          <p:nvPr>
            <p:ph type="body" sz="quarter" idx="10" hasCustomPrompt="1"/>
          </p:nvPr>
        </p:nvSpPr>
        <p:spPr>
          <a:xfrm>
            <a:off x="337932" y="564022"/>
            <a:ext cx="11433654" cy="580885"/>
          </a:xfrm>
          <a:prstGeom prst="rect">
            <a:avLst/>
          </a:prstGeom>
        </p:spPr>
        <p:txBody>
          <a:bodyPr anchor="t" anchorCtr="0"/>
          <a:lstStyle>
            <a:lvl1pPr marL="0" indent="0">
              <a:buNone/>
              <a:defRPr sz="2200" b="1" cap="all" spc="-150" baseline="0">
                <a:latin typeface="+mj-lt"/>
              </a:defRPr>
            </a:lvl1pPr>
          </a:lstStyle>
          <a:p>
            <a:pPr lvl="0"/>
            <a:r>
              <a:rPr lang="fr-FR"/>
              <a:t>Titre</a:t>
            </a:r>
          </a:p>
        </p:txBody>
      </p:sp>
      <p:sp>
        <p:nvSpPr>
          <p:cNvPr id="8" name="Espace réservé du pied de page 1">
            <a:extLst>
              <a:ext uri="{FF2B5EF4-FFF2-40B4-BE49-F238E27FC236}">
                <a16:creationId xmlns:a16="http://schemas.microsoft.com/office/drawing/2014/main" id="{0D5616C1-334D-49F8-AE31-292BDF57B69F}"/>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3123112975"/>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1_Basic_without content_one-line title">
    <p:spTree>
      <p:nvGrpSpPr>
        <p:cNvPr id="1" name=""/>
        <p:cNvGrpSpPr/>
        <p:nvPr/>
      </p:nvGrpSpPr>
      <p:grpSpPr>
        <a:xfrm>
          <a:off x="0" y="0"/>
          <a:ext cx="0" cy="0"/>
          <a:chOff x="0" y="0"/>
          <a:chExt cx="0" cy="0"/>
        </a:xfrm>
      </p:grpSpPr>
      <p:sp>
        <p:nvSpPr>
          <p:cNvPr id="6" name="Espace réservé du pied de page 1">
            <a:extLst>
              <a:ext uri="{FF2B5EF4-FFF2-40B4-BE49-F238E27FC236}">
                <a16:creationId xmlns:a16="http://schemas.microsoft.com/office/drawing/2014/main" id="{6FC99BD5-6DA7-A047-B06E-9C4793317FE1}"/>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9" name="Espace réservé du texte 4">
            <a:extLst>
              <a:ext uri="{FF2B5EF4-FFF2-40B4-BE49-F238E27FC236}">
                <a16:creationId xmlns:a16="http://schemas.microsoft.com/office/drawing/2014/main" id="{F023E6D2-3D22-9B48-8C21-FB41C7354235}"/>
              </a:ext>
            </a:extLst>
          </p:cNvPr>
          <p:cNvSpPr>
            <a:spLocks noGrp="1"/>
          </p:cNvSpPr>
          <p:nvPr>
            <p:ph type="body" sz="quarter" idx="35" hasCustomPrompt="1"/>
          </p:nvPr>
        </p:nvSpPr>
        <p:spPr>
          <a:xfrm>
            <a:off x="337931" y="814648"/>
            <a:ext cx="11433654"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1" name="Espace réservé du texte 6">
            <a:extLst>
              <a:ext uri="{FF2B5EF4-FFF2-40B4-BE49-F238E27FC236}">
                <a16:creationId xmlns:a16="http://schemas.microsoft.com/office/drawing/2014/main" id="{F3B92F5A-69A7-1745-A726-2A3838084F5D}"/>
              </a:ext>
            </a:extLst>
          </p:cNvPr>
          <p:cNvSpPr>
            <a:spLocks noGrp="1"/>
          </p:cNvSpPr>
          <p:nvPr>
            <p:ph type="body" sz="quarter" idx="10" hasCustomPrompt="1"/>
          </p:nvPr>
        </p:nvSpPr>
        <p:spPr>
          <a:xfrm>
            <a:off x="337933" y="455957"/>
            <a:ext cx="11433652"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spTree>
    <p:extLst>
      <p:ext uri="{BB962C8B-B14F-4D97-AF65-F5344CB8AC3E}">
        <p14:creationId xmlns:p14="http://schemas.microsoft.com/office/powerpoint/2010/main" val="9217570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1_Basic_without content_two-lines title">
    <p:spTree>
      <p:nvGrpSpPr>
        <p:cNvPr id="1" name=""/>
        <p:cNvGrpSpPr/>
        <p:nvPr/>
      </p:nvGrpSpPr>
      <p:grpSpPr>
        <a:xfrm>
          <a:off x="0" y="0"/>
          <a:ext cx="0" cy="0"/>
          <a:chOff x="0" y="0"/>
          <a:chExt cx="0" cy="0"/>
        </a:xfrm>
      </p:grpSpPr>
      <p:sp>
        <p:nvSpPr>
          <p:cNvPr id="6" name="Espace réservé du pied de page 1">
            <a:extLst>
              <a:ext uri="{FF2B5EF4-FFF2-40B4-BE49-F238E27FC236}">
                <a16:creationId xmlns:a16="http://schemas.microsoft.com/office/drawing/2014/main" id="{6FC99BD5-6DA7-A047-B06E-9C4793317FE1}"/>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5"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337931" y="1256005"/>
            <a:ext cx="11433654"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7" name="Espace réservé du texte 6">
            <a:extLst>
              <a:ext uri="{FF2B5EF4-FFF2-40B4-BE49-F238E27FC236}">
                <a16:creationId xmlns:a16="http://schemas.microsoft.com/office/drawing/2014/main" id="{D3A77A92-E553-4800-AE77-3A3A6B40817C}"/>
              </a:ext>
            </a:extLst>
          </p:cNvPr>
          <p:cNvSpPr>
            <a:spLocks noGrp="1"/>
          </p:cNvSpPr>
          <p:nvPr>
            <p:ph type="body" sz="quarter" idx="10" hasCustomPrompt="1"/>
          </p:nvPr>
        </p:nvSpPr>
        <p:spPr>
          <a:xfrm>
            <a:off x="337932" y="564022"/>
            <a:ext cx="11433654" cy="580885"/>
          </a:xfrm>
          <a:prstGeom prst="rect">
            <a:avLst/>
          </a:prstGeom>
        </p:spPr>
        <p:txBody>
          <a:bodyPr anchor="t" anchorCtr="0"/>
          <a:lstStyle>
            <a:lvl1pPr marL="0" indent="0">
              <a:buNone/>
              <a:defRPr sz="2200" b="1" cap="all" spc="-150" baseline="0">
                <a:latin typeface="+mj-lt"/>
              </a:defRPr>
            </a:lvl1pPr>
          </a:lstStyle>
          <a:p>
            <a:pPr lvl="0"/>
            <a:r>
              <a:rPr lang="fr-FR"/>
              <a:t>Titre</a:t>
            </a:r>
          </a:p>
        </p:txBody>
      </p:sp>
    </p:spTree>
    <p:extLst>
      <p:ext uri="{BB962C8B-B14F-4D97-AF65-F5344CB8AC3E}">
        <p14:creationId xmlns:p14="http://schemas.microsoft.com/office/powerpoint/2010/main" val="3339370056"/>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1_Basic_with title alone">
    <p:spTree>
      <p:nvGrpSpPr>
        <p:cNvPr id="1" name=""/>
        <p:cNvGrpSpPr/>
        <p:nvPr/>
      </p:nvGrpSpPr>
      <p:grpSpPr>
        <a:xfrm>
          <a:off x="0" y="0"/>
          <a:ext cx="0" cy="0"/>
          <a:chOff x="0" y="0"/>
          <a:chExt cx="0" cy="0"/>
        </a:xfrm>
      </p:grpSpPr>
      <p:sp>
        <p:nvSpPr>
          <p:cNvPr id="5" name="Espace réservé du pied de page 1">
            <a:extLst>
              <a:ext uri="{FF2B5EF4-FFF2-40B4-BE49-F238E27FC236}">
                <a16:creationId xmlns:a16="http://schemas.microsoft.com/office/drawing/2014/main" id="{7CB1C8AD-2C0D-FD40-AC72-04498C77C22D}"/>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8" name="Espace réservé du texte 6">
            <a:extLst>
              <a:ext uri="{FF2B5EF4-FFF2-40B4-BE49-F238E27FC236}">
                <a16:creationId xmlns:a16="http://schemas.microsoft.com/office/drawing/2014/main" id="{9D3FA305-28FB-2044-A036-CD928E823341}"/>
              </a:ext>
            </a:extLst>
          </p:cNvPr>
          <p:cNvSpPr>
            <a:spLocks noGrp="1"/>
          </p:cNvSpPr>
          <p:nvPr>
            <p:ph type="body" sz="quarter" idx="10" hasCustomPrompt="1"/>
          </p:nvPr>
        </p:nvSpPr>
        <p:spPr>
          <a:xfrm>
            <a:off x="337932" y="564022"/>
            <a:ext cx="11414125"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spTree>
    <p:extLst>
      <p:ext uri="{BB962C8B-B14F-4D97-AF65-F5344CB8AC3E}">
        <p14:creationId xmlns:p14="http://schemas.microsoft.com/office/powerpoint/2010/main" val="1276816997"/>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1_Basic_with title and content">
    <p:spTree>
      <p:nvGrpSpPr>
        <p:cNvPr id="1" name=""/>
        <p:cNvGrpSpPr/>
        <p:nvPr/>
      </p:nvGrpSpPr>
      <p:grpSpPr>
        <a:xfrm>
          <a:off x="0" y="0"/>
          <a:ext cx="0" cy="0"/>
          <a:chOff x="0" y="0"/>
          <a:chExt cx="0" cy="0"/>
        </a:xfrm>
      </p:grpSpPr>
      <p:sp>
        <p:nvSpPr>
          <p:cNvPr id="14" name="Espace réservé du contenu 4">
            <a:extLst>
              <a:ext uri="{FF2B5EF4-FFF2-40B4-BE49-F238E27FC236}">
                <a16:creationId xmlns:a16="http://schemas.microsoft.com/office/drawing/2014/main" id="{A7C77CF3-659B-45A2-B05C-892056073484}"/>
              </a:ext>
            </a:extLst>
          </p:cNvPr>
          <p:cNvSpPr>
            <a:spLocks noGrp="1"/>
          </p:cNvSpPr>
          <p:nvPr>
            <p:ph sz="quarter" idx="16" hasCustomPrompt="1"/>
          </p:nvPr>
        </p:nvSpPr>
        <p:spPr>
          <a:xfrm>
            <a:off x="342900" y="1435713"/>
            <a:ext cx="11428686" cy="4649505"/>
          </a:xfrm>
          <a:prstGeom prst="rect">
            <a:avLst/>
          </a:prstGeom>
        </p:spPr>
        <p:txBody>
          <a:bodyPr/>
          <a:lstStyle>
            <a:lvl1pPr marL="0" indent="0">
              <a:buNone/>
              <a:defRPr sz="1200">
                <a:latin typeface="Arial" panose="020B0604020202020204" pitchFamily="34" charset="0"/>
                <a:cs typeface="Arial" panose="020B0604020202020204" pitchFamily="34" charset="0"/>
              </a:defRPr>
            </a:lvl1pPr>
            <a:lvl2pPr marL="685800" indent="-228600">
              <a:buFont typeface="Arial" panose="020B0604020202020204" pitchFamily="34" charset="0"/>
              <a:buChar char="•"/>
              <a:defRPr sz="1200">
                <a:latin typeface="Arial" panose="020B0604020202020204" pitchFamily="34" charset="0"/>
                <a:cs typeface="Arial" panose="020B0604020202020204" pitchFamily="34" charset="0"/>
              </a:defRPr>
            </a:lvl2pPr>
            <a:lvl3pPr marL="1143000" indent="-228600">
              <a:buFont typeface="Arial" panose="020B0604020202020204" pitchFamily="34" charset="0"/>
              <a:buChar char="–"/>
              <a:defRPr sz="12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400">
                <a:latin typeface="Arial" panose="020B0604020202020204" pitchFamily="34" charset="0"/>
                <a:cs typeface="Arial" panose="020B0604020202020204" pitchFamily="34" charset="0"/>
              </a:defRPr>
            </a:lvl4pPr>
            <a:lvl5pPr marL="2057400" indent="-228600">
              <a:buFont typeface="Wingdings" panose="05000000000000000000" pitchFamily="2" charset="2"/>
              <a:buChar char="q"/>
              <a:defRPr sz="1400">
                <a:latin typeface="Arial" panose="020B0604020202020204" pitchFamily="34" charset="0"/>
                <a:cs typeface="Arial" panose="020B0604020202020204" pitchFamily="34" charset="0"/>
              </a:defRPr>
            </a:lvl5pPr>
          </a:lstStyle>
          <a:p>
            <a:pPr lvl="0"/>
            <a:r>
              <a:rPr lang="fr-FR"/>
              <a:t>Premier niveau</a:t>
            </a:r>
          </a:p>
          <a:p>
            <a:pPr lvl="1"/>
            <a:r>
              <a:rPr lang="fr-FR"/>
              <a:t>Deuxième niveau</a:t>
            </a:r>
          </a:p>
          <a:p>
            <a:pPr lvl="2"/>
            <a:r>
              <a:rPr lang="fr-FR"/>
              <a:t>Troisième niveau</a:t>
            </a:r>
          </a:p>
        </p:txBody>
      </p:sp>
      <p:sp>
        <p:nvSpPr>
          <p:cNvPr id="5" name="Espace réservé du pied de page 1">
            <a:extLst>
              <a:ext uri="{FF2B5EF4-FFF2-40B4-BE49-F238E27FC236}">
                <a16:creationId xmlns:a16="http://schemas.microsoft.com/office/drawing/2014/main" id="{EC5ECFF2-9AE6-9545-A3E0-941A7A5ADCCD}"/>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0" name="Espace réservé du texte 6">
            <a:extLst>
              <a:ext uri="{FF2B5EF4-FFF2-40B4-BE49-F238E27FC236}">
                <a16:creationId xmlns:a16="http://schemas.microsoft.com/office/drawing/2014/main" id="{11FA3CD6-E3F0-CF4B-A6FA-8168C505BBAF}"/>
              </a:ext>
            </a:extLst>
          </p:cNvPr>
          <p:cNvSpPr>
            <a:spLocks noGrp="1"/>
          </p:cNvSpPr>
          <p:nvPr>
            <p:ph type="body" sz="quarter" idx="10" hasCustomPrompt="1"/>
          </p:nvPr>
        </p:nvSpPr>
        <p:spPr>
          <a:xfrm>
            <a:off x="337932" y="564022"/>
            <a:ext cx="11414125"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pic>
        <p:nvPicPr>
          <p:cNvPr id="6" name="Picture 5" descr="Background pattern&#10;&#10;Description automatically generated">
            <a:extLst>
              <a:ext uri="{FF2B5EF4-FFF2-40B4-BE49-F238E27FC236}">
                <a16:creationId xmlns:a16="http://schemas.microsoft.com/office/drawing/2014/main" id="{129E1411-21C9-5F1E-5A77-8F3D30BDA07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720332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01_Basic_2 subtitles and content">
    <p:spTree>
      <p:nvGrpSpPr>
        <p:cNvPr id="1" name=""/>
        <p:cNvGrpSpPr/>
        <p:nvPr/>
      </p:nvGrpSpPr>
      <p:grpSpPr>
        <a:xfrm>
          <a:off x="0" y="0"/>
          <a:ext cx="0" cy="0"/>
          <a:chOff x="0" y="0"/>
          <a:chExt cx="0" cy="0"/>
        </a:xfrm>
      </p:grpSpPr>
      <p:sp>
        <p:nvSpPr>
          <p:cNvPr id="5" name="Espace réservé du contenu 4"/>
          <p:cNvSpPr>
            <a:spLocks noGrp="1"/>
          </p:cNvSpPr>
          <p:nvPr>
            <p:ph sz="quarter" idx="16"/>
          </p:nvPr>
        </p:nvSpPr>
        <p:spPr>
          <a:xfrm>
            <a:off x="342900" y="2371725"/>
            <a:ext cx="11408951" cy="3497263"/>
          </a:xfrm>
          <a:prstGeom prst="rect">
            <a:avLst/>
          </a:prstGeom>
        </p:spPr>
        <p:txBody>
          <a:bodyPr/>
          <a:lstStyle>
            <a:lvl1pPr marL="0" indent="0">
              <a:buNone/>
              <a:defRPr sz="1200"/>
            </a:lvl1pPr>
            <a:lvl2pPr marL="685800" indent="-228600">
              <a:buFont typeface="Arial" panose="020B0604020202020204" pitchFamily="34" charset="0"/>
              <a:buChar char="−"/>
              <a:defRPr sz="1100"/>
            </a:lvl2pPr>
            <a:lvl3pPr marL="1143000" indent="-228600">
              <a:buFont typeface="Wingdings" panose="05000000000000000000" pitchFamily="2" charset="2"/>
              <a:buChar char="§"/>
              <a:defRPr sz="1100"/>
            </a:lvl3pPr>
            <a:lvl4pPr marL="1600200" indent="-228600">
              <a:buFont typeface="Courier New" panose="02070309020205020404" pitchFamily="49" charset="0"/>
              <a:buChar char="o"/>
              <a:defRPr sz="1100"/>
            </a:lvl4pPr>
            <a:lvl5pPr marL="2057400" indent="-228600">
              <a:buFont typeface="Wingdings" panose="05000000000000000000" pitchFamily="2" charset="2"/>
              <a:buChar char="q"/>
              <a:defRPr sz="1100"/>
            </a:lvl5pPr>
          </a:lstStyle>
          <a:p>
            <a:pPr lvl="0"/>
            <a:r>
              <a:rPr lang="fr-FR"/>
              <a:t>Cliquez pour modifier les styles du texte du masque</a:t>
            </a:r>
          </a:p>
        </p:txBody>
      </p:sp>
      <p:sp>
        <p:nvSpPr>
          <p:cNvPr id="8" name="Espace réservé du pied de page 1">
            <a:extLst>
              <a:ext uri="{FF2B5EF4-FFF2-40B4-BE49-F238E27FC236}">
                <a16:creationId xmlns:a16="http://schemas.microsoft.com/office/drawing/2014/main" id="{4C464621-0F8E-AA4B-B305-0B0912ACD203}"/>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ATG-073993 Digital Workplace</a:t>
            </a:r>
          </a:p>
        </p:txBody>
      </p:sp>
      <p:sp>
        <p:nvSpPr>
          <p:cNvPr id="15" name="Espace réservé du texte 4">
            <a:extLst>
              <a:ext uri="{FF2B5EF4-FFF2-40B4-BE49-F238E27FC236}">
                <a16:creationId xmlns:a16="http://schemas.microsoft.com/office/drawing/2014/main" id="{5EC23F5B-360B-0445-8FD1-24409BDEEBF4}"/>
              </a:ext>
            </a:extLst>
          </p:cNvPr>
          <p:cNvSpPr>
            <a:spLocks noGrp="1"/>
          </p:cNvSpPr>
          <p:nvPr>
            <p:ph type="body" sz="quarter" idx="35" hasCustomPrompt="1"/>
          </p:nvPr>
        </p:nvSpPr>
        <p:spPr>
          <a:xfrm>
            <a:off x="337931" y="922713"/>
            <a:ext cx="11433654"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6" name="Espace réservé du texte 6">
            <a:extLst>
              <a:ext uri="{FF2B5EF4-FFF2-40B4-BE49-F238E27FC236}">
                <a16:creationId xmlns:a16="http://schemas.microsoft.com/office/drawing/2014/main" id="{37CA94CC-E063-FD4B-9E73-7ADA95F5A08D}"/>
              </a:ext>
            </a:extLst>
          </p:cNvPr>
          <p:cNvSpPr>
            <a:spLocks noGrp="1"/>
          </p:cNvSpPr>
          <p:nvPr>
            <p:ph type="body" sz="quarter" idx="10" hasCustomPrompt="1"/>
          </p:nvPr>
        </p:nvSpPr>
        <p:spPr>
          <a:xfrm>
            <a:off x="337932" y="564022"/>
            <a:ext cx="11414125"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sp>
        <p:nvSpPr>
          <p:cNvPr id="7" name="Espace réservé du texte 2"/>
          <p:cNvSpPr>
            <a:spLocks noGrp="1"/>
          </p:cNvSpPr>
          <p:nvPr>
            <p:ph type="body" sz="quarter" idx="31"/>
          </p:nvPr>
        </p:nvSpPr>
        <p:spPr>
          <a:xfrm>
            <a:off x="338138" y="1614922"/>
            <a:ext cx="11413919" cy="46672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Cliquez pour modifier les styles du texte du masque</a:t>
            </a:r>
          </a:p>
        </p:txBody>
      </p:sp>
    </p:spTree>
    <p:extLst>
      <p:ext uri="{BB962C8B-B14F-4D97-AF65-F5344CB8AC3E}">
        <p14:creationId xmlns:p14="http://schemas.microsoft.com/office/powerpoint/2010/main" val="37708838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01_Basic_2 subtitles and content  two-lines title">
    <p:spTree>
      <p:nvGrpSpPr>
        <p:cNvPr id="1" name=""/>
        <p:cNvGrpSpPr/>
        <p:nvPr/>
      </p:nvGrpSpPr>
      <p:grpSpPr>
        <a:xfrm>
          <a:off x="0" y="0"/>
          <a:ext cx="0" cy="0"/>
          <a:chOff x="0" y="0"/>
          <a:chExt cx="0" cy="0"/>
        </a:xfrm>
      </p:grpSpPr>
      <p:sp>
        <p:nvSpPr>
          <p:cNvPr id="5" name="Espace réservé du contenu 4"/>
          <p:cNvSpPr>
            <a:spLocks noGrp="1"/>
          </p:cNvSpPr>
          <p:nvPr>
            <p:ph sz="quarter" idx="16"/>
          </p:nvPr>
        </p:nvSpPr>
        <p:spPr>
          <a:xfrm>
            <a:off x="342900" y="2371725"/>
            <a:ext cx="11408951" cy="3497263"/>
          </a:xfrm>
          <a:prstGeom prst="rect">
            <a:avLst/>
          </a:prstGeom>
        </p:spPr>
        <p:txBody>
          <a:bodyPr/>
          <a:lstStyle>
            <a:lvl1pPr marL="0" indent="0">
              <a:buNone/>
              <a:defRPr sz="1200"/>
            </a:lvl1pPr>
            <a:lvl2pPr marL="685800" indent="-228600">
              <a:buFont typeface="Arial" panose="020B0604020202020204" pitchFamily="34" charset="0"/>
              <a:buChar char="−"/>
              <a:defRPr sz="1100"/>
            </a:lvl2pPr>
            <a:lvl3pPr marL="1143000" indent="-228600">
              <a:buFont typeface="Wingdings" panose="05000000000000000000" pitchFamily="2" charset="2"/>
              <a:buChar char="§"/>
              <a:defRPr sz="1100"/>
            </a:lvl3pPr>
            <a:lvl4pPr marL="1600200" indent="-228600">
              <a:buFont typeface="Courier New" panose="02070309020205020404" pitchFamily="49" charset="0"/>
              <a:buChar char="o"/>
              <a:defRPr sz="1100"/>
            </a:lvl4pPr>
            <a:lvl5pPr marL="2057400" indent="-228600">
              <a:buFont typeface="Wingdings" panose="05000000000000000000" pitchFamily="2" charset="2"/>
              <a:buChar char="q"/>
              <a:defRPr sz="1100"/>
            </a:lvl5pPr>
          </a:lstStyle>
          <a:p>
            <a:pPr lvl="0"/>
            <a:r>
              <a:rPr lang="fr-FR"/>
              <a:t>Cliquez pour modifier les styles du texte du masque</a:t>
            </a:r>
          </a:p>
        </p:txBody>
      </p:sp>
      <p:sp>
        <p:nvSpPr>
          <p:cNvPr id="3" name="Espace réservé du texte 2"/>
          <p:cNvSpPr>
            <a:spLocks noGrp="1"/>
          </p:cNvSpPr>
          <p:nvPr>
            <p:ph type="body" sz="quarter" idx="31"/>
          </p:nvPr>
        </p:nvSpPr>
        <p:spPr>
          <a:xfrm>
            <a:off x="338138" y="1614922"/>
            <a:ext cx="11413919" cy="46672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Cliquez pour modifier les styles du texte du masque</a:t>
            </a:r>
          </a:p>
        </p:txBody>
      </p:sp>
      <p:sp>
        <p:nvSpPr>
          <p:cNvPr id="8" name="Espace réservé du pied de page 1">
            <a:extLst>
              <a:ext uri="{FF2B5EF4-FFF2-40B4-BE49-F238E27FC236}">
                <a16:creationId xmlns:a16="http://schemas.microsoft.com/office/drawing/2014/main" id="{4C464621-0F8E-AA4B-B305-0B0912ACD203}"/>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7"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337931" y="1256005"/>
            <a:ext cx="11433654"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9" name="Espace réservé du texte 6">
            <a:extLst>
              <a:ext uri="{FF2B5EF4-FFF2-40B4-BE49-F238E27FC236}">
                <a16:creationId xmlns:a16="http://schemas.microsoft.com/office/drawing/2014/main" id="{D3A77A92-E553-4800-AE77-3A3A6B40817C}"/>
              </a:ext>
            </a:extLst>
          </p:cNvPr>
          <p:cNvSpPr>
            <a:spLocks noGrp="1"/>
          </p:cNvSpPr>
          <p:nvPr>
            <p:ph type="body" sz="quarter" idx="10" hasCustomPrompt="1"/>
          </p:nvPr>
        </p:nvSpPr>
        <p:spPr>
          <a:xfrm>
            <a:off x="337932" y="564022"/>
            <a:ext cx="11433654" cy="580885"/>
          </a:xfrm>
          <a:prstGeom prst="rect">
            <a:avLst/>
          </a:prstGeom>
        </p:spPr>
        <p:txBody>
          <a:bodyPr anchor="t" anchorCtr="0"/>
          <a:lstStyle>
            <a:lvl1pPr marL="0" indent="0">
              <a:buNone/>
              <a:defRPr sz="2200" b="1" cap="all" spc="-150" baseline="0">
                <a:latin typeface="+mj-lt"/>
              </a:defRPr>
            </a:lvl1pPr>
          </a:lstStyle>
          <a:p>
            <a:pPr lvl="0"/>
            <a:r>
              <a:rPr lang="fr-FR"/>
              <a:t>Titre</a:t>
            </a:r>
          </a:p>
        </p:txBody>
      </p:sp>
    </p:spTree>
    <p:extLst>
      <p:ext uri="{BB962C8B-B14F-4D97-AF65-F5344CB8AC3E}">
        <p14:creationId xmlns:p14="http://schemas.microsoft.com/office/powerpoint/2010/main" val="3538473528"/>
      </p:ext>
    </p:extLst>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02_Home Full Image">
    <p:spTree>
      <p:nvGrpSpPr>
        <p:cNvPr id="1" name=""/>
        <p:cNvGrpSpPr/>
        <p:nvPr/>
      </p:nvGrpSpPr>
      <p:grpSpPr>
        <a:xfrm>
          <a:off x="0" y="0"/>
          <a:ext cx="0" cy="0"/>
          <a:chOff x="0" y="0"/>
          <a:chExt cx="0" cy="0"/>
        </a:xfrm>
      </p:grpSpPr>
      <p:sp>
        <p:nvSpPr>
          <p:cNvPr id="9" name="Espace réservé pour une image  10"/>
          <p:cNvSpPr>
            <a:spLocks noGrp="1" noChangeAspect="1"/>
          </p:cNvSpPr>
          <p:nvPr>
            <p:ph type="pic" sz="quarter" idx="36"/>
          </p:nvPr>
        </p:nvSpPr>
        <p:spPr>
          <a:xfrm>
            <a:off x="0" y="0"/>
            <a:ext cx="12192000" cy="6858000"/>
          </a:xfrm>
          <a:prstGeom prst="rect">
            <a:avLst/>
          </a:prstGeom>
        </p:spPr>
        <p:txBody>
          <a:bodyPr/>
          <a:lstStyle>
            <a:lvl1pPr>
              <a:defRPr sz="1100"/>
            </a:lvl1pPr>
          </a:lstStyle>
          <a:p>
            <a:r>
              <a:rPr lang="fr-FR"/>
              <a:t>Cliquez sur l'icône pour ajouter une image</a:t>
            </a:r>
          </a:p>
        </p:txBody>
      </p:sp>
    </p:spTree>
    <p:extLst>
      <p:ext uri="{BB962C8B-B14F-4D97-AF65-F5344CB8AC3E}">
        <p14:creationId xmlns:p14="http://schemas.microsoft.com/office/powerpoint/2010/main" val="1756694681"/>
      </p:ext>
    </p:extLst>
  </p:cSld>
  <p:clrMapOvr>
    <a:masterClrMapping/>
  </p:clrMapOvr>
  <p:hf sldNum="0"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02_Summary">
    <p:spTree>
      <p:nvGrpSpPr>
        <p:cNvPr id="1" name=""/>
        <p:cNvGrpSpPr/>
        <p:nvPr/>
      </p:nvGrpSpPr>
      <p:grpSpPr>
        <a:xfrm>
          <a:off x="0" y="0"/>
          <a:ext cx="0" cy="0"/>
          <a:chOff x="0" y="0"/>
          <a:chExt cx="0" cy="0"/>
        </a:xfrm>
      </p:grpSpPr>
      <p:sp>
        <p:nvSpPr>
          <p:cNvPr id="8" name="Rectangle 7"/>
          <p:cNvSpPr/>
          <p:nvPr/>
        </p:nvSpPr>
        <p:spPr>
          <a:xfrm>
            <a:off x="8203963" y="0"/>
            <a:ext cx="398803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Espace réservé du pied de page 1">
            <a:extLst>
              <a:ext uri="{FF2B5EF4-FFF2-40B4-BE49-F238E27FC236}">
                <a16:creationId xmlns:a16="http://schemas.microsoft.com/office/drawing/2014/main" id="{331D98FA-6043-E048-9284-C11F3F24F888}"/>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0" name="Espace réservé pour une image  10"/>
          <p:cNvSpPr>
            <a:spLocks noGrp="1" noChangeAspect="1"/>
          </p:cNvSpPr>
          <p:nvPr>
            <p:ph type="pic" sz="quarter" idx="36"/>
          </p:nvPr>
        </p:nvSpPr>
        <p:spPr>
          <a:xfrm>
            <a:off x="5221366" y="0"/>
            <a:ext cx="2986216" cy="6858000"/>
          </a:xfrm>
          <a:prstGeom prst="rect">
            <a:avLst/>
          </a:prstGeom>
        </p:spPr>
        <p:txBody>
          <a:bodyPr/>
          <a:lstStyle>
            <a:lvl1pPr>
              <a:defRPr sz="1100"/>
            </a:lvl1pPr>
          </a:lstStyle>
          <a:p>
            <a:r>
              <a:rPr lang="fr-FR"/>
              <a:t>Cliquez sur l'icône pour ajouter une image</a:t>
            </a:r>
          </a:p>
        </p:txBody>
      </p:sp>
      <p:pic>
        <p:nvPicPr>
          <p:cNvPr id="7" name="Image 6">
            <a:extLst>
              <a:ext uri="{FF2B5EF4-FFF2-40B4-BE49-F238E27FC236}">
                <a16:creationId xmlns:a16="http://schemas.microsoft.com/office/drawing/2014/main" id="{4A0B998E-AF1D-944A-9E9A-A0B000B319F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9850" b="19557"/>
          <a:stretch/>
        </p:blipFill>
        <p:spPr>
          <a:xfrm>
            <a:off x="10682288" y="6358037"/>
            <a:ext cx="1290146" cy="379101"/>
          </a:xfrm>
          <a:prstGeom prst="rect">
            <a:avLst/>
          </a:prstGeom>
        </p:spPr>
      </p:pic>
    </p:spTree>
    <p:extLst>
      <p:ext uri="{BB962C8B-B14F-4D97-AF65-F5344CB8AC3E}">
        <p14:creationId xmlns:p14="http://schemas.microsoft.com/office/powerpoint/2010/main" val="2881778155"/>
      </p:ext>
    </p:extLst>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02_Chapter 01">
    <p:spTree>
      <p:nvGrpSpPr>
        <p:cNvPr id="1" name=""/>
        <p:cNvGrpSpPr/>
        <p:nvPr/>
      </p:nvGrpSpPr>
      <p:grpSpPr>
        <a:xfrm>
          <a:off x="0" y="0"/>
          <a:ext cx="0" cy="0"/>
          <a:chOff x="0" y="0"/>
          <a:chExt cx="0" cy="0"/>
        </a:xfrm>
      </p:grpSpPr>
      <p:sp>
        <p:nvSpPr>
          <p:cNvPr id="4" name="Espace réservé du texte 3"/>
          <p:cNvSpPr>
            <a:spLocks noGrp="1"/>
          </p:cNvSpPr>
          <p:nvPr>
            <p:ph type="body" sz="quarter" idx="10" hasCustomPrompt="1"/>
          </p:nvPr>
        </p:nvSpPr>
        <p:spPr>
          <a:xfrm>
            <a:off x="4333341" y="2435383"/>
            <a:ext cx="2444750" cy="1503158"/>
          </a:xfrm>
          <a:prstGeom prst="rect">
            <a:avLst/>
          </a:prstGeom>
        </p:spPr>
        <p:txBody>
          <a:bodyPr anchor="ctr"/>
          <a:lstStyle>
            <a:lvl1pPr marL="0" indent="0" algn="r">
              <a:buNone/>
              <a:defRPr sz="12000">
                <a:latin typeface="+mj-lt"/>
              </a:defRPr>
            </a:lvl1pPr>
            <a:lvl2pPr>
              <a:defRPr sz="3000">
                <a:latin typeface="+mj-lt"/>
              </a:defRPr>
            </a:lvl2pPr>
            <a:lvl3pPr>
              <a:defRPr sz="3000">
                <a:latin typeface="+mj-lt"/>
              </a:defRPr>
            </a:lvl3pPr>
            <a:lvl4pPr>
              <a:defRPr sz="3000">
                <a:latin typeface="+mj-lt"/>
              </a:defRPr>
            </a:lvl4pPr>
            <a:lvl5pPr>
              <a:defRPr sz="3000">
                <a:latin typeface="+mj-lt"/>
              </a:defRPr>
            </a:lvl5pPr>
          </a:lstStyle>
          <a:p>
            <a:pPr lvl="0"/>
            <a:r>
              <a:rPr lang="fr-FR"/>
              <a:t>00</a:t>
            </a:r>
          </a:p>
        </p:txBody>
      </p:sp>
      <p:sp>
        <p:nvSpPr>
          <p:cNvPr id="5" name="Espace réservé du texte 11"/>
          <p:cNvSpPr>
            <a:spLocks noGrp="1"/>
          </p:cNvSpPr>
          <p:nvPr>
            <p:ph type="body" sz="quarter" idx="38" hasCustomPrompt="1"/>
          </p:nvPr>
        </p:nvSpPr>
        <p:spPr>
          <a:xfrm>
            <a:off x="1997704" y="4010969"/>
            <a:ext cx="4780387" cy="533871"/>
          </a:xfrm>
          <a:prstGeom prst="rect">
            <a:avLst/>
          </a:prstGeom>
        </p:spPr>
        <p:txBody>
          <a:bodyPr/>
          <a:lstStyle>
            <a:lvl1pPr marL="0" indent="0" algn="r">
              <a:buNone/>
              <a:defRPr sz="1800" baseline="0">
                <a:solidFill>
                  <a:schemeClr val="tx1"/>
                </a:solidFill>
                <a:latin typeface="+mn-lt"/>
              </a:defRPr>
            </a:lvl1pPr>
          </a:lstStyle>
          <a:p>
            <a:pPr lvl="0"/>
            <a:r>
              <a:rPr lang="fr-FR"/>
              <a:t>Cliquez pour ajouter un titre </a:t>
            </a:r>
          </a:p>
        </p:txBody>
      </p:sp>
      <p:sp>
        <p:nvSpPr>
          <p:cNvPr id="7" name="Espace réservé pour une image  6"/>
          <p:cNvSpPr>
            <a:spLocks noGrp="1"/>
          </p:cNvSpPr>
          <p:nvPr>
            <p:ph type="pic" sz="quarter" idx="39"/>
          </p:nvPr>
        </p:nvSpPr>
        <p:spPr>
          <a:xfrm>
            <a:off x="7315200" y="0"/>
            <a:ext cx="4876800" cy="6858000"/>
          </a:xfrm>
          <a:prstGeom prst="rect">
            <a:avLst/>
          </a:prstGeom>
        </p:spPr>
        <p:txBody>
          <a:bodyPr/>
          <a:lstStyle/>
          <a:p>
            <a:r>
              <a:rPr lang="fr-FR"/>
              <a:t>Cliquez sur l'icône pour ajouter une image</a:t>
            </a:r>
          </a:p>
        </p:txBody>
      </p:sp>
      <p:sp>
        <p:nvSpPr>
          <p:cNvPr id="8" name="Espace réservé du pied de page 1">
            <a:extLst>
              <a:ext uri="{FF2B5EF4-FFF2-40B4-BE49-F238E27FC236}">
                <a16:creationId xmlns:a16="http://schemas.microsoft.com/office/drawing/2014/main" id="{7658AEEE-32DF-B149-A5C9-A72EC0343F48}"/>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1393883442"/>
      </p:ext>
    </p:extLst>
  </p:cSld>
  <p:clrMapOvr>
    <a:masterClrMapping/>
  </p:clrMapOvr>
  <p:hf sldNum="0"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02_Chapter 02">
    <p:spTree>
      <p:nvGrpSpPr>
        <p:cNvPr id="1" name=""/>
        <p:cNvGrpSpPr/>
        <p:nvPr/>
      </p:nvGrpSpPr>
      <p:grpSpPr>
        <a:xfrm>
          <a:off x="0" y="0"/>
          <a:ext cx="0" cy="0"/>
          <a:chOff x="0" y="0"/>
          <a:chExt cx="0" cy="0"/>
        </a:xfrm>
      </p:grpSpPr>
      <p:sp>
        <p:nvSpPr>
          <p:cNvPr id="11" name="bk object 17"/>
          <p:cNvSpPr/>
          <p:nvPr/>
        </p:nvSpPr>
        <p:spPr>
          <a:xfrm>
            <a:off x="260350" y="260350"/>
            <a:ext cx="11758083" cy="6283325"/>
          </a:xfrm>
          <a:custGeom>
            <a:avLst/>
            <a:gdLst/>
            <a:ahLst/>
            <a:cxnLst/>
            <a:rect l="l" t="t" r="r" b="b"/>
            <a:pathLst>
              <a:path w="14109700" h="7708900">
                <a:moveTo>
                  <a:pt x="0" y="7708900"/>
                </a:moveTo>
                <a:lnTo>
                  <a:pt x="14109700" y="7708900"/>
                </a:lnTo>
                <a:lnTo>
                  <a:pt x="14109700" y="0"/>
                </a:lnTo>
                <a:lnTo>
                  <a:pt x="0" y="0"/>
                </a:lnTo>
                <a:lnTo>
                  <a:pt x="0" y="7708900"/>
                </a:lnTo>
                <a:close/>
              </a:path>
            </a:pathLst>
          </a:custGeom>
          <a:solidFill>
            <a:schemeClr val="bg1">
              <a:alpha val="94999"/>
            </a:schemeClr>
          </a:solidFill>
        </p:spPr>
        <p:txBody>
          <a:bodyPr wrap="square" lIns="0" tIns="0" rIns="0" bIns="0" rtlCol="0"/>
          <a:lstStyle/>
          <a:p>
            <a:endParaRPr/>
          </a:p>
        </p:txBody>
      </p:sp>
      <p:sp>
        <p:nvSpPr>
          <p:cNvPr id="12" name="Espace réservé du texte 11"/>
          <p:cNvSpPr>
            <a:spLocks noGrp="1"/>
          </p:cNvSpPr>
          <p:nvPr>
            <p:ph type="body" sz="quarter" idx="38" hasCustomPrompt="1"/>
          </p:nvPr>
        </p:nvSpPr>
        <p:spPr>
          <a:xfrm>
            <a:off x="2407572" y="2678012"/>
            <a:ext cx="7376855" cy="815244"/>
          </a:xfrm>
          <a:prstGeom prst="rect">
            <a:avLst/>
          </a:prstGeom>
        </p:spPr>
        <p:txBody>
          <a:bodyPr/>
          <a:lstStyle>
            <a:lvl1pPr marL="0" indent="0" algn="ctr">
              <a:buNone/>
              <a:defRPr sz="5400" baseline="0">
                <a:solidFill>
                  <a:schemeClr val="tx1"/>
                </a:solidFill>
                <a:latin typeface="+mj-lt"/>
              </a:defRPr>
            </a:lvl1pPr>
          </a:lstStyle>
          <a:p>
            <a:pPr lvl="0"/>
            <a:r>
              <a:rPr lang="fr-FR"/>
              <a:t>Titre de la partie 1</a:t>
            </a:r>
          </a:p>
        </p:txBody>
      </p:sp>
      <p:sp>
        <p:nvSpPr>
          <p:cNvPr id="15" name="Espace réservé du texte 11"/>
          <p:cNvSpPr>
            <a:spLocks noGrp="1"/>
          </p:cNvSpPr>
          <p:nvPr>
            <p:ph type="body" sz="quarter" idx="39" hasCustomPrompt="1"/>
          </p:nvPr>
        </p:nvSpPr>
        <p:spPr>
          <a:xfrm>
            <a:off x="2407570" y="3636293"/>
            <a:ext cx="7376855" cy="815244"/>
          </a:xfrm>
          <a:prstGeom prst="rect">
            <a:avLst/>
          </a:prstGeom>
        </p:spPr>
        <p:txBody>
          <a:bodyPr/>
          <a:lstStyle>
            <a:lvl1pPr marL="0" indent="0" algn="ctr">
              <a:buNone/>
              <a:defRPr sz="3600" baseline="0">
                <a:solidFill>
                  <a:schemeClr val="tx1"/>
                </a:solidFill>
                <a:latin typeface="+mj-lt"/>
              </a:defRPr>
            </a:lvl1pPr>
          </a:lstStyle>
          <a:p>
            <a:pPr lvl="0"/>
            <a:r>
              <a:rPr lang="fr-FR"/>
              <a:t>Sous-titre de la partie</a:t>
            </a:r>
          </a:p>
        </p:txBody>
      </p:sp>
      <p:pic>
        <p:nvPicPr>
          <p:cNvPr id="9" name="Image 8">
            <a:extLst>
              <a:ext uri="{FF2B5EF4-FFF2-40B4-BE49-F238E27FC236}">
                <a16:creationId xmlns:a16="http://schemas.microsoft.com/office/drawing/2014/main" id="{FEA2AF23-9837-B940-8ACF-A964AC1B56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6706" y="5528888"/>
            <a:ext cx="1575576" cy="764059"/>
          </a:xfrm>
          <a:prstGeom prst="rect">
            <a:avLst/>
          </a:prstGeom>
        </p:spPr>
      </p:pic>
    </p:spTree>
    <p:extLst>
      <p:ext uri="{BB962C8B-B14F-4D97-AF65-F5344CB8AC3E}">
        <p14:creationId xmlns:p14="http://schemas.microsoft.com/office/powerpoint/2010/main" val="3744955795"/>
      </p:ext>
    </p:extLst>
  </p:cSld>
  <p:clrMapOvr>
    <a:masterClrMapping/>
  </p:clrMapOvr>
  <p:hf sldNum="0"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02_Chapter 03">
    <p:spTree>
      <p:nvGrpSpPr>
        <p:cNvPr id="1" name=""/>
        <p:cNvGrpSpPr/>
        <p:nvPr/>
      </p:nvGrpSpPr>
      <p:grpSpPr>
        <a:xfrm>
          <a:off x="0" y="0"/>
          <a:ext cx="0" cy="0"/>
          <a:chOff x="0" y="0"/>
          <a:chExt cx="0" cy="0"/>
        </a:xfrm>
      </p:grpSpPr>
      <p:sp>
        <p:nvSpPr>
          <p:cNvPr id="26" name="Espace réservé pour une image  25"/>
          <p:cNvSpPr>
            <a:spLocks noGrp="1"/>
          </p:cNvSpPr>
          <p:nvPr>
            <p:ph type="pic" sz="quarter" idx="15"/>
          </p:nvPr>
        </p:nvSpPr>
        <p:spPr>
          <a:xfrm>
            <a:off x="-9525" y="0"/>
            <a:ext cx="6930189" cy="6858000"/>
          </a:xfrm>
          <a:prstGeom prst="rect">
            <a:avLst/>
          </a:prstGeom>
        </p:spPr>
        <p:txBody>
          <a:bodyPr/>
          <a:lstStyle>
            <a:lvl1pPr marL="0" indent="0">
              <a:buNone/>
              <a:defRPr sz="1200"/>
            </a:lvl1pPr>
          </a:lstStyle>
          <a:p>
            <a:r>
              <a:rPr lang="fr-FR"/>
              <a:t>Cliquez sur l'icône pour ajouter une image</a:t>
            </a:r>
          </a:p>
        </p:txBody>
      </p:sp>
      <p:sp>
        <p:nvSpPr>
          <p:cNvPr id="22" name="Espace réservé du texte 21"/>
          <p:cNvSpPr>
            <a:spLocks noGrp="1"/>
          </p:cNvSpPr>
          <p:nvPr>
            <p:ph type="body" sz="quarter" idx="14" hasCustomPrompt="1"/>
          </p:nvPr>
        </p:nvSpPr>
        <p:spPr>
          <a:xfrm>
            <a:off x="529473" y="785813"/>
            <a:ext cx="4924425" cy="744537"/>
          </a:xfrm>
          <a:prstGeom prst="rect">
            <a:avLst/>
          </a:prstGeom>
        </p:spPr>
        <p:txBody>
          <a:bodyPr/>
          <a:lstStyle>
            <a:lvl1pPr marL="0" indent="0">
              <a:buNone/>
              <a:defRPr sz="2200" b="1" cap="all" baseline="0">
                <a:solidFill>
                  <a:schemeClr val="bg1"/>
                </a:solidFill>
                <a:latin typeface="+mj-lt"/>
              </a:defRPr>
            </a:lvl1pPr>
          </a:lstStyle>
          <a:p>
            <a:pPr lvl="0"/>
            <a:r>
              <a:rPr lang="fr-FR" err="1"/>
              <a:t>Context</a:t>
            </a:r>
            <a:endParaRPr lang="fr-FR"/>
          </a:p>
        </p:txBody>
      </p:sp>
      <p:sp>
        <p:nvSpPr>
          <p:cNvPr id="28" name="Espace réservé du texte 27"/>
          <p:cNvSpPr>
            <a:spLocks noGrp="1"/>
          </p:cNvSpPr>
          <p:nvPr>
            <p:ph type="body" sz="quarter" idx="16" hasCustomPrompt="1"/>
          </p:nvPr>
        </p:nvSpPr>
        <p:spPr>
          <a:xfrm>
            <a:off x="529473" y="4427954"/>
            <a:ext cx="2156577" cy="2004929"/>
          </a:xfrm>
          <a:prstGeom prst="rect">
            <a:avLst/>
          </a:prstGeom>
        </p:spPr>
        <p:txBody>
          <a:bodyPr/>
          <a:lstStyle>
            <a:lvl1pPr marL="0" indent="0">
              <a:buNone/>
              <a:defRPr sz="2000" b="1" baseline="0">
                <a:solidFill>
                  <a:schemeClr val="bg1"/>
                </a:solidFill>
                <a:latin typeface="Arial" panose="020B0604020202020204" pitchFamily="34" charset="0"/>
                <a:cs typeface="Arial" panose="020B0604020202020204" pitchFamily="34" charset="0"/>
              </a:defRPr>
            </a:lvl1pPr>
          </a:lstStyle>
          <a:p>
            <a:pPr lvl="0"/>
            <a:r>
              <a:rPr lang="fr-FR"/>
              <a:t>Key message</a:t>
            </a:r>
          </a:p>
        </p:txBody>
      </p:sp>
      <p:sp>
        <p:nvSpPr>
          <p:cNvPr id="13" name="Espace réservé du texte 9"/>
          <p:cNvSpPr>
            <a:spLocks noGrp="1"/>
          </p:cNvSpPr>
          <p:nvPr>
            <p:ph type="body" sz="quarter" idx="20"/>
          </p:nvPr>
        </p:nvSpPr>
        <p:spPr>
          <a:xfrm>
            <a:off x="7385948" y="1746464"/>
            <a:ext cx="4528684" cy="633477"/>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a:latin typeface="+mj-lt"/>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Cliquez pour modifier les styles du texte du masque</a:t>
            </a:r>
          </a:p>
        </p:txBody>
      </p:sp>
      <p:sp>
        <p:nvSpPr>
          <p:cNvPr id="16" name="Espace réservé du texte 9"/>
          <p:cNvSpPr>
            <a:spLocks noGrp="1"/>
          </p:cNvSpPr>
          <p:nvPr>
            <p:ph type="body" sz="quarter" idx="29"/>
          </p:nvPr>
        </p:nvSpPr>
        <p:spPr>
          <a:xfrm>
            <a:off x="7385948" y="2551391"/>
            <a:ext cx="4525127" cy="1725333"/>
          </a:xfrm>
          <a:prstGeom prst="rect">
            <a:avLst/>
          </a:prstGeom>
        </p:spPr>
        <p:txBody>
          <a:bodyPr/>
          <a:lstStyle>
            <a:lvl1pPr marL="0" marR="0" indent="0" algn="l" defTabSz="914400" rtl="0" eaLnBrk="1" fontAlgn="auto" latinLnBrk="0" hangingPunct="1">
              <a:lnSpc>
                <a:spcPts val="1500"/>
              </a:lnSpc>
              <a:spcBef>
                <a:spcPts val="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pic>
        <p:nvPicPr>
          <p:cNvPr id="9" name="Image 8">
            <a:extLst>
              <a:ext uri="{FF2B5EF4-FFF2-40B4-BE49-F238E27FC236}">
                <a16:creationId xmlns:a16="http://schemas.microsoft.com/office/drawing/2014/main" id="{FEA2AF23-9837-B940-8ACF-A964AC1B56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88103" y="1009985"/>
            <a:ext cx="1398141" cy="678014"/>
          </a:xfrm>
          <a:prstGeom prst="rect">
            <a:avLst/>
          </a:prstGeom>
        </p:spPr>
      </p:pic>
    </p:spTree>
    <p:extLst>
      <p:ext uri="{BB962C8B-B14F-4D97-AF65-F5344CB8AC3E}">
        <p14:creationId xmlns:p14="http://schemas.microsoft.com/office/powerpoint/2010/main" val="3181504935"/>
      </p:ext>
    </p:extLst>
  </p:cSld>
  <p:clrMapOvr>
    <a:masterClrMapping/>
  </p:clrMapOvr>
  <p:hf sldNum="0"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02_Contact - 2 people">
    <p:spTree>
      <p:nvGrpSpPr>
        <p:cNvPr id="1" name=""/>
        <p:cNvGrpSpPr/>
        <p:nvPr/>
      </p:nvGrpSpPr>
      <p:grpSpPr>
        <a:xfrm>
          <a:off x="0" y="0"/>
          <a:ext cx="0" cy="0"/>
          <a:chOff x="0" y="0"/>
          <a:chExt cx="0" cy="0"/>
        </a:xfrm>
      </p:grpSpPr>
      <p:sp>
        <p:nvSpPr>
          <p:cNvPr id="6" name="object 11"/>
          <p:cNvSpPr/>
          <p:nvPr/>
        </p:nvSpPr>
        <p:spPr>
          <a:xfrm>
            <a:off x="0" y="3406024"/>
            <a:ext cx="5067778" cy="3451976"/>
          </a:xfrm>
          <a:custGeom>
            <a:avLst/>
            <a:gdLst/>
            <a:ahLst/>
            <a:cxnLst/>
            <a:rect l="l" t="t" r="r" b="b"/>
            <a:pathLst>
              <a:path w="6004560" h="3183254">
                <a:moveTo>
                  <a:pt x="0" y="3182759"/>
                </a:moveTo>
                <a:lnTo>
                  <a:pt x="6004560" y="3182759"/>
                </a:lnTo>
                <a:lnTo>
                  <a:pt x="6004560" y="0"/>
                </a:lnTo>
                <a:lnTo>
                  <a:pt x="0" y="0"/>
                </a:lnTo>
                <a:lnTo>
                  <a:pt x="0" y="3182759"/>
                </a:lnTo>
                <a:close/>
              </a:path>
            </a:pathLst>
          </a:custGeom>
          <a:solidFill>
            <a:srgbClr val="EDEDED"/>
          </a:solidFill>
        </p:spPr>
        <p:txBody>
          <a:bodyPr wrap="square" lIns="0" tIns="0" rIns="0" bIns="0" rtlCol="0"/>
          <a:lstStyle/>
          <a:p>
            <a:endParaRPr/>
          </a:p>
        </p:txBody>
      </p:sp>
      <p:sp>
        <p:nvSpPr>
          <p:cNvPr id="21" name="Espace réservé pour une image  2"/>
          <p:cNvSpPr>
            <a:spLocks noGrp="1"/>
          </p:cNvSpPr>
          <p:nvPr>
            <p:ph type="pic" sz="quarter" idx="41" hasCustomPrompt="1"/>
          </p:nvPr>
        </p:nvSpPr>
        <p:spPr>
          <a:xfrm>
            <a:off x="5733612" y="4865250"/>
            <a:ext cx="716838" cy="716838"/>
          </a:xfrm>
          <a:prstGeom prst="ellipse">
            <a:avLst/>
          </a:prstGeom>
        </p:spPr>
        <p:txBody>
          <a:bodyPr/>
          <a:lstStyle>
            <a:lvl1pPr marL="0" indent="0">
              <a:buNone/>
              <a:defRPr sz="1100"/>
            </a:lvl1pPr>
          </a:lstStyle>
          <a:p>
            <a:r>
              <a:rPr lang="fr-FR"/>
              <a:t>Image</a:t>
            </a:r>
          </a:p>
        </p:txBody>
      </p:sp>
      <p:sp>
        <p:nvSpPr>
          <p:cNvPr id="22" name="Espace réservé pour une image  2"/>
          <p:cNvSpPr>
            <a:spLocks noGrp="1"/>
          </p:cNvSpPr>
          <p:nvPr>
            <p:ph type="pic" sz="quarter" idx="42" hasCustomPrompt="1"/>
          </p:nvPr>
        </p:nvSpPr>
        <p:spPr>
          <a:xfrm>
            <a:off x="5733612" y="5639512"/>
            <a:ext cx="716838" cy="716838"/>
          </a:xfrm>
          <a:prstGeom prst="ellipse">
            <a:avLst/>
          </a:prstGeom>
        </p:spPr>
        <p:txBody>
          <a:bodyPr/>
          <a:lstStyle>
            <a:lvl1pPr marL="0" indent="0">
              <a:buNone/>
              <a:defRPr sz="1100"/>
            </a:lvl1pPr>
          </a:lstStyle>
          <a:p>
            <a:r>
              <a:rPr lang="fr-FR"/>
              <a:t>Image</a:t>
            </a:r>
          </a:p>
        </p:txBody>
      </p:sp>
      <p:graphicFrame>
        <p:nvGraphicFramePr>
          <p:cNvPr id="7" name="object 21"/>
          <p:cNvGraphicFramePr>
            <a:graphicFrameLocks noGrp="1"/>
          </p:cNvGraphicFramePr>
          <p:nvPr>
            <p:extLst>
              <p:ext uri="{D42A27DB-BD31-4B8C-83A1-F6EECF244321}">
                <p14:modId xmlns:p14="http://schemas.microsoft.com/office/powerpoint/2010/main" val="617407290"/>
              </p:ext>
            </p:extLst>
          </p:nvPr>
        </p:nvGraphicFramePr>
        <p:xfrm>
          <a:off x="905282" y="4032988"/>
          <a:ext cx="3122295" cy="2289174"/>
        </p:xfrm>
        <a:graphic>
          <a:graphicData uri="http://schemas.openxmlformats.org/drawingml/2006/table">
            <a:tbl>
              <a:tblPr firstRow="1" bandRow="1">
                <a:tableStyleId>{2D5ABB26-0587-4C30-8999-92F81FD0307C}</a:tableStyleId>
              </a:tblPr>
              <a:tblGrid>
                <a:gridCol w="3122295">
                  <a:extLst>
                    <a:ext uri="{9D8B030D-6E8A-4147-A177-3AD203B41FA5}">
                      <a16:colId xmlns:a16="http://schemas.microsoft.com/office/drawing/2014/main" val="20000"/>
                    </a:ext>
                  </a:extLst>
                </a:gridCol>
              </a:tblGrid>
              <a:tr h="450742">
                <a:tc>
                  <a:txBody>
                    <a:bodyPr/>
                    <a:lstStyle/>
                    <a:p>
                      <a:pPr marL="128270">
                        <a:lnSpc>
                          <a:spcPct val="100000"/>
                        </a:lnSpc>
                        <a:spcBef>
                          <a:spcPts val="325"/>
                        </a:spcBef>
                      </a:pPr>
                      <a:endParaRPr sz="1950">
                        <a:latin typeface="Roboto"/>
                        <a:cs typeface="Roboto"/>
                      </a:endParaRPr>
                    </a:p>
                  </a:txBody>
                  <a:tcPr marL="0" marR="0" marT="41275" marB="0">
                    <a:lnB w="38100">
                      <a:solidFill>
                        <a:srgbClr val="FFFFFF"/>
                      </a:solidFill>
                      <a:prstDash val="solid"/>
                    </a:lnB>
                    <a:solidFill>
                      <a:srgbClr val="282827"/>
                    </a:solidFill>
                  </a:tcPr>
                </a:tc>
                <a:extLst>
                  <a:ext uri="{0D108BD9-81ED-4DB2-BD59-A6C34878D82A}">
                    <a16:rowId xmlns:a16="http://schemas.microsoft.com/office/drawing/2014/main" val="10000"/>
                  </a:ext>
                </a:extLst>
              </a:tr>
              <a:tr h="465220">
                <a:tc>
                  <a:txBody>
                    <a:bodyPr/>
                    <a:lstStyle/>
                    <a:p>
                      <a:pPr marL="128270">
                        <a:lnSpc>
                          <a:spcPct val="100000"/>
                        </a:lnSpc>
                        <a:spcBef>
                          <a:spcPts val="455"/>
                        </a:spcBef>
                      </a:pPr>
                      <a:endParaRPr sz="1950">
                        <a:latin typeface="Roboto"/>
                        <a:cs typeface="Roboto"/>
                      </a:endParaRPr>
                    </a:p>
                  </a:txBody>
                  <a:tcPr marL="0" marR="0" marT="57785" marB="0">
                    <a:lnT w="38100">
                      <a:solidFill>
                        <a:srgbClr val="FFFFFF"/>
                      </a:solidFill>
                      <a:prstDash val="solid"/>
                    </a:lnT>
                    <a:lnB w="38100">
                      <a:solidFill>
                        <a:srgbClr val="FFFFFF"/>
                      </a:solidFill>
                      <a:prstDash val="solid"/>
                    </a:lnB>
                    <a:solidFill>
                      <a:srgbClr val="282827"/>
                    </a:solidFill>
                  </a:tcPr>
                </a:tc>
                <a:extLst>
                  <a:ext uri="{0D108BD9-81ED-4DB2-BD59-A6C34878D82A}">
                    <a16:rowId xmlns:a16="http://schemas.microsoft.com/office/drawing/2014/main" val="10001"/>
                  </a:ext>
                </a:extLst>
              </a:tr>
              <a:tr h="463156">
                <a:tc>
                  <a:txBody>
                    <a:bodyPr/>
                    <a:lstStyle/>
                    <a:p>
                      <a:pPr marL="128270">
                        <a:lnSpc>
                          <a:spcPct val="100000"/>
                        </a:lnSpc>
                        <a:spcBef>
                          <a:spcPts val="465"/>
                        </a:spcBef>
                      </a:pPr>
                      <a:endParaRPr sz="1950">
                        <a:latin typeface="Roboto"/>
                        <a:cs typeface="Roboto"/>
                      </a:endParaRPr>
                    </a:p>
                  </a:txBody>
                  <a:tcPr marL="0" marR="0" marT="59055" marB="0">
                    <a:lnT w="38100">
                      <a:solidFill>
                        <a:srgbClr val="FFFFFF"/>
                      </a:solidFill>
                      <a:prstDash val="solid"/>
                    </a:lnT>
                    <a:lnB w="38100">
                      <a:solidFill>
                        <a:srgbClr val="FFFFFF"/>
                      </a:solidFill>
                      <a:prstDash val="solid"/>
                    </a:lnB>
                    <a:solidFill>
                      <a:srgbClr val="282827"/>
                    </a:solidFill>
                  </a:tcPr>
                </a:tc>
                <a:extLst>
                  <a:ext uri="{0D108BD9-81ED-4DB2-BD59-A6C34878D82A}">
                    <a16:rowId xmlns:a16="http://schemas.microsoft.com/office/drawing/2014/main" val="10002"/>
                  </a:ext>
                </a:extLst>
              </a:tr>
              <a:tr h="462267">
                <a:tc>
                  <a:txBody>
                    <a:bodyPr/>
                    <a:lstStyle/>
                    <a:p>
                      <a:pPr marL="128270">
                        <a:lnSpc>
                          <a:spcPct val="100000"/>
                        </a:lnSpc>
                        <a:spcBef>
                          <a:spcPts val="495"/>
                        </a:spcBef>
                      </a:pPr>
                      <a:endParaRPr sz="1950">
                        <a:latin typeface="Roboto"/>
                        <a:cs typeface="Roboto"/>
                      </a:endParaRPr>
                    </a:p>
                  </a:txBody>
                  <a:tcPr marL="0" marR="0" marT="62865" marB="0">
                    <a:lnT w="38100">
                      <a:solidFill>
                        <a:srgbClr val="FFFFFF"/>
                      </a:solidFill>
                      <a:prstDash val="solid"/>
                    </a:lnT>
                    <a:lnB w="28575">
                      <a:solidFill>
                        <a:srgbClr val="FFFFFF"/>
                      </a:solidFill>
                      <a:prstDash val="solid"/>
                    </a:lnB>
                    <a:solidFill>
                      <a:srgbClr val="282827"/>
                    </a:solidFill>
                  </a:tcPr>
                </a:tc>
                <a:extLst>
                  <a:ext uri="{0D108BD9-81ED-4DB2-BD59-A6C34878D82A}">
                    <a16:rowId xmlns:a16="http://schemas.microsoft.com/office/drawing/2014/main" val="10003"/>
                  </a:ext>
                </a:extLst>
              </a:tr>
              <a:tr h="447789">
                <a:tc>
                  <a:txBody>
                    <a:bodyPr/>
                    <a:lstStyle/>
                    <a:p>
                      <a:pPr marL="128270">
                        <a:lnSpc>
                          <a:spcPct val="100000"/>
                        </a:lnSpc>
                        <a:spcBef>
                          <a:spcPts val="530"/>
                        </a:spcBef>
                      </a:pPr>
                      <a:endParaRPr sz="1950">
                        <a:solidFill>
                          <a:schemeClr val="bg1"/>
                        </a:solidFill>
                        <a:latin typeface="Roboto"/>
                        <a:cs typeface="Roboto"/>
                      </a:endParaRPr>
                    </a:p>
                  </a:txBody>
                  <a:tcPr marL="0" marR="0" marT="67310" marB="0">
                    <a:lnT w="28575">
                      <a:solidFill>
                        <a:srgbClr val="FFFFFF"/>
                      </a:solidFill>
                      <a:prstDash val="solid"/>
                    </a:lnT>
                    <a:solidFill>
                      <a:srgbClr val="282827"/>
                    </a:solidFill>
                  </a:tcPr>
                </a:tc>
                <a:extLst>
                  <a:ext uri="{0D108BD9-81ED-4DB2-BD59-A6C34878D82A}">
                    <a16:rowId xmlns:a16="http://schemas.microsoft.com/office/drawing/2014/main" val="10004"/>
                  </a:ext>
                </a:extLst>
              </a:tr>
            </a:tbl>
          </a:graphicData>
        </a:graphic>
      </p:graphicFrame>
      <p:sp>
        <p:nvSpPr>
          <p:cNvPr id="3" name="Espace réservé du texte 2"/>
          <p:cNvSpPr>
            <a:spLocks noGrp="1"/>
          </p:cNvSpPr>
          <p:nvPr>
            <p:ph type="body" sz="quarter" idx="43" hasCustomPrompt="1"/>
          </p:nvPr>
        </p:nvSpPr>
        <p:spPr>
          <a:xfrm>
            <a:off x="945157" y="4076414"/>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sp>
        <p:nvSpPr>
          <p:cNvPr id="13" name="Espace réservé du texte 2"/>
          <p:cNvSpPr>
            <a:spLocks noGrp="1"/>
          </p:cNvSpPr>
          <p:nvPr>
            <p:ph type="body" sz="quarter" idx="44" hasCustomPrompt="1"/>
          </p:nvPr>
        </p:nvSpPr>
        <p:spPr>
          <a:xfrm>
            <a:off x="945157" y="4540909"/>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sp>
        <p:nvSpPr>
          <p:cNvPr id="14" name="Espace réservé du texte 2"/>
          <p:cNvSpPr>
            <a:spLocks noGrp="1"/>
          </p:cNvSpPr>
          <p:nvPr>
            <p:ph type="body" sz="quarter" idx="45" hasCustomPrompt="1"/>
          </p:nvPr>
        </p:nvSpPr>
        <p:spPr>
          <a:xfrm>
            <a:off x="945157" y="5005404"/>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sp>
        <p:nvSpPr>
          <p:cNvPr id="15" name="Espace réservé du texte 2"/>
          <p:cNvSpPr>
            <a:spLocks noGrp="1"/>
          </p:cNvSpPr>
          <p:nvPr>
            <p:ph type="body" sz="quarter" idx="46" hasCustomPrompt="1"/>
          </p:nvPr>
        </p:nvSpPr>
        <p:spPr>
          <a:xfrm>
            <a:off x="945157" y="5469899"/>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sp>
        <p:nvSpPr>
          <p:cNvPr id="16" name="Espace réservé du texte 2"/>
          <p:cNvSpPr>
            <a:spLocks noGrp="1"/>
          </p:cNvSpPr>
          <p:nvPr>
            <p:ph type="body" sz="quarter" idx="47" hasCustomPrompt="1"/>
          </p:nvPr>
        </p:nvSpPr>
        <p:spPr>
          <a:xfrm>
            <a:off x="945157" y="5934395"/>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cxnSp>
        <p:nvCxnSpPr>
          <p:cNvPr id="18" name="Connecteur droit 17"/>
          <p:cNvCxnSpPr/>
          <p:nvPr/>
        </p:nvCxnSpPr>
        <p:spPr>
          <a:xfrm>
            <a:off x="5596491" y="4888684"/>
            <a:ext cx="0" cy="14334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ZoneTexte 23"/>
          <p:cNvSpPr txBox="1"/>
          <p:nvPr/>
        </p:nvSpPr>
        <p:spPr>
          <a:xfrm>
            <a:off x="5682751" y="4381298"/>
            <a:ext cx="1562159" cy="215444"/>
          </a:xfrm>
          <a:prstGeom prst="rect">
            <a:avLst/>
          </a:prstGeom>
          <a:noFill/>
        </p:spPr>
        <p:txBody>
          <a:bodyPr wrap="none" lIns="0" tIns="0" rIns="0" bIns="0" rtlCol="0">
            <a:spAutoFit/>
          </a:bodyPr>
          <a:lstStyle/>
          <a:p>
            <a:r>
              <a:rPr lang="fr-FR" sz="1400" b="1" cap="all">
                <a:latin typeface="+mj-lt"/>
                <a:cs typeface="Arial" panose="020B0604020202020204" pitchFamily="34" charset="0"/>
              </a:rPr>
              <a:t>Vos contacts</a:t>
            </a:r>
          </a:p>
        </p:txBody>
      </p:sp>
      <p:sp>
        <p:nvSpPr>
          <p:cNvPr id="25" name="Espace réservé du texte 2"/>
          <p:cNvSpPr>
            <a:spLocks noGrp="1"/>
          </p:cNvSpPr>
          <p:nvPr>
            <p:ph type="body" sz="quarter" idx="48" hasCustomPrompt="1"/>
          </p:nvPr>
        </p:nvSpPr>
        <p:spPr>
          <a:xfrm>
            <a:off x="6587571" y="4889274"/>
            <a:ext cx="2156380" cy="616176"/>
          </a:xfrm>
          <a:prstGeom prst="rect">
            <a:avLst/>
          </a:prstGeom>
        </p:spPr>
        <p:txBody>
          <a:bodyPr/>
          <a:lstStyle>
            <a:lvl1pPr marL="0" indent="0">
              <a:lnSpc>
                <a:spcPct val="100000"/>
              </a:lnSpc>
              <a:spcBef>
                <a:spcPts val="0"/>
              </a:spcBef>
              <a:buNone/>
              <a:defRPr lang="fr-FR" sz="1100" b="0" kern="1200" cap="none" spc="55" baseline="0" dirty="0">
                <a:solidFill>
                  <a:schemeClr val="tx1"/>
                </a:solidFill>
                <a:latin typeface="Arial" panose="020B0604020202020204" pitchFamily="34" charset="0"/>
                <a:ea typeface="+mn-ea"/>
                <a:cs typeface="Arial" panose="020B0604020202020204" pitchFamily="34" charset="0"/>
              </a:defRPr>
            </a:lvl1pPr>
          </a:lstStyle>
          <a:p>
            <a:r>
              <a:rPr lang="en-GB" noProof="0"/>
              <a:t>First name Last name</a:t>
            </a:r>
            <a:endParaRPr lang="en-GB" sz="1100" noProof="0">
              <a:latin typeface="Arial" panose="020B0604020202020204" pitchFamily="34" charset="0"/>
              <a:cs typeface="Arial" panose="020B0604020202020204" pitchFamily="34" charset="0"/>
            </a:endParaRPr>
          </a:p>
          <a:p>
            <a:r>
              <a:rPr lang="en-GB" sz="1100" noProof="0">
                <a:latin typeface="Arial" panose="020B0604020202020204" pitchFamily="34" charset="0"/>
                <a:ea typeface="Arial" charset="0"/>
                <a:cs typeface="Arial" panose="020B0604020202020204" pitchFamily="34" charset="0"/>
              </a:rPr>
              <a:t>Title</a:t>
            </a:r>
          </a:p>
          <a:p>
            <a:r>
              <a:rPr lang="en-GB" sz="1100" noProof="0">
                <a:latin typeface="Arial" panose="020B0604020202020204" pitchFamily="34" charset="0"/>
                <a:ea typeface="Arial" charset="0"/>
                <a:cs typeface="Arial" panose="020B0604020202020204" pitchFamily="34" charset="0"/>
              </a:rPr>
              <a:t>Contact details</a:t>
            </a:r>
          </a:p>
        </p:txBody>
      </p:sp>
      <p:sp>
        <p:nvSpPr>
          <p:cNvPr id="26" name="Espace réservé pour une image  10"/>
          <p:cNvSpPr>
            <a:spLocks noGrp="1" noChangeAspect="1"/>
          </p:cNvSpPr>
          <p:nvPr>
            <p:ph type="pic" sz="quarter" idx="36"/>
          </p:nvPr>
        </p:nvSpPr>
        <p:spPr>
          <a:xfrm>
            <a:off x="0" y="0"/>
            <a:ext cx="5063706" cy="3406023"/>
          </a:xfrm>
          <a:prstGeom prst="rect">
            <a:avLst/>
          </a:prstGeom>
        </p:spPr>
        <p:txBody>
          <a:bodyPr/>
          <a:lstStyle>
            <a:lvl1pPr>
              <a:defRPr sz="1100"/>
            </a:lvl1pPr>
          </a:lstStyle>
          <a:p>
            <a:r>
              <a:rPr lang="fr-FR"/>
              <a:t>Cliquez sur l'icône pour ajouter une image</a:t>
            </a:r>
          </a:p>
        </p:txBody>
      </p:sp>
      <p:sp>
        <p:nvSpPr>
          <p:cNvPr id="29" name="Espace réservé du texte 2"/>
          <p:cNvSpPr>
            <a:spLocks noGrp="1"/>
          </p:cNvSpPr>
          <p:nvPr>
            <p:ph type="body" sz="quarter" idx="49" hasCustomPrompt="1"/>
          </p:nvPr>
        </p:nvSpPr>
        <p:spPr>
          <a:xfrm>
            <a:off x="6587571" y="5740174"/>
            <a:ext cx="2156380" cy="616176"/>
          </a:xfrm>
          <a:prstGeom prst="rect">
            <a:avLst/>
          </a:prstGeom>
        </p:spPr>
        <p:txBody>
          <a:bodyPr/>
          <a:lstStyle>
            <a:lvl1pPr marL="0" indent="0">
              <a:lnSpc>
                <a:spcPct val="100000"/>
              </a:lnSpc>
              <a:spcBef>
                <a:spcPts val="0"/>
              </a:spcBef>
              <a:buNone/>
              <a:defRPr lang="fr-FR" sz="1100" b="0" kern="1200" cap="none" spc="55" baseline="0" dirty="0">
                <a:solidFill>
                  <a:schemeClr val="tx1"/>
                </a:solidFill>
                <a:latin typeface="Arial" panose="020B0604020202020204" pitchFamily="34" charset="0"/>
                <a:ea typeface="+mn-ea"/>
                <a:cs typeface="Arial" panose="020B0604020202020204" pitchFamily="34" charset="0"/>
              </a:defRPr>
            </a:lvl1pPr>
          </a:lstStyle>
          <a:p>
            <a:r>
              <a:rPr lang="en-GB" noProof="0"/>
              <a:t>First name Last name</a:t>
            </a:r>
            <a:endParaRPr lang="en-GB" sz="1100" noProof="0">
              <a:latin typeface="Arial" panose="020B0604020202020204" pitchFamily="34" charset="0"/>
              <a:cs typeface="Arial" panose="020B0604020202020204" pitchFamily="34" charset="0"/>
            </a:endParaRPr>
          </a:p>
          <a:p>
            <a:r>
              <a:rPr lang="en-GB" sz="1100" noProof="0">
                <a:latin typeface="Arial" panose="020B0604020202020204" pitchFamily="34" charset="0"/>
                <a:ea typeface="Arial" charset="0"/>
                <a:cs typeface="Arial" panose="020B0604020202020204" pitchFamily="34" charset="0"/>
              </a:rPr>
              <a:t>Title</a:t>
            </a:r>
          </a:p>
          <a:p>
            <a:r>
              <a:rPr lang="en-GB" sz="1100" noProof="0">
                <a:latin typeface="Arial" panose="020B0604020202020204" pitchFamily="34" charset="0"/>
                <a:ea typeface="Arial" charset="0"/>
                <a:cs typeface="Arial" panose="020B0604020202020204" pitchFamily="34" charset="0"/>
              </a:rPr>
              <a:t>Contact details</a:t>
            </a:r>
          </a:p>
        </p:txBody>
      </p:sp>
    </p:spTree>
    <p:extLst>
      <p:ext uri="{BB962C8B-B14F-4D97-AF65-F5344CB8AC3E}">
        <p14:creationId xmlns:p14="http://schemas.microsoft.com/office/powerpoint/2010/main" val="1154266675"/>
      </p:ext>
    </p:extLst>
  </p:cSld>
  <p:clrMapOvr>
    <a:masterClrMapping/>
  </p:clrMapOvr>
  <p:hf sldNum="0"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02_Contact - 4 people">
    <p:spTree>
      <p:nvGrpSpPr>
        <p:cNvPr id="1" name=""/>
        <p:cNvGrpSpPr/>
        <p:nvPr/>
      </p:nvGrpSpPr>
      <p:grpSpPr>
        <a:xfrm>
          <a:off x="0" y="0"/>
          <a:ext cx="0" cy="0"/>
          <a:chOff x="0" y="0"/>
          <a:chExt cx="0" cy="0"/>
        </a:xfrm>
      </p:grpSpPr>
      <p:sp>
        <p:nvSpPr>
          <p:cNvPr id="6" name="object 11"/>
          <p:cNvSpPr/>
          <p:nvPr/>
        </p:nvSpPr>
        <p:spPr>
          <a:xfrm>
            <a:off x="0" y="3406024"/>
            <a:ext cx="5067778" cy="3451976"/>
          </a:xfrm>
          <a:custGeom>
            <a:avLst/>
            <a:gdLst/>
            <a:ahLst/>
            <a:cxnLst/>
            <a:rect l="l" t="t" r="r" b="b"/>
            <a:pathLst>
              <a:path w="6004560" h="3183254">
                <a:moveTo>
                  <a:pt x="0" y="3182759"/>
                </a:moveTo>
                <a:lnTo>
                  <a:pt x="6004560" y="3182759"/>
                </a:lnTo>
                <a:lnTo>
                  <a:pt x="6004560" y="0"/>
                </a:lnTo>
                <a:lnTo>
                  <a:pt x="0" y="0"/>
                </a:lnTo>
                <a:lnTo>
                  <a:pt x="0" y="3182759"/>
                </a:lnTo>
                <a:close/>
              </a:path>
            </a:pathLst>
          </a:custGeom>
          <a:solidFill>
            <a:srgbClr val="EDEDED"/>
          </a:solidFill>
        </p:spPr>
        <p:txBody>
          <a:bodyPr wrap="square" lIns="0" tIns="0" rIns="0" bIns="0" rtlCol="0"/>
          <a:lstStyle/>
          <a:p>
            <a:endParaRPr/>
          </a:p>
        </p:txBody>
      </p:sp>
      <p:sp>
        <p:nvSpPr>
          <p:cNvPr id="21" name="Espace réservé pour une image  2"/>
          <p:cNvSpPr>
            <a:spLocks noGrp="1"/>
          </p:cNvSpPr>
          <p:nvPr>
            <p:ph type="pic" sz="quarter" idx="41" hasCustomPrompt="1"/>
          </p:nvPr>
        </p:nvSpPr>
        <p:spPr>
          <a:xfrm>
            <a:off x="5733612" y="4865250"/>
            <a:ext cx="716838" cy="716838"/>
          </a:xfrm>
          <a:prstGeom prst="ellipse">
            <a:avLst/>
          </a:prstGeom>
        </p:spPr>
        <p:txBody>
          <a:bodyPr/>
          <a:lstStyle>
            <a:lvl1pPr marL="0" indent="0">
              <a:buNone/>
              <a:defRPr sz="1100"/>
            </a:lvl1pPr>
          </a:lstStyle>
          <a:p>
            <a:r>
              <a:rPr lang="fr-FR"/>
              <a:t>Image</a:t>
            </a:r>
          </a:p>
        </p:txBody>
      </p:sp>
      <p:sp>
        <p:nvSpPr>
          <p:cNvPr id="22" name="Espace réservé pour une image  2"/>
          <p:cNvSpPr>
            <a:spLocks noGrp="1"/>
          </p:cNvSpPr>
          <p:nvPr>
            <p:ph type="pic" sz="quarter" idx="42" hasCustomPrompt="1"/>
          </p:nvPr>
        </p:nvSpPr>
        <p:spPr>
          <a:xfrm>
            <a:off x="5733612" y="5639512"/>
            <a:ext cx="716838" cy="716838"/>
          </a:xfrm>
          <a:prstGeom prst="ellipse">
            <a:avLst/>
          </a:prstGeom>
        </p:spPr>
        <p:txBody>
          <a:bodyPr/>
          <a:lstStyle>
            <a:lvl1pPr marL="0" indent="0">
              <a:buNone/>
              <a:defRPr sz="1100"/>
            </a:lvl1pPr>
          </a:lstStyle>
          <a:p>
            <a:r>
              <a:rPr lang="fr-FR"/>
              <a:t>Image</a:t>
            </a:r>
          </a:p>
        </p:txBody>
      </p:sp>
      <p:graphicFrame>
        <p:nvGraphicFramePr>
          <p:cNvPr id="7" name="object 21"/>
          <p:cNvGraphicFramePr>
            <a:graphicFrameLocks noGrp="1"/>
          </p:cNvGraphicFramePr>
          <p:nvPr/>
        </p:nvGraphicFramePr>
        <p:xfrm>
          <a:off x="905282" y="4032988"/>
          <a:ext cx="3122295" cy="2289174"/>
        </p:xfrm>
        <a:graphic>
          <a:graphicData uri="http://schemas.openxmlformats.org/drawingml/2006/table">
            <a:tbl>
              <a:tblPr firstRow="1" bandRow="1">
                <a:tableStyleId>{2D5ABB26-0587-4C30-8999-92F81FD0307C}</a:tableStyleId>
              </a:tblPr>
              <a:tblGrid>
                <a:gridCol w="3122295">
                  <a:extLst>
                    <a:ext uri="{9D8B030D-6E8A-4147-A177-3AD203B41FA5}">
                      <a16:colId xmlns:a16="http://schemas.microsoft.com/office/drawing/2014/main" val="20000"/>
                    </a:ext>
                  </a:extLst>
                </a:gridCol>
              </a:tblGrid>
              <a:tr h="450742">
                <a:tc>
                  <a:txBody>
                    <a:bodyPr/>
                    <a:lstStyle/>
                    <a:p>
                      <a:pPr marL="128270">
                        <a:lnSpc>
                          <a:spcPct val="100000"/>
                        </a:lnSpc>
                        <a:spcBef>
                          <a:spcPts val="325"/>
                        </a:spcBef>
                      </a:pPr>
                      <a:endParaRPr sz="1950">
                        <a:latin typeface="Roboto"/>
                        <a:cs typeface="Roboto"/>
                      </a:endParaRPr>
                    </a:p>
                  </a:txBody>
                  <a:tcPr marL="0" marR="0" marT="41275" marB="0">
                    <a:lnB w="38100">
                      <a:solidFill>
                        <a:srgbClr val="FFFFFF"/>
                      </a:solidFill>
                      <a:prstDash val="solid"/>
                    </a:lnB>
                    <a:solidFill>
                      <a:srgbClr val="282827"/>
                    </a:solidFill>
                  </a:tcPr>
                </a:tc>
                <a:extLst>
                  <a:ext uri="{0D108BD9-81ED-4DB2-BD59-A6C34878D82A}">
                    <a16:rowId xmlns:a16="http://schemas.microsoft.com/office/drawing/2014/main" val="10000"/>
                  </a:ext>
                </a:extLst>
              </a:tr>
              <a:tr h="465220">
                <a:tc>
                  <a:txBody>
                    <a:bodyPr/>
                    <a:lstStyle/>
                    <a:p>
                      <a:pPr marL="128270">
                        <a:lnSpc>
                          <a:spcPct val="100000"/>
                        </a:lnSpc>
                        <a:spcBef>
                          <a:spcPts val="455"/>
                        </a:spcBef>
                      </a:pPr>
                      <a:endParaRPr sz="1950">
                        <a:latin typeface="Roboto"/>
                        <a:cs typeface="Roboto"/>
                      </a:endParaRPr>
                    </a:p>
                  </a:txBody>
                  <a:tcPr marL="0" marR="0" marT="57785" marB="0">
                    <a:lnT w="38100">
                      <a:solidFill>
                        <a:srgbClr val="FFFFFF"/>
                      </a:solidFill>
                      <a:prstDash val="solid"/>
                    </a:lnT>
                    <a:lnB w="38100">
                      <a:solidFill>
                        <a:srgbClr val="FFFFFF"/>
                      </a:solidFill>
                      <a:prstDash val="solid"/>
                    </a:lnB>
                    <a:solidFill>
                      <a:srgbClr val="282827"/>
                    </a:solidFill>
                  </a:tcPr>
                </a:tc>
                <a:extLst>
                  <a:ext uri="{0D108BD9-81ED-4DB2-BD59-A6C34878D82A}">
                    <a16:rowId xmlns:a16="http://schemas.microsoft.com/office/drawing/2014/main" val="10001"/>
                  </a:ext>
                </a:extLst>
              </a:tr>
              <a:tr h="463156">
                <a:tc>
                  <a:txBody>
                    <a:bodyPr/>
                    <a:lstStyle/>
                    <a:p>
                      <a:pPr marL="128270">
                        <a:lnSpc>
                          <a:spcPct val="100000"/>
                        </a:lnSpc>
                        <a:spcBef>
                          <a:spcPts val="465"/>
                        </a:spcBef>
                      </a:pPr>
                      <a:endParaRPr sz="1950">
                        <a:latin typeface="Roboto"/>
                        <a:cs typeface="Roboto"/>
                      </a:endParaRPr>
                    </a:p>
                  </a:txBody>
                  <a:tcPr marL="0" marR="0" marT="59055" marB="0">
                    <a:lnT w="38100">
                      <a:solidFill>
                        <a:srgbClr val="FFFFFF"/>
                      </a:solidFill>
                      <a:prstDash val="solid"/>
                    </a:lnT>
                    <a:lnB w="38100">
                      <a:solidFill>
                        <a:srgbClr val="FFFFFF"/>
                      </a:solidFill>
                      <a:prstDash val="solid"/>
                    </a:lnB>
                    <a:solidFill>
                      <a:srgbClr val="282827"/>
                    </a:solidFill>
                  </a:tcPr>
                </a:tc>
                <a:extLst>
                  <a:ext uri="{0D108BD9-81ED-4DB2-BD59-A6C34878D82A}">
                    <a16:rowId xmlns:a16="http://schemas.microsoft.com/office/drawing/2014/main" val="10002"/>
                  </a:ext>
                </a:extLst>
              </a:tr>
              <a:tr h="462267">
                <a:tc>
                  <a:txBody>
                    <a:bodyPr/>
                    <a:lstStyle/>
                    <a:p>
                      <a:pPr marL="128270">
                        <a:lnSpc>
                          <a:spcPct val="100000"/>
                        </a:lnSpc>
                        <a:spcBef>
                          <a:spcPts val="495"/>
                        </a:spcBef>
                      </a:pPr>
                      <a:endParaRPr sz="1950">
                        <a:latin typeface="Roboto"/>
                        <a:cs typeface="Roboto"/>
                      </a:endParaRPr>
                    </a:p>
                  </a:txBody>
                  <a:tcPr marL="0" marR="0" marT="62865" marB="0">
                    <a:lnT w="38100">
                      <a:solidFill>
                        <a:srgbClr val="FFFFFF"/>
                      </a:solidFill>
                      <a:prstDash val="solid"/>
                    </a:lnT>
                    <a:lnB w="28575">
                      <a:solidFill>
                        <a:srgbClr val="FFFFFF"/>
                      </a:solidFill>
                      <a:prstDash val="solid"/>
                    </a:lnB>
                    <a:solidFill>
                      <a:srgbClr val="282827"/>
                    </a:solidFill>
                  </a:tcPr>
                </a:tc>
                <a:extLst>
                  <a:ext uri="{0D108BD9-81ED-4DB2-BD59-A6C34878D82A}">
                    <a16:rowId xmlns:a16="http://schemas.microsoft.com/office/drawing/2014/main" val="10003"/>
                  </a:ext>
                </a:extLst>
              </a:tr>
              <a:tr h="447789">
                <a:tc>
                  <a:txBody>
                    <a:bodyPr/>
                    <a:lstStyle/>
                    <a:p>
                      <a:pPr marL="128270">
                        <a:lnSpc>
                          <a:spcPct val="100000"/>
                        </a:lnSpc>
                        <a:spcBef>
                          <a:spcPts val="530"/>
                        </a:spcBef>
                      </a:pPr>
                      <a:endParaRPr sz="1950">
                        <a:solidFill>
                          <a:schemeClr val="bg1"/>
                        </a:solidFill>
                        <a:latin typeface="Roboto"/>
                        <a:cs typeface="Roboto"/>
                      </a:endParaRPr>
                    </a:p>
                  </a:txBody>
                  <a:tcPr marL="0" marR="0" marT="67310" marB="0">
                    <a:lnT w="28575">
                      <a:solidFill>
                        <a:srgbClr val="FFFFFF"/>
                      </a:solidFill>
                      <a:prstDash val="solid"/>
                    </a:lnT>
                    <a:solidFill>
                      <a:srgbClr val="282827"/>
                    </a:solidFill>
                  </a:tcPr>
                </a:tc>
                <a:extLst>
                  <a:ext uri="{0D108BD9-81ED-4DB2-BD59-A6C34878D82A}">
                    <a16:rowId xmlns:a16="http://schemas.microsoft.com/office/drawing/2014/main" val="10004"/>
                  </a:ext>
                </a:extLst>
              </a:tr>
            </a:tbl>
          </a:graphicData>
        </a:graphic>
      </p:graphicFrame>
      <p:sp>
        <p:nvSpPr>
          <p:cNvPr id="3" name="Espace réservé du texte 2"/>
          <p:cNvSpPr>
            <a:spLocks noGrp="1"/>
          </p:cNvSpPr>
          <p:nvPr>
            <p:ph type="body" sz="quarter" idx="43" hasCustomPrompt="1"/>
          </p:nvPr>
        </p:nvSpPr>
        <p:spPr>
          <a:xfrm>
            <a:off x="945157" y="4076414"/>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sp>
        <p:nvSpPr>
          <p:cNvPr id="13" name="Espace réservé du texte 2"/>
          <p:cNvSpPr>
            <a:spLocks noGrp="1"/>
          </p:cNvSpPr>
          <p:nvPr>
            <p:ph type="body" sz="quarter" idx="44" hasCustomPrompt="1"/>
          </p:nvPr>
        </p:nvSpPr>
        <p:spPr>
          <a:xfrm>
            <a:off x="945157" y="4540909"/>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sp>
        <p:nvSpPr>
          <p:cNvPr id="14" name="Espace réservé du texte 2"/>
          <p:cNvSpPr>
            <a:spLocks noGrp="1"/>
          </p:cNvSpPr>
          <p:nvPr>
            <p:ph type="body" sz="quarter" idx="45" hasCustomPrompt="1"/>
          </p:nvPr>
        </p:nvSpPr>
        <p:spPr>
          <a:xfrm>
            <a:off x="945157" y="5005404"/>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sp>
        <p:nvSpPr>
          <p:cNvPr id="15" name="Espace réservé du texte 2"/>
          <p:cNvSpPr>
            <a:spLocks noGrp="1"/>
          </p:cNvSpPr>
          <p:nvPr>
            <p:ph type="body" sz="quarter" idx="46" hasCustomPrompt="1"/>
          </p:nvPr>
        </p:nvSpPr>
        <p:spPr>
          <a:xfrm>
            <a:off x="945157" y="5469899"/>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sp>
        <p:nvSpPr>
          <p:cNvPr id="16" name="Espace réservé du texte 2"/>
          <p:cNvSpPr>
            <a:spLocks noGrp="1"/>
          </p:cNvSpPr>
          <p:nvPr>
            <p:ph type="body" sz="quarter" idx="47" hasCustomPrompt="1"/>
          </p:nvPr>
        </p:nvSpPr>
        <p:spPr>
          <a:xfrm>
            <a:off x="945157" y="5934395"/>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cxnSp>
        <p:nvCxnSpPr>
          <p:cNvPr id="18" name="Connecteur droit 17"/>
          <p:cNvCxnSpPr/>
          <p:nvPr/>
        </p:nvCxnSpPr>
        <p:spPr>
          <a:xfrm>
            <a:off x="5596491" y="4888684"/>
            <a:ext cx="0" cy="14334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ZoneTexte 23"/>
          <p:cNvSpPr txBox="1"/>
          <p:nvPr/>
        </p:nvSpPr>
        <p:spPr>
          <a:xfrm>
            <a:off x="5682751" y="4381298"/>
            <a:ext cx="1562159" cy="215444"/>
          </a:xfrm>
          <a:prstGeom prst="rect">
            <a:avLst/>
          </a:prstGeom>
          <a:noFill/>
        </p:spPr>
        <p:txBody>
          <a:bodyPr wrap="none" lIns="0" tIns="0" rIns="0" bIns="0" rtlCol="0">
            <a:spAutoFit/>
          </a:bodyPr>
          <a:lstStyle/>
          <a:p>
            <a:r>
              <a:rPr lang="fr-FR" sz="1400" b="1" cap="all">
                <a:latin typeface="+mj-lt"/>
                <a:cs typeface="Arial" panose="020B0604020202020204" pitchFamily="34" charset="0"/>
              </a:rPr>
              <a:t>Vos contacts</a:t>
            </a:r>
          </a:p>
        </p:txBody>
      </p:sp>
      <p:sp>
        <p:nvSpPr>
          <p:cNvPr id="25" name="Espace réservé du texte 2"/>
          <p:cNvSpPr>
            <a:spLocks noGrp="1"/>
          </p:cNvSpPr>
          <p:nvPr>
            <p:ph type="body" sz="quarter" idx="48" hasCustomPrompt="1"/>
          </p:nvPr>
        </p:nvSpPr>
        <p:spPr>
          <a:xfrm>
            <a:off x="6587571" y="4889274"/>
            <a:ext cx="2156380" cy="616176"/>
          </a:xfrm>
          <a:prstGeom prst="rect">
            <a:avLst/>
          </a:prstGeom>
        </p:spPr>
        <p:txBody>
          <a:bodyPr/>
          <a:lstStyle>
            <a:lvl1pPr marL="0" indent="0">
              <a:lnSpc>
                <a:spcPct val="100000"/>
              </a:lnSpc>
              <a:spcBef>
                <a:spcPts val="0"/>
              </a:spcBef>
              <a:buNone/>
              <a:defRPr lang="fr-FR" sz="1100" b="0" kern="1200" cap="none" spc="55" baseline="0" dirty="0">
                <a:solidFill>
                  <a:schemeClr val="tx1"/>
                </a:solidFill>
                <a:latin typeface="Arial" panose="020B0604020202020204" pitchFamily="34" charset="0"/>
                <a:ea typeface="+mn-ea"/>
                <a:cs typeface="Arial" panose="020B0604020202020204" pitchFamily="34" charset="0"/>
              </a:defRPr>
            </a:lvl1pPr>
          </a:lstStyle>
          <a:p>
            <a:r>
              <a:rPr lang="en-GB" noProof="0"/>
              <a:t>First name Last name</a:t>
            </a:r>
            <a:endParaRPr lang="en-GB" sz="1100" noProof="0">
              <a:latin typeface="Arial" panose="020B0604020202020204" pitchFamily="34" charset="0"/>
              <a:cs typeface="Arial" panose="020B0604020202020204" pitchFamily="34" charset="0"/>
            </a:endParaRPr>
          </a:p>
          <a:p>
            <a:r>
              <a:rPr lang="en-GB" sz="1100" noProof="0">
                <a:latin typeface="Arial" panose="020B0604020202020204" pitchFamily="34" charset="0"/>
                <a:ea typeface="Arial" charset="0"/>
                <a:cs typeface="Arial" panose="020B0604020202020204" pitchFamily="34" charset="0"/>
              </a:rPr>
              <a:t>Title</a:t>
            </a:r>
          </a:p>
          <a:p>
            <a:r>
              <a:rPr lang="en-GB" sz="1100" noProof="0">
                <a:latin typeface="Arial" panose="020B0604020202020204" pitchFamily="34" charset="0"/>
                <a:ea typeface="Arial" charset="0"/>
                <a:cs typeface="Arial" panose="020B0604020202020204" pitchFamily="34" charset="0"/>
              </a:rPr>
              <a:t>Contact details</a:t>
            </a:r>
          </a:p>
        </p:txBody>
      </p:sp>
      <p:sp>
        <p:nvSpPr>
          <p:cNvPr id="26" name="Espace réservé pour une image  10"/>
          <p:cNvSpPr>
            <a:spLocks noGrp="1" noChangeAspect="1"/>
          </p:cNvSpPr>
          <p:nvPr>
            <p:ph type="pic" sz="quarter" idx="36"/>
          </p:nvPr>
        </p:nvSpPr>
        <p:spPr>
          <a:xfrm>
            <a:off x="0" y="0"/>
            <a:ext cx="5063706" cy="3406023"/>
          </a:xfrm>
          <a:prstGeom prst="rect">
            <a:avLst/>
          </a:prstGeom>
        </p:spPr>
        <p:txBody>
          <a:bodyPr/>
          <a:lstStyle>
            <a:lvl1pPr>
              <a:defRPr sz="1100"/>
            </a:lvl1pPr>
          </a:lstStyle>
          <a:p>
            <a:r>
              <a:rPr lang="fr-FR"/>
              <a:t>Cliquez sur l'icône pour ajouter une image</a:t>
            </a:r>
          </a:p>
        </p:txBody>
      </p:sp>
      <p:sp>
        <p:nvSpPr>
          <p:cNvPr id="29" name="Espace réservé du texte 2"/>
          <p:cNvSpPr>
            <a:spLocks noGrp="1"/>
          </p:cNvSpPr>
          <p:nvPr>
            <p:ph type="body" sz="quarter" idx="49" hasCustomPrompt="1"/>
          </p:nvPr>
        </p:nvSpPr>
        <p:spPr>
          <a:xfrm>
            <a:off x="6587571" y="5740174"/>
            <a:ext cx="2156380" cy="616176"/>
          </a:xfrm>
          <a:prstGeom prst="rect">
            <a:avLst/>
          </a:prstGeom>
        </p:spPr>
        <p:txBody>
          <a:bodyPr/>
          <a:lstStyle>
            <a:lvl1pPr marL="0" indent="0">
              <a:lnSpc>
                <a:spcPct val="100000"/>
              </a:lnSpc>
              <a:spcBef>
                <a:spcPts val="0"/>
              </a:spcBef>
              <a:buNone/>
              <a:defRPr lang="fr-FR" sz="1100" b="0" kern="1200" cap="none" spc="55" baseline="0" dirty="0">
                <a:solidFill>
                  <a:schemeClr val="tx1"/>
                </a:solidFill>
                <a:latin typeface="Arial" panose="020B0604020202020204" pitchFamily="34" charset="0"/>
                <a:ea typeface="+mn-ea"/>
                <a:cs typeface="Arial" panose="020B0604020202020204" pitchFamily="34" charset="0"/>
              </a:defRPr>
            </a:lvl1pPr>
          </a:lstStyle>
          <a:p>
            <a:r>
              <a:rPr lang="en-GB" noProof="0"/>
              <a:t>First name Last name</a:t>
            </a:r>
            <a:endParaRPr lang="en-GB" sz="1100" noProof="0">
              <a:latin typeface="Arial" panose="020B0604020202020204" pitchFamily="34" charset="0"/>
              <a:cs typeface="Arial" panose="020B0604020202020204" pitchFamily="34" charset="0"/>
            </a:endParaRPr>
          </a:p>
          <a:p>
            <a:r>
              <a:rPr lang="en-GB" sz="1100" noProof="0">
                <a:latin typeface="Arial" panose="020B0604020202020204" pitchFamily="34" charset="0"/>
                <a:ea typeface="Arial" charset="0"/>
                <a:cs typeface="Arial" panose="020B0604020202020204" pitchFamily="34" charset="0"/>
              </a:rPr>
              <a:t>Title</a:t>
            </a:r>
          </a:p>
          <a:p>
            <a:r>
              <a:rPr lang="en-GB" sz="1100" noProof="0">
                <a:latin typeface="Arial" panose="020B0604020202020204" pitchFamily="34" charset="0"/>
                <a:ea typeface="Arial" charset="0"/>
                <a:cs typeface="Arial" panose="020B0604020202020204" pitchFamily="34" charset="0"/>
              </a:rPr>
              <a:t>Contact details</a:t>
            </a:r>
          </a:p>
        </p:txBody>
      </p:sp>
      <p:sp>
        <p:nvSpPr>
          <p:cNvPr id="17" name="Espace réservé pour une image  2"/>
          <p:cNvSpPr>
            <a:spLocks noGrp="1"/>
          </p:cNvSpPr>
          <p:nvPr>
            <p:ph type="pic" sz="quarter" idx="50" hasCustomPrompt="1"/>
          </p:nvPr>
        </p:nvSpPr>
        <p:spPr>
          <a:xfrm>
            <a:off x="9000687" y="4865250"/>
            <a:ext cx="716838" cy="716838"/>
          </a:xfrm>
          <a:prstGeom prst="ellipse">
            <a:avLst/>
          </a:prstGeom>
        </p:spPr>
        <p:txBody>
          <a:bodyPr/>
          <a:lstStyle>
            <a:lvl1pPr marL="0" indent="0">
              <a:buNone/>
              <a:defRPr sz="1100"/>
            </a:lvl1pPr>
          </a:lstStyle>
          <a:p>
            <a:r>
              <a:rPr lang="fr-FR"/>
              <a:t>Image</a:t>
            </a:r>
          </a:p>
        </p:txBody>
      </p:sp>
      <p:sp>
        <p:nvSpPr>
          <p:cNvPr id="19" name="Espace réservé pour une image  2"/>
          <p:cNvSpPr>
            <a:spLocks noGrp="1"/>
          </p:cNvSpPr>
          <p:nvPr>
            <p:ph type="pic" sz="quarter" idx="51" hasCustomPrompt="1"/>
          </p:nvPr>
        </p:nvSpPr>
        <p:spPr>
          <a:xfrm>
            <a:off x="9000687" y="5639512"/>
            <a:ext cx="716838" cy="716838"/>
          </a:xfrm>
          <a:prstGeom prst="ellipse">
            <a:avLst/>
          </a:prstGeom>
        </p:spPr>
        <p:txBody>
          <a:bodyPr/>
          <a:lstStyle>
            <a:lvl1pPr marL="0" indent="0">
              <a:buNone/>
              <a:defRPr sz="1100"/>
            </a:lvl1pPr>
          </a:lstStyle>
          <a:p>
            <a:r>
              <a:rPr lang="fr-FR"/>
              <a:t>Image</a:t>
            </a:r>
          </a:p>
        </p:txBody>
      </p:sp>
      <p:sp>
        <p:nvSpPr>
          <p:cNvPr id="20" name="Espace réservé du texte 2"/>
          <p:cNvSpPr>
            <a:spLocks noGrp="1"/>
          </p:cNvSpPr>
          <p:nvPr>
            <p:ph type="body" sz="quarter" idx="52" hasCustomPrompt="1"/>
          </p:nvPr>
        </p:nvSpPr>
        <p:spPr>
          <a:xfrm>
            <a:off x="9854646" y="4889274"/>
            <a:ext cx="2156380" cy="616176"/>
          </a:xfrm>
          <a:prstGeom prst="rect">
            <a:avLst/>
          </a:prstGeom>
        </p:spPr>
        <p:txBody>
          <a:bodyPr/>
          <a:lstStyle>
            <a:lvl1pPr marL="0" indent="0">
              <a:lnSpc>
                <a:spcPct val="100000"/>
              </a:lnSpc>
              <a:spcBef>
                <a:spcPts val="0"/>
              </a:spcBef>
              <a:buNone/>
              <a:defRPr lang="fr-FR" sz="1100" b="0" kern="1200" cap="none" spc="55" baseline="0" dirty="0">
                <a:solidFill>
                  <a:schemeClr val="tx1"/>
                </a:solidFill>
                <a:latin typeface="Arial" panose="020B0604020202020204" pitchFamily="34" charset="0"/>
                <a:ea typeface="+mn-ea"/>
                <a:cs typeface="Arial" panose="020B0604020202020204" pitchFamily="34" charset="0"/>
              </a:defRPr>
            </a:lvl1pPr>
          </a:lstStyle>
          <a:p>
            <a:r>
              <a:rPr lang="en-GB" noProof="0"/>
              <a:t>First name Last name</a:t>
            </a:r>
            <a:endParaRPr lang="en-GB" sz="1100" noProof="0">
              <a:latin typeface="Arial" panose="020B0604020202020204" pitchFamily="34" charset="0"/>
              <a:cs typeface="Arial" panose="020B0604020202020204" pitchFamily="34" charset="0"/>
            </a:endParaRPr>
          </a:p>
          <a:p>
            <a:r>
              <a:rPr lang="en-GB" sz="1100" noProof="0">
                <a:latin typeface="Arial" panose="020B0604020202020204" pitchFamily="34" charset="0"/>
                <a:ea typeface="Arial" charset="0"/>
                <a:cs typeface="Arial" panose="020B0604020202020204" pitchFamily="34" charset="0"/>
              </a:rPr>
              <a:t>Title</a:t>
            </a:r>
          </a:p>
          <a:p>
            <a:r>
              <a:rPr lang="en-GB" sz="1100" noProof="0">
                <a:latin typeface="Arial" panose="020B0604020202020204" pitchFamily="34" charset="0"/>
                <a:ea typeface="Arial" charset="0"/>
                <a:cs typeface="Arial" panose="020B0604020202020204" pitchFamily="34" charset="0"/>
              </a:rPr>
              <a:t>Contact details</a:t>
            </a:r>
          </a:p>
        </p:txBody>
      </p:sp>
      <p:sp>
        <p:nvSpPr>
          <p:cNvPr id="23" name="Espace réservé du texte 2"/>
          <p:cNvSpPr>
            <a:spLocks noGrp="1"/>
          </p:cNvSpPr>
          <p:nvPr>
            <p:ph type="body" sz="quarter" idx="53" hasCustomPrompt="1"/>
          </p:nvPr>
        </p:nvSpPr>
        <p:spPr>
          <a:xfrm>
            <a:off x="9854646" y="5740174"/>
            <a:ext cx="2156380" cy="616176"/>
          </a:xfrm>
          <a:prstGeom prst="rect">
            <a:avLst/>
          </a:prstGeom>
        </p:spPr>
        <p:txBody>
          <a:bodyPr/>
          <a:lstStyle>
            <a:lvl1pPr marL="0" indent="0">
              <a:lnSpc>
                <a:spcPct val="100000"/>
              </a:lnSpc>
              <a:spcBef>
                <a:spcPts val="0"/>
              </a:spcBef>
              <a:buNone/>
              <a:defRPr lang="fr-FR" sz="1100" b="0" kern="1200" cap="none" spc="55" baseline="0" dirty="0">
                <a:solidFill>
                  <a:schemeClr val="tx1"/>
                </a:solidFill>
                <a:latin typeface="Arial" panose="020B0604020202020204" pitchFamily="34" charset="0"/>
                <a:ea typeface="+mn-ea"/>
                <a:cs typeface="Arial" panose="020B0604020202020204" pitchFamily="34" charset="0"/>
              </a:defRPr>
            </a:lvl1pPr>
          </a:lstStyle>
          <a:p>
            <a:r>
              <a:rPr lang="en-GB" noProof="0"/>
              <a:t>First name Last name</a:t>
            </a:r>
            <a:endParaRPr lang="en-GB" sz="1100" noProof="0">
              <a:latin typeface="Arial" panose="020B0604020202020204" pitchFamily="34" charset="0"/>
              <a:cs typeface="Arial" panose="020B0604020202020204" pitchFamily="34" charset="0"/>
            </a:endParaRPr>
          </a:p>
          <a:p>
            <a:r>
              <a:rPr lang="en-GB" sz="1100" noProof="0">
                <a:latin typeface="Arial" panose="020B0604020202020204" pitchFamily="34" charset="0"/>
                <a:ea typeface="Arial" charset="0"/>
                <a:cs typeface="Arial" panose="020B0604020202020204" pitchFamily="34" charset="0"/>
              </a:rPr>
              <a:t>Title</a:t>
            </a:r>
          </a:p>
          <a:p>
            <a:r>
              <a:rPr lang="en-GB" sz="1100" noProof="0">
                <a:latin typeface="Arial" panose="020B0604020202020204" pitchFamily="34" charset="0"/>
                <a:ea typeface="Arial" charset="0"/>
                <a:cs typeface="Arial" panose="020B0604020202020204" pitchFamily="34" charset="0"/>
              </a:rPr>
              <a:t>Contact details</a:t>
            </a:r>
          </a:p>
        </p:txBody>
      </p:sp>
    </p:spTree>
    <p:extLst>
      <p:ext uri="{BB962C8B-B14F-4D97-AF65-F5344CB8AC3E}">
        <p14:creationId xmlns:p14="http://schemas.microsoft.com/office/powerpoint/2010/main" val="4208484859"/>
      </p:ext>
    </p:extLst>
  </p:cSld>
  <p:clrMapOvr>
    <a:masterClrMapping/>
  </p:clrMapOvr>
  <p:hf sldNum="0"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02_Contact - 4 people large img">
    <p:spTree>
      <p:nvGrpSpPr>
        <p:cNvPr id="1" name=""/>
        <p:cNvGrpSpPr/>
        <p:nvPr/>
      </p:nvGrpSpPr>
      <p:grpSpPr>
        <a:xfrm>
          <a:off x="0" y="0"/>
          <a:ext cx="0" cy="0"/>
          <a:chOff x="0" y="0"/>
          <a:chExt cx="0" cy="0"/>
        </a:xfrm>
      </p:grpSpPr>
      <p:sp>
        <p:nvSpPr>
          <p:cNvPr id="17" name="Espace réservé pour une image  2"/>
          <p:cNvSpPr>
            <a:spLocks noGrp="1"/>
          </p:cNvSpPr>
          <p:nvPr>
            <p:ph type="pic" sz="quarter" idx="50" hasCustomPrompt="1"/>
          </p:nvPr>
        </p:nvSpPr>
        <p:spPr>
          <a:xfrm>
            <a:off x="102211" y="3613576"/>
            <a:ext cx="855875" cy="855875"/>
          </a:xfrm>
          <a:prstGeom prst="ellipse">
            <a:avLst/>
          </a:prstGeom>
        </p:spPr>
        <p:txBody>
          <a:bodyPr/>
          <a:lstStyle>
            <a:lvl1pPr marL="0" indent="0">
              <a:buNone/>
              <a:defRPr sz="1100"/>
            </a:lvl1pPr>
          </a:lstStyle>
          <a:p>
            <a:r>
              <a:rPr lang="fr-FR"/>
              <a:t>Image</a:t>
            </a:r>
          </a:p>
        </p:txBody>
      </p:sp>
      <p:sp>
        <p:nvSpPr>
          <p:cNvPr id="20" name="Espace réservé du texte 2"/>
          <p:cNvSpPr>
            <a:spLocks noGrp="1"/>
          </p:cNvSpPr>
          <p:nvPr>
            <p:ph type="body" sz="quarter" idx="52" hasCustomPrompt="1"/>
          </p:nvPr>
        </p:nvSpPr>
        <p:spPr>
          <a:xfrm>
            <a:off x="1095207" y="3613576"/>
            <a:ext cx="1716359" cy="914614"/>
          </a:xfrm>
          <a:prstGeom prst="rect">
            <a:avLst/>
          </a:prstGeom>
        </p:spPr>
        <p:txBody>
          <a:bodyPr/>
          <a:lstStyle>
            <a:lvl1pPr marL="0" indent="0">
              <a:lnSpc>
                <a:spcPct val="100000"/>
              </a:lnSpc>
              <a:spcBef>
                <a:spcPts val="0"/>
              </a:spcBef>
              <a:buNone/>
              <a:defRPr lang="fr-FR" sz="1100" b="0" kern="1200" cap="none" spc="55" baseline="0" dirty="0">
                <a:solidFill>
                  <a:schemeClr val="tx1"/>
                </a:solidFill>
                <a:latin typeface="Arial" panose="020B0604020202020204" pitchFamily="34" charset="0"/>
                <a:ea typeface="+mn-ea"/>
                <a:cs typeface="Arial" panose="020B0604020202020204" pitchFamily="34" charset="0"/>
              </a:defRPr>
            </a:lvl1pPr>
          </a:lstStyle>
          <a:p>
            <a:r>
              <a:rPr lang="en-GB" noProof="0"/>
              <a:t>First name Last name</a:t>
            </a:r>
            <a:endParaRPr lang="en-GB" sz="1100" noProof="0">
              <a:latin typeface="Arial" panose="020B0604020202020204" pitchFamily="34" charset="0"/>
              <a:cs typeface="Arial" panose="020B0604020202020204" pitchFamily="34" charset="0"/>
            </a:endParaRPr>
          </a:p>
          <a:p>
            <a:r>
              <a:rPr lang="en-GB" sz="1100" noProof="0">
                <a:latin typeface="Arial" panose="020B0604020202020204" pitchFamily="34" charset="0"/>
                <a:ea typeface="Arial" charset="0"/>
                <a:cs typeface="Arial" panose="020B0604020202020204" pitchFamily="34" charset="0"/>
              </a:rPr>
              <a:t>Title</a:t>
            </a:r>
          </a:p>
          <a:p>
            <a:r>
              <a:rPr lang="en-GB" sz="1100" noProof="0">
                <a:latin typeface="Arial" panose="020B0604020202020204" pitchFamily="34" charset="0"/>
                <a:ea typeface="Arial" charset="0"/>
                <a:cs typeface="Arial" panose="020B0604020202020204" pitchFamily="34" charset="0"/>
              </a:rPr>
              <a:t>Contact details</a:t>
            </a:r>
          </a:p>
        </p:txBody>
      </p:sp>
      <p:sp>
        <p:nvSpPr>
          <p:cNvPr id="28" name="Espace réservé pour une image  10"/>
          <p:cNvSpPr>
            <a:spLocks noGrp="1" noChangeAspect="1"/>
          </p:cNvSpPr>
          <p:nvPr>
            <p:ph type="pic" sz="quarter" idx="36"/>
          </p:nvPr>
        </p:nvSpPr>
        <p:spPr>
          <a:xfrm>
            <a:off x="0" y="0"/>
            <a:ext cx="12192000" cy="3200401"/>
          </a:xfrm>
          <a:prstGeom prst="rect">
            <a:avLst/>
          </a:prstGeom>
        </p:spPr>
        <p:txBody>
          <a:bodyPr/>
          <a:lstStyle>
            <a:lvl1pPr>
              <a:defRPr sz="1100"/>
            </a:lvl1pPr>
          </a:lstStyle>
          <a:p>
            <a:r>
              <a:rPr lang="fr-FR"/>
              <a:t>Cliquez sur l'icône pour ajouter une image</a:t>
            </a:r>
          </a:p>
        </p:txBody>
      </p:sp>
      <p:sp>
        <p:nvSpPr>
          <p:cNvPr id="31" name="Espace réservé pour une image  2"/>
          <p:cNvSpPr>
            <a:spLocks noGrp="1"/>
          </p:cNvSpPr>
          <p:nvPr>
            <p:ph type="pic" sz="quarter" idx="54" hasCustomPrompt="1"/>
          </p:nvPr>
        </p:nvSpPr>
        <p:spPr>
          <a:xfrm>
            <a:off x="3024257" y="3613576"/>
            <a:ext cx="855875" cy="855875"/>
          </a:xfrm>
          <a:prstGeom prst="ellipse">
            <a:avLst/>
          </a:prstGeom>
        </p:spPr>
        <p:txBody>
          <a:bodyPr/>
          <a:lstStyle>
            <a:lvl1pPr marL="0" indent="0">
              <a:buNone/>
              <a:defRPr sz="1100"/>
            </a:lvl1pPr>
          </a:lstStyle>
          <a:p>
            <a:r>
              <a:rPr lang="fr-FR"/>
              <a:t>Image</a:t>
            </a:r>
          </a:p>
        </p:txBody>
      </p:sp>
      <p:sp>
        <p:nvSpPr>
          <p:cNvPr id="32" name="Espace réservé du texte 2"/>
          <p:cNvSpPr>
            <a:spLocks noGrp="1"/>
          </p:cNvSpPr>
          <p:nvPr>
            <p:ph type="body" sz="quarter" idx="55" hasCustomPrompt="1"/>
          </p:nvPr>
        </p:nvSpPr>
        <p:spPr>
          <a:xfrm>
            <a:off x="4017253" y="3613576"/>
            <a:ext cx="1716359" cy="914614"/>
          </a:xfrm>
          <a:prstGeom prst="rect">
            <a:avLst/>
          </a:prstGeom>
        </p:spPr>
        <p:txBody>
          <a:bodyPr/>
          <a:lstStyle>
            <a:lvl1pPr marL="0" indent="0">
              <a:lnSpc>
                <a:spcPct val="100000"/>
              </a:lnSpc>
              <a:spcBef>
                <a:spcPts val="0"/>
              </a:spcBef>
              <a:buNone/>
              <a:defRPr lang="fr-FR" sz="1100" b="0" kern="1200" cap="none" spc="55" baseline="0" dirty="0">
                <a:solidFill>
                  <a:schemeClr val="tx1"/>
                </a:solidFill>
                <a:latin typeface="Arial" panose="020B0604020202020204" pitchFamily="34" charset="0"/>
                <a:ea typeface="+mn-ea"/>
                <a:cs typeface="Arial" panose="020B0604020202020204" pitchFamily="34" charset="0"/>
              </a:defRPr>
            </a:lvl1pPr>
          </a:lstStyle>
          <a:p>
            <a:r>
              <a:rPr lang="en-GB" noProof="0"/>
              <a:t>First name Last name</a:t>
            </a:r>
            <a:endParaRPr lang="en-GB" sz="1100" noProof="0">
              <a:latin typeface="Arial" panose="020B0604020202020204" pitchFamily="34" charset="0"/>
              <a:cs typeface="Arial" panose="020B0604020202020204" pitchFamily="34" charset="0"/>
            </a:endParaRPr>
          </a:p>
          <a:p>
            <a:r>
              <a:rPr lang="en-GB" sz="1100" noProof="0">
                <a:latin typeface="Arial" panose="020B0604020202020204" pitchFamily="34" charset="0"/>
                <a:ea typeface="Arial" charset="0"/>
                <a:cs typeface="Arial" panose="020B0604020202020204" pitchFamily="34" charset="0"/>
              </a:rPr>
              <a:t>Title</a:t>
            </a:r>
          </a:p>
          <a:p>
            <a:r>
              <a:rPr lang="en-GB" sz="1100" noProof="0">
                <a:latin typeface="Arial" panose="020B0604020202020204" pitchFamily="34" charset="0"/>
                <a:ea typeface="Arial" charset="0"/>
                <a:cs typeface="Arial" panose="020B0604020202020204" pitchFamily="34" charset="0"/>
              </a:rPr>
              <a:t>Contact details</a:t>
            </a:r>
          </a:p>
        </p:txBody>
      </p:sp>
      <p:sp>
        <p:nvSpPr>
          <p:cNvPr id="33" name="Espace réservé pour une image  2"/>
          <p:cNvSpPr>
            <a:spLocks noGrp="1"/>
          </p:cNvSpPr>
          <p:nvPr>
            <p:ph type="pic" sz="quarter" idx="56" hasCustomPrompt="1"/>
          </p:nvPr>
        </p:nvSpPr>
        <p:spPr>
          <a:xfrm>
            <a:off x="6034596" y="3613576"/>
            <a:ext cx="855875" cy="855875"/>
          </a:xfrm>
          <a:prstGeom prst="ellipse">
            <a:avLst/>
          </a:prstGeom>
        </p:spPr>
        <p:txBody>
          <a:bodyPr/>
          <a:lstStyle>
            <a:lvl1pPr marL="0" indent="0">
              <a:buNone/>
              <a:defRPr sz="1100"/>
            </a:lvl1pPr>
          </a:lstStyle>
          <a:p>
            <a:r>
              <a:rPr lang="fr-FR"/>
              <a:t>Image</a:t>
            </a:r>
          </a:p>
        </p:txBody>
      </p:sp>
      <p:sp>
        <p:nvSpPr>
          <p:cNvPr id="34" name="Espace réservé du texte 2"/>
          <p:cNvSpPr>
            <a:spLocks noGrp="1"/>
          </p:cNvSpPr>
          <p:nvPr>
            <p:ph type="body" sz="quarter" idx="57" hasCustomPrompt="1"/>
          </p:nvPr>
        </p:nvSpPr>
        <p:spPr>
          <a:xfrm>
            <a:off x="7027592" y="3613576"/>
            <a:ext cx="1716359" cy="914614"/>
          </a:xfrm>
          <a:prstGeom prst="rect">
            <a:avLst/>
          </a:prstGeom>
        </p:spPr>
        <p:txBody>
          <a:bodyPr/>
          <a:lstStyle>
            <a:lvl1pPr marL="0" indent="0">
              <a:lnSpc>
                <a:spcPct val="100000"/>
              </a:lnSpc>
              <a:spcBef>
                <a:spcPts val="0"/>
              </a:spcBef>
              <a:buNone/>
              <a:defRPr lang="fr-FR" sz="1100" b="0" kern="1200" cap="none" spc="55" baseline="0" dirty="0">
                <a:solidFill>
                  <a:schemeClr val="tx1"/>
                </a:solidFill>
                <a:latin typeface="Arial" panose="020B0604020202020204" pitchFamily="34" charset="0"/>
                <a:ea typeface="+mn-ea"/>
                <a:cs typeface="Arial" panose="020B0604020202020204" pitchFamily="34" charset="0"/>
              </a:defRPr>
            </a:lvl1pPr>
          </a:lstStyle>
          <a:p>
            <a:r>
              <a:rPr lang="en-GB" noProof="0"/>
              <a:t>First name Last name</a:t>
            </a:r>
            <a:endParaRPr lang="en-GB" sz="1100" noProof="0">
              <a:latin typeface="Arial" panose="020B0604020202020204" pitchFamily="34" charset="0"/>
              <a:cs typeface="Arial" panose="020B0604020202020204" pitchFamily="34" charset="0"/>
            </a:endParaRPr>
          </a:p>
          <a:p>
            <a:r>
              <a:rPr lang="en-GB" sz="1100" noProof="0">
                <a:latin typeface="Arial" panose="020B0604020202020204" pitchFamily="34" charset="0"/>
                <a:ea typeface="Arial" charset="0"/>
                <a:cs typeface="Arial" panose="020B0604020202020204" pitchFamily="34" charset="0"/>
              </a:rPr>
              <a:t>Title</a:t>
            </a:r>
          </a:p>
          <a:p>
            <a:r>
              <a:rPr lang="en-GB" sz="1100" noProof="0">
                <a:latin typeface="Arial" panose="020B0604020202020204" pitchFamily="34" charset="0"/>
                <a:ea typeface="Arial" charset="0"/>
                <a:cs typeface="Arial" panose="020B0604020202020204" pitchFamily="34" charset="0"/>
              </a:rPr>
              <a:t>Contact details</a:t>
            </a:r>
          </a:p>
        </p:txBody>
      </p:sp>
      <p:sp>
        <p:nvSpPr>
          <p:cNvPr id="35" name="Espace réservé pour une image  2"/>
          <p:cNvSpPr>
            <a:spLocks noGrp="1"/>
          </p:cNvSpPr>
          <p:nvPr>
            <p:ph type="pic" sz="quarter" idx="58" hasCustomPrompt="1"/>
          </p:nvPr>
        </p:nvSpPr>
        <p:spPr>
          <a:xfrm>
            <a:off x="9044935" y="3608814"/>
            <a:ext cx="855875" cy="855875"/>
          </a:xfrm>
          <a:prstGeom prst="ellipse">
            <a:avLst/>
          </a:prstGeom>
        </p:spPr>
        <p:txBody>
          <a:bodyPr/>
          <a:lstStyle>
            <a:lvl1pPr marL="0" indent="0">
              <a:buNone/>
              <a:defRPr sz="1100"/>
            </a:lvl1pPr>
          </a:lstStyle>
          <a:p>
            <a:r>
              <a:rPr lang="fr-FR"/>
              <a:t>Image</a:t>
            </a:r>
          </a:p>
        </p:txBody>
      </p:sp>
      <p:sp>
        <p:nvSpPr>
          <p:cNvPr id="36" name="Espace réservé du texte 2"/>
          <p:cNvSpPr>
            <a:spLocks noGrp="1"/>
          </p:cNvSpPr>
          <p:nvPr>
            <p:ph type="body" sz="quarter" idx="59" hasCustomPrompt="1"/>
          </p:nvPr>
        </p:nvSpPr>
        <p:spPr>
          <a:xfrm>
            <a:off x="10037931" y="3608814"/>
            <a:ext cx="1716359" cy="914614"/>
          </a:xfrm>
          <a:prstGeom prst="rect">
            <a:avLst/>
          </a:prstGeom>
        </p:spPr>
        <p:txBody>
          <a:bodyPr/>
          <a:lstStyle>
            <a:lvl1pPr marL="0" indent="0">
              <a:lnSpc>
                <a:spcPct val="100000"/>
              </a:lnSpc>
              <a:spcBef>
                <a:spcPts val="0"/>
              </a:spcBef>
              <a:buNone/>
              <a:defRPr lang="fr-FR" sz="1100" b="0" kern="1200" cap="none" spc="55" baseline="0" dirty="0">
                <a:solidFill>
                  <a:schemeClr val="tx1"/>
                </a:solidFill>
                <a:latin typeface="Arial" panose="020B0604020202020204" pitchFamily="34" charset="0"/>
                <a:ea typeface="+mn-ea"/>
                <a:cs typeface="Arial" panose="020B0604020202020204" pitchFamily="34" charset="0"/>
              </a:defRPr>
            </a:lvl1pPr>
          </a:lstStyle>
          <a:p>
            <a:r>
              <a:rPr lang="en-GB" noProof="0"/>
              <a:t>First name Last name</a:t>
            </a:r>
            <a:endParaRPr lang="en-GB" sz="1100" noProof="0">
              <a:latin typeface="Arial" panose="020B0604020202020204" pitchFamily="34" charset="0"/>
              <a:cs typeface="Arial" panose="020B0604020202020204" pitchFamily="34" charset="0"/>
            </a:endParaRPr>
          </a:p>
          <a:p>
            <a:r>
              <a:rPr lang="en-GB" sz="1100" noProof="0">
                <a:latin typeface="Arial" panose="020B0604020202020204" pitchFamily="34" charset="0"/>
                <a:ea typeface="Arial" charset="0"/>
                <a:cs typeface="Arial" panose="020B0604020202020204" pitchFamily="34" charset="0"/>
              </a:rPr>
              <a:t>Title</a:t>
            </a:r>
          </a:p>
          <a:p>
            <a:r>
              <a:rPr lang="en-GB" sz="1100" noProof="0">
                <a:latin typeface="Arial" panose="020B0604020202020204" pitchFamily="34" charset="0"/>
                <a:ea typeface="Arial" charset="0"/>
                <a:cs typeface="Arial" panose="020B0604020202020204" pitchFamily="34" charset="0"/>
              </a:rPr>
              <a:t>Contact details</a:t>
            </a:r>
          </a:p>
        </p:txBody>
      </p:sp>
      <p:sp>
        <p:nvSpPr>
          <p:cNvPr id="37" name="Rectangle 36"/>
          <p:cNvSpPr/>
          <p:nvPr/>
        </p:nvSpPr>
        <p:spPr>
          <a:xfrm>
            <a:off x="-9577" y="5039662"/>
            <a:ext cx="12192000" cy="10156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all" spc="0" normalizeH="0" baseline="0" noProof="0">
                <a:ln>
                  <a:noFill/>
                </a:ln>
                <a:solidFill>
                  <a:schemeClr val="tx1"/>
                </a:solidFill>
                <a:effectLst/>
                <a:uLnTx/>
                <a:uFillTx/>
                <a:latin typeface="+mj-lt"/>
                <a:ea typeface="+mn-ea"/>
                <a:cs typeface="+mn-cs"/>
              </a:rPr>
              <a:t>Vos contacts privilégiés </a:t>
            </a:r>
          </a:p>
        </p:txBody>
      </p:sp>
    </p:spTree>
    <p:extLst>
      <p:ext uri="{BB962C8B-B14F-4D97-AF65-F5344CB8AC3E}">
        <p14:creationId xmlns:p14="http://schemas.microsoft.com/office/powerpoint/2010/main" val="4001488909"/>
      </p:ext>
    </p:extLst>
  </p:cSld>
  <p:clrMapOvr>
    <a:masterClrMapping/>
  </p:clrMapOvr>
  <p:hf sldNum="0"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02_Contact - Bigger - 4 people">
    <p:spTree>
      <p:nvGrpSpPr>
        <p:cNvPr id="1" name=""/>
        <p:cNvGrpSpPr/>
        <p:nvPr/>
      </p:nvGrpSpPr>
      <p:grpSpPr>
        <a:xfrm>
          <a:off x="0" y="0"/>
          <a:ext cx="0" cy="0"/>
          <a:chOff x="0" y="0"/>
          <a:chExt cx="0" cy="0"/>
        </a:xfrm>
      </p:grpSpPr>
      <p:sp>
        <p:nvSpPr>
          <p:cNvPr id="6" name="object 11"/>
          <p:cNvSpPr/>
          <p:nvPr/>
        </p:nvSpPr>
        <p:spPr>
          <a:xfrm>
            <a:off x="0" y="3406024"/>
            <a:ext cx="5067778" cy="3451976"/>
          </a:xfrm>
          <a:custGeom>
            <a:avLst/>
            <a:gdLst/>
            <a:ahLst/>
            <a:cxnLst/>
            <a:rect l="l" t="t" r="r" b="b"/>
            <a:pathLst>
              <a:path w="6004560" h="3183254">
                <a:moveTo>
                  <a:pt x="0" y="3182759"/>
                </a:moveTo>
                <a:lnTo>
                  <a:pt x="6004560" y="3182759"/>
                </a:lnTo>
                <a:lnTo>
                  <a:pt x="6004560" y="0"/>
                </a:lnTo>
                <a:lnTo>
                  <a:pt x="0" y="0"/>
                </a:lnTo>
                <a:lnTo>
                  <a:pt x="0" y="3182759"/>
                </a:lnTo>
                <a:close/>
              </a:path>
            </a:pathLst>
          </a:custGeom>
          <a:solidFill>
            <a:srgbClr val="EDEDED"/>
          </a:solidFill>
        </p:spPr>
        <p:txBody>
          <a:bodyPr wrap="square" lIns="0" tIns="0" rIns="0" bIns="0" rtlCol="0"/>
          <a:lstStyle/>
          <a:p>
            <a:endParaRPr/>
          </a:p>
        </p:txBody>
      </p:sp>
      <p:sp>
        <p:nvSpPr>
          <p:cNvPr id="21" name="Espace réservé pour une image  2"/>
          <p:cNvSpPr>
            <a:spLocks noGrp="1"/>
          </p:cNvSpPr>
          <p:nvPr>
            <p:ph type="pic" sz="quarter" idx="41" hasCustomPrompt="1"/>
          </p:nvPr>
        </p:nvSpPr>
        <p:spPr>
          <a:xfrm>
            <a:off x="6493330" y="1616598"/>
            <a:ext cx="986956" cy="986956"/>
          </a:xfrm>
          <a:prstGeom prst="ellipse">
            <a:avLst/>
          </a:prstGeom>
        </p:spPr>
        <p:txBody>
          <a:bodyPr/>
          <a:lstStyle>
            <a:lvl1pPr marL="0" indent="0">
              <a:buNone/>
              <a:defRPr sz="1100"/>
            </a:lvl1pPr>
          </a:lstStyle>
          <a:p>
            <a:r>
              <a:rPr lang="fr-FR"/>
              <a:t>Image</a:t>
            </a:r>
          </a:p>
        </p:txBody>
      </p:sp>
      <p:graphicFrame>
        <p:nvGraphicFramePr>
          <p:cNvPr id="7" name="object 21"/>
          <p:cNvGraphicFramePr>
            <a:graphicFrameLocks noGrp="1"/>
          </p:cNvGraphicFramePr>
          <p:nvPr/>
        </p:nvGraphicFramePr>
        <p:xfrm>
          <a:off x="905282" y="4032988"/>
          <a:ext cx="3122295" cy="2289174"/>
        </p:xfrm>
        <a:graphic>
          <a:graphicData uri="http://schemas.openxmlformats.org/drawingml/2006/table">
            <a:tbl>
              <a:tblPr firstRow="1" bandRow="1">
                <a:tableStyleId>{2D5ABB26-0587-4C30-8999-92F81FD0307C}</a:tableStyleId>
              </a:tblPr>
              <a:tblGrid>
                <a:gridCol w="3122295">
                  <a:extLst>
                    <a:ext uri="{9D8B030D-6E8A-4147-A177-3AD203B41FA5}">
                      <a16:colId xmlns:a16="http://schemas.microsoft.com/office/drawing/2014/main" val="20000"/>
                    </a:ext>
                  </a:extLst>
                </a:gridCol>
              </a:tblGrid>
              <a:tr h="450742">
                <a:tc>
                  <a:txBody>
                    <a:bodyPr/>
                    <a:lstStyle/>
                    <a:p>
                      <a:pPr marL="128270">
                        <a:lnSpc>
                          <a:spcPct val="100000"/>
                        </a:lnSpc>
                        <a:spcBef>
                          <a:spcPts val="325"/>
                        </a:spcBef>
                      </a:pPr>
                      <a:endParaRPr sz="1950">
                        <a:latin typeface="Roboto"/>
                        <a:cs typeface="Roboto"/>
                      </a:endParaRPr>
                    </a:p>
                  </a:txBody>
                  <a:tcPr marL="0" marR="0" marT="41275" marB="0">
                    <a:lnB w="38100">
                      <a:solidFill>
                        <a:srgbClr val="FFFFFF"/>
                      </a:solidFill>
                      <a:prstDash val="solid"/>
                    </a:lnB>
                    <a:solidFill>
                      <a:srgbClr val="282827"/>
                    </a:solidFill>
                  </a:tcPr>
                </a:tc>
                <a:extLst>
                  <a:ext uri="{0D108BD9-81ED-4DB2-BD59-A6C34878D82A}">
                    <a16:rowId xmlns:a16="http://schemas.microsoft.com/office/drawing/2014/main" val="10000"/>
                  </a:ext>
                </a:extLst>
              </a:tr>
              <a:tr h="465220">
                <a:tc>
                  <a:txBody>
                    <a:bodyPr/>
                    <a:lstStyle/>
                    <a:p>
                      <a:pPr marL="128270">
                        <a:lnSpc>
                          <a:spcPct val="100000"/>
                        </a:lnSpc>
                        <a:spcBef>
                          <a:spcPts val="455"/>
                        </a:spcBef>
                      </a:pPr>
                      <a:endParaRPr sz="1950">
                        <a:latin typeface="Roboto"/>
                        <a:cs typeface="Roboto"/>
                      </a:endParaRPr>
                    </a:p>
                  </a:txBody>
                  <a:tcPr marL="0" marR="0" marT="57785" marB="0">
                    <a:lnT w="38100">
                      <a:solidFill>
                        <a:srgbClr val="FFFFFF"/>
                      </a:solidFill>
                      <a:prstDash val="solid"/>
                    </a:lnT>
                    <a:lnB w="38100">
                      <a:solidFill>
                        <a:srgbClr val="FFFFFF"/>
                      </a:solidFill>
                      <a:prstDash val="solid"/>
                    </a:lnB>
                    <a:solidFill>
                      <a:srgbClr val="282827"/>
                    </a:solidFill>
                  </a:tcPr>
                </a:tc>
                <a:extLst>
                  <a:ext uri="{0D108BD9-81ED-4DB2-BD59-A6C34878D82A}">
                    <a16:rowId xmlns:a16="http://schemas.microsoft.com/office/drawing/2014/main" val="10001"/>
                  </a:ext>
                </a:extLst>
              </a:tr>
              <a:tr h="463156">
                <a:tc>
                  <a:txBody>
                    <a:bodyPr/>
                    <a:lstStyle/>
                    <a:p>
                      <a:pPr marL="128270">
                        <a:lnSpc>
                          <a:spcPct val="100000"/>
                        </a:lnSpc>
                        <a:spcBef>
                          <a:spcPts val="465"/>
                        </a:spcBef>
                      </a:pPr>
                      <a:endParaRPr sz="1950">
                        <a:latin typeface="Roboto"/>
                        <a:cs typeface="Roboto"/>
                      </a:endParaRPr>
                    </a:p>
                  </a:txBody>
                  <a:tcPr marL="0" marR="0" marT="59055" marB="0">
                    <a:lnT w="38100">
                      <a:solidFill>
                        <a:srgbClr val="FFFFFF"/>
                      </a:solidFill>
                      <a:prstDash val="solid"/>
                    </a:lnT>
                    <a:lnB w="38100">
                      <a:solidFill>
                        <a:srgbClr val="FFFFFF"/>
                      </a:solidFill>
                      <a:prstDash val="solid"/>
                    </a:lnB>
                    <a:solidFill>
                      <a:srgbClr val="282827"/>
                    </a:solidFill>
                  </a:tcPr>
                </a:tc>
                <a:extLst>
                  <a:ext uri="{0D108BD9-81ED-4DB2-BD59-A6C34878D82A}">
                    <a16:rowId xmlns:a16="http://schemas.microsoft.com/office/drawing/2014/main" val="10002"/>
                  </a:ext>
                </a:extLst>
              </a:tr>
              <a:tr h="462267">
                <a:tc>
                  <a:txBody>
                    <a:bodyPr/>
                    <a:lstStyle/>
                    <a:p>
                      <a:pPr marL="128270">
                        <a:lnSpc>
                          <a:spcPct val="100000"/>
                        </a:lnSpc>
                        <a:spcBef>
                          <a:spcPts val="495"/>
                        </a:spcBef>
                      </a:pPr>
                      <a:endParaRPr sz="1950">
                        <a:latin typeface="Roboto"/>
                        <a:cs typeface="Roboto"/>
                      </a:endParaRPr>
                    </a:p>
                  </a:txBody>
                  <a:tcPr marL="0" marR="0" marT="62865" marB="0">
                    <a:lnT w="38100">
                      <a:solidFill>
                        <a:srgbClr val="FFFFFF"/>
                      </a:solidFill>
                      <a:prstDash val="solid"/>
                    </a:lnT>
                    <a:lnB w="28575">
                      <a:solidFill>
                        <a:srgbClr val="FFFFFF"/>
                      </a:solidFill>
                      <a:prstDash val="solid"/>
                    </a:lnB>
                    <a:solidFill>
                      <a:srgbClr val="282827"/>
                    </a:solidFill>
                  </a:tcPr>
                </a:tc>
                <a:extLst>
                  <a:ext uri="{0D108BD9-81ED-4DB2-BD59-A6C34878D82A}">
                    <a16:rowId xmlns:a16="http://schemas.microsoft.com/office/drawing/2014/main" val="10003"/>
                  </a:ext>
                </a:extLst>
              </a:tr>
              <a:tr h="447789">
                <a:tc>
                  <a:txBody>
                    <a:bodyPr/>
                    <a:lstStyle/>
                    <a:p>
                      <a:pPr marL="128270">
                        <a:lnSpc>
                          <a:spcPct val="100000"/>
                        </a:lnSpc>
                        <a:spcBef>
                          <a:spcPts val="530"/>
                        </a:spcBef>
                      </a:pPr>
                      <a:endParaRPr sz="1950">
                        <a:solidFill>
                          <a:schemeClr val="bg1"/>
                        </a:solidFill>
                        <a:latin typeface="Roboto"/>
                        <a:cs typeface="Roboto"/>
                      </a:endParaRPr>
                    </a:p>
                  </a:txBody>
                  <a:tcPr marL="0" marR="0" marT="67310" marB="0">
                    <a:lnT w="28575">
                      <a:solidFill>
                        <a:srgbClr val="FFFFFF"/>
                      </a:solidFill>
                      <a:prstDash val="solid"/>
                    </a:lnT>
                    <a:solidFill>
                      <a:srgbClr val="282827"/>
                    </a:solidFill>
                  </a:tcPr>
                </a:tc>
                <a:extLst>
                  <a:ext uri="{0D108BD9-81ED-4DB2-BD59-A6C34878D82A}">
                    <a16:rowId xmlns:a16="http://schemas.microsoft.com/office/drawing/2014/main" val="10004"/>
                  </a:ext>
                </a:extLst>
              </a:tr>
            </a:tbl>
          </a:graphicData>
        </a:graphic>
      </p:graphicFrame>
      <p:sp>
        <p:nvSpPr>
          <p:cNvPr id="3" name="Espace réservé du texte 2"/>
          <p:cNvSpPr>
            <a:spLocks noGrp="1"/>
          </p:cNvSpPr>
          <p:nvPr>
            <p:ph type="body" sz="quarter" idx="43" hasCustomPrompt="1"/>
          </p:nvPr>
        </p:nvSpPr>
        <p:spPr>
          <a:xfrm>
            <a:off x="945157" y="4076414"/>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sp>
        <p:nvSpPr>
          <p:cNvPr id="13" name="Espace réservé du texte 2"/>
          <p:cNvSpPr>
            <a:spLocks noGrp="1"/>
          </p:cNvSpPr>
          <p:nvPr>
            <p:ph type="body" sz="quarter" idx="44" hasCustomPrompt="1"/>
          </p:nvPr>
        </p:nvSpPr>
        <p:spPr>
          <a:xfrm>
            <a:off x="945157" y="4540909"/>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sp>
        <p:nvSpPr>
          <p:cNvPr id="14" name="Espace réservé du texte 2"/>
          <p:cNvSpPr>
            <a:spLocks noGrp="1"/>
          </p:cNvSpPr>
          <p:nvPr>
            <p:ph type="body" sz="quarter" idx="45" hasCustomPrompt="1"/>
          </p:nvPr>
        </p:nvSpPr>
        <p:spPr>
          <a:xfrm>
            <a:off x="945157" y="5005404"/>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sp>
        <p:nvSpPr>
          <p:cNvPr id="15" name="Espace réservé du texte 2"/>
          <p:cNvSpPr>
            <a:spLocks noGrp="1"/>
          </p:cNvSpPr>
          <p:nvPr>
            <p:ph type="body" sz="quarter" idx="46" hasCustomPrompt="1"/>
          </p:nvPr>
        </p:nvSpPr>
        <p:spPr>
          <a:xfrm>
            <a:off x="945157" y="5469899"/>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sp>
        <p:nvSpPr>
          <p:cNvPr id="16" name="Espace réservé du texte 2"/>
          <p:cNvSpPr>
            <a:spLocks noGrp="1"/>
          </p:cNvSpPr>
          <p:nvPr>
            <p:ph type="body" sz="quarter" idx="47" hasCustomPrompt="1"/>
          </p:nvPr>
        </p:nvSpPr>
        <p:spPr>
          <a:xfrm>
            <a:off x="945157" y="5934395"/>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sp>
        <p:nvSpPr>
          <p:cNvPr id="24" name="ZoneTexte 23"/>
          <p:cNvSpPr txBox="1"/>
          <p:nvPr/>
        </p:nvSpPr>
        <p:spPr>
          <a:xfrm>
            <a:off x="5207585" y="526486"/>
            <a:ext cx="1789977" cy="246221"/>
          </a:xfrm>
          <a:prstGeom prst="rect">
            <a:avLst/>
          </a:prstGeom>
          <a:noFill/>
        </p:spPr>
        <p:txBody>
          <a:bodyPr wrap="none" lIns="0" tIns="0" rIns="0" bIns="0" rtlCol="0">
            <a:spAutoFit/>
          </a:bodyPr>
          <a:lstStyle/>
          <a:p>
            <a:r>
              <a:rPr lang="fr-FR" sz="1600" b="1" cap="all">
                <a:latin typeface="+mj-lt"/>
                <a:cs typeface="Arial" panose="020B0604020202020204" pitchFamily="34" charset="0"/>
              </a:rPr>
              <a:t>Vos contacts</a:t>
            </a:r>
          </a:p>
        </p:txBody>
      </p:sp>
      <p:sp>
        <p:nvSpPr>
          <p:cNvPr id="25" name="Espace réservé du texte 2"/>
          <p:cNvSpPr>
            <a:spLocks noGrp="1"/>
          </p:cNvSpPr>
          <p:nvPr>
            <p:ph type="body" sz="quarter" idx="48" hasCustomPrompt="1"/>
          </p:nvPr>
        </p:nvSpPr>
        <p:spPr>
          <a:xfrm>
            <a:off x="5968988" y="2677388"/>
            <a:ext cx="2190104" cy="1221897"/>
          </a:xfrm>
          <a:prstGeom prst="rect">
            <a:avLst/>
          </a:prstGeom>
        </p:spPr>
        <p:txBody>
          <a:bodyPr/>
          <a:lstStyle>
            <a:lvl1pPr marL="0" indent="0">
              <a:lnSpc>
                <a:spcPct val="100000"/>
              </a:lnSpc>
              <a:spcBef>
                <a:spcPts val="0"/>
              </a:spcBef>
              <a:buNone/>
              <a:defRPr lang="fr-FR" sz="1100" b="0" kern="1200" cap="none" spc="55" baseline="0" dirty="0">
                <a:solidFill>
                  <a:schemeClr val="tx1"/>
                </a:solidFill>
                <a:latin typeface="Arial" panose="020B0604020202020204" pitchFamily="34" charset="0"/>
                <a:ea typeface="+mn-ea"/>
                <a:cs typeface="Arial" panose="020B0604020202020204" pitchFamily="34" charset="0"/>
              </a:defRPr>
            </a:lvl1pPr>
          </a:lstStyle>
          <a:p>
            <a:r>
              <a:rPr lang="en-GB" noProof="0"/>
              <a:t>First name Last name</a:t>
            </a:r>
            <a:endParaRPr lang="en-GB" sz="1100" noProof="0">
              <a:latin typeface="Arial" panose="020B0604020202020204" pitchFamily="34" charset="0"/>
              <a:cs typeface="Arial" panose="020B0604020202020204" pitchFamily="34" charset="0"/>
            </a:endParaRPr>
          </a:p>
          <a:p>
            <a:r>
              <a:rPr lang="en-GB" sz="1100" noProof="0">
                <a:latin typeface="Arial" panose="020B0604020202020204" pitchFamily="34" charset="0"/>
                <a:ea typeface="Arial" charset="0"/>
                <a:cs typeface="Arial" panose="020B0604020202020204" pitchFamily="34" charset="0"/>
              </a:rPr>
              <a:t>Title</a:t>
            </a:r>
          </a:p>
          <a:p>
            <a:r>
              <a:rPr lang="en-GB" sz="1100" noProof="0">
                <a:latin typeface="Arial" panose="020B0604020202020204" pitchFamily="34" charset="0"/>
                <a:ea typeface="Arial" charset="0"/>
                <a:cs typeface="Arial" panose="020B0604020202020204" pitchFamily="34" charset="0"/>
              </a:rPr>
              <a:t>Contact details</a:t>
            </a:r>
          </a:p>
          <a:p>
            <a:r>
              <a:rPr lang="en-GB" sz="1100" noProof="0" err="1">
                <a:latin typeface="Arial" panose="020B0604020202020204" pitchFamily="34" charset="0"/>
                <a:ea typeface="Arial" charset="0"/>
                <a:cs typeface="Arial" panose="020B0604020202020204" pitchFamily="34" charset="0"/>
              </a:rPr>
              <a:t>Rle</a:t>
            </a:r>
            <a:endParaRPr lang="en-GB" sz="1100" noProof="0">
              <a:latin typeface="Arial" panose="020B0604020202020204" pitchFamily="34" charset="0"/>
              <a:ea typeface="Arial" charset="0"/>
              <a:cs typeface="Arial" panose="020B0604020202020204" pitchFamily="34" charset="0"/>
            </a:endParaRPr>
          </a:p>
        </p:txBody>
      </p:sp>
      <p:sp>
        <p:nvSpPr>
          <p:cNvPr id="26" name="Espace réservé pour une image  10"/>
          <p:cNvSpPr>
            <a:spLocks noGrp="1" noChangeAspect="1"/>
          </p:cNvSpPr>
          <p:nvPr>
            <p:ph type="pic" sz="quarter" idx="36"/>
          </p:nvPr>
        </p:nvSpPr>
        <p:spPr>
          <a:xfrm>
            <a:off x="0" y="0"/>
            <a:ext cx="5063706" cy="3406023"/>
          </a:xfrm>
          <a:prstGeom prst="rect">
            <a:avLst/>
          </a:prstGeom>
        </p:spPr>
        <p:txBody>
          <a:bodyPr/>
          <a:lstStyle>
            <a:lvl1pPr>
              <a:defRPr sz="1100"/>
            </a:lvl1pPr>
          </a:lstStyle>
          <a:p>
            <a:r>
              <a:rPr lang="fr-FR"/>
              <a:t>Cliquez sur l'icône pour ajouter une image</a:t>
            </a:r>
          </a:p>
        </p:txBody>
      </p:sp>
      <p:sp>
        <p:nvSpPr>
          <p:cNvPr id="28" name="Espace réservé pour une image  2"/>
          <p:cNvSpPr>
            <a:spLocks noGrp="1"/>
          </p:cNvSpPr>
          <p:nvPr>
            <p:ph type="pic" sz="quarter" idx="49" hasCustomPrompt="1"/>
          </p:nvPr>
        </p:nvSpPr>
        <p:spPr>
          <a:xfrm>
            <a:off x="9700713" y="1616598"/>
            <a:ext cx="986956" cy="986956"/>
          </a:xfrm>
          <a:prstGeom prst="ellipse">
            <a:avLst/>
          </a:prstGeom>
        </p:spPr>
        <p:txBody>
          <a:bodyPr/>
          <a:lstStyle>
            <a:lvl1pPr marL="0" indent="0">
              <a:buNone/>
              <a:defRPr sz="1100"/>
            </a:lvl1pPr>
          </a:lstStyle>
          <a:p>
            <a:r>
              <a:rPr lang="fr-FR"/>
              <a:t>Image</a:t>
            </a:r>
          </a:p>
        </p:txBody>
      </p:sp>
      <p:sp>
        <p:nvSpPr>
          <p:cNvPr id="30" name="Espace réservé du texte 2"/>
          <p:cNvSpPr>
            <a:spLocks noGrp="1"/>
          </p:cNvSpPr>
          <p:nvPr>
            <p:ph type="body" sz="quarter" idx="50" hasCustomPrompt="1"/>
          </p:nvPr>
        </p:nvSpPr>
        <p:spPr>
          <a:xfrm>
            <a:off x="9176371" y="2677388"/>
            <a:ext cx="2190104" cy="1221897"/>
          </a:xfrm>
          <a:prstGeom prst="rect">
            <a:avLst/>
          </a:prstGeom>
        </p:spPr>
        <p:txBody>
          <a:bodyPr/>
          <a:lstStyle>
            <a:lvl1pPr marL="0" indent="0">
              <a:lnSpc>
                <a:spcPct val="100000"/>
              </a:lnSpc>
              <a:spcBef>
                <a:spcPts val="0"/>
              </a:spcBef>
              <a:buNone/>
              <a:defRPr lang="fr-FR" sz="1100" b="0" kern="1200" cap="none" spc="55" baseline="0" dirty="0">
                <a:solidFill>
                  <a:schemeClr val="tx1"/>
                </a:solidFill>
                <a:latin typeface="Arial" panose="020B0604020202020204" pitchFamily="34" charset="0"/>
                <a:ea typeface="+mn-ea"/>
                <a:cs typeface="Arial" panose="020B0604020202020204" pitchFamily="34" charset="0"/>
              </a:defRPr>
            </a:lvl1pPr>
          </a:lstStyle>
          <a:p>
            <a:r>
              <a:rPr lang="en-GB" noProof="0"/>
              <a:t>First name Last name</a:t>
            </a:r>
            <a:endParaRPr lang="en-GB" sz="1100" noProof="0">
              <a:latin typeface="Arial" panose="020B0604020202020204" pitchFamily="34" charset="0"/>
              <a:cs typeface="Arial" panose="020B0604020202020204" pitchFamily="34" charset="0"/>
            </a:endParaRPr>
          </a:p>
          <a:p>
            <a:r>
              <a:rPr lang="en-GB" sz="1100" noProof="0">
                <a:latin typeface="Arial" panose="020B0604020202020204" pitchFamily="34" charset="0"/>
                <a:ea typeface="Arial" charset="0"/>
                <a:cs typeface="Arial" panose="020B0604020202020204" pitchFamily="34" charset="0"/>
              </a:rPr>
              <a:t>Title</a:t>
            </a:r>
          </a:p>
          <a:p>
            <a:r>
              <a:rPr lang="en-GB" sz="1100" noProof="0">
                <a:latin typeface="Arial" panose="020B0604020202020204" pitchFamily="34" charset="0"/>
                <a:ea typeface="Arial" charset="0"/>
                <a:cs typeface="Arial" panose="020B0604020202020204" pitchFamily="34" charset="0"/>
              </a:rPr>
              <a:t>Contact details</a:t>
            </a:r>
          </a:p>
          <a:p>
            <a:r>
              <a:rPr lang="en-GB" sz="1100" noProof="0">
                <a:latin typeface="Arial" panose="020B0604020202020204" pitchFamily="34" charset="0"/>
                <a:ea typeface="Arial" charset="0"/>
                <a:cs typeface="Arial" panose="020B0604020202020204" pitchFamily="34" charset="0"/>
              </a:rPr>
              <a:t>Role</a:t>
            </a:r>
          </a:p>
        </p:txBody>
      </p:sp>
      <p:sp>
        <p:nvSpPr>
          <p:cNvPr id="31" name="Espace réservé pour une image  2"/>
          <p:cNvSpPr>
            <a:spLocks noGrp="1"/>
          </p:cNvSpPr>
          <p:nvPr>
            <p:ph type="pic" sz="quarter" idx="51" hasCustomPrompt="1"/>
          </p:nvPr>
        </p:nvSpPr>
        <p:spPr>
          <a:xfrm>
            <a:off x="6493330" y="4002675"/>
            <a:ext cx="986956" cy="986956"/>
          </a:xfrm>
          <a:prstGeom prst="ellipse">
            <a:avLst/>
          </a:prstGeom>
        </p:spPr>
        <p:txBody>
          <a:bodyPr/>
          <a:lstStyle>
            <a:lvl1pPr marL="0" indent="0">
              <a:buNone/>
              <a:defRPr sz="1100"/>
            </a:lvl1pPr>
          </a:lstStyle>
          <a:p>
            <a:r>
              <a:rPr lang="fr-FR"/>
              <a:t>Image</a:t>
            </a:r>
          </a:p>
        </p:txBody>
      </p:sp>
      <p:sp>
        <p:nvSpPr>
          <p:cNvPr id="32" name="Espace réservé du texte 2"/>
          <p:cNvSpPr>
            <a:spLocks noGrp="1"/>
          </p:cNvSpPr>
          <p:nvPr>
            <p:ph type="body" sz="quarter" idx="52" hasCustomPrompt="1"/>
          </p:nvPr>
        </p:nvSpPr>
        <p:spPr>
          <a:xfrm>
            <a:off x="5968988" y="5063465"/>
            <a:ext cx="2190104" cy="1221897"/>
          </a:xfrm>
          <a:prstGeom prst="rect">
            <a:avLst/>
          </a:prstGeom>
        </p:spPr>
        <p:txBody>
          <a:bodyPr/>
          <a:lstStyle>
            <a:lvl1pPr marL="0" indent="0">
              <a:lnSpc>
                <a:spcPct val="100000"/>
              </a:lnSpc>
              <a:spcBef>
                <a:spcPts val="0"/>
              </a:spcBef>
              <a:buNone/>
              <a:defRPr lang="fr-FR" sz="1100" b="0" kern="1200" cap="none" spc="55" baseline="0" dirty="0">
                <a:solidFill>
                  <a:schemeClr val="tx1"/>
                </a:solidFill>
                <a:latin typeface="Arial" panose="020B0604020202020204" pitchFamily="34" charset="0"/>
                <a:ea typeface="+mn-ea"/>
                <a:cs typeface="Arial" panose="020B0604020202020204" pitchFamily="34" charset="0"/>
              </a:defRPr>
            </a:lvl1pPr>
          </a:lstStyle>
          <a:p>
            <a:r>
              <a:rPr lang="en-GB" noProof="0"/>
              <a:t>First name Last name</a:t>
            </a:r>
            <a:endParaRPr lang="en-GB" sz="1100" noProof="0">
              <a:latin typeface="Arial" panose="020B0604020202020204" pitchFamily="34" charset="0"/>
              <a:cs typeface="Arial" panose="020B0604020202020204" pitchFamily="34" charset="0"/>
            </a:endParaRPr>
          </a:p>
          <a:p>
            <a:r>
              <a:rPr lang="en-GB" sz="1100" noProof="0">
                <a:latin typeface="Arial" panose="020B0604020202020204" pitchFamily="34" charset="0"/>
                <a:ea typeface="Arial" charset="0"/>
                <a:cs typeface="Arial" panose="020B0604020202020204" pitchFamily="34" charset="0"/>
              </a:rPr>
              <a:t>Title</a:t>
            </a:r>
          </a:p>
          <a:p>
            <a:r>
              <a:rPr lang="en-GB" sz="1100" noProof="0">
                <a:latin typeface="Arial" panose="020B0604020202020204" pitchFamily="34" charset="0"/>
                <a:ea typeface="Arial" charset="0"/>
                <a:cs typeface="Arial" panose="020B0604020202020204" pitchFamily="34" charset="0"/>
              </a:rPr>
              <a:t>Contact details</a:t>
            </a:r>
          </a:p>
          <a:p>
            <a:r>
              <a:rPr lang="en-GB" sz="1100" noProof="0" err="1">
                <a:latin typeface="Arial" panose="020B0604020202020204" pitchFamily="34" charset="0"/>
                <a:ea typeface="Arial" charset="0"/>
                <a:cs typeface="Arial" panose="020B0604020202020204" pitchFamily="34" charset="0"/>
              </a:rPr>
              <a:t>Rle</a:t>
            </a:r>
            <a:endParaRPr lang="en-GB" sz="1100" noProof="0">
              <a:latin typeface="Arial" panose="020B0604020202020204" pitchFamily="34" charset="0"/>
              <a:ea typeface="Arial" charset="0"/>
              <a:cs typeface="Arial" panose="020B0604020202020204" pitchFamily="34" charset="0"/>
            </a:endParaRPr>
          </a:p>
        </p:txBody>
      </p:sp>
      <p:sp>
        <p:nvSpPr>
          <p:cNvPr id="33" name="Espace réservé pour une image  2"/>
          <p:cNvSpPr>
            <a:spLocks noGrp="1"/>
          </p:cNvSpPr>
          <p:nvPr>
            <p:ph type="pic" sz="quarter" idx="53" hasCustomPrompt="1"/>
          </p:nvPr>
        </p:nvSpPr>
        <p:spPr>
          <a:xfrm>
            <a:off x="9700713" y="4002675"/>
            <a:ext cx="986956" cy="986956"/>
          </a:xfrm>
          <a:prstGeom prst="ellipse">
            <a:avLst/>
          </a:prstGeom>
        </p:spPr>
        <p:txBody>
          <a:bodyPr/>
          <a:lstStyle>
            <a:lvl1pPr marL="0" indent="0">
              <a:buNone/>
              <a:defRPr sz="1100"/>
            </a:lvl1pPr>
          </a:lstStyle>
          <a:p>
            <a:r>
              <a:rPr lang="fr-FR"/>
              <a:t>Image</a:t>
            </a:r>
          </a:p>
        </p:txBody>
      </p:sp>
      <p:sp>
        <p:nvSpPr>
          <p:cNvPr id="34" name="Espace réservé du texte 2"/>
          <p:cNvSpPr>
            <a:spLocks noGrp="1"/>
          </p:cNvSpPr>
          <p:nvPr>
            <p:ph type="body" sz="quarter" idx="54" hasCustomPrompt="1"/>
          </p:nvPr>
        </p:nvSpPr>
        <p:spPr>
          <a:xfrm>
            <a:off x="9176371" y="5063465"/>
            <a:ext cx="2190104" cy="1221897"/>
          </a:xfrm>
          <a:prstGeom prst="rect">
            <a:avLst/>
          </a:prstGeom>
        </p:spPr>
        <p:txBody>
          <a:bodyPr/>
          <a:lstStyle>
            <a:lvl1pPr marL="0" indent="0">
              <a:lnSpc>
                <a:spcPct val="100000"/>
              </a:lnSpc>
              <a:spcBef>
                <a:spcPts val="0"/>
              </a:spcBef>
              <a:buNone/>
              <a:defRPr lang="fr-FR" sz="1100" b="0" kern="1200" cap="none" spc="55" baseline="0" dirty="0">
                <a:solidFill>
                  <a:schemeClr val="tx1"/>
                </a:solidFill>
                <a:latin typeface="Arial" panose="020B0604020202020204" pitchFamily="34" charset="0"/>
                <a:ea typeface="+mn-ea"/>
                <a:cs typeface="Arial" panose="020B0604020202020204" pitchFamily="34" charset="0"/>
              </a:defRPr>
            </a:lvl1pPr>
          </a:lstStyle>
          <a:p>
            <a:r>
              <a:rPr lang="en-GB" noProof="0"/>
              <a:t>First name Last name</a:t>
            </a:r>
            <a:endParaRPr lang="en-GB" sz="1100" noProof="0">
              <a:latin typeface="Arial" panose="020B0604020202020204" pitchFamily="34" charset="0"/>
              <a:cs typeface="Arial" panose="020B0604020202020204" pitchFamily="34" charset="0"/>
            </a:endParaRPr>
          </a:p>
          <a:p>
            <a:r>
              <a:rPr lang="en-GB" sz="1100" noProof="0">
                <a:latin typeface="Arial" panose="020B0604020202020204" pitchFamily="34" charset="0"/>
                <a:ea typeface="Arial" charset="0"/>
                <a:cs typeface="Arial" panose="020B0604020202020204" pitchFamily="34" charset="0"/>
              </a:rPr>
              <a:t>Title</a:t>
            </a:r>
          </a:p>
          <a:p>
            <a:r>
              <a:rPr lang="en-GB" sz="1100" noProof="0">
                <a:latin typeface="Arial" panose="020B0604020202020204" pitchFamily="34" charset="0"/>
                <a:ea typeface="Arial" charset="0"/>
                <a:cs typeface="Arial" panose="020B0604020202020204" pitchFamily="34" charset="0"/>
              </a:rPr>
              <a:t>Contact details</a:t>
            </a:r>
          </a:p>
          <a:p>
            <a:r>
              <a:rPr lang="en-GB" sz="1100" noProof="0">
                <a:latin typeface="Arial" panose="020B0604020202020204" pitchFamily="34" charset="0"/>
                <a:ea typeface="Arial" charset="0"/>
                <a:cs typeface="Arial" panose="020B0604020202020204" pitchFamily="34" charset="0"/>
              </a:rPr>
              <a:t>Role</a:t>
            </a:r>
          </a:p>
        </p:txBody>
      </p:sp>
      <p:sp>
        <p:nvSpPr>
          <p:cNvPr id="19" name="object 11">
            <a:extLst>
              <a:ext uri="{FF2B5EF4-FFF2-40B4-BE49-F238E27FC236}">
                <a16:creationId xmlns:a16="http://schemas.microsoft.com/office/drawing/2014/main" id="{4C8AEB9E-BAE2-7058-CD77-40169FD580F0}"/>
              </a:ext>
            </a:extLst>
          </p:cNvPr>
          <p:cNvSpPr/>
          <p:nvPr userDrawn="1"/>
        </p:nvSpPr>
        <p:spPr>
          <a:xfrm>
            <a:off x="0" y="3406024"/>
            <a:ext cx="3851561" cy="3451976"/>
          </a:xfrm>
          <a:custGeom>
            <a:avLst/>
            <a:gdLst/>
            <a:ahLst/>
            <a:cxnLst/>
            <a:rect l="l" t="t" r="r" b="b"/>
            <a:pathLst>
              <a:path w="6004560" h="3183254">
                <a:moveTo>
                  <a:pt x="0" y="3182759"/>
                </a:moveTo>
                <a:lnTo>
                  <a:pt x="6004560" y="3182759"/>
                </a:lnTo>
                <a:lnTo>
                  <a:pt x="6004560" y="0"/>
                </a:lnTo>
                <a:lnTo>
                  <a:pt x="0" y="0"/>
                </a:lnTo>
                <a:lnTo>
                  <a:pt x="0" y="3182759"/>
                </a:lnTo>
                <a:close/>
              </a:path>
            </a:pathLst>
          </a:custGeom>
          <a:solidFill>
            <a:srgbClr val="EDEDED"/>
          </a:solidFill>
        </p:spPr>
        <p:txBody>
          <a:bodyPr wrap="square" lIns="0" tIns="0" rIns="0" bIns="0" rtlCol="0"/>
          <a:lstStyle/>
          <a:p>
            <a:endParaRPr/>
          </a:p>
        </p:txBody>
      </p:sp>
      <p:graphicFrame>
        <p:nvGraphicFramePr>
          <p:cNvPr id="20" name="object 21">
            <a:extLst>
              <a:ext uri="{FF2B5EF4-FFF2-40B4-BE49-F238E27FC236}">
                <a16:creationId xmlns:a16="http://schemas.microsoft.com/office/drawing/2014/main" id="{0E2960A4-4454-8FD0-05FB-2704683A9D85}"/>
              </a:ext>
            </a:extLst>
          </p:cNvPr>
          <p:cNvGraphicFramePr>
            <a:graphicFrameLocks noGrp="1"/>
          </p:cNvGraphicFramePr>
          <p:nvPr userDrawn="1">
            <p:extLst>
              <p:ext uri="{D42A27DB-BD31-4B8C-83A1-F6EECF244321}">
                <p14:modId xmlns:p14="http://schemas.microsoft.com/office/powerpoint/2010/main" val="1063206780"/>
              </p:ext>
            </p:extLst>
          </p:nvPr>
        </p:nvGraphicFramePr>
        <p:xfrm>
          <a:off x="339224" y="4032988"/>
          <a:ext cx="3122295" cy="2289174"/>
        </p:xfrm>
        <a:graphic>
          <a:graphicData uri="http://schemas.openxmlformats.org/drawingml/2006/table">
            <a:tbl>
              <a:tblPr firstRow="1" bandRow="1">
                <a:tableStyleId>{2D5ABB26-0587-4C30-8999-92F81FD0307C}</a:tableStyleId>
              </a:tblPr>
              <a:tblGrid>
                <a:gridCol w="3122295">
                  <a:extLst>
                    <a:ext uri="{9D8B030D-6E8A-4147-A177-3AD203B41FA5}">
                      <a16:colId xmlns:a16="http://schemas.microsoft.com/office/drawing/2014/main" val="20000"/>
                    </a:ext>
                  </a:extLst>
                </a:gridCol>
              </a:tblGrid>
              <a:tr h="450742">
                <a:tc>
                  <a:txBody>
                    <a:bodyPr/>
                    <a:lstStyle/>
                    <a:p>
                      <a:pPr marL="128270">
                        <a:lnSpc>
                          <a:spcPct val="100000"/>
                        </a:lnSpc>
                        <a:spcBef>
                          <a:spcPts val="325"/>
                        </a:spcBef>
                      </a:pPr>
                      <a:endParaRPr sz="1950">
                        <a:latin typeface="Roboto"/>
                        <a:cs typeface="Roboto"/>
                      </a:endParaRPr>
                    </a:p>
                  </a:txBody>
                  <a:tcPr marL="0" marR="0" marT="41275" marB="0">
                    <a:lnB w="38100">
                      <a:solidFill>
                        <a:srgbClr val="FFFFFF"/>
                      </a:solidFill>
                      <a:prstDash val="solid"/>
                    </a:lnB>
                    <a:solidFill>
                      <a:srgbClr val="282827"/>
                    </a:solidFill>
                  </a:tcPr>
                </a:tc>
                <a:extLst>
                  <a:ext uri="{0D108BD9-81ED-4DB2-BD59-A6C34878D82A}">
                    <a16:rowId xmlns:a16="http://schemas.microsoft.com/office/drawing/2014/main" val="10000"/>
                  </a:ext>
                </a:extLst>
              </a:tr>
              <a:tr h="465220">
                <a:tc>
                  <a:txBody>
                    <a:bodyPr/>
                    <a:lstStyle/>
                    <a:p>
                      <a:pPr marL="128270">
                        <a:lnSpc>
                          <a:spcPct val="100000"/>
                        </a:lnSpc>
                        <a:spcBef>
                          <a:spcPts val="455"/>
                        </a:spcBef>
                      </a:pPr>
                      <a:endParaRPr sz="1950">
                        <a:latin typeface="Roboto"/>
                        <a:cs typeface="Roboto"/>
                      </a:endParaRPr>
                    </a:p>
                  </a:txBody>
                  <a:tcPr marL="0" marR="0" marT="57785" marB="0">
                    <a:lnT w="38100">
                      <a:solidFill>
                        <a:srgbClr val="FFFFFF"/>
                      </a:solidFill>
                      <a:prstDash val="solid"/>
                    </a:lnT>
                    <a:lnB w="38100">
                      <a:solidFill>
                        <a:srgbClr val="FFFFFF"/>
                      </a:solidFill>
                      <a:prstDash val="solid"/>
                    </a:lnB>
                    <a:solidFill>
                      <a:srgbClr val="282827"/>
                    </a:solidFill>
                  </a:tcPr>
                </a:tc>
                <a:extLst>
                  <a:ext uri="{0D108BD9-81ED-4DB2-BD59-A6C34878D82A}">
                    <a16:rowId xmlns:a16="http://schemas.microsoft.com/office/drawing/2014/main" val="10001"/>
                  </a:ext>
                </a:extLst>
              </a:tr>
              <a:tr h="463156">
                <a:tc>
                  <a:txBody>
                    <a:bodyPr/>
                    <a:lstStyle/>
                    <a:p>
                      <a:pPr marL="128270">
                        <a:lnSpc>
                          <a:spcPct val="100000"/>
                        </a:lnSpc>
                        <a:spcBef>
                          <a:spcPts val="465"/>
                        </a:spcBef>
                      </a:pPr>
                      <a:endParaRPr sz="1950">
                        <a:latin typeface="Roboto"/>
                        <a:cs typeface="Roboto"/>
                      </a:endParaRPr>
                    </a:p>
                  </a:txBody>
                  <a:tcPr marL="0" marR="0" marT="59055" marB="0">
                    <a:lnT w="38100">
                      <a:solidFill>
                        <a:srgbClr val="FFFFFF"/>
                      </a:solidFill>
                      <a:prstDash val="solid"/>
                    </a:lnT>
                    <a:lnB w="38100">
                      <a:solidFill>
                        <a:srgbClr val="FFFFFF"/>
                      </a:solidFill>
                      <a:prstDash val="solid"/>
                    </a:lnB>
                    <a:solidFill>
                      <a:srgbClr val="282827"/>
                    </a:solidFill>
                  </a:tcPr>
                </a:tc>
                <a:extLst>
                  <a:ext uri="{0D108BD9-81ED-4DB2-BD59-A6C34878D82A}">
                    <a16:rowId xmlns:a16="http://schemas.microsoft.com/office/drawing/2014/main" val="10002"/>
                  </a:ext>
                </a:extLst>
              </a:tr>
              <a:tr h="462267">
                <a:tc>
                  <a:txBody>
                    <a:bodyPr/>
                    <a:lstStyle/>
                    <a:p>
                      <a:pPr marL="128270">
                        <a:lnSpc>
                          <a:spcPct val="100000"/>
                        </a:lnSpc>
                        <a:spcBef>
                          <a:spcPts val="495"/>
                        </a:spcBef>
                      </a:pPr>
                      <a:endParaRPr sz="1950">
                        <a:latin typeface="Roboto"/>
                        <a:cs typeface="Roboto"/>
                      </a:endParaRPr>
                    </a:p>
                  </a:txBody>
                  <a:tcPr marL="0" marR="0" marT="62865" marB="0">
                    <a:lnT w="38100">
                      <a:solidFill>
                        <a:srgbClr val="FFFFFF"/>
                      </a:solidFill>
                      <a:prstDash val="solid"/>
                    </a:lnT>
                    <a:lnB w="28575">
                      <a:solidFill>
                        <a:srgbClr val="FFFFFF"/>
                      </a:solidFill>
                      <a:prstDash val="solid"/>
                    </a:lnB>
                    <a:solidFill>
                      <a:srgbClr val="282827"/>
                    </a:solidFill>
                  </a:tcPr>
                </a:tc>
                <a:extLst>
                  <a:ext uri="{0D108BD9-81ED-4DB2-BD59-A6C34878D82A}">
                    <a16:rowId xmlns:a16="http://schemas.microsoft.com/office/drawing/2014/main" val="10003"/>
                  </a:ext>
                </a:extLst>
              </a:tr>
              <a:tr h="447789">
                <a:tc>
                  <a:txBody>
                    <a:bodyPr/>
                    <a:lstStyle/>
                    <a:p>
                      <a:pPr marL="128270">
                        <a:lnSpc>
                          <a:spcPct val="100000"/>
                        </a:lnSpc>
                        <a:spcBef>
                          <a:spcPts val="530"/>
                        </a:spcBef>
                      </a:pPr>
                      <a:endParaRPr sz="1950">
                        <a:solidFill>
                          <a:schemeClr val="bg1"/>
                        </a:solidFill>
                        <a:latin typeface="Roboto"/>
                        <a:cs typeface="Roboto"/>
                      </a:endParaRPr>
                    </a:p>
                  </a:txBody>
                  <a:tcPr marL="0" marR="0" marT="67310" marB="0">
                    <a:lnT w="28575">
                      <a:solidFill>
                        <a:srgbClr val="FFFFFF"/>
                      </a:solidFill>
                      <a:prstDash val="solid"/>
                    </a:lnT>
                    <a:solidFill>
                      <a:srgbClr val="282827"/>
                    </a:solidFill>
                  </a:tcPr>
                </a:tc>
                <a:extLst>
                  <a:ext uri="{0D108BD9-81ED-4DB2-BD59-A6C34878D82A}">
                    <a16:rowId xmlns:a16="http://schemas.microsoft.com/office/drawing/2014/main" val="10004"/>
                  </a:ext>
                </a:extLst>
              </a:tr>
            </a:tbl>
          </a:graphicData>
        </a:graphic>
      </p:graphicFrame>
      <p:pic>
        <p:nvPicPr>
          <p:cNvPr id="22" name="Espace réservé pour une image  25">
            <a:extLst>
              <a:ext uri="{FF2B5EF4-FFF2-40B4-BE49-F238E27FC236}">
                <a16:creationId xmlns:a16="http://schemas.microsoft.com/office/drawing/2014/main" id="{57638F36-A278-144D-3A29-3273A3B83F16}"/>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2" y="0"/>
            <a:ext cx="3851563" cy="3406023"/>
          </a:xfrm>
          <a:prstGeom prst="rect">
            <a:avLst/>
          </a:prstGeom>
        </p:spPr>
      </p:pic>
    </p:spTree>
    <p:extLst>
      <p:ext uri="{BB962C8B-B14F-4D97-AF65-F5344CB8AC3E}">
        <p14:creationId xmlns:p14="http://schemas.microsoft.com/office/powerpoint/2010/main" val="17595382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02_Contact - 3 names">
    <p:spTree>
      <p:nvGrpSpPr>
        <p:cNvPr id="1" name=""/>
        <p:cNvGrpSpPr/>
        <p:nvPr/>
      </p:nvGrpSpPr>
      <p:grpSpPr>
        <a:xfrm>
          <a:off x="0" y="0"/>
          <a:ext cx="0" cy="0"/>
          <a:chOff x="0" y="0"/>
          <a:chExt cx="0" cy="0"/>
        </a:xfrm>
      </p:grpSpPr>
      <p:sp>
        <p:nvSpPr>
          <p:cNvPr id="4" name="Espace réservé du texte 4"/>
          <p:cNvSpPr>
            <a:spLocks noGrp="1"/>
          </p:cNvSpPr>
          <p:nvPr>
            <p:ph type="body" sz="quarter" idx="27"/>
          </p:nvPr>
        </p:nvSpPr>
        <p:spPr>
          <a:xfrm>
            <a:off x="942417" y="1192066"/>
            <a:ext cx="5542465" cy="82723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200" b="1" cap="all"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Cliquez pour modifier les styles du texte du masque</a:t>
            </a:r>
          </a:p>
        </p:txBody>
      </p:sp>
      <p:sp>
        <p:nvSpPr>
          <p:cNvPr id="7" name="Espace réservé du texte 6"/>
          <p:cNvSpPr>
            <a:spLocks noGrp="1"/>
          </p:cNvSpPr>
          <p:nvPr>
            <p:ph type="body" sz="quarter" idx="33" hasCustomPrompt="1"/>
          </p:nvPr>
        </p:nvSpPr>
        <p:spPr>
          <a:xfrm>
            <a:off x="1562100" y="3429000"/>
            <a:ext cx="1685925" cy="1143000"/>
          </a:xfrm>
          <a:prstGeom prst="rect">
            <a:avLst/>
          </a:prstGeom>
        </p:spPr>
        <p:txBody>
          <a:bodyPr/>
          <a:lstStyle>
            <a:lvl1pPr marL="0" indent="0">
              <a:buNone/>
              <a:defRPr sz="6000" b="1">
                <a:solidFill>
                  <a:schemeClr val="tx1">
                    <a:lumMod val="10000"/>
                    <a:lumOff val="90000"/>
                  </a:schemeClr>
                </a:solidFill>
                <a:latin typeface="+mj-lt"/>
              </a:defRPr>
            </a:lvl1pPr>
          </a:lstStyle>
          <a:p>
            <a:pPr lvl="0"/>
            <a:r>
              <a:rPr lang="fr-FR"/>
              <a:t>#1</a:t>
            </a:r>
          </a:p>
        </p:txBody>
      </p:sp>
      <p:sp>
        <p:nvSpPr>
          <p:cNvPr id="8" name="Espace réservé du texte 6"/>
          <p:cNvSpPr>
            <a:spLocks noGrp="1"/>
          </p:cNvSpPr>
          <p:nvPr>
            <p:ph type="body" sz="quarter" idx="34" hasCustomPrompt="1"/>
          </p:nvPr>
        </p:nvSpPr>
        <p:spPr>
          <a:xfrm>
            <a:off x="4924425" y="3429000"/>
            <a:ext cx="1685925" cy="1143000"/>
          </a:xfrm>
          <a:prstGeom prst="rect">
            <a:avLst/>
          </a:prstGeom>
        </p:spPr>
        <p:txBody>
          <a:bodyPr/>
          <a:lstStyle>
            <a:lvl1pPr marL="0" indent="0">
              <a:buNone/>
              <a:defRPr sz="5400" b="1">
                <a:solidFill>
                  <a:schemeClr val="tx1">
                    <a:lumMod val="10000"/>
                    <a:lumOff val="90000"/>
                  </a:schemeClr>
                </a:solidFill>
                <a:latin typeface="+mj-lt"/>
              </a:defRPr>
            </a:lvl1pPr>
          </a:lstStyle>
          <a:p>
            <a:pPr lvl="0"/>
            <a:r>
              <a:rPr lang="fr-FR"/>
              <a:t>#2</a:t>
            </a:r>
          </a:p>
        </p:txBody>
      </p:sp>
      <p:sp>
        <p:nvSpPr>
          <p:cNvPr id="9" name="Espace réservé du texte 6"/>
          <p:cNvSpPr>
            <a:spLocks noGrp="1"/>
          </p:cNvSpPr>
          <p:nvPr>
            <p:ph type="body" sz="quarter" idx="35" hasCustomPrompt="1"/>
          </p:nvPr>
        </p:nvSpPr>
        <p:spPr>
          <a:xfrm>
            <a:off x="8286750" y="3429000"/>
            <a:ext cx="1685925" cy="1143000"/>
          </a:xfrm>
          <a:prstGeom prst="rect">
            <a:avLst/>
          </a:prstGeom>
        </p:spPr>
        <p:txBody>
          <a:bodyPr/>
          <a:lstStyle>
            <a:lvl1pPr marL="0" indent="0">
              <a:buNone/>
              <a:defRPr sz="5400" b="1">
                <a:solidFill>
                  <a:schemeClr val="tx1">
                    <a:lumMod val="10000"/>
                    <a:lumOff val="90000"/>
                  </a:schemeClr>
                </a:solidFill>
                <a:latin typeface="+mj-lt"/>
              </a:defRPr>
            </a:lvl1pPr>
          </a:lstStyle>
          <a:p>
            <a:pPr lvl="0"/>
            <a:r>
              <a:rPr lang="fr-FR"/>
              <a:t>#3</a:t>
            </a:r>
          </a:p>
        </p:txBody>
      </p:sp>
      <p:sp>
        <p:nvSpPr>
          <p:cNvPr id="11" name="Espace réservé du texte 10"/>
          <p:cNvSpPr>
            <a:spLocks noGrp="1"/>
          </p:cNvSpPr>
          <p:nvPr>
            <p:ph type="body" sz="quarter" idx="36" hasCustomPrompt="1"/>
          </p:nvPr>
        </p:nvSpPr>
        <p:spPr>
          <a:xfrm>
            <a:off x="1795184" y="3886197"/>
            <a:ext cx="1971675" cy="866775"/>
          </a:xfrm>
          <a:prstGeom prst="rect">
            <a:avLst/>
          </a:prstGeom>
        </p:spPr>
        <p:txBody>
          <a:bodyPr/>
          <a:lstStyle>
            <a:lvl1pPr marL="0" indent="0">
              <a:lnSpc>
                <a:spcPts val="1500"/>
              </a:lnSpc>
              <a:spcBef>
                <a:spcPts val="600"/>
              </a:spcBef>
              <a:buNone/>
              <a:defRPr sz="1200" b="0" i="0" baseline="0">
                <a:latin typeface="Arial" panose="020B0604020202020204" pitchFamily="34" charset="0"/>
                <a:cs typeface="Arial" panose="020B0604020202020204" pitchFamily="34" charset="0"/>
              </a:defRPr>
            </a:lvl1pPr>
          </a:lstStyle>
          <a:p>
            <a:pPr lvl="0"/>
            <a:r>
              <a:rPr lang="fr-FR"/>
              <a:t>Nom et Prénom</a:t>
            </a:r>
            <a:br>
              <a:rPr lang="fr-FR"/>
            </a:br>
            <a:r>
              <a:rPr lang="fr-FR"/>
              <a:t>Téléphone</a:t>
            </a:r>
            <a:br>
              <a:rPr lang="fr-FR"/>
            </a:br>
            <a:r>
              <a:rPr lang="fr-FR"/>
              <a:t>Mail</a:t>
            </a:r>
          </a:p>
        </p:txBody>
      </p:sp>
      <p:sp>
        <p:nvSpPr>
          <p:cNvPr id="14" name="Espace réservé du texte 10"/>
          <p:cNvSpPr>
            <a:spLocks noGrp="1"/>
          </p:cNvSpPr>
          <p:nvPr>
            <p:ph type="body" sz="quarter" idx="37" hasCustomPrompt="1"/>
          </p:nvPr>
        </p:nvSpPr>
        <p:spPr>
          <a:xfrm>
            <a:off x="5205134" y="3886197"/>
            <a:ext cx="1971675" cy="866775"/>
          </a:xfrm>
          <a:prstGeom prst="rect">
            <a:avLst/>
          </a:prstGeom>
        </p:spPr>
        <p:txBody>
          <a:bodyPr/>
          <a:lstStyle>
            <a:lvl1pPr marL="0" indent="0">
              <a:lnSpc>
                <a:spcPts val="1500"/>
              </a:lnSpc>
              <a:spcBef>
                <a:spcPts val="600"/>
              </a:spcBef>
              <a:buNone/>
              <a:defRPr sz="1200" b="0" i="0" baseline="0">
                <a:latin typeface="Arial" panose="020B0604020202020204" pitchFamily="34" charset="0"/>
                <a:cs typeface="Arial" panose="020B0604020202020204" pitchFamily="34" charset="0"/>
              </a:defRPr>
            </a:lvl1pPr>
          </a:lstStyle>
          <a:p>
            <a:pPr lvl="0"/>
            <a:r>
              <a:rPr lang="fr-FR"/>
              <a:t>Nom et Prénom</a:t>
            </a:r>
            <a:br>
              <a:rPr lang="fr-FR"/>
            </a:br>
            <a:r>
              <a:rPr lang="fr-FR"/>
              <a:t>Téléphone</a:t>
            </a:r>
            <a:br>
              <a:rPr lang="fr-FR"/>
            </a:br>
            <a:r>
              <a:rPr lang="fr-FR"/>
              <a:t>Mail</a:t>
            </a:r>
          </a:p>
        </p:txBody>
      </p:sp>
      <p:sp>
        <p:nvSpPr>
          <p:cNvPr id="15" name="Espace réservé du texte 10"/>
          <p:cNvSpPr>
            <a:spLocks noGrp="1"/>
          </p:cNvSpPr>
          <p:nvPr>
            <p:ph type="body" sz="quarter" idx="38" hasCustomPrompt="1"/>
          </p:nvPr>
        </p:nvSpPr>
        <p:spPr>
          <a:xfrm>
            <a:off x="8615084" y="3886196"/>
            <a:ext cx="1971675" cy="866775"/>
          </a:xfrm>
          <a:prstGeom prst="rect">
            <a:avLst/>
          </a:prstGeom>
        </p:spPr>
        <p:txBody>
          <a:bodyPr/>
          <a:lstStyle>
            <a:lvl1pPr marL="0" indent="0">
              <a:lnSpc>
                <a:spcPts val="1500"/>
              </a:lnSpc>
              <a:spcBef>
                <a:spcPts val="600"/>
              </a:spcBef>
              <a:buNone/>
              <a:defRPr sz="1200" b="0" i="0" baseline="0">
                <a:latin typeface="Arial" panose="020B0604020202020204" pitchFamily="34" charset="0"/>
                <a:cs typeface="Arial" panose="020B0604020202020204" pitchFamily="34" charset="0"/>
              </a:defRPr>
            </a:lvl1pPr>
          </a:lstStyle>
          <a:p>
            <a:pPr lvl="0"/>
            <a:r>
              <a:rPr lang="fr-FR"/>
              <a:t>Nom et Prénom</a:t>
            </a:r>
            <a:br>
              <a:rPr lang="fr-FR"/>
            </a:br>
            <a:r>
              <a:rPr lang="fr-FR"/>
              <a:t>Téléphone</a:t>
            </a:r>
            <a:br>
              <a:rPr lang="fr-FR"/>
            </a:br>
            <a:r>
              <a:rPr lang="fr-FR"/>
              <a:t>Mail</a:t>
            </a:r>
          </a:p>
        </p:txBody>
      </p:sp>
      <p:sp>
        <p:nvSpPr>
          <p:cNvPr id="10" name="Espace réservé du pied de page 1">
            <a:extLst>
              <a:ext uri="{FF2B5EF4-FFF2-40B4-BE49-F238E27FC236}">
                <a16:creationId xmlns:a16="http://schemas.microsoft.com/office/drawing/2014/main" id="{56392F07-E262-3B44-B688-18306223EE0A}"/>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1905158695"/>
      </p:ext>
    </p:extLst>
  </p:cSld>
  <p:clrMapOvr>
    <a:masterClrMapping/>
  </p:clrMapOvr>
  <p:hf sldNum="0"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02_Contact - 3 contacts quare photo">
    <p:spTree>
      <p:nvGrpSpPr>
        <p:cNvPr id="1" name=""/>
        <p:cNvGrpSpPr/>
        <p:nvPr/>
      </p:nvGrpSpPr>
      <p:grpSpPr>
        <a:xfrm>
          <a:off x="0" y="0"/>
          <a:ext cx="0" cy="0"/>
          <a:chOff x="0" y="0"/>
          <a:chExt cx="0" cy="0"/>
        </a:xfrm>
      </p:grpSpPr>
      <p:sp>
        <p:nvSpPr>
          <p:cNvPr id="4" name="Espace réservé du texte 4"/>
          <p:cNvSpPr>
            <a:spLocks noGrp="1"/>
          </p:cNvSpPr>
          <p:nvPr>
            <p:ph type="body" sz="quarter" idx="27"/>
          </p:nvPr>
        </p:nvSpPr>
        <p:spPr>
          <a:xfrm>
            <a:off x="942417" y="1192066"/>
            <a:ext cx="5542465" cy="82723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200" b="1" cap="all"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Cliquez pour modifier les styles du texte du masque</a:t>
            </a:r>
          </a:p>
        </p:txBody>
      </p:sp>
      <p:sp>
        <p:nvSpPr>
          <p:cNvPr id="11" name="Espace réservé du texte 10"/>
          <p:cNvSpPr>
            <a:spLocks noGrp="1"/>
          </p:cNvSpPr>
          <p:nvPr>
            <p:ph type="body" sz="quarter" idx="36" hasCustomPrompt="1"/>
          </p:nvPr>
        </p:nvSpPr>
        <p:spPr>
          <a:xfrm>
            <a:off x="1616786" y="4755499"/>
            <a:ext cx="1971675" cy="866775"/>
          </a:xfrm>
          <a:prstGeom prst="rect">
            <a:avLst/>
          </a:prstGeom>
        </p:spPr>
        <p:txBody>
          <a:bodyPr/>
          <a:lstStyle>
            <a:lvl1pPr marL="0" indent="0" algn="ctr">
              <a:lnSpc>
                <a:spcPts val="1500"/>
              </a:lnSpc>
              <a:spcBef>
                <a:spcPts val="600"/>
              </a:spcBef>
              <a:buNone/>
              <a:defRPr sz="1200" b="0" i="0" baseline="0">
                <a:latin typeface="Arial" panose="020B0604020202020204" pitchFamily="34" charset="0"/>
                <a:cs typeface="Arial" panose="020B0604020202020204" pitchFamily="34" charset="0"/>
              </a:defRPr>
            </a:lvl1pPr>
          </a:lstStyle>
          <a:p>
            <a:pPr lvl="0"/>
            <a:r>
              <a:rPr lang="fr-FR"/>
              <a:t>Nom et Prénom</a:t>
            </a:r>
            <a:br>
              <a:rPr lang="fr-FR"/>
            </a:br>
            <a:r>
              <a:rPr lang="fr-FR"/>
              <a:t>Téléphone</a:t>
            </a:r>
            <a:br>
              <a:rPr lang="fr-FR"/>
            </a:br>
            <a:r>
              <a:rPr lang="fr-FR"/>
              <a:t>Mail</a:t>
            </a:r>
          </a:p>
        </p:txBody>
      </p:sp>
      <p:sp>
        <p:nvSpPr>
          <p:cNvPr id="14" name="Espace réservé du texte 10"/>
          <p:cNvSpPr>
            <a:spLocks noGrp="1"/>
          </p:cNvSpPr>
          <p:nvPr>
            <p:ph type="body" sz="quarter" idx="37" hasCustomPrompt="1"/>
          </p:nvPr>
        </p:nvSpPr>
        <p:spPr>
          <a:xfrm>
            <a:off x="5247553" y="4755498"/>
            <a:ext cx="1971675" cy="866775"/>
          </a:xfrm>
          <a:prstGeom prst="rect">
            <a:avLst/>
          </a:prstGeom>
        </p:spPr>
        <p:txBody>
          <a:bodyPr/>
          <a:lstStyle>
            <a:lvl1pPr marL="0" indent="0" algn="ctr">
              <a:lnSpc>
                <a:spcPts val="1500"/>
              </a:lnSpc>
              <a:spcBef>
                <a:spcPts val="600"/>
              </a:spcBef>
              <a:buNone/>
              <a:defRPr sz="1200" b="0" i="0" baseline="0">
                <a:latin typeface="Arial" panose="020B0604020202020204" pitchFamily="34" charset="0"/>
                <a:cs typeface="Arial" panose="020B0604020202020204" pitchFamily="34" charset="0"/>
              </a:defRPr>
            </a:lvl1pPr>
          </a:lstStyle>
          <a:p>
            <a:pPr lvl="0"/>
            <a:r>
              <a:rPr lang="fr-FR"/>
              <a:t>Nom et Prénom</a:t>
            </a:r>
            <a:br>
              <a:rPr lang="fr-FR"/>
            </a:br>
            <a:r>
              <a:rPr lang="fr-FR"/>
              <a:t>Téléphone</a:t>
            </a:r>
            <a:br>
              <a:rPr lang="fr-FR"/>
            </a:br>
            <a:r>
              <a:rPr lang="fr-FR"/>
              <a:t>Mail</a:t>
            </a:r>
          </a:p>
        </p:txBody>
      </p:sp>
      <p:sp>
        <p:nvSpPr>
          <p:cNvPr id="15" name="Espace réservé du texte 10"/>
          <p:cNvSpPr>
            <a:spLocks noGrp="1"/>
          </p:cNvSpPr>
          <p:nvPr>
            <p:ph type="body" sz="quarter" idx="38" hasCustomPrompt="1"/>
          </p:nvPr>
        </p:nvSpPr>
        <p:spPr>
          <a:xfrm>
            <a:off x="8878321" y="4755498"/>
            <a:ext cx="1971675" cy="866775"/>
          </a:xfrm>
          <a:prstGeom prst="rect">
            <a:avLst/>
          </a:prstGeom>
        </p:spPr>
        <p:txBody>
          <a:bodyPr/>
          <a:lstStyle>
            <a:lvl1pPr marL="0" indent="0" algn="ctr">
              <a:lnSpc>
                <a:spcPts val="1500"/>
              </a:lnSpc>
              <a:spcBef>
                <a:spcPts val="600"/>
              </a:spcBef>
              <a:buNone/>
              <a:defRPr sz="1200" b="0" i="0" baseline="0">
                <a:latin typeface="Arial" panose="020B0604020202020204" pitchFamily="34" charset="0"/>
                <a:cs typeface="Arial" panose="020B0604020202020204" pitchFamily="34" charset="0"/>
              </a:defRPr>
            </a:lvl1pPr>
          </a:lstStyle>
          <a:p>
            <a:pPr lvl="0"/>
            <a:r>
              <a:rPr lang="fr-FR"/>
              <a:t>Nom et Prénom</a:t>
            </a:r>
            <a:br>
              <a:rPr lang="fr-FR"/>
            </a:br>
            <a:r>
              <a:rPr lang="fr-FR"/>
              <a:t>Téléphone</a:t>
            </a:r>
            <a:br>
              <a:rPr lang="fr-FR"/>
            </a:br>
            <a:r>
              <a:rPr lang="fr-FR"/>
              <a:t>Mail</a:t>
            </a:r>
          </a:p>
        </p:txBody>
      </p:sp>
      <p:sp>
        <p:nvSpPr>
          <p:cNvPr id="3" name="Espace réservé pour une image  2"/>
          <p:cNvSpPr>
            <a:spLocks noGrp="1"/>
          </p:cNvSpPr>
          <p:nvPr>
            <p:ph type="pic" sz="quarter" idx="40"/>
          </p:nvPr>
        </p:nvSpPr>
        <p:spPr>
          <a:xfrm>
            <a:off x="1616787" y="2759390"/>
            <a:ext cx="1971675" cy="1613826"/>
          </a:xfrm>
          <a:prstGeom prst="rect">
            <a:avLst/>
          </a:prstGeom>
        </p:spPr>
        <p:txBody>
          <a:bodyPr/>
          <a:lstStyle>
            <a:lvl1pPr marL="0" indent="0">
              <a:buNone/>
              <a:defRPr sz="1100"/>
            </a:lvl1pPr>
          </a:lstStyle>
          <a:p>
            <a:r>
              <a:rPr lang="fr-FR"/>
              <a:t>Cliquez sur l'icône pour ajouter une image</a:t>
            </a:r>
          </a:p>
        </p:txBody>
      </p:sp>
      <p:sp>
        <p:nvSpPr>
          <p:cNvPr id="13" name="Espace réservé pour une image  2"/>
          <p:cNvSpPr>
            <a:spLocks noGrp="1"/>
          </p:cNvSpPr>
          <p:nvPr>
            <p:ph type="pic" sz="quarter" idx="41"/>
          </p:nvPr>
        </p:nvSpPr>
        <p:spPr>
          <a:xfrm>
            <a:off x="5247554" y="2759389"/>
            <a:ext cx="1971675" cy="1613827"/>
          </a:xfrm>
          <a:prstGeom prst="rect">
            <a:avLst/>
          </a:prstGeom>
        </p:spPr>
        <p:txBody>
          <a:bodyPr/>
          <a:lstStyle>
            <a:lvl1pPr marL="0" indent="0">
              <a:buNone/>
              <a:defRPr sz="1100"/>
            </a:lvl1pPr>
          </a:lstStyle>
          <a:p>
            <a:r>
              <a:rPr lang="fr-FR"/>
              <a:t>Cliquez sur l'icône pour ajouter une image</a:t>
            </a:r>
          </a:p>
        </p:txBody>
      </p:sp>
      <p:sp>
        <p:nvSpPr>
          <p:cNvPr id="16" name="Espace réservé pour une image  2"/>
          <p:cNvSpPr>
            <a:spLocks noGrp="1"/>
          </p:cNvSpPr>
          <p:nvPr>
            <p:ph type="pic" sz="quarter" idx="42"/>
          </p:nvPr>
        </p:nvSpPr>
        <p:spPr>
          <a:xfrm>
            <a:off x="8878321" y="2761516"/>
            <a:ext cx="1971675" cy="1611700"/>
          </a:xfrm>
          <a:prstGeom prst="rect">
            <a:avLst/>
          </a:prstGeom>
        </p:spPr>
        <p:txBody>
          <a:bodyPr/>
          <a:lstStyle>
            <a:lvl1pPr marL="0" indent="0">
              <a:buNone/>
              <a:defRPr sz="1100"/>
            </a:lvl1pPr>
          </a:lstStyle>
          <a:p>
            <a:r>
              <a:rPr lang="fr-FR"/>
              <a:t>Cliquez sur l'icône pour ajouter une image</a:t>
            </a:r>
          </a:p>
        </p:txBody>
      </p:sp>
      <p:cxnSp>
        <p:nvCxnSpPr>
          <p:cNvPr id="18" name="Connecteur droit 17"/>
          <p:cNvCxnSpPr/>
          <p:nvPr/>
        </p:nvCxnSpPr>
        <p:spPr>
          <a:xfrm>
            <a:off x="2387878" y="4570315"/>
            <a:ext cx="429490" cy="0"/>
          </a:xfrm>
          <a:prstGeom prst="line">
            <a:avLst/>
          </a:prstGeom>
          <a:ln w="5397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9" name="Connecteur droit 18"/>
          <p:cNvCxnSpPr/>
          <p:nvPr/>
        </p:nvCxnSpPr>
        <p:spPr>
          <a:xfrm>
            <a:off x="6018645" y="4570315"/>
            <a:ext cx="429490" cy="0"/>
          </a:xfrm>
          <a:prstGeom prst="line">
            <a:avLst/>
          </a:prstGeom>
          <a:ln w="5397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p:nvCxnSpPr>
        <p:spPr>
          <a:xfrm>
            <a:off x="9649413" y="4570315"/>
            <a:ext cx="429490" cy="0"/>
          </a:xfrm>
          <a:prstGeom prst="line">
            <a:avLst/>
          </a:prstGeom>
          <a:ln w="5397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7" name="Espace réservé du pied de page 1">
            <a:extLst>
              <a:ext uri="{FF2B5EF4-FFF2-40B4-BE49-F238E27FC236}">
                <a16:creationId xmlns:a16="http://schemas.microsoft.com/office/drawing/2014/main" id="{C2E44C61-32AE-9A4C-8A87-D6AD9D98DE65}"/>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3131261852"/>
      </p:ext>
    </p:extLst>
  </p:cSld>
  <p:clrMapOvr>
    <a:masterClrMapping/>
  </p:clrMapOvr>
  <p:hf sldNum="0"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03_Narrow left image - one-line Title">
    <p:spTree>
      <p:nvGrpSpPr>
        <p:cNvPr id="1" name=""/>
        <p:cNvGrpSpPr/>
        <p:nvPr/>
      </p:nvGrpSpPr>
      <p:grpSpPr>
        <a:xfrm>
          <a:off x="0" y="0"/>
          <a:ext cx="0" cy="0"/>
          <a:chOff x="0" y="0"/>
          <a:chExt cx="0" cy="0"/>
        </a:xfrm>
      </p:grpSpPr>
      <p:sp>
        <p:nvSpPr>
          <p:cNvPr id="11" name="Espace réservé pour une image  10"/>
          <p:cNvSpPr>
            <a:spLocks noGrp="1" noChangeAspect="1"/>
          </p:cNvSpPr>
          <p:nvPr>
            <p:ph type="pic" sz="quarter" idx="10"/>
          </p:nvPr>
        </p:nvSpPr>
        <p:spPr>
          <a:xfrm>
            <a:off x="0" y="0"/>
            <a:ext cx="1666875" cy="6858000"/>
          </a:xfrm>
          <a:prstGeom prst="rect">
            <a:avLst/>
          </a:prstGeom>
        </p:spPr>
        <p:txBody>
          <a:bodyPr/>
          <a:lstStyle>
            <a:lvl1pPr>
              <a:defRPr sz="1100"/>
            </a:lvl1pPr>
          </a:lstStyle>
          <a:p>
            <a:r>
              <a:rPr lang="fr-FR"/>
              <a:t>Cliquez sur l'icône pour ajouter une image</a:t>
            </a:r>
          </a:p>
        </p:txBody>
      </p:sp>
      <p:sp>
        <p:nvSpPr>
          <p:cNvPr id="6"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1931349" y="922713"/>
            <a:ext cx="9840236"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7" name="Espace réservé du texte 6">
            <a:extLst>
              <a:ext uri="{FF2B5EF4-FFF2-40B4-BE49-F238E27FC236}">
                <a16:creationId xmlns:a16="http://schemas.microsoft.com/office/drawing/2014/main" id="{D3A77A92-E553-4800-AE77-3A3A6B40817C}"/>
              </a:ext>
            </a:extLst>
          </p:cNvPr>
          <p:cNvSpPr>
            <a:spLocks noGrp="1"/>
          </p:cNvSpPr>
          <p:nvPr>
            <p:ph type="body" sz="quarter" idx="36" hasCustomPrompt="1"/>
          </p:nvPr>
        </p:nvSpPr>
        <p:spPr>
          <a:xfrm>
            <a:off x="1931350" y="564022"/>
            <a:ext cx="9840236"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sp>
        <p:nvSpPr>
          <p:cNvPr id="9" name="Espace réservé du contenu 4"/>
          <p:cNvSpPr>
            <a:spLocks noGrp="1"/>
          </p:cNvSpPr>
          <p:nvPr>
            <p:ph sz="quarter" idx="16" hasCustomPrompt="1"/>
          </p:nvPr>
        </p:nvSpPr>
        <p:spPr>
          <a:xfrm>
            <a:off x="1931349" y="1700613"/>
            <a:ext cx="9840237" cy="4467734"/>
          </a:xfrm>
          <a:prstGeom prst="rect">
            <a:avLst/>
          </a:prstGeom>
        </p:spPr>
        <p:txBody>
          <a:bodyPr/>
          <a:lstStyle>
            <a:lvl1pPr marL="0" indent="0">
              <a:buNone/>
              <a:defRPr sz="1200">
                <a:latin typeface="Arial" panose="020B0604020202020204" pitchFamily="34" charset="0"/>
                <a:cs typeface="Arial" panose="020B0604020202020204" pitchFamily="34" charset="0"/>
              </a:defRPr>
            </a:lvl1pPr>
            <a:lvl2pPr marL="685800" indent="-228600">
              <a:buFont typeface="Arial" panose="020B0604020202020204" pitchFamily="34" charset="0"/>
              <a:buChar char="•"/>
              <a:defRPr sz="1200">
                <a:latin typeface="Arial" panose="020B0604020202020204" pitchFamily="34" charset="0"/>
                <a:cs typeface="Arial" panose="020B0604020202020204" pitchFamily="34" charset="0"/>
              </a:defRPr>
            </a:lvl2pPr>
            <a:lvl3pPr marL="1143000" indent="-228600">
              <a:buFont typeface="Arial" panose="020B0604020202020204" pitchFamily="34" charset="0"/>
              <a:buChar char="–"/>
              <a:defRPr sz="12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600">
                <a:latin typeface="Arial" panose="020B0604020202020204" pitchFamily="34" charset="0"/>
                <a:cs typeface="Arial" panose="020B0604020202020204" pitchFamily="34" charset="0"/>
              </a:defRPr>
            </a:lvl4pPr>
            <a:lvl5pPr marL="2057400" indent="-228600">
              <a:buFont typeface="Wingdings" panose="05000000000000000000" pitchFamily="2" charset="2"/>
              <a:buChar char="q"/>
              <a:defRPr sz="1600">
                <a:latin typeface="Arial" panose="020B0604020202020204" pitchFamily="34" charset="0"/>
                <a:cs typeface="Arial" panose="020B0604020202020204" pitchFamily="34" charset="0"/>
              </a:defRPr>
            </a:lvl5pPr>
          </a:lstStyle>
          <a:p>
            <a:pPr lvl="0"/>
            <a:r>
              <a:rPr lang="fr-FR"/>
              <a:t>Premier niveau</a:t>
            </a:r>
          </a:p>
          <a:p>
            <a:pPr lvl="1"/>
            <a:r>
              <a:rPr lang="fr-FR"/>
              <a:t>Deuxième niveau</a:t>
            </a:r>
          </a:p>
          <a:p>
            <a:pPr lvl="2"/>
            <a:r>
              <a:rPr lang="fr-FR"/>
              <a:t>Troisième niveau</a:t>
            </a:r>
          </a:p>
        </p:txBody>
      </p:sp>
    </p:spTree>
    <p:extLst>
      <p:ext uri="{BB962C8B-B14F-4D97-AF65-F5344CB8AC3E}">
        <p14:creationId xmlns:p14="http://schemas.microsoft.com/office/powerpoint/2010/main" val="37251510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03_Narrow left image - two-lines Title">
    <p:spTree>
      <p:nvGrpSpPr>
        <p:cNvPr id="1" name=""/>
        <p:cNvGrpSpPr/>
        <p:nvPr/>
      </p:nvGrpSpPr>
      <p:grpSpPr>
        <a:xfrm>
          <a:off x="0" y="0"/>
          <a:ext cx="0" cy="0"/>
          <a:chOff x="0" y="0"/>
          <a:chExt cx="0" cy="0"/>
        </a:xfrm>
      </p:grpSpPr>
      <p:sp>
        <p:nvSpPr>
          <p:cNvPr id="11" name="Espace réservé pour une image  10"/>
          <p:cNvSpPr>
            <a:spLocks noGrp="1" noChangeAspect="1"/>
          </p:cNvSpPr>
          <p:nvPr>
            <p:ph type="pic" sz="quarter" idx="10"/>
          </p:nvPr>
        </p:nvSpPr>
        <p:spPr>
          <a:xfrm>
            <a:off x="0" y="0"/>
            <a:ext cx="1666875" cy="6858000"/>
          </a:xfrm>
          <a:prstGeom prst="rect">
            <a:avLst/>
          </a:prstGeom>
        </p:spPr>
        <p:txBody>
          <a:bodyPr/>
          <a:lstStyle>
            <a:lvl1pPr>
              <a:defRPr sz="1100"/>
            </a:lvl1pPr>
          </a:lstStyle>
          <a:p>
            <a:r>
              <a:rPr lang="fr-FR"/>
              <a:t>Cliquez sur l'icône pour ajouter une image</a:t>
            </a:r>
          </a:p>
        </p:txBody>
      </p:sp>
      <p:sp>
        <p:nvSpPr>
          <p:cNvPr id="7"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1931349" y="1256005"/>
            <a:ext cx="9840236"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8" name="Espace réservé du texte 6">
            <a:extLst>
              <a:ext uri="{FF2B5EF4-FFF2-40B4-BE49-F238E27FC236}">
                <a16:creationId xmlns:a16="http://schemas.microsoft.com/office/drawing/2014/main" id="{D3A77A92-E553-4800-AE77-3A3A6B40817C}"/>
              </a:ext>
            </a:extLst>
          </p:cNvPr>
          <p:cNvSpPr>
            <a:spLocks noGrp="1"/>
          </p:cNvSpPr>
          <p:nvPr>
            <p:ph type="body" sz="quarter" idx="36" hasCustomPrompt="1"/>
          </p:nvPr>
        </p:nvSpPr>
        <p:spPr>
          <a:xfrm>
            <a:off x="1931350" y="564022"/>
            <a:ext cx="9840236" cy="580885"/>
          </a:xfrm>
          <a:prstGeom prst="rect">
            <a:avLst/>
          </a:prstGeom>
        </p:spPr>
        <p:txBody>
          <a:bodyPr anchor="t" anchorCtr="0"/>
          <a:lstStyle>
            <a:lvl1pPr marL="0" indent="0">
              <a:buNone/>
              <a:defRPr sz="2200" b="1" cap="all" spc="-150" baseline="0">
                <a:latin typeface="+mj-lt"/>
              </a:defRPr>
            </a:lvl1pPr>
          </a:lstStyle>
          <a:p>
            <a:pPr lvl="0"/>
            <a:r>
              <a:rPr lang="fr-FR"/>
              <a:t>Titre</a:t>
            </a:r>
          </a:p>
        </p:txBody>
      </p:sp>
      <p:sp>
        <p:nvSpPr>
          <p:cNvPr id="10" name="Espace réservé du contenu 4"/>
          <p:cNvSpPr>
            <a:spLocks noGrp="1"/>
          </p:cNvSpPr>
          <p:nvPr>
            <p:ph sz="quarter" idx="16" hasCustomPrompt="1"/>
          </p:nvPr>
        </p:nvSpPr>
        <p:spPr>
          <a:xfrm>
            <a:off x="1931349" y="1700613"/>
            <a:ext cx="9840237" cy="4467734"/>
          </a:xfrm>
          <a:prstGeom prst="rect">
            <a:avLst/>
          </a:prstGeom>
        </p:spPr>
        <p:txBody>
          <a:bodyPr/>
          <a:lstStyle>
            <a:lvl1pPr marL="0" indent="0">
              <a:buNone/>
              <a:defRPr sz="1200">
                <a:latin typeface="Arial" panose="020B0604020202020204" pitchFamily="34" charset="0"/>
                <a:cs typeface="Arial" panose="020B0604020202020204" pitchFamily="34" charset="0"/>
              </a:defRPr>
            </a:lvl1pPr>
            <a:lvl2pPr marL="685800" indent="-228600">
              <a:buFont typeface="Arial" panose="020B0604020202020204" pitchFamily="34" charset="0"/>
              <a:buChar char="•"/>
              <a:defRPr sz="1200">
                <a:latin typeface="Arial" panose="020B0604020202020204" pitchFamily="34" charset="0"/>
                <a:cs typeface="Arial" panose="020B0604020202020204" pitchFamily="34" charset="0"/>
              </a:defRPr>
            </a:lvl2pPr>
            <a:lvl3pPr marL="1143000" indent="-228600">
              <a:buFont typeface="Arial" panose="020B0604020202020204" pitchFamily="34" charset="0"/>
              <a:buChar char="–"/>
              <a:defRPr sz="12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600">
                <a:latin typeface="Arial" panose="020B0604020202020204" pitchFamily="34" charset="0"/>
                <a:cs typeface="Arial" panose="020B0604020202020204" pitchFamily="34" charset="0"/>
              </a:defRPr>
            </a:lvl4pPr>
            <a:lvl5pPr marL="2057400" indent="-228600">
              <a:buFont typeface="Wingdings" panose="05000000000000000000" pitchFamily="2" charset="2"/>
              <a:buChar char="q"/>
              <a:defRPr sz="1600">
                <a:latin typeface="Arial" panose="020B0604020202020204" pitchFamily="34" charset="0"/>
                <a:cs typeface="Arial" panose="020B0604020202020204" pitchFamily="34" charset="0"/>
              </a:defRPr>
            </a:lvl5pPr>
          </a:lstStyle>
          <a:p>
            <a:pPr lvl="0"/>
            <a:r>
              <a:rPr lang="fr-FR"/>
              <a:t>Premier niveau</a:t>
            </a:r>
          </a:p>
          <a:p>
            <a:pPr lvl="1"/>
            <a:r>
              <a:rPr lang="fr-FR"/>
              <a:t>Deuxième niveau</a:t>
            </a:r>
          </a:p>
          <a:p>
            <a:pPr lvl="2"/>
            <a:r>
              <a:rPr lang="fr-FR"/>
              <a:t>Troisième niveau</a:t>
            </a:r>
          </a:p>
        </p:txBody>
      </p:sp>
    </p:spTree>
    <p:extLst>
      <p:ext uri="{BB962C8B-B14F-4D97-AF65-F5344CB8AC3E}">
        <p14:creationId xmlns:p14="http://schemas.microsoft.com/office/powerpoint/2010/main" val="3874518825"/>
      </p:ext>
    </p:extLst>
  </p:cSld>
  <p:clrMapOvr>
    <a:masterClrMapping/>
  </p:clrMapOvr>
  <p:hf sldNum="0"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03_Larger left Image - one-line title">
    <p:spTree>
      <p:nvGrpSpPr>
        <p:cNvPr id="1" name=""/>
        <p:cNvGrpSpPr/>
        <p:nvPr/>
      </p:nvGrpSpPr>
      <p:grpSpPr>
        <a:xfrm>
          <a:off x="0" y="0"/>
          <a:ext cx="0" cy="0"/>
          <a:chOff x="0" y="0"/>
          <a:chExt cx="0" cy="0"/>
        </a:xfrm>
      </p:grpSpPr>
      <p:sp>
        <p:nvSpPr>
          <p:cNvPr id="4" name="Espace réservé du contenu 4"/>
          <p:cNvSpPr>
            <a:spLocks noGrp="1"/>
          </p:cNvSpPr>
          <p:nvPr>
            <p:ph sz="quarter" idx="16" hasCustomPrompt="1"/>
          </p:nvPr>
        </p:nvSpPr>
        <p:spPr>
          <a:xfrm>
            <a:off x="2489200" y="1700613"/>
            <a:ext cx="9282386" cy="4467734"/>
          </a:xfrm>
          <a:prstGeom prst="rect">
            <a:avLst/>
          </a:prstGeom>
        </p:spPr>
        <p:txBody>
          <a:bodyPr/>
          <a:lstStyle>
            <a:lvl1pPr marL="0" indent="0">
              <a:buNone/>
              <a:defRPr sz="1200">
                <a:latin typeface="Arial" panose="020B0604020202020204" pitchFamily="34" charset="0"/>
                <a:cs typeface="Arial" panose="020B0604020202020204" pitchFamily="34" charset="0"/>
              </a:defRPr>
            </a:lvl1pPr>
            <a:lvl2pPr marL="685800" indent="-228600">
              <a:buFont typeface="Arial" panose="020B0604020202020204" pitchFamily="34" charset="0"/>
              <a:buChar char="•"/>
              <a:defRPr sz="1200">
                <a:latin typeface="Arial" panose="020B0604020202020204" pitchFamily="34" charset="0"/>
                <a:cs typeface="Arial" panose="020B0604020202020204" pitchFamily="34" charset="0"/>
              </a:defRPr>
            </a:lvl2pPr>
            <a:lvl3pPr marL="1143000" indent="-228600">
              <a:buFont typeface="Arial" panose="020B0604020202020204" pitchFamily="34" charset="0"/>
              <a:buChar char="–"/>
              <a:defRPr sz="12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600">
                <a:latin typeface="Arial" panose="020B0604020202020204" pitchFamily="34" charset="0"/>
                <a:cs typeface="Arial" panose="020B0604020202020204" pitchFamily="34" charset="0"/>
              </a:defRPr>
            </a:lvl4pPr>
            <a:lvl5pPr marL="2057400" indent="-228600">
              <a:buFont typeface="Wingdings" panose="05000000000000000000" pitchFamily="2" charset="2"/>
              <a:buChar char="q"/>
              <a:defRPr sz="1600">
                <a:latin typeface="Arial" panose="020B0604020202020204" pitchFamily="34" charset="0"/>
                <a:cs typeface="Arial" panose="020B0604020202020204" pitchFamily="34" charset="0"/>
              </a:defRPr>
            </a:lvl5pPr>
          </a:lstStyle>
          <a:p>
            <a:pPr lvl="0"/>
            <a:r>
              <a:rPr lang="fr-FR"/>
              <a:t>Premier niveau</a:t>
            </a:r>
          </a:p>
          <a:p>
            <a:pPr lvl="1"/>
            <a:r>
              <a:rPr lang="fr-FR"/>
              <a:t>Deuxième niveau</a:t>
            </a:r>
          </a:p>
          <a:p>
            <a:pPr lvl="2"/>
            <a:r>
              <a:rPr lang="fr-FR"/>
              <a:t>Troisième niveau</a:t>
            </a:r>
          </a:p>
        </p:txBody>
      </p:sp>
      <p:sp>
        <p:nvSpPr>
          <p:cNvPr id="7"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2489199" y="922713"/>
            <a:ext cx="9282386"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8" name="Espace réservé du texte 6">
            <a:extLst>
              <a:ext uri="{FF2B5EF4-FFF2-40B4-BE49-F238E27FC236}">
                <a16:creationId xmlns:a16="http://schemas.microsoft.com/office/drawing/2014/main" id="{D3A77A92-E553-4800-AE77-3A3A6B40817C}"/>
              </a:ext>
            </a:extLst>
          </p:cNvPr>
          <p:cNvSpPr>
            <a:spLocks noGrp="1"/>
          </p:cNvSpPr>
          <p:nvPr>
            <p:ph type="body" sz="quarter" idx="10" hasCustomPrompt="1"/>
          </p:nvPr>
        </p:nvSpPr>
        <p:spPr>
          <a:xfrm>
            <a:off x="2489200" y="564022"/>
            <a:ext cx="9282386"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sp>
        <p:nvSpPr>
          <p:cNvPr id="10" name="Espace réservé pour une image  10"/>
          <p:cNvSpPr>
            <a:spLocks noGrp="1" noChangeAspect="1"/>
          </p:cNvSpPr>
          <p:nvPr>
            <p:ph type="pic" sz="quarter" idx="36"/>
          </p:nvPr>
        </p:nvSpPr>
        <p:spPr>
          <a:xfrm>
            <a:off x="0" y="0"/>
            <a:ext cx="2235201" cy="6858000"/>
          </a:xfrm>
          <a:prstGeom prst="rect">
            <a:avLst/>
          </a:prstGeom>
        </p:spPr>
        <p:txBody>
          <a:bodyPr/>
          <a:lstStyle>
            <a:lvl1pPr>
              <a:defRPr sz="1100"/>
            </a:lvl1pPr>
          </a:lstStyle>
          <a:p>
            <a:r>
              <a:rPr lang="fr-FR"/>
              <a:t>Cliquez sur l'icône pour ajouter une image</a:t>
            </a:r>
          </a:p>
        </p:txBody>
      </p:sp>
    </p:spTree>
    <p:extLst>
      <p:ext uri="{BB962C8B-B14F-4D97-AF65-F5344CB8AC3E}">
        <p14:creationId xmlns:p14="http://schemas.microsoft.com/office/powerpoint/2010/main" val="4215311564"/>
      </p:ext>
    </p:extLst>
  </p:cSld>
  <p:clrMapOvr>
    <a:masterClrMapping/>
  </p:clrMapOvr>
  <p:hf sldNum="0"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03_Larger left Image - two-lines title">
    <p:spTree>
      <p:nvGrpSpPr>
        <p:cNvPr id="1" name=""/>
        <p:cNvGrpSpPr/>
        <p:nvPr/>
      </p:nvGrpSpPr>
      <p:grpSpPr>
        <a:xfrm>
          <a:off x="0" y="0"/>
          <a:ext cx="0" cy="0"/>
          <a:chOff x="0" y="0"/>
          <a:chExt cx="0" cy="0"/>
        </a:xfrm>
      </p:grpSpPr>
      <p:sp>
        <p:nvSpPr>
          <p:cNvPr id="4" name="Espace réservé du contenu 4"/>
          <p:cNvSpPr>
            <a:spLocks noGrp="1"/>
          </p:cNvSpPr>
          <p:nvPr>
            <p:ph sz="quarter" idx="16" hasCustomPrompt="1"/>
          </p:nvPr>
        </p:nvSpPr>
        <p:spPr>
          <a:xfrm>
            <a:off x="2489200" y="1700613"/>
            <a:ext cx="9282386" cy="4467734"/>
          </a:xfrm>
          <a:prstGeom prst="rect">
            <a:avLst/>
          </a:prstGeom>
        </p:spPr>
        <p:txBody>
          <a:bodyPr/>
          <a:lstStyle>
            <a:lvl1pPr marL="0" indent="0">
              <a:buNone/>
              <a:defRPr sz="1200">
                <a:latin typeface="Arial" panose="020B0604020202020204" pitchFamily="34" charset="0"/>
                <a:cs typeface="Arial" panose="020B0604020202020204" pitchFamily="34" charset="0"/>
              </a:defRPr>
            </a:lvl1pPr>
            <a:lvl2pPr marL="685800" indent="-228600">
              <a:buFont typeface="Arial" panose="020B0604020202020204" pitchFamily="34" charset="0"/>
              <a:buChar char="•"/>
              <a:defRPr sz="1200">
                <a:latin typeface="Arial" panose="020B0604020202020204" pitchFamily="34" charset="0"/>
                <a:cs typeface="Arial" panose="020B0604020202020204" pitchFamily="34" charset="0"/>
              </a:defRPr>
            </a:lvl2pPr>
            <a:lvl3pPr marL="1143000" indent="-228600">
              <a:buFont typeface="Arial" panose="020B0604020202020204" pitchFamily="34" charset="0"/>
              <a:buChar char="–"/>
              <a:defRPr sz="12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600">
                <a:latin typeface="Arial" panose="020B0604020202020204" pitchFamily="34" charset="0"/>
                <a:cs typeface="Arial" panose="020B0604020202020204" pitchFamily="34" charset="0"/>
              </a:defRPr>
            </a:lvl4pPr>
            <a:lvl5pPr marL="2057400" indent="-228600">
              <a:buFont typeface="Wingdings" panose="05000000000000000000" pitchFamily="2" charset="2"/>
              <a:buChar char="q"/>
              <a:defRPr sz="1600">
                <a:latin typeface="Arial" panose="020B0604020202020204" pitchFamily="34" charset="0"/>
                <a:cs typeface="Arial" panose="020B0604020202020204" pitchFamily="34" charset="0"/>
              </a:defRPr>
            </a:lvl5pPr>
          </a:lstStyle>
          <a:p>
            <a:pPr lvl="0"/>
            <a:r>
              <a:rPr lang="fr-FR"/>
              <a:t>Premier niveau</a:t>
            </a:r>
          </a:p>
          <a:p>
            <a:pPr lvl="1"/>
            <a:r>
              <a:rPr lang="fr-FR"/>
              <a:t>Deuxième niveau</a:t>
            </a:r>
          </a:p>
          <a:p>
            <a:pPr lvl="2"/>
            <a:r>
              <a:rPr lang="fr-FR"/>
              <a:t>Troisième niveau</a:t>
            </a:r>
          </a:p>
        </p:txBody>
      </p:sp>
      <p:sp>
        <p:nvSpPr>
          <p:cNvPr id="5"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2485163" y="1256005"/>
            <a:ext cx="9286421"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6" name="Espace réservé du texte 6">
            <a:extLst>
              <a:ext uri="{FF2B5EF4-FFF2-40B4-BE49-F238E27FC236}">
                <a16:creationId xmlns:a16="http://schemas.microsoft.com/office/drawing/2014/main" id="{D3A77A92-E553-4800-AE77-3A3A6B40817C}"/>
              </a:ext>
            </a:extLst>
          </p:cNvPr>
          <p:cNvSpPr>
            <a:spLocks noGrp="1"/>
          </p:cNvSpPr>
          <p:nvPr>
            <p:ph type="body" sz="quarter" idx="10" hasCustomPrompt="1"/>
          </p:nvPr>
        </p:nvSpPr>
        <p:spPr>
          <a:xfrm>
            <a:off x="2485164" y="564022"/>
            <a:ext cx="9286421" cy="580885"/>
          </a:xfrm>
          <a:prstGeom prst="rect">
            <a:avLst/>
          </a:prstGeom>
        </p:spPr>
        <p:txBody>
          <a:bodyPr anchor="t" anchorCtr="0"/>
          <a:lstStyle>
            <a:lvl1pPr marL="0" indent="0">
              <a:buNone/>
              <a:defRPr sz="2200" b="1" cap="all" spc="-150" baseline="0">
                <a:latin typeface="+mj-lt"/>
              </a:defRPr>
            </a:lvl1pPr>
          </a:lstStyle>
          <a:p>
            <a:pPr lvl="0"/>
            <a:r>
              <a:rPr lang="fr-FR"/>
              <a:t>Titre</a:t>
            </a:r>
          </a:p>
        </p:txBody>
      </p:sp>
      <p:sp>
        <p:nvSpPr>
          <p:cNvPr id="8" name="Espace réservé pour une image  10"/>
          <p:cNvSpPr>
            <a:spLocks noGrp="1" noChangeAspect="1"/>
          </p:cNvSpPr>
          <p:nvPr>
            <p:ph type="pic" sz="quarter" idx="36"/>
          </p:nvPr>
        </p:nvSpPr>
        <p:spPr>
          <a:xfrm>
            <a:off x="0" y="0"/>
            <a:ext cx="2235201" cy="6858000"/>
          </a:xfrm>
          <a:prstGeom prst="rect">
            <a:avLst/>
          </a:prstGeom>
        </p:spPr>
        <p:txBody>
          <a:bodyPr/>
          <a:lstStyle>
            <a:lvl1pPr>
              <a:defRPr sz="1100"/>
            </a:lvl1pPr>
          </a:lstStyle>
          <a:p>
            <a:r>
              <a:rPr lang="fr-FR"/>
              <a:t>Cliquez sur l'icône pour ajouter une image</a:t>
            </a:r>
          </a:p>
        </p:txBody>
      </p:sp>
    </p:spTree>
    <p:extLst>
      <p:ext uri="{BB962C8B-B14F-4D97-AF65-F5344CB8AC3E}">
        <p14:creationId xmlns:p14="http://schemas.microsoft.com/office/powerpoint/2010/main" val="279961362"/>
      </p:ext>
    </p:extLst>
  </p:cSld>
  <p:clrMapOvr>
    <a:masterClrMapping/>
  </p:clrMapOvr>
  <p:hf sldNum="0"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03_Large left Image - one-line title">
    <p:spTree>
      <p:nvGrpSpPr>
        <p:cNvPr id="1" name=""/>
        <p:cNvGrpSpPr/>
        <p:nvPr/>
      </p:nvGrpSpPr>
      <p:grpSpPr>
        <a:xfrm>
          <a:off x="0" y="0"/>
          <a:ext cx="0" cy="0"/>
          <a:chOff x="0" y="0"/>
          <a:chExt cx="0" cy="0"/>
        </a:xfrm>
      </p:grpSpPr>
      <p:sp>
        <p:nvSpPr>
          <p:cNvPr id="4" name="Espace réservé du contenu 4"/>
          <p:cNvSpPr>
            <a:spLocks noGrp="1"/>
          </p:cNvSpPr>
          <p:nvPr>
            <p:ph sz="quarter" idx="16" hasCustomPrompt="1"/>
          </p:nvPr>
        </p:nvSpPr>
        <p:spPr>
          <a:xfrm>
            <a:off x="5448300" y="1700613"/>
            <a:ext cx="6323286" cy="4467734"/>
          </a:xfrm>
          <a:prstGeom prst="rect">
            <a:avLst/>
          </a:prstGeom>
        </p:spPr>
        <p:txBody>
          <a:bodyPr/>
          <a:lstStyle>
            <a:lvl1pPr marL="0" indent="0">
              <a:buNone/>
              <a:defRPr sz="1200">
                <a:latin typeface="Arial" panose="020B0604020202020204" pitchFamily="34" charset="0"/>
                <a:cs typeface="Arial" panose="020B0604020202020204" pitchFamily="34" charset="0"/>
              </a:defRPr>
            </a:lvl1pPr>
            <a:lvl2pPr marL="685800" indent="-228600">
              <a:buFont typeface="Arial" panose="020B0604020202020204" pitchFamily="34" charset="0"/>
              <a:buChar char="•"/>
              <a:defRPr sz="1200">
                <a:latin typeface="Arial" panose="020B0604020202020204" pitchFamily="34" charset="0"/>
                <a:cs typeface="Arial" panose="020B0604020202020204" pitchFamily="34" charset="0"/>
              </a:defRPr>
            </a:lvl2pPr>
            <a:lvl3pPr marL="1143000" indent="-228600">
              <a:buFont typeface="Arial" panose="020B0604020202020204" pitchFamily="34" charset="0"/>
              <a:buChar char="–"/>
              <a:defRPr sz="12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600">
                <a:latin typeface="Arial" panose="020B0604020202020204" pitchFamily="34" charset="0"/>
                <a:cs typeface="Arial" panose="020B0604020202020204" pitchFamily="34" charset="0"/>
              </a:defRPr>
            </a:lvl4pPr>
            <a:lvl5pPr marL="2057400" indent="-228600">
              <a:buFont typeface="Wingdings" panose="05000000000000000000" pitchFamily="2" charset="2"/>
              <a:buChar char="q"/>
              <a:defRPr sz="1600">
                <a:latin typeface="Arial" panose="020B0604020202020204" pitchFamily="34" charset="0"/>
                <a:cs typeface="Arial" panose="020B0604020202020204" pitchFamily="34" charset="0"/>
              </a:defRPr>
            </a:lvl5pPr>
          </a:lstStyle>
          <a:p>
            <a:pPr lvl="0"/>
            <a:r>
              <a:rPr lang="fr-FR"/>
              <a:t>Premier niveau</a:t>
            </a:r>
          </a:p>
          <a:p>
            <a:pPr lvl="1"/>
            <a:r>
              <a:rPr lang="fr-FR"/>
              <a:t>Deuxième niveau</a:t>
            </a:r>
          </a:p>
          <a:p>
            <a:pPr lvl="2"/>
            <a:r>
              <a:rPr lang="fr-FR"/>
              <a:t>Troisième niveau</a:t>
            </a:r>
          </a:p>
        </p:txBody>
      </p:sp>
      <p:sp>
        <p:nvSpPr>
          <p:cNvPr id="7"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5448299" y="922713"/>
            <a:ext cx="6323286"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8" name="Espace réservé du texte 6">
            <a:extLst>
              <a:ext uri="{FF2B5EF4-FFF2-40B4-BE49-F238E27FC236}">
                <a16:creationId xmlns:a16="http://schemas.microsoft.com/office/drawing/2014/main" id="{D3A77A92-E553-4800-AE77-3A3A6B40817C}"/>
              </a:ext>
            </a:extLst>
          </p:cNvPr>
          <p:cNvSpPr>
            <a:spLocks noGrp="1"/>
          </p:cNvSpPr>
          <p:nvPr>
            <p:ph type="body" sz="quarter" idx="10" hasCustomPrompt="1"/>
          </p:nvPr>
        </p:nvSpPr>
        <p:spPr>
          <a:xfrm>
            <a:off x="5448300" y="564022"/>
            <a:ext cx="6323286"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sp>
        <p:nvSpPr>
          <p:cNvPr id="10" name="Espace réservé pour une image  10"/>
          <p:cNvSpPr>
            <a:spLocks noGrp="1" noChangeAspect="1"/>
          </p:cNvSpPr>
          <p:nvPr>
            <p:ph type="pic" sz="quarter" idx="36"/>
          </p:nvPr>
        </p:nvSpPr>
        <p:spPr>
          <a:xfrm>
            <a:off x="0" y="0"/>
            <a:ext cx="5088951" cy="6858000"/>
          </a:xfrm>
          <a:prstGeom prst="rect">
            <a:avLst/>
          </a:prstGeom>
        </p:spPr>
        <p:txBody>
          <a:bodyPr/>
          <a:lstStyle>
            <a:lvl1pPr>
              <a:defRPr sz="1100"/>
            </a:lvl1pPr>
          </a:lstStyle>
          <a:p>
            <a:r>
              <a:rPr lang="fr-FR"/>
              <a:t>Cliquez sur l'icône pour ajouter une image</a:t>
            </a:r>
          </a:p>
        </p:txBody>
      </p:sp>
    </p:spTree>
    <p:extLst>
      <p:ext uri="{BB962C8B-B14F-4D97-AF65-F5344CB8AC3E}">
        <p14:creationId xmlns:p14="http://schemas.microsoft.com/office/powerpoint/2010/main" val="6310060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03_Large left Image - two-lines title">
    <p:spTree>
      <p:nvGrpSpPr>
        <p:cNvPr id="1" name=""/>
        <p:cNvGrpSpPr/>
        <p:nvPr/>
      </p:nvGrpSpPr>
      <p:grpSpPr>
        <a:xfrm>
          <a:off x="0" y="0"/>
          <a:ext cx="0" cy="0"/>
          <a:chOff x="0" y="0"/>
          <a:chExt cx="0" cy="0"/>
        </a:xfrm>
      </p:grpSpPr>
      <p:sp>
        <p:nvSpPr>
          <p:cNvPr id="4" name="Espace réservé du contenu 4"/>
          <p:cNvSpPr>
            <a:spLocks noGrp="1"/>
          </p:cNvSpPr>
          <p:nvPr>
            <p:ph sz="quarter" idx="16" hasCustomPrompt="1"/>
          </p:nvPr>
        </p:nvSpPr>
        <p:spPr>
          <a:xfrm>
            <a:off x="5448300" y="1700613"/>
            <a:ext cx="6323286" cy="4467734"/>
          </a:xfrm>
          <a:prstGeom prst="rect">
            <a:avLst/>
          </a:prstGeom>
        </p:spPr>
        <p:txBody>
          <a:bodyPr/>
          <a:lstStyle>
            <a:lvl1pPr marL="0" indent="0">
              <a:buNone/>
              <a:defRPr sz="1200">
                <a:latin typeface="Arial" panose="020B0604020202020204" pitchFamily="34" charset="0"/>
                <a:cs typeface="Arial" panose="020B0604020202020204" pitchFamily="34" charset="0"/>
              </a:defRPr>
            </a:lvl1pPr>
            <a:lvl2pPr marL="685800" indent="-228600">
              <a:buFont typeface="Arial" panose="020B0604020202020204" pitchFamily="34" charset="0"/>
              <a:buChar char="•"/>
              <a:defRPr sz="1200">
                <a:latin typeface="Arial" panose="020B0604020202020204" pitchFamily="34" charset="0"/>
                <a:cs typeface="Arial" panose="020B0604020202020204" pitchFamily="34" charset="0"/>
              </a:defRPr>
            </a:lvl2pPr>
            <a:lvl3pPr marL="1143000" indent="-228600">
              <a:buFont typeface="Arial" panose="020B0604020202020204" pitchFamily="34" charset="0"/>
              <a:buChar char="–"/>
              <a:defRPr sz="12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600">
                <a:latin typeface="Arial" panose="020B0604020202020204" pitchFamily="34" charset="0"/>
                <a:cs typeface="Arial" panose="020B0604020202020204" pitchFamily="34" charset="0"/>
              </a:defRPr>
            </a:lvl4pPr>
            <a:lvl5pPr marL="2057400" indent="-228600">
              <a:buFont typeface="Wingdings" panose="05000000000000000000" pitchFamily="2" charset="2"/>
              <a:buChar char="q"/>
              <a:defRPr sz="1600">
                <a:latin typeface="Arial" panose="020B0604020202020204" pitchFamily="34" charset="0"/>
                <a:cs typeface="Arial" panose="020B0604020202020204" pitchFamily="34" charset="0"/>
              </a:defRPr>
            </a:lvl5pPr>
          </a:lstStyle>
          <a:p>
            <a:pPr lvl="0"/>
            <a:r>
              <a:rPr lang="fr-FR"/>
              <a:t>Premier niveau</a:t>
            </a:r>
          </a:p>
          <a:p>
            <a:pPr lvl="1"/>
            <a:r>
              <a:rPr lang="fr-FR"/>
              <a:t>Deuxième niveau</a:t>
            </a:r>
          </a:p>
          <a:p>
            <a:pPr lvl="2"/>
            <a:r>
              <a:rPr lang="fr-FR"/>
              <a:t>Troisième niveau</a:t>
            </a:r>
          </a:p>
        </p:txBody>
      </p:sp>
      <p:sp>
        <p:nvSpPr>
          <p:cNvPr id="5"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5445549" y="1256005"/>
            <a:ext cx="6326035"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6" name="Espace réservé du texte 6">
            <a:extLst>
              <a:ext uri="{FF2B5EF4-FFF2-40B4-BE49-F238E27FC236}">
                <a16:creationId xmlns:a16="http://schemas.microsoft.com/office/drawing/2014/main" id="{D3A77A92-E553-4800-AE77-3A3A6B40817C}"/>
              </a:ext>
            </a:extLst>
          </p:cNvPr>
          <p:cNvSpPr>
            <a:spLocks noGrp="1"/>
          </p:cNvSpPr>
          <p:nvPr>
            <p:ph type="body" sz="quarter" idx="10" hasCustomPrompt="1"/>
          </p:nvPr>
        </p:nvSpPr>
        <p:spPr>
          <a:xfrm>
            <a:off x="5445550" y="564022"/>
            <a:ext cx="6326035" cy="580885"/>
          </a:xfrm>
          <a:prstGeom prst="rect">
            <a:avLst/>
          </a:prstGeom>
        </p:spPr>
        <p:txBody>
          <a:bodyPr anchor="t" anchorCtr="0"/>
          <a:lstStyle>
            <a:lvl1pPr marL="0" indent="0">
              <a:buNone/>
              <a:defRPr sz="2200" b="1" cap="all" spc="-150" baseline="0">
                <a:latin typeface="+mj-lt"/>
              </a:defRPr>
            </a:lvl1pPr>
          </a:lstStyle>
          <a:p>
            <a:pPr lvl="0"/>
            <a:r>
              <a:rPr lang="fr-FR"/>
              <a:t>Titre</a:t>
            </a:r>
          </a:p>
        </p:txBody>
      </p:sp>
      <p:sp>
        <p:nvSpPr>
          <p:cNvPr id="8" name="Espace réservé pour une image  10"/>
          <p:cNvSpPr>
            <a:spLocks noGrp="1" noChangeAspect="1"/>
          </p:cNvSpPr>
          <p:nvPr>
            <p:ph type="pic" sz="quarter" idx="36"/>
          </p:nvPr>
        </p:nvSpPr>
        <p:spPr>
          <a:xfrm>
            <a:off x="0" y="0"/>
            <a:ext cx="5088951" cy="6858000"/>
          </a:xfrm>
          <a:prstGeom prst="rect">
            <a:avLst/>
          </a:prstGeom>
        </p:spPr>
        <p:txBody>
          <a:bodyPr/>
          <a:lstStyle>
            <a:lvl1pPr>
              <a:defRPr sz="1100"/>
            </a:lvl1pPr>
          </a:lstStyle>
          <a:p>
            <a:r>
              <a:rPr lang="fr-FR"/>
              <a:t>Cliquez sur l'icône pour ajouter une image</a:t>
            </a:r>
          </a:p>
        </p:txBody>
      </p:sp>
    </p:spTree>
    <p:extLst>
      <p:ext uri="{BB962C8B-B14F-4D97-AF65-F5344CB8AC3E}">
        <p14:creationId xmlns:p14="http://schemas.microsoft.com/office/powerpoint/2010/main" val="5921728"/>
      </p:ext>
    </p:extLst>
  </p:cSld>
  <p:clrMapOvr>
    <a:masterClrMapping/>
  </p:clrMapOvr>
  <p:hf sldNum="0"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03_Large right Image - one-line title">
    <p:spTree>
      <p:nvGrpSpPr>
        <p:cNvPr id="1" name=""/>
        <p:cNvGrpSpPr/>
        <p:nvPr/>
      </p:nvGrpSpPr>
      <p:grpSpPr>
        <a:xfrm>
          <a:off x="0" y="0"/>
          <a:ext cx="0" cy="0"/>
          <a:chOff x="0" y="0"/>
          <a:chExt cx="0" cy="0"/>
        </a:xfrm>
      </p:grpSpPr>
      <p:sp>
        <p:nvSpPr>
          <p:cNvPr id="8" name="Espace réservé pour une image  9"/>
          <p:cNvSpPr>
            <a:spLocks noGrp="1"/>
          </p:cNvSpPr>
          <p:nvPr>
            <p:ph type="pic" sz="quarter" idx="14"/>
          </p:nvPr>
        </p:nvSpPr>
        <p:spPr>
          <a:xfrm>
            <a:off x="7937500" y="0"/>
            <a:ext cx="4254500" cy="6857999"/>
          </a:xfrm>
          <a:prstGeom prst="rect">
            <a:avLst/>
          </a:prstGeom>
        </p:spPr>
        <p:txBody>
          <a:bodyPr>
            <a:normAutofit/>
          </a:bodyPr>
          <a:lstStyle>
            <a:lvl1pPr marL="0" indent="0">
              <a:buNone/>
              <a:defRPr sz="1200" baseline="0"/>
            </a:lvl1pPr>
          </a:lstStyle>
          <a:p>
            <a:r>
              <a:rPr lang="fr-FR"/>
              <a:t>Cliquez sur l'icône pour ajouter une image</a:t>
            </a:r>
          </a:p>
        </p:txBody>
      </p:sp>
      <p:sp>
        <p:nvSpPr>
          <p:cNvPr id="13" name="Espace réservé du contenu 4">
            <a:extLst>
              <a:ext uri="{FF2B5EF4-FFF2-40B4-BE49-F238E27FC236}">
                <a16:creationId xmlns:a16="http://schemas.microsoft.com/office/drawing/2014/main" id="{DC07E09A-0AF2-44A0-9642-C5355482FB30}"/>
              </a:ext>
            </a:extLst>
          </p:cNvPr>
          <p:cNvSpPr>
            <a:spLocks noGrp="1"/>
          </p:cNvSpPr>
          <p:nvPr>
            <p:ph sz="quarter" idx="30"/>
          </p:nvPr>
        </p:nvSpPr>
        <p:spPr>
          <a:xfrm>
            <a:off x="356426" y="1700613"/>
            <a:ext cx="7102462" cy="4467734"/>
          </a:xfrm>
          <a:prstGeom prst="rect">
            <a:avLst/>
          </a:prstGeom>
        </p:spPr>
        <p:txBody>
          <a:bodyPr/>
          <a:lstStyle>
            <a:lvl1pPr>
              <a:defRPr sz="1200"/>
            </a:lvl1pPr>
            <a:lvl2pPr marL="685800" indent="-228600">
              <a:buFont typeface="Arial" panose="020B0604020202020204" pitchFamily="34" charset="0"/>
              <a:buChar char="−"/>
              <a:defRPr sz="1200"/>
            </a:lvl2pPr>
            <a:lvl3pPr marL="1143000" indent="-228600">
              <a:buFont typeface="Wingdings" panose="05000000000000000000" pitchFamily="2" charset="2"/>
              <a:buChar char="§"/>
              <a:defRPr sz="1200"/>
            </a:lvl3pPr>
            <a:lvl4pPr marL="1600200" indent="-228600">
              <a:buFont typeface="Courier New" panose="02070309020205020404" pitchFamily="49" charset="0"/>
              <a:buChar char="o"/>
              <a:defRPr sz="1200"/>
            </a:lvl4pPr>
            <a:lvl5pPr marL="2057400" indent="-228600">
              <a:buFont typeface="Wingdings" panose="05000000000000000000" pitchFamily="2" charset="2"/>
              <a:buChar char="q"/>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9" name="Espace réservé du pied de page 1">
            <a:extLst>
              <a:ext uri="{FF2B5EF4-FFF2-40B4-BE49-F238E27FC236}">
                <a16:creationId xmlns:a16="http://schemas.microsoft.com/office/drawing/2014/main" id="{2759849E-2A68-4344-9624-DE1E0F595EB1}"/>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5" name="Espace réservé du texte 4">
            <a:extLst>
              <a:ext uri="{FF2B5EF4-FFF2-40B4-BE49-F238E27FC236}">
                <a16:creationId xmlns:a16="http://schemas.microsoft.com/office/drawing/2014/main" id="{075BC0B9-4FA8-FB44-B8BC-A09342AA6161}"/>
              </a:ext>
            </a:extLst>
          </p:cNvPr>
          <p:cNvSpPr>
            <a:spLocks noGrp="1"/>
          </p:cNvSpPr>
          <p:nvPr>
            <p:ph type="body" sz="quarter" idx="35" hasCustomPrompt="1"/>
          </p:nvPr>
        </p:nvSpPr>
        <p:spPr>
          <a:xfrm>
            <a:off x="337931" y="922713"/>
            <a:ext cx="7133140"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6" name="Espace réservé du texte 6">
            <a:extLst>
              <a:ext uri="{FF2B5EF4-FFF2-40B4-BE49-F238E27FC236}">
                <a16:creationId xmlns:a16="http://schemas.microsoft.com/office/drawing/2014/main" id="{8CCB9942-0E9E-4244-B66E-EDAFF6665972}"/>
              </a:ext>
            </a:extLst>
          </p:cNvPr>
          <p:cNvSpPr>
            <a:spLocks noGrp="1"/>
          </p:cNvSpPr>
          <p:nvPr>
            <p:ph type="body" sz="quarter" idx="10" hasCustomPrompt="1"/>
          </p:nvPr>
        </p:nvSpPr>
        <p:spPr>
          <a:xfrm>
            <a:off x="337933" y="564022"/>
            <a:ext cx="7133138"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spTree>
    <p:extLst>
      <p:ext uri="{BB962C8B-B14F-4D97-AF65-F5344CB8AC3E}">
        <p14:creationId xmlns:p14="http://schemas.microsoft.com/office/powerpoint/2010/main" val="3848688631"/>
      </p:ext>
    </p:extLst>
  </p:cSld>
  <p:clrMapOvr>
    <a:masterClrMapping/>
  </p:clrMapOvr>
  <p:hf sldNum="0"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03_Large right Image - two-lines title">
    <p:spTree>
      <p:nvGrpSpPr>
        <p:cNvPr id="1" name=""/>
        <p:cNvGrpSpPr/>
        <p:nvPr/>
      </p:nvGrpSpPr>
      <p:grpSpPr>
        <a:xfrm>
          <a:off x="0" y="0"/>
          <a:ext cx="0" cy="0"/>
          <a:chOff x="0" y="0"/>
          <a:chExt cx="0" cy="0"/>
        </a:xfrm>
      </p:grpSpPr>
      <p:sp>
        <p:nvSpPr>
          <p:cNvPr id="8" name="Espace réservé pour une image  9"/>
          <p:cNvSpPr>
            <a:spLocks noGrp="1"/>
          </p:cNvSpPr>
          <p:nvPr>
            <p:ph type="pic" sz="quarter" idx="14"/>
          </p:nvPr>
        </p:nvSpPr>
        <p:spPr>
          <a:xfrm>
            <a:off x="7937500" y="0"/>
            <a:ext cx="4254500" cy="6857999"/>
          </a:xfrm>
          <a:prstGeom prst="rect">
            <a:avLst/>
          </a:prstGeom>
        </p:spPr>
        <p:txBody>
          <a:bodyPr>
            <a:normAutofit/>
          </a:bodyPr>
          <a:lstStyle>
            <a:lvl1pPr marL="0" indent="0">
              <a:buNone/>
              <a:defRPr sz="1200" baseline="0"/>
            </a:lvl1pPr>
          </a:lstStyle>
          <a:p>
            <a:r>
              <a:rPr lang="fr-FR"/>
              <a:t>Cliquez sur l'icône pour ajouter une image</a:t>
            </a:r>
          </a:p>
        </p:txBody>
      </p:sp>
      <p:sp>
        <p:nvSpPr>
          <p:cNvPr id="13" name="Espace réservé du contenu 4">
            <a:extLst>
              <a:ext uri="{FF2B5EF4-FFF2-40B4-BE49-F238E27FC236}">
                <a16:creationId xmlns:a16="http://schemas.microsoft.com/office/drawing/2014/main" id="{DC07E09A-0AF2-44A0-9642-C5355482FB30}"/>
              </a:ext>
            </a:extLst>
          </p:cNvPr>
          <p:cNvSpPr>
            <a:spLocks noGrp="1"/>
          </p:cNvSpPr>
          <p:nvPr>
            <p:ph sz="quarter" idx="30"/>
          </p:nvPr>
        </p:nvSpPr>
        <p:spPr>
          <a:xfrm>
            <a:off x="356426" y="1700613"/>
            <a:ext cx="7102462" cy="4467734"/>
          </a:xfrm>
          <a:prstGeom prst="rect">
            <a:avLst/>
          </a:prstGeom>
        </p:spPr>
        <p:txBody>
          <a:bodyPr/>
          <a:lstStyle>
            <a:lvl1pPr>
              <a:defRPr sz="1200"/>
            </a:lvl1pPr>
            <a:lvl2pPr marL="685800" indent="-228600">
              <a:buFont typeface="Arial" panose="020B0604020202020204" pitchFamily="34" charset="0"/>
              <a:buChar char="−"/>
              <a:defRPr sz="1200"/>
            </a:lvl2pPr>
            <a:lvl3pPr marL="1143000" indent="-228600">
              <a:buFont typeface="Wingdings" panose="05000000000000000000" pitchFamily="2" charset="2"/>
              <a:buChar char="§"/>
              <a:defRPr sz="1200"/>
            </a:lvl3pPr>
            <a:lvl4pPr marL="1600200" indent="-228600">
              <a:buFont typeface="Courier New" panose="02070309020205020404" pitchFamily="49" charset="0"/>
              <a:buChar char="o"/>
              <a:defRPr sz="1200"/>
            </a:lvl4pPr>
            <a:lvl5pPr marL="2057400" indent="-228600">
              <a:buFont typeface="Wingdings" panose="05000000000000000000" pitchFamily="2" charset="2"/>
              <a:buChar char="q"/>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9" name="Espace réservé du pied de page 1">
            <a:extLst>
              <a:ext uri="{FF2B5EF4-FFF2-40B4-BE49-F238E27FC236}">
                <a16:creationId xmlns:a16="http://schemas.microsoft.com/office/drawing/2014/main" id="{2759849E-2A68-4344-9624-DE1E0F595EB1}"/>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5" name="Espace réservé du texte 4">
            <a:extLst>
              <a:ext uri="{FF2B5EF4-FFF2-40B4-BE49-F238E27FC236}">
                <a16:creationId xmlns:a16="http://schemas.microsoft.com/office/drawing/2014/main" id="{075BC0B9-4FA8-FB44-B8BC-A09342AA6161}"/>
              </a:ext>
            </a:extLst>
          </p:cNvPr>
          <p:cNvSpPr>
            <a:spLocks noGrp="1"/>
          </p:cNvSpPr>
          <p:nvPr>
            <p:ph type="body" sz="quarter" idx="35" hasCustomPrompt="1"/>
          </p:nvPr>
        </p:nvSpPr>
        <p:spPr>
          <a:xfrm>
            <a:off x="337931" y="1256005"/>
            <a:ext cx="7133140"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6" name="Espace réservé du texte 6">
            <a:extLst>
              <a:ext uri="{FF2B5EF4-FFF2-40B4-BE49-F238E27FC236}">
                <a16:creationId xmlns:a16="http://schemas.microsoft.com/office/drawing/2014/main" id="{8CCB9942-0E9E-4244-B66E-EDAFF6665972}"/>
              </a:ext>
            </a:extLst>
          </p:cNvPr>
          <p:cNvSpPr>
            <a:spLocks noGrp="1"/>
          </p:cNvSpPr>
          <p:nvPr>
            <p:ph type="body" sz="quarter" idx="10" hasCustomPrompt="1"/>
          </p:nvPr>
        </p:nvSpPr>
        <p:spPr>
          <a:xfrm>
            <a:off x="337933" y="564022"/>
            <a:ext cx="7133138" cy="580885"/>
          </a:xfrm>
          <a:prstGeom prst="rect">
            <a:avLst/>
          </a:prstGeom>
        </p:spPr>
        <p:txBody>
          <a:bodyPr anchor="t" anchorCtr="0"/>
          <a:lstStyle>
            <a:lvl1pPr marL="0" indent="0">
              <a:buNone/>
              <a:defRPr sz="2200" b="1" cap="all" spc="-150" baseline="0">
                <a:latin typeface="+mj-lt"/>
              </a:defRPr>
            </a:lvl1pPr>
          </a:lstStyle>
          <a:p>
            <a:pPr lvl="0"/>
            <a:r>
              <a:rPr lang="fr-FR"/>
              <a:t>Titre</a:t>
            </a:r>
          </a:p>
        </p:txBody>
      </p:sp>
    </p:spTree>
    <p:extLst>
      <p:ext uri="{BB962C8B-B14F-4D97-AF65-F5344CB8AC3E}">
        <p14:creationId xmlns:p14="http://schemas.microsoft.com/office/powerpoint/2010/main" val="425382919"/>
      </p:ext>
    </p:extLst>
  </p:cSld>
  <p:clrMapOvr>
    <a:masterClrMapping/>
  </p:clrMapOvr>
  <p:hf sldNum="0"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03_Large Top Image with Title below">
    <p:spTree>
      <p:nvGrpSpPr>
        <p:cNvPr id="1" name=""/>
        <p:cNvGrpSpPr/>
        <p:nvPr/>
      </p:nvGrpSpPr>
      <p:grpSpPr>
        <a:xfrm>
          <a:off x="0" y="0"/>
          <a:ext cx="0" cy="0"/>
          <a:chOff x="0" y="0"/>
          <a:chExt cx="0" cy="0"/>
        </a:xfrm>
      </p:grpSpPr>
      <p:sp>
        <p:nvSpPr>
          <p:cNvPr id="7" name="Espace réservé du texte 6"/>
          <p:cNvSpPr>
            <a:spLocks noGrp="1"/>
          </p:cNvSpPr>
          <p:nvPr>
            <p:ph type="body" sz="quarter" idx="11"/>
          </p:nvPr>
        </p:nvSpPr>
        <p:spPr>
          <a:xfrm>
            <a:off x="337932" y="2695074"/>
            <a:ext cx="11513174" cy="3369176"/>
          </a:xfrm>
          <a:prstGeom prst="rect">
            <a:avLst/>
          </a:prstGeom>
        </p:spPr>
        <p:txBody>
          <a:bodyPr numCol="2"/>
          <a:lstStyle>
            <a:lvl1pPr marL="0" indent="0" algn="l">
              <a:buNone/>
              <a:defRPr sz="1100"/>
            </a:lvl1pPr>
            <a:lvl2pPr algn="l">
              <a:defRPr sz="1100"/>
            </a:lvl2pPr>
            <a:lvl3pPr algn="l">
              <a:defRPr sz="1100"/>
            </a:lvl3pPr>
            <a:lvl4pPr algn="l">
              <a:defRPr sz="1100"/>
            </a:lvl4pPr>
            <a:lvl5pPr algn="l">
              <a:defRPr sz="1100"/>
            </a:lvl5pPr>
          </a:lstStyle>
          <a:p>
            <a:pPr lvl="0"/>
            <a:r>
              <a:rPr lang="fr-FR"/>
              <a:t>Cliquez pour modifier les styles du texte du masque</a:t>
            </a:r>
          </a:p>
        </p:txBody>
      </p:sp>
      <p:sp>
        <p:nvSpPr>
          <p:cNvPr id="8"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337932" y="2242454"/>
            <a:ext cx="7117686" cy="273879"/>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latin typeface="Arial" panose="020B0604020202020204" pitchFamily="34" charset="0"/>
                <a:cs typeface="Arial" panose="020B0604020202020204" pitchFamily="34" charset="0"/>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0" name="Espace réservé pour une image  9"/>
          <p:cNvSpPr>
            <a:spLocks noGrp="1"/>
          </p:cNvSpPr>
          <p:nvPr>
            <p:ph type="pic" sz="quarter" idx="36"/>
          </p:nvPr>
        </p:nvSpPr>
        <p:spPr>
          <a:xfrm>
            <a:off x="0" y="0"/>
            <a:ext cx="12192000" cy="1992313"/>
          </a:xfrm>
          <a:prstGeom prst="rect">
            <a:avLst/>
          </a:prstGeom>
        </p:spPr>
        <p:txBody>
          <a:bodyPr/>
          <a:lstStyle>
            <a:lvl1pPr>
              <a:defRPr sz="1400"/>
            </a:lvl1pPr>
          </a:lstStyle>
          <a:p>
            <a:r>
              <a:rPr lang="fr-FR"/>
              <a:t>Cliquez sur l'icône pour ajouter une image</a:t>
            </a:r>
          </a:p>
        </p:txBody>
      </p:sp>
      <p:sp>
        <p:nvSpPr>
          <p:cNvPr id="5" name="Espace réservé du texte 4"/>
          <p:cNvSpPr>
            <a:spLocks noGrp="1"/>
          </p:cNvSpPr>
          <p:nvPr>
            <p:ph type="body" sz="quarter" idx="27"/>
          </p:nvPr>
        </p:nvSpPr>
        <p:spPr>
          <a:xfrm>
            <a:off x="256374" y="1200611"/>
            <a:ext cx="11246265" cy="542730"/>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3200" b="1" cap="all"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Cliquez pour modifier les styles du texte du masque</a:t>
            </a:r>
          </a:p>
        </p:txBody>
      </p:sp>
    </p:spTree>
    <p:extLst>
      <p:ext uri="{BB962C8B-B14F-4D97-AF65-F5344CB8AC3E}">
        <p14:creationId xmlns:p14="http://schemas.microsoft.com/office/powerpoint/2010/main" val="137984216"/>
      </p:ext>
    </p:extLst>
  </p:cSld>
  <p:clrMapOvr>
    <a:masterClrMapping/>
  </p:clrMapOvr>
  <p:hf sldNum="0"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03_Large Top Image with Title on top">
    <p:spTree>
      <p:nvGrpSpPr>
        <p:cNvPr id="1" name=""/>
        <p:cNvGrpSpPr/>
        <p:nvPr/>
      </p:nvGrpSpPr>
      <p:grpSpPr>
        <a:xfrm>
          <a:off x="0" y="0"/>
          <a:ext cx="0" cy="0"/>
          <a:chOff x="0" y="0"/>
          <a:chExt cx="0" cy="0"/>
        </a:xfrm>
      </p:grpSpPr>
      <p:sp>
        <p:nvSpPr>
          <p:cNvPr id="10" name="Espace réservé pour une image  9"/>
          <p:cNvSpPr>
            <a:spLocks noGrp="1"/>
          </p:cNvSpPr>
          <p:nvPr>
            <p:ph type="pic" sz="quarter" idx="36"/>
          </p:nvPr>
        </p:nvSpPr>
        <p:spPr>
          <a:xfrm>
            <a:off x="0" y="-1"/>
            <a:ext cx="12192000" cy="2273181"/>
          </a:xfrm>
          <a:prstGeom prst="rect">
            <a:avLst/>
          </a:prstGeom>
        </p:spPr>
        <p:txBody>
          <a:bodyPr/>
          <a:lstStyle>
            <a:lvl1pPr>
              <a:defRPr sz="1400"/>
            </a:lvl1pPr>
          </a:lstStyle>
          <a:p>
            <a:r>
              <a:rPr lang="fr-FR"/>
              <a:t>Cliquez sur l'icône pour ajouter une image</a:t>
            </a:r>
          </a:p>
        </p:txBody>
      </p:sp>
      <p:sp>
        <p:nvSpPr>
          <p:cNvPr id="13" name="Espace réservé du contenu 4"/>
          <p:cNvSpPr>
            <a:spLocks noGrp="1"/>
          </p:cNvSpPr>
          <p:nvPr>
            <p:ph sz="quarter" idx="16" hasCustomPrompt="1"/>
          </p:nvPr>
        </p:nvSpPr>
        <p:spPr>
          <a:xfrm>
            <a:off x="342900" y="2999573"/>
            <a:ext cx="11428686" cy="3324313"/>
          </a:xfrm>
          <a:prstGeom prst="rect">
            <a:avLst/>
          </a:prstGeom>
        </p:spPr>
        <p:txBody>
          <a:bodyPr/>
          <a:lstStyle>
            <a:lvl1pPr marL="0" indent="0">
              <a:buNone/>
              <a:defRPr sz="1200">
                <a:latin typeface="Arial" panose="020B0604020202020204" pitchFamily="34" charset="0"/>
                <a:cs typeface="Arial" panose="020B0604020202020204" pitchFamily="34" charset="0"/>
              </a:defRPr>
            </a:lvl1pPr>
            <a:lvl2pPr marL="685800" indent="-228600">
              <a:buFont typeface="Arial" panose="020B0604020202020204" pitchFamily="34" charset="0"/>
              <a:buChar char="•"/>
              <a:defRPr sz="1200">
                <a:latin typeface="Arial" panose="020B0604020202020204" pitchFamily="34" charset="0"/>
                <a:cs typeface="Arial" panose="020B0604020202020204" pitchFamily="34" charset="0"/>
              </a:defRPr>
            </a:lvl2pPr>
            <a:lvl3pPr marL="1143000" indent="-228600">
              <a:buFont typeface="Arial" panose="020B0604020202020204" pitchFamily="34" charset="0"/>
              <a:buChar char="–"/>
              <a:defRPr sz="12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600">
                <a:latin typeface="Arial" panose="020B0604020202020204" pitchFamily="34" charset="0"/>
                <a:cs typeface="Arial" panose="020B0604020202020204" pitchFamily="34" charset="0"/>
              </a:defRPr>
            </a:lvl4pPr>
            <a:lvl5pPr marL="2057400" indent="-228600">
              <a:buFont typeface="Wingdings" panose="05000000000000000000" pitchFamily="2" charset="2"/>
              <a:buChar char="q"/>
              <a:defRPr sz="1600">
                <a:latin typeface="Arial" panose="020B0604020202020204" pitchFamily="34" charset="0"/>
                <a:cs typeface="Arial" panose="020B0604020202020204" pitchFamily="34" charset="0"/>
              </a:defRPr>
            </a:lvl5pPr>
          </a:lstStyle>
          <a:p>
            <a:pPr lvl="0"/>
            <a:r>
              <a:rPr lang="fr-FR"/>
              <a:t>Premier niveau</a:t>
            </a:r>
          </a:p>
          <a:p>
            <a:pPr lvl="1"/>
            <a:r>
              <a:rPr lang="fr-FR"/>
              <a:t>Deuxième niveau</a:t>
            </a:r>
          </a:p>
          <a:p>
            <a:pPr lvl="2"/>
            <a:r>
              <a:rPr lang="fr-FR"/>
              <a:t>Troisième niveau</a:t>
            </a:r>
          </a:p>
        </p:txBody>
      </p:sp>
      <p:sp>
        <p:nvSpPr>
          <p:cNvPr id="14"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337931" y="2589150"/>
            <a:ext cx="11433654"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5" name="Espace réservé du texte 6">
            <a:extLst>
              <a:ext uri="{FF2B5EF4-FFF2-40B4-BE49-F238E27FC236}">
                <a16:creationId xmlns:a16="http://schemas.microsoft.com/office/drawing/2014/main" id="{D3A77A92-E553-4800-AE77-3A3A6B40817C}"/>
              </a:ext>
            </a:extLst>
          </p:cNvPr>
          <p:cNvSpPr>
            <a:spLocks noGrp="1"/>
          </p:cNvSpPr>
          <p:nvPr>
            <p:ph type="body" sz="quarter" idx="10" hasCustomPrompt="1"/>
          </p:nvPr>
        </p:nvSpPr>
        <p:spPr>
          <a:xfrm>
            <a:off x="379173" y="572567"/>
            <a:ext cx="11433654" cy="358691"/>
          </a:xfrm>
          <a:prstGeom prst="rect">
            <a:avLst/>
          </a:prstGeom>
        </p:spPr>
        <p:txBody>
          <a:bodyPr anchor="t" anchorCtr="0"/>
          <a:lstStyle>
            <a:lvl1pPr marL="0" indent="0">
              <a:buNone/>
              <a:defRPr sz="3200" b="1" cap="all" spc="-150" baseline="0">
                <a:solidFill>
                  <a:schemeClr val="bg1"/>
                </a:solidFill>
                <a:latin typeface="+mj-lt"/>
              </a:defRPr>
            </a:lvl1pPr>
          </a:lstStyle>
          <a:p>
            <a:pPr lvl="0"/>
            <a:r>
              <a:rPr lang="fr-FR"/>
              <a:t>Titre</a:t>
            </a:r>
          </a:p>
        </p:txBody>
      </p:sp>
    </p:spTree>
    <p:extLst>
      <p:ext uri="{BB962C8B-B14F-4D97-AF65-F5344CB8AC3E}">
        <p14:creationId xmlns:p14="http://schemas.microsoft.com/office/powerpoint/2010/main" val="2491147150"/>
      </p:ext>
    </p:extLst>
  </p:cSld>
  <p:clrMapOvr>
    <a:masterClrMapping/>
  </p:clrMapOvr>
  <p:hf sldNum="0"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4_Large Top Image with Title bottom left">
    <p:spTree>
      <p:nvGrpSpPr>
        <p:cNvPr id="1" name=""/>
        <p:cNvGrpSpPr/>
        <p:nvPr/>
      </p:nvGrpSpPr>
      <p:grpSpPr>
        <a:xfrm>
          <a:off x="0" y="0"/>
          <a:ext cx="0" cy="0"/>
          <a:chOff x="0" y="0"/>
          <a:chExt cx="0" cy="0"/>
        </a:xfrm>
      </p:grpSpPr>
      <p:sp>
        <p:nvSpPr>
          <p:cNvPr id="10" name="Espace réservé pour une image  9"/>
          <p:cNvSpPr>
            <a:spLocks noGrp="1"/>
          </p:cNvSpPr>
          <p:nvPr>
            <p:ph type="pic" sz="quarter" idx="36"/>
          </p:nvPr>
        </p:nvSpPr>
        <p:spPr>
          <a:xfrm>
            <a:off x="0" y="0"/>
            <a:ext cx="12192000" cy="3019246"/>
          </a:xfrm>
          <a:prstGeom prst="rect">
            <a:avLst/>
          </a:prstGeom>
        </p:spPr>
        <p:txBody>
          <a:bodyPr/>
          <a:lstStyle>
            <a:lvl1pPr>
              <a:defRPr sz="1400"/>
            </a:lvl1pPr>
          </a:lstStyle>
          <a:p>
            <a:r>
              <a:rPr lang="fr-FR"/>
              <a:t>Cliquez sur l'icône pour ajouter une image</a:t>
            </a:r>
          </a:p>
        </p:txBody>
      </p:sp>
      <p:sp>
        <p:nvSpPr>
          <p:cNvPr id="7" name="Espace réservé du texte 6"/>
          <p:cNvSpPr>
            <a:spLocks noGrp="1"/>
          </p:cNvSpPr>
          <p:nvPr>
            <p:ph type="body" sz="quarter" idx="11" hasCustomPrompt="1"/>
          </p:nvPr>
        </p:nvSpPr>
        <p:spPr>
          <a:xfrm>
            <a:off x="5794050" y="3990886"/>
            <a:ext cx="6057056" cy="2073363"/>
          </a:xfrm>
          <a:prstGeom prst="rect">
            <a:avLst/>
          </a:prstGeom>
        </p:spPr>
        <p:txBody>
          <a:bodyPr numCol="1"/>
          <a:lstStyle>
            <a:lvl1pPr marL="0" indent="0" algn="l">
              <a:buNone/>
              <a:defRPr sz="1200"/>
            </a:lvl1pPr>
            <a:lvl2pPr algn="l">
              <a:defRPr sz="1100"/>
            </a:lvl2pPr>
            <a:lvl3pPr algn="l">
              <a:defRPr sz="1100"/>
            </a:lvl3pPr>
            <a:lvl4pPr algn="l">
              <a:defRPr sz="1100"/>
            </a:lvl4pPr>
            <a:lvl5pPr algn="l">
              <a:defRPr sz="1100"/>
            </a:lvl5pPr>
          </a:lstStyle>
          <a:p>
            <a:pPr lvl="0"/>
            <a:r>
              <a:rPr lang="fr-FR" err="1"/>
              <a:t>Text</a:t>
            </a:r>
            <a:endParaRPr lang="fr-FR"/>
          </a:p>
        </p:txBody>
      </p:sp>
      <p:sp>
        <p:nvSpPr>
          <p:cNvPr id="5" name="Espace réservé du texte 4"/>
          <p:cNvSpPr>
            <a:spLocks noGrp="1"/>
          </p:cNvSpPr>
          <p:nvPr>
            <p:ph type="body" sz="quarter" idx="27" hasCustomPrompt="1"/>
          </p:nvPr>
        </p:nvSpPr>
        <p:spPr>
          <a:xfrm>
            <a:off x="529839" y="3990886"/>
            <a:ext cx="4443817" cy="2153540"/>
          </a:xfrm>
          <a:prstGeom prst="rect">
            <a:avLst/>
          </a:prstGeom>
        </p:spPr>
        <p:txBody>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4000" b="1" cap="all"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a:t>
            </a:r>
          </a:p>
        </p:txBody>
      </p:sp>
      <p:cxnSp>
        <p:nvCxnSpPr>
          <p:cNvPr id="11" name="Connecteur droit 10"/>
          <p:cNvCxnSpPr/>
          <p:nvPr/>
        </p:nvCxnSpPr>
        <p:spPr>
          <a:xfrm>
            <a:off x="5396752" y="3550024"/>
            <a:ext cx="0" cy="22949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Connecteur droit 5">
            <a:extLst>
              <a:ext uri="{FF2B5EF4-FFF2-40B4-BE49-F238E27FC236}">
                <a16:creationId xmlns:a16="http://schemas.microsoft.com/office/drawing/2014/main" id="{E6673920-36A8-90DF-8F68-79C01B9E27F4}"/>
              </a:ext>
            </a:extLst>
          </p:cNvPr>
          <p:cNvCxnSpPr/>
          <p:nvPr userDrawn="1"/>
        </p:nvCxnSpPr>
        <p:spPr>
          <a:xfrm>
            <a:off x="5396752" y="3550024"/>
            <a:ext cx="0" cy="22949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92044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03_Larger Top Image with Title on top">
    <p:spTree>
      <p:nvGrpSpPr>
        <p:cNvPr id="1" name=""/>
        <p:cNvGrpSpPr/>
        <p:nvPr/>
      </p:nvGrpSpPr>
      <p:grpSpPr>
        <a:xfrm>
          <a:off x="0" y="0"/>
          <a:ext cx="0" cy="0"/>
          <a:chOff x="0" y="0"/>
          <a:chExt cx="0" cy="0"/>
        </a:xfrm>
      </p:grpSpPr>
      <p:sp>
        <p:nvSpPr>
          <p:cNvPr id="10" name="Espace réservé pour une image  9"/>
          <p:cNvSpPr>
            <a:spLocks noGrp="1"/>
          </p:cNvSpPr>
          <p:nvPr>
            <p:ph type="pic" sz="quarter" idx="36"/>
          </p:nvPr>
        </p:nvSpPr>
        <p:spPr>
          <a:xfrm>
            <a:off x="0" y="0"/>
            <a:ext cx="12192000" cy="1598064"/>
          </a:xfrm>
          <a:prstGeom prst="rect">
            <a:avLst/>
          </a:prstGeom>
        </p:spPr>
        <p:txBody>
          <a:bodyPr/>
          <a:lstStyle>
            <a:lvl1pPr>
              <a:defRPr sz="1400"/>
            </a:lvl1pPr>
          </a:lstStyle>
          <a:p>
            <a:r>
              <a:rPr lang="fr-FR"/>
              <a:t>Cliquez sur l'icône pour ajouter une image</a:t>
            </a:r>
          </a:p>
        </p:txBody>
      </p:sp>
      <p:sp>
        <p:nvSpPr>
          <p:cNvPr id="13" name="Espace réservé du contenu 4"/>
          <p:cNvSpPr>
            <a:spLocks noGrp="1"/>
          </p:cNvSpPr>
          <p:nvPr>
            <p:ph sz="quarter" idx="16" hasCustomPrompt="1"/>
          </p:nvPr>
        </p:nvSpPr>
        <p:spPr>
          <a:xfrm>
            <a:off x="342900" y="2196269"/>
            <a:ext cx="11428686" cy="4127618"/>
          </a:xfrm>
          <a:prstGeom prst="rect">
            <a:avLst/>
          </a:prstGeom>
        </p:spPr>
        <p:txBody>
          <a:bodyPr/>
          <a:lstStyle>
            <a:lvl1pPr marL="0" indent="0">
              <a:buNone/>
              <a:defRPr sz="1200">
                <a:latin typeface="Arial" panose="020B0604020202020204" pitchFamily="34" charset="0"/>
                <a:cs typeface="Arial" panose="020B0604020202020204" pitchFamily="34" charset="0"/>
              </a:defRPr>
            </a:lvl1pPr>
            <a:lvl2pPr marL="685800" indent="-228600">
              <a:buFont typeface="Arial" panose="020B0604020202020204" pitchFamily="34" charset="0"/>
              <a:buChar char="•"/>
              <a:defRPr sz="1200">
                <a:latin typeface="Arial" panose="020B0604020202020204" pitchFamily="34" charset="0"/>
                <a:cs typeface="Arial" panose="020B0604020202020204" pitchFamily="34" charset="0"/>
              </a:defRPr>
            </a:lvl2pPr>
            <a:lvl3pPr marL="1143000" indent="-228600">
              <a:buFont typeface="Arial" panose="020B0604020202020204" pitchFamily="34" charset="0"/>
              <a:buChar char="–"/>
              <a:defRPr sz="12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600">
                <a:latin typeface="Arial" panose="020B0604020202020204" pitchFamily="34" charset="0"/>
                <a:cs typeface="Arial" panose="020B0604020202020204" pitchFamily="34" charset="0"/>
              </a:defRPr>
            </a:lvl4pPr>
            <a:lvl5pPr marL="2057400" indent="-228600">
              <a:buFont typeface="Wingdings" panose="05000000000000000000" pitchFamily="2" charset="2"/>
              <a:buChar char="q"/>
              <a:defRPr sz="1600">
                <a:latin typeface="Arial" panose="020B0604020202020204" pitchFamily="34" charset="0"/>
                <a:cs typeface="Arial" panose="020B0604020202020204" pitchFamily="34" charset="0"/>
              </a:defRPr>
            </a:lvl5pPr>
          </a:lstStyle>
          <a:p>
            <a:pPr lvl="0"/>
            <a:r>
              <a:rPr lang="fr-FR"/>
              <a:t>Premier niveau</a:t>
            </a:r>
          </a:p>
          <a:p>
            <a:pPr lvl="1"/>
            <a:r>
              <a:rPr lang="fr-FR"/>
              <a:t>Deuxième niveau</a:t>
            </a:r>
          </a:p>
          <a:p>
            <a:pPr lvl="2"/>
            <a:r>
              <a:rPr lang="fr-FR"/>
              <a:t>Troisième niveau</a:t>
            </a:r>
          </a:p>
        </p:txBody>
      </p:sp>
      <p:sp>
        <p:nvSpPr>
          <p:cNvPr id="14"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337931" y="1811483"/>
            <a:ext cx="11433654"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5" name="Espace réservé du texte 6">
            <a:extLst>
              <a:ext uri="{FF2B5EF4-FFF2-40B4-BE49-F238E27FC236}">
                <a16:creationId xmlns:a16="http://schemas.microsoft.com/office/drawing/2014/main" id="{D3A77A92-E553-4800-AE77-3A3A6B40817C}"/>
              </a:ext>
            </a:extLst>
          </p:cNvPr>
          <p:cNvSpPr>
            <a:spLocks noGrp="1"/>
          </p:cNvSpPr>
          <p:nvPr>
            <p:ph type="body" sz="quarter" idx="10" hasCustomPrompt="1"/>
          </p:nvPr>
        </p:nvSpPr>
        <p:spPr>
          <a:xfrm>
            <a:off x="337932" y="564022"/>
            <a:ext cx="11433654" cy="358691"/>
          </a:xfrm>
          <a:prstGeom prst="rect">
            <a:avLst/>
          </a:prstGeom>
        </p:spPr>
        <p:txBody>
          <a:bodyPr anchor="t" anchorCtr="0"/>
          <a:lstStyle>
            <a:lvl1pPr marL="0" indent="0">
              <a:buNone/>
              <a:defRPr sz="2200" b="1" cap="all" spc="-150" baseline="0">
                <a:solidFill>
                  <a:schemeClr val="bg1"/>
                </a:solidFill>
                <a:latin typeface="+mj-lt"/>
              </a:defRPr>
            </a:lvl1pPr>
          </a:lstStyle>
          <a:p>
            <a:pPr lvl="0"/>
            <a:r>
              <a:rPr lang="fr-FR"/>
              <a:t>Titre</a:t>
            </a:r>
          </a:p>
        </p:txBody>
      </p:sp>
    </p:spTree>
    <p:extLst>
      <p:ext uri="{BB962C8B-B14F-4D97-AF65-F5344CB8AC3E}">
        <p14:creationId xmlns:p14="http://schemas.microsoft.com/office/powerpoint/2010/main" val="2458832286"/>
      </p:ext>
    </p:extLst>
  </p:cSld>
  <p:clrMapOvr>
    <a:masterClrMapping/>
  </p:clrMapOvr>
  <p:hf sldNum="0"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03_Narrow Top Image with Title on top">
    <p:spTree>
      <p:nvGrpSpPr>
        <p:cNvPr id="1" name=""/>
        <p:cNvGrpSpPr/>
        <p:nvPr/>
      </p:nvGrpSpPr>
      <p:grpSpPr>
        <a:xfrm>
          <a:off x="0" y="0"/>
          <a:ext cx="0" cy="0"/>
          <a:chOff x="0" y="0"/>
          <a:chExt cx="0" cy="0"/>
        </a:xfrm>
      </p:grpSpPr>
      <p:sp>
        <p:nvSpPr>
          <p:cNvPr id="10" name="Espace réservé pour une image  9"/>
          <p:cNvSpPr>
            <a:spLocks noGrp="1"/>
          </p:cNvSpPr>
          <p:nvPr>
            <p:ph type="pic" sz="quarter" idx="36"/>
          </p:nvPr>
        </p:nvSpPr>
        <p:spPr>
          <a:xfrm>
            <a:off x="0" y="0"/>
            <a:ext cx="12192000" cy="1136591"/>
          </a:xfrm>
          <a:prstGeom prst="rect">
            <a:avLst/>
          </a:prstGeom>
        </p:spPr>
        <p:txBody>
          <a:bodyPr/>
          <a:lstStyle>
            <a:lvl1pPr>
              <a:defRPr sz="1400"/>
            </a:lvl1pPr>
          </a:lstStyle>
          <a:p>
            <a:r>
              <a:rPr lang="fr-FR"/>
              <a:t>Cliquez sur l'icône pour ajouter une image</a:t>
            </a:r>
          </a:p>
        </p:txBody>
      </p:sp>
      <p:sp>
        <p:nvSpPr>
          <p:cNvPr id="13" name="Espace réservé du contenu 4"/>
          <p:cNvSpPr>
            <a:spLocks noGrp="1"/>
          </p:cNvSpPr>
          <p:nvPr>
            <p:ph sz="quarter" idx="16" hasCustomPrompt="1"/>
          </p:nvPr>
        </p:nvSpPr>
        <p:spPr>
          <a:xfrm>
            <a:off x="342900" y="2025352"/>
            <a:ext cx="11428686" cy="4298535"/>
          </a:xfrm>
          <a:prstGeom prst="rect">
            <a:avLst/>
          </a:prstGeom>
        </p:spPr>
        <p:txBody>
          <a:bodyPr/>
          <a:lstStyle>
            <a:lvl1pPr marL="0" indent="0">
              <a:buNone/>
              <a:defRPr sz="1200">
                <a:latin typeface="Arial" panose="020B0604020202020204" pitchFamily="34" charset="0"/>
                <a:cs typeface="Arial" panose="020B0604020202020204" pitchFamily="34" charset="0"/>
              </a:defRPr>
            </a:lvl1pPr>
            <a:lvl2pPr marL="685800" indent="-228600">
              <a:buFont typeface="Arial" panose="020B0604020202020204" pitchFamily="34" charset="0"/>
              <a:buChar char="•"/>
              <a:defRPr sz="1200">
                <a:latin typeface="Arial" panose="020B0604020202020204" pitchFamily="34" charset="0"/>
                <a:cs typeface="Arial" panose="020B0604020202020204" pitchFamily="34" charset="0"/>
              </a:defRPr>
            </a:lvl2pPr>
            <a:lvl3pPr marL="1143000" indent="-228600">
              <a:buFont typeface="Arial" panose="020B0604020202020204" pitchFamily="34" charset="0"/>
              <a:buChar char="–"/>
              <a:defRPr sz="12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600">
                <a:latin typeface="Arial" panose="020B0604020202020204" pitchFamily="34" charset="0"/>
                <a:cs typeface="Arial" panose="020B0604020202020204" pitchFamily="34" charset="0"/>
              </a:defRPr>
            </a:lvl4pPr>
            <a:lvl5pPr marL="2057400" indent="-228600">
              <a:buFont typeface="Wingdings" panose="05000000000000000000" pitchFamily="2" charset="2"/>
              <a:buChar char="q"/>
              <a:defRPr sz="1600">
                <a:latin typeface="Arial" panose="020B0604020202020204" pitchFamily="34" charset="0"/>
                <a:cs typeface="Arial" panose="020B0604020202020204" pitchFamily="34" charset="0"/>
              </a:defRPr>
            </a:lvl5pPr>
          </a:lstStyle>
          <a:p>
            <a:pPr lvl="0"/>
            <a:r>
              <a:rPr lang="fr-FR"/>
              <a:t>Premier niveau</a:t>
            </a:r>
          </a:p>
          <a:p>
            <a:pPr lvl="1"/>
            <a:r>
              <a:rPr lang="fr-FR"/>
              <a:t>Deuxième niveau</a:t>
            </a:r>
          </a:p>
          <a:p>
            <a:pPr lvl="2"/>
            <a:r>
              <a:rPr lang="fr-FR"/>
              <a:t>Troisième niveau</a:t>
            </a:r>
          </a:p>
        </p:txBody>
      </p:sp>
      <p:sp>
        <p:nvSpPr>
          <p:cNvPr id="14"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337931" y="1332914"/>
            <a:ext cx="11433654"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5" name="Espace réservé du texte 6">
            <a:extLst>
              <a:ext uri="{FF2B5EF4-FFF2-40B4-BE49-F238E27FC236}">
                <a16:creationId xmlns:a16="http://schemas.microsoft.com/office/drawing/2014/main" id="{D3A77A92-E553-4800-AE77-3A3A6B40817C}"/>
              </a:ext>
            </a:extLst>
          </p:cNvPr>
          <p:cNvSpPr>
            <a:spLocks noGrp="1"/>
          </p:cNvSpPr>
          <p:nvPr>
            <p:ph type="body" sz="quarter" idx="10" hasCustomPrompt="1"/>
          </p:nvPr>
        </p:nvSpPr>
        <p:spPr>
          <a:xfrm>
            <a:off x="337932" y="564022"/>
            <a:ext cx="11433654" cy="358691"/>
          </a:xfrm>
          <a:prstGeom prst="rect">
            <a:avLst/>
          </a:prstGeom>
        </p:spPr>
        <p:txBody>
          <a:bodyPr anchor="t" anchorCtr="0"/>
          <a:lstStyle>
            <a:lvl1pPr marL="0" indent="0">
              <a:buNone/>
              <a:defRPr sz="2200" b="1" cap="all" spc="-150" baseline="0">
                <a:solidFill>
                  <a:schemeClr val="bg1"/>
                </a:solidFill>
                <a:latin typeface="+mj-lt"/>
              </a:defRPr>
            </a:lvl1pPr>
          </a:lstStyle>
          <a:p>
            <a:pPr lvl="0"/>
            <a:r>
              <a:rPr lang="fr-FR"/>
              <a:t>Titre</a:t>
            </a:r>
          </a:p>
        </p:txBody>
      </p:sp>
    </p:spTree>
    <p:extLst>
      <p:ext uri="{BB962C8B-B14F-4D97-AF65-F5344CB8AC3E}">
        <p14:creationId xmlns:p14="http://schemas.microsoft.com/office/powerpoint/2010/main" val="985693003"/>
      </p:ext>
    </p:extLst>
  </p:cSld>
  <p:clrMapOvr>
    <a:masterClrMapping/>
  </p:clrMapOvr>
  <p:hf sldNum="0"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03_Detached Middle Image">
    <p:spTree>
      <p:nvGrpSpPr>
        <p:cNvPr id="1" name=""/>
        <p:cNvGrpSpPr/>
        <p:nvPr/>
      </p:nvGrpSpPr>
      <p:grpSpPr>
        <a:xfrm>
          <a:off x="0" y="0"/>
          <a:ext cx="0" cy="0"/>
          <a:chOff x="0" y="0"/>
          <a:chExt cx="0" cy="0"/>
        </a:xfrm>
      </p:grpSpPr>
      <p:sp>
        <p:nvSpPr>
          <p:cNvPr id="4" name="Espace réservé du pied de page 1">
            <a:extLst>
              <a:ext uri="{FF2B5EF4-FFF2-40B4-BE49-F238E27FC236}">
                <a16:creationId xmlns:a16="http://schemas.microsoft.com/office/drawing/2014/main" id="{8376E364-0882-8740-9AE3-9B375975E0FB}"/>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6" name="Espace réservé pour une image  9"/>
          <p:cNvSpPr>
            <a:spLocks noGrp="1"/>
          </p:cNvSpPr>
          <p:nvPr>
            <p:ph type="pic" sz="quarter" idx="36"/>
          </p:nvPr>
        </p:nvSpPr>
        <p:spPr>
          <a:xfrm>
            <a:off x="0" y="1000663"/>
            <a:ext cx="12192000" cy="3019245"/>
          </a:xfrm>
          <a:prstGeom prst="rect">
            <a:avLst/>
          </a:prstGeom>
        </p:spPr>
        <p:txBody>
          <a:bodyPr/>
          <a:lstStyle>
            <a:lvl1pPr>
              <a:defRPr sz="1400"/>
            </a:lvl1pPr>
          </a:lstStyle>
          <a:p>
            <a:r>
              <a:rPr lang="fr-FR"/>
              <a:t>Cliquez sur l'icône pour ajouter une image</a:t>
            </a:r>
          </a:p>
        </p:txBody>
      </p:sp>
      <p:sp>
        <p:nvSpPr>
          <p:cNvPr id="7" name="Espace réservé du texte 4"/>
          <p:cNvSpPr>
            <a:spLocks noGrp="1"/>
          </p:cNvSpPr>
          <p:nvPr>
            <p:ph type="body" sz="quarter" idx="27" hasCustomPrompt="1"/>
          </p:nvPr>
        </p:nvSpPr>
        <p:spPr>
          <a:xfrm>
            <a:off x="441533" y="4264369"/>
            <a:ext cx="11308934" cy="846034"/>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cap="all"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a:t>
            </a:r>
          </a:p>
        </p:txBody>
      </p:sp>
    </p:spTree>
    <p:extLst>
      <p:ext uri="{BB962C8B-B14F-4D97-AF65-F5344CB8AC3E}">
        <p14:creationId xmlns:p14="http://schemas.microsoft.com/office/powerpoint/2010/main" val="2546122268"/>
      </p:ext>
    </p:extLst>
  </p:cSld>
  <p:clrMapOvr>
    <a:masterClrMapping/>
  </p:clrMapOvr>
  <p:hf sldNum="0"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03_Large Middle Image">
    <p:spTree>
      <p:nvGrpSpPr>
        <p:cNvPr id="1" name=""/>
        <p:cNvGrpSpPr/>
        <p:nvPr/>
      </p:nvGrpSpPr>
      <p:grpSpPr>
        <a:xfrm>
          <a:off x="0" y="0"/>
          <a:ext cx="0" cy="0"/>
          <a:chOff x="0" y="0"/>
          <a:chExt cx="0" cy="0"/>
        </a:xfrm>
      </p:grpSpPr>
      <p:sp>
        <p:nvSpPr>
          <p:cNvPr id="6" name="Espace réservé du tableau 5"/>
          <p:cNvSpPr>
            <a:spLocks noGrp="1"/>
          </p:cNvSpPr>
          <p:nvPr>
            <p:ph type="tbl" sz="quarter" idx="28"/>
          </p:nvPr>
        </p:nvSpPr>
        <p:spPr>
          <a:xfrm>
            <a:off x="333231" y="2181226"/>
            <a:ext cx="11591925" cy="2019300"/>
          </a:xfrm>
          <a:prstGeom prst="rect">
            <a:avLst/>
          </a:prstGeom>
        </p:spPr>
        <p:txBody>
          <a:bodyPr/>
          <a:lstStyle>
            <a:lvl1pPr marL="0" indent="0">
              <a:lnSpc>
                <a:spcPts val="1500"/>
              </a:lnSpc>
              <a:buNone/>
              <a:defRPr sz="1200">
                <a:latin typeface="Arial" panose="020B0604020202020204" pitchFamily="34" charset="0"/>
                <a:cs typeface="Arial" panose="020B0604020202020204" pitchFamily="34" charset="0"/>
              </a:defRPr>
            </a:lvl1pPr>
          </a:lstStyle>
          <a:p>
            <a:r>
              <a:rPr lang="fr-FR"/>
              <a:t>Cliquez sur l'icône pour ajouter un tableau</a:t>
            </a:r>
          </a:p>
        </p:txBody>
      </p:sp>
      <p:sp>
        <p:nvSpPr>
          <p:cNvPr id="8" name="Espace réservé du texte 9"/>
          <p:cNvSpPr>
            <a:spLocks noGrp="1"/>
          </p:cNvSpPr>
          <p:nvPr>
            <p:ph type="body" sz="quarter" idx="22"/>
          </p:nvPr>
        </p:nvSpPr>
        <p:spPr>
          <a:xfrm>
            <a:off x="333231" y="5133975"/>
            <a:ext cx="5534170" cy="809955"/>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0" name="Espace réservé du texte 9"/>
          <p:cNvSpPr>
            <a:spLocks noGrp="1"/>
          </p:cNvSpPr>
          <p:nvPr>
            <p:ph type="body" sz="quarter" idx="33"/>
          </p:nvPr>
        </p:nvSpPr>
        <p:spPr>
          <a:xfrm>
            <a:off x="6390986" y="5133974"/>
            <a:ext cx="5534170" cy="809955"/>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1" name="Espace réservé du texte 4"/>
          <p:cNvSpPr>
            <a:spLocks noGrp="1"/>
          </p:cNvSpPr>
          <p:nvPr>
            <p:ph type="body" sz="quarter" idx="34"/>
          </p:nvPr>
        </p:nvSpPr>
        <p:spPr>
          <a:xfrm>
            <a:off x="333232" y="4618600"/>
            <a:ext cx="5534170" cy="21294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Cliquez pour modifier les styles du texte du masque</a:t>
            </a:r>
          </a:p>
        </p:txBody>
      </p:sp>
      <p:sp>
        <p:nvSpPr>
          <p:cNvPr id="12" name="Espace réservé du texte 4"/>
          <p:cNvSpPr>
            <a:spLocks noGrp="1"/>
          </p:cNvSpPr>
          <p:nvPr>
            <p:ph type="body" sz="quarter" idx="35"/>
          </p:nvPr>
        </p:nvSpPr>
        <p:spPr>
          <a:xfrm>
            <a:off x="6390986" y="4618600"/>
            <a:ext cx="5534170" cy="21294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Cliquez pour modifier les styles du texte du masque</a:t>
            </a:r>
          </a:p>
        </p:txBody>
      </p:sp>
      <p:sp>
        <p:nvSpPr>
          <p:cNvPr id="13" name="Espace réservé du texte 6">
            <a:extLst>
              <a:ext uri="{FF2B5EF4-FFF2-40B4-BE49-F238E27FC236}">
                <a16:creationId xmlns:a16="http://schemas.microsoft.com/office/drawing/2014/main" id="{FD92F58E-2BB2-4716-AB6D-4E340CB32695}"/>
              </a:ext>
            </a:extLst>
          </p:cNvPr>
          <p:cNvSpPr>
            <a:spLocks noGrp="1"/>
          </p:cNvSpPr>
          <p:nvPr>
            <p:ph type="body" sz="quarter" idx="42" hasCustomPrompt="1"/>
          </p:nvPr>
        </p:nvSpPr>
        <p:spPr>
          <a:xfrm>
            <a:off x="337933" y="564022"/>
            <a:ext cx="11414124" cy="645000"/>
          </a:xfrm>
          <a:prstGeom prst="rect">
            <a:avLst/>
          </a:prstGeom>
        </p:spPr>
        <p:txBody>
          <a:bodyPr anchor="ctr"/>
          <a:lstStyle>
            <a:lvl1pPr marL="0" indent="0">
              <a:buNone/>
              <a:defRPr sz="2200" b="1" cap="all" spc="-150" baseline="0">
                <a:latin typeface="+mj-lt"/>
              </a:defRPr>
            </a:lvl1pPr>
          </a:lstStyle>
          <a:p>
            <a:pPr lvl="0"/>
            <a:r>
              <a:rPr lang="fr-FR"/>
              <a:t>Titre</a:t>
            </a:r>
          </a:p>
        </p:txBody>
      </p:sp>
      <p:sp>
        <p:nvSpPr>
          <p:cNvPr id="16" name="Espace réservé du texte 4">
            <a:extLst>
              <a:ext uri="{FF2B5EF4-FFF2-40B4-BE49-F238E27FC236}">
                <a16:creationId xmlns:a16="http://schemas.microsoft.com/office/drawing/2014/main" id="{DA16E3FC-8F3F-4DC0-A29C-B3D00336E8FB}"/>
              </a:ext>
            </a:extLst>
          </p:cNvPr>
          <p:cNvSpPr>
            <a:spLocks noGrp="1"/>
          </p:cNvSpPr>
          <p:nvPr>
            <p:ph type="body" sz="quarter" idx="43"/>
          </p:nvPr>
        </p:nvSpPr>
        <p:spPr>
          <a:xfrm>
            <a:off x="337932" y="1239612"/>
            <a:ext cx="11413919" cy="273879"/>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latin typeface="Arial" panose="020B0604020202020204" pitchFamily="34" charset="0"/>
                <a:cs typeface="Arial" panose="020B06040202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Cliquez pour modifier les styles du texte du masque</a:t>
            </a:r>
          </a:p>
        </p:txBody>
      </p:sp>
      <p:sp>
        <p:nvSpPr>
          <p:cNvPr id="14" name="Espace réservé du pied de page 1">
            <a:extLst>
              <a:ext uri="{FF2B5EF4-FFF2-40B4-BE49-F238E27FC236}">
                <a16:creationId xmlns:a16="http://schemas.microsoft.com/office/drawing/2014/main" id="{A498818A-3A4E-9848-9B42-4E9FC2E696BC}"/>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1583772738"/>
      </p:ext>
    </p:extLst>
  </p:cSld>
  <p:clrMapOvr>
    <a:masterClrMapping/>
  </p:clrMapOvr>
  <p:hf sldNum="0"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03_Corner right Image">
    <p:spTree>
      <p:nvGrpSpPr>
        <p:cNvPr id="1" name=""/>
        <p:cNvGrpSpPr/>
        <p:nvPr/>
      </p:nvGrpSpPr>
      <p:grpSpPr>
        <a:xfrm>
          <a:off x="0" y="0"/>
          <a:ext cx="0" cy="0"/>
          <a:chOff x="0" y="0"/>
          <a:chExt cx="0" cy="0"/>
        </a:xfrm>
      </p:grpSpPr>
      <p:sp>
        <p:nvSpPr>
          <p:cNvPr id="5" name="Espace réservé du pied de page 1">
            <a:extLst>
              <a:ext uri="{FF2B5EF4-FFF2-40B4-BE49-F238E27FC236}">
                <a16:creationId xmlns:a16="http://schemas.microsoft.com/office/drawing/2014/main" id="{E147BB6F-A0AC-6244-971E-653D49D0308C}"/>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4" name="Titre 3"/>
          <p:cNvSpPr>
            <a:spLocks noGrp="1"/>
          </p:cNvSpPr>
          <p:nvPr>
            <p:ph type="title"/>
          </p:nvPr>
        </p:nvSpPr>
        <p:spPr>
          <a:xfrm>
            <a:off x="337931" y="595863"/>
            <a:ext cx="6541433" cy="668915"/>
          </a:xfrm>
          <a:prstGeom prst="rect">
            <a:avLst/>
          </a:prstGeom>
        </p:spPr>
        <p:txBody>
          <a:bodyPr/>
          <a:lstStyle>
            <a:lvl1pPr>
              <a:defRPr sz="2200" cap="all" baseline="0">
                <a:latin typeface="Arial Black" panose="020B0A04020102020204" pitchFamily="34" charset="0"/>
              </a:defRPr>
            </a:lvl1pPr>
          </a:lstStyle>
          <a:p>
            <a:r>
              <a:rPr lang="fr-FR"/>
              <a:t>Modifiez le style du titre</a:t>
            </a:r>
          </a:p>
        </p:txBody>
      </p:sp>
      <p:sp>
        <p:nvSpPr>
          <p:cNvPr id="9" name="Espace réservé du texte 8"/>
          <p:cNvSpPr>
            <a:spLocks noGrp="1"/>
          </p:cNvSpPr>
          <p:nvPr>
            <p:ph type="body" sz="quarter" idx="11"/>
          </p:nvPr>
        </p:nvSpPr>
        <p:spPr>
          <a:xfrm>
            <a:off x="338138" y="1341094"/>
            <a:ext cx="6540500" cy="547527"/>
          </a:xfrm>
          <a:prstGeom prst="rect">
            <a:avLst/>
          </a:prstGeom>
        </p:spPr>
        <p:txBody>
          <a:bodyPr/>
          <a:lstStyle>
            <a:lvl1pPr marL="0" indent="0">
              <a:buNone/>
              <a:defRPr sz="1600">
                <a:latin typeface="Arial" panose="020B0604020202020204" pitchFamily="34" charset="0"/>
                <a:cs typeface="Arial" panose="020B0604020202020204" pitchFamily="34" charset="0"/>
              </a:defRPr>
            </a:lvl1pPr>
          </a:lstStyle>
          <a:p>
            <a:pPr lvl="0"/>
            <a:r>
              <a:rPr lang="fr-FR"/>
              <a:t>Cliquez pour modifier les styles du texte du masque</a:t>
            </a:r>
          </a:p>
        </p:txBody>
      </p:sp>
      <p:sp>
        <p:nvSpPr>
          <p:cNvPr id="11" name="object 11">
            <a:extLst>
              <a:ext uri="{FF2B5EF4-FFF2-40B4-BE49-F238E27FC236}">
                <a16:creationId xmlns:a16="http://schemas.microsoft.com/office/drawing/2014/main" id="{49F3F559-A1AF-3140-8E36-E066C59A0F98}"/>
              </a:ext>
            </a:extLst>
          </p:cNvPr>
          <p:cNvSpPr/>
          <p:nvPr/>
        </p:nvSpPr>
        <p:spPr>
          <a:xfrm>
            <a:off x="7103048" y="3378200"/>
            <a:ext cx="5088951" cy="3467474"/>
          </a:xfrm>
          <a:custGeom>
            <a:avLst/>
            <a:gdLst/>
            <a:ahLst/>
            <a:cxnLst/>
            <a:rect l="l" t="t" r="r" b="b"/>
            <a:pathLst>
              <a:path w="6004560" h="3183254">
                <a:moveTo>
                  <a:pt x="0" y="3182759"/>
                </a:moveTo>
                <a:lnTo>
                  <a:pt x="6004560" y="3182759"/>
                </a:lnTo>
                <a:lnTo>
                  <a:pt x="6004560" y="0"/>
                </a:lnTo>
                <a:lnTo>
                  <a:pt x="0" y="0"/>
                </a:lnTo>
                <a:lnTo>
                  <a:pt x="0" y="3182759"/>
                </a:lnTo>
                <a:close/>
              </a:path>
            </a:pathLst>
          </a:custGeom>
          <a:solidFill>
            <a:schemeClr val="bg1">
              <a:lumMod val="10000"/>
            </a:schemeClr>
          </a:solidFill>
        </p:spPr>
        <p:txBody>
          <a:bodyPr wrap="square" lIns="0" tIns="0" rIns="0" bIns="0" rtlCol="0"/>
          <a:lstStyle/>
          <a:p>
            <a:endParaRPr/>
          </a:p>
        </p:txBody>
      </p:sp>
      <p:sp>
        <p:nvSpPr>
          <p:cNvPr id="13" name="Espace réservé du texte 12"/>
          <p:cNvSpPr>
            <a:spLocks noGrp="1"/>
          </p:cNvSpPr>
          <p:nvPr>
            <p:ph type="body" sz="quarter" idx="12" hasCustomPrompt="1"/>
          </p:nvPr>
        </p:nvSpPr>
        <p:spPr>
          <a:xfrm>
            <a:off x="7398498" y="4375446"/>
            <a:ext cx="3907587" cy="424732"/>
          </a:xfrm>
          <a:prstGeom prst="rect">
            <a:avLst/>
          </a:prstGeom>
          <a:noFill/>
        </p:spPr>
        <p:txBody>
          <a:bodyPr wrap="square" rtlCol="0">
            <a:spAutoFit/>
          </a:bodyPr>
          <a:lstStyle>
            <a:lvl1pPr marL="0" indent="0">
              <a:buNone/>
              <a:defRPr lang="fr-FR" sz="2400" b="1" cap="small" baseline="0" dirty="0">
                <a:solidFill>
                  <a:schemeClr val="bg1"/>
                </a:solidFill>
                <a:latin typeface="Arial" panose="020B0604020202020204" pitchFamily="34" charset="0"/>
                <a:cs typeface="Arial" panose="020B0604020202020204" pitchFamily="34" charset="0"/>
              </a:defRPr>
            </a:lvl1pPr>
          </a:lstStyle>
          <a:p>
            <a:pPr marL="0" lvl="0"/>
            <a:r>
              <a:rPr lang="fr-FR"/>
              <a:t>xx</a:t>
            </a:r>
          </a:p>
        </p:txBody>
      </p:sp>
      <p:sp>
        <p:nvSpPr>
          <p:cNvPr id="16" name="Espace réservé pour une image  10"/>
          <p:cNvSpPr>
            <a:spLocks noGrp="1" noChangeAspect="1"/>
          </p:cNvSpPr>
          <p:nvPr>
            <p:ph type="pic" sz="quarter" idx="36"/>
          </p:nvPr>
        </p:nvSpPr>
        <p:spPr>
          <a:xfrm>
            <a:off x="7103048" y="0"/>
            <a:ext cx="5088952" cy="3378200"/>
          </a:xfrm>
          <a:prstGeom prst="rect">
            <a:avLst/>
          </a:prstGeom>
        </p:spPr>
        <p:txBody>
          <a:bodyPr/>
          <a:lstStyle>
            <a:lvl1pPr>
              <a:defRPr sz="1100"/>
            </a:lvl1pPr>
          </a:lstStyle>
          <a:p>
            <a:r>
              <a:rPr lang="fr-FR"/>
              <a:t>Cliquez sur l'icône pour ajouter une image</a:t>
            </a:r>
          </a:p>
        </p:txBody>
      </p:sp>
    </p:spTree>
    <p:extLst>
      <p:ext uri="{BB962C8B-B14F-4D97-AF65-F5344CB8AC3E}">
        <p14:creationId xmlns:p14="http://schemas.microsoft.com/office/powerpoint/2010/main" val="20399692"/>
      </p:ext>
    </p:extLst>
  </p:cSld>
  <p:clrMapOvr>
    <a:masterClrMapping/>
  </p:clrMapOvr>
  <p:hf sldNum="0"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03_Corner left Image">
    <p:spTree>
      <p:nvGrpSpPr>
        <p:cNvPr id="1" name=""/>
        <p:cNvGrpSpPr/>
        <p:nvPr/>
      </p:nvGrpSpPr>
      <p:grpSpPr>
        <a:xfrm>
          <a:off x="0" y="0"/>
          <a:ext cx="0" cy="0"/>
          <a:chOff x="0" y="0"/>
          <a:chExt cx="0" cy="0"/>
        </a:xfrm>
      </p:grpSpPr>
      <p:sp>
        <p:nvSpPr>
          <p:cNvPr id="4" name="Espace réservé pour une image  10"/>
          <p:cNvSpPr>
            <a:spLocks noGrp="1" noChangeAspect="1"/>
          </p:cNvSpPr>
          <p:nvPr>
            <p:ph type="pic" sz="quarter" idx="36"/>
          </p:nvPr>
        </p:nvSpPr>
        <p:spPr>
          <a:xfrm>
            <a:off x="0" y="0"/>
            <a:ext cx="5067777" cy="3378200"/>
          </a:xfrm>
          <a:prstGeom prst="rect">
            <a:avLst/>
          </a:prstGeom>
        </p:spPr>
        <p:txBody>
          <a:bodyPr/>
          <a:lstStyle>
            <a:lvl1pPr>
              <a:defRPr sz="1100"/>
            </a:lvl1pPr>
          </a:lstStyle>
          <a:p>
            <a:r>
              <a:rPr lang="fr-FR"/>
              <a:t>Cliquez sur l'icône pour ajouter une image</a:t>
            </a:r>
          </a:p>
        </p:txBody>
      </p:sp>
    </p:spTree>
    <p:extLst>
      <p:ext uri="{BB962C8B-B14F-4D97-AF65-F5344CB8AC3E}">
        <p14:creationId xmlns:p14="http://schemas.microsoft.com/office/powerpoint/2010/main" val="4114759078"/>
      </p:ext>
    </p:extLst>
  </p:cSld>
  <p:clrMapOvr>
    <a:masterClrMapping/>
  </p:clrMapOvr>
  <p:hf sldNum="0"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04_Specific-Right Image">
    <p:spTree>
      <p:nvGrpSpPr>
        <p:cNvPr id="1" name=""/>
        <p:cNvGrpSpPr/>
        <p:nvPr/>
      </p:nvGrpSpPr>
      <p:grpSpPr>
        <a:xfrm>
          <a:off x="0" y="0"/>
          <a:ext cx="0" cy="0"/>
          <a:chOff x="0" y="0"/>
          <a:chExt cx="0" cy="0"/>
        </a:xfrm>
      </p:grpSpPr>
      <p:sp>
        <p:nvSpPr>
          <p:cNvPr id="10" name="Espace réservé du contenu 4"/>
          <p:cNvSpPr>
            <a:spLocks noGrp="1"/>
          </p:cNvSpPr>
          <p:nvPr>
            <p:ph sz="quarter" idx="32"/>
          </p:nvPr>
        </p:nvSpPr>
        <p:spPr>
          <a:xfrm>
            <a:off x="7847215" y="1529542"/>
            <a:ext cx="4023329" cy="4582420"/>
          </a:xfrm>
          <a:prstGeom prst="rect">
            <a:avLst/>
          </a:prstGeom>
        </p:spPr>
        <p:txBody>
          <a:bodyPr/>
          <a:lstStyle>
            <a:lvl1pPr>
              <a:defRPr sz="1200"/>
            </a:lvl1pPr>
            <a:lvl2pPr>
              <a:defRPr sz="1100"/>
            </a:lvl2pPr>
            <a:lvl3pPr>
              <a:defRPr sz="1100"/>
            </a:lvl3pPr>
            <a:lvl4pPr>
              <a:defRPr sz="1100"/>
            </a:lvl4pPr>
            <a:lvl5pPr>
              <a:defRPr sz="1100"/>
            </a:lvl5pPr>
          </a:lstStyle>
          <a:p>
            <a:pPr lvl="0"/>
            <a:r>
              <a:rPr lang="fr-FR"/>
              <a:t>Cliquez pour modifier les styles du texte du masque</a:t>
            </a:r>
          </a:p>
        </p:txBody>
      </p:sp>
      <p:sp>
        <p:nvSpPr>
          <p:cNvPr id="3" name="Espace réservé du texte 2"/>
          <p:cNvSpPr>
            <a:spLocks noGrp="1"/>
          </p:cNvSpPr>
          <p:nvPr>
            <p:ph type="body" sz="quarter" idx="33"/>
          </p:nvPr>
        </p:nvSpPr>
        <p:spPr>
          <a:xfrm>
            <a:off x="338139" y="1529543"/>
            <a:ext cx="6864350" cy="4336714"/>
          </a:xfrm>
          <a:prstGeom prst="rect">
            <a:avLst/>
          </a:prstGeom>
        </p:spPr>
        <p:txBody>
          <a:bodyPr/>
          <a:lstStyle>
            <a:lvl1pPr marL="0" indent="0">
              <a:buNone/>
              <a:defRPr sz="1200"/>
            </a:lvl1pPr>
            <a:lvl2pPr>
              <a:defRPr sz="1100"/>
            </a:lvl2pPr>
            <a:lvl3pPr>
              <a:defRPr sz="1100"/>
            </a:lvl3pPr>
            <a:lvl4pPr>
              <a:defRPr sz="1100"/>
            </a:lvl4pPr>
            <a:lvl5pPr>
              <a:defRPr sz="1100"/>
            </a:lvl5pPr>
          </a:lstStyle>
          <a:p>
            <a:pPr lvl="0"/>
            <a:r>
              <a:rPr lang="fr-FR"/>
              <a:t>Cliquez pour modifier les styles du texte du masque</a:t>
            </a:r>
          </a:p>
        </p:txBody>
      </p:sp>
      <p:sp>
        <p:nvSpPr>
          <p:cNvPr id="6" name="Espace réservé du pied de page 1">
            <a:extLst>
              <a:ext uri="{FF2B5EF4-FFF2-40B4-BE49-F238E27FC236}">
                <a16:creationId xmlns:a16="http://schemas.microsoft.com/office/drawing/2014/main" id="{1F0AC395-BD05-CE4C-841F-06DC6D174DDB}"/>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1" name="Espace réservé du texte 6">
            <a:extLst>
              <a:ext uri="{FF2B5EF4-FFF2-40B4-BE49-F238E27FC236}">
                <a16:creationId xmlns:a16="http://schemas.microsoft.com/office/drawing/2014/main" id="{55ACE077-12E1-A648-B296-A84F07E7E9BA}"/>
              </a:ext>
            </a:extLst>
          </p:cNvPr>
          <p:cNvSpPr>
            <a:spLocks noGrp="1"/>
          </p:cNvSpPr>
          <p:nvPr>
            <p:ph type="body" sz="quarter" idx="10" hasCustomPrompt="1"/>
          </p:nvPr>
        </p:nvSpPr>
        <p:spPr>
          <a:xfrm>
            <a:off x="337932" y="564022"/>
            <a:ext cx="11413920"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spTree>
    <p:extLst>
      <p:ext uri="{BB962C8B-B14F-4D97-AF65-F5344CB8AC3E}">
        <p14:creationId xmlns:p14="http://schemas.microsoft.com/office/powerpoint/2010/main" val="1288406777"/>
      </p:ext>
    </p:extLst>
  </p:cSld>
  <p:clrMapOvr>
    <a:masterClrMapping/>
  </p:clrMapOvr>
  <p:hf sldNum="0"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04_Specific-Two contents">
    <p:spTree>
      <p:nvGrpSpPr>
        <p:cNvPr id="1" name=""/>
        <p:cNvGrpSpPr/>
        <p:nvPr/>
      </p:nvGrpSpPr>
      <p:grpSpPr>
        <a:xfrm>
          <a:off x="0" y="0"/>
          <a:ext cx="0" cy="0"/>
          <a:chOff x="0" y="0"/>
          <a:chExt cx="0" cy="0"/>
        </a:xfrm>
      </p:grpSpPr>
      <p:sp>
        <p:nvSpPr>
          <p:cNvPr id="5" name="Espace réservé du contenu 4"/>
          <p:cNvSpPr>
            <a:spLocks noGrp="1"/>
          </p:cNvSpPr>
          <p:nvPr>
            <p:ph sz="quarter" idx="16"/>
          </p:nvPr>
        </p:nvSpPr>
        <p:spPr>
          <a:xfrm>
            <a:off x="337931" y="2082546"/>
            <a:ext cx="5397851" cy="3743666"/>
          </a:xfrm>
          <a:prstGeom prst="rect">
            <a:avLst/>
          </a:prstGeom>
        </p:spPr>
        <p:txBody>
          <a:bodyPr/>
          <a:lstStyle>
            <a:lvl1pPr>
              <a:defRPr sz="1200"/>
            </a:lvl1pPr>
            <a:lvl2pPr marL="685800" indent="-228600">
              <a:buFont typeface="Arial" panose="020B0604020202020204" pitchFamily="34" charset="0"/>
              <a:buChar char="−"/>
              <a:defRPr sz="1200"/>
            </a:lvl2pPr>
            <a:lvl3pPr marL="1143000" indent="-228600">
              <a:buFont typeface="Wingdings" panose="05000000000000000000" pitchFamily="2" charset="2"/>
              <a:buChar char="§"/>
              <a:defRPr sz="1200"/>
            </a:lvl3pPr>
            <a:lvl4pPr marL="1600200" indent="-228600">
              <a:buFont typeface="Courier New" panose="02070309020205020404" pitchFamily="49" charset="0"/>
              <a:buChar char="o"/>
              <a:defRPr sz="1200"/>
            </a:lvl4pPr>
            <a:lvl5pPr marL="2057400" indent="-228600">
              <a:buFont typeface="Wingdings" panose="05000000000000000000" pitchFamily="2" charset="2"/>
              <a:buChar char="q"/>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contenu 4"/>
          <p:cNvSpPr>
            <a:spLocks noGrp="1"/>
          </p:cNvSpPr>
          <p:nvPr>
            <p:ph sz="quarter" idx="32"/>
          </p:nvPr>
        </p:nvSpPr>
        <p:spPr>
          <a:xfrm>
            <a:off x="6450676" y="2073021"/>
            <a:ext cx="5301176" cy="3743666"/>
          </a:xfrm>
          <a:prstGeom prst="rect">
            <a:avLst/>
          </a:prstGeom>
        </p:spPr>
        <p:txBody>
          <a:bodyPr/>
          <a:lstStyle>
            <a:lvl1pPr>
              <a:defRPr sz="1200"/>
            </a:lvl1pPr>
            <a:lvl2pPr marL="685800" indent="-228600">
              <a:buFont typeface="Arial" panose="020B0604020202020204" pitchFamily="34" charset="0"/>
              <a:buChar char="−"/>
              <a:defRPr sz="1200"/>
            </a:lvl2pPr>
            <a:lvl3pPr marL="1143000" indent="-228600">
              <a:buFont typeface="Wingdings" panose="05000000000000000000" pitchFamily="2" charset="2"/>
              <a:buChar char="§"/>
              <a:defRPr sz="1200"/>
            </a:lvl3pPr>
            <a:lvl4pPr marL="1600200" indent="-228600">
              <a:buFont typeface="Courier New" panose="02070309020205020404" pitchFamily="49" charset="0"/>
              <a:buChar char="o"/>
              <a:defRPr sz="1200"/>
            </a:lvl4pPr>
            <a:lvl5pPr marL="2057400" indent="-228600">
              <a:buFont typeface="Wingdings" panose="05000000000000000000" pitchFamily="2" charset="2"/>
              <a:buChar char="q"/>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pied de page 1">
            <a:extLst>
              <a:ext uri="{FF2B5EF4-FFF2-40B4-BE49-F238E27FC236}">
                <a16:creationId xmlns:a16="http://schemas.microsoft.com/office/drawing/2014/main" id="{B44B20E5-2211-1848-8A7E-24B47BDD2751}"/>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4" name="Espace réservé du texte 4">
            <a:extLst>
              <a:ext uri="{FF2B5EF4-FFF2-40B4-BE49-F238E27FC236}">
                <a16:creationId xmlns:a16="http://schemas.microsoft.com/office/drawing/2014/main" id="{8EE73BBD-C21A-6042-B3F6-F5C3CF7A471F}"/>
              </a:ext>
            </a:extLst>
          </p:cNvPr>
          <p:cNvSpPr>
            <a:spLocks noGrp="1"/>
          </p:cNvSpPr>
          <p:nvPr>
            <p:ph type="body" sz="quarter" idx="35" hasCustomPrompt="1"/>
          </p:nvPr>
        </p:nvSpPr>
        <p:spPr>
          <a:xfrm>
            <a:off x="337930" y="922713"/>
            <a:ext cx="11433450"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5" name="Espace réservé du texte 6">
            <a:extLst>
              <a:ext uri="{FF2B5EF4-FFF2-40B4-BE49-F238E27FC236}">
                <a16:creationId xmlns:a16="http://schemas.microsoft.com/office/drawing/2014/main" id="{5DF880D7-4DB7-3340-B57C-5B9B064C4558}"/>
              </a:ext>
            </a:extLst>
          </p:cNvPr>
          <p:cNvSpPr>
            <a:spLocks noGrp="1"/>
          </p:cNvSpPr>
          <p:nvPr>
            <p:ph type="body" sz="quarter" idx="10" hasCustomPrompt="1"/>
          </p:nvPr>
        </p:nvSpPr>
        <p:spPr>
          <a:xfrm>
            <a:off x="337932" y="564022"/>
            <a:ext cx="11413920"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spTree>
    <p:extLst>
      <p:ext uri="{BB962C8B-B14F-4D97-AF65-F5344CB8AC3E}">
        <p14:creationId xmlns:p14="http://schemas.microsoft.com/office/powerpoint/2010/main" val="2025295575"/>
      </p:ext>
    </p:extLst>
  </p:cSld>
  <p:clrMapOvr>
    <a:masterClrMapping/>
  </p:clrMapOvr>
  <p:hf sldNum="0"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04_Specific-Two contents with sub-title">
    <p:spTree>
      <p:nvGrpSpPr>
        <p:cNvPr id="1" name=""/>
        <p:cNvGrpSpPr/>
        <p:nvPr/>
      </p:nvGrpSpPr>
      <p:grpSpPr>
        <a:xfrm>
          <a:off x="0" y="0"/>
          <a:ext cx="0" cy="0"/>
          <a:chOff x="0" y="0"/>
          <a:chExt cx="0" cy="0"/>
        </a:xfrm>
      </p:grpSpPr>
      <p:sp>
        <p:nvSpPr>
          <p:cNvPr id="5" name="Espace réservé du contenu 4"/>
          <p:cNvSpPr>
            <a:spLocks noGrp="1"/>
          </p:cNvSpPr>
          <p:nvPr>
            <p:ph sz="quarter" idx="16"/>
          </p:nvPr>
        </p:nvSpPr>
        <p:spPr>
          <a:xfrm>
            <a:off x="357102" y="2087118"/>
            <a:ext cx="5359630" cy="3624794"/>
          </a:xfrm>
          <a:prstGeom prst="rect">
            <a:avLst/>
          </a:prstGeom>
        </p:spPr>
        <p:txBody>
          <a:bodyPr/>
          <a:lstStyle>
            <a:lvl1pPr>
              <a:defRPr sz="1200"/>
            </a:lvl1pPr>
            <a:lvl2pPr marL="685800" indent="-228600">
              <a:buFont typeface="Arial" panose="020B0604020202020204" pitchFamily="34" charset="0"/>
              <a:buChar char="−"/>
              <a:defRPr sz="1200"/>
            </a:lvl2pPr>
            <a:lvl3pPr marL="1143000" indent="-228600">
              <a:buFont typeface="Wingdings" panose="05000000000000000000" pitchFamily="2" charset="2"/>
              <a:buChar char="§"/>
              <a:defRPr sz="1200"/>
            </a:lvl3pPr>
            <a:lvl4pPr marL="1600200" indent="-228600">
              <a:buFont typeface="Courier New" panose="02070309020205020404" pitchFamily="49" charset="0"/>
              <a:buChar char="o"/>
              <a:defRPr sz="1200"/>
            </a:lvl4pPr>
            <a:lvl5pPr marL="2057400" indent="-228600">
              <a:buFont typeface="Wingdings" panose="05000000000000000000" pitchFamily="2" charset="2"/>
              <a:buChar char="q"/>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1" name="Espace réservé du texte 4"/>
          <p:cNvSpPr>
            <a:spLocks noGrp="1"/>
          </p:cNvSpPr>
          <p:nvPr>
            <p:ph type="body" sz="quarter" idx="27" hasCustomPrompt="1"/>
          </p:nvPr>
        </p:nvSpPr>
        <p:spPr>
          <a:xfrm>
            <a:off x="357102" y="1832822"/>
            <a:ext cx="5359630" cy="252090"/>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1" baseline="0">
                <a:latin typeface="Arial" panose="020B0604020202020204" pitchFamily="34" charset="0"/>
                <a:cs typeface="Arial" panose="020B0604020202020204" pitchFamily="34" charset="0"/>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9" name="Espace réservé du contenu 4">
            <a:extLst>
              <a:ext uri="{FF2B5EF4-FFF2-40B4-BE49-F238E27FC236}">
                <a16:creationId xmlns:a16="http://schemas.microsoft.com/office/drawing/2014/main" id="{14DE9AAF-FA11-4AEB-AAB9-B68962F49AE8}"/>
              </a:ext>
            </a:extLst>
          </p:cNvPr>
          <p:cNvSpPr>
            <a:spLocks noGrp="1"/>
          </p:cNvSpPr>
          <p:nvPr>
            <p:ph sz="quarter" idx="35"/>
          </p:nvPr>
        </p:nvSpPr>
        <p:spPr>
          <a:xfrm>
            <a:off x="6392427" y="2087118"/>
            <a:ext cx="5359630" cy="3624794"/>
          </a:xfrm>
          <a:prstGeom prst="rect">
            <a:avLst/>
          </a:prstGeom>
        </p:spPr>
        <p:txBody>
          <a:bodyPr/>
          <a:lstStyle>
            <a:lvl1pPr>
              <a:defRPr sz="1200"/>
            </a:lvl1pPr>
            <a:lvl2pPr marL="685800" indent="-228600">
              <a:buFont typeface="Arial" panose="020B0604020202020204" pitchFamily="34" charset="0"/>
              <a:buChar char="−"/>
              <a:defRPr sz="1200"/>
            </a:lvl2pPr>
            <a:lvl3pPr marL="1143000" indent="-228600">
              <a:buFont typeface="Wingdings" panose="05000000000000000000" pitchFamily="2" charset="2"/>
              <a:buChar char="§"/>
              <a:defRPr sz="1200"/>
            </a:lvl3pPr>
            <a:lvl4pPr marL="1600200" indent="-228600">
              <a:buFont typeface="Courier New" panose="02070309020205020404" pitchFamily="49" charset="0"/>
              <a:buChar char="o"/>
              <a:defRPr sz="1200"/>
            </a:lvl4pPr>
            <a:lvl5pPr marL="2057400" indent="-228600">
              <a:buFont typeface="Wingdings" panose="05000000000000000000" pitchFamily="2" charset="2"/>
              <a:buChar char="q"/>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0" name="Espace réservé du texte 4">
            <a:extLst>
              <a:ext uri="{FF2B5EF4-FFF2-40B4-BE49-F238E27FC236}">
                <a16:creationId xmlns:a16="http://schemas.microsoft.com/office/drawing/2014/main" id="{8B0D2CB7-D933-460B-AF3F-4EBBB27B1404}"/>
              </a:ext>
            </a:extLst>
          </p:cNvPr>
          <p:cNvSpPr>
            <a:spLocks noGrp="1"/>
          </p:cNvSpPr>
          <p:nvPr>
            <p:ph type="body" sz="quarter" idx="36" hasCustomPrompt="1"/>
          </p:nvPr>
        </p:nvSpPr>
        <p:spPr>
          <a:xfrm>
            <a:off x="6392427" y="1832822"/>
            <a:ext cx="5359630" cy="252090"/>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1" baseline="0">
                <a:latin typeface="Arial" panose="020B0604020202020204" pitchFamily="34" charset="0"/>
                <a:cs typeface="Arial" panose="020B0604020202020204" pitchFamily="34" charset="0"/>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8" name="Espace réservé du pied de page 1">
            <a:extLst>
              <a:ext uri="{FF2B5EF4-FFF2-40B4-BE49-F238E27FC236}">
                <a16:creationId xmlns:a16="http://schemas.microsoft.com/office/drawing/2014/main" id="{DCFCFCF4-DEC3-9146-AA24-B52DB2D0E11F}"/>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2" name="Espace réservé du texte 6">
            <a:extLst>
              <a:ext uri="{FF2B5EF4-FFF2-40B4-BE49-F238E27FC236}">
                <a16:creationId xmlns:a16="http://schemas.microsoft.com/office/drawing/2014/main" id="{E4289EF2-4C63-A641-B1C1-0B2DD03488E9}"/>
              </a:ext>
            </a:extLst>
          </p:cNvPr>
          <p:cNvSpPr>
            <a:spLocks noGrp="1"/>
          </p:cNvSpPr>
          <p:nvPr>
            <p:ph type="body" sz="quarter" idx="10" hasCustomPrompt="1"/>
          </p:nvPr>
        </p:nvSpPr>
        <p:spPr>
          <a:xfrm>
            <a:off x="337932" y="564022"/>
            <a:ext cx="11413920"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spTree>
    <p:extLst>
      <p:ext uri="{BB962C8B-B14F-4D97-AF65-F5344CB8AC3E}">
        <p14:creationId xmlns:p14="http://schemas.microsoft.com/office/powerpoint/2010/main" val="986897046"/>
      </p:ext>
    </p:extLst>
  </p:cSld>
  <p:clrMapOvr>
    <a:masterClrMapping/>
  </p:clrMapOvr>
  <p:hf sldNum="0"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04_Specific-4 ideas">
    <p:spTree>
      <p:nvGrpSpPr>
        <p:cNvPr id="1" name=""/>
        <p:cNvGrpSpPr/>
        <p:nvPr/>
      </p:nvGrpSpPr>
      <p:grpSpPr>
        <a:xfrm>
          <a:off x="0" y="0"/>
          <a:ext cx="0" cy="0"/>
          <a:chOff x="0" y="0"/>
          <a:chExt cx="0" cy="0"/>
        </a:xfrm>
      </p:grpSpPr>
      <p:sp>
        <p:nvSpPr>
          <p:cNvPr id="7" name="Espace réservé du texte 21"/>
          <p:cNvSpPr>
            <a:spLocks noGrp="1"/>
          </p:cNvSpPr>
          <p:nvPr>
            <p:ph type="body" sz="quarter" idx="14" hasCustomPrompt="1"/>
          </p:nvPr>
        </p:nvSpPr>
        <p:spPr>
          <a:xfrm>
            <a:off x="578458" y="2679807"/>
            <a:ext cx="4924425" cy="744537"/>
          </a:xfrm>
          <a:prstGeom prst="rect">
            <a:avLst/>
          </a:prstGeom>
        </p:spPr>
        <p:txBody>
          <a:bodyPr/>
          <a:lstStyle>
            <a:lvl1pPr marL="0" indent="0">
              <a:buNone/>
              <a:defRPr sz="2200" b="1" cap="all" baseline="0">
                <a:solidFill>
                  <a:schemeClr val="tx1"/>
                </a:solidFill>
                <a:latin typeface="+mj-lt"/>
              </a:defRPr>
            </a:lvl1pPr>
          </a:lstStyle>
          <a:p>
            <a:pPr lvl="0"/>
            <a:r>
              <a:rPr lang="fr-FR"/>
              <a:t>Message</a:t>
            </a:r>
          </a:p>
        </p:txBody>
      </p:sp>
      <p:sp>
        <p:nvSpPr>
          <p:cNvPr id="8" name="object 21"/>
          <p:cNvSpPr/>
          <p:nvPr/>
        </p:nvSpPr>
        <p:spPr>
          <a:xfrm>
            <a:off x="643773" y="2519681"/>
            <a:ext cx="1244600" cy="0"/>
          </a:xfrm>
          <a:custGeom>
            <a:avLst/>
            <a:gdLst/>
            <a:ahLst/>
            <a:cxnLst/>
            <a:rect l="l" t="t" r="r" b="b"/>
            <a:pathLst>
              <a:path w="1244600">
                <a:moveTo>
                  <a:pt x="0" y="0"/>
                </a:moveTo>
                <a:lnTo>
                  <a:pt x="1244600" y="0"/>
                </a:lnTo>
              </a:path>
            </a:pathLst>
          </a:custGeom>
          <a:ln w="88900">
            <a:solidFill>
              <a:srgbClr val="000000"/>
            </a:solidFill>
          </a:ln>
        </p:spPr>
        <p:txBody>
          <a:bodyPr wrap="square" lIns="0" tIns="0" rIns="0" bIns="0" rtlCol="0"/>
          <a:lstStyle/>
          <a:p>
            <a:endParaRPr/>
          </a:p>
        </p:txBody>
      </p:sp>
      <p:sp>
        <p:nvSpPr>
          <p:cNvPr id="10" name="Espace réservé du texte 9"/>
          <p:cNvSpPr>
            <a:spLocks noGrp="1"/>
          </p:cNvSpPr>
          <p:nvPr>
            <p:ph type="body" sz="quarter" idx="15"/>
          </p:nvPr>
        </p:nvSpPr>
        <p:spPr>
          <a:xfrm>
            <a:off x="643773" y="3911281"/>
            <a:ext cx="3572627" cy="977900"/>
          </a:xfrm>
          <a:prstGeom prst="rect">
            <a:avLst/>
          </a:prstGeom>
        </p:spPr>
        <p:txBody>
          <a:bodyPr/>
          <a:lstStyle>
            <a:lvl1pPr marL="0" indent="0">
              <a:lnSpc>
                <a:spcPts val="1500"/>
              </a:lnSpc>
              <a:buNone/>
              <a:defRPr sz="12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2" name="Espace réservé du texte 11"/>
          <p:cNvSpPr>
            <a:spLocks noGrp="1"/>
          </p:cNvSpPr>
          <p:nvPr>
            <p:ph type="body" sz="quarter" idx="16" hasCustomPrompt="1"/>
          </p:nvPr>
        </p:nvSpPr>
        <p:spPr>
          <a:xfrm>
            <a:off x="6096000" y="878476"/>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1</a:t>
            </a:r>
          </a:p>
        </p:txBody>
      </p:sp>
      <p:sp>
        <p:nvSpPr>
          <p:cNvPr id="19" name="Espace réservé du texte 11"/>
          <p:cNvSpPr>
            <a:spLocks noGrp="1"/>
          </p:cNvSpPr>
          <p:nvPr>
            <p:ph type="body" sz="quarter" idx="17" hasCustomPrompt="1"/>
          </p:nvPr>
        </p:nvSpPr>
        <p:spPr>
          <a:xfrm>
            <a:off x="6096000" y="2233113"/>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2</a:t>
            </a:r>
          </a:p>
        </p:txBody>
      </p:sp>
      <p:sp>
        <p:nvSpPr>
          <p:cNvPr id="20" name="Espace réservé du texte 11"/>
          <p:cNvSpPr>
            <a:spLocks noGrp="1"/>
          </p:cNvSpPr>
          <p:nvPr>
            <p:ph type="body" sz="quarter" idx="18" hasCustomPrompt="1"/>
          </p:nvPr>
        </p:nvSpPr>
        <p:spPr>
          <a:xfrm>
            <a:off x="6096000" y="3587750"/>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3</a:t>
            </a:r>
          </a:p>
        </p:txBody>
      </p:sp>
      <p:sp>
        <p:nvSpPr>
          <p:cNvPr id="21" name="Espace réservé du texte 11"/>
          <p:cNvSpPr>
            <a:spLocks noGrp="1"/>
          </p:cNvSpPr>
          <p:nvPr>
            <p:ph type="body" sz="quarter" idx="19" hasCustomPrompt="1"/>
          </p:nvPr>
        </p:nvSpPr>
        <p:spPr>
          <a:xfrm>
            <a:off x="6096000" y="4942387"/>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4</a:t>
            </a:r>
          </a:p>
        </p:txBody>
      </p:sp>
      <p:sp>
        <p:nvSpPr>
          <p:cNvPr id="23" name="Espace réservé du texte 9"/>
          <p:cNvSpPr>
            <a:spLocks noGrp="1"/>
          </p:cNvSpPr>
          <p:nvPr>
            <p:ph type="body" sz="quarter" idx="21" hasCustomPrompt="1"/>
          </p:nvPr>
        </p:nvSpPr>
        <p:spPr>
          <a:xfrm>
            <a:off x="7349372" y="878476"/>
            <a:ext cx="4525127"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1" baseline="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Idée 1</a:t>
            </a:r>
          </a:p>
          <a:p>
            <a:pPr lvl="0"/>
            <a:endParaRPr lang="fr-FR"/>
          </a:p>
        </p:txBody>
      </p:sp>
      <p:sp>
        <p:nvSpPr>
          <p:cNvPr id="24" name="Espace réservé du texte 9"/>
          <p:cNvSpPr>
            <a:spLocks noGrp="1"/>
          </p:cNvSpPr>
          <p:nvPr>
            <p:ph type="body" sz="quarter" idx="22"/>
          </p:nvPr>
        </p:nvSpPr>
        <p:spPr>
          <a:xfrm>
            <a:off x="7349373" y="2439398"/>
            <a:ext cx="4525127" cy="87371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25" name="Espace réservé du texte 9"/>
          <p:cNvSpPr>
            <a:spLocks noGrp="1"/>
          </p:cNvSpPr>
          <p:nvPr>
            <p:ph type="body" sz="quarter" idx="23" hasCustomPrompt="1"/>
          </p:nvPr>
        </p:nvSpPr>
        <p:spPr>
          <a:xfrm>
            <a:off x="7349372" y="2233113"/>
            <a:ext cx="4525127"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1" baseline="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Idée 2</a:t>
            </a:r>
          </a:p>
          <a:p>
            <a:pPr lvl="0"/>
            <a:endParaRPr lang="fr-FR"/>
          </a:p>
        </p:txBody>
      </p:sp>
      <p:sp>
        <p:nvSpPr>
          <p:cNvPr id="26" name="Espace réservé du texte 9"/>
          <p:cNvSpPr>
            <a:spLocks noGrp="1"/>
          </p:cNvSpPr>
          <p:nvPr>
            <p:ph type="body" sz="quarter" idx="24"/>
          </p:nvPr>
        </p:nvSpPr>
        <p:spPr>
          <a:xfrm>
            <a:off x="7349373" y="3794035"/>
            <a:ext cx="4525127" cy="87371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27" name="Espace réservé du texte 9"/>
          <p:cNvSpPr>
            <a:spLocks noGrp="1"/>
          </p:cNvSpPr>
          <p:nvPr>
            <p:ph type="body" sz="quarter" idx="25" hasCustomPrompt="1"/>
          </p:nvPr>
        </p:nvSpPr>
        <p:spPr>
          <a:xfrm>
            <a:off x="7349372" y="3587750"/>
            <a:ext cx="4525127"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1" baseline="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Idée 3</a:t>
            </a:r>
          </a:p>
          <a:p>
            <a:pPr lvl="0"/>
            <a:endParaRPr lang="fr-FR"/>
          </a:p>
        </p:txBody>
      </p:sp>
      <p:sp>
        <p:nvSpPr>
          <p:cNvPr id="28" name="Espace réservé du texte 9"/>
          <p:cNvSpPr>
            <a:spLocks noGrp="1"/>
          </p:cNvSpPr>
          <p:nvPr>
            <p:ph type="body" sz="quarter" idx="26"/>
          </p:nvPr>
        </p:nvSpPr>
        <p:spPr>
          <a:xfrm>
            <a:off x="7349373" y="5148672"/>
            <a:ext cx="4525127" cy="87371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29" name="Espace réservé du texte 9"/>
          <p:cNvSpPr>
            <a:spLocks noGrp="1"/>
          </p:cNvSpPr>
          <p:nvPr>
            <p:ph type="body" sz="quarter" idx="27" hasCustomPrompt="1"/>
          </p:nvPr>
        </p:nvSpPr>
        <p:spPr>
          <a:xfrm>
            <a:off x="7349372" y="4942387"/>
            <a:ext cx="4525127"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Idée 4</a:t>
            </a:r>
          </a:p>
          <a:p>
            <a:pPr lvl="0"/>
            <a:endParaRPr lang="fr-FR"/>
          </a:p>
        </p:txBody>
      </p:sp>
      <p:sp>
        <p:nvSpPr>
          <p:cNvPr id="18" name="Espace réservé du texte 9"/>
          <p:cNvSpPr>
            <a:spLocks noGrp="1"/>
          </p:cNvSpPr>
          <p:nvPr>
            <p:ph type="body" sz="quarter" idx="29"/>
          </p:nvPr>
        </p:nvSpPr>
        <p:spPr>
          <a:xfrm>
            <a:off x="7349371" y="1084761"/>
            <a:ext cx="4525127" cy="87371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22" name="Espace réservé du pied de page 1">
            <a:extLst>
              <a:ext uri="{FF2B5EF4-FFF2-40B4-BE49-F238E27FC236}">
                <a16:creationId xmlns:a16="http://schemas.microsoft.com/office/drawing/2014/main" id="{75DFA9B3-03FF-4A49-878E-50BFE41182BB}"/>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3836762341"/>
      </p:ext>
    </p:extLst>
  </p:cSld>
  <p:clrMapOvr>
    <a:masterClrMapping/>
  </p:clrMapOvr>
  <p:hf sldNum="0"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04_Specific-4 ideas with right image">
    <p:spTree>
      <p:nvGrpSpPr>
        <p:cNvPr id="1" name=""/>
        <p:cNvGrpSpPr/>
        <p:nvPr/>
      </p:nvGrpSpPr>
      <p:grpSpPr>
        <a:xfrm>
          <a:off x="0" y="0"/>
          <a:ext cx="0" cy="0"/>
          <a:chOff x="0" y="0"/>
          <a:chExt cx="0" cy="0"/>
        </a:xfrm>
      </p:grpSpPr>
      <p:sp>
        <p:nvSpPr>
          <p:cNvPr id="23" name="Espace réservé pour une image  22"/>
          <p:cNvSpPr>
            <a:spLocks noGrp="1"/>
          </p:cNvSpPr>
          <p:nvPr>
            <p:ph type="pic" sz="quarter" idx="28"/>
          </p:nvPr>
        </p:nvSpPr>
        <p:spPr>
          <a:xfrm>
            <a:off x="8507109" y="0"/>
            <a:ext cx="3675797" cy="6858000"/>
          </a:xfrm>
          <a:prstGeom prst="rect">
            <a:avLst/>
          </a:prstGeom>
          <a:ln w="57150">
            <a:noFill/>
          </a:ln>
        </p:spPr>
        <p:txBody>
          <a:bodyPr/>
          <a:lstStyle>
            <a:lvl1pPr>
              <a:defRPr sz="1100"/>
            </a:lvl1pPr>
          </a:lstStyle>
          <a:p>
            <a:r>
              <a:rPr lang="fr-FR"/>
              <a:t>Cliquez sur l'icône pour ajouter une image</a:t>
            </a:r>
          </a:p>
        </p:txBody>
      </p:sp>
      <p:sp>
        <p:nvSpPr>
          <p:cNvPr id="8" name="Espace réservé du texte 11"/>
          <p:cNvSpPr>
            <a:spLocks noGrp="1"/>
          </p:cNvSpPr>
          <p:nvPr>
            <p:ph type="body" sz="quarter" idx="16" hasCustomPrompt="1"/>
          </p:nvPr>
        </p:nvSpPr>
        <p:spPr>
          <a:xfrm>
            <a:off x="341747" y="953475"/>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1</a:t>
            </a:r>
          </a:p>
        </p:txBody>
      </p:sp>
      <p:sp>
        <p:nvSpPr>
          <p:cNvPr id="9" name="Espace réservé du texte 11"/>
          <p:cNvSpPr>
            <a:spLocks noGrp="1"/>
          </p:cNvSpPr>
          <p:nvPr>
            <p:ph type="body" sz="quarter" idx="17" hasCustomPrompt="1"/>
          </p:nvPr>
        </p:nvSpPr>
        <p:spPr>
          <a:xfrm>
            <a:off x="341747" y="2308112"/>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2</a:t>
            </a:r>
          </a:p>
        </p:txBody>
      </p:sp>
      <p:sp>
        <p:nvSpPr>
          <p:cNvPr id="10" name="Espace réservé du texte 11"/>
          <p:cNvSpPr>
            <a:spLocks noGrp="1"/>
          </p:cNvSpPr>
          <p:nvPr>
            <p:ph type="body" sz="quarter" idx="18" hasCustomPrompt="1"/>
          </p:nvPr>
        </p:nvSpPr>
        <p:spPr>
          <a:xfrm>
            <a:off x="341747" y="3662749"/>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3</a:t>
            </a:r>
          </a:p>
        </p:txBody>
      </p:sp>
      <p:sp>
        <p:nvSpPr>
          <p:cNvPr id="11" name="Espace réservé du texte 11"/>
          <p:cNvSpPr>
            <a:spLocks noGrp="1"/>
          </p:cNvSpPr>
          <p:nvPr>
            <p:ph type="body" sz="quarter" idx="19" hasCustomPrompt="1"/>
          </p:nvPr>
        </p:nvSpPr>
        <p:spPr>
          <a:xfrm>
            <a:off x="341747" y="5017386"/>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4</a:t>
            </a:r>
          </a:p>
        </p:txBody>
      </p:sp>
      <p:sp>
        <p:nvSpPr>
          <p:cNvPr id="12" name="Espace réservé du texte 9"/>
          <p:cNvSpPr>
            <a:spLocks noGrp="1"/>
          </p:cNvSpPr>
          <p:nvPr>
            <p:ph type="body" sz="quarter" idx="20"/>
          </p:nvPr>
        </p:nvSpPr>
        <p:spPr>
          <a:xfrm>
            <a:off x="1557038" y="1170392"/>
            <a:ext cx="5989071" cy="863083"/>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3" name="Espace réservé du texte 9"/>
          <p:cNvSpPr>
            <a:spLocks noGrp="1"/>
          </p:cNvSpPr>
          <p:nvPr>
            <p:ph type="body" sz="quarter" idx="21"/>
          </p:nvPr>
        </p:nvSpPr>
        <p:spPr>
          <a:xfrm>
            <a:off x="1557037" y="953475"/>
            <a:ext cx="5989072"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Arial" panose="020B0604020202020204" pitchFamily="34" charset="0"/>
                <a:cs typeface="Arial" panose="020B06040202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Cliquez pour modifier les styles du texte du masque</a:t>
            </a:r>
          </a:p>
        </p:txBody>
      </p:sp>
      <p:sp>
        <p:nvSpPr>
          <p:cNvPr id="14" name="Espace réservé du texte 9"/>
          <p:cNvSpPr>
            <a:spLocks noGrp="1"/>
          </p:cNvSpPr>
          <p:nvPr>
            <p:ph type="body" sz="quarter" idx="22"/>
          </p:nvPr>
        </p:nvSpPr>
        <p:spPr>
          <a:xfrm>
            <a:off x="1557038" y="2525029"/>
            <a:ext cx="5989071" cy="863083"/>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5" name="Espace réservé du texte 9"/>
          <p:cNvSpPr>
            <a:spLocks noGrp="1"/>
          </p:cNvSpPr>
          <p:nvPr>
            <p:ph type="body" sz="quarter" idx="23"/>
          </p:nvPr>
        </p:nvSpPr>
        <p:spPr>
          <a:xfrm>
            <a:off x="1557037" y="2308112"/>
            <a:ext cx="5989072"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Arial" panose="020B0604020202020204" pitchFamily="34" charset="0"/>
                <a:cs typeface="Arial" panose="020B06040202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Cliquez pour modifier les styles du texte du masque</a:t>
            </a:r>
          </a:p>
        </p:txBody>
      </p:sp>
      <p:sp>
        <p:nvSpPr>
          <p:cNvPr id="16" name="Espace réservé du texte 9"/>
          <p:cNvSpPr>
            <a:spLocks noGrp="1"/>
          </p:cNvSpPr>
          <p:nvPr>
            <p:ph type="body" sz="quarter" idx="24"/>
          </p:nvPr>
        </p:nvSpPr>
        <p:spPr>
          <a:xfrm>
            <a:off x="1557038" y="3926981"/>
            <a:ext cx="5989071" cy="815768"/>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7" name="Espace réservé du texte 9"/>
          <p:cNvSpPr>
            <a:spLocks noGrp="1"/>
          </p:cNvSpPr>
          <p:nvPr>
            <p:ph type="body" sz="quarter" idx="25"/>
          </p:nvPr>
        </p:nvSpPr>
        <p:spPr>
          <a:xfrm>
            <a:off x="1557037" y="3662749"/>
            <a:ext cx="5989072" cy="246294"/>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Arial" panose="020B0604020202020204" pitchFamily="34" charset="0"/>
                <a:cs typeface="Arial" panose="020B06040202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Cliquez pour modifier les styles du texte du masque</a:t>
            </a:r>
          </a:p>
        </p:txBody>
      </p:sp>
      <p:sp>
        <p:nvSpPr>
          <p:cNvPr id="18" name="Espace réservé du texte 9"/>
          <p:cNvSpPr>
            <a:spLocks noGrp="1"/>
          </p:cNvSpPr>
          <p:nvPr>
            <p:ph type="body" sz="quarter" idx="26"/>
          </p:nvPr>
        </p:nvSpPr>
        <p:spPr>
          <a:xfrm>
            <a:off x="1557038" y="5228987"/>
            <a:ext cx="5989072" cy="868399"/>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9" name="Espace réservé du texte 9"/>
          <p:cNvSpPr>
            <a:spLocks noGrp="1"/>
          </p:cNvSpPr>
          <p:nvPr>
            <p:ph type="body" sz="quarter" idx="27"/>
          </p:nvPr>
        </p:nvSpPr>
        <p:spPr>
          <a:xfrm>
            <a:off x="1557037" y="5017386"/>
            <a:ext cx="5989072"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Arial" panose="020B0604020202020204" pitchFamily="34" charset="0"/>
                <a:cs typeface="Arial" panose="020B06040202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Cliquez pour modifier les styles du texte du masque</a:t>
            </a:r>
          </a:p>
        </p:txBody>
      </p:sp>
      <p:sp>
        <p:nvSpPr>
          <p:cNvPr id="24" name="Espace réservé du texte 21"/>
          <p:cNvSpPr>
            <a:spLocks noGrp="1"/>
          </p:cNvSpPr>
          <p:nvPr>
            <p:ph type="body" sz="quarter" idx="14" hasCustomPrompt="1"/>
          </p:nvPr>
        </p:nvSpPr>
        <p:spPr>
          <a:xfrm>
            <a:off x="8895551" y="2427246"/>
            <a:ext cx="2862339" cy="720126"/>
          </a:xfrm>
          <a:prstGeom prst="rect">
            <a:avLst/>
          </a:prstGeom>
        </p:spPr>
        <p:txBody>
          <a:bodyPr/>
          <a:lstStyle>
            <a:lvl1pPr marL="0" indent="0">
              <a:buNone/>
              <a:defRPr sz="2200" b="1" cap="all" spc="0" baseline="0">
                <a:solidFill>
                  <a:schemeClr val="bg1"/>
                </a:solidFill>
                <a:latin typeface="+mj-lt"/>
              </a:defRPr>
            </a:lvl1pPr>
          </a:lstStyle>
          <a:p>
            <a:pPr lvl="0"/>
            <a:r>
              <a:rPr lang="fr-FR"/>
              <a:t>Partie 1</a:t>
            </a:r>
          </a:p>
        </p:txBody>
      </p:sp>
      <p:sp>
        <p:nvSpPr>
          <p:cNvPr id="29" name="Espace réservé du texte 9"/>
          <p:cNvSpPr>
            <a:spLocks noGrp="1"/>
          </p:cNvSpPr>
          <p:nvPr>
            <p:ph type="body" sz="quarter" idx="31" hasCustomPrompt="1"/>
          </p:nvPr>
        </p:nvSpPr>
        <p:spPr>
          <a:xfrm>
            <a:off x="8895552" y="3677236"/>
            <a:ext cx="1838981" cy="23180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Vos enjeux</a:t>
            </a:r>
          </a:p>
          <a:p>
            <a:pPr lvl="0"/>
            <a:endParaRPr lang="fr-FR"/>
          </a:p>
        </p:txBody>
      </p:sp>
      <p:sp>
        <p:nvSpPr>
          <p:cNvPr id="27" name="Espace réservé du texte 9"/>
          <p:cNvSpPr>
            <a:spLocks noGrp="1"/>
          </p:cNvSpPr>
          <p:nvPr>
            <p:ph type="body" sz="quarter" idx="30" hasCustomPrompt="1"/>
          </p:nvPr>
        </p:nvSpPr>
        <p:spPr>
          <a:xfrm>
            <a:off x="8895551" y="3926981"/>
            <a:ext cx="2748509" cy="7742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solidFill>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err="1"/>
              <a:t>Lorem</a:t>
            </a:r>
            <a:r>
              <a:rPr lang="fr-FR"/>
              <a:t> </a:t>
            </a:r>
            <a:r>
              <a:rPr lang="fr-FR" err="1"/>
              <a:t>ipsum</a:t>
            </a:r>
            <a:r>
              <a:rPr lang="fr-FR"/>
              <a:t> </a:t>
            </a:r>
            <a:r>
              <a:rPr lang="fr-FR" err="1"/>
              <a:t>dolor</a:t>
            </a:r>
            <a:r>
              <a:rPr lang="fr-FR"/>
              <a:t> </a:t>
            </a:r>
            <a:r>
              <a:rPr lang="fr-FR" err="1"/>
              <a:t>sit</a:t>
            </a:r>
            <a:r>
              <a:rPr lang="fr-FR"/>
              <a:t> </a:t>
            </a:r>
            <a:r>
              <a:rPr lang="fr-FR" err="1"/>
              <a:t>amet</a:t>
            </a:r>
            <a:r>
              <a:rPr lang="fr-FR"/>
              <a:t>, </a:t>
            </a:r>
            <a:r>
              <a:rPr lang="fr-FR" err="1"/>
              <a:t>consectetur</a:t>
            </a:r>
            <a:r>
              <a:rPr lang="fr-FR"/>
              <a:t> </a:t>
            </a:r>
            <a:r>
              <a:rPr lang="fr-FR" err="1"/>
              <a:t>adipiscing</a:t>
            </a:r>
            <a:r>
              <a:rPr lang="fr-FR"/>
              <a:t>  </a:t>
            </a:r>
            <a:r>
              <a:rPr lang="fr-FR" err="1"/>
              <a:t>elit</a:t>
            </a:r>
            <a:r>
              <a:rPr lang="fr-FR"/>
              <a:t>. </a:t>
            </a:r>
            <a:r>
              <a:rPr lang="fr-FR" err="1"/>
              <a:t>Etiam</a:t>
            </a:r>
            <a:r>
              <a:rPr lang="fr-FR"/>
              <a:t> </a:t>
            </a:r>
            <a:r>
              <a:rPr lang="fr-FR" err="1"/>
              <a:t>sed</a:t>
            </a:r>
            <a:r>
              <a:rPr lang="fr-FR"/>
              <a:t> </a:t>
            </a:r>
            <a:r>
              <a:rPr lang="fr-FR" err="1"/>
              <a:t>turpis</a:t>
            </a:r>
            <a:r>
              <a:rPr lang="fr-FR"/>
              <a:t> a </a:t>
            </a:r>
            <a:r>
              <a:rPr lang="fr-FR" err="1"/>
              <a:t>metus</a:t>
            </a:r>
            <a:r>
              <a:rPr lang="fr-FR"/>
              <a:t> </a:t>
            </a:r>
            <a:r>
              <a:rPr lang="fr-FR" err="1"/>
              <a:t>placerat</a:t>
            </a:r>
            <a:r>
              <a:rPr lang="fr-FR"/>
              <a:t> </a:t>
            </a:r>
            <a:r>
              <a:rPr lang="fr-FR" err="1"/>
              <a:t>varius</a:t>
            </a:r>
            <a:r>
              <a:rPr lang="fr-FR"/>
              <a:t>  </a:t>
            </a:r>
            <a:r>
              <a:rPr lang="fr-FR" err="1"/>
              <a:t>quis</a:t>
            </a:r>
            <a:r>
              <a:rPr lang="fr-FR"/>
              <a:t> vitae </a:t>
            </a:r>
            <a:r>
              <a:rPr lang="fr-FR" err="1"/>
              <a:t>nibh</a:t>
            </a:r>
            <a:r>
              <a:rPr lang="fr-FR"/>
              <a:t>. </a:t>
            </a:r>
          </a:p>
        </p:txBody>
      </p:sp>
      <p:sp>
        <p:nvSpPr>
          <p:cNvPr id="20" name="Espace réservé du pied de page 1">
            <a:extLst>
              <a:ext uri="{FF2B5EF4-FFF2-40B4-BE49-F238E27FC236}">
                <a16:creationId xmlns:a16="http://schemas.microsoft.com/office/drawing/2014/main" id="{05DB3B8D-9370-1D4A-94E6-25821EDF8EFF}"/>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1849214580"/>
      </p:ext>
    </p:extLst>
  </p:cSld>
  <p:clrMapOvr>
    <a:masterClrMapping/>
  </p:clrMapOvr>
  <p:hf sldNum="0"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04_Specific-5 ideas with left image">
    <p:spTree>
      <p:nvGrpSpPr>
        <p:cNvPr id="1" name=""/>
        <p:cNvGrpSpPr/>
        <p:nvPr/>
      </p:nvGrpSpPr>
      <p:grpSpPr>
        <a:xfrm>
          <a:off x="0" y="0"/>
          <a:ext cx="0" cy="0"/>
          <a:chOff x="0" y="0"/>
          <a:chExt cx="0" cy="0"/>
        </a:xfrm>
      </p:grpSpPr>
      <p:sp>
        <p:nvSpPr>
          <p:cNvPr id="2" name="Espace réservé du pied de page 1"/>
          <p:cNvSpPr>
            <a:spLocks noGrp="1"/>
          </p:cNvSpPr>
          <p:nvPr>
            <p:ph type="ftr" sz="quarter" idx="76"/>
          </p:nvPr>
        </p:nvSpPr>
        <p:spPr>
          <a:xfrm>
            <a:off x="337932" y="283655"/>
            <a:ext cx="1646316" cy="271549"/>
          </a:xfrm>
          <a:prstGeom prst="rect">
            <a:avLst/>
          </a:prstGeom>
        </p:spPr>
        <p:txBody>
          <a:bodyPr/>
          <a:lstStyle/>
          <a:p>
            <a:r>
              <a:rPr lang="fr-FR"/>
              <a:t>Document Header</a:t>
            </a:r>
          </a:p>
        </p:txBody>
      </p:sp>
      <p:sp>
        <p:nvSpPr>
          <p:cNvPr id="4" name="Rectangle 3"/>
          <p:cNvSpPr/>
          <p:nvPr/>
        </p:nvSpPr>
        <p:spPr>
          <a:xfrm>
            <a:off x="-529" y="0"/>
            <a:ext cx="6891867" cy="685800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3" name="Espace réservé du texte 4"/>
          <p:cNvSpPr>
            <a:spLocks noGrp="1"/>
          </p:cNvSpPr>
          <p:nvPr>
            <p:ph type="body" sz="quarter" idx="27" hasCustomPrompt="1"/>
          </p:nvPr>
        </p:nvSpPr>
        <p:spPr>
          <a:xfrm>
            <a:off x="642771" y="871261"/>
            <a:ext cx="5606323" cy="38443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200" b="1" cap="all" baseline="0">
                <a:solidFill>
                  <a:schemeClr val="bg1"/>
                </a:solidFill>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err="1"/>
              <a:t>Summary</a:t>
            </a:r>
            <a:endParaRPr lang="fr-FR"/>
          </a:p>
        </p:txBody>
      </p:sp>
      <p:sp>
        <p:nvSpPr>
          <p:cNvPr id="6" name="Espace réservé pour une image  5"/>
          <p:cNvSpPr>
            <a:spLocks noGrp="1"/>
          </p:cNvSpPr>
          <p:nvPr>
            <p:ph type="pic" sz="quarter" idx="28"/>
          </p:nvPr>
        </p:nvSpPr>
        <p:spPr>
          <a:xfrm>
            <a:off x="642938" y="1771650"/>
            <a:ext cx="6248400" cy="5086350"/>
          </a:xfrm>
          <a:prstGeom prst="rect">
            <a:avLst/>
          </a:prstGeom>
        </p:spPr>
        <p:txBody>
          <a:bodyPr/>
          <a:lstStyle/>
          <a:p>
            <a:r>
              <a:rPr lang="fr-FR"/>
              <a:t>Cliquez sur l'icône pour ajouter une image</a:t>
            </a:r>
          </a:p>
        </p:txBody>
      </p:sp>
      <p:sp>
        <p:nvSpPr>
          <p:cNvPr id="7" name="object 12"/>
          <p:cNvSpPr/>
          <p:nvPr/>
        </p:nvSpPr>
        <p:spPr>
          <a:xfrm>
            <a:off x="4605414" y="1465872"/>
            <a:ext cx="4283037" cy="4461135"/>
          </a:xfrm>
          <a:prstGeom prst="rect">
            <a:avLst/>
          </a:prstGeom>
          <a:blipFill>
            <a:blip r:embed="rId2" cstate="email">
              <a:extLst>
                <a:ext uri="{28A0092B-C50C-407E-A947-70E740481C1C}">
                  <a14:useLocalDpi xmlns:a14="http://schemas.microsoft.com/office/drawing/2010/main"/>
                </a:ext>
              </a:extLst>
            </a:blip>
            <a:stretch>
              <a:fillRect/>
            </a:stretch>
          </a:blipFill>
        </p:spPr>
        <p:txBody>
          <a:bodyPr wrap="square" lIns="0" tIns="0" rIns="0" bIns="0" rtlCol="0"/>
          <a:lstStyle/>
          <a:p>
            <a:endParaRPr/>
          </a:p>
        </p:txBody>
      </p:sp>
      <p:sp>
        <p:nvSpPr>
          <p:cNvPr id="14" name="Espace réservé du texte 9"/>
          <p:cNvSpPr>
            <a:spLocks noGrp="1"/>
          </p:cNvSpPr>
          <p:nvPr>
            <p:ph type="body" sz="quarter" idx="43"/>
          </p:nvPr>
        </p:nvSpPr>
        <p:spPr>
          <a:xfrm>
            <a:off x="8888981" y="1496598"/>
            <a:ext cx="2532553" cy="473802"/>
          </a:xfrm>
          <a:prstGeom prst="rect">
            <a:avLst/>
          </a:prstGeom>
          <a:noFill/>
          <a:ln>
            <a:noFill/>
          </a:ln>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5" name="Espace réservé du texte 9"/>
          <p:cNvSpPr>
            <a:spLocks noGrp="1"/>
          </p:cNvSpPr>
          <p:nvPr>
            <p:ph type="body" sz="quarter" idx="72"/>
          </p:nvPr>
        </p:nvSpPr>
        <p:spPr>
          <a:xfrm>
            <a:off x="9325682" y="2533631"/>
            <a:ext cx="2532553" cy="473802"/>
          </a:xfrm>
          <a:prstGeom prst="rect">
            <a:avLst/>
          </a:prstGeom>
          <a:noFill/>
          <a:ln>
            <a:noFill/>
          </a:ln>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6" name="Espace réservé du texte 9"/>
          <p:cNvSpPr>
            <a:spLocks noGrp="1"/>
          </p:cNvSpPr>
          <p:nvPr>
            <p:ph type="body" sz="quarter" idx="73"/>
          </p:nvPr>
        </p:nvSpPr>
        <p:spPr>
          <a:xfrm>
            <a:off x="9341657" y="3570664"/>
            <a:ext cx="2532553" cy="473802"/>
          </a:xfrm>
          <a:prstGeom prst="rect">
            <a:avLst/>
          </a:prstGeom>
          <a:noFill/>
          <a:ln>
            <a:noFill/>
          </a:ln>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7" name="Espace réservé du texte 9"/>
          <p:cNvSpPr>
            <a:spLocks noGrp="1"/>
          </p:cNvSpPr>
          <p:nvPr>
            <p:ph type="body" sz="quarter" idx="74"/>
          </p:nvPr>
        </p:nvSpPr>
        <p:spPr>
          <a:xfrm>
            <a:off x="9325681" y="4608524"/>
            <a:ext cx="2532553" cy="473802"/>
          </a:xfrm>
          <a:prstGeom prst="rect">
            <a:avLst/>
          </a:prstGeom>
          <a:noFill/>
          <a:ln>
            <a:noFill/>
          </a:ln>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8" name="Espace réservé du texte 9"/>
          <p:cNvSpPr>
            <a:spLocks noGrp="1"/>
          </p:cNvSpPr>
          <p:nvPr>
            <p:ph type="body" sz="quarter" idx="75"/>
          </p:nvPr>
        </p:nvSpPr>
        <p:spPr>
          <a:xfrm>
            <a:off x="8888980" y="5657105"/>
            <a:ext cx="2532553" cy="473802"/>
          </a:xfrm>
          <a:prstGeom prst="rect">
            <a:avLst/>
          </a:prstGeom>
          <a:noFill/>
          <a:ln>
            <a:noFill/>
          </a:ln>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24" name="Espace réservé du texte 23"/>
          <p:cNvSpPr>
            <a:spLocks noGrp="1"/>
          </p:cNvSpPr>
          <p:nvPr>
            <p:ph type="body" sz="quarter" idx="77" hasCustomPrompt="1"/>
          </p:nvPr>
        </p:nvSpPr>
        <p:spPr>
          <a:xfrm>
            <a:off x="8888413" y="1255713"/>
            <a:ext cx="874712" cy="209550"/>
          </a:xfrm>
          <a:prstGeom prst="rect">
            <a:avLst/>
          </a:prstGeom>
          <a:solidFill>
            <a:schemeClr val="tx1"/>
          </a:solidFill>
        </p:spPr>
        <p:txBody>
          <a:bodyPr/>
          <a:lstStyle>
            <a:lvl1pPr marL="0" indent="0">
              <a:buNone/>
              <a:defRPr sz="1200" b="1">
                <a:solidFill>
                  <a:schemeClr val="bg1"/>
                </a:solidFill>
              </a:defRPr>
            </a:lvl1pPr>
            <a:lvl2pPr>
              <a:defRPr sz="1200" b="1"/>
            </a:lvl2pPr>
            <a:lvl3pPr>
              <a:defRPr sz="1200" b="1"/>
            </a:lvl3pPr>
            <a:lvl4pPr>
              <a:defRPr sz="1200" b="1"/>
            </a:lvl4pPr>
            <a:lvl5pPr>
              <a:defRPr sz="1200" b="1"/>
            </a:lvl5pPr>
          </a:lstStyle>
          <a:p>
            <a:pPr lvl="0"/>
            <a:r>
              <a:rPr lang="fr-FR"/>
              <a:t>#1</a:t>
            </a:r>
          </a:p>
        </p:txBody>
      </p:sp>
      <p:sp>
        <p:nvSpPr>
          <p:cNvPr id="25" name="Espace réservé du texte 23"/>
          <p:cNvSpPr>
            <a:spLocks noGrp="1"/>
          </p:cNvSpPr>
          <p:nvPr>
            <p:ph type="body" sz="quarter" idx="78" hasCustomPrompt="1"/>
          </p:nvPr>
        </p:nvSpPr>
        <p:spPr>
          <a:xfrm>
            <a:off x="9325769" y="2292036"/>
            <a:ext cx="874712" cy="209550"/>
          </a:xfrm>
          <a:prstGeom prst="rect">
            <a:avLst/>
          </a:prstGeom>
          <a:solidFill>
            <a:schemeClr val="tx1"/>
          </a:solidFill>
        </p:spPr>
        <p:txBody>
          <a:bodyPr/>
          <a:lstStyle>
            <a:lvl1pPr marL="0" indent="0">
              <a:buNone/>
              <a:defRPr sz="1200" b="1">
                <a:solidFill>
                  <a:schemeClr val="bg1"/>
                </a:solidFill>
              </a:defRPr>
            </a:lvl1pPr>
            <a:lvl2pPr>
              <a:defRPr sz="1200" b="1"/>
            </a:lvl2pPr>
            <a:lvl3pPr>
              <a:defRPr sz="1200" b="1"/>
            </a:lvl3pPr>
            <a:lvl4pPr>
              <a:defRPr sz="1200" b="1"/>
            </a:lvl4pPr>
            <a:lvl5pPr>
              <a:defRPr sz="1200" b="1"/>
            </a:lvl5pPr>
          </a:lstStyle>
          <a:p>
            <a:pPr lvl="0"/>
            <a:r>
              <a:rPr lang="fr-FR"/>
              <a:t>#2</a:t>
            </a:r>
          </a:p>
        </p:txBody>
      </p:sp>
      <p:sp>
        <p:nvSpPr>
          <p:cNvPr id="26" name="Espace réservé du texte 23"/>
          <p:cNvSpPr>
            <a:spLocks noGrp="1"/>
          </p:cNvSpPr>
          <p:nvPr>
            <p:ph type="body" sz="quarter" idx="79" hasCustomPrompt="1"/>
          </p:nvPr>
        </p:nvSpPr>
        <p:spPr>
          <a:xfrm>
            <a:off x="9341657" y="3350097"/>
            <a:ext cx="874712" cy="209550"/>
          </a:xfrm>
          <a:prstGeom prst="rect">
            <a:avLst/>
          </a:prstGeom>
          <a:solidFill>
            <a:schemeClr val="tx1"/>
          </a:solidFill>
        </p:spPr>
        <p:txBody>
          <a:bodyPr/>
          <a:lstStyle>
            <a:lvl1pPr marL="0" indent="0">
              <a:buNone/>
              <a:defRPr sz="1200" b="1">
                <a:solidFill>
                  <a:schemeClr val="bg1"/>
                </a:solidFill>
              </a:defRPr>
            </a:lvl1pPr>
            <a:lvl2pPr>
              <a:defRPr sz="1200" b="1"/>
            </a:lvl2pPr>
            <a:lvl3pPr>
              <a:defRPr sz="1200" b="1"/>
            </a:lvl3pPr>
            <a:lvl4pPr>
              <a:defRPr sz="1200" b="1"/>
            </a:lvl4pPr>
            <a:lvl5pPr>
              <a:defRPr sz="1200" b="1"/>
            </a:lvl5pPr>
          </a:lstStyle>
          <a:p>
            <a:pPr lvl="0"/>
            <a:r>
              <a:rPr lang="fr-FR"/>
              <a:t>#3</a:t>
            </a:r>
          </a:p>
        </p:txBody>
      </p:sp>
      <p:sp>
        <p:nvSpPr>
          <p:cNvPr id="27" name="Espace réservé du texte 23"/>
          <p:cNvSpPr>
            <a:spLocks noGrp="1"/>
          </p:cNvSpPr>
          <p:nvPr>
            <p:ph type="body" sz="quarter" idx="80" hasCustomPrompt="1"/>
          </p:nvPr>
        </p:nvSpPr>
        <p:spPr>
          <a:xfrm>
            <a:off x="9325769" y="4387130"/>
            <a:ext cx="874712" cy="209550"/>
          </a:xfrm>
          <a:prstGeom prst="rect">
            <a:avLst/>
          </a:prstGeom>
          <a:solidFill>
            <a:schemeClr val="tx1"/>
          </a:solidFill>
        </p:spPr>
        <p:txBody>
          <a:bodyPr/>
          <a:lstStyle>
            <a:lvl1pPr marL="0" indent="0">
              <a:buNone/>
              <a:defRPr sz="1200" b="1">
                <a:solidFill>
                  <a:schemeClr val="bg1"/>
                </a:solidFill>
              </a:defRPr>
            </a:lvl1pPr>
            <a:lvl2pPr>
              <a:defRPr sz="1200" b="1"/>
            </a:lvl2pPr>
            <a:lvl3pPr>
              <a:defRPr sz="1200" b="1"/>
            </a:lvl3pPr>
            <a:lvl4pPr>
              <a:defRPr sz="1200" b="1"/>
            </a:lvl4pPr>
            <a:lvl5pPr>
              <a:defRPr sz="1200" b="1"/>
            </a:lvl5pPr>
          </a:lstStyle>
          <a:p>
            <a:pPr lvl="0"/>
            <a:r>
              <a:rPr lang="fr-FR"/>
              <a:t>#4</a:t>
            </a:r>
          </a:p>
        </p:txBody>
      </p:sp>
      <p:sp>
        <p:nvSpPr>
          <p:cNvPr id="28" name="Espace réservé du texte 23"/>
          <p:cNvSpPr>
            <a:spLocks noGrp="1"/>
          </p:cNvSpPr>
          <p:nvPr>
            <p:ph type="body" sz="quarter" idx="81" hasCustomPrompt="1"/>
          </p:nvPr>
        </p:nvSpPr>
        <p:spPr>
          <a:xfrm>
            <a:off x="8888325" y="5435180"/>
            <a:ext cx="874712" cy="209550"/>
          </a:xfrm>
          <a:prstGeom prst="rect">
            <a:avLst/>
          </a:prstGeom>
          <a:solidFill>
            <a:schemeClr val="tx1"/>
          </a:solidFill>
        </p:spPr>
        <p:txBody>
          <a:bodyPr/>
          <a:lstStyle>
            <a:lvl1pPr marL="0" indent="0">
              <a:buNone/>
              <a:defRPr sz="1200" b="1">
                <a:solidFill>
                  <a:schemeClr val="bg1"/>
                </a:solidFill>
              </a:defRPr>
            </a:lvl1pPr>
            <a:lvl2pPr>
              <a:defRPr sz="1200" b="1"/>
            </a:lvl2pPr>
            <a:lvl3pPr>
              <a:defRPr sz="1200" b="1"/>
            </a:lvl3pPr>
            <a:lvl4pPr>
              <a:defRPr sz="1200" b="1"/>
            </a:lvl4pPr>
            <a:lvl5pPr>
              <a:defRPr sz="1200" b="1"/>
            </a:lvl5pPr>
          </a:lstStyle>
          <a:p>
            <a:pPr lvl="0"/>
            <a:r>
              <a:rPr lang="fr-FR"/>
              <a:t>#5</a:t>
            </a:r>
          </a:p>
        </p:txBody>
      </p:sp>
    </p:spTree>
    <p:extLst>
      <p:ext uri="{BB962C8B-B14F-4D97-AF65-F5344CB8AC3E}">
        <p14:creationId xmlns:p14="http://schemas.microsoft.com/office/powerpoint/2010/main" val="3089679112"/>
      </p:ext>
    </p:extLst>
  </p:cSld>
  <p:clrMapOvr>
    <a:masterClrMapping/>
  </p:clrMapOvr>
  <p:hf sldNum="0" hd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04_Specific-with grey area">
    <p:spTree>
      <p:nvGrpSpPr>
        <p:cNvPr id="1" name=""/>
        <p:cNvGrpSpPr/>
        <p:nvPr/>
      </p:nvGrpSpPr>
      <p:grpSpPr>
        <a:xfrm>
          <a:off x="0" y="0"/>
          <a:ext cx="0" cy="0"/>
          <a:chOff x="0" y="0"/>
          <a:chExt cx="0" cy="0"/>
        </a:xfrm>
      </p:grpSpPr>
      <p:sp>
        <p:nvSpPr>
          <p:cNvPr id="8" name="Espace réservé du texte 7"/>
          <p:cNvSpPr>
            <a:spLocks noGrp="1"/>
          </p:cNvSpPr>
          <p:nvPr>
            <p:ph type="body" sz="quarter" idx="28"/>
          </p:nvPr>
        </p:nvSpPr>
        <p:spPr>
          <a:xfrm>
            <a:off x="349249" y="2041506"/>
            <a:ext cx="7117686" cy="1335839"/>
          </a:xfrm>
          <a:prstGeom prst="rect">
            <a:avLst/>
          </a:prstGeom>
        </p:spPr>
        <p:txBody>
          <a:bodyPr/>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i="0" baseline="0">
                <a:solidFill>
                  <a:schemeClr val="tx1"/>
                </a:solidFill>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1" name="Espace réservé pour une image  10"/>
          <p:cNvSpPr>
            <a:spLocks noGrp="1"/>
          </p:cNvSpPr>
          <p:nvPr>
            <p:ph type="pic" sz="quarter" idx="29"/>
          </p:nvPr>
        </p:nvSpPr>
        <p:spPr>
          <a:xfrm>
            <a:off x="7988300" y="0"/>
            <a:ext cx="4203700" cy="6858000"/>
          </a:xfrm>
          <a:prstGeom prst="rect">
            <a:avLst/>
          </a:prstGeom>
        </p:spPr>
        <p:txBody>
          <a:bodyPr/>
          <a:lstStyle>
            <a:lvl1pPr>
              <a:defRPr sz="1100"/>
            </a:lvl1pPr>
          </a:lstStyle>
          <a:p>
            <a:r>
              <a:rPr lang="fr-FR"/>
              <a:t>Cliquez sur l'icône pour ajouter une image</a:t>
            </a:r>
          </a:p>
        </p:txBody>
      </p:sp>
      <p:sp>
        <p:nvSpPr>
          <p:cNvPr id="14" name="Espace réservé du texte 13"/>
          <p:cNvSpPr>
            <a:spLocks noGrp="1"/>
          </p:cNvSpPr>
          <p:nvPr>
            <p:ph type="body" sz="quarter" idx="33"/>
          </p:nvPr>
        </p:nvSpPr>
        <p:spPr>
          <a:xfrm>
            <a:off x="-1" y="4121150"/>
            <a:ext cx="7466935" cy="1689100"/>
          </a:xfrm>
          <a:prstGeom prst="rect">
            <a:avLst/>
          </a:prstGeom>
          <a:solidFill>
            <a:srgbClr val="EAEAEA"/>
          </a:solidFill>
          <a:ln>
            <a:solidFill>
              <a:srgbClr val="EAEAEA"/>
            </a:solidFill>
          </a:ln>
        </p:spPr>
        <p:txBody>
          <a:bodyPr lIns="900000" tIns="324000" rIns="900000" bIns="324000"/>
          <a:lstStyle>
            <a:lvl1pPr marL="0" indent="0">
              <a:lnSpc>
                <a:spcPts val="1500"/>
              </a:lnSpc>
              <a:buNone/>
              <a:defRPr sz="120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0" name="Espace réservé du pied de page 1">
            <a:extLst>
              <a:ext uri="{FF2B5EF4-FFF2-40B4-BE49-F238E27FC236}">
                <a16:creationId xmlns:a16="http://schemas.microsoft.com/office/drawing/2014/main" id="{ACD558E9-BCAE-5347-8D3F-EFF15B89B186}"/>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2" name="Espace réservé du texte 4">
            <a:extLst>
              <a:ext uri="{FF2B5EF4-FFF2-40B4-BE49-F238E27FC236}">
                <a16:creationId xmlns:a16="http://schemas.microsoft.com/office/drawing/2014/main" id="{C7D8CF23-5D42-A94E-9D9B-7A5508526739}"/>
              </a:ext>
            </a:extLst>
          </p:cNvPr>
          <p:cNvSpPr>
            <a:spLocks noGrp="1"/>
          </p:cNvSpPr>
          <p:nvPr>
            <p:ph type="body" sz="quarter" idx="35" hasCustomPrompt="1"/>
          </p:nvPr>
        </p:nvSpPr>
        <p:spPr>
          <a:xfrm>
            <a:off x="337930" y="922713"/>
            <a:ext cx="7141201"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3" name="Espace réservé du texte 6">
            <a:extLst>
              <a:ext uri="{FF2B5EF4-FFF2-40B4-BE49-F238E27FC236}">
                <a16:creationId xmlns:a16="http://schemas.microsoft.com/office/drawing/2014/main" id="{8F26411B-2231-B541-8B67-E0E2F56FCC5B}"/>
              </a:ext>
            </a:extLst>
          </p:cNvPr>
          <p:cNvSpPr>
            <a:spLocks noGrp="1"/>
          </p:cNvSpPr>
          <p:nvPr>
            <p:ph type="body" sz="quarter" idx="10" hasCustomPrompt="1"/>
          </p:nvPr>
        </p:nvSpPr>
        <p:spPr>
          <a:xfrm>
            <a:off x="337932" y="564022"/>
            <a:ext cx="7141199"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spTree>
    <p:extLst>
      <p:ext uri="{BB962C8B-B14F-4D97-AF65-F5344CB8AC3E}">
        <p14:creationId xmlns:p14="http://schemas.microsoft.com/office/powerpoint/2010/main" val="348288313"/>
      </p:ext>
    </p:extLst>
  </p:cSld>
  <p:clrMapOvr>
    <a:masterClrMapping/>
  </p:clrMapOvr>
  <p:hf sldNum="0"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04_Specific-Title on left image">
    <p:spTree>
      <p:nvGrpSpPr>
        <p:cNvPr id="1" name=""/>
        <p:cNvGrpSpPr/>
        <p:nvPr/>
      </p:nvGrpSpPr>
      <p:grpSpPr>
        <a:xfrm>
          <a:off x="0" y="0"/>
          <a:ext cx="0" cy="0"/>
          <a:chOff x="0" y="0"/>
          <a:chExt cx="0" cy="0"/>
        </a:xfrm>
      </p:grpSpPr>
      <p:sp>
        <p:nvSpPr>
          <p:cNvPr id="10" name="Espace réservé pour une image  9"/>
          <p:cNvSpPr>
            <a:spLocks noGrp="1"/>
          </p:cNvSpPr>
          <p:nvPr>
            <p:ph type="pic" sz="quarter" idx="10"/>
          </p:nvPr>
        </p:nvSpPr>
        <p:spPr>
          <a:xfrm>
            <a:off x="0" y="0"/>
            <a:ext cx="3938588" cy="6858000"/>
          </a:xfrm>
          <a:prstGeom prst="rect">
            <a:avLst/>
          </a:prstGeom>
        </p:spPr>
        <p:txBody>
          <a:bodyPr/>
          <a:lstStyle>
            <a:lvl1pPr>
              <a:defRPr sz="1100"/>
            </a:lvl1pPr>
          </a:lstStyle>
          <a:p>
            <a:r>
              <a:rPr lang="fr-FR"/>
              <a:t>Cliquez sur l'icône pour ajouter une image</a:t>
            </a:r>
          </a:p>
        </p:txBody>
      </p:sp>
      <p:sp>
        <p:nvSpPr>
          <p:cNvPr id="11" name="Espace réservé du texte 4"/>
          <p:cNvSpPr>
            <a:spLocks noGrp="1"/>
          </p:cNvSpPr>
          <p:nvPr>
            <p:ph type="body" sz="quarter" idx="27"/>
          </p:nvPr>
        </p:nvSpPr>
        <p:spPr>
          <a:xfrm>
            <a:off x="4383993" y="1056489"/>
            <a:ext cx="7383684" cy="295668"/>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a:latin typeface="Arial" panose="020B0604020202020204" pitchFamily="34" charset="0"/>
                <a:cs typeface="Arial" panose="020B0604020202020204" pitchFamily="34" charset="0"/>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Cliquez pour modifier les styles du texte du masque</a:t>
            </a:r>
          </a:p>
        </p:txBody>
      </p:sp>
      <p:sp>
        <p:nvSpPr>
          <p:cNvPr id="12" name="Espace réservé du texte 9"/>
          <p:cNvSpPr>
            <a:spLocks noGrp="1"/>
          </p:cNvSpPr>
          <p:nvPr>
            <p:ph type="body" sz="quarter" idx="24"/>
          </p:nvPr>
        </p:nvSpPr>
        <p:spPr>
          <a:xfrm>
            <a:off x="4383993" y="1682496"/>
            <a:ext cx="7383684" cy="361089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3" name="Espace réservé du texte 6"/>
          <p:cNvSpPr>
            <a:spLocks noGrp="1"/>
          </p:cNvSpPr>
          <p:nvPr>
            <p:ph type="body" sz="quarter" idx="28" hasCustomPrompt="1"/>
          </p:nvPr>
        </p:nvSpPr>
        <p:spPr>
          <a:xfrm>
            <a:off x="315309" y="905810"/>
            <a:ext cx="3623279" cy="1876425"/>
          </a:xfrm>
          <a:prstGeom prst="rect">
            <a:avLst/>
          </a:prstGeom>
        </p:spPr>
        <p:txBody>
          <a:bodyPr/>
          <a:lstStyle>
            <a:lvl1pPr marL="0" indent="0">
              <a:buNone/>
              <a:defRPr sz="2200" b="1" cap="all" spc="0" baseline="0">
                <a:latin typeface="+mj-lt"/>
              </a:defRPr>
            </a:lvl1pPr>
          </a:lstStyle>
          <a:p>
            <a:pPr lvl="0"/>
            <a:r>
              <a:rPr lang="fr-FR"/>
              <a:t>Titre</a:t>
            </a:r>
          </a:p>
        </p:txBody>
      </p:sp>
    </p:spTree>
    <p:extLst>
      <p:ext uri="{BB962C8B-B14F-4D97-AF65-F5344CB8AC3E}">
        <p14:creationId xmlns:p14="http://schemas.microsoft.com/office/powerpoint/2010/main" val="816963697"/>
      </p:ext>
    </p:extLst>
  </p:cSld>
  <p:clrMapOvr>
    <a:masterClrMapping/>
  </p:clrMapOvr>
  <p:hf sldNum="0" hd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04_Specific-Full one of two">
    <p:bg>
      <p:bgRef idx="1001">
        <a:schemeClr val="bg1"/>
      </p:bgRef>
    </p:bg>
    <p:spTree>
      <p:nvGrpSpPr>
        <p:cNvPr id="1" name=""/>
        <p:cNvGrpSpPr/>
        <p:nvPr/>
      </p:nvGrpSpPr>
      <p:grpSpPr>
        <a:xfrm>
          <a:off x="0" y="0"/>
          <a:ext cx="0" cy="0"/>
          <a:chOff x="0" y="0"/>
          <a:chExt cx="0" cy="0"/>
        </a:xfrm>
      </p:grpSpPr>
      <p:sp>
        <p:nvSpPr>
          <p:cNvPr id="9" name="Espace réservé pour une image  8"/>
          <p:cNvSpPr>
            <a:spLocks noGrp="1"/>
          </p:cNvSpPr>
          <p:nvPr>
            <p:ph type="pic" sz="quarter" idx="11"/>
          </p:nvPr>
        </p:nvSpPr>
        <p:spPr>
          <a:xfrm>
            <a:off x="346075" y="819808"/>
            <a:ext cx="2147743" cy="5486400"/>
          </a:xfrm>
          <a:prstGeom prst="rect">
            <a:avLst/>
          </a:prstGeom>
        </p:spPr>
        <p:txBody>
          <a:bodyPr/>
          <a:lstStyle>
            <a:lvl1pPr marL="0" indent="0">
              <a:buNone/>
              <a:defRPr sz="1100"/>
            </a:lvl1pPr>
          </a:lstStyle>
          <a:p>
            <a:r>
              <a:rPr lang="fr-FR"/>
              <a:t>Cliquez sur l'icône pour ajouter une image</a:t>
            </a:r>
          </a:p>
        </p:txBody>
      </p:sp>
      <p:sp>
        <p:nvSpPr>
          <p:cNvPr id="11" name="Espace réservé du texte 2"/>
          <p:cNvSpPr>
            <a:spLocks noGrp="1"/>
          </p:cNvSpPr>
          <p:nvPr>
            <p:ph type="body" sz="quarter" idx="26"/>
          </p:nvPr>
        </p:nvSpPr>
        <p:spPr>
          <a:xfrm>
            <a:off x="2932386" y="1426914"/>
            <a:ext cx="7134341" cy="343126"/>
          </a:xfrm>
          <a:prstGeom prst="rect">
            <a:avLst/>
          </a:prstGeom>
        </p:spPr>
        <p:txBody>
          <a:bodyPr/>
          <a:lstStyle>
            <a:lvl1pPr marL="0" indent="0">
              <a:buNone/>
              <a:defRPr lang="fr-FR" sz="1600" b="0" i="0" dirty="0" smtClean="0">
                <a:solidFill>
                  <a:schemeClr val="tx1"/>
                </a:solidFill>
                <a:latin typeface="Arial" panose="020B0604020202020204" pitchFamily="34" charset="0"/>
                <a:ea typeface="+mj-ea"/>
                <a:cs typeface="Arial" panose="020B06040202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Cliquez pour modifier les styles du texte du masque</a:t>
            </a:r>
          </a:p>
        </p:txBody>
      </p:sp>
      <p:sp>
        <p:nvSpPr>
          <p:cNvPr id="12" name="Espace réservé du texte 4"/>
          <p:cNvSpPr>
            <a:spLocks noGrp="1"/>
          </p:cNvSpPr>
          <p:nvPr>
            <p:ph type="body" sz="quarter" idx="27"/>
          </p:nvPr>
        </p:nvSpPr>
        <p:spPr>
          <a:xfrm>
            <a:off x="2932386" y="1995698"/>
            <a:ext cx="8954814" cy="68516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400" b="0">
                <a:latin typeface="Arial" panose="020B0604020202020204" pitchFamily="34" charset="0"/>
                <a:cs typeface="Arial" panose="020B0604020202020204" pitchFamily="34" charset="0"/>
              </a:defRPr>
            </a:lvl1pPr>
            <a:lvl2pPr>
              <a:defRPr sz="1100">
                <a:latin typeface="+mj-lt"/>
              </a:defRPr>
            </a:lvl2pPr>
            <a:lvl3pPr>
              <a:defRPr sz="1100">
                <a:latin typeface="+mj-lt"/>
              </a:defRPr>
            </a:lvl3pPr>
            <a:lvl4pPr>
              <a:defRPr sz="1100">
                <a:latin typeface="+mj-lt"/>
              </a:defRPr>
            </a:lvl4pPr>
            <a:lvl5pPr>
              <a:defRPr sz="1100">
                <a:latin typeface="+mj-lt"/>
              </a:defRPr>
            </a:lvl5pPr>
          </a:lstStyle>
          <a:p>
            <a:pPr lvl="0"/>
            <a:r>
              <a:rPr lang="fr-FR"/>
              <a:t>Cliquez pour modifier les styles du texte du masque</a:t>
            </a:r>
          </a:p>
        </p:txBody>
      </p:sp>
      <p:sp>
        <p:nvSpPr>
          <p:cNvPr id="13" name="Espace réservé du texte 9"/>
          <p:cNvSpPr>
            <a:spLocks noGrp="1"/>
          </p:cNvSpPr>
          <p:nvPr>
            <p:ph type="body" sz="quarter" idx="24"/>
          </p:nvPr>
        </p:nvSpPr>
        <p:spPr>
          <a:xfrm>
            <a:off x="2932386" y="2908677"/>
            <a:ext cx="8954814" cy="2787931"/>
          </a:xfrm>
          <a:prstGeom prst="rect">
            <a:avLst/>
          </a:prstGeom>
        </p:spPr>
        <p:txBody>
          <a:bodyPr numCol="2" spcCol="360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5" name="Espace réservé du texte 14"/>
          <p:cNvSpPr>
            <a:spLocks noGrp="1"/>
          </p:cNvSpPr>
          <p:nvPr>
            <p:ph type="body" sz="quarter" idx="33" hasCustomPrompt="1"/>
          </p:nvPr>
        </p:nvSpPr>
        <p:spPr>
          <a:xfrm>
            <a:off x="10647745" y="770233"/>
            <a:ext cx="1198180" cy="690640"/>
          </a:xfrm>
          <a:prstGeom prst="rect">
            <a:avLst/>
          </a:prstGeom>
        </p:spPr>
        <p:txBody>
          <a:bodyPr anchor="ctr"/>
          <a:lstStyle>
            <a:lvl1pPr marL="0" indent="0" algn="ctr">
              <a:buNone/>
              <a:defRPr sz="4400" b="1">
                <a:solidFill>
                  <a:schemeClr val="bg1">
                    <a:lumMod val="90000"/>
                  </a:schemeClr>
                </a:solidFill>
                <a:latin typeface="+mj-lt"/>
              </a:defRPr>
            </a:lvl1pPr>
          </a:lstStyle>
          <a:p>
            <a:pPr lvl="0"/>
            <a:r>
              <a:rPr lang="fr-FR"/>
              <a:t>1/2</a:t>
            </a:r>
          </a:p>
        </p:txBody>
      </p:sp>
      <p:sp>
        <p:nvSpPr>
          <p:cNvPr id="22" name="Espace réservé du texte 6">
            <a:extLst>
              <a:ext uri="{FF2B5EF4-FFF2-40B4-BE49-F238E27FC236}">
                <a16:creationId xmlns:a16="http://schemas.microsoft.com/office/drawing/2014/main" id="{DB88CB0B-C187-4DC7-A8B1-948F6D9D11DF}"/>
              </a:ext>
            </a:extLst>
          </p:cNvPr>
          <p:cNvSpPr>
            <a:spLocks noGrp="1"/>
          </p:cNvSpPr>
          <p:nvPr>
            <p:ph type="body" sz="quarter" idx="34" hasCustomPrompt="1"/>
          </p:nvPr>
        </p:nvSpPr>
        <p:spPr>
          <a:xfrm>
            <a:off x="2932386" y="770233"/>
            <a:ext cx="7117686" cy="645000"/>
          </a:xfrm>
          <a:prstGeom prst="rect">
            <a:avLst/>
          </a:prstGeom>
        </p:spPr>
        <p:txBody>
          <a:bodyPr anchor="ctr"/>
          <a:lstStyle>
            <a:lvl1pPr marL="0" indent="0">
              <a:buNone/>
              <a:defRPr sz="2200" b="1" cap="all" spc="-150" baseline="0">
                <a:latin typeface="+mj-lt"/>
              </a:defRPr>
            </a:lvl1pPr>
          </a:lstStyle>
          <a:p>
            <a:pPr lvl="0"/>
            <a:r>
              <a:rPr lang="fr-FR"/>
              <a:t>Titre</a:t>
            </a:r>
          </a:p>
        </p:txBody>
      </p:sp>
      <p:sp>
        <p:nvSpPr>
          <p:cNvPr id="10" name="Espace réservé du pied de page 1">
            <a:extLst>
              <a:ext uri="{FF2B5EF4-FFF2-40B4-BE49-F238E27FC236}">
                <a16:creationId xmlns:a16="http://schemas.microsoft.com/office/drawing/2014/main" id="{03B894C4-F544-FC4D-92C3-114A14FE6EEA}"/>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2510691667"/>
      </p:ext>
    </p:extLst>
  </p:cSld>
  <p:clrMapOvr>
    <a:overrideClrMapping bg1="lt1" tx1="dk1" bg2="lt2" tx2="dk2" accent1="accent1" accent2="accent2" accent3="accent3" accent4="accent4" accent5="accent5" accent6="accent6" hlink="hlink" folHlink="folHlink"/>
  </p:clrMapOvr>
  <p:hf sldNum="0" hd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04_Specific-Full two of two">
    <p:spTree>
      <p:nvGrpSpPr>
        <p:cNvPr id="1" name=""/>
        <p:cNvGrpSpPr/>
        <p:nvPr/>
      </p:nvGrpSpPr>
      <p:grpSpPr>
        <a:xfrm>
          <a:off x="0" y="0"/>
          <a:ext cx="0" cy="0"/>
          <a:chOff x="0" y="0"/>
          <a:chExt cx="0" cy="0"/>
        </a:xfrm>
      </p:grpSpPr>
      <p:sp>
        <p:nvSpPr>
          <p:cNvPr id="8" name="Espace réservé pour une image  7"/>
          <p:cNvSpPr>
            <a:spLocks noGrp="1"/>
          </p:cNvSpPr>
          <p:nvPr>
            <p:ph type="pic" sz="quarter" idx="10"/>
          </p:nvPr>
        </p:nvSpPr>
        <p:spPr>
          <a:xfrm>
            <a:off x="8975834" y="2501460"/>
            <a:ext cx="2858979" cy="3804474"/>
          </a:xfrm>
          <a:prstGeom prst="rect">
            <a:avLst/>
          </a:prstGeom>
        </p:spPr>
        <p:txBody>
          <a:bodyPr/>
          <a:lstStyle>
            <a:lvl1pPr>
              <a:defRPr sz="1100"/>
            </a:lvl1pPr>
          </a:lstStyle>
          <a:p>
            <a:r>
              <a:rPr lang="fr-FR"/>
              <a:t>Cliquez sur l'icône pour ajouter une image</a:t>
            </a:r>
          </a:p>
        </p:txBody>
      </p:sp>
      <p:sp>
        <p:nvSpPr>
          <p:cNvPr id="10" name="Espace réservé du texte 4"/>
          <p:cNvSpPr>
            <a:spLocks noGrp="1"/>
          </p:cNvSpPr>
          <p:nvPr>
            <p:ph type="body" sz="quarter" idx="27"/>
          </p:nvPr>
        </p:nvSpPr>
        <p:spPr>
          <a:xfrm>
            <a:off x="349274" y="1256426"/>
            <a:ext cx="8227167" cy="59339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600" b="1">
                <a:latin typeface="Arial" panose="020B0604020202020204" pitchFamily="34" charset="0"/>
                <a:cs typeface="Arial" panose="020B0604020202020204" pitchFamily="34" charset="0"/>
              </a:defRPr>
            </a:lvl1pPr>
            <a:lvl2pPr>
              <a:defRPr sz="1100">
                <a:latin typeface="+mj-lt"/>
              </a:defRPr>
            </a:lvl2pPr>
            <a:lvl3pPr>
              <a:defRPr sz="1100">
                <a:latin typeface="+mj-lt"/>
              </a:defRPr>
            </a:lvl3pPr>
            <a:lvl4pPr>
              <a:defRPr sz="1100">
                <a:latin typeface="+mj-lt"/>
              </a:defRPr>
            </a:lvl4pPr>
            <a:lvl5pPr>
              <a:defRPr sz="1100">
                <a:latin typeface="+mj-lt"/>
              </a:defRPr>
            </a:lvl5pPr>
          </a:lstStyle>
          <a:p>
            <a:pPr lvl="0"/>
            <a:r>
              <a:rPr lang="fr-FR"/>
              <a:t>Cliquez pour modifier les styles du texte du masque</a:t>
            </a:r>
          </a:p>
        </p:txBody>
      </p:sp>
      <p:sp>
        <p:nvSpPr>
          <p:cNvPr id="11" name="Espace réservé du texte 9"/>
          <p:cNvSpPr>
            <a:spLocks noGrp="1"/>
          </p:cNvSpPr>
          <p:nvPr>
            <p:ph type="body" sz="quarter" idx="24"/>
          </p:nvPr>
        </p:nvSpPr>
        <p:spPr>
          <a:xfrm>
            <a:off x="349273" y="2501460"/>
            <a:ext cx="8227167" cy="3131670"/>
          </a:xfrm>
          <a:prstGeom prst="rect">
            <a:avLst/>
          </a:prstGeom>
        </p:spPr>
        <p:txBody>
          <a:bodyPr numCol="2" spcCol="360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2" name="Espace réservé du texte 4"/>
          <p:cNvSpPr>
            <a:spLocks noGrp="1"/>
          </p:cNvSpPr>
          <p:nvPr>
            <p:ph type="body" sz="quarter" idx="34"/>
          </p:nvPr>
        </p:nvSpPr>
        <p:spPr>
          <a:xfrm>
            <a:off x="349273" y="2003897"/>
            <a:ext cx="8227167" cy="24531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400" b="0">
                <a:latin typeface="Arial" panose="020B0604020202020204" pitchFamily="34" charset="0"/>
                <a:cs typeface="Arial" panose="020B0604020202020204" pitchFamily="34" charset="0"/>
              </a:defRPr>
            </a:lvl1pPr>
            <a:lvl2pPr>
              <a:defRPr sz="1100">
                <a:latin typeface="+mj-lt"/>
              </a:defRPr>
            </a:lvl2pPr>
            <a:lvl3pPr>
              <a:defRPr sz="1100">
                <a:latin typeface="+mj-lt"/>
              </a:defRPr>
            </a:lvl3pPr>
            <a:lvl4pPr>
              <a:defRPr sz="1100">
                <a:latin typeface="+mj-lt"/>
              </a:defRPr>
            </a:lvl4pPr>
            <a:lvl5pPr>
              <a:defRPr sz="1100">
                <a:latin typeface="+mj-lt"/>
              </a:defRPr>
            </a:lvl5pPr>
          </a:lstStyle>
          <a:p>
            <a:pPr lvl="0"/>
            <a:r>
              <a:rPr lang="fr-FR"/>
              <a:t>Cliquez pour modifier les styles du texte du masque</a:t>
            </a:r>
          </a:p>
        </p:txBody>
      </p:sp>
      <p:sp>
        <p:nvSpPr>
          <p:cNvPr id="16" name="Espace réservé du texte 14">
            <a:extLst>
              <a:ext uri="{FF2B5EF4-FFF2-40B4-BE49-F238E27FC236}">
                <a16:creationId xmlns:a16="http://schemas.microsoft.com/office/drawing/2014/main" id="{50F7BF43-4065-4C38-978D-28C8795C899A}"/>
              </a:ext>
            </a:extLst>
          </p:cNvPr>
          <p:cNvSpPr>
            <a:spLocks noGrp="1"/>
          </p:cNvSpPr>
          <p:nvPr>
            <p:ph type="body" sz="quarter" idx="33" hasCustomPrompt="1"/>
          </p:nvPr>
        </p:nvSpPr>
        <p:spPr>
          <a:xfrm>
            <a:off x="10647745" y="770233"/>
            <a:ext cx="1198180" cy="690640"/>
          </a:xfrm>
          <a:prstGeom prst="rect">
            <a:avLst/>
          </a:prstGeom>
        </p:spPr>
        <p:txBody>
          <a:bodyPr anchor="ctr"/>
          <a:lstStyle>
            <a:lvl1pPr marL="0" indent="0" algn="ctr">
              <a:buNone/>
              <a:defRPr sz="4400" b="1">
                <a:solidFill>
                  <a:schemeClr val="bg1">
                    <a:lumMod val="90000"/>
                  </a:schemeClr>
                </a:solidFill>
                <a:latin typeface="+mj-lt"/>
              </a:defRPr>
            </a:lvl1pPr>
          </a:lstStyle>
          <a:p>
            <a:pPr lvl="0"/>
            <a:r>
              <a:rPr lang="fr-FR"/>
              <a:t>2/2</a:t>
            </a:r>
          </a:p>
        </p:txBody>
      </p:sp>
      <p:sp>
        <p:nvSpPr>
          <p:cNvPr id="9" name="Espace réservé du pied de page 1">
            <a:extLst>
              <a:ext uri="{FF2B5EF4-FFF2-40B4-BE49-F238E27FC236}">
                <a16:creationId xmlns:a16="http://schemas.microsoft.com/office/drawing/2014/main" id="{59BED744-2C86-8A4C-8528-C27B0AFADEAB}"/>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405113813"/>
      </p:ext>
    </p:extLst>
  </p:cSld>
  <p:clrMapOvr>
    <a:masterClrMapping/>
  </p:clrMapOvr>
  <p:hf sldNum="0" hd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04_Specific-wkeyword on black">
    <p:spTree>
      <p:nvGrpSpPr>
        <p:cNvPr id="1" name=""/>
        <p:cNvGrpSpPr/>
        <p:nvPr/>
      </p:nvGrpSpPr>
      <p:grpSpPr>
        <a:xfrm>
          <a:off x="0" y="0"/>
          <a:ext cx="0" cy="0"/>
          <a:chOff x="0" y="0"/>
          <a:chExt cx="0" cy="0"/>
        </a:xfrm>
      </p:grpSpPr>
      <p:sp>
        <p:nvSpPr>
          <p:cNvPr id="4" name="Espace réservé du texte 11"/>
          <p:cNvSpPr>
            <a:spLocks noGrp="1"/>
          </p:cNvSpPr>
          <p:nvPr>
            <p:ph type="body" sz="quarter" idx="16" hasCustomPrompt="1"/>
          </p:nvPr>
        </p:nvSpPr>
        <p:spPr>
          <a:xfrm>
            <a:off x="376277" y="2264323"/>
            <a:ext cx="1389460" cy="304800"/>
          </a:xfrm>
          <a:prstGeom prst="rect">
            <a:avLst/>
          </a:prstGeom>
          <a:solidFill>
            <a:schemeClr val="tx1"/>
          </a:solidFill>
          <a:ln>
            <a:solidFill>
              <a:schemeClr val="tx1"/>
            </a:solidFill>
          </a:ln>
        </p:spPr>
        <p:txBody>
          <a:bodyPr lIns="180000" bIns="36000" anchor="b" anchorCtr="0"/>
          <a:lstStyle>
            <a:lvl1pPr marL="0" indent="0" algn="l">
              <a:buNone/>
              <a:defRPr sz="1400" b="1" baseline="0">
                <a:solidFill>
                  <a:schemeClr val="bg1"/>
                </a:solidFill>
                <a:latin typeface="Arial" panose="020B0604020202020204" pitchFamily="34" charset="0"/>
                <a:cs typeface="Arial" panose="020B0604020202020204" pitchFamily="34" charset="0"/>
              </a:defRPr>
            </a:lvl1pPr>
          </a:lstStyle>
          <a:p>
            <a:pPr lvl="0"/>
            <a:r>
              <a:rPr lang="fr-FR"/>
              <a:t>Texte</a:t>
            </a:r>
          </a:p>
        </p:txBody>
      </p:sp>
      <p:sp>
        <p:nvSpPr>
          <p:cNvPr id="5" name="Espace réservé du texte 11"/>
          <p:cNvSpPr>
            <a:spLocks noGrp="1"/>
          </p:cNvSpPr>
          <p:nvPr>
            <p:ph type="body" sz="quarter" idx="28" hasCustomPrompt="1"/>
          </p:nvPr>
        </p:nvSpPr>
        <p:spPr>
          <a:xfrm>
            <a:off x="4376510" y="2264323"/>
            <a:ext cx="3579820" cy="304800"/>
          </a:xfrm>
          <a:prstGeom prst="rect">
            <a:avLst/>
          </a:prstGeom>
          <a:solidFill>
            <a:schemeClr val="tx1"/>
          </a:solidFill>
          <a:ln>
            <a:solidFill>
              <a:schemeClr val="tx1"/>
            </a:solidFill>
          </a:ln>
        </p:spPr>
        <p:txBody>
          <a:bodyPr lIns="180000" bIns="36000" anchor="b" anchorCtr="0"/>
          <a:lstStyle>
            <a:lvl1pPr>
              <a:defRPr lang="fr-FR" sz="1400" b="1" baseline="0" dirty="0">
                <a:solidFill>
                  <a:schemeClr val="bg1"/>
                </a:solidFill>
                <a:latin typeface="Arial" panose="020B0604020202020204" pitchFamily="34" charset="0"/>
                <a:cs typeface="Arial" panose="020B0604020202020204" pitchFamily="34" charset="0"/>
              </a:defRPr>
            </a:lvl1pPr>
          </a:lstStyle>
          <a:p>
            <a:pPr marL="0" lvl="0" indent="0">
              <a:buNone/>
            </a:pPr>
            <a:r>
              <a:rPr lang="fr-FR"/>
              <a:t>Texte</a:t>
            </a:r>
          </a:p>
        </p:txBody>
      </p:sp>
      <p:sp>
        <p:nvSpPr>
          <p:cNvPr id="6" name="Espace réservé pour une image  7"/>
          <p:cNvSpPr>
            <a:spLocks noGrp="1"/>
          </p:cNvSpPr>
          <p:nvPr>
            <p:ph type="pic" sz="quarter" idx="10"/>
          </p:nvPr>
        </p:nvSpPr>
        <p:spPr>
          <a:xfrm>
            <a:off x="8818180" y="1068899"/>
            <a:ext cx="3035558" cy="4921997"/>
          </a:xfrm>
          <a:prstGeom prst="rect">
            <a:avLst/>
          </a:prstGeom>
        </p:spPr>
        <p:txBody>
          <a:bodyPr/>
          <a:lstStyle>
            <a:lvl1pPr>
              <a:defRPr sz="1100"/>
            </a:lvl1pPr>
          </a:lstStyle>
          <a:p>
            <a:r>
              <a:rPr lang="fr-FR"/>
              <a:t>Cliquez sur l'icône pour ajouter une image</a:t>
            </a:r>
          </a:p>
        </p:txBody>
      </p:sp>
      <p:sp>
        <p:nvSpPr>
          <p:cNvPr id="7" name="Espace réservé du texte 11"/>
          <p:cNvSpPr>
            <a:spLocks noGrp="1"/>
          </p:cNvSpPr>
          <p:nvPr>
            <p:ph type="body" sz="quarter" idx="29" hasCustomPrompt="1"/>
          </p:nvPr>
        </p:nvSpPr>
        <p:spPr>
          <a:xfrm>
            <a:off x="9210675" y="5318235"/>
            <a:ext cx="2981325" cy="672662"/>
          </a:xfrm>
          <a:prstGeom prst="rect">
            <a:avLst/>
          </a:prstGeom>
          <a:solidFill>
            <a:schemeClr val="tx1"/>
          </a:solidFill>
          <a:ln>
            <a:solidFill>
              <a:schemeClr val="tx1"/>
            </a:solidFill>
          </a:ln>
        </p:spPr>
        <p:txBody>
          <a:bodyPr lIns="180000" bIns="108000" anchor="b" anchorCtr="0"/>
          <a:lstStyle>
            <a:lvl1pPr marL="0" indent="0" algn="l">
              <a:buNone/>
              <a:defRPr sz="2400" b="1" baseline="0">
                <a:solidFill>
                  <a:schemeClr val="bg1"/>
                </a:solidFill>
                <a:latin typeface="+mj-lt"/>
              </a:defRPr>
            </a:lvl1pPr>
          </a:lstStyle>
          <a:p>
            <a:pPr lvl="0"/>
            <a:r>
              <a:rPr lang="fr-FR"/>
              <a:t>Un mot clé</a:t>
            </a:r>
          </a:p>
        </p:txBody>
      </p:sp>
      <p:sp>
        <p:nvSpPr>
          <p:cNvPr id="8" name="Espace réservé du texte 9"/>
          <p:cNvSpPr>
            <a:spLocks noGrp="1"/>
          </p:cNvSpPr>
          <p:nvPr>
            <p:ph type="body" sz="quarter" idx="22"/>
          </p:nvPr>
        </p:nvSpPr>
        <p:spPr>
          <a:xfrm>
            <a:off x="376278" y="3110405"/>
            <a:ext cx="7580052" cy="2648607"/>
          </a:xfrm>
          <a:prstGeom prst="rect">
            <a:avLst/>
          </a:prstGeom>
        </p:spPr>
        <p:txBody>
          <a:bodyPr numCol="2"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9" name="Espace réservé du texte 4"/>
          <p:cNvSpPr>
            <a:spLocks noGrp="1"/>
          </p:cNvSpPr>
          <p:nvPr>
            <p:ph type="body" sz="quarter" idx="34"/>
          </p:nvPr>
        </p:nvSpPr>
        <p:spPr>
          <a:xfrm>
            <a:off x="376277" y="2707436"/>
            <a:ext cx="3533572" cy="24531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baseline="0">
                <a:latin typeface="Arial" panose="020B0604020202020204" pitchFamily="34" charset="0"/>
                <a:cs typeface="Arial" panose="020B06040202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Cliquez pour modifier les styles du texte du masque</a:t>
            </a:r>
          </a:p>
        </p:txBody>
      </p:sp>
      <p:sp>
        <p:nvSpPr>
          <p:cNvPr id="10" name="Espace réservé du texte 4"/>
          <p:cNvSpPr>
            <a:spLocks noGrp="1"/>
          </p:cNvSpPr>
          <p:nvPr>
            <p:ph type="body" sz="quarter" idx="35"/>
          </p:nvPr>
        </p:nvSpPr>
        <p:spPr>
          <a:xfrm>
            <a:off x="4376510" y="2707435"/>
            <a:ext cx="3579820"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baseline="0">
                <a:latin typeface="Arial" panose="020B0604020202020204" pitchFamily="34" charset="0"/>
                <a:cs typeface="Arial" panose="020B06040202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Cliquez pour modifier les styles du texte du masque</a:t>
            </a:r>
          </a:p>
        </p:txBody>
      </p:sp>
      <p:sp>
        <p:nvSpPr>
          <p:cNvPr id="12" name="Espace réservé du pied de page 1">
            <a:extLst>
              <a:ext uri="{FF2B5EF4-FFF2-40B4-BE49-F238E27FC236}">
                <a16:creationId xmlns:a16="http://schemas.microsoft.com/office/drawing/2014/main" id="{729F6889-8D8F-074B-8FA7-0B8697FE0220}"/>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5" name="Espace réservé du texte 4">
            <a:extLst>
              <a:ext uri="{FF2B5EF4-FFF2-40B4-BE49-F238E27FC236}">
                <a16:creationId xmlns:a16="http://schemas.microsoft.com/office/drawing/2014/main" id="{C29AF802-059B-D24D-A710-52474B2AB7F0}"/>
              </a:ext>
            </a:extLst>
          </p:cNvPr>
          <p:cNvSpPr>
            <a:spLocks noGrp="1"/>
          </p:cNvSpPr>
          <p:nvPr>
            <p:ph type="body" sz="quarter" idx="36" hasCustomPrompt="1"/>
          </p:nvPr>
        </p:nvSpPr>
        <p:spPr>
          <a:xfrm>
            <a:off x="337930" y="922713"/>
            <a:ext cx="7141201"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6" name="Espace réservé du texte 6">
            <a:extLst>
              <a:ext uri="{FF2B5EF4-FFF2-40B4-BE49-F238E27FC236}">
                <a16:creationId xmlns:a16="http://schemas.microsoft.com/office/drawing/2014/main" id="{1F746D87-70A3-004F-9B9E-9DFA04CA7BB4}"/>
              </a:ext>
            </a:extLst>
          </p:cNvPr>
          <p:cNvSpPr>
            <a:spLocks noGrp="1"/>
          </p:cNvSpPr>
          <p:nvPr>
            <p:ph type="body" sz="quarter" idx="37" hasCustomPrompt="1"/>
          </p:nvPr>
        </p:nvSpPr>
        <p:spPr>
          <a:xfrm>
            <a:off x="337932" y="564022"/>
            <a:ext cx="7141199"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spTree>
    <p:extLst>
      <p:ext uri="{BB962C8B-B14F-4D97-AF65-F5344CB8AC3E}">
        <p14:creationId xmlns:p14="http://schemas.microsoft.com/office/powerpoint/2010/main" val="3250974820"/>
      </p:ext>
    </p:extLst>
  </p:cSld>
  <p:clrMapOvr>
    <a:masterClrMapping/>
  </p:clrMapOvr>
  <p:hf sldNum="0"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04_Specific-single wkeyword on black">
    <p:spTree>
      <p:nvGrpSpPr>
        <p:cNvPr id="1" name=""/>
        <p:cNvGrpSpPr/>
        <p:nvPr/>
      </p:nvGrpSpPr>
      <p:grpSpPr>
        <a:xfrm>
          <a:off x="0" y="0"/>
          <a:ext cx="0" cy="0"/>
          <a:chOff x="0" y="0"/>
          <a:chExt cx="0" cy="0"/>
        </a:xfrm>
      </p:grpSpPr>
      <p:sp>
        <p:nvSpPr>
          <p:cNvPr id="6" name="Espace réservé du texte 9"/>
          <p:cNvSpPr>
            <a:spLocks noGrp="1"/>
          </p:cNvSpPr>
          <p:nvPr>
            <p:ph type="body" sz="quarter" idx="41"/>
          </p:nvPr>
        </p:nvSpPr>
        <p:spPr>
          <a:xfrm>
            <a:off x="695915" y="2171701"/>
            <a:ext cx="5907186" cy="3525092"/>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9" name="Espace réservé pour une image  8"/>
          <p:cNvSpPr>
            <a:spLocks noGrp="1"/>
          </p:cNvSpPr>
          <p:nvPr>
            <p:ph type="pic" sz="quarter" idx="42"/>
          </p:nvPr>
        </p:nvSpPr>
        <p:spPr>
          <a:xfrm>
            <a:off x="7873521" y="1159498"/>
            <a:ext cx="3374407" cy="4873625"/>
          </a:xfrm>
          <a:prstGeom prst="rect">
            <a:avLst/>
          </a:prstGeom>
        </p:spPr>
        <p:txBody>
          <a:bodyPr/>
          <a:lstStyle>
            <a:lvl1pPr marL="0" indent="0">
              <a:buNone/>
              <a:defRPr sz="1200">
                <a:latin typeface="Arial" panose="020B0604020202020204" pitchFamily="34" charset="0"/>
                <a:cs typeface="Arial" panose="020B0604020202020204" pitchFamily="34" charset="0"/>
              </a:defRPr>
            </a:lvl1pPr>
          </a:lstStyle>
          <a:p>
            <a:r>
              <a:rPr lang="fr-FR"/>
              <a:t>Cliquez sur l'icône pour ajouter une image</a:t>
            </a:r>
          </a:p>
        </p:txBody>
      </p:sp>
      <p:sp>
        <p:nvSpPr>
          <p:cNvPr id="13" name="Espace réservé du texte 11">
            <a:extLst>
              <a:ext uri="{FF2B5EF4-FFF2-40B4-BE49-F238E27FC236}">
                <a16:creationId xmlns:a16="http://schemas.microsoft.com/office/drawing/2014/main" id="{139AA832-AD31-4BC8-8075-ABF7649B064C}"/>
              </a:ext>
            </a:extLst>
          </p:cNvPr>
          <p:cNvSpPr>
            <a:spLocks noGrp="1"/>
          </p:cNvSpPr>
          <p:nvPr>
            <p:ph type="body" sz="quarter" idx="29" hasCustomPrompt="1"/>
          </p:nvPr>
        </p:nvSpPr>
        <p:spPr>
          <a:xfrm>
            <a:off x="9616966" y="5355813"/>
            <a:ext cx="2575034" cy="672662"/>
          </a:xfrm>
          <a:prstGeom prst="rect">
            <a:avLst/>
          </a:prstGeom>
          <a:solidFill>
            <a:schemeClr val="tx1"/>
          </a:solidFill>
          <a:ln>
            <a:solidFill>
              <a:schemeClr val="tx1"/>
            </a:solidFill>
          </a:ln>
        </p:spPr>
        <p:txBody>
          <a:bodyPr lIns="180000" bIns="108000" anchor="b" anchorCtr="0"/>
          <a:lstStyle>
            <a:lvl1pPr marL="0" indent="0" algn="l">
              <a:buNone/>
              <a:defRPr sz="2400" b="1" baseline="0">
                <a:solidFill>
                  <a:schemeClr val="bg1"/>
                </a:solidFill>
                <a:latin typeface="+mj-lt"/>
              </a:defRPr>
            </a:lvl1pPr>
          </a:lstStyle>
          <a:p>
            <a:pPr lvl="0"/>
            <a:r>
              <a:rPr lang="fr-FR"/>
              <a:t>Un mot clé</a:t>
            </a:r>
          </a:p>
        </p:txBody>
      </p:sp>
      <p:sp>
        <p:nvSpPr>
          <p:cNvPr id="7" name="Espace réservé du pied de page 1">
            <a:extLst>
              <a:ext uri="{FF2B5EF4-FFF2-40B4-BE49-F238E27FC236}">
                <a16:creationId xmlns:a16="http://schemas.microsoft.com/office/drawing/2014/main" id="{F592F759-9D04-AD41-8B36-EC37FE503946}"/>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4" name="Espace réservé du texte 4"/>
          <p:cNvSpPr>
            <a:spLocks noGrp="1"/>
          </p:cNvSpPr>
          <p:nvPr>
            <p:ph type="body" sz="quarter" idx="27"/>
          </p:nvPr>
        </p:nvSpPr>
        <p:spPr>
          <a:xfrm>
            <a:off x="333231" y="1163492"/>
            <a:ext cx="5606323" cy="61561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200" b="1" cap="all" baseline="0">
                <a:latin typeface="Arial Black" panose="020B0A04020102020204" pitchFamily="34" charset="0"/>
              </a:defRPr>
            </a:lvl1pPr>
            <a:lvl2pPr>
              <a:defRPr sz="2400">
                <a:latin typeface="Arial Black" panose="020B0A04020102020204" pitchFamily="34" charset="0"/>
              </a:defRPr>
            </a:lvl2pPr>
            <a:lvl3pPr>
              <a:defRPr sz="2400">
                <a:latin typeface="Arial Black" panose="020B0A04020102020204" pitchFamily="34" charset="0"/>
              </a:defRPr>
            </a:lvl3pPr>
            <a:lvl4pPr>
              <a:defRPr sz="2400">
                <a:latin typeface="Arial Black" panose="020B0A04020102020204" pitchFamily="34" charset="0"/>
              </a:defRPr>
            </a:lvl4pPr>
            <a:lvl5pPr>
              <a:defRPr sz="2400">
                <a:latin typeface="Arial Black" panose="020B0A04020102020204" pitchFamily="34" charset="0"/>
              </a:defRPr>
            </a:lvl5pPr>
          </a:lstStyle>
          <a:p>
            <a:pPr lvl="0"/>
            <a:r>
              <a:rPr lang="fr-FR"/>
              <a:t>Cliquez pour modifier les styles du texte du masque</a:t>
            </a:r>
          </a:p>
        </p:txBody>
      </p:sp>
    </p:spTree>
    <p:extLst>
      <p:ext uri="{BB962C8B-B14F-4D97-AF65-F5344CB8AC3E}">
        <p14:creationId xmlns:p14="http://schemas.microsoft.com/office/powerpoint/2010/main" val="583089747"/>
      </p:ext>
    </p:extLst>
  </p:cSld>
  <p:clrMapOvr>
    <a:masterClrMapping/>
  </p:clrMapOvr>
  <p:hf sldNum="0"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04_Specific-4 ideas with images">
    <p:spTree>
      <p:nvGrpSpPr>
        <p:cNvPr id="1" name=""/>
        <p:cNvGrpSpPr/>
        <p:nvPr/>
      </p:nvGrpSpPr>
      <p:grpSpPr>
        <a:xfrm>
          <a:off x="0" y="0"/>
          <a:ext cx="0" cy="0"/>
          <a:chOff x="0" y="0"/>
          <a:chExt cx="0" cy="0"/>
        </a:xfrm>
      </p:grpSpPr>
      <p:sp>
        <p:nvSpPr>
          <p:cNvPr id="9" name="Espace réservé du texte 9"/>
          <p:cNvSpPr>
            <a:spLocks noGrp="1"/>
          </p:cNvSpPr>
          <p:nvPr>
            <p:ph type="body" sz="quarter" idx="22"/>
          </p:nvPr>
        </p:nvSpPr>
        <p:spPr>
          <a:xfrm>
            <a:off x="1206594" y="2285603"/>
            <a:ext cx="4416440" cy="1373442"/>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0" name="Espace réservé du texte 4"/>
          <p:cNvSpPr>
            <a:spLocks noGrp="1"/>
          </p:cNvSpPr>
          <p:nvPr>
            <p:ph type="body" sz="quarter" idx="34"/>
          </p:nvPr>
        </p:nvSpPr>
        <p:spPr>
          <a:xfrm>
            <a:off x="1206594" y="2040287"/>
            <a:ext cx="4416440"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400" b="1" baseline="0">
                <a:latin typeface="Arial" panose="020B0604020202020204" pitchFamily="34" charset="0"/>
                <a:cs typeface="Arial" panose="020B06040202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Cliquez pour modifier les styles du texte du masque</a:t>
            </a:r>
          </a:p>
        </p:txBody>
      </p:sp>
      <p:sp>
        <p:nvSpPr>
          <p:cNvPr id="12" name="Espace réservé du texte 9"/>
          <p:cNvSpPr>
            <a:spLocks noGrp="1"/>
          </p:cNvSpPr>
          <p:nvPr>
            <p:ph type="body" sz="quarter" idx="36"/>
          </p:nvPr>
        </p:nvSpPr>
        <p:spPr>
          <a:xfrm>
            <a:off x="1196083" y="4077615"/>
            <a:ext cx="4426951" cy="1373442"/>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3" name="Espace réservé du texte 4"/>
          <p:cNvSpPr>
            <a:spLocks noGrp="1"/>
          </p:cNvSpPr>
          <p:nvPr>
            <p:ph type="body" sz="quarter" idx="37"/>
          </p:nvPr>
        </p:nvSpPr>
        <p:spPr>
          <a:xfrm>
            <a:off x="1196083" y="3811279"/>
            <a:ext cx="4426951" cy="26633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400" b="1" baseline="0">
                <a:latin typeface="Arial" panose="020B0604020202020204" pitchFamily="34" charset="0"/>
                <a:cs typeface="Arial" panose="020B06040202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Cliquez pour modifier les styles du texte du masque</a:t>
            </a:r>
          </a:p>
        </p:txBody>
      </p:sp>
      <p:sp>
        <p:nvSpPr>
          <p:cNvPr id="15" name="Espace réservé pour une image  14"/>
          <p:cNvSpPr>
            <a:spLocks noGrp="1"/>
          </p:cNvSpPr>
          <p:nvPr>
            <p:ph type="pic" sz="quarter" idx="38"/>
          </p:nvPr>
        </p:nvSpPr>
        <p:spPr>
          <a:xfrm>
            <a:off x="525463" y="2041052"/>
            <a:ext cx="514350" cy="514350"/>
          </a:xfrm>
          <a:prstGeom prst="rect">
            <a:avLst/>
          </a:prstGeom>
        </p:spPr>
        <p:txBody>
          <a:bodyPr/>
          <a:lstStyle>
            <a:lvl1pPr>
              <a:defRPr sz="600"/>
            </a:lvl1pPr>
          </a:lstStyle>
          <a:p>
            <a:r>
              <a:rPr lang="fr-FR"/>
              <a:t>Cliquez sur l'icône pour ajouter une image</a:t>
            </a:r>
          </a:p>
        </p:txBody>
      </p:sp>
      <p:sp>
        <p:nvSpPr>
          <p:cNvPr id="16" name="Espace réservé pour une image  14"/>
          <p:cNvSpPr>
            <a:spLocks noGrp="1"/>
          </p:cNvSpPr>
          <p:nvPr>
            <p:ph type="pic" sz="quarter" idx="39"/>
          </p:nvPr>
        </p:nvSpPr>
        <p:spPr>
          <a:xfrm>
            <a:off x="525463" y="3811279"/>
            <a:ext cx="514350" cy="514350"/>
          </a:xfrm>
          <a:prstGeom prst="rect">
            <a:avLst/>
          </a:prstGeom>
        </p:spPr>
        <p:txBody>
          <a:bodyPr/>
          <a:lstStyle>
            <a:lvl1pPr>
              <a:defRPr sz="600"/>
            </a:lvl1pPr>
          </a:lstStyle>
          <a:p>
            <a:r>
              <a:rPr lang="fr-FR"/>
              <a:t>Cliquez sur l'icône pour ajouter une image</a:t>
            </a:r>
          </a:p>
        </p:txBody>
      </p:sp>
      <p:sp>
        <p:nvSpPr>
          <p:cNvPr id="17" name="Espace réservé du texte 9"/>
          <p:cNvSpPr>
            <a:spLocks noGrp="1"/>
          </p:cNvSpPr>
          <p:nvPr>
            <p:ph type="body" sz="quarter" idx="40"/>
          </p:nvPr>
        </p:nvSpPr>
        <p:spPr>
          <a:xfrm>
            <a:off x="7139683" y="2285603"/>
            <a:ext cx="4416440" cy="1373442"/>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8" name="Espace réservé du texte 4"/>
          <p:cNvSpPr>
            <a:spLocks noGrp="1"/>
          </p:cNvSpPr>
          <p:nvPr>
            <p:ph type="body" sz="quarter" idx="41"/>
          </p:nvPr>
        </p:nvSpPr>
        <p:spPr>
          <a:xfrm>
            <a:off x="7139683" y="2040287"/>
            <a:ext cx="4416440"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400" b="1" baseline="0">
                <a:latin typeface="Arial" panose="020B0604020202020204" pitchFamily="34" charset="0"/>
                <a:cs typeface="Arial" panose="020B06040202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Cliquez pour modifier les styles du texte du masque</a:t>
            </a:r>
          </a:p>
        </p:txBody>
      </p:sp>
      <p:sp>
        <p:nvSpPr>
          <p:cNvPr id="19" name="Espace réservé du texte 9"/>
          <p:cNvSpPr>
            <a:spLocks noGrp="1"/>
          </p:cNvSpPr>
          <p:nvPr>
            <p:ph type="body" sz="quarter" idx="42"/>
          </p:nvPr>
        </p:nvSpPr>
        <p:spPr>
          <a:xfrm>
            <a:off x="7129172" y="4077615"/>
            <a:ext cx="4426951" cy="1373442"/>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20" name="Espace réservé du texte 4"/>
          <p:cNvSpPr>
            <a:spLocks noGrp="1"/>
          </p:cNvSpPr>
          <p:nvPr>
            <p:ph type="body" sz="quarter" idx="43"/>
          </p:nvPr>
        </p:nvSpPr>
        <p:spPr>
          <a:xfrm>
            <a:off x="7129172" y="3811279"/>
            <a:ext cx="4426951" cy="26633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400" b="1" baseline="0">
                <a:latin typeface="Arial" panose="020B0604020202020204" pitchFamily="34" charset="0"/>
                <a:cs typeface="Arial" panose="020B06040202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Cliquez pour modifier les styles du texte du masque</a:t>
            </a:r>
          </a:p>
        </p:txBody>
      </p:sp>
      <p:sp>
        <p:nvSpPr>
          <p:cNvPr id="21" name="Espace réservé pour une image  14"/>
          <p:cNvSpPr>
            <a:spLocks noGrp="1"/>
          </p:cNvSpPr>
          <p:nvPr>
            <p:ph type="pic" sz="quarter" idx="44"/>
          </p:nvPr>
        </p:nvSpPr>
        <p:spPr>
          <a:xfrm>
            <a:off x="6458552" y="2041052"/>
            <a:ext cx="514350" cy="514350"/>
          </a:xfrm>
          <a:prstGeom prst="rect">
            <a:avLst/>
          </a:prstGeom>
        </p:spPr>
        <p:txBody>
          <a:bodyPr/>
          <a:lstStyle>
            <a:lvl1pPr>
              <a:defRPr sz="600"/>
            </a:lvl1pPr>
          </a:lstStyle>
          <a:p>
            <a:r>
              <a:rPr lang="fr-FR"/>
              <a:t>Cliquez sur l'icône pour ajouter une image</a:t>
            </a:r>
          </a:p>
        </p:txBody>
      </p:sp>
      <p:sp>
        <p:nvSpPr>
          <p:cNvPr id="22" name="Espace réservé pour une image  14"/>
          <p:cNvSpPr>
            <a:spLocks noGrp="1"/>
          </p:cNvSpPr>
          <p:nvPr>
            <p:ph type="pic" sz="quarter" idx="45"/>
          </p:nvPr>
        </p:nvSpPr>
        <p:spPr>
          <a:xfrm>
            <a:off x="6458552" y="3811279"/>
            <a:ext cx="514350" cy="514350"/>
          </a:xfrm>
          <a:prstGeom prst="rect">
            <a:avLst/>
          </a:prstGeom>
        </p:spPr>
        <p:txBody>
          <a:bodyPr/>
          <a:lstStyle>
            <a:lvl1pPr>
              <a:defRPr sz="600"/>
            </a:lvl1pPr>
          </a:lstStyle>
          <a:p>
            <a:r>
              <a:rPr lang="fr-FR"/>
              <a:t>Cliquez sur l'icône pour ajouter une image</a:t>
            </a:r>
          </a:p>
        </p:txBody>
      </p:sp>
      <p:sp>
        <p:nvSpPr>
          <p:cNvPr id="23" name="Espace réservé du pied de page 1">
            <a:extLst>
              <a:ext uri="{FF2B5EF4-FFF2-40B4-BE49-F238E27FC236}">
                <a16:creationId xmlns:a16="http://schemas.microsoft.com/office/drawing/2014/main" id="{5148ACA6-3274-7742-B700-B6FF24912755}"/>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26" name="Espace réservé du texte 6">
            <a:extLst>
              <a:ext uri="{FF2B5EF4-FFF2-40B4-BE49-F238E27FC236}">
                <a16:creationId xmlns:a16="http://schemas.microsoft.com/office/drawing/2014/main" id="{DC89AD55-6D6B-2548-860D-8579052B7094}"/>
              </a:ext>
            </a:extLst>
          </p:cNvPr>
          <p:cNvSpPr>
            <a:spLocks noGrp="1"/>
          </p:cNvSpPr>
          <p:nvPr>
            <p:ph type="body" sz="quarter" idx="10" hasCustomPrompt="1"/>
          </p:nvPr>
        </p:nvSpPr>
        <p:spPr>
          <a:xfrm>
            <a:off x="337932" y="564022"/>
            <a:ext cx="7129003"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spTree>
    <p:extLst>
      <p:ext uri="{BB962C8B-B14F-4D97-AF65-F5344CB8AC3E}">
        <p14:creationId xmlns:p14="http://schemas.microsoft.com/office/powerpoint/2010/main" val="2664020851"/>
      </p:ext>
    </p:extLst>
  </p:cSld>
  <p:clrMapOvr>
    <a:masterClrMapping/>
  </p:clrMapOvr>
  <p:hf sldNum="0"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04_Specific-3 ideas with one detached right image">
    <p:spTree>
      <p:nvGrpSpPr>
        <p:cNvPr id="1" name=""/>
        <p:cNvGrpSpPr/>
        <p:nvPr/>
      </p:nvGrpSpPr>
      <p:grpSpPr>
        <a:xfrm>
          <a:off x="0" y="0"/>
          <a:ext cx="0" cy="0"/>
          <a:chOff x="0" y="0"/>
          <a:chExt cx="0" cy="0"/>
        </a:xfrm>
      </p:grpSpPr>
      <p:sp>
        <p:nvSpPr>
          <p:cNvPr id="6" name="Espace réservé pour une image  5"/>
          <p:cNvSpPr>
            <a:spLocks noGrp="1"/>
          </p:cNvSpPr>
          <p:nvPr>
            <p:ph type="pic" sz="quarter" idx="33"/>
          </p:nvPr>
        </p:nvSpPr>
        <p:spPr>
          <a:xfrm>
            <a:off x="8177213" y="977900"/>
            <a:ext cx="3257550" cy="5170488"/>
          </a:xfrm>
          <a:prstGeom prst="rect">
            <a:avLst/>
          </a:prstGeom>
        </p:spPr>
        <p:txBody>
          <a:bodyPr/>
          <a:lstStyle>
            <a:lvl1pPr>
              <a:defRPr sz="1200">
                <a:latin typeface="Arial" panose="020B0604020202020204" pitchFamily="34" charset="0"/>
                <a:cs typeface="Arial" panose="020B0604020202020204" pitchFamily="34" charset="0"/>
              </a:defRPr>
            </a:lvl1pPr>
          </a:lstStyle>
          <a:p>
            <a:r>
              <a:rPr lang="fr-FR"/>
              <a:t>Cliquez sur l'icône pour ajouter une image</a:t>
            </a:r>
          </a:p>
        </p:txBody>
      </p:sp>
      <p:sp>
        <p:nvSpPr>
          <p:cNvPr id="7" name="Espace réservé du texte 9"/>
          <p:cNvSpPr>
            <a:spLocks noGrp="1"/>
          </p:cNvSpPr>
          <p:nvPr>
            <p:ph type="body" sz="quarter" idx="22"/>
          </p:nvPr>
        </p:nvSpPr>
        <p:spPr>
          <a:xfrm>
            <a:off x="333231" y="2392641"/>
            <a:ext cx="7001286" cy="507710"/>
          </a:xfrm>
          <a:prstGeom prst="rect">
            <a:avLst/>
          </a:prstGeom>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8" name="Espace réservé du texte 4"/>
          <p:cNvSpPr>
            <a:spLocks noGrp="1"/>
          </p:cNvSpPr>
          <p:nvPr>
            <p:ph type="body" sz="quarter" idx="34"/>
          </p:nvPr>
        </p:nvSpPr>
        <p:spPr>
          <a:xfrm>
            <a:off x="333230" y="2147324"/>
            <a:ext cx="7001287"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400" b="1" baseline="0">
                <a:latin typeface="Arial" panose="020B0604020202020204" pitchFamily="34" charset="0"/>
                <a:cs typeface="Arial" panose="020B06040202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Cliquez pour modifier les styles du texte du masque</a:t>
            </a:r>
          </a:p>
        </p:txBody>
      </p:sp>
      <p:sp>
        <p:nvSpPr>
          <p:cNvPr id="9" name="Espace réservé du texte 9"/>
          <p:cNvSpPr>
            <a:spLocks noGrp="1"/>
          </p:cNvSpPr>
          <p:nvPr>
            <p:ph type="body" sz="quarter" idx="35"/>
          </p:nvPr>
        </p:nvSpPr>
        <p:spPr>
          <a:xfrm>
            <a:off x="333231" y="3514000"/>
            <a:ext cx="7001286" cy="469466"/>
          </a:xfrm>
          <a:prstGeom prst="rect">
            <a:avLst/>
          </a:prstGeom>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0" name="Espace réservé du texte 4"/>
          <p:cNvSpPr>
            <a:spLocks noGrp="1"/>
          </p:cNvSpPr>
          <p:nvPr>
            <p:ph type="body" sz="quarter" idx="36"/>
          </p:nvPr>
        </p:nvSpPr>
        <p:spPr>
          <a:xfrm>
            <a:off x="333230" y="3268683"/>
            <a:ext cx="7001287"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400" b="1" baseline="0">
                <a:latin typeface="Arial" panose="020B0604020202020204" pitchFamily="34" charset="0"/>
                <a:cs typeface="Arial" panose="020B06040202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Cliquez pour modifier les styles du texte du masque</a:t>
            </a:r>
          </a:p>
        </p:txBody>
      </p:sp>
      <p:sp>
        <p:nvSpPr>
          <p:cNvPr id="11" name="Espace réservé du texte 9"/>
          <p:cNvSpPr>
            <a:spLocks noGrp="1"/>
          </p:cNvSpPr>
          <p:nvPr>
            <p:ph type="body" sz="quarter" idx="37"/>
          </p:nvPr>
        </p:nvSpPr>
        <p:spPr>
          <a:xfrm>
            <a:off x="333231" y="4635358"/>
            <a:ext cx="7001286" cy="522251"/>
          </a:xfrm>
          <a:prstGeom prst="rect">
            <a:avLst/>
          </a:prstGeom>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2" name="Espace réservé du texte 4"/>
          <p:cNvSpPr>
            <a:spLocks noGrp="1"/>
          </p:cNvSpPr>
          <p:nvPr>
            <p:ph type="body" sz="quarter" idx="38"/>
          </p:nvPr>
        </p:nvSpPr>
        <p:spPr>
          <a:xfrm>
            <a:off x="333230" y="4390042"/>
            <a:ext cx="7001287"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400" b="1" baseline="0">
                <a:latin typeface="Arial" panose="020B0604020202020204" pitchFamily="34" charset="0"/>
                <a:cs typeface="Arial" panose="020B06040202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Cliquez pour modifier les styles du texte du masque</a:t>
            </a:r>
          </a:p>
        </p:txBody>
      </p:sp>
      <p:sp>
        <p:nvSpPr>
          <p:cNvPr id="13" name="Espace réservé du texte 6">
            <a:extLst>
              <a:ext uri="{FF2B5EF4-FFF2-40B4-BE49-F238E27FC236}">
                <a16:creationId xmlns:a16="http://schemas.microsoft.com/office/drawing/2014/main" id="{98ECCC5C-EBBC-4ACB-8B54-459CB5C01631}"/>
              </a:ext>
            </a:extLst>
          </p:cNvPr>
          <p:cNvSpPr>
            <a:spLocks noGrp="1"/>
          </p:cNvSpPr>
          <p:nvPr>
            <p:ph type="body" sz="quarter" idx="40" hasCustomPrompt="1"/>
          </p:nvPr>
        </p:nvSpPr>
        <p:spPr>
          <a:xfrm>
            <a:off x="337933" y="564022"/>
            <a:ext cx="6996584" cy="645000"/>
          </a:xfrm>
          <a:prstGeom prst="rect">
            <a:avLst/>
          </a:prstGeom>
        </p:spPr>
        <p:txBody>
          <a:bodyPr anchor="ctr"/>
          <a:lstStyle>
            <a:lvl1pPr marL="0" indent="0">
              <a:buNone/>
              <a:defRPr sz="2200" b="1" cap="all" spc="-150" baseline="0">
                <a:latin typeface="+mj-lt"/>
              </a:defRPr>
            </a:lvl1pPr>
          </a:lstStyle>
          <a:p>
            <a:pPr lvl="0"/>
            <a:r>
              <a:rPr lang="fr-FR"/>
              <a:t>Titre</a:t>
            </a:r>
          </a:p>
        </p:txBody>
      </p:sp>
      <p:sp>
        <p:nvSpPr>
          <p:cNvPr id="15" name="Espace réservé du pied de page 1">
            <a:extLst>
              <a:ext uri="{FF2B5EF4-FFF2-40B4-BE49-F238E27FC236}">
                <a16:creationId xmlns:a16="http://schemas.microsoft.com/office/drawing/2014/main" id="{A25ACEF5-7AE9-2645-87FC-F1D37896DF85}"/>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4201760155"/>
      </p:ext>
    </p:extLst>
  </p:cSld>
  <p:clrMapOvr>
    <a:masterClrMapping/>
  </p:clrMapOvr>
  <p:hf sldNum="0" hd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04_Specific-3 ideas with one detached left image">
    <p:spTree>
      <p:nvGrpSpPr>
        <p:cNvPr id="1" name=""/>
        <p:cNvGrpSpPr/>
        <p:nvPr/>
      </p:nvGrpSpPr>
      <p:grpSpPr>
        <a:xfrm>
          <a:off x="0" y="0"/>
          <a:ext cx="0" cy="0"/>
          <a:chOff x="0" y="0"/>
          <a:chExt cx="0" cy="0"/>
        </a:xfrm>
      </p:grpSpPr>
      <p:sp>
        <p:nvSpPr>
          <p:cNvPr id="6" name="Espace réservé du contenu 5"/>
          <p:cNvSpPr>
            <a:spLocks noGrp="1"/>
          </p:cNvSpPr>
          <p:nvPr>
            <p:ph sz="quarter" idx="33"/>
          </p:nvPr>
        </p:nvSpPr>
        <p:spPr>
          <a:xfrm>
            <a:off x="333231" y="1914524"/>
            <a:ext cx="4600719" cy="3751683"/>
          </a:xfrm>
          <a:prstGeom prst="rect">
            <a:avLst/>
          </a:prstGeom>
        </p:spPr>
        <p:txBody>
          <a:bodyPr/>
          <a:lstStyle>
            <a:lvl1pPr marL="0" indent="0">
              <a:buNone/>
              <a:defRPr sz="1200"/>
            </a:lvl1pPr>
          </a:lstStyle>
          <a:p>
            <a:pPr lvl="0"/>
            <a:r>
              <a:rPr lang="fr-FR"/>
              <a:t>Cliquez pour modifier les styles du texte du masque</a:t>
            </a:r>
          </a:p>
        </p:txBody>
      </p:sp>
      <p:sp>
        <p:nvSpPr>
          <p:cNvPr id="7" name="Espace réservé pour une image  14"/>
          <p:cNvSpPr>
            <a:spLocks noGrp="1"/>
          </p:cNvSpPr>
          <p:nvPr>
            <p:ph type="pic" sz="quarter" idx="38"/>
          </p:nvPr>
        </p:nvSpPr>
        <p:spPr>
          <a:xfrm>
            <a:off x="5516562" y="2279103"/>
            <a:ext cx="484187" cy="454572"/>
          </a:xfrm>
          <a:prstGeom prst="rect">
            <a:avLst/>
          </a:prstGeom>
        </p:spPr>
        <p:txBody>
          <a:bodyPr/>
          <a:lstStyle>
            <a:lvl1pPr marL="0" indent="0">
              <a:buNone/>
              <a:defRPr sz="600"/>
            </a:lvl1pPr>
          </a:lstStyle>
          <a:p>
            <a:r>
              <a:rPr lang="fr-FR"/>
              <a:t>Cliquez sur l'icône pour ajouter une image</a:t>
            </a:r>
          </a:p>
        </p:txBody>
      </p:sp>
      <p:sp>
        <p:nvSpPr>
          <p:cNvPr id="10" name="Espace réservé du texte 9"/>
          <p:cNvSpPr>
            <a:spLocks noGrp="1"/>
          </p:cNvSpPr>
          <p:nvPr>
            <p:ph type="body" sz="quarter" idx="41"/>
          </p:nvPr>
        </p:nvSpPr>
        <p:spPr>
          <a:xfrm>
            <a:off x="6158608" y="2159841"/>
            <a:ext cx="5709542" cy="840534"/>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a:latin typeface="+mn-lt"/>
              </a:defRPr>
            </a:lvl1pPr>
            <a:lvl2pPr>
              <a:defRPr sz="1100"/>
            </a:lvl2pPr>
            <a:lvl3pPr>
              <a:defRPr sz="1100"/>
            </a:lvl3pPr>
            <a:lvl4pPr>
              <a:defRPr sz="1100"/>
            </a:lvl4pPr>
            <a:lvl5pPr>
              <a:defRPr sz="1100"/>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Cliquez pour modifier les styles du texte du masque</a:t>
            </a:r>
          </a:p>
        </p:txBody>
      </p:sp>
      <p:sp>
        <p:nvSpPr>
          <p:cNvPr id="11" name="Espace réservé du texte 4"/>
          <p:cNvSpPr>
            <a:spLocks noGrp="1"/>
          </p:cNvSpPr>
          <p:nvPr>
            <p:ph type="body" sz="quarter" idx="42" hasCustomPrompt="1"/>
          </p:nvPr>
        </p:nvSpPr>
        <p:spPr>
          <a:xfrm>
            <a:off x="6158608" y="1914525"/>
            <a:ext cx="5709542"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400" b="1" baseline="0">
                <a:latin typeface="+mn-lt"/>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Critère 1</a:t>
            </a:r>
          </a:p>
        </p:txBody>
      </p:sp>
      <p:sp>
        <p:nvSpPr>
          <p:cNvPr id="12" name="Espace réservé du texte 9"/>
          <p:cNvSpPr>
            <a:spLocks noGrp="1"/>
          </p:cNvSpPr>
          <p:nvPr>
            <p:ph type="body" sz="quarter" idx="43"/>
          </p:nvPr>
        </p:nvSpPr>
        <p:spPr>
          <a:xfrm>
            <a:off x="6158608" y="3494508"/>
            <a:ext cx="5709542" cy="840534"/>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a:latin typeface="+mn-lt"/>
              </a:defRPr>
            </a:lvl1pPr>
            <a:lvl2pPr>
              <a:defRPr sz="1100"/>
            </a:lvl2pPr>
            <a:lvl3pPr>
              <a:defRPr sz="1100"/>
            </a:lvl3pPr>
            <a:lvl4pPr>
              <a:defRPr sz="1100"/>
            </a:lvl4pPr>
            <a:lvl5pPr>
              <a:defRPr sz="1100"/>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Cliquez pour modifier les styles du texte du masque</a:t>
            </a:r>
          </a:p>
        </p:txBody>
      </p:sp>
      <p:sp>
        <p:nvSpPr>
          <p:cNvPr id="13" name="Espace réservé du texte 4"/>
          <p:cNvSpPr>
            <a:spLocks noGrp="1"/>
          </p:cNvSpPr>
          <p:nvPr>
            <p:ph type="body" sz="quarter" idx="44" hasCustomPrompt="1"/>
          </p:nvPr>
        </p:nvSpPr>
        <p:spPr>
          <a:xfrm>
            <a:off x="6158608" y="3249192"/>
            <a:ext cx="5709542" cy="24531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1" baseline="0">
                <a:latin typeface="+mn-lt"/>
              </a:defRPr>
            </a:lvl1pPr>
            <a:lvl2pPr>
              <a:defRPr sz="2400">
                <a:latin typeface="Arial Black" panose="020B0A04020102020204" pitchFamily="34" charset="0"/>
              </a:defRPr>
            </a:lvl2pPr>
            <a:lvl3pPr>
              <a:defRPr sz="2400">
                <a:latin typeface="Arial Black" panose="020B0A04020102020204" pitchFamily="34" charset="0"/>
              </a:defRPr>
            </a:lvl3pPr>
            <a:lvl4pPr>
              <a:defRPr sz="2400">
                <a:latin typeface="Arial Black" panose="020B0A04020102020204" pitchFamily="34" charset="0"/>
              </a:defRPr>
            </a:lvl4pPr>
            <a:lvl5pPr>
              <a:defRPr sz="2400">
                <a:latin typeface="Arial Black" panose="020B0A04020102020204" pitchFamily="34" charset="0"/>
              </a:defRPr>
            </a:lvl5pPr>
          </a:lstStyle>
          <a:p>
            <a:pPr lvl="0"/>
            <a:r>
              <a:rPr lang="fr-FR"/>
              <a:t>Critère 2</a:t>
            </a:r>
          </a:p>
        </p:txBody>
      </p:sp>
      <p:sp>
        <p:nvSpPr>
          <p:cNvPr id="14" name="Espace réservé du texte 9"/>
          <p:cNvSpPr>
            <a:spLocks noGrp="1"/>
          </p:cNvSpPr>
          <p:nvPr>
            <p:ph type="body" sz="quarter" idx="45"/>
          </p:nvPr>
        </p:nvSpPr>
        <p:spPr>
          <a:xfrm>
            <a:off x="6158608" y="4825674"/>
            <a:ext cx="5709542" cy="840534"/>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a:latin typeface="+mn-lt"/>
              </a:defRPr>
            </a:lvl1pPr>
            <a:lvl2pPr>
              <a:defRPr sz="1100"/>
            </a:lvl2pPr>
            <a:lvl3pPr>
              <a:defRPr sz="1100"/>
            </a:lvl3pPr>
            <a:lvl4pPr>
              <a:defRPr sz="1100"/>
            </a:lvl4pPr>
            <a:lvl5pPr>
              <a:defRPr sz="1100"/>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Cliquez pour modifier les styles du texte du masque</a:t>
            </a:r>
          </a:p>
        </p:txBody>
      </p:sp>
      <p:sp>
        <p:nvSpPr>
          <p:cNvPr id="15" name="Espace réservé du texte 4"/>
          <p:cNvSpPr>
            <a:spLocks noGrp="1"/>
          </p:cNvSpPr>
          <p:nvPr>
            <p:ph type="body" sz="quarter" idx="46" hasCustomPrompt="1"/>
          </p:nvPr>
        </p:nvSpPr>
        <p:spPr>
          <a:xfrm>
            <a:off x="6158608" y="4580358"/>
            <a:ext cx="5709542" cy="24531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1" baseline="0">
                <a:latin typeface="+mn-lt"/>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Critère 3</a:t>
            </a:r>
          </a:p>
        </p:txBody>
      </p:sp>
      <p:sp>
        <p:nvSpPr>
          <p:cNvPr id="18" name="Espace réservé pour une image  14"/>
          <p:cNvSpPr>
            <a:spLocks noGrp="1"/>
          </p:cNvSpPr>
          <p:nvPr>
            <p:ph type="pic" sz="quarter" idx="47"/>
          </p:nvPr>
        </p:nvSpPr>
        <p:spPr>
          <a:xfrm>
            <a:off x="5516561" y="3573189"/>
            <a:ext cx="484187" cy="454572"/>
          </a:xfrm>
          <a:prstGeom prst="rect">
            <a:avLst/>
          </a:prstGeom>
        </p:spPr>
        <p:txBody>
          <a:bodyPr/>
          <a:lstStyle>
            <a:lvl1pPr marL="0" indent="0">
              <a:buNone/>
              <a:defRPr sz="600"/>
            </a:lvl1pPr>
          </a:lstStyle>
          <a:p>
            <a:r>
              <a:rPr lang="fr-FR"/>
              <a:t>Cliquez sur l'icône pour ajouter une image</a:t>
            </a:r>
          </a:p>
        </p:txBody>
      </p:sp>
      <p:sp>
        <p:nvSpPr>
          <p:cNvPr id="19" name="Espace réservé pour une image  14"/>
          <p:cNvSpPr>
            <a:spLocks noGrp="1"/>
          </p:cNvSpPr>
          <p:nvPr>
            <p:ph type="pic" sz="quarter" idx="48"/>
          </p:nvPr>
        </p:nvSpPr>
        <p:spPr>
          <a:xfrm>
            <a:off x="5516561" y="4867275"/>
            <a:ext cx="484187" cy="454572"/>
          </a:xfrm>
          <a:prstGeom prst="rect">
            <a:avLst/>
          </a:prstGeom>
        </p:spPr>
        <p:txBody>
          <a:bodyPr/>
          <a:lstStyle>
            <a:lvl1pPr marL="0" indent="0">
              <a:buNone/>
              <a:defRPr sz="600"/>
            </a:lvl1pPr>
          </a:lstStyle>
          <a:p>
            <a:r>
              <a:rPr lang="fr-FR"/>
              <a:t>Cliquez sur l'icône pour ajouter une image</a:t>
            </a:r>
          </a:p>
        </p:txBody>
      </p:sp>
      <p:sp>
        <p:nvSpPr>
          <p:cNvPr id="16" name="Espace réservé du texte 6">
            <a:extLst>
              <a:ext uri="{FF2B5EF4-FFF2-40B4-BE49-F238E27FC236}">
                <a16:creationId xmlns:a16="http://schemas.microsoft.com/office/drawing/2014/main" id="{98ECCC5C-EBBC-4ACB-8B54-459CB5C01631}"/>
              </a:ext>
            </a:extLst>
          </p:cNvPr>
          <p:cNvSpPr>
            <a:spLocks noGrp="1"/>
          </p:cNvSpPr>
          <p:nvPr>
            <p:ph type="body" sz="quarter" idx="40" hasCustomPrompt="1"/>
          </p:nvPr>
        </p:nvSpPr>
        <p:spPr>
          <a:xfrm>
            <a:off x="337933" y="564022"/>
            <a:ext cx="11414124" cy="645000"/>
          </a:xfrm>
          <a:prstGeom prst="rect">
            <a:avLst/>
          </a:prstGeom>
        </p:spPr>
        <p:txBody>
          <a:bodyPr anchor="ctr"/>
          <a:lstStyle>
            <a:lvl1pPr marL="0" indent="0">
              <a:buNone/>
              <a:defRPr sz="2200" b="1" cap="all" spc="-150" baseline="0">
                <a:latin typeface="+mj-lt"/>
              </a:defRPr>
            </a:lvl1pPr>
          </a:lstStyle>
          <a:p>
            <a:pPr lvl="0"/>
            <a:r>
              <a:rPr lang="fr-FR"/>
              <a:t>Titre</a:t>
            </a:r>
          </a:p>
        </p:txBody>
      </p:sp>
      <p:sp>
        <p:nvSpPr>
          <p:cNvPr id="17" name="Espace réservé du pied de page 1">
            <a:extLst>
              <a:ext uri="{FF2B5EF4-FFF2-40B4-BE49-F238E27FC236}">
                <a16:creationId xmlns:a16="http://schemas.microsoft.com/office/drawing/2014/main" id="{FFA83904-203E-1346-9FEB-8942D059F8E9}"/>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1087510808"/>
      </p:ext>
    </p:extLst>
  </p:cSld>
  <p:clrMapOvr>
    <a:masterClrMapping/>
  </p:clrMapOvr>
  <p:hf sldNum="0"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04_Specific-4 ideas with images + one big">
    <p:spTree>
      <p:nvGrpSpPr>
        <p:cNvPr id="1" name=""/>
        <p:cNvGrpSpPr/>
        <p:nvPr/>
      </p:nvGrpSpPr>
      <p:grpSpPr>
        <a:xfrm>
          <a:off x="0" y="0"/>
          <a:ext cx="0" cy="0"/>
          <a:chOff x="0" y="0"/>
          <a:chExt cx="0" cy="0"/>
        </a:xfrm>
      </p:grpSpPr>
      <p:sp>
        <p:nvSpPr>
          <p:cNvPr id="12" name="Espace réservé pour une image  11"/>
          <p:cNvSpPr>
            <a:spLocks noGrp="1"/>
          </p:cNvSpPr>
          <p:nvPr>
            <p:ph type="pic" sz="quarter" idx="42"/>
          </p:nvPr>
        </p:nvSpPr>
        <p:spPr>
          <a:xfrm>
            <a:off x="8439150" y="866775"/>
            <a:ext cx="3752850" cy="5991225"/>
          </a:xfrm>
          <a:prstGeom prst="rect">
            <a:avLst/>
          </a:prstGeom>
        </p:spPr>
        <p:txBody>
          <a:bodyPr/>
          <a:lstStyle>
            <a:lvl1pPr marL="0" indent="0">
              <a:buNone/>
              <a:defRPr sz="1200">
                <a:latin typeface="Arial" panose="020B0604020202020204" pitchFamily="34" charset="0"/>
                <a:cs typeface="Arial" panose="020B0604020202020204" pitchFamily="34" charset="0"/>
              </a:defRPr>
            </a:lvl1pPr>
          </a:lstStyle>
          <a:p>
            <a:r>
              <a:rPr lang="fr-FR"/>
              <a:t>Cliquez sur l'icône pour ajouter une image</a:t>
            </a:r>
          </a:p>
        </p:txBody>
      </p:sp>
      <p:sp>
        <p:nvSpPr>
          <p:cNvPr id="13" name="Espace réservé du texte 9"/>
          <p:cNvSpPr>
            <a:spLocks noGrp="1"/>
          </p:cNvSpPr>
          <p:nvPr>
            <p:ph type="body" sz="quarter" idx="43"/>
          </p:nvPr>
        </p:nvSpPr>
        <p:spPr>
          <a:xfrm>
            <a:off x="1033220" y="2903805"/>
            <a:ext cx="3090104" cy="842023"/>
          </a:xfrm>
          <a:prstGeom prst="rect">
            <a:avLst/>
          </a:prstGeom>
        </p:spPr>
        <p:txBody>
          <a:bodyPr numCol="1" spcCol="468000"/>
          <a:lstStyle>
            <a:lvl1pPr marL="0" marR="0" indent="0" algn="just" defTabSz="914400" rtl="0" eaLnBrk="1" fontAlgn="auto" latinLnBrk="0" hangingPunct="1">
              <a:lnSpc>
                <a:spcPts val="1500"/>
              </a:lnSpc>
              <a:spcBef>
                <a:spcPts val="600"/>
              </a:spcBef>
              <a:spcAft>
                <a:spcPts val="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20" name="Espace réservé du texte 4"/>
          <p:cNvSpPr>
            <a:spLocks noGrp="1"/>
          </p:cNvSpPr>
          <p:nvPr>
            <p:ph type="body" sz="quarter" idx="47" hasCustomPrompt="1"/>
          </p:nvPr>
        </p:nvSpPr>
        <p:spPr>
          <a:xfrm>
            <a:off x="1033220" y="2646630"/>
            <a:ext cx="3090104"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400" b="1" baseline="0">
                <a:latin typeface="Arial" panose="020B0604020202020204" pitchFamily="34" charset="0"/>
                <a:cs typeface="Arial" panose="020B06040202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Critère</a:t>
            </a:r>
          </a:p>
        </p:txBody>
      </p:sp>
      <p:sp>
        <p:nvSpPr>
          <p:cNvPr id="22" name="Espace réservé du texte 9"/>
          <p:cNvSpPr>
            <a:spLocks noGrp="1"/>
          </p:cNvSpPr>
          <p:nvPr>
            <p:ph type="body" sz="quarter" idx="49"/>
          </p:nvPr>
        </p:nvSpPr>
        <p:spPr>
          <a:xfrm>
            <a:off x="1033220" y="4637355"/>
            <a:ext cx="3090104" cy="842023"/>
          </a:xfrm>
          <a:prstGeom prst="rect">
            <a:avLst/>
          </a:prstGeom>
        </p:spPr>
        <p:txBody>
          <a:bodyPr numCol="1" spcCol="468000"/>
          <a:lstStyle>
            <a:lvl1pPr marL="0" marR="0" indent="0" algn="just" defTabSz="914400" rtl="0" eaLnBrk="1" fontAlgn="auto" latinLnBrk="0" hangingPunct="1">
              <a:lnSpc>
                <a:spcPts val="1500"/>
              </a:lnSpc>
              <a:spcBef>
                <a:spcPts val="600"/>
              </a:spcBef>
              <a:spcAft>
                <a:spcPts val="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23" name="Espace réservé du texte 4"/>
          <p:cNvSpPr>
            <a:spLocks noGrp="1"/>
          </p:cNvSpPr>
          <p:nvPr>
            <p:ph type="body" sz="quarter" idx="50" hasCustomPrompt="1"/>
          </p:nvPr>
        </p:nvSpPr>
        <p:spPr>
          <a:xfrm>
            <a:off x="1033220" y="4380180"/>
            <a:ext cx="3090104"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400" b="1" baseline="0">
                <a:latin typeface="Arial" panose="020B0604020202020204" pitchFamily="34" charset="0"/>
                <a:cs typeface="Arial" panose="020B06040202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Critère</a:t>
            </a:r>
          </a:p>
        </p:txBody>
      </p:sp>
      <p:sp>
        <p:nvSpPr>
          <p:cNvPr id="25" name="Espace réservé du texte 9"/>
          <p:cNvSpPr>
            <a:spLocks noGrp="1"/>
          </p:cNvSpPr>
          <p:nvPr>
            <p:ph type="body" sz="quarter" idx="52"/>
          </p:nvPr>
        </p:nvSpPr>
        <p:spPr>
          <a:xfrm>
            <a:off x="4807122" y="2915664"/>
            <a:ext cx="3090104" cy="842023"/>
          </a:xfrm>
          <a:prstGeom prst="rect">
            <a:avLst/>
          </a:prstGeom>
        </p:spPr>
        <p:txBody>
          <a:bodyPr numCol="1" spcCol="468000"/>
          <a:lstStyle>
            <a:lvl1pPr marL="0" marR="0" indent="0" algn="just" defTabSz="914400" rtl="0" eaLnBrk="1" fontAlgn="auto" latinLnBrk="0" hangingPunct="1">
              <a:lnSpc>
                <a:spcPts val="1500"/>
              </a:lnSpc>
              <a:spcBef>
                <a:spcPts val="600"/>
              </a:spcBef>
              <a:spcAft>
                <a:spcPts val="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26" name="Espace réservé du texte 4"/>
          <p:cNvSpPr>
            <a:spLocks noGrp="1"/>
          </p:cNvSpPr>
          <p:nvPr>
            <p:ph type="body" sz="quarter" idx="53" hasCustomPrompt="1"/>
          </p:nvPr>
        </p:nvSpPr>
        <p:spPr>
          <a:xfrm>
            <a:off x="4807122" y="2658489"/>
            <a:ext cx="3090104"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400" b="1" baseline="0">
                <a:latin typeface="Arial" panose="020B0604020202020204" pitchFamily="34" charset="0"/>
                <a:cs typeface="Arial" panose="020B06040202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Critère</a:t>
            </a:r>
          </a:p>
        </p:txBody>
      </p:sp>
      <p:sp>
        <p:nvSpPr>
          <p:cNvPr id="28" name="Espace réservé du texte 9"/>
          <p:cNvSpPr>
            <a:spLocks noGrp="1"/>
          </p:cNvSpPr>
          <p:nvPr>
            <p:ph type="body" sz="quarter" idx="55"/>
          </p:nvPr>
        </p:nvSpPr>
        <p:spPr>
          <a:xfrm>
            <a:off x="4807122" y="4637355"/>
            <a:ext cx="3090104" cy="842023"/>
          </a:xfrm>
          <a:prstGeom prst="rect">
            <a:avLst/>
          </a:prstGeom>
        </p:spPr>
        <p:txBody>
          <a:bodyPr numCol="1" spcCol="468000"/>
          <a:lstStyle>
            <a:lvl1pPr marL="0" marR="0" indent="0" algn="just" defTabSz="914400" rtl="0" eaLnBrk="1" fontAlgn="auto" latinLnBrk="0" hangingPunct="1">
              <a:lnSpc>
                <a:spcPts val="1500"/>
              </a:lnSpc>
              <a:spcBef>
                <a:spcPts val="600"/>
              </a:spcBef>
              <a:spcAft>
                <a:spcPts val="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29" name="Espace réservé du texte 4"/>
          <p:cNvSpPr>
            <a:spLocks noGrp="1"/>
          </p:cNvSpPr>
          <p:nvPr>
            <p:ph type="body" sz="quarter" idx="56" hasCustomPrompt="1"/>
          </p:nvPr>
        </p:nvSpPr>
        <p:spPr>
          <a:xfrm>
            <a:off x="4807122" y="4380180"/>
            <a:ext cx="3090104"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400" b="1" baseline="0">
                <a:latin typeface="Arial" panose="020B0604020202020204" pitchFamily="34" charset="0"/>
                <a:cs typeface="Arial" panose="020B06040202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Critère</a:t>
            </a:r>
          </a:p>
        </p:txBody>
      </p:sp>
      <p:sp>
        <p:nvSpPr>
          <p:cNvPr id="33" name="Espace réservé pour une image  32"/>
          <p:cNvSpPr>
            <a:spLocks noGrp="1"/>
          </p:cNvSpPr>
          <p:nvPr>
            <p:ph type="pic" sz="quarter" idx="57" hasCustomPrompt="1"/>
          </p:nvPr>
        </p:nvSpPr>
        <p:spPr>
          <a:xfrm>
            <a:off x="1033220" y="2260543"/>
            <a:ext cx="360000" cy="360000"/>
          </a:xfrm>
          <a:prstGeom prst="rect">
            <a:avLst/>
          </a:prstGeom>
        </p:spPr>
        <p:txBody>
          <a:bodyPr/>
          <a:lstStyle>
            <a:lvl1pPr marL="0" indent="0">
              <a:buNone/>
              <a:defRPr sz="600"/>
            </a:lvl1pPr>
          </a:lstStyle>
          <a:p>
            <a:r>
              <a:rPr lang="fr-FR"/>
              <a:t>icone</a:t>
            </a:r>
          </a:p>
        </p:txBody>
      </p:sp>
      <p:sp>
        <p:nvSpPr>
          <p:cNvPr id="37" name="Espace réservé pour une image  32"/>
          <p:cNvSpPr>
            <a:spLocks noGrp="1"/>
          </p:cNvSpPr>
          <p:nvPr>
            <p:ph type="pic" sz="quarter" idx="58" hasCustomPrompt="1"/>
          </p:nvPr>
        </p:nvSpPr>
        <p:spPr>
          <a:xfrm>
            <a:off x="4807122" y="2265272"/>
            <a:ext cx="360000" cy="360000"/>
          </a:xfrm>
          <a:prstGeom prst="rect">
            <a:avLst/>
          </a:prstGeom>
        </p:spPr>
        <p:txBody>
          <a:bodyPr/>
          <a:lstStyle>
            <a:lvl1pPr marL="0" indent="0">
              <a:buNone/>
              <a:defRPr sz="600"/>
            </a:lvl1pPr>
          </a:lstStyle>
          <a:p>
            <a:r>
              <a:rPr lang="fr-FR"/>
              <a:t>icone</a:t>
            </a:r>
          </a:p>
        </p:txBody>
      </p:sp>
      <p:sp>
        <p:nvSpPr>
          <p:cNvPr id="38" name="Espace réservé pour une image  32"/>
          <p:cNvSpPr>
            <a:spLocks noGrp="1"/>
          </p:cNvSpPr>
          <p:nvPr>
            <p:ph type="pic" sz="quarter" idx="59" hasCustomPrompt="1"/>
          </p:nvPr>
        </p:nvSpPr>
        <p:spPr>
          <a:xfrm>
            <a:off x="1033220" y="3997607"/>
            <a:ext cx="360000" cy="360000"/>
          </a:xfrm>
          <a:prstGeom prst="rect">
            <a:avLst/>
          </a:prstGeom>
        </p:spPr>
        <p:txBody>
          <a:bodyPr/>
          <a:lstStyle>
            <a:lvl1pPr marL="0" indent="0">
              <a:buNone/>
              <a:defRPr sz="600"/>
            </a:lvl1pPr>
          </a:lstStyle>
          <a:p>
            <a:r>
              <a:rPr lang="fr-FR"/>
              <a:t>icone</a:t>
            </a:r>
          </a:p>
        </p:txBody>
      </p:sp>
      <p:sp>
        <p:nvSpPr>
          <p:cNvPr id="39" name="Espace réservé pour une image  32"/>
          <p:cNvSpPr>
            <a:spLocks noGrp="1"/>
          </p:cNvSpPr>
          <p:nvPr>
            <p:ph type="pic" sz="quarter" idx="60" hasCustomPrompt="1"/>
          </p:nvPr>
        </p:nvSpPr>
        <p:spPr>
          <a:xfrm>
            <a:off x="4807122" y="3997607"/>
            <a:ext cx="360000" cy="360000"/>
          </a:xfrm>
          <a:prstGeom prst="rect">
            <a:avLst/>
          </a:prstGeom>
        </p:spPr>
        <p:txBody>
          <a:bodyPr/>
          <a:lstStyle>
            <a:lvl1pPr marL="0" indent="0">
              <a:buNone/>
              <a:defRPr sz="600"/>
            </a:lvl1pPr>
          </a:lstStyle>
          <a:p>
            <a:r>
              <a:rPr lang="fr-FR"/>
              <a:t>icone</a:t>
            </a:r>
          </a:p>
        </p:txBody>
      </p:sp>
      <p:sp>
        <p:nvSpPr>
          <p:cNvPr id="19" name="Espace réservé du pied de page 1">
            <a:extLst>
              <a:ext uri="{FF2B5EF4-FFF2-40B4-BE49-F238E27FC236}">
                <a16:creationId xmlns:a16="http://schemas.microsoft.com/office/drawing/2014/main" id="{B9C9861B-9BEF-654F-81C7-3D5546669788}"/>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30" name="Espace réservé du texte 4">
            <a:extLst>
              <a:ext uri="{FF2B5EF4-FFF2-40B4-BE49-F238E27FC236}">
                <a16:creationId xmlns:a16="http://schemas.microsoft.com/office/drawing/2014/main" id="{37C20484-7B42-914B-B5F6-4A0DFD90C8C5}"/>
              </a:ext>
            </a:extLst>
          </p:cNvPr>
          <p:cNvSpPr>
            <a:spLocks noGrp="1"/>
          </p:cNvSpPr>
          <p:nvPr>
            <p:ph type="body" sz="quarter" idx="35" hasCustomPrompt="1"/>
          </p:nvPr>
        </p:nvSpPr>
        <p:spPr>
          <a:xfrm>
            <a:off x="337930" y="922713"/>
            <a:ext cx="7141201"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31" name="Espace réservé du texte 6">
            <a:extLst>
              <a:ext uri="{FF2B5EF4-FFF2-40B4-BE49-F238E27FC236}">
                <a16:creationId xmlns:a16="http://schemas.microsoft.com/office/drawing/2014/main" id="{F10CB560-F19E-E547-81DB-A5CB6EDA83E2}"/>
              </a:ext>
            </a:extLst>
          </p:cNvPr>
          <p:cNvSpPr>
            <a:spLocks noGrp="1"/>
          </p:cNvSpPr>
          <p:nvPr>
            <p:ph type="body" sz="quarter" idx="10" hasCustomPrompt="1"/>
          </p:nvPr>
        </p:nvSpPr>
        <p:spPr>
          <a:xfrm>
            <a:off x="337932" y="564022"/>
            <a:ext cx="7141199"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spTree>
    <p:extLst>
      <p:ext uri="{BB962C8B-B14F-4D97-AF65-F5344CB8AC3E}">
        <p14:creationId xmlns:p14="http://schemas.microsoft.com/office/powerpoint/2010/main" val="1542749370"/>
      </p:ext>
    </p:extLst>
  </p:cSld>
  <p:clrMapOvr>
    <a:masterClrMapping/>
  </p:clrMapOvr>
  <p:hf sldNum="0" hd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04_Specific-3 ideas in blue">
    <p:spTree>
      <p:nvGrpSpPr>
        <p:cNvPr id="1" name=""/>
        <p:cNvGrpSpPr/>
        <p:nvPr/>
      </p:nvGrpSpPr>
      <p:grpSpPr>
        <a:xfrm>
          <a:off x="0" y="0"/>
          <a:ext cx="0" cy="0"/>
          <a:chOff x="0" y="0"/>
          <a:chExt cx="0" cy="0"/>
        </a:xfrm>
      </p:grpSpPr>
      <p:sp>
        <p:nvSpPr>
          <p:cNvPr id="5" name="Espace réservé du texte 4"/>
          <p:cNvSpPr>
            <a:spLocks noGrp="1"/>
          </p:cNvSpPr>
          <p:nvPr>
            <p:ph type="body" sz="quarter" idx="32"/>
          </p:nvPr>
        </p:nvSpPr>
        <p:spPr>
          <a:xfrm>
            <a:off x="1596623" y="2836893"/>
            <a:ext cx="10155434" cy="647597"/>
          </a:xfrm>
          <a:prstGeom prst="rect">
            <a:avLst/>
          </a:prstGeom>
        </p:spPr>
        <p:txBody>
          <a:bodyPr/>
          <a:lstStyle>
            <a:lvl1pPr marL="0" indent="0">
              <a:lnSpc>
                <a:spcPts val="1500"/>
              </a:lnSpc>
              <a:spcBef>
                <a:spcPts val="0"/>
              </a:spcBef>
              <a:buFont typeface="Arial" panose="020B0604020202020204" pitchFamily="34" charset="0"/>
              <a:buNone/>
              <a:defRPr sz="1200"/>
            </a:lvl1pPr>
            <a:lvl2pPr>
              <a:defRPr sz="1100"/>
            </a:lvl2pPr>
            <a:lvl3pPr>
              <a:defRPr sz="1100"/>
            </a:lvl3pPr>
            <a:lvl4pPr>
              <a:defRPr sz="1100"/>
            </a:lvl4pPr>
            <a:lvl5pPr>
              <a:defRPr sz="1100"/>
            </a:lvl5pPr>
          </a:lstStyle>
          <a:p>
            <a:pPr lvl="0"/>
            <a:r>
              <a:rPr lang="fr-FR"/>
              <a:t>Cliquez pour modifier les styles du texte du masque</a:t>
            </a:r>
          </a:p>
        </p:txBody>
      </p:sp>
      <p:sp>
        <p:nvSpPr>
          <p:cNvPr id="16" name="Espace réservé du texte 15"/>
          <p:cNvSpPr>
            <a:spLocks noGrp="1"/>
          </p:cNvSpPr>
          <p:nvPr>
            <p:ph type="body" sz="quarter" idx="39" hasCustomPrompt="1"/>
          </p:nvPr>
        </p:nvSpPr>
        <p:spPr>
          <a:xfrm>
            <a:off x="688128" y="2819597"/>
            <a:ext cx="657581" cy="693300"/>
          </a:xfrm>
          <a:prstGeom prst="ellipse">
            <a:avLst/>
          </a:prstGeom>
          <a:solidFill>
            <a:schemeClr val="bg1"/>
          </a:solidFill>
          <a:ln>
            <a:solidFill>
              <a:srgbClr val="8CDDFF"/>
            </a:solidFill>
          </a:ln>
        </p:spPr>
        <p:txBody>
          <a:bodyPr anchor="ctr"/>
          <a:lstStyle>
            <a:lvl1pPr marL="0" indent="0" algn="ctr">
              <a:buNone/>
              <a:defRPr sz="1600">
                <a:solidFill>
                  <a:srgbClr val="8CDDFF"/>
                </a:solidFill>
                <a:latin typeface="+mj-lt"/>
              </a:defRPr>
            </a:lvl1pPr>
          </a:lstStyle>
          <a:p>
            <a:pPr lvl="0"/>
            <a:r>
              <a:rPr lang="fr-FR"/>
              <a:t>#1</a:t>
            </a:r>
          </a:p>
        </p:txBody>
      </p:sp>
      <p:sp>
        <p:nvSpPr>
          <p:cNvPr id="112" name="Espace réservé du texte 15"/>
          <p:cNvSpPr>
            <a:spLocks noGrp="1"/>
          </p:cNvSpPr>
          <p:nvPr>
            <p:ph type="body" sz="quarter" idx="40" hasCustomPrompt="1"/>
          </p:nvPr>
        </p:nvSpPr>
        <p:spPr>
          <a:xfrm>
            <a:off x="688128" y="3911966"/>
            <a:ext cx="657581" cy="693300"/>
          </a:xfrm>
          <a:prstGeom prst="ellipse">
            <a:avLst/>
          </a:prstGeom>
          <a:solidFill>
            <a:schemeClr val="bg1"/>
          </a:solidFill>
          <a:ln>
            <a:solidFill>
              <a:srgbClr val="98D5F0"/>
            </a:solidFill>
          </a:ln>
        </p:spPr>
        <p:txBody>
          <a:bodyPr anchor="ctr"/>
          <a:lstStyle>
            <a:lvl1pPr marL="0" indent="0" algn="ctr">
              <a:buNone/>
              <a:defRPr sz="1600">
                <a:solidFill>
                  <a:srgbClr val="98D5F0"/>
                </a:solidFill>
                <a:latin typeface="+mj-lt"/>
              </a:defRPr>
            </a:lvl1pPr>
          </a:lstStyle>
          <a:p>
            <a:pPr lvl="0"/>
            <a:r>
              <a:rPr lang="fr-FR"/>
              <a:t>#2</a:t>
            </a:r>
          </a:p>
        </p:txBody>
      </p:sp>
      <p:sp>
        <p:nvSpPr>
          <p:cNvPr id="113" name="Espace réservé du texte 15"/>
          <p:cNvSpPr>
            <a:spLocks noGrp="1"/>
          </p:cNvSpPr>
          <p:nvPr>
            <p:ph type="body" sz="quarter" idx="41" hasCustomPrompt="1"/>
          </p:nvPr>
        </p:nvSpPr>
        <p:spPr>
          <a:xfrm>
            <a:off x="688128" y="5004335"/>
            <a:ext cx="657581" cy="693300"/>
          </a:xfrm>
          <a:prstGeom prst="ellipse">
            <a:avLst/>
          </a:prstGeom>
          <a:solidFill>
            <a:schemeClr val="bg1"/>
          </a:solidFill>
          <a:ln>
            <a:solidFill>
              <a:srgbClr val="32AAE1"/>
            </a:solidFill>
          </a:ln>
        </p:spPr>
        <p:txBody>
          <a:bodyPr anchor="ctr"/>
          <a:lstStyle>
            <a:lvl1pPr marL="0" indent="0" algn="ctr">
              <a:buNone/>
              <a:defRPr sz="1600">
                <a:solidFill>
                  <a:srgbClr val="32AAE1"/>
                </a:solidFill>
                <a:latin typeface="+mj-lt"/>
              </a:defRPr>
            </a:lvl1pPr>
          </a:lstStyle>
          <a:p>
            <a:pPr lvl="0"/>
            <a:r>
              <a:rPr lang="fr-FR"/>
              <a:t>#3</a:t>
            </a:r>
          </a:p>
        </p:txBody>
      </p:sp>
      <p:sp>
        <p:nvSpPr>
          <p:cNvPr id="25" name="Espace réservé du texte 4"/>
          <p:cNvSpPr>
            <a:spLocks noGrp="1"/>
          </p:cNvSpPr>
          <p:nvPr>
            <p:ph type="body" sz="quarter" idx="42"/>
          </p:nvPr>
        </p:nvSpPr>
        <p:spPr>
          <a:xfrm>
            <a:off x="1596623" y="3929758"/>
            <a:ext cx="10155434" cy="647597"/>
          </a:xfrm>
          <a:prstGeom prst="rect">
            <a:avLst/>
          </a:prstGeom>
        </p:spPr>
        <p:txBody>
          <a:bodyPr/>
          <a:lstStyle>
            <a:lvl1pPr marL="0" indent="0">
              <a:lnSpc>
                <a:spcPct val="100000"/>
              </a:lnSpc>
              <a:spcBef>
                <a:spcPts val="0"/>
              </a:spcBef>
              <a:buFont typeface="Arial" panose="020B0604020202020204" pitchFamily="34" charset="0"/>
              <a:buNone/>
              <a:defRPr sz="1200"/>
            </a:lvl1pPr>
            <a:lvl2pPr>
              <a:defRPr sz="1100"/>
            </a:lvl2pPr>
            <a:lvl3pPr>
              <a:defRPr sz="1100"/>
            </a:lvl3pPr>
            <a:lvl4pPr>
              <a:defRPr sz="1100"/>
            </a:lvl4pPr>
            <a:lvl5pPr>
              <a:defRPr sz="1100"/>
            </a:lvl5pPr>
          </a:lstStyle>
          <a:p>
            <a:pPr lvl="0"/>
            <a:r>
              <a:rPr lang="fr-FR"/>
              <a:t>Cliquez pour modifier les styles du texte du masque</a:t>
            </a:r>
          </a:p>
        </p:txBody>
      </p:sp>
      <p:sp>
        <p:nvSpPr>
          <p:cNvPr id="26" name="Espace réservé du texte 4"/>
          <p:cNvSpPr>
            <a:spLocks noGrp="1"/>
          </p:cNvSpPr>
          <p:nvPr>
            <p:ph type="body" sz="quarter" idx="43"/>
          </p:nvPr>
        </p:nvSpPr>
        <p:spPr>
          <a:xfrm>
            <a:off x="1596623" y="5027186"/>
            <a:ext cx="10155434" cy="647597"/>
          </a:xfrm>
          <a:prstGeom prst="rect">
            <a:avLst/>
          </a:prstGeom>
        </p:spPr>
        <p:txBody>
          <a:bodyPr/>
          <a:lstStyle>
            <a:lvl1pPr marL="0" indent="0">
              <a:lnSpc>
                <a:spcPct val="100000"/>
              </a:lnSpc>
              <a:spcBef>
                <a:spcPts val="0"/>
              </a:spcBef>
              <a:buFont typeface="Arial" panose="020B0604020202020204" pitchFamily="34" charset="0"/>
              <a:buNone/>
              <a:defRPr sz="1200"/>
            </a:lvl1pPr>
            <a:lvl2pPr>
              <a:defRPr sz="1100"/>
            </a:lvl2pPr>
            <a:lvl3pPr>
              <a:defRPr sz="1100"/>
            </a:lvl3pPr>
            <a:lvl4pPr>
              <a:defRPr sz="1100"/>
            </a:lvl4pPr>
            <a:lvl5pPr>
              <a:defRPr sz="1100"/>
            </a:lvl5pPr>
          </a:lstStyle>
          <a:p>
            <a:pPr lvl="0"/>
            <a:r>
              <a:rPr lang="fr-FR"/>
              <a:t>Cliquez pour modifier les styles du texte du masque</a:t>
            </a:r>
          </a:p>
        </p:txBody>
      </p:sp>
      <p:sp>
        <p:nvSpPr>
          <p:cNvPr id="15" name="Espace réservé du texte 2">
            <a:extLst>
              <a:ext uri="{FF2B5EF4-FFF2-40B4-BE49-F238E27FC236}">
                <a16:creationId xmlns:a16="http://schemas.microsoft.com/office/drawing/2014/main" id="{2686BD5B-F9F1-461D-B44D-92D09B9BAC2D}"/>
              </a:ext>
            </a:extLst>
          </p:cNvPr>
          <p:cNvSpPr>
            <a:spLocks noGrp="1"/>
          </p:cNvSpPr>
          <p:nvPr>
            <p:ph type="body" sz="quarter" idx="44"/>
          </p:nvPr>
        </p:nvSpPr>
        <p:spPr>
          <a:xfrm>
            <a:off x="338138" y="2046289"/>
            <a:ext cx="11413919" cy="42165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lvl1pPr>
            <a:lvl2pPr>
              <a:defRPr sz="1100"/>
            </a:lvl2pPr>
            <a:lvl3pPr>
              <a:defRPr sz="1100"/>
            </a:lvl3pPr>
            <a:lvl4pPr>
              <a:defRPr sz="1100"/>
            </a:lvl4pPr>
            <a:lvl5pPr>
              <a:defRPr sz="1100"/>
            </a:lvl5pPr>
          </a:lstStyle>
          <a:p>
            <a:pPr lvl="0"/>
            <a:r>
              <a:rPr lang="fr-FR"/>
              <a:t>Cliquez pour modifier les styles du texte du masque</a:t>
            </a:r>
          </a:p>
        </p:txBody>
      </p:sp>
      <p:sp>
        <p:nvSpPr>
          <p:cNvPr id="14" name="Espace réservé du pied de page 1">
            <a:extLst>
              <a:ext uri="{FF2B5EF4-FFF2-40B4-BE49-F238E27FC236}">
                <a16:creationId xmlns:a16="http://schemas.microsoft.com/office/drawing/2014/main" id="{5E35B4B0-5A29-6948-BBB2-47519A339F73}"/>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8" name="Espace réservé du texte 4">
            <a:extLst>
              <a:ext uri="{FF2B5EF4-FFF2-40B4-BE49-F238E27FC236}">
                <a16:creationId xmlns:a16="http://schemas.microsoft.com/office/drawing/2014/main" id="{9CEB7E3D-4D9F-0D49-AB8C-95E8F60F4FEF}"/>
              </a:ext>
            </a:extLst>
          </p:cNvPr>
          <p:cNvSpPr>
            <a:spLocks noGrp="1"/>
          </p:cNvSpPr>
          <p:nvPr>
            <p:ph type="body" sz="quarter" idx="35" hasCustomPrompt="1"/>
          </p:nvPr>
        </p:nvSpPr>
        <p:spPr>
          <a:xfrm>
            <a:off x="337930" y="922713"/>
            <a:ext cx="11433655"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9" name="Espace réservé du texte 6">
            <a:extLst>
              <a:ext uri="{FF2B5EF4-FFF2-40B4-BE49-F238E27FC236}">
                <a16:creationId xmlns:a16="http://schemas.microsoft.com/office/drawing/2014/main" id="{8E7ED1D0-FE4D-134C-A6D0-279F1C99A3C3}"/>
              </a:ext>
            </a:extLst>
          </p:cNvPr>
          <p:cNvSpPr>
            <a:spLocks noGrp="1"/>
          </p:cNvSpPr>
          <p:nvPr>
            <p:ph type="body" sz="quarter" idx="10" hasCustomPrompt="1"/>
          </p:nvPr>
        </p:nvSpPr>
        <p:spPr>
          <a:xfrm>
            <a:off x="337931" y="564022"/>
            <a:ext cx="11433653"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spTree>
    <p:extLst>
      <p:ext uri="{BB962C8B-B14F-4D97-AF65-F5344CB8AC3E}">
        <p14:creationId xmlns:p14="http://schemas.microsoft.com/office/powerpoint/2010/main" val="2208594580"/>
      </p:ext>
    </p:extLst>
  </p:cSld>
  <p:clrMapOvr>
    <a:masterClrMapping/>
  </p:clrMapOvr>
  <p:hf sldNum="0" hd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04_Specific-3 images and grey area">
    <p:spTree>
      <p:nvGrpSpPr>
        <p:cNvPr id="1" name=""/>
        <p:cNvGrpSpPr/>
        <p:nvPr/>
      </p:nvGrpSpPr>
      <p:grpSpPr>
        <a:xfrm>
          <a:off x="0" y="0"/>
          <a:ext cx="0" cy="0"/>
          <a:chOff x="0" y="0"/>
          <a:chExt cx="0" cy="0"/>
        </a:xfrm>
      </p:grpSpPr>
      <p:sp>
        <p:nvSpPr>
          <p:cNvPr id="3" name="Espace réservé du texte 2"/>
          <p:cNvSpPr>
            <a:spLocks noGrp="1"/>
          </p:cNvSpPr>
          <p:nvPr>
            <p:ph type="body" sz="quarter" idx="41"/>
          </p:nvPr>
        </p:nvSpPr>
        <p:spPr>
          <a:xfrm>
            <a:off x="638175" y="2167105"/>
            <a:ext cx="7820024" cy="2394386"/>
          </a:xfrm>
          <a:prstGeom prst="rect">
            <a:avLst/>
          </a:prstGeom>
          <a:solidFill>
            <a:schemeClr val="bg1">
              <a:lumMod val="90000"/>
            </a:schemeClr>
          </a:solidFill>
        </p:spPr>
        <p:txBody>
          <a:bodyPr/>
          <a:lstStyle>
            <a:lvl1pPr marL="0" indent="0">
              <a:lnSpc>
                <a:spcPts val="1500"/>
              </a:lnSpc>
              <a:buNone/>
              <a:defRPr sz="1200">
                <a:solidFill>
                  <a:schemeClr val="tx1"/>
                </a:solidFill>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5" name="Espace réservé du texte 4"/>
          <p:cNvSpPr>
            <a:spLocks noGrp="1"/>
          </p:cNvSpPr>
          <p:nvPr>
            <p:ph type="body" sz="quarter" idx="42"/>
          </p:nvPr>
        </p:nvSpPr>
        <p:spPr>
          <a:xfrm>
            <a:off x="641350" y="4792663"/>
            <a:ext cx="7820025" cy="1366837"/>
          </a:xfrm>
          <a:prstGeom prst="rect">
            <a:avLst/>
          </a:prstGeom>
        </p:spPr>
        <p:txBody>
          <a:bodyPr/>
          <a:lstStyle>
            <a:lvl1pPr marL="0" indent="0">
              <a:lnSpc>
                <a:spcPts val="1500"/>
              </a:lnSpc>
              <a:buNone/>
              <a:defRPr sz="120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32" name="Espace réservé pour une image  38"/>
          <p:cNvSpPr>
            <a:spLocks noGrp="1"/>
          </p:cNvSpPr>
          <p:nvPr>
            <p:ph type="pic" sz="quarter" idx="38"/>
          </p:nvPr>
        </p:nvSpPr>
        <p:spPr>
          <a:xfrm>
            <a:off x="9841454" y="2345780"/>
            <a:ext cx="735052" cy="748126"/>
          </a:xfrm>
          <a:prstGeom prst="rect">
            <a:avLst/>
          </a:prstGeom>
          <a:ln w="28575">
            <a:noFill/>
          </a:ln>
        </p:spPr>
        <p:txBody>
          <a:bodyPr/>
          <a:lstStyle>
            <a:lvl1pPr marL="0" indent="0">
              <a:buNone/>
              <a:defRPr sz="1100"/>
            </a:lvl1pPr>
          </a:lstStyle>
          <a:p>
            <a:r>
              <a:rPr lang="fr-FR"/>
              <a:t>Cliquez sur l'icône pour ajouter une image</a:t>
            </a:r>
          </a:p>
        </p:txBody>
      </p:sp>
      <p:sp>
        <p:nvSpPr>
          <p:cNvPr id="33" name="Espace réservé pour une image  38"/>
          <p:cNvSpPr>
            <a:spLocks noGrp="1"/>
          </p:cNvSpPr>
          <p:nvPr>
            <p:ph type="pic" sz="quarter" idx="39"/>
          </p:nvPr>
        </p:nvSpPr>
        <p:spPr>
          <a:xfrm>
            <a:off x="9841454" y="3736665"/>
            <a:ext cx="735052" cy="748126"/>
          </a:xfrm>
          <a:prstGeom prst="rect">
            <a:avLst/>
          </a:prstGeom>
          <a:ln w="28575">
            <a:noFill/>
          </a:ln>
        </p:spPr>
        <p:txBody>
          <a:bodyPr/>
          <a:lstStyle>
            <a:lvl1pPr marL="0" indent="0">
              <a:buNone/>
              <a:defRPr sz="1100"/>
            </a:lvl1pPr>
          </a:lstStyle>
          <a:p>
            <a:r>
              <a:rPr lang="fr-FR"/>
              <a:t>Cliquez sur l'icône pour ajouter une image</a:t>
            </a:r>
          </a:p>
        </p:txBody>
      </p:sp>
      <p:sp>
        <p:nvSpPr>
          <p:cNvPr id="34" name="Espace réservé pour une image  38"/>
          <p:cNvSpPr>
            <a:spLocks noGrp="1"/>
          </p:cNvSpPr>
          <p:nvPr>
            <p:ph type="pic" sz="quarter" idx="40"/>
          </p:nvPr>
        </p:nvSpPr>
        <p:spPr>
          <a:xfrm>
            <a:off x="9841454" y="5184725"/>
            <a:ext cx="735052" cy="748126"/>
          </a:xfrm>
          <a:prstGeom prst="rect">
            <a:avLst/>
          </a:prstGeom>
          <a:ln w="28575">
            <a:noFill/>
          </a:ln>
        </p:spPr>
        <p:txBody>
          <a:bodyPr/>
          <a:lstStyle>
            <a:lvl1pPr marL="0" indent="0">
              <a:buNone/>
              <a:defRPr sz="1100"/>
            </a:lvl1pPr>
          </a:lstStyle>
          <a:p>
            <a:r>
              <a:rPr lang="fr-FR"/>
              <a:t>Cliquez sur l'icône pour ajouter une image</a:t>
            </a:r>
          </a:p>
        </p:txBody>
      </p:sp>
      <p:sp>
        <p:nvSpPr>
          <p:cNvPr id="10" name="Espace réservé du pied de page 1">
            <a:extLst>
              <a:ext uri="{FF2B5EF4-FFF2-40B4-BE49-F238E27FC236}">
                <a16:creationId xmlns:a16="http://schemas.microsoft.com/office/drawing/2014/main" id="{EF328428-03C6-224C-BBA0-FF5172968E03}"/>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1" name="Espace réservé du texte 4">
            <a:extLst>
              <a:ext uri="{FF2B5EF4-FFF2-40B4-BE49-F238E27FC236}">
                <a16:creationId xmlns:a16="http://schemas.microsoft.com/office/drawing/2014/main" id="{9CEB7E3D-4D9F-0D49-AB8C-95E8F60F4FEF}"/>
              </a:ext>
            </a:extLst>
          </p:cNvPr>
          <p:cNvSpPr>
            <a:spLocks noGrp="1"/>
          </p:cNvSpPr>
          <p:nvPr>
            <p:ph type="body" sz="quarter" idx="35" hasCustomPrompt="1"/>
          </p:nvPr>
        </p:nvSpPr>
        <p:spPr>
          <a:xfrm>
            <a:off x="337930" y="922713"/>
            <a:ext cx="11433655"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4" name="Espace réservé du texte 6">
            <a:extLst>
              <a:ext uri="{FF2B5EF4-FFF2-40B4-BE49-F238E27FC236}">
                <a16:creationId xmlns:a16="http://schemas.microsoft.com/office/drawing/2014/main" id="{8E7ED1D0-FE4D-134C-A6D0-279F1C99A3C3}"/>
              </a:ext>
            </a:extLst>
          </p:cNvPr>
          <p:cNvSpPr>
            <a:spLocks noGrp="1"/>
          </p:cNvSpPr>
          <p:nvPr>
            <p:ph type="body" sz="quarter" idx="10" hasCustomPrompt="1"/>
          </p:nvPr>
        </p:nvSpPr>
        <p:spPr>
          <a:xfrm>
            <a:off x="337931" y="564022"/>
            <a:ext cx="11433653"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spTree>
    <p:extLst>
      <p:ext uri="{BB962C8B-B14F-4D97-AF65-F5344CB8AC3E}">
        <p14:creationId xmlns:p14="http://schemas.microsoft.com/office/powerpoint/2010/main" val="1780867156"/>
      </p:ext>
    </p:extLst>
  </p:cSld>
  <p:clrMapOvr>
    <a:masterClrMapping/>
  </p:clrMapOvr>
  <p:hf sldNum="0" hd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05_Specific-Deliverable 01">
    <p:spTree>
      <p:nvGrpSpPr>
        <p:cNvPr id="1" name=""/>
        <p:cNvGrpSpPr/>
        <p:nvPr/>
      </p:nvGrpSpPr>
      <p:grpSpPr>
        <a:xfrm>
          <a:off x="0" y="0"/>
          <a:ext cx="0" cy="0"/>
          <a:chOff x="0" y="0"/>
          <a:chExt cx="0" cy="0"/>
        </a:xfrm>
      </p:grpSpPr>
      <p:sp>
        <p:nvSpPr>
          <p:cNvPr id="7" name="Espace réservé du texte 6"/>
          <p:cNvSpPr>
            <a:spLocks noGrp="1"/>
          </p:cNvSpPr>
          <p:nvPr>
            <p:ph type="body" sz="quarter" idx="72" hasCustomPrompt="1"/>
          </p:nvPr>
        </p:nvSpPr>
        <p:spPr>
          <a:xfrm>
            <a:off x="9248050" y="359855"/>
            <a:ext cx="2622495" cy="282789"/>
          </a:xfrm>
          <a:prstGeom prst="rect">
            <a:avLst/>
          </a:prstGeom>
          <a:solidFill>
            <a:schemeClr val="bg1"/>
          </a:solidFill>
        </p:spPr>
        <p:txBody>
          <a:bodyPr anchor="ctr"/>
          <a:lstStyle>
            <a:lvl1pPr marL="0" indent="0" algn="r">
              <a:buNone/>
              <a:defRPr lang="fr-FR" sz="900" kern="1200" dirty="0" smtClean="0">
                <a:solidFill>
                  <a:schemeClr val="tx1"/>
                </a:solidFill>
                <a:latin typeface="+mn-lt"/>
                <a:ea typeface="+mn-ea"/>
                <a:cs typeface="+mn-cs"/>
              </a:defRPr>
            </a:lvl1pPr>
          </a:lstStyle>
          <a:p>
            <a:pPr lvl="0"/>
            <a:r>
              <a:rPr lang="fr-FR"/>
              <a:t>Exemple de livrables</a:t>
            </a:r>
          </a:p>
        </p:txBody>
      </p:sp>
      <p:sp>
        <p:nvSpPr>
          <p:cNvPr id="39" name="Espace réservé du texte 4"/>
          <p:cNvSpPr>
            <a:spLocks noGrp="1"/>
          </p:cNvSpPr>
          <p:nvPr>
            <p:ph type="body" sz="quarter" idx="42" hasCustomPrompt="1"/>
          </p:nvPr>
        </p:nvSpPr>
        <p:spPr>
          <a:xfrm>
            <a:off x="337932" y="2320299"/>
            <a:ext cx="7095404" cy="422902"/>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400" b="1" baseline="0">
                <a:latin typeface="Arial" panose="020B0604020202020204" pitchFamily="34" charset="0"/>
                <a:cs typeface="Arial" panose="020B0604020202020204" pitchFamily="34" charset="0"/>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Illustration</a:t>
            </a:r>
          </a:p>
        </p:txBody>
      </p:sp>
      <p:sp>
        <p:nvSpPr>
          <p:cNvPr id="4" name="Espace réservé pour une image  3"/>
          <p:cNvSpPr>
            <a:spLocks noGrp="1"/>
          </p:cNvSpPr>
          <p:nvPr>
            <p:ph type="pic" sz="quarter" idx="73"/>
          </p:nvPr>
        </p:nvSpPr>
        <p:spPr>
          <a:xfrm>
            <a:off x="345174" y="2743201"/>
            <a:ext cx="7086404" cy="3130764"/>
          </a:xfrm>
          <a:prstGeom prst="rect">
            <a:avLst/>
          </a:prstGeom>
        </p:spPr>
        <p:txBody>
          <a:bodyPr/>
          <a:lstStyle>
            <a:lvl1pPr marL="0" indent="0">
              <a:lnSpc>
                <a:spcPts val="1500"/>
              </a:lnSpc>
              <a:buNone/>
              <a:defRPr sz="1200">
                <a:latin typeface="Arial" panose="020B0604020202020204" pitchFamily="34" charset="0"/>
                <a:cs typeface="Arial" panose="020B0604020202020204" pitchFamily="34" charset="0"/>
              </a:defRPr>
            </a:lvl1pPr>
          </a:lstStyle>
          <a:p>
            <a:r>
              <a:rPr lang="fr-FR"/>
              <a:t>Cliquez sur l'icône pour ajouter une image</a:t>
            </a:r>
          </a:p>
        </p:txBody>
      </p:sp>
      <p:sp>
        <p:nvSpPr>
          <p:cNvPr id="41" name="Espace réservé du texte 15"/>
          <p:cNvSpPr>
            <a:spLocks noGrp="1"/>
          </p:cNvSpPr>
          <p:nvPr>
            <p:ph type="body" sz="quarter" idx="17"/>
          </p:nvPr>
        </p:nvSpPr>
        <p:spPr>
          <a:xfrm>
            <a:off x="7880465" y="2743201"/>
            <a:ext cx="3990080" cy="3130763"/>
          </a:xfrm>
          <a:prstGeom prst="rect">
            <a:avLst/>
          </a:prstGeom>
        </p:spPr>
        <p:txBody>
          <a:bodyPr>
            <a:noAutofit/>
          </a:bodyPr>
          <a:lstStyle>
            <a:lvl1pPr marL="0" indent="0">
              <a:lnSpc>
                <a:spcPts val="1500"/>
              </a:lnSpc>
              <a:spcBef>
                <a:spcPts val="0"/>
              </a:spcBef>
              <a:buFont typeface="Arial" panose="020B0604020202020204" pitchFamily="34" charset="0"/>
              <a:buNone/>
              <a:defRPr sz="1200" b="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43" name="Espace réservé du texte 4"/>
          <p:cNvSpPr>
            <a:spLocks noGrp="1"/>
          </p:cNvSpPr>
          <p:nvPr>
            <p:ph type="body" sz="quarter" idx="74" hasCustomPrompt="1"/>
          </p:nvPr>
        </p:nvSpPr>
        <p:spPr>
          <a:xfrm>
            <a:off x="7880465" y="2320299"/>
            <a:ext cx="3990080" cy="422902"/>
          </a:xfrm>
          <a:prstGeom prst="rect">
            <a:avLst/>
          </a:prstGeom>
        </p:spPr>
        <p:txBody>
          <a:bodyPr/>
          <a:lstStyle>
            <a:lvl1pPr>
              <a:defRPr lang="fr-FR" sz="1400" b="1" baseline="0" dirty="0">
                <a:latin typeface="Arial" panose="020B0604020202020204" pitchFamily="34" charset="0"/>
                <a:cs typeface="Arial" panose="020B0604020202020204" pitchFamily="34" charset="0"/>
              </a:defRPr>
            </a:lvl1pPr>
          </a:lstStyle>
          <a:p>
            <a:pPr marL="0" marR="0" lvl="0" indent="0" fontAlgn="auto">
              <a:spcAft>
                <a:spcPts val="0"/>
              </a:spcAft>
              <a:buClrTx/>
              <a:buSzTx/>
              <a:buNone/>
              <a:tabLst/>
            </a:pPr>
            <a:r>
              <a:rPr lang="fr-FR"/>
              <a:t>Description / points d’attention / éléments de différenciation</a:t>
            </a:r>
          </a:p>
        </p:txBody>
      </p:sp>
      <p:sp>
        <p:nvSpPr>
          <p:cNvPr id="12" name="Espace réservé du texte 4">
            <a:extLst>
              <a:ext uri="{FF2B5EF4-FFF2-40B4-BE49-F238E27FC236}">
                <a16:creationId xmlns:a16="http://schemas.microsoft.com/office/drawing/2014/main" id="{DA16E3FC-8F3F-4DC0-A29C-B3D00336E8FB}"/>
              </a:ext>
            </a:extLst>
          </p:cNvPr>
          <p:cNvSpPr>
            <a:spLocks noGrp="1"/>
          </p:cNvSpPr>
          <p:nvPr>
            <p:ph type="body" sz="quarter" idx="43"/>
          </p:nvPr>
        </p:nvSpPr>
        <p:spPr>
          <a:xfrm>
            <a:off x="337932" y="1239612"/>
            <a:ext cx="11413919" cy="273879"/>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latin typeface="Arial" panose="020B0604020202020204" pitchFamily="34" charset="0"/>
                <a:cs typeface="Arial" panose="020B06040202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Cliquez pour modifier les styles du texte du masque</a:t>
            </a:r>
          </a:p>
        </p:txBody>
      </p:sp>
      <p:sp>
        <p:nvSpPr>
          <p:cNvPr id="14" name="Espace réservé du texte 6">
            <a:extLst>
              <a:ext uri="{FF2B5EF4-FFF2-40B4-BE49-F238E27FC236}">
                <a16:creationId xmlns:a16="http://schemas.microsoft.com/office/drawing/2014/main" id="{FD92F58E-2BB2-4716-AB6D-4E340CB32695}"/>
              </a:ext>
            </a:extLst>
          </p:cNvPr>
          <p:cNvSpPr>
            <a:spLocks noGrp="1"/>
          </p:cNvSpPr>
          <p:nvPr>
            <p:ph type="body" sz="quarter" idx="75" hasCustomPrompt="1"/>
          </p:nvPr>
        </p:nvSpPr>
        <p:spPr>
          <a:xfrm>
            <a:off x="337933" y="564022"/>
            <a:ext cx="11414124" cy="645000"/>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200" b="1" cap="all" spc="-150" baseline="0">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Nom du livrable</a:t>
            </a:r>
          </a:p>
        </p:txBody>
      </p:sp>
      <p:sp>
        <p:nvSpPr>
          <p:cNvPr id="10" name="Espace réservé du pied de page 1">
            <a:extLst>
              <a:ext uri="{FF2B5EF4-FFF2-40B4-BE49-F238E27FC236}">
                <a16:creationId xmlns:a16="http://schemas.microsoft.com/office/drawing/2014/main" id="{CEAC2749-3726-D34B-8390-C83E0F5EE0A4}"/>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2472513451"/>
      </p:ext>
    </p:extLst>
  </p:cSld>
  <p:clrMapOvr>
    <a:masterClrMapping/>
  </p:clrMapOvr>
  <p:hf sldNum="0" hd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05_Specific-Deliverable 02">
    <p:spTree>
      <p:nvGrpSpPr>
        <p:cNvPr id="1" name=""/>
        <p:cNvGrpSpPr/>
        <p:nvPr/>
      </p:nvGrpSpPr>
      <p:grpSpPr>
        <a:xfrm>
          <a:off x="0" y="0"/>
          <a:ext cx="0" cy="0"/>
          <a:chOff x="0" y="0"/>
          <a:chExt cx="0" cy="0"/>
        </a:xfrm>
      </p:grpSpPr>
      <p:sp>
        <p:nvSpPr>
          <p:cNvPr id="39" name="Espace réservé du texte 4"/>
          <p:cNvSpPr>
            <a:spLocks noGrp="1"/>
          </p:cNvSpPr>
          <p:nvPr>
            <p:ph type="body" sz="quarter" idx="42" hasCustomPrompt="1"/>
          </p:nvPr>
        </p:nvSpPr>
        <p:spPr>
          <a:xfrm>
            <a:off x="337932" y="2320299"/>
            <a:ext cx="3997296"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400" b="1" baseline="0">
                <a:latin typeface="Arial" panose="020B0604020202020204" pitchFamily="34" charset="0"/>
                <a:cs typeface="Arial" panose="020B0604020202020204" pitchFamily="34" charset="0"/>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Exemple de sommaire</a:t>
            </a:r>
          </a:p>
        </p:txBody>
      </p:sp>
      <p:sp>
        <p:nvSpPr>
          <p:cNvPr id="4" name="Espace réservé pour une image  3"/>
          <p:cNvSpPr>
            <a:spLocks noGrp="1"/>
          </p:cNvSpPr>
          <p:nvPr>
            <p:ph type="pic" sz="quarter" idx="73"/>
          </p:nvPr>
        </p:nvSpPr>
        <p:spPr>
          <a:xfrm>
            <a:off x="5619404" y="2572195"/>
            <a:ext cx="6251141" cy="3130764"/>
          </a:xfrm>
          <a:prstGeom prst="rect">
            <a:avLst/>
          </a:prstGeom>
        </p:spPr>
        <p:txBody>
          <a:bodyPr/>
          <a:lstStyle>
            <a:lvl1pPr marL="0" indent="0">
              <a:lnSpc>
                <a:spcPts val="1500"/>
              </a:lnSpc>
              <a:buNone/>
              <a:defRPr sz="1200">
                <a:latin typeface="Arial" panose="020B0604020202020204" pitchFamily="34" charset="0"/>
                <a:cs typeface="Arial" panose="020B0604020202020204" pitchFamily="34" charset="0"/>
              </a:defRPr>
            </a:lvl1pPr>
          </a:lstStyle>
          <a:p>
            <a:r>
              <a:rPr lang="fr-FR"/>
              <a:t>Cliquez sur l'icône pour ajouter une image</a:t>
            </a:r>
          </a:p>
        </p:txBody>
      </p:sp>
      <p:sp>
        <p:nvSpPr>
          <p:cNvPr id="41" name="Espace réservé du texte 15"/>
          <p:cNvSpPr>
            <a:spLocks noGrp="1"/>
          </p:cNvSpPr>
          <p:nvPr>
            <p:ph type="body" sz="quarter" idx="17"/>
          </p:nvPr>
        </p:nvSpPr>
        <p:spPr>
          <a:xfrm>
            <a:off x="345148" y="2572196"/>
            <a:ext cx="3990080" cy="3130763"/>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200" b="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b="0"/>
              <a:t>Cliquez pour modifier les styles du texte du masque</a:t>
            </a:r>
          </a:p>
        </p:txBody>
      </p:sp>
      <p:sp>
        <p:nvSpPr>
          <p:cNvPr id="43" name="Espace réservé du texte 4"/>
          <p:cNvSpPr>
            <a:spLocks noGrp="1"/>
          </p:cNvSpPr>
          <p:nvPr>
            <p:ph type="body" sz="quarter" idx="74" hasCustomPrompt="1"/>
          </p:nvPr>
        </p:nvSpPr>
        <p:spPr>
          <a:xfrm>
            <a:off x="5619404" y="2320298"/>
            <a:ext cx="6251141" cy="251897"/>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400" b="1" baseline="0">
                <a:latin typeface="Arial" panose="020B0604020202020204" pitchFamily="34" charset="0"/>
                <a:cs typeface="Arial" panose="020B0604020202020204" pitchFamily="34" charset="0"/>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Zoom sur le livrable</a:t>
            </a:r>
          </a:p>
        </p:txBody>
      </p:sp>
      <p:sp>
        <p:nvSpPr>
          <p:cNvPr id="13" name="Espace réservé du texte 6">
            <a:extLst>
              <a:ext uri="{FF2B5EF4-FFF2-40B4-BE49-F238E27FC236}">
                <a16:creationId xmlns:a16="http://schemas.microsoft.com/office/drawing/2014/main" id="{8545DEC4-0FB5-47FF-B1CE-C3FBE023A7FB}"/>
              </a:ext>
            </a:extLst>
          </p:cNvPr>
          <p:cNvSpPr>
            <a:spLocks noGrp="1"/>
          </p:cNvSpPr>
          <p:nvPr>
            <p:ph type="body" sz="quarter" idx="72" hasCustomPrompt="1"/>
          </p:nvPr>
        </p:nvSpPr>
        <p:spPr>
          <a:xfrm>
            <a:off x="9248050" y="359855"/>
            <a:ext cx="2622495" cy="282789"/>
          </a:xfrm>
          <a:prstGeom prst="rect">
            <a:avLst/>
          </a:prstGeom>
          <a:solidFill>
            <a:schemeClr val="bg1"/>
          </a:solidFill>
        </p:spPr>
        <p:txBody>
          <a:bodyPr anchor="ctr"/>
          <a:lstStyle>
            <a:lvl1pPr marL="0" indent="0" algn="r">
              <a:buNone/>
              <a:defRPr lang="fr-FR" sz="900" kern="1200" dirty="0" smtClean="0">
                <a:solidFill>
                  <a:schemeClr val="tx1"/>
                </a:solidFill>
                <a:latin typeface="+mn-lt"/>
                <a:ea typeface="+mn-ea"/>
                <a:cs typeface="+mn-cs"/>
              </a:defRPr>
            </a:lvl1pPr>
          </a:lstStyle>
          <a:p>
            <a:pPr lvl="0"/>
            <a:r>
              <a:rPr lang="fr-FR"/>
              <a:t>Exemple de livrables</a:t>
            </a:r>
          </a:p>
        </p:txBody>
      </p:sp>
      <p:sp>
        <p:nvSpPr>
          <p:cNvPr id="11" name="Espace réservé du texte 4">
            <a:extLst>
              <a:ext uri="{FF2B5EF4-FFF2-40B4-BE49-F238E27FC236}">
                <a16:creationId xmlns:a16="http://schemas.microsoft.com/office/drawing/2014/main" id="{DA16E3FC-8F3F-4DC0-A29C-B3D00336E8FB}"/>
              </a:ext>
            </a:extLst>
          </p:cNvPr>
          <p:cNvSpPr>
            <a:spLocks noGrp="1"/>
          </p:cNvSpPr>
          <p:nvPr>
            <p:ph type="body" sz="quarter" idx="43"/>
          </p:nvPr>
        </p:nvSpPr>
        <p:spPr>
          <a:xfrm>
            <a:off x="337932" y="1239612"/>
            <a:ext cx="11413919" cy="273879"/>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latin typeface="Arial" panose="020B0604020202020204" pitchFamily="34" charset="0"/>
                <a:cs typeface="Arial" panose="020B06040202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Cliquez pour modifier les styles du texte du masque</a:t>
            </a:r>
          </a:p>
        </p:txBody>
      </p:sp>
      <p:sp>
        <p:nvSpPr>
          <p:cNvPr id="14" name="Espace réservé du texte 6">
            <a:extLst>
              <a:ext uri="{FF2B5EF4-FFF2-40B4-BE49-F238E27FC236}">
                <a16:creationId xmlns:a16="http://schemas.microsoft.com/office/drawing/2014/main" id="{FD92F58E-2BB2-4716-AB6D-4E340CB32695}"/>
              </a:ext>
            </a:extLst>
          </p:cNvPr>
          <p:cNvSpPr>
            <a:spLocks noGrp="1"/>
          </p:cNvSpPr>
          <p:nvPr>
            <p:ph type="body" sz="quarter" idx="75" hasCustomPrompt="1"/>
          </p:nvPr>
        </p:nvSpPr>
        <p:spPr>
          <a:xfrm>
            <a:off x="337933" y="564022"/>
            <a:ext cx="11414124" cy="645000"/>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200" b="1" cap="all" spc="-150" baseline="0">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Nom du livrable</a:t>
            </a:r>
          </a:p>
        </p:txBody>
      </p:sp>
      <p:sp>
        <p:nvSpPr>
          <p:cNvPr id="10" name="Espace réservé du pied de page 1">
            <a:extLst>
              <a:ext uri="{FF2B5EF4-FFF2-40B4-BE49-F238E27FC236}">
                <a16:creationId xmlns:a16="http://schemas.microsoft.com/office/drawing/2014/main" id="{506254FB-97B2-824A-A79B-9A2139366A16}"/>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745361750"/>
      </p:ext>
    </p:extLst>
  </p:cSld>
  <p:clrMapOvr>
    <a:masterClrMapping/>
  </p:clrMapOvr>
  <p:hf sldNum="0" hd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05_Specific-Credential 01">
    <p:spTree>
      <p:nvGrpSpPr>
        <p:cNvPr id="1" name=""/>
        <p:cNvGrpSpPr/>
        <p:nvPr/>
      </p:nvGrpSpPr>
      <p:grpSpPr>
        <a:xfrm>
          <a:off x="0" y="0"/>
          <a:ext cx="0" cy="0"/>
          <a:chOff x="0" y="0"/>
          <a:chExt cx="0" cy="0"/>
        </a:xfrm>
      </p:grpSpPr>
      <p:sp>
        <p:nvSpPr>
          <p:cNvPr id="11" name="Espace réservé du texte 9"/>
          <p:cNvSpPr>
            <a:spLocks noGrp="1"/>
          </p:cNvSpPr>
          <p:nvPr>
            <p:ph type="body" sz="quarter" idx="63" hasCustomPrompt="1"/>
          </p:nvPr>
        </p:nvSpPr>
        <p:spPr>
          <a:xfrm>
            <a:off x="352364" y="2133206"/>
            <a:ext cx="709674" cy="185221"/>
          </a:xfrm>
          <a:prstGeom prst="rect">
            <a:avLst/>
          </a:prstGeom>
          <a:gradFill flip="none" rotWithShape="1">
            <a:gsLst>
              <a:gs pos="0">
                <a:schemeClr val="bg1"/>
              </a:gs>
              <a:gs pos="58000">
                <a:schemeClr val="bg1"/>
              </a:gs>
              <a:gs pos="100000">
                <a:schemeClr val="tx2">
                  <a:lumMod val="20000"/>
                  <a:lumOff val="80000"/>
                </a:schemeClr>
              </a:gs>
            </a:gsLst>
            <a:lin ang="5400000" scaled="1"/>
            <a:tileRect/>
          </a:gradFill>
        </p:spPr>
        <p:txBody>
          <a:bodyPr lIns="0" rIns="0" numCol="1" spcCol="468000" anchor="t"/>
          <a:lstStyle>
            <a:lvl1pPr marL="0" indent="0">
              <a:buNone/>
              <a:defRPr lang="fr-FR" sz="1200" b="1" dirty="0" smtClean="0">
                <a:latin typeface="Arial" panose="020B0604020202020204" pitchFamily="34" charset="0"/>
                <a:cs typeface="Arial" panose="020B0604020202020204" pitchFamily="34" charset="0"/>
              </a:defRPr>
            </a:lvl1pPr>
          </a:lstStyle>
          <a:p>
            <a:pPr marL="228600" marR="0" lvl="0" indent="-228600" fontAlgn="auto">
              <a:spcAft>
                <a:spcPts val="0"/>
              </a:spcAft>
              <a:buClrTx/>
              <a:buSzTx/>
              <a:tabLst/>
            </a:pPr>
            <a:r>
              <a:rPr lang="fr-FR"/>
              <a:t>Objectifs</a:t>
            </a:r>
          </a:p>
          <a:p>
            <a:pPr marL="228600" marR="0" lvl="0" indent="-228600" fontAlgn="auto">
              <a:spcAft>
                <a:spcPts val="0"/>
              </a:spcAft>
              <a:buClrTx/>
              <a:buSzTx/>
              <a:tabLst/>
            </a:pPr>
            <a:endParaRPr lang="fr-FR"/>
          </a:p>
        </p:txBody>
      </p:sp>
      <p:sp>
        <p:nvSpPr>
          <p:cNvPr id="12" name="Espace réservé du texte 15"/>
          <p:cNvSpPr>
            <a:spLocks noGrp="1"/>
          </p:cNvSpPr>
          <p:nvPr>
            <p:ph type="body" sz="quarter" idx="15"/>
          </p:nvPr>
        </p:nvSpPr>
        <p:spPr>
          <a:xfrm>
            <a:off x="345149" y="2358875"/>
            <a:ext cx="8099486" cy="661673"/>
          </a:xfrm>
          <a:prstGeom prst="rect">
            <a:avLst/>
          </a:prstGeom>
        </p:spPr>
        <p:txBody>
          <a:bodyPr>
            <a:noAutofit/>
          </a:bodyPr>
          <a:lstStyle>
            <a:lvl1pPr marL="0" indent="0">
              <a:lnSpc>
                <a:spcPts val="1500"/>
              </a:lnSpc>
              <a:spcBef>
                <a:spcPts val="0"/>
              </a:spcBef>
              <a:buFont typeface="Arial" panose="020B0604020202020204" pitchFamily="34" charset="0"/>
              <a:buNone/>
              <a:defRPr sz="1100" b="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3" name="Espace réservé du texte 9"/>
          <p:cNvSpPr>
            <a:spLocks noGrp="1"/>
          </p:cNvSpPr>
          <p:nvPr>
            <p:ph type="body" sz="quarter" idx="73" hasCustomPrompt="1"/>
          </p:nvPr>
        </p:nvSpPr>
        <p:spPr>
          <a:xfrm>
            <a:off x="359580" y="3251418"/>
            <a:ext cx="740558" cy="185221"/>
          </a:xfrm>
          <a:prstGeom prst="rect">
            <a:avLst/>
          </a:prstGeom>
          <a:gradFill flip="none" rotWithShape="1">
            <a:gsLst>
              <a:gs pos="0">
                <a:schemeClr val="bg1"/>
              </a:gs>
              <a:gs pos="58000">
                <a:schemeClr val="bg1"/>
              </a:gs>
              <a:gs pos="100000">
                <a:schemeClr val="tx2">
                  <a:lumMod val="20000"/>
                  <a:lumOff val="80000"/>
                </a:schemeClr>
              </a:gs>
            </a:gsLst>
            <a:lin ang="5400000" scaled="1"/>
            <a:tileRect/>
          </a:gradFill>
        </p:spPr>
        <p:txBody>
          <a:bodyPr lIns="0" rIns="0" numCol="1" spcCol="468000" anchor="t"/>
          <a:lstStyle>
            <a:lvl1pPr>
              <a:defRPr lang="fr-FR" sz="1200" b="1" dirty="0">
                <a:latin typeface="Arial" panose="020B0604020202020204" pitchFamily="34" charset="0"/>
                <a:cs typeface="Arial" panose="020B0604020202020204" pitchFamily="34" charset="0"/>
              </a:defRPr>
            </a:lvl1pPr>
          </a:lstStyle>
          <a:p>
            <a:pPr marR="0" lvl="0" fontAlgn="auto">
              <a:spcAft>
                <a:spcPts val="0"/>
              </a:spcAft>
              <a:buClrTx/>
              <a:buSzTx/>
              <a:buNone/>
              <a:tabLst/>
            </a:pPr>
            <a:r>
              <a:rPr lang="fr-FR"/>
              <a:t>Activités</a:t>
            </a:r>
          </a:p>
          <a:p>
            <a:pPr marR="0" lvl="0" fontAlgn="auto">
              <a:spcAft>
                <a:spcPts val="0"/>
              </a:spcAft>
              <a:buClrTx/>
              <a:buSzTx/>
              <a:buNone/>
              <a:tabLst/>
            </a:pPr>
            <a:endParaRPr lang="fr-FR"/>
          </a:p>
        </p:txBody>
      </p:sp>
      <p:sp>
        <p:nvSpPr>
          <p:cNvPr id="14" name="Espace réservé du texte 15"/>
          <p:cNvSpPr>
            <a:spLocks noGrp="1"/>
          </p:cNvSpPr>
          <p:nvPr>
            <p:ph type="body" sz="quarter" idx="74"/>
          </p:nvPr>
        </p:nvSpPr>
        <p:spPr>
          <a:xfrm>
            <a:off x="352365" y="3477087"/>
            <a:ext cx="8099486" cy="1613806"/>
          </a:xfrm>
          <a:prstGeom prst="rect">
            <a:avLst/>
          </a:prstGeom>
        </p:spPr>
        <p:txBody>
          <a:bodyPr>
            <a:noAutofit/>
          </a:bodyPr>
          <a:lstStyle>
            <a:lvl1pPr marL="0" indent="0">
              <a:lnSpc>
                <a:spcPts val="1500"/>
              </a:lnSpc>
              <a:spcBef>
                <a:spcPts val="0"/>
              </a:spcBef>
              <a:buFont typeface="Arial" panose="020B0604020202020204" pitchFamily="34" charset="0"/>
              <a:buNone/>
              <a:defRPr sz="1100" b="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5" name="Espace réservé du texte 9"/>
          <p:cNvSpPr>
            <a:spLocks noGrp="1"/>
          </p:cNvSpPr>
          <p:nvPr>
            <p:ph type="body" sz="quarter" idx="75" hasCustomPrompt="1"/>
          </p:nvPr>
        </p:nvSpPr>
        <p:spPr>
          <a:xfrm>
            <a:off x="345148" y="5321763"/>
            <a:ext cx="3088616" cy="225669"/>
          </a:xfrm>
          <a:prstGeom prst="rect">
            <a:avLst/>
          </a:prstGeom>
          <a:gradFill flip="none" rotWithShape="1">
            <a:gsLst>
              <a:gs pos="0">
                <a:schemeClr val="bg1"/>
              </a:gs>
              <a:gs pos="58000">
                <a:schemeClr val="bg1"/>
              </a:gs>
              <a:gs pos="100000">
                <a:schemeClr val="tx2">
                  <a:lumMod val="20000"/>
                  <a:lumOff val="80000"/>
                </a:schemeClr>
              </a:gs>
            </a:gsLst>
            <a:lin ang="5400000" scaled="1"/>
            <a:tileRect/>
          </a:gradFill>
        </p:spPr>
        <p:txBody>
          <a:bodyPr lIns="0" rIns="0" numCol="1" spcCol="468000" anchor="t"/>
          <a:lstStyle>
            <a:lvl1pPr>
              <a:defRPr lang="fr-FR" sz="1200" b="1" dirty="0">
                <a:latin typeface="Arial" panose="020B0604020202020204" pitchFamily="34" charset="0"/>
                <a:cs typeface="Arial" panose="020B0604020202020204" pitchFamily="34" charset="0"/>
              </a:defRPr>
            </a:lvl1pPr>
          </a:lstStyle>
          <a:p>
            <a:pPr marR="0" lvl="0" fontAlgn="auto">
              <a:spcAft>
                <a:spcPts val="0"/>
              </a:spcAft>
              <a:buClrTx/>
              <a:buSzTx/>
              <a:buNone/>
              <a:tabLst/>
            </a:pPr>
            <a:r>
              <a:rPr lang="fr-FR"/>
              <a:t>Sources et modalités de collaboration </a:t>
            </a:r>
          </a:p>
          <a:p>
            <a:pPr marR="0" lvl="0" fontAlgn="auto">
              <a:spcAft>
                <a:spcPts val="0"/>
              </a:spcAft>
              <a:buClrTx/>
              <a:buSzTx/>
              <a:buNone/>
              <a:tabLst/>
            </a:pPr>
            <a:endParaRPr lang="fr-FR"/>
          </a:p>
        </p:txBody>
      </p:sp>
      <p:sp>
        <p:nvSpPr>
          <p:cNvPr id="16" name="Espace réservé du texte 15"/>
          <p:cNvSpPr>
            <a:spLocks noGrp="1"/>
          </p:cNvSpPr>
          <p:nvPr>
            <p:ph type="body" sz="quarter" idx="76"/>
          </p:nvPr>
        </p:nvSpPr>
        <p:spPr>
          <a:xfrm>
            <a:off x="337933" y="5609968"/>
            <a:ext cx="8099486" cy="599137"/>
          </a:xfrm>
          <a:prstGeom prst="rect">
            <a:avLst/>
          </a:prstGeom>
        </p:spPr>
        <p:txBody>
          <a:bodyPr>
            <a:noAutofit/>
          </a:bodyPr>
          <a:lstStyle>
            <a:lvl1pPr marL="0" indent="0">
              <a:lnSpc>
                <a:spcPts val="1500"/>
              </a:lnSpc>
              <a:spcBef>
                <a:spcPts val="0"/>
              </a:spcBef>
              <a:buFont typeface="Arial" panose="020B0604020202020204" pitchFamily="34" charset="0"/>
              <a:buNone/>
              <a:defRPr sz="1000" b="0">
                <a:latin typeface="+mn-lt"/>
              </a:defRPr>
            </a:lvl1pPr>
          </a:lstStyle>
          <a:p>
            <a:pPr lvl="0"/>
            <a:r>
              <a:rPr lang="fr-FR"/>
              <a:t>Cliquez pour modifier les styles du texte du masque</a:t>
            </a:r>
          </a:p>
        </p:txBody>
      </p:sp>
      <p:sp>
        <p:nvSpPr>
          <p:cNvPr id="17" name="Rectangle 22"/>
          <p:cNvSpPr>
            <a:spLocks noChangeArrowheads="1"/>
          </p:cNvSpPr>
          <p:nvPr/>
        </p:nvSpPr>
        <p:spPr bwMode="auto">
          <a:xfrm>
            <a:off x="9248050" y="2495539"/>
            <a:ext cx="2633417" cy="3754198"/>
          </a:xfrm>
          <a:prstGeom prst="rect">
            <a:avLst/>
          </a:prstGeom>
          <a:solidFill>
            <a:schemeClr val="tx1"/>
          </a:solidFill>
          <a:ln w="12700">
            <a:noFill/>
            <a:miter lim="800000"/>
            <a:headEnd/>
            <a:tailEnd/>
          </a:ln>
        </p:spPr>
        <p:txBody>
          <a:bodyPr lIns="144000" rIns="144000"/>
          <a:lstStyle/>
          <a:p>
            <a:pPr marL="85725" lvl="2" indent="-85725" eaLnBrk="0" hangingPunct="0">
              <a:spcBef>
                <a:spcPts val="0"/>
              </a:spcBef>
              <a:spcAft>
                <a:spcPts val="0"/>
              </a:spcAft>
              <a:buFont typeface="Wingdings" pitchFamily="2" charset="2"/>
              <a:buChar char="§"/>
              <a:defRPr/>
            </a:pPr>
            <a:endParaRPr lang="fr-FR" sz="900">
              <a:ln>
                <a:solidFill>
                  <a:srgbClr val="53534D">
                    <a:alpha val="15000"/>
                  </a:srgbClr>
                </a:solidFill>
              </a:ln>
              <a:solidFill>
                <a:srgbClr val="000000">
                  <a:lumMod val="85000"/>
                  <a:lumOff val="15000"/>
                </a:srgbClr>
              </a:solidFill>
              <a:latin typeface="Century Gothic" pitchFamily="34" charset="0"/>
              <a:cs typeface="Arial" charset="0"/>
            </a:endParaRPr>
          </a:p>
          <a:p>
            <a:pPr marL="0" lvl="2" algn="just" eaLnBrk="0" hangingPunct="0">
              <a:spcBef>
                <a:spcPts val="600"/>
              </a:spcBef>
              <a:spcAft>
                <a:spcPts val="300"/>
              </a:spcAft>
              <a:buClr>
                <a:srgbClr val="C00000"/>
              </a:buClr>
              <a:defRPr/>
            </a:pPr>
            <a:endParaRPr lang="fr-FR" sz="1100" b="1">
              <a:ln>
                <a:solidFill>
                  <a:schemeClr val="accent3">
                    <a:alpha val="25000"/>
                  </a:schemeClr>
                </a:solidFill>
              </a:ln>
              <a:solidFill>
                <a:schemeClr val="accent3"/>
              </a:solidFill>
              <a:latin typeface="Century Gothic" pitchFamily="34" charset="0"/>
            </a:endParaRPr>
          </a:p>
          <a:p>
            <a:pPr marL="0" lvl="2" algn="just" eaLnBrk="0" hangingPunct="0">
              <a:spcBef>
                <a:spcPts val="900"/>
              </a:spcBef>
              <a:spcAft>
                <a:spcPts val="300"/>
              </a:spcAft>
              <a:buClr>
                <a:srgbClr val="C00000"/>
              </a:buClr>
              <a:buFont typeface="Arial" pitchFamily="34" charset="0"/>
              <a:buChar char="•"/>
              <a:defRPr/>
            </a:pPr>
            <a:endParaRPr lang="fr-FR" sz="1000">
              <a:ln>
                <a:solidFill>
                  <a:schemeClr val="tx2">
                    <a:alpha val="15000"/>
                  </a:schemeClr>
                </a:solidFill>
              </a:ln>
              <a:solidFill>
                <a:schemeClr val="tx1">
                  <a:lumMod val="85000"/>
                  <a:lumOff val="15000"/>
                </a:schemeClr>
              </a:solidFill>
              <a:latin typeface="Century Gothic" pitchFamily="34" charset="0"/>
            </a:endParaRPr>
          </a:p>
        </p:txBody>
      </p:sp>
      <p:sp>
        <p:nvSpPr>
          <p:cNvPr id="8" name="Espace réservé du graphique 7"/>
          <p:cNvSpPr>
            <a:spLocks noGrp="1"/>
          </p:cNvSpPr>
          <p:nvPr>
            <p:ph type="chart" sz="quarter" idx="77" hasCustomPrompt="1"/>
          </p:nvPr>
        </p:nvSpPr>
        <p:spPr>
          <a:xfrm>
            <a:off x="9248050" y="885809"/>
            <a:ext cx="2622495" cy="1432618"/>
          </a:xfrm>
          <a:prstGeom prst="rect">
            <a:avLst/>
          </a:prstGeom>
          <a:ln>
            <a:solidFill>
              <a:schemeClr val="tx1"/>
            </a:solidFill>
          </a:ln>
        </p:spPr>
        <p:txBody>
          <a:bodyPr/>
          <a:lstStyle>
            <a:lvl1pPr marL="0" indent="0">
              <a:buNone/>
              <a:defRPr sz="1100" baseline="0"/>
            </a:lvl1pPr>
          </a:lstStyle>
          <a:p>
            <a:r>
              <a:rPr lang="fr-FR"/>
              <a:t>Schéma indiquant la position dans la démarche</a:t>
            </a:r>
          </a:p>
        </p:txBody>
      </p:sp>
      <p:sp>
        <p:nvSpPr>
          <p:cNvPr id="10" name="Espace réservé du texte 9"/>
          <p:cNvSpPr>
            <a:spLocks noGrp="1"/>
          </p:cNvSpPr>
          <p:nvPr>
            <p:ph type="body" sz="quarter" idx="78" hasCustomPrompt="1"/>
          </p:nvPr>
        </p:nvSpPr>
        <p:spPr>
          <a:xfrm>
            <a:off x="9335110" y="2495538"/>
            <a:ext cx="2444063" cy="196468"/>
          </a:xfrm>
          <a:prstGeom prst="rect">
            <a:avLst/>
          </a:prstGeom>
        </p:spPr>
        <p:txBody>
          <a:bodyPr/>
          <a:lstStyle>
            <a:lvl1pPr marL="0" indent="0">
              <a:buNone/>
              <a:defRPr sz="1100">
                <a:solidFill>
                  <a:schemeClr val="bg1"/>
                </a:solidFill>
                <a:latin typeface="+mj-lt"/>
              </a:defRPr>
            </a:lvl1pPr>
          </a:lstStyle>
          <a:p>
            <a:pPr lvl="0"/>
            <a:r>
              <a:rPr lang="fr-FR"/>
              <a:t>Livrables</a:t>
            </a:r>
          </a:p>
        </p:txBody>
      </p:sp>
      <p:sp>
        <p:nvSpPr>
          <p:cNvPr id="23" name="Espace réservé du texte 9"/>
          <p:cNvSpPr>
            <a:spLocks noGrp="1"/>
          </p:cNvSpPr>
          <p:nvPr>
            <p:ph type="body" sz="quarter" idx="79"/>
          </p:nvPr>
        </p:nvSpPr>
        <p:spPr>
          <a:xfrm>
            <a:off x="9335110" y="2689711"/>
            <a:ext cx="2444063" cy="847119"/>
          </a:xfrm>
          <a:prstGeom prst="rect">
            <a:avLst/>
          </a:prstGeom>
        </p:spPr>
        <p:txBody>
          <a:bodyPr/>
          <a:lstStyle>
            <a:lvl1pPr marL="171450" indent="-171450">
              <a:spcBef>
                <a:spcPts val="0"/>
              </a:spcBef>
              <a:buFont typeface="Arial" panose="020B0604020202020204" pitchFamily="34" charset="0"/>
              <a:buChar char="•"/>
              <a:defRPr sz="1100">
                <a:solidFill>
                  <a:schemeClr val="bg1"/>
                </a:solidFill>
                <a:latin typeface="+mn-lt"/>
              </a:defRPr>
            </a:lvl1pPr>
            <a:lvl2pPr>
              <a:defRPr sz="1100">
                <a:solidFill>
                  <a:schemeClr val="bg1"/>
                </a:solidFill>
              </a:defRPr>
            </a:lvl2pPr>
            <a:lvl3pPr>
              <a:defRPr sz="1100">
                <a:solidFill>
                  <a:schemeClr val="bg1"/>
                </a:solidFill>
              </a:defRPr>
            </a:lvl3pPr>
            <a:lvl4pPr>
              <a:defRPr sz="1100">
                <a:solidFill>
                  <a:schemeClr val="bg1"/>
                </a:solidFill>
              </a:defRPr>
            </a:lvl4pPr>
            <a:lvl5pPr>
              <a:defRPr sz="1100">
                <a:solidFill>
                  <a:schemeClr val="bg1"/>
                </a:solidFill>
              </a:defRPr>
            </a:lvl5pPr>
          </a:lstStyle>
          <a:p>
            <a:pPr lvl="0"/>
            <a:r>
              <a:rPr lang="fr-FR"/>
              <a:t>Cliquez pour modifier les styles du texte du masque</a:t>
            </a:r>
          </a:p>
        </p:txBody>
      </p:sp>
      <p:sp>
        <p:nvSpPr>
          <p:cNvPr id="24" name="Espace réservé du texte 9"/>
          <p:cNvSpPr>
            <a:spLocks noGrp="1"/>
          </p:cNvSpPr>
          <p:nvPr>
            <p:ph type="body" sz="quarter" idx="80" hasCustomPrompt="1"/>
          </p:nvPr>
        </p:nvSpPr>
        <p:spPr>
          <a:xfrm>
            <a:off x="9346032" y="3731002"/>
            <a:ext cx="2444063" cy="196468"/>
          </a:xfrm>
          <a:prstGeom prst="rect">
            <a:avLst/>
          </a:prstGeom>
        </p:spPr>
        <p:txBody>
          <a:bodyPr/>
          <a:lstStyle>
            <a:lvl1pPr marL="0" indent="0">
              <a:buNone/>
              <a:defRPr sz="1100" baseline="0">
                <a:solidFill>
                  <a:schemeClr val="bg1"/>
                </a:solidFill>
                <a:latin typeface="+mj-lt"/>
              </a:defRPr>
            </a:lvl1pPr>
          </a:lstStyle>
          <a:p>
            <a:pPr lvl="0"/>
            <a:r>
              <a:rPr lang="fr-FR"/>
              <a:t>Points d’attention / risques</a:t>
            </a:r>
          </a:p>
        </p:txBody>
      </p:sp>
      <p:sp>
        <p:nvSpPr>
          <p:cNvPr id="25" name="Espace réservé du texte 9"/>
          <p:cNvSpPr>
            <a:spLocks noGrp="1"/>
          </p:cNvSpPr>
          <p:nvPr>
            <p:ph type="body" sz="quarter" idx="81"/>
          </p:nvPr>
        </p:nvSpPr>
        <p:spPr>
          <a:xfrm>
            <a:off x="9346032" y="3925175"/>
            <a:ext cx="2444063" cy="847119"/>
          </a:xfrm>
          <a:prstGeom prst="rect">
            <a:avLst/>
          </a:prstGeom>
        </p:spPr>
        <p:txBody>
          <a:bodyPr/>
          <a:lstStyle>
            <a:lvl1pPr marL="171450" indent="-171450">
              <a:spcBef>
                <a:spcPts val="0"/>
              </a:spcBef>
              <a:buFont typeface="Arial" panose="020B0604020202020204" pitchFamily="34" charset="0"/>
              <a:buChar char="•"/>
              <a:defRPr sz="1100">
                <a:solidFill>
                  <a:schemeClr val="bg1"/>
                </a:solidFill>
                <a:latin typeface="+mn-lt"/>
              </a:defRPr>
            </a:lvl1pPr>
            <a:lvl2pPr>
              <a:defRPr sz="1100">
                <a:solidFill>
                  <a:schemeClr val="bg1"/>
                </a:solidFill>
              </a:defRPr>
            </a:lvl2pPr>
            <a:lvl3pPr>
              <a:defRPr sz="1100">
                <a:solidFill>
                  <a:schemeClr val="bg1"/>
                </a:solidFill>
              </a:defRPr>
            </a:lvl3pPr>
            <a:lvl4pPr>
              <a:defRPr sz="1100">
                <a:solidFill>
                  <a:schemeClr val="bg1"/>
                </a:solidFill>
              </a:defRPr>
            </a:lvl4pPr>
            <a:lvl5pPr>
              <a:defRPr sz="1100">
                <a:solidFill>
                  <a:schemeClr val="bg1"/>
                </a:solidFill>
              </a:defRPr>
            </a:lvl5pPr>
          </a:lstStyle>
          <a:p>
            <a:pPr lvl="0"/>
            <a:r>
              <a:rPr lang="fr-FR"/>
              <a:t>Cliquez pour modifier les styles du texte du masque</a:t>
            </a:r>
          </a:p>
        </p:txBody>
      </p:sp>
      <p:sp>
        <p:nvSpPr>
          <p:cNvPr id="26" name="Espace réservé du texte 9"/>
          <p:cNvSpPr>
            <a:spLocks noGrp="1"/>
          </p:cNvSpPr>
          <p:nvPr>
            <p:ph type="body" sz="quarter" idx="82" hasCustomPrompt="1"/>
          </p:nvPr>
        </p:nvSpPr>
        <p:spPr>
          <a:xfrm>
            <a:off x="9356758" y="4966466"/>
            <a:ext cx="2444063" cy="196468"/>
          </a:xfrm>
          <a:prstGeom prst="rect">
            <a:avLst/>
          </a:prstGeom>
        </p:spPr>
        <p:txBody>
          <a:bodyPr/>
          <a:lstStyle>
            <a:lvl1pPr marL="0" indent="0">
              <a:buNone/>
              <a:defRPr sz="1100">
                <a:solidFill>
                  <a:schemeClr val="bg1"/>
                </a:solidFill>
                <a:latin typeface="+mj-lt"/>
              </a:defRPr>
            </a:lvl1pPr>
          </a:lstStyle>
          <a:p>
            <a:pPr lvl="0"/>
            <a:r>
              <a:rPr lang="fr-FR"/>
              <a:t>Autres documents produits</a:t>
            </a:r>
          </a:p>
        </p:txBody>
      </p:sp>
      <p:sp>
        <p:nvSpPr>
          <p:cNvPr id="27" name="Espace réservé du texte 9"/>
          <p:cNvSpPr>
            <a:spLocks noGrp="1"/>
          </p:cNvSpPr>
          <p:nvPr>
            <p:ph type="body" sz="quarter" idx="83"/>
          </p:nvPr>
        </p:nvSpPr>
        <p:spPr>
          <a:xfrm>
            <a:off x="9356758" y="5160639"/>
            <a:ext cx="2444063" cy="847119"/>
          </a:xfrm>
          <a:prstGeom prst="rect">
            <a:avLst/>
          </a:prstGeom>
        </p:spPr>
        <p:txBody>
          <a:bodyPr/>
          <a:lstStyle>
            <a:lvl1pPr marL="171450" indent="-171450">
              <a:spcBef>
                <a:spcPts val="0"/>
              </a:spcBef>
              <a:buFont typeface="Arial" panose="020B0604020202020204" pitchFamily="34" charset="0"/>
              <a:buChar char="•"/>
              <a:defRPr sz="1100">
                <a:solidFill>
                  <a:schemeClr val="bg1"/>
                </a:solidFill>
                <a:latin typeface="+mn-lt"/>
              </a:defRPr>
            </a:lvl1pPr>
            <a:lvl2pPr>
              <a:defRPr sz="1100">
                <a:solidFill>
                  <a:schemeClr val="bg1"/>
                </a:solidFill>
              </a:defRPr>
            </a:lvl2pPr>
            <a:lvl3pPr>
              <a:defRPr sz="1100">
                <a:solidFill>
                  <a:schemeClr val="bg1"/>
                </a:solidFill>
              </a:defRPr>
            </a:lvl3pPr>
            <a:lvl4pPr>
              <a:defRPr sz="1100">
                <a:solidFill>
                  <a:schemeClr val="bg1"/>
                </a:solidFill>
              </a:defRPr>
            </a:lvl4pPr>
            <a:lvl5pPr>
              <a:defRPr sz="1100">
                <a:solidFill>
                  <a:schemeClr val="bg1"/>
                </a:solidFill>
              </a:defRPr>
            </a:lvl5pPr>
          </a:lstStyle>
          <a:p>
            <a:pPr lvl="0"/>
            <a:r>
              <a:rPr lang="fr-FR"/>
              <a:t>Cliquez pour modifier les styles du texte du masque</a:t>
            </a:r>
          </a:p>
        </p:txBody>
      </p:sp>
      <p:sp>
        <p:nvSpPr>
          <p:cNvPr id="28" name="Espace réservé du texte 6">
            <a:extLst>
              <a:ext uri="{FF2B5EF4-FFF2-40B4-BE49-F238E27FC236}">
                <a16:creationId xmlns:a16="http://schemas.microsoft.com/office/drawing/2014/main" id="{FEBBFC3B-9039-4CFE-9E9A-94AFC628A184}"/>
              </a:ext>
            </a:extLst>
          </p:cNvPr>
          <p:cNvSpPr>
            <a:spLocks noGrp="1"/>
          </p:cNvSpPr>
          <p:nvPr>
            <p:ph type="body" sz="quarter" idx="72" hasCustomPrompt="1"/>
          </p:nvPr>
        </p:nvSpPr>
        <p:spPr>
          <a:xfrm>
            <a:off x="9248050" y="359855"/>
            <a:ext cx="2622495" cy="282789"/>
          </a:xfrm>
          <a:prstGeom prst="rect">
            <a:avLst/>
          </a:prstGeom>
          <a:solidFill>
            <a:schemeClr val="bg1"/>
          </a:solidFill>
        </p:spPr>
        <p:txBody>
          <a:bodyPr anchor="ctr"/>
          <a:lstStyle>
            <a:lvl1pPr marL="0" indent="0" algn="r">
              <a:buNone/>
              <a:defRPr lang="fr-FR" sz="900" kern="1200" dirty="0" smtClean="0">
                <a:solidFill>
                  <a:schemeClr val="tx1"/>
                </a:solidFill>
                <a:latin typeface="+mn-lt"/>
                <a:ea typeface="+mn-ea"/>
                <a:cs typeface="+mn-cs"/>
              </a:defRPr>
            </a:lvl1pPr>
          </a:lstStyle>
          <a:p>
            <a:pPr lvl="0"/>
            <a:r>
              <a:rPr lang="fr-FR"/>
              <a:t>Exemple de prestations</a:t>
            </a:r>
          </a:p>
        </p:txBody>
      </p:sp>
      <p:sp>
        <p:nvSpPr>
          <p:cNvPr id="21" name="Espace réservé du texte 4">
            <a:extLst>
              <a:ext uri="{FF2B5EF4-FFF2-40B4-BE49-F238E27FC236}">
                <a16:creationId xmlns:a16="http://schemas.microsoft.com/office/drawing/2014/main" id="{DA16E3FC-8F3F-4DC0-A29C-B3D00336E8FB}"/>
              </a:ext>
            </a:extLst>
          </p:cNvPr>
          <p:cNvSpPr>
            <a:spLocks noGrp="1"/>
          </p:cNvSpPr>
          <p:nvPr>
            <p:ph type="body" sz="quarter" idx="43"/>
          </p:nvPr>
        </p:nvSpPr>
        <p:spPr>
          <a:xfrm>
            <a:off x="337932" y="1239612"/>
            <a:ext cx="11413919" cy="273879"/>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latin typeface="Arial" panose="020B0604020202020204" pitchFamily="34" charset="0"/>
                <a:cs typeface="Arial" panose="020B06040202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vl6pPr>
              <a:defRPr sz="1200">
                <a:latin typeface="Arial Black" panose="020B0A04020102020204" pitchFamily="34" charset="0"/>
              </a:defRPr>
            </a:lvl6pPr>
          </a:lstStyle>
          <a:p>
            <a:pPr marL="171450" marR="0" lvl="0" indent="-171450" algn="l" defTabSz="914400" rtl="0" eaLnBrk="1" fontAlgn="auto" latinLnBrk="0" hangingPunct="1">
              <a:lnSpc>
                <a:spcPct val="90000"/>
              </a:lnSpc>
              <a:spcBef>
                <a:spcPts val="1000"/>
              </a:spcBef>
              <a:spcAft>
                <a:spcPts val="0"/>
              </a:spcAft>
              <a:buClrTx/>
              <a:buSzTx/>
              <a:tabLst/>
              <a:defRPr/>
            </a:pPr>
            <a:r>
              <a:rPr lang="fr-FR"/>
              <a:t>Cliquez pour modifier les styles du texte du masque</a:t>
            </a:r>
          </a:p>
        </p:txBody>
      </p:sp>
      <p:sp>
        <p:nvSpPr>
          <p:cNvPr id="29" name="Espace réservé du texte 6">
            <a:extLst>
              <a:ext uri="{FF2B5EF4-FFF2-40B4-BE49-F238E27FC236}">
                <a16:creationId xmlns:a16="http://schemas.microsoft.com/office/drawing/2014/main" id="{FD92F58E-2BB2-4716-AB6D-4E340CB32695}"/>
              </a:ext>
            </a:extLst>
          </p:cNvPr>
          <p:cNvSpPr>
            <a:spLocks noGrp="1"/>
          </p:cNvSpPr>
          <p:nvPr>
            <p:ph type="body" sz="quarter" idx="42" hasCustomPrompt="1"/>
          </p:nvPr>
        </p:nvSpPr>
        <p:spPr>
          <a:xfrm>
            <a:off x="337933" y="564022"/>
            <a:ext cx="11414124" cy="645000"/>
          </a:xfrm>
          <a:prstGeom prst="rect">
            <a:avLst/>
          </a:prstGeom>
        </p:spPr>
        <p:txBody>
          <a:bodyPr anchor="ctr"/>
          <a:lstStyle>
            <a:lvl1pPr marL="0" indent="0">
              <a:buNone/>
              <a:defRPr sz="2200" b="1" cap="all" spc="-150" baseline="0">
                <a:latin typeface="+mj-lt"/>
              </a:defRPr>
            </a:lvl1pPr>
          </a:lstStyle>
          <a:p>
            <a:pPr lvl="0"/>
            <a:r>
              <a:rPr lang="fr-FR"/>
              <a:t>Détails de la prestation</a:t>
            </a:r>
          </a:p>
        </p:txBody>
      </p:sp>
      <p:sp>
        <p:nvSpPr>
          <p:cNvPr id="32" name="Espace réservé du pied de page 1">
            <a:extLst>
              <a:ext uri="{FF2B5EF4-FFF2-40B4-BE49-F238E27FC236}">
                <a16:creationId xmlns:a16="http://schemas.microsoft.com/office/drawing/2014/main" id="{22D7A25F-7936-BC4F-9919-B3C440A84C91}"/>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3749543606"/>
      </p:ext>
    </p:extLst>
  </p:cSld>
  <p:clrMapOvr>
    <a:masterClrMapping/>
  </p:clrMapOvr>
  <p:hf sldNum="0" hd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05_Specific-Credential 02">
    <p:spTree>
      <p:nvGrpSpPr>
        <p:cNvPr id="1" name=""/>
        <p:cNvGrpSpPr/>
        <p:nvPr/>
      </p:nvGrpSpPr>
      <p:grpSpPr>
        <a:xfrm>
          <a:off x="0" y="0"/>
          <a:ext cx="0" cy="0"/>
          <a:chOff x="0" y="0"/>
          <a:chExt cx="0" cy="0"/>
        </a:xfrm>
      </p:grpSpPr>
      <p:sp>
        <p:nvSpPr>
          <p:cNvPr id="8" name="Espace réservé du texte 9"/>
          <p:cNvSpPr>
            <a:spLocks noGrp="1"/>
          </p:cNvSpPr>
          <p:nvPr>
            <p:ph type="body" sz="quarter" idx="43"/>
          </p:nvPr>
        </p:nvSpPr>
        <p:spPr>
          <a:xfrm>
            <a:off x="328368" y="2346398"/>
            <a:ext cx="3592465" cy="2002780"/>
          </a:xfrm>
          <a:prstGeom prst="rect">
            <a:avLst/>
          </a:prstGeom>
          <a:solidFill>
            <a:schemeClr val="bg1"/>
          </a:solidFill>
          <a:ln>
            <a:noFill/>
          </a:ln>
        </p:spPr>
        <p:txBody>
          <a:bodyPr numCol="1" spcCol="468000"/>
          <a:lstStyle>
            <a:lvl1pPr marL="171450" marR="0" indent="-171450" algn="l" defTabSz="914400" rtl="0" eaLnBrk="1" fontAlgn="auto" latinLnBrk="0" hangingPunct="1">
              <a:lnSpc>
                <a:spcPts val="1500"/>
              </a:lnSpc>
              <a:spcBef>
                <a:spcPts val="1000"/>
              </a:spcBef>
              <a:spcAft>
                <a:spcPts val="0"/>
              </a:spcAft>
              <a:buClrTx/>
              <a:buSzTx/>
              <a:buFont typeface="Arial" panose="020B0604020202020204" pitchFamily="34" charset="0"/>
              <a:buChar char="•"/>
              <a:tabLst/>
              <a:defRPr sz="1200">
                <a:latin typeface="+mn-lt"/>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0" name="Espace réservé du texte 9"/>
          <p:cNvSpPr>
            <a:spLocks noGrp="1"/>
          </p:cNvSpPr>
          <p:nvPr>
            <p:ph type="body" sz="quarter" idx="45"/>
          </p:nvPr>
        </p:nvSpPr>
        <p:spPr>
          <a:xfrm>
            <a:off x="345149" y="4849208"/>
            <a:ext cx="3592465" cy="1197053"/>
          </a:xfrm>
          <a:prstGeom prst="rect">
            <a:avLst/>
          </a:prstGeom>
        </p:spPr>
        <p:txBody>
          <a:bodyPr numCol="1" spcCol="468000"/>
          <a:lstStyle>
            <a:lvl1pPr marL="171450" marR="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sz="1200">
                <a:latin typeface="+mn-lt"/>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2" name="Espace réservé du texte 9"/>
          <p:cNvSpPr>
            <a:spLocks noGrp="1"/>
          </p:cNvSpPr>
          <p:nvPr>
            <p:ph type="body" sz="quarter" idx="47"/>
          </p:nvPr>
        </p:nvSpPr>
        <p:spPr>
          <a:xfrm>
            <a:off x="4289031" y="2346398"/>
            <a:ext cx="3604069" cy="2002779"/>
          </a:xfrm>
          <a:prstGeom prst="rect">
            <a:avLst/>
          </a:prstGeom>
          <a:solidFill>
            <a:schemeClr val="bg1"/>
          </a:solidFill>
          <a:ln>
            <a:noFill/>
          </a:ln>
        </p:spPr>
        <p:txBody>
          <a:bodyPr numCol="1" spcCol="468000"/>
          <a:lstStyle>
            <a:lvl1pPr marL="171450" marR="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sz="1200">
                <a:latin typeface="+mn-lt"/>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4" name="Espace réservé du texte 9"/>
          <p:cNvSpPr>
            <a:spLocks noGrp="1"/>
          </p:cNvSpPr>
          <p:nvPr>
            <p:ph type="body" sz="quarter" idx="49"/>
          </p:nvPr>
        </p:nvSpPr>
        <p:spPr>
          <a:xfrm>
            <a:off x="4305812" y="4832069"/>
            <a:ext cx="3604069" cy="1214192"/>
          </a:xfrm>
          <a:prstGeom prst="rect">
            <a:avLst/>
          </a:prstGeom>
        </p:spPr>
        <p:txBody>
          <a:bodyPr numCol="1" spcCol="468000"/>
          <a:lstStyle>
            <a:lvl1pPr marL="171450" marR="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sz="1200">
                <a:latin typeface="+mn-lt"/>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6" name="Espace réservé du texte 9"/>
          <p:cNvSpPr>
            <a:spLocks noGrp="1"/>
          </p:cNvSpPr>
          <p:nvPr>
            <p:ph type="body" sz="quarter" idx="51"/>
          </p:nvPr>
        </p:nvSpPr>
        <p:spPr>
          <a:xfrm>
            <a:off x="8249695" y="2346398"/>
            <a:ext cx="3604069" cy="2002779"/>
          </a:xfrm>
          <a:prstGeom prst="rect">
            <a:avLst/>
          </a:prstGeom>
          <a:solidFill>
            <a:schemeClr val="bg1"/>
          </a:solidFill>
          <a:ln>
            <a:noFill/>
          </a:ln>
        </p:spPr>
        <p:txBody>
          <a:bodyPr numCol="1" spcCol="468000"/>
          <a:lstStyle>
            <a:lvl1pPr marL="171450" marR="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sz="1200">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8" name="Espace réservé du texte 9"/>
          <p:cNvSpPr>
            <a:spLocks noGrp="1"/>
          </p:cNvSpPr>
          <p:nvPr>
            <p:ph type="body" sz="quarter" idx="53"/>
          </p:nvPr>
        </p:nvSpPr>
        <p:spPr>
          <a:xfrm>
            <a:off x="8266475" y="4832068"/>
            <a:ext cx="3604069" cy="1214192"/>
          </a:xfrm>
          <a:prstGeom prst="rect">
            <a:avLst/>
          </a:prstGeom>
        </p:spPr>
        <p:txBody>
          <a:bodyPr numCol="1" spcCol="468000"/>
          <a:lstStyle>
            <a:lvl1pPr marL="171450" marR="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sz="1200">
                <a:latin typeface="+mn-lt"/>
                <a:cs typeface="Arial" panose="020B0604020202020204" pitchFamily="34" charset="0"/>
              </a:defRPr>
            </a:lvl1pPr>
            <a:lvl2pPr>
              <a:defRPr sz="1100"/>
            </a:lvl2pPr>
            <a:lvl3pPr>
              <a:defRPr sz="1100"/>
            </a:lvl3pPr>
            <a:lvl4pPr>
              <a:defRPr sz="1100"/>
            </a:lvl4pPr>
            <a:lvl5pPr>
              <a:defRPr sz="1100"/>
            </a:lvl5pPr>
          </a:lstStyle>
          <a:p>
            <a:pPr marL="171450" marR="0" lvl="0" indent="-171450" algn="l" defTabSz="914400" rtl="0" eaLnBrk="1" fontAlgn="auto" latinLnBrk="0" hangingPunct="1">
              <a:lnSpc>
                <a:spcPct val="90000"/>
              </a:lnSpc>
              <a:spcBef>
                <a:spcPts val="1000"/>
              </a:spcBef>
              <a:spcAft>
                <a:spcPts val="0"/>
              </a:spcAft>
              <a:buClrTx/>
              <a:buSzTx/>
              <a:tabLst/>
              <a:defRPr/>
            </a:pPr>
            <a:r>
              <a:rPr lang="fr-FR"/>
              <a:t>Cliquez pour modifier les styles du texte du masque</a:t>
            </a:r>
          </a:p>
        </p:txBody>
      </p:sp>
      <p:grpSp>
        <p:nvGrpSpPr>
          <p:cNvPr id="20" name="Groupe 19"/>
          <p:cNvGrpSpPr/>
          <p:nvPr/>
        </p:nvGrpSpPr>
        <p:grpSpPr>
          <a:xfrm>
            <a:off x="6919990" y="912174"/>
            <a:ext cx="4933774" cy="511913"/>
            <a:chOff x="6924255" y="996837"/>
            <a:chExt cx="4933774" cy="511913"/>
          </a:xfrm>
        </p:grpSpPr>
        <p:grpSp>
          <p:nvGrpSpPr>
            <p:cNvPr id="21" name="Groupe 20"/>
            <p:cNvGrpSpPr/>
            <p:nvPr userDrawn="1"/>
          </p:nvGrpSpPr>
          <p:grpSpPr>
            <a:xfrm>
              <a:off x="6924255" y="996837"/>
              <a:ext cx="4933774" cy="511913"/>
              <a:chOff x="4106169" y="965163"/>
              <a:chExt cx="4727096" cy="429933"/>
            </a:xfrm>
          </p:grpSpPr>
          <p:grpSp>
            <p:nvGrpSpPr>
              <p:cNvPr id="24" name="Groupe"/>
              <p:cNvGrpSpPr/>
              <p:nvPr userDrawn="1"/>
            </p:nvGrpSpPr>
            <p:grpSpPr>
              <a:xfrm>
                <a:off x="4106169" y="997209"/>
                <a:ext cx="4727096" cy="397887"/>
                <a:chOff x="-913893" y="260384"/>
                <a:chExt cx="9273851" cy="884714"/>
              </a:xfrm>
            </p:grpSpPr>
            <p:pic>
              <p:nvPicPr>
                <p:cNvPr id="26" name="Image" descr="Image"/>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232853" y="267224"/>
                  <a:ext cx="480221" cy="480222"/>
                </a:xfrm>
                <a:prstGeom prst="rect">
                  <a:avLst/>
                </a:prstGeom>
                <a:ln w="12700" cap="flat">
                  <a:noFill/>
                  <a:miter lim="400000"/>
                </a:ln>
                <a:effectLst/>
              </p:spPr>
            </p:pic>
            <p:pic>
              <p:nvPicPr>
                <p:cNvPr id="27" name="Image" descr="Imag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03415" y="260384"/>
                  <a:ext cx="620822" cy="491489"/>
                </a:xfrm>
                <a:prstGeom prst="rect">
                  <a:avLst/>
                </a:prstGeom>
                <a:ln w="12700" cap="flat">
                  <a:noFill/>
                  <a:miter lim="400000"/>
                </a:ln>
                <a:effectLst/>
              </p:spPr>
            </p:pic>
            <p:sp>
              <p:nvSpPr>
                <p:cNvPr id="28" name="Ligne"/>
                <p:cNvSpPr/>
                <p:nvPr/>
              </p:nvSpPr>
              <p:spPr>
                <a:xfrm flipV="1">
                  <a:off x="-913893" y="1046478"/>
                  <a:ext cx="9273851" cy="17397"/>
                </a:xfrm>
                <a:prstGeom prst="line">
                  <a:avLst/>
                </a:prstGeom>
                <a:noFill/>
                <a:ln w="25400" cap="flat">
                  <a:solidFill>
                    <a:srgbClr val="000000"/>
                  </a:solidFill>
                  <a:prstDash val="solid"/>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a:p>
              </p:txBody>
            </p:sp>
            <p:sp>
              <p:nvSpPr>
                <p:cNvPr id="29" name="Cercle"/>
                <p:cNvSpPr/>
                <p:nvPr/>
              </p:nvSpPr>
              <p:spPr>
                <a:xfrm>
                  <a:off x="-122214" y="880440"/>
                  <a:ext cx="258945" cy="258943"/>
                </a:xfrm>
                <a:prstGeom prst="ellipse">
                  <a:avLst/>
                </a:prstGeom>
                <a:solidFill>
                  <a:schemeClr val="bg1"/>
                </a:solidFill>
                <a:ln w="12700" cap="flat">
                  <a:solidFill>
                    <a:schemeClr val="tx1"/>
                  </a:solid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a:p>
              </p:txBody>
            </p:sp>
            <p:sp>
              <p:nvSpPr>
                <p:cNvPr id="30" name="Cercle"/>
                <p:cNvSpPr/>
                <p:nvPr/>
              </p:nvSpPr>
              <p:spPr>
                <a:xfrm>
                  <a:off x="1715655" y="880440"/>
                  <a:ext cx="258947" cy="258944"/>
                </a:xfrm>
                <a:prstGeom prst="ellipse">
                  <a:avLst/>
                </a:prstGeom>
                <a:solidFill>
                  <a:schemeClr val="bg1"/>
                </a:solidFill>
                <a:ln w="12700" cap="flat">
                  <a:solidFill>
                    <a:schemeClr val="tx1"/>
                  </a:solid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a:p>
              </p:txBody>
            </p:sp>
            <p:sp>
              <p:nvSpPr>
                <p:cNvPr id="31" name="Cercle"/>
                <p:cNvSpPr/>
                <p:nvPr/>
              </p:nvSpPr>
              <p:spPr>
                <a:xfrm>
                  <a:off x="3575856" y="884632"/>
                  <a:ext cx="258945" cy="258944"/>
                </a:xfrm>
                <a:prstGeom prst="ellipse">
                  <a:avLst/>
                </a:prstGeom>
                <a:solidFill>
                  <a:schemeClr val="bg1"/>
                </a:solidFill>
                <a:ln w="12700" cap="flat">
                  <a:solidFill>
                    <a:schemeClr val="tx1"/>
                  </a:solid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a:p>
              </p:txBody>
            </p:sp>
            <p:sp>
              <p:nvSpPr>
                <p:cNvPr id="32" name="Cercle"/>
                <p:cNvSpPr/>
                <p:nvPr/>
              </p:nvSpPr>
              <p:spPr>
                <a:xfrm>
                  <a:off x="5428698" y="886152"/>
                  <a:ext cx="258945" cy="258946"/>
                </a:xfrm>
                <a:prstGeom prst="ellipse">
                  <a:avLst/>
                </a:prstGeom>
                <a:solidFill>
                  <a:schemeClr val="bg1"/>
                </a:solidFill>
                <a:ln w="12700" cap="flat">
                  <a:solidFill>
                    <a:schemeClr val="tx1"/>
                  </a:solid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a:p>
              </p:txBody>
            </p:sp>
            <p:sp>
              <p:nvSpPr>
                <p:cNvPr id="33" name="Cercle"/>
                <p:cNvSpPr/>
                <p:nvPr/>
              </p:nvSpPr>
              <p:spPr>
                <a:xfrm>
                  <a:off x="7230505" y="880440"/>
                  <a:ext cx="258947" cy="258944"/>
                </a:xfrm>
                <a:prstGeom prst="ellipse">
                  <a:avLst/>
                </a:prstGeom>
                <a:solidFill>
                  <a:schemeClr val="bg1"/>
                </a:solidFill>
                <a:ln w="12700" cap="flat">
                  <a:solidFill>
                    <a:schemeClr val="tx1"/>
                  </a:solid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a:p>
              </p:txBody>
            </p:sp>
          </p:grpSp>
          <p:pic>
            <p:nvPicPr>
              <p:cNvPr id="25" name="Image 24"/>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211552" y="965163"/>
                <a:ext cx="223997" cy="226338"/>
              </a:xfrm>
              <a:prstGeom prst="rect">
                <a:avLst/>
              </a:prstGeom>
            </p:spPr>
          </p:pic>
        </p:grpSp>
        <p:pic>
          <p:nvPicPr>
            <p:cNvPr id="22" name="Image 21"/>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263214" y="1037721"/>
              <a:ext cx="257730" cy="257730"/>
            </a:xfrm>
            <a:prstGeom prst="rect">
              <a:avLst/>
            </a:prstGeom>
          </p:spPr>
        </p:pic>
        <p:pic>
          <p:nvPicPr>
            <p:cNvPr id="23" name="Image 22"/>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237071" y="1004105"/>
              <a:ext cx="265428" cy="265428"/>
            </a:xfrm>
            <a:prstGeom prst="rect">
              <a:avLst/>
            </a:prstGeom>
          </p:spPr>
        </p:pic>
      </p:grpSp>
      <p:sp>
        <p:nvSpPr>
          <p:cNvPr id="42" name="Espace réservé du texte 9"/>
          <p:cNvSpPr>
            <a:spLocks noGrp="1"/>
          </p:cNvSpPr>
          <p:nvPr>
            <p:ph type="body" sz="quarter" idx="58" hasCustomPrompt="1"/>
          </p:nvPr>
        </p:nvSpPr>
        <p:spPr>
          <a:xfrm>
            <a:off x="9891713" y="1480993"/>
            <a:ext cx="980122" cy="382489"/>
          </a:xfrm>
          <a:prstGeom prst="rect">
            <a:avLst/>
          </a:prstGeom>
        </p:spPr>
        <p:txBody>
          <a:bodyPr numCol="1" spcCol="468000"/>
          <a:lstStyle>
            <a:lvl1pPr marL="0" marR="0" indent="0" algn="ctr" defTabSz="914400" rtl="0" eaLnBrk="1" fontAlgn="auto" latinLnBrk="0" hangingPunct="1">
              <a:lnSpc>
                <a:spcPts val="1500"/>
              </a:lnSpc>
              <a:spcBef>
                <a:spcPts val="1000"/>
              </a:spcBef>
              <a:spcAft>
                <a:spcPts val="0"/>
              </a:spcAft>
              <a:buClrTx/>
              <a:buSzTx/>
              <a:buFont typeface="Arial" panose="020B0604020202020204" pitchFamily="34" charset="0"/>
              <a:buNone/>
              <a:tabLst/>
              <a:defRPr sz="1000" baseline="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Lieu de réalisation </a:t>
            </a:r>
          </a:p>
        </p:txBody>
      </p:sp>
      <p:sp>
        <p:nvSpPr>
          <p:cNvPr id="46" name="Espace réservé du texte 9"/>
          <p:cNvSpPr>
            <a:spLocks noGrp="1"/>
          </p:cNvSpPr>
          <p:nvPr>
            <p:ph type="body" sz="quarter" idx="60" hasCustomPrompt="1"/>
          </p:nvPr>
        </p:nvSpPr>
        <p:spPr>
          <a:xfrm>
            <a:off x="8893004" y="1480994"/>
            <a:ext cx="980122" cy="382489"/>
          </a:xfrm>
          <a:prstGeom prst="rect">
            <a:avLst/>
          </a:prstGeom>
        </p:spPr>
        <p:txBody>
          <a:bodyPr numCol="1" spcCol="468000"/>
          <a:lstStyle>
            <a:lvl1pPr marL="0" marR="0" indent="0" algn="ctr" defTabSz="914400" rtl="0" eaLnBrk="1" fontAlgn="auto" latinLnBrk="0" hangingPunct="1">
              <a:lnSpc>
                <a:spcPts val="1500"/>
              </a:lnSpc>
              <a:spcBef>
                <a:spcPts val="1000"/>
              </a:spcBef>
              <a:spcAft>
                <a:spcPts val="0"/>
              </a:spcAft>
              <a:buClrTx/>
              <a:buSzTx/>
              <a:buFont typeface="Arial" panose="020B0604020202020204" pitchFamily="34" charset="0"/>
              <a:buNone/>
              <a:tabLst/>
              <a:defRPr sz="1000" baseline="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&gt; Nb intervenants</a:t>
            </a:r>
          </a:p>
        </p:txBody>
      </p:sp>
      <p:sp>
        <p:nvSpPr>
          <p:cNvPr id="47" name="Espace réservé du texte 9"/>
          <p:cNvSpPr>
            <a:spLocks noGrp="1"/>
          </p:cNvSpPr>
          <p:nvPr>
            <p:ph type="body" sz="quarter" idx="61" hasCustomPrompt="1"/>
          </p:nvPr>
        </p:nvSpPr>
        <p:spPr>
          <a:xfrm>
            <a:off x="7906497" y="1480994"/>
            <a:ext cx="980122" cy="382489"/>
          </a:xfrm>
          <a:prstGeom prst="rect">
            <a:avLst/>
          </a:prstGeom>
        </p:spPr>
        <p:txBody>
          <a:bodyPr numCol="1" spcCol="468000"/>
          <a:lstStyle>
            <a:lvl1pPr marL="0" marR="0" indent="0" algn="ctr" defTabSz="914400" rtl="0" eaLnBrk="1" fontAlgn="auto" latinLnBrk="0" hangingPunct="1">
              <a:lnSpc>
                <a:spcPts val="1500"/>
              </a:lnSpc>
              <a:spcBef>
                <a:spcPts val="1000"/>
              </a:spcBef>
              <a:spcAft>
                <a:spcPts val="0"/>
              </a:spcAft>
              <a:buClrTx/>
              <a:buSzTx/>
              <a:buFont typeface="Arial" panose="020B0604020202020204" pitchFamily="34" charset="0"/>
              <a:buNone/>
              <a:tabLst/>
              <a:defRPr sz="1000" baseline="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&gt; XX JH</a:t>
            </a:r>
          </a:p>
        </p:txBody>
      </p:sp>
      <p:sp>
        <p:nvSpPr>
          <p:cNvPr id="48" name="Espace réservé du texte 9"/>
          <p:cNvSpPr>
            <a:spLocks noGrp="1"/>
          </p:cNvSpPr>
          <p:nvPr>
            <p:ph type="body" sz="quarter" idx="62" hasCustomPrompt="1"/>
          </p:nvPr>
        </p:nvSpPr>
        <p:spPr>
          <a:xfrm>
            <a:off x="6919990" y="1480994"/>
            <a:ext cx="980122" cy="382489"/>
          </a:xfrm>
          <a:prstGeom prst="rect">
            <a:avLst/>
          </a:prstGeom>
        </p:spPr>
        <p:txBody>
          <a:bodyPr numCol="1" spcCol="468000"/>
          <a:lstStyle>
            <a:lvl1pPr marL="0" marR="0" indent="0" algn="ctr" defTabSz="914400" rtl="0" eaLnBrk="1" fontAlgn="auto" latinLnBrk="0" hangingPunct="1">
              <a:lnSpc>
                <a:spcPts val="1500"/>
              </a:lnSpc>
              <a:spcBef>
                <a:spcPts val="1000"/>
              </a:spcBef>
              <a:spcAft>
                <a:spcPts val="0"/>
              </a:spcAft>
              <a:buClrTx/>
              <a:buSzTx/>
              <a:buFont typeface="Arial" panose="020B0604020202020204" pitchFamily="34" charset="0"/>
              <a:buNone/>
              <a:tabLst/>
              <a:defRPr sz="100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Dates</a:t>
            </a:r>
          </a:p>
        </p:txBody>
      </p:sp>
      <p:sp>
        <p:nvSpPr>
          <p:cNvPr id="53" name="Espace réservé du texte 9"/>
          <p:cNvSpPr>
            <a:spLocks noGrp="1"/>
          </p:cNvSpPr>
          <p:nvPr>
            <p:ph type="body" sz="quarter" idx="63" hasCustomPrompt="1"/>
          </p:nvPr>
        </p:nvSpPr>
        <p:spPr>
          <a:xfrm>
            <a:off x="328367" y="2035916"/>
            <a:ext cx="1011477" cy="185221"/>
          </a:xfrm>
          <a:prstGeom prst="rect">
            <a:avLst/>
          </a:prstGeom>
          <a:gradFill flip="none" rotWithShape="1">
            <a:gsLst>
              <a:gs pos="0">
                <a:schemeClr val="bg1"/>
              </a:gs>
              <a:gs pos="58000">
                <a:schemeClr val="bg1"/>
              </a:gs>
              <a:gs pos="100000">
                <a:schemeClr val="tx2">
                  <a:lumMod val="20000"/>
                  <a:lumOff val="80000"/>
                </a:schemeClr>
              </a:gs>
            </a:gsLst>
            <a:lin ang="5400000" scaled="1"/>
            <a:tileRect/>
          </a:gradFill>
        </p:spPr>
        <p:txBody>
          <a:bodyPr lIns="0" rIns="0" numCol="1" spcCol="468000" anchor="t"/>
          <a:lstStyle>
            <a:lvl1pPr>
              <a:defRPr lang="fr-FR" sz="1200" b="1" dirty="0">
                <a:latin typeface="Arial" panose="020B0604020202020204" pitchFamily="34" charset="0"/>
                <a:cs typeface="Arial" panose="020B0604020202020204" pitchFamily="34" charset="0"/>
              </a:defRPr>
            </a:lvl1pPr>
          </a:lstStyle>
          <a:p>
            <a:pPr marR="0" lvl="0" fontAlgn="auto">
              <a:spcAft>
                <a:spcPts val="0"/>
              </a:spcAft>
              <a:buClrTx/>
              <a:buSzTx/>
              <a:buNone/>
              <a:tabLst/>
            </a:pPr>
            <a:r>
              <a:rPr lang="fr-FR"/>
              <a:t>Synthèse</a:t>
            </a:r>
          </a:p>
          <a:p>
            <a:pPr marR="0" lvl="0" fontAlgn="auto">
              <a:spcAft>
                <a:spcPts val="0"/>
              </a:spcAft>
              <a:buClrTx/>
              <a:buSzTx/>
              <a:buNone/>
              <a:tabLst/>
            </a:pPr>
            <a:endParaRPr lang="fr-FR"/>
          </a:p>
        </p:txBody>
      </p:sp>
      <p:sp>
        <p:nvSpPr>
          <p:cNvPr id="56" name="Espace réservé du texte 9"/>
          <p:cNvSpPr>
            <a:spLocks noGrp="1"/>
          </p:cNvSpPr>
          <p:nvPr>
            <p:ph type="body" sz="quarter" idx="65" hasCustomPrompt="1"/>
          </p:nvPr>
        </p:nvSpPr>
        <p:spPr>
          <a:xfrm>
            <a:off x="4289031" y="2048134"/>
            <a:ext cx="1011477" cy="185221"/>
          </a:xfrm>
          <a:prstGeom prst="rect">
            <a:avLst/>
          </a:prstGeom>
          <a:gradFill flip="none" rotWithShape="1">
            <a:gsLst>
              <a:gs pos="0">
                <a:schemeClr val="bg1"/>
              </a:gs>
              <a:gs pos="58000">
                <a:schemeClr val="bg1"/>
              </a:gs>
              <a:gs pos="100000">
                <a:schemeClr val="tx2">
                  <a:lumMod val="20000"/>
                  <a:lumOff val="80000"/>
                </a:schemeClr>
              </a:gs>
            </a:gsLst>
            <a:lin ang="5400000" scaled="1"/>
            <a:tileRect/>
          </a:gradFill>
        </p:spPr>
        <p:txBody>
          <a:bodyPr lIns="0" rIns="0" numCol="1" spcCol="468000" anchor="t"/>
          <a:lstStyle>
            <a:lvl1pPr>
              <a:defRPr lang="fr-FR" sz="1200" b="1" dirty="0">
                <a:latin typeface="Arial" panose="020B0604020202020204" pitchFamily="34" charset="0"/>
                <a:cs typeface="Arial" panose="020B0604020202020204" pitchFamily="34" charset="0"/>
              </a:defRPr>
            </a:lvl1pPr>
          </a:lstStyle>
          <a:p>
            <a:pPr marR="0" lvl="0" fontAlgn="auto">
              <a:spcAft>
                <a:spcPts val="0"/>
              </a:spcAft>
              <a:buClrTx/>
              <a:buSzTx/>
              <a:buNone/>
              <a:tabLst/>
            </a:pPr>
            <a:r>
              <a:rPr lang="fr-FR"/>
              <a:t>Démarche</a:t>
            </a:r>
          </a:p>
          <a:p>
            <a:pPr marR="0" lvl="0" fontAlgn="auto">
              <a:spcAft>
                <a:spcPts val="0"/>
              </a:spcAft>
              <a:buClrTx/>
              <a:buSzTx/>
              <a:buNone/>
              <a:tabLst/>
            </a:pPr>
            <a:endParaRPr lang="fr-FR"/>
          </a:p>
        </p:txBody>
      </p:sp>
      <p:sp>
        <p:nvSpPr>
          <p:cNvPr id="57" name="Espace réservé du texte 9"/>
          <p:cNvSpPr>
            <a:spLocks noGrp="1"/>
          </p:cNvSpPr>
          <p:nvPr>
            <p:ph type="body" sz="quarter" idx="66" hasCustomPrompt="1"/>
          </p:nvPr>
        </p:nvSpPr>
        <p:spPr>
          <a:xfrm>
            <a:off x="8265220" y="2048133"/>
            <a:ext cx="1411800" cy="185221"/>
          </a:xfrm>
          <a:prstGeom prst="rect">
            <a:avLst/>
          </a:prstGeom>
          <a:gradFill flip="none" rotWithShape="1">
            <a:gsLst>
              <a:gs pos="0">
                <a:schemeClr val="bg1"/>
              </a:gs>
              <a:gs pos="58000">
                <a:schemeClr val="bg1"/>
              </a:gs>
              <a:gs pos="100000">
                <a:schemeClr val="tx2">
                  <a:lumMod val="20000"/>
                  <a:lumOff val="80000"/>
                </a:schemeClr>
              </a:gs>
            </a:gsLst>
            <a:lin ang="5400000" scaled="1"/>
            <a:tileRect/>
          </a:gradFill>
        </p:spPr>
        <p:txBody>
          <a:bodyPr lIns="0" rIns="0" numCol="1" spcCol="468000" anchor="t"/>
          <a:lstStyle>
            <a:lvl1pPr>
              <a:defRPr lang="fr-FR" sz="1200" b="1" dirty="0">
                <a:latin typeface="Arial" panose="020B0604020202020204" pitchFamily="34" charset="0"/>
                <a:cs typeface="Arial" panose="020B0604020202020204" pitchFamily="34" charset="0"/>
              </a:defRPr>
            </a:lvl1pPr>
          </a:lstStyle>
          <a:p>
            <a:pPr marR="0" lvl="0" fontAlgn="auto">
              <a:spcAft>
                <a:spcPts val="0"/>
              </a:spcAft>
              <a:buClrTx/>
              <a:buSzTx/>
              <a:buNone/>
              <a:tabLst/>
            </a:pPr>
            <a:r>
              <a:rPr lang="fr-FR"/>
              <a:t>Bénéfice client</a:t>
            </a:r>
          </a:p>
          <a:p>
            <a:pPr marR="0" lvl="0" fontAlgn="auto">
              <a:spcAft>
                <a:spcPts val="0"/>
              </a:spcAft>
              <a:buClrTx/>
              <a:buSzTx/>
              <a:buNone/>
              <a:tabLst/>
            </a:pPr>
            <a:endParaRPr lang="fr-FR"/>
          </a:p>
        </p:txBody>
      </p:sp>
      <p:sp>
        <p:nvSpPr>
          <p:cNvPr id="58" name="Espace réservé du texte 9"/>
          <p:cNvSpPr>
            <a:spLocks noGrp="1"/>
          </p:cNvSpPr>
          <p:nvPr>
            <p:ph type="body" sz="quarter" idx="67" hasCustomPrompt="1"/>
          </p:nvPr>
        </p:nvSpPr>
        <p:spPr>
          <a:xfrm>
            <a:off x="345148" y="4560898"/>
            <a:ext cx="1411800" cy="185221"/>
          </a:xfrm>
          <a:prstGeom prst="rect">
            <a:avLst/>
          </a:prstGeom>
          <a:gradFill flip="none" rotWithShape="1">
            <a:gsLst>
              <a:gs pos="0">
                <a:schemeClr val="bg1"/>
              </a:gs>
              <a:gs pos="58000">
                <a:schemeClr val="bg1"/>
              </a:gs>
              <a:gs pos="100000">
                <a:schemeClr val="tx2">
                  <a:lumMod val="20000"/>
                  <a:lumOff val="80000"/>
                </a:schemeClr>
              </a:gs>
            </a:gsLst>
            <a:lin ang="5400000" scaled="1"/>
            <a:tileRect/>
          </a:gradFill>
        </p:spPr>
        <p:txBody>
          <a:bodyPr lIns="0" rIns="0" numCol="1" spcCol="468000" anchor="t"/>
          <a:lstStyle>
            <a:lvl1pPr>
              <a:defRPr lang="fr-FR" sz="1200" b="1" dirty="0">
                <a:latin typeface="Arial" panose="020B0604020202020204" pitchFamily="34" charset="0"/>
                <a:cs typeface="Arial" panose="020B0604020202020204" pitchFamily="34" charset="0"/>
              </a:defRPr>
            </a:lvl1pPr>
          </a:lstStyle>
          <a:p>
            <a:pPr marR="0" lvl="0" fontAlgn="auto">
              <a:spcAft>
                <a:spcPts val="0"/>
              </a:spcAft>
              <a:buClrTx/>
              <a:buSzTx/>
              <a:buNone/>
              <a:tabLst/>
            </a:pPr>
            <a:r>
              <a:rPr lang="fr-FR"/>
              <a:t>Organisation</a:t>
            </a:r>
          </a:p>
          <a:p>
            <a:pPr marR="0" lvl="0" fontAlgn="auto">
              <a:spcAft>
                <a:spcPts val="0"/>
              </a:spcAft>
              <a:buClrTx/>
              <a:buSzTx/>
              <a:buNone/>
              <a:tabLst/>
            </a:pPr>
            <a:endParaRPr lang="fr-FR"/>
          </a:p>
        </p:txBody>
      </p:sp>
      <p:sp>
        <p:nvSpPr>
          <p:cNvPr id="59" name="Espace réservé du texte 9"/>
          <p:cNvSpPr>
            <a:spLocks noGrp="1"/>
          </p:cNvSpPr>
          <p:nvPr>
            <p:ph type="body" sz="quarter" idx="68" hasCustomPrompt="1"/>
          </p:nvPr>
        </p:nvSpPr>
        <p:spPr>
          <a:xfrm>
            <a:off x="4305811" y="4560898"/>
            <a:ext cx="2072725" cy="185221"/>
          </a:xfrm>
          <a:prstGeom prst="rect">
            <a:avLst/>
          </a:prstGeom>
          <a:gradFill flip="none" rotWithShape="1">
            <a:gsLst>
              <a:gs pos="0">
                <a:schemeClr val="bg1"/>
              </a:gs>
              <a:gs pos="58000">
                <a:schemeClr val="bg1"/>
              </a:gs>
              <a:gs pos="100000">
                <a:schemeClr val="tx2">
                  <a:lumMod val="20000"/>
                  <a:lumOff val="80000"/>
                </a:schemeClr>
              </a:gs>
            </a:gsLst>
            <a:lin ang="5400000" scaled="1"/>
            <a:tileRect/>
          </a:gradFill>
        </p:spPr>
        <p:txBody>
          <a:bodyPr lIns="0" rIns="0" numCol="1" spcCol="468000" anchor="t"/>
          <a:lstStyle>
            <a:lvl1pPr>
              <a:defRPr lang="fr-FR" sz="1200" b="1" dirty="0">
                <a:latin typeface="Arial" panose="020B0604020202020204" pitchFamily="34" charset="0"/>
                <a:cs typeface="Arial" panose="020B0604020202020204" pitchFamily="34" charset="0"/>
              </a:defRPr>
            </a:lvl1pPr>
          </a:lstStyle>
          <a:p>
            <a:pPr marR="0" lvl="0" fontAlgn="auto">
              <a:spcAft>
                <a:spcPts val="0"/>
              </a:spcAft>
              <a:buClrTx/>
              <a:buSzTx/>
              <a:buNone/>
              <a:tabLst/>
            </a:pPr>
            <a:r>
              <a:rPr lang="fr-FR"/>
              <a:t>Périmètre technique / métier </a:t>
            </a:r>
          </a:p>
          <a:p>
            <a:pPr marR="0" lvl="0" fontAlgn="auto">
              <a:spcAft>
                <a:spcPts val="0"/>
              </a:spcAft>
              <a:buClrTx/>
              <a:buSzTx/>
              <a:buNone/>
              <a:tabLst/>
            </a:pPr>
            <a:endParaRPr lang="fr-FR"/>
          </a:p>
        </p:txBody>
      </p:sp>
      <p:sp>
        <p:nvSpPr>
          <p:cNvPr id="60" name="Espace réservé du texte 9"/>
          <p:cNvSpPr>
            <a:spLocks noGrp="1"/>
          </p:cNvSpPr>
          <p:nvPr>
            <p:ph type="body" sz="quarter" idx="69" hasCustomPrompt="1"/>
          </p:nvPr>
        </p:nvSpPr>
        <p:spPr>
          <a:xfrm>
            <a:off x="8266475" y="4585210"/>
            <a:ext cx="1411800" cy="185221"/>
          </a:xfrm>
          <a:prstGeom prst="rect">
            <a:avLst/>
          </a:prstGeom>
          <a:gradFill flip="none" rotWithShape="1">
            <a:gsLst>
              <a:gs pos="0">
                <a:schemeClr val="bg1"/>
              </a:gs>
              <a:gs pos="58000">
                <a:schemeClr val="bg1"/>
              </a:gs>
              <a:gs pos="100000">
                <a:schemeClr val="tx2">
                  <a:lumMod val="20000"/>
                  <a:lumOff val="80000"/>
                </a:schemeClr>
              </a:gs>
            </a:gsLst>
            <a:lin ang="5400000" scaled="1"/>
            <a:tileRect/>
          </a:gradFill>
        </p:spPr>
        <p:txBody>
          <a:bodyPr lIns="0" rIns="0" numCol="1" spcCol="468000" anchor="t"/>
          <a:lstStyle>
            <a:lvl1pPr>
              <a:defRPr lang="fr-FR" sz="1200" b="1" dirty="0">
                <a:latin typeface="Arial" panose="020B0604020202020204" pitchFamily="34" charset="0"/>
                <a:cs typeface="Arial" panose="020B0604020202020204" pitchFamily="34" charset="0"/>
              </a:defRPr>
            </a:lvl1pPr>
          </a:lstStyle>
          <a:p>
            <a:pPr marR="0" lvl="0" fontAlgn="auto">
              <a:spcAft>
                <a:spcPts val="0"/>
              </a:spcAft>
              <a:buClrTx/>
              <a:buSzTx/>
              <a:buNone/>
              <a:tabLst/>
            </a:pPr>
            <a:r>
              <a:rPr lang="fr-FR"/>
              <a:t>Livrables</a:t>
            </a:r>
          </a:p>
          <a:p>
            <a:pPr marR="0" lvl="0" fontAlgn="auto">
              <a:spcAft>
                <a:spcPts val="0"/>
              </a:spcAft>
              <a:buClrTx/>
              <a:buSzTx/>
              <a:buNone/>
              <a:tabLst/>
            </a:pPr>
            <a:endParaRPr lang="fr-FR"/>
          </a:p>
        </p:txBody>
      </p:sp>
      <p:sp>
        <p:nvSpPr>
          <p:cNvPr id="61" name="Espace réservé du texte 9"/>
          <p:cNvSpPr>
            <a:spLocks noGrp="1"/>
          </p:cNvSpPr>
          <p:nvPr>
            <p:ph type="body" sz="quarter" idx="70" hasCustomPrompt="1"/>
          </p:nvPr>
        </p:nvSpPr>
        <p:spPr>
          <a:xfrm>
            <a:off x="10890422" y="1480993"/>
            <a:ext cx="980122" cy="382489"/>
          </a:xfrm>
          <a:prstGeom prst="rect">
            <a:avLst/>
          </a:prstGeom>
        </p:spPr>
        <p:txBody>
          <a:bodyPr numCol="1" spcCol="468000"/>
          <a:lstStyle>
            <a:lvl1pPr marL="0" marR="0" indent="0" algn="ctr" defTabSz="914400" rtl="0" eaLnBrk="1" fontAlgn="auto" latinLnBrk="0" hangingPunct="1">
              <a:lnSpc>
                <a:spcPts val="1500"/>
              </a:lnSpc>
              <a:spcBef>
                <a:spcPts val="1000"/>
              </a:spcBef>
              <a:spcAft>
                <a:spcPts val="0"/>
              </a:spcAft>
              <a:buClrTx/>
              <a:buSzTx/>
              <a:buFont typeface="Arial" panose="020B0604020202020204" pitchFamily="34" charset="0"/>
              <a:buNone/>
              <a:tabLst/>
              <a:defRPr sz="1000" baseline="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Secteur métier</a:t>
            </a:r>
          </a:p>
        </p:txBody>
      </p:sp>
      <p:sp>
        <p:nvSpPr>
          <p:cNvPr id="7" name="Espace réservé du texte 6"/>
          <p:cNvSpPr>
            <a:spLocks noGrp="1"/>
          </p:cNvSpPr>
          <p:nvPr>
            <p:ph type="body" sz="quarter" idx="72" hasCustomPrompt="1"/>
          </p:nvPr>
        </p:nvSpPr>
        <p:spPr>
          <a:xfrm>
            <a:off x="9231269" y="354234"/>
            <a:ext cx="2622495" cy="282789"/>
          </a:xfrm>
          <a:prstGeom prst="rect">
            <a:avLst/>
          </a:prstGeom>
          <a:solidFill>
            <a:schemeClr val="bg1"/>
          </a:solidFill>
        </p:spPr>
        <p:txBody>
          <a:bodyPr anchor="ctr"/>
          <a:lstStyle>
            <a:lvl1pPr marL="0" indent="0" algn="r">
              <a:buNone/>
              <a:defRPr lang="fr-FR" sz="900" kern="1200" dirty="0" smtClean="0">
                <a:solidFill>
                  <a:schemeClr val="tx1"/>
                </a:solidFill>
                <a:latin typeface="+mn-lt"/>
                <a:ea typeface="+mn-ea"/>
                <a:cs typeface="+mn-cs"/>
              </a:defRPr>
            </a:lvl1pPr>
          </a:lstStyle>
          <a:p>
            <a:pPr lvl="0"/>
            <a:r>
              <a:rPr lang="fr-FR"/>
              <a:t>Exemple de références client</a:t>
            </a:r>
          </a:p>
        </p:txBody>
      </p:sp>
      <p:sp>
        <p:nvSpPr>
          <p:cNvPr id="37" name="Espace réservé du texte 4">
            <a:extLst>
              <a:ext uri="{FF2B5EF4-FFF2-40B4-BE49-F238E27FC236}">
                <a16:creationId xmlns:a16="http://schemas.microsoft.com/office/drawing/2014/main" id="{DA16E3FC-8F3F-4DC0-A29C-B3D00336E8FB}"/>
              </a:ext>
            </a:extLst>
          </p:cNvPr>
          <p:cNvSpPr>
            <a:spLocks noGrp="1"/>
          </p:cNvSpPr>
          <p:nvPr>
            <p:ph type="body" sz="quarter" idx="73"/>
          </p:nvPr>
        </p:nvSpPr>
        <p:spPr>
          <a:xfrm>
            <a:off x="337933" y="1239612"/>
            <a:ext cx="6143280" cy="273879"/>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latin typeface="Arial" panose="020B0604020202020204" pitchFamily="34" charset="0"/>
                <a:cs typeface="Arial" panose="020B06040202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Cliquez pour modifier les styles du texte du masque</a:t>
            </a:r>
          </a:p>
        </p:txBody>
      </p:sp>
      <p:sp>
        <p:nvSpPr>
          <p:cNvPr id="39" name="Espace réservé du texte 6">
            <a:extLst>
              <a:ext uri="{FF2B5EF4-FFF2-40B4-BE49-F238E27FC236}">
                <a16:creationId xmlns:a16="http://schemas.microsoft.com/office/drawing/2014/main" id="{FD92F58E-2BB2-4716-AB6D-4E340CB32695}"/>
              </a:ext>
            </a:extLst>
          </p:cNvPr>
          <p:cNvSpPr>
            <a:spLocks noGrp="1"/>
          </p:cNvSpPr>
          <p:nvPr>
            <p:ph type="body" sz="quarter" idx="75" hasCustomPrompt="1"/>
          </p:nvPr>
        </p:nvSpPr>
        <p:spPr>
          <a:xfrm>
            <a:off x="337933" y="564022"/>
            <a:ext cx="6143390" cy="645000"/>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200" b="1" cap="all" spc="-150" baseline="0">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Nom du client</a:t>
            </a:r>
          </a:p>
        </p:txBody>
      </p:sp>
      <p:sp>
        <p:nvSpPr>
          <p:cNvPr id="40" name="Espace réservé du pied de page 1">
            <a:extLst>
              <a:ext uri="{FF2B5EF4-FFF2-40B4-BE49-F238E27FC236}">
                <a16:creationId xmlns:a16="http://schemas.microsoft.com/office/drawing/2014/main" id="{FE46DD3B-EFEC-B044-98DD-84934A3A80CC}"/>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640168448"/>
      </p:ext>
    </p:extLst>
  </p:cSld>
  <p:clrMapOvr>
    <a:masterClrMapping/>
  </p:clrMapOvr>
  <p:hf sldNum="0" hd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05_Specific-Credential 03">
    <p:spTree>
      <p:nvGrpSpPr>
        <p:cNvPr id="1" name=""/>
        <p:cNvGrpSpPr/>
        <p:nvPr/>
      </p:nvGrpSpPr>
      <p:grpSpPr>
        <a:xfrm>
          <a:off x="0" y="0"/>
          <a:ext cx="0" cy="0"/>
          <a:chOff x="0" y="0"/>
          <a:chExt cx="0" cy="0"/>
        </a:xfrm>
      </p:grpSpPr>
      <p:sp>
        <p:nvSpPr>
          <p:cNvPr id="5" name="Rectangle 22"/>
          <p:cNvSpPr>
            <a:spLocks noChangeArrowheads="1"/>
          </p:cNvSpPr>
          <p:nvPr/>
        </p:nvSpPr>
        <p:spPr bwMode="auto">
          <a:xfrm>
            <a:off x="337932" y="868412"/>
            <a:ext cx="2688300" cy="5381326"/>
          </a:xfrm>
          <a:prstGeom prst="rect">
            <a:avLst/>
          </a:prstGeom>
          <a:solidFill>
            <a:schemeClr val="tx1"/>
          </a:solidFill>
          <a:ln w="12700">
            <a:noFill/>
            <a:miter lim="800000"/>
            <a:headEnd/>
            <a:tailEnd/>
          </a:ln>
        </p:spPr>
        <p:txBody>
          <a:bodyPr lIns="144000" rIns="144000"/>
          <a:lstStyle/>
          <a:p>
            <a:pPr marL="85725" lvl="2" indent="-85725" eaLnBrk="0" hangingPunct="0">
              <a:spcBef>
                <a:spcPts val="0"/>
              </a:spcBef>
              <a:spcAft>
                <a:spcPts val="0"/>
              </a:spcAft>
              <a:buFont typeface="Wingdings" pitchFamily="2" charset="2"/>
              <a:buChar char="§"/>
              <a:defRPr/>
            </a:pPr>
            <a:endParaRPr lang="fr-FR" sz="900">
              <a:ln>
                <a:solidFill>
                  <a:srgbClr val="53534D">
                    <a:alpha val="15000"/>
                  </a:srgbClr>
                </a:solidFill>
              </a:ln>
              <a:solidFill>
                <a:srgbClr val="000000">
                  <a:lumMod val="85000"/>
                  <a:lumOff val="15000"/>
                </a:srgbClr>
              </a:solidFill>
              <a:latin typeface="Century Gothic" pitchFamily="34" charset="0"/>
              <a:cs typeface="Arial" charset="0"/>
            </a:endParaRPr>
          </a:p>
          <a:p>
            <a:pPr marL="0" lvl="2" algn="just" eaLnBrk="0" hangingPunct="0">
              <a:spcBef>
                <a:spcPts val="600"/>
              </a:spcBef>
              <a:spcAft>
                <a:spcPts val="300"/>
              </a:spcAft>
              <a:buClr>
                <a:srgbClr val="C00000"/>
              </a:buClr>
              <a:defRPr/>
            </a:pPr>
            <a:endParaRPr lang="fr-FR" sz="1100" b="1">
              <a:ln>
                <a:solidFill>
                  <a:schemeClr val="accent3">
                    <a:alpha val="25000"/>
                  </a:schemeClr>
                </a:solidFill>
              </a:ln>
              <a:solidFill>
                <a:schemeClr val="accent3"/>
              </a:solidFill>
              <a:latin typeface="Century Gothic" pitchFamily="34" charset="0"/>
            </a:endParaRPr>
          </a:p>
          <a:p>
            <a:pPr marL="0" lvl="2" algn="just" eaLnBrk="0" hangingPunct="0">
              <a:spcBef>
                <a:spcPts val="900"/>
              </a:spcBef>
              <a:spcAft>
                <a:spcPts val="300"/>
              </a:spcAft>
              <a:buClr>
                <a:srgbClr val="C00000"/>
              </a:buClr>
              <a:buFont typeface="Arial" pitchFamily="34" charset="0"/>
              <a:buChar char="•"/>
              <a:defRPr/>
            </a:pPr>
            <a:endParaRPr lang="fr-FR" sz="1000">
              <a:ln>
                <a:solidFill>
                  <a:schemeClr val="tx2">
                    <a:alpha val="15000"/>
                  </a:schemeClr>
                </a:solidFill>
              </a:ln>
              <a:solidFill>
                <a:schemeClr val="tx1">
                  <a:lumMod val="85000"/>
                  <a:lumOff val="15000"/>
                </a:schemeClr>
              </a:solidFill>
              <a:latin typeface="Century Gothic" pitchFamily="34" charset="0"/>
            </a:endParaRPr>
          </a:p>
        </p:txBody>
      </p:sp>
      <p:sp>
        <p:nvSpPr>
          <p:cNvPr id="6" name="Espace réservé du texte 10"/>
          <p:cNvSpPr>
            <a:spLocks noGrp="1"/>
          </p:cNvSpPr>
          <p:nvPr>
            <p:ph type="body" sz="quarter" idx="12" hasCustomPrompt="1"/>
          </p:nvPr>
        </p:nvSpPr>
        <p:spPr>
          <a:xfrm>
            <a:off x="550237" y="956225"/>
            <a:ext cx="2284704" cy="346798"/>
          </a:xfrm>
          <a:prstGeom prst="rect">
            <a:avLst/>
          </a:prstGeom>
        </p:spPr>
        <p:txBody>
          <a:bodyPr>
            <a:normAutofit/>
          </a:bodyPr>
          <a:lstStyle>
            <a:lvl1pPr marL="0" indent="0">
              <a:buNone/>
              <a:defRPr sz="1400" b="1" baseline="0">
                <a:solidFill>
                  <a:schemeClr val="bg1"/>
                </a:solidFill>
                <a:latin typeface="+mj-lt"/>
              </a:defRPr>
            </a:lvl1pPr>
          </a:lstStyle>
          <a:p>
            <a:pPr lvl="0"/>
            <a:r>
              <a:rPr lang="fr-FR" sz="1400"/>
              <a:t>Code e-synergie</a:t>
            </a:r>
            <a:endParaRPr lang="fr-FR"/>
          </a:p>
        </p:txBody>
      </p:sp>
      <p:sp>
        <p:nvSpPr>
          <p:cNvPr id="7" name="Espace réservé du texte 10"/>
          <p:cNvSpPr>
            <a:spLocks noGrp="1"/>
          </p:cNvSpPr>
          <p:nvPr>
            <p:ph type="body" sz="quarter" idx="13"/>
          </p:nvPr>
        </p:nvSpPr>
        <p:spPr>
          <a:xfrm>
            <a:off x="550237" y="1826193"/>
            <a:ext cx="2284704" cy="1455391"/>
          </a:xfrm>
          <a:prstGeom prst="rect">
            <a:avLst/>
          </a:prstGeom>
        </p:spPr>
        <p:txBody>
          <a:bodyPr>
            <a:noAutofit/>
          </a:bodyPr>
          <a:lstStyle>
            <a:lvl1pPr marL="0" indent="0">
              <a:lnSpc>
                <a:spcPts val="1500"/>
              </a:lnSpc>
              <a:buFont typeface="Arial" panose="020B0604020202020204" pitchFamily="34" charset="0"/>
              <a:buNone/>
              <a:defRPr sz="1100" baseline="0">
                <a:solidFill>
                  <a:schemeClr val="bg1"/>
                </a:solidFill>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8" name="Rectangle 22"/>
          <p:cNvSpPr>
            <a:spLocks noChangeArrowheads="1"/>
          </p:cNvSpPr>
          <p:nvPr/>
        </p:nvSpPr>
        <p:spPr bwMode="auto">
          <a:xfrm>
            <a:off x="3238537" y="996268"/>
            <a:ext cx="8679061" cy="4073833"/>
          </a:xfrm>
          <a:prstGeom prst="rect">
            <a:avLst/>
          </a:prstGeom>
          <a:noFill/>
          <a:ln>
            <a:headEnd/>
            <a:tailEnd/>
          </a:ln>
        </p:spPr>
        <p:style>
          <a:lnRef idx="2">
            <a:schemeClr val="dk1"/>
          </a:lnRef>
          <a:fillRef idx="1">
            <a:schemeClr val="lt1"/>
          </a:fillRef>
          <a:effectRef idx="0">
            <a:schemeClr val="dk1"/>
          </a:effectRef>
          <a:fontRef idx="minor">
            <a:schemeClr val="dk1"/>
          </a:fontRef>
        </p:style>
        <p:txBody>
          <a:bodyPr tIns="144000" anchor="t"/>
          <a:lstStyle/>
          <a:p>
            <a:pPr>
              <a:spcBef>
                <a:spcPts val="100"/>
              </a:spcBef>
              <a:spcAft>
                <a:spcPts val="100"/>
              </a:spcAft>
            </a:pPr>
            <a:endParaRPr lang="fr-FR" sz="800">
              <a:ln>
                <a:solidFill>
                  <a:schemeClr val="tx2">
                    <a:alpha val="15000"/>
                  </a:schemeClr>
                </a:solidFill>
              </a:ln>
              <a:solidFill>
                <a:schemeClr val="tx1"/>
              </a:solidFill>
              <a:latin typeface="+mn-lt"/>
            </a:endParaRPr>
          </a:p>
          <a:p>
            <a:pPr>
              <a:spcBef>
                <a:spcPts val="100"/>
              </a:spcBef>
              <a:spcAft>
                <a:spcPts val="100"/>
              </a:spcAft>
            </a:pPr>
            <a:endParaRPr lang="fr-FR" sz="800">
              <a:ln>
                <a:solidFill>
                  <a:schemeClr val="tx2">
                    <a:alpha val="15000"/>
                  </a:schemeClr>
                </a:solidFill>
              </a:ln>
              <a:solidFill>
                <a:schemeClr val="tx1"/>
              </a:solidFill>
              <a:latin typeface="+mn-lt"/>
            </a:endParaRPr>
          </a:p>
        </p:txBody>
      </p:sp>
      <p:sp>
        <p:nvSpPr>
          <p:cNvPr id="9" name="Text Box 23"/>
          <p:cNvSpPr txBox="1">
            <a:spLocks noChangeArrowheads="1"/>
          </p:cNvSpPr>
          <p:nvPr/>
        </p:nvSpPr>
        <p:spPr bwMode="auto">
          <a:xfrm>
            <a:off x="3334551" y="856395"/>
            <a:ext cx="3606576" cy="288032"/>
          </a:xfrm>
          <a:prstGeom prst="rect">
            <a:avLst/>
          </a:prstGeom>
          <a:solidFill>
            <a:schemeClr val="bg1"/>
          </a:solidFill>
          <a:ln w="12700">
            <a:noFill/>
            <a:miter lim="800000"/>
            <a:headEnd/>
            <a:tailEnd/>
          </a:ln>
        </p:spPr>
        <p:txBody>
          <a:bodyPr anchor="ctr"/>
          <a:lstStyle/>
          <a:p>
            <a:pPr>
              <a:spcBef>
                <a:spcPts val="600"/>
              </a:spcBef>
              <a:spcAft>
                <a:spcPts val="600"/>
              </a:spcAft>
            </a:pPr>
            <a:r>
              <a:rPr lang="fr-FR" sz="1200" b="1">
                <a:solidFill>
                  <a:schemeClr val="tx1"/>
                </a:solidFill>
                <a:latin typeface="Arial" panose="020B0604020202020204" pitchFamily="34" charset="0"/>
                <a:cs typeface="Arial" panose="020B0604020202020204" pitchFamily="34" charset="0"/>
              </a:rPr>
              <a:t>Extrait des expériences professionnelles</a:t>
            </a:r>
          </a:p>
        </p:txBody>
      </p:sp>
      <p:sp>
        <p:nvSpPr>
          <p:cNvPr id="11" name="Espace réservé du texte 15"/>
          <p:cNvSpPr>
            <a:spLocks noGrp="1"/>
          </p:cNvSpPr>
          <p:nvPr>
            <p:ph type="body" sz="quarter" idx="15"/>
          </p:nvPr>
        </p:nvSpPr>
        <p:spPr>
          <a:xfrm>
            <a:off x="3334185" y="1494141"/>
            <a:ext cx="8366589" cy="898727"/>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200" b="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3" name="Espace réservé du texte 15"/>
          <p:cNvSpPr>
            <a:spLocks noGrp="1"/>
          </p:cNvSpPr>
          <p:nvPr>
            <p:ph type="body" sz="quarter" idx="17"/>
          </p:nvPr>
        </p:nvSpPr>
        <p:spPr>
          <a:xfrm>
            <a:off x="3334185" y="2788200"/>
            <a:ext cx="8366589" cy="898727"/>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200" b="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5" name="Espace réservé du texte 15"/>
          <p:cNvSpPr>
            <a:spLocks noGrp="1"/>
          </p:cNvSpPr>
          <p:nvPr>
            <p:ph type="body" sz="quarter" idx="19"/>
          </p:nvPr>
        </p:nvSpPr>
        <p:spPr>
          <a:xfrm>
            <a:off x="3334185" y="4082259"/>
            <a:ext cx="8366589" cy="898727"/>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200" b="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16" name="Espace réservé du texte 9"/>
          <p:cNvSpPr>
            <a:spLocks noGrp="1"/>
          </p:cNvSpPr>
          <p:nvPr>
            <p:ph type="body" sz="quarter" idx="63" hasCustomPrompt="1"/>
          </p:nvPr>
        </p:nvSpPr>
        <p:spPr>
          <a:xfrm>
            <a:off x="3528060" y="1274142"/>
            <a:ext cx="1606647" cy="185221"/>
          </a:xfrm>
          <a:prstGeom prst="rect">
            <a:avLst/>
          </a:prstGeom>
          <a:gradFill flip="none" rotWithShape="1">
            <a:gsLst>
              <a:gs pos="0">
                <a:schemeClr val="bg1"/>
              </a:gs>
              <a:gs pos="58000">
                <a:schemeClr val="bg1"/>
              </a:gs>
              <a:gs pos="100000">
                <a:schemeClr val="tx2">
                  <a:lumMod val="20000"/>
                  <a:lumOff val="80000"/>
                </a:schemeClr>
              </a:gs>
            </a:gsLst>
            <a:lin ang="5400000" scaled="1"/>
            <a:tileRect/>
          </a:gradFill>
        </p:spPr>
        <p:txBody>
          <a:bodyPr lIns="0" rIns="0" numCol="1" spcCol="468000" anchor="t"/>
          <a:lstStyle>
            <a:lvl1pPr>
              <a:defRPr lang="fr-FR" sz="1200" b="1" dirty="0">
                <a:latin typeface="Arial" panose="020B0604020202020204" pitchFamily="34" charset="0"/>
                <a:cs typeface="Arial" panose="020B0604020202020204" pitchFamily="34" charset="0"/>
              </a:defRPr>
            </a:lvl1pPr>
          </a:lstStyle>
          <a:p>
            <a:pPr marR="0" lvl="0" fontAlgn="auto">
              <a:spcAft>
                <a:spcPts val="0"/>
              </a:spcAft>
              <a:buClrTx/>
              <a:buSzTx/>
              <a:buNone/>
              <a:tabLst/>
            </a:pPr>
            <a:r>
              <a:rPr lang="fr-FR"/>
              <a:t>Expérience (date)</a:t>
            </a:r>
          </a:p>
          <a:p>
            <a:pPr marR="0" lvl="0" fontAlgn="auto">
              <a:spcAft>
                <a:spcPts val="0"/>
              </a:spcAft>
              <a:buClrTx/>
              <a:buSzTx/>
              <a:buNone/>
              <a:tabLst/>
            </a:pPr>
            <a:endParaRPr lang="fr-FR"/>
          </a:p>
        </p:txBody>
      </p:sp>
      <p:sp>
        <p:nvSpPr>
          <p:cNvPr id="17" name="Espace réservé du texte 9"/>
          <p:cNvSpPr>
            <a:spLocks noGrp="1"/>
          </p:cNvSpPr>
          <p:nvPr>
            <p:ph type="body" sz="quarter" idx="64" hasCustomPrompt="1"/>
          </p:nvPr>
        </p:nvSpPr>
        <p:spPr>
          <a:xfrm>
            <a:off x="3528060" y="2561659"/>
            <a:ext cx="1606647" cy="185221"/>
          </a:xfrm>
          <a:prstGeom prst="rect">
            <a:avLst/>
          </a:prstGeom>
          <a:gradFill flip="none" rotWithShape="1">
            <a:gsLst>
              <a:gs pos="0">
                <a:schemeClr val="bg1"/>
              </a:gs>
              <a:gs pos="58000">
                <a:schemeClr val="bg1"/>
              </a:gs>
              <a:gs pos="100000">
                <a:schemeClr val="tx2">
                  <a:lumMod val="20000"/>
                  <a:lumOff val="80000"/>
                </a:schemeClr>
              </a:gs>
            </a:gsLst>
            <a:lin ang="5400000" scaled="1"/>
            <a:tileRect/>
          </a:gradFill>
        </p:spPr>
        <p:txBody>
          <a:bodyPr lIns="0" rIns="0" numCol="1" spcCol="468000" anchor="t"/>
          <a:lstStyle>
            <a:lvl1pPr>
              <a:defRPr lang="fr-FR" sz="1200" b="1" dirty="0">
                <a:latin typeface="Arial" panose="020B0604020202020204" pitchFamily="34" charset="0"/>
                <a:cs typeface="Arial" panose="020B0604020202020204" pitchFamily="34" charset="0"/>
              </a:defRPr>
            </a:lvl1pPr>
          </a:lstStyle>
          <a:p>
            <a:pPr marR="0" lvl="0" fontAlgn="auto">
              <a:spcAft>
                <a:spcPts val="0"/>
              </a:spcAft>
              <a:buClrTx/>
              <a:buSzTx/>
              <a:buNone/>
              <a:tabLst/>
            </a:pPr>
            <a:r>
              <a:rPr lang="fr-FR"/>
              <a:t>Expérience (date)</a:t>
            </a:r>
          </a:p>
          <a:p>
            <a:pPr marR="0" lvl="0" fontAlgn="auto">
              <a:spcAft>
                <a:spcPts val="0"/>
              </a:spcAft>
              <a:buClrTx/>
              <a:buSzTx/>
              <a:buNone/>
              <a:tabLst/>
            </a:pPr>
            <a:endParaRPr lang="fr-FR"/>
          </a:p>
        </p:txBody>
      </p:sp>
      <p:sp>
        <p:nvSpPr>
          <p:cNvPr id="18" name="Espace réservé du texte 9"/>
          <p:cNvSpPr>
            <a:spLocks noGrp="1"/>
          </p:cNvSpPr>
          <p:nvPr>
            <p:ph type="body" sz="quarter" idx="65" hasCustomPrompt="1"/>
          </p:nvPr>
        </p:nvSpPr>
        <p:spPr>
          <a:xfrm>
            <a:off x="3528059" y="3849176"/>
            <a:ext cx="1606647" cy="185221"/>
          </a:xfrm>
          <a:prstGeom prst="rect">
            <a:avLst/>
          </a:prstGeom>
          <a:gradFill flip="none" rotWithShape="1">
            <a:gsLst>
              <a:gs pos="0">
                <a:schemeClr val="bg1"/>
              </a:gs>
              <a:gs pos="58000">
                <a:schemeClr val="bg1"/>
              </a:gs>
              <a:gs pos="100000">
                <a:schemeClr val="tx2">
                  <a:lumMod val="20000"/>
                  <a:lumOff val="80000"/>
                </a:schemeClr>
              </a:gs>
            </a:gsLst>
            <a:lin ang="5400000" scaled="1"/>
            <a:tileRect/>
          </a:gradFill>
        </p:spPr>
        <p:txBody>
          <a:bodyPr lIns="0" rIns="0" numCol="1" spcCol="468000" anchor="t"/>
          <a:lstStyle>
            <a:lvl1pPr>
              <a:defRPr lang="fr-FR" sz="1200" b="1" dirty="0">
                <a:latin typeface="Arial" panose="020B0604020202020204" pitchFamily="34" charset="0"/>
                <a:cs typeface="Arial" panose="020B0604020202020204" pitchFamily="34" charset="0"/>
              </a:defRPr>
            </a:lvl1pPr>
          </a:lstStyle>
          <a:p>
            <a:pPr marR="0" lvl="0" fontAlgn="auto">
              <a:spcAft>
                <a:spcPts val="0"/>
              </a:spcAft>
              <a:buClrTx/>
              <a:buSzTx/>
              <a:buNone/>
              <a:tabLst/>
            </a:pPr>
            <a:r>
              <a:rPr lang="fr-FR"/>
              <a:t>Expérience (date)</a:t>
            </a:r>
          </a:p>
          <a:p>
            <a:pPr marR="0" lvl="0" fontAlgn="auto">
              <a:spcAft>
                <a:spcPts val="0"/>
              </a:spcAft>
              <a:buClrTx/>
              <a:buSzTx/>
              <a:buNone/>
              <a:tabLst/>
            </a:pPr>
            <a:endParaRPr lang="fr-FR"/>
          </a:p>
        </p:txBody>
      </p:sp>
      <p:sp>
        <p:nvSpPr>
          <p:cNvPr id="19" name="Rectangle 22"/>
          <p:cNvSpPr>
            <a:spLocks noChangeArrowheads="1"/>
          </p:cNvSpPr>
          <p:nvPr/>
        </p:nvSpPr>
        <p:spPr bwMode="auto">
          <a:xfrm>
            <a:off x="3238537" y="5261398"/>
            <a:ext cx="6843789" cy="988340"/>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nchor="t"/>
          <a:lstStyle/>
          <a:p>
            <a:pPr lvl="1"/>
            <a:endParaRPr lang="fr-FR" sz="1000">
              <a:ln>
                <a:solidFill>
                  <a:schemeClr val="tx2">
                    <a:alpha val="15000"/>
                  </a:schemeClr>
                </a:solidFill>
              </a:ln>
              <a:solidFill>
                <a:schemeClr val="tx1">
                  <a:lumMod val="85000"/>
                  <a:lumOff val="15000"/>
                </a:schemeClr>
              </a:solidFill>
              <a:latin typeface="+mn-lt"/>
            </a:endParaRPr>
          </a:p>
        </p:txBody>
      </p:sp>
      <p:sp>
        <p:nvSpPr>
          <p:cNvPr id="20" name="Text Box 23"/>
          <p:cNvSpPr txBox="1">
            <a:spLocks noChangeArrowheads="1"/>
          </p:cNvSpPr>
          <p:nvPr/>
        </p:nvSpPr>
        <p:spPr bwMode="auto">
          <a:xfrm>
            <a:off x="3392995" y="5137468"/>
            <a:ext cx="1741711" cy="240870"/>
          </a:xfrm>
          <a:prstGeom prst="rect">
            <a:avLst/>
          </a:prstGeom>
          <a:solidFill>
            <a:schemeClr val="bg1"/>
          </a:solidFill>
          <a:ln w="12700">
            <a:noFill/>
            <a:miter lim="800000"/>
            <a:headEnd/>
            <a:tailEnd/>
          </a:ln>
        </p:spPr>
        <p:txBody>
          <a:bodyPr anchor="ctr"/>
          <a:lstStyle/>
          <a:p>
            <a:pPr>
              <a:spcBef>
                <a:spcPts val="600"/>
              </a:spcBef>
              <a:spcAft>
                <a:spcPts val="600"/>
              </a:spcAft>
            </a:pPr>
            <a:r>
              <a:rPr lang="fr-FR" sz="1200" b="1">
                <a:solidFill>
                  <a:schemeClr val="tx1"/>
                </a:solidFill>
                <a:latin typeface="+mn-lt"/>
              </a:rPr>
              <a:t>Formation initiale</a:t>
            </a:r>
          </a:p>
        </p:txBody>
      </p:sp>
      <p:sp>
        <p:nvSpPr>
          <p:cNvPr id="21" name="Espace réservé du texte 15"/>
          <p:cNvSpPr>
            <a:spLocks noGrp="1"/>
          </p:cNvSpPr>
          <p:nvPr>
            <p:ph type="body" sz="quarter" idx="20"/>
          </p:nvPr>
        </p:nvSpPr>
        <p:spPr>
          <a:xfrm>
            <a:off x="3379367" y="5459721"/>
            <a:ext cx="6559391" cy="712675"/>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200" b="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22" name="Espace réservé du texte 10"/>
          <p:cNvSpPr>
            <a:spLocks noGrp="1"/>
          </p:cNvSpPr>
          <p:nvPr>
            <p:ph type="body" sz="quarter" idx="66"/>
          </p:nvPr>
        </p:nvSpPr>
        <p:spPr>
          <a:xfrm>
            <a:off x="550237" y="3686927"/>
            <a:ext cx="2284704" cy="979077"/>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100" baseline="0">
                <a:solidFill>
                  <a:schemeClr val="bg1"/>
                </a:solidFill>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25" name="Espace réservé du texte 10"/>
          <p:cNvSpPr>
            <a:spLocks noGrp="1"/>
          </p:cNvSpPr>
          <p:nvPr>
            <p:ph type="body" sz="quarter" idx="67"/>
          </p:nvPr>
        </p:nvSpPr>
        <p:spPr>
          <a:xfrm>
            <a:off x="539730" y="4980986"/>
            <a:ext cx="2284704" cy="1091661"/>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100" baseline="0">
                <a:solidFill>
                  <a:schemeClr val="bg1"/>
                </a:solidFill>
                <a:latin typeface="+mn-lt"/>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27" name="Espace réservé du texte 10"/>
          <p:cNvSpPr>
            <a:spLocks noGrp="1"/>
          </p:cNvSpPr>
          <p:nvPr>
            <p:ph type="body" sz="quarter" idx="68" hasCustomPrompt="1"/>
          </p:nvPr>
        </p:nvSpPr>
        <p:spPr>
          <a:xfrm>
            <a:off x="550237" y="1340571"/>
            <a:ext cx="2284704" cy="346798"/>
          </a:xfrm>
          <a:prstGeom prst="rect">
            <a:avLst/>
          </a:prstGeom>
        </p:spPr>
        <p:txBody>
          <a:bodyPr>
            <a:normAutofit/>
          </a:bodyPr>
          <a:lstStyle>
            <a:lvl1pPr marL="0" indent="0">
              <a:buNone/>
              <a:defRPr sz="1200" b="0" baseline="0">
                <a:solidFill>
                  <a:schemeClr val="bg1"/>
                </a:solidFill>
                <a:latin typeface="+mj-lt"/>
              </a:defRPr>
            </a:lvl1pPr>
          </a:lstStyle>
          <a:p>
            <a:pPr lvl="0"/>
            <a:r>
              <a:rPr lang="fr-FR" sz="1400"/>
              <a:t>Profil</a:t>
            </a:r>
            <a:endParaRPr lang="fr-FR"/>
          </a:p>
        </p:txBody>
      </p:sp>
      <p:sp>
        <p:nvSpPr>
          <p:cNvPr id="29" name="Rectangle 22"/>
          <p:cNvSpPr>
            <a:spLocks noChangeArrowheads="1"/>
          </p:cNvSpPr>
          <p:nvPr/>
        </p:nvSpPr>
        <p:spPr bwMode="auto">
          <a:xfrm>
            <a:off x="10246407" y="5261398"/>
            <a:ext cx="1671191" cy="988340"/>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nchor="t"/>
          <a:lstStyle/>
          <a:p>
            <a:pPr lvl="1"/>
            <a:endParaRPr lang="fr-FR" sz="1000">
              <a:ln>
                <a:solidFill>
                  <a:schemeClr val="tx2">
                    <a:alpha val="15000"/>
                  </a:schemeClr>
                </a:solidFill>
              </a:ln>
              <a:solidFill>
                <a:schemeClr val="tx1">
                  <a:lumMod val="85000"/>
                  <a:lumOff val="15000"/>
                </a:schemeClr>
              </a:solidFill>
              <a:latin typeface="+mn-lt"/>
            </a:endParaRPr>
          </a:p>
        </p:txBody>
      </p:sp>
      <p:sp>
        <p:nvSpPr>
          <p:cNvPr id="30" name="Text Box 23"/>
          <p:cNvSpPr txBox="1">
            <a:spLocks noChangeArrowheads="1"/>
          </p:cNvSpPr>
          <p:nvPr/>
        </p:nvSpPr>
        <p:spPr bwMode="auto">
          <a:xfrm>
            <a:off x="10348860" y="5121283"/>
            <a:ext cx="1013416" cy="261770"/>
          </a:xfrm>
          <a:prstGeom prst="rect">
            <a:avLst/>
          </a:prstGeom>
          <a:solidFill>
            <a:schemeClr val="bg1"/>
          </a:solidFill>
          <a:ln w="12700">
            <a:noFill/>
            <a:miter lim="800000"/>
            <a:headEnd/>
            <a:tailEnd/>
          </a:ln>
        </p:spPr>
        <p:txBody>
          <a:bodyPr anchor="ctr"/>
          <a:lstStyle/>
          <a:p>
            <a:pPr>
              <a:spcBef>
                <a:spcPts val="600"/>
              </a:spcBef>
              <a:spcAft>
                <a:spcPts val="600"/>
              </a:spcAft>
            </a:pPr>
            <a:r>
              <a:rPr lang="fr-FR" sz="1200" b="1">
                <a:solidFill>
                  <a:schemeClr val="tx1"/>
                </a:solidFill>
                <a:latin typeface="+mn-lt"/>
              </a:rPr>
              <a:t>Langues</a:t>
            </a:r>
          </a:p>
        </p:txBody>
      </p:sp>
      <p:sp>
        <p:nvSpPr>
          <p:cNvPr id="31" name="Espace réservé du texte 15"/>
          <p:cNvSpPr>
            <a:spLocks noGrp="1"/>
          </p:cNvSpPr>
          <p:nvPr>
            <p:ph type="body" sz="quarter" idx="69"/>
          </p:nvPr>
        </p:nvSpPr>
        <p:spPr>
          <a:xfrm>
            <a:off x="10363959" y="5474549"/>
            <a:ext cx="1429237" cy="686074"/>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200" b="0">
                <a:latin typeface="Arial" panose="020B0604020202020204" pitchFamily="34" charset="0"/>
                <a:cs typeface="Arial" panose="020B0604020202020204" pitchFamily="34" charset="0"/>
              </a:defRPr>
            </a:lvl1pPr>
            <a:lvl2pPr>
              <a:defRPr sz="1100"/>
            </a:lvl2pPr>
            <a:lvl3pPr>
              <a:defRPr sz="1100"/>
            </a:lvl3pPr>
            <a:lvl4pPr>
              <a:defRPr sz="1100"/>
            </a:lvl4pPr>
            <a:lvl5pPr>
              <a:defRPr sz="1100"/>
            </a:lvl5pPr>
          </a:lstStyle>
          <a:p>
            <a:pPr lvl="0"/>
            <a:r>
              <a:rPr lang="fr-FR"/>
              <a:t>Cliquez pour modifier les styles du texte du masque</a:t>
            </a:r>
          </a:p>
        </p:txBody>
      </p:sp>
      <p:sp>
        <p:nvSpPr>
          <p:cNvPr id="34" name="Espace réservé du texte 6"/>
          <p:cNvSpPr>
            <a:spLocks noGrp="1"/>
          </p:cNvSpPr>
          <p:nvPr>
            <p:ph type="body" sz="quarter" idx="72" hasCustomPrompt="1"/>
          </p:nvPr>
        </p:nvSpPr>
        <p:spPr>
          <a:xfrm>
            <a:off x="9295103" y="354234"/>
            <a:ext cx="2622495" cy="282789"/>
          </a:xfrm>
          <a:prstGeom prst="rect">
            <a:avLst/>
          </a:prstGeom>
          <a:solidFill>
            <a:schemeClr val="bg1"/>
          </a:solidFill>
        </p:spPr>
        <p:txBody>
          <a:bodyPr anchor="ctr"/>
          <a:lstStyle>
            <a:lvl1pPr marL="0" indent="0" algn="r">
              <a:buNone/>
              <a:defRPr lang="fr-FR" sz="900" kern="1200" dirty="0" smtClean="0">
                <a:solidFill>
                  <a:schemeClr val="tx1"/>
                </a:solidFill>
                <a:latin typeface="+mn-lt"/>
                <a:ea typeface="+mn-ea"/>
                <a:cs typeface="+mn-cs"/>
              </a:defRPr>
            </a:lvl1pPr>
          </a:lstStyle>
          <a:p>
            <a:pPr lvl="0"/>
            <a:r>
              <a:rPr lang="fr-FR"/>
              <a:t>Exemple de profils pressentis</a:t>
            </a:r>
          </a:p>
        </p:txBody>
      </p:sp>
      <p:sp>
        <p:nvSpPr>
          <p:cNvPr id="36" name="Espace réservé du texte 9"/>
          <p:cNvSpPr>
            <a:spLocks noGrp="1"/>
          </p:cNvSpPr>
          <p:nvPr>
            <p:ph type="body" sz="quarter" idx="82" hasCustomPrompt="1"/>
          </p:nvPr>
        </p:nvSpPr>
        <p:spPr>
          <a:xfrm>
            <a:off x="539730" y="3452911"/>
            <a:ext cx="2295211" cy="196468"/>
          </a:xfrm>
          <a:prstGeom prst="rect">
            <a:avLst/>
          </a:prstGeom>
        </p:spPr>
        <p:txBody>
          <a:bodyPr/>
          <a:lstStyle>
            <a:lvl1pPr marL="0" indent="0">
              <a:buNone/>
              <a:defRPr sz="1100">
                <a:solidFill>
                  <a:schemeClr val="bg1"/>
                </a:solidFill>
                <a:latin typeface="+mj-lt"/>
              </a:defRPr>
            </a:lvl1pPr>
          </a:lstStyle>
          <a:p>
            <a:pPr lvl="0"/>
            <a:r>
              <a:rPr lang="fr-FR"/>
              <a:t>Les expertises</a:t>
            </a:r>
          </a:p>
        </p:txBody>
      </p:sp>
      <p:sp>
        <p:nvSpPr>
          <p:cNvPr id="37" name="Espace réservé du texte 9"/>
          <p:cNvSpPr>
            <a:spLocks noGrp="1"/>
          </p:cNvSpPr>
          <p:nvPr>
            <p:ph type="body" sz="quarter" idx="83" hasCustomPrompt="1"/>
          </p:nvPr>
        </p:nvSpPr>
        <p:spPr>
          <a:xfrm>
            <a:off x="529223" y="4784518"/>
            <a:ext cx="2295211" cy="196468"/>
          </a:xfrm>
          <a:prstGeom prst="rect">
            <a:avLst/>
          </a:prstGeom>
        </p:spPr>
        <p:txBody>
          <a:bodyPr/>
          <a:lstStyle>
            <a:lvl1pPr marL="0" indent="0">
              <a:buNone/>
              <a:defRPr sz="1100">
                <a:solidFill>
                  <a:schemeClr val="bg1"/>
                </a:solidFill>
                <a:latin typeface="+mj-lt"/>
              </a:defRPr>
            </a:lvl1pPr>
          </a:lstStyle>
          <a:p>
            <a:pPr lvl="0"/>
            <a:r>
              <a:rPr lang="fr-FR"/>
              <a:t>Les certifications</a:t>
            </a:r>
          </a:p>
        </p:txBody>
      </p:sp>
      <p:sp>
        <p:nvSpPr>
          <p:cNvPr id="39" name="Espace réservé du pied de page 1">
            <a:extLst>
              <a:ext uri="{FF2B5EF4-FFF2-40B4-BE49-F238E27FC236}">
                <a16:creationId xmlns:a16="http://schemas.microsoft.com/office/drawing/2014/main" id="{CA3057A5-045C-2544-8A0D-D3BB97DE49DE}"/>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32" name="Espace réservé du texte 9"/>
          <p:cNvSpPr>
            <a:spLocks noGrp="1"/>
          </p:cNvSpPr>
          <p:nvPr>
            <p:ph type="body" sz="quarter" idx="84" hasCustomPrompt="1"/>
          </p:nvPr>
        </p:nvSpPr>
        <p:spPr>
          <a:xfrm>
            <a:off x="6276240" y="514848"/>
            <a:ext cx="1011477" cy="185221"/>
          </a:xfrm>
          <a:prstGeom prst="rect">
            <a:avLst/>
          </a:prstGeom>
          <a:gradFill flip="none" rotWithShape="1">
            <a:gsLst>
              <a:gs pos="0">
                <a:schemeClr val="bg1"/>
              </a:gs>
              <a:gs pos="58000">
                <a:schemeClr val="bg1"/>
              </a:gs>
              <a:gs pos="100000">
                <a:schemeClr val="tx2">
                  <a:lumMod val="20000"/>
                  <a:lumOff val="80000"/>
                </a:schemeClr>
              </a:gs>
            </a:gsLst>
            <a:lin ang="5400000" scaled="1"/>
            <a:tileRect/>
          </a:gradFill>
        </p:spPr>
        <p:txBody>
          <a:bodyPr lIns="0" rIns="0" numCol="1" spcCol="468000" anchor="t"/>
          <a:lstStyle>
            <a:lvl1pPr>
              <a:defRPr lang="fr-FR" sz="1200" b="1" dirty="0">
                <a:latin typeface="Arial" panose="020B0604020202020204" pitchFamily="34" charset="0"/>
                <a:cs typeface="Arial" panose="020B0604020202020204" pitchFamily="34" charset="0"/>
              </a:defRPr>
            </a:lvl1pPr>
          </a:lstStyle>
          <a:p>
            <a:pPr marR="0" lvl="0" fontAlgn="auto">
              <a:spcAft>
                <a:spcPts val="0"/>
              </a:spcAft>
              <a:buClrTx/>
              <a:buSzTx/>
              <a:buNone/>
              <a:tabLst/>
            </a:pPr>
            <a:r>
              <a:rPr lang="fr-FR"/>
              <a:t>Synthèse</a:t>
            </a:r>
          </a:p>
          <a:p>
            <a:pPr marR="0" lvl="0" fontAlgn="auto">
              <a:spcAft>
                <a:spcPts val="0"/>
              </a:spcAft>
              <a:buClrTx/>
              <a:buSzTx/>
              <a:buNone/>
              <a:tabLst/>
            </a:pPr>
            <a:endParaRPr lang="fr-FR"/>
          </a:p>
        </p:txBody>
      </p:sp>
    </p:spTree>
    <p:extLst>
      <p:ext uri="{BB962C8B-B14F-4D97-AF65-F5344CB8AC3E}">
        <p14:creationId xmlns:p14="http://schemas.microsoft.com/office/powerpoint/2010/main" val="3486459859"/>
      </p:ext>
    </p:extLst>
  </p:cSld>
  <p:clrMapOvr>
    <a:masterClrMapping/>
  </p:clrMapOvr>
  <p:hf sldNum="0" hdr="0" dt="0"/>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01- Titre, ss-titre, et contenu">
    <p:spTree>
      <p:nvGrpSpPr>
        <p:cNvPr id="1" name=""/>
        <p:cNvGrpSpPr/>
        <p:nvPr/>
      </p:nvGrpSpPr>
      <p:grpSpPr>
        <a:xfrm>
          <a:off x="0" y="0"/>
          <a:ext cx="0" cy="0"/>
          <a:chOff x="0" y="0"/>
          <a:chExt cx="0" cy="0"/>
        </a:xfrm>
      </p:grpSpPr>
      <p:sp>
        <p:nvSpPr>
          <p:cNvPr id="5" name="Espace réservé du contenu 4"/>
          <p:cNvSpPr>
            <a:spLocks noGrp="1"/>
          </p:cNvSpPr>
          <p:nvPr>
            <p:ph sz="quarter" idx="16" hasCustomPrompt="1"/>
          </p:nvPr>
        </p:nvSpPr>
        <p:spPr>
          <a:xfrm>
            <a:off x="342900" y="1518558"/>
            <a:ext cx="11428686" cy="4649789"/>
          </a:xfrm>
          <a:prstGeom prst="rect">
            <a:avLst/>
          </a:prstGeom>
        </p:spPr>
        <p:txBody>
          <a:bodyPr/>
          <a:lstStyle>
            <a:lvl1pPr marL="0" indent="0">
              <a:buNone/>
              <a:defRPr sz="1100">
                <a:latin typeface="Arial" panose="020B0604020202020204" pitchFamily="34" charset="0"/>
                <a:cs typeface="Arial" panose="020B0604020202020204" pitchFamily="34" charset="0"/>
              </a:defRPr>
            </a:lvl1pPr>
            <a:lvl2pPr marL="685800" indent="-228600">
              <a:buFont typeface="Arial" panose="020B0604020202020204" pitchFamily="34" charset="0"/>
              <a:buChar char="•"/>
              <a:defRPr sz="1100">
                <a:latin typeface="Arial" panose="020B0604020202020204" pitchFamily="34" charset="0"/>
                <a:cs typeface="Arial" panose="020B0604020202020204" pitchFamily="34" charset="0"/>
              </a:defRPr>
            </a:lvl2pPr>
            <a:lvl3pPr marL="1143000" indent="-228600">
              <a:buFont typeface="Arial" panose="020B0604020202020204" pitchFamily="34" charset="0"/>
              <a:buChar char="–"/>
              <a:defRPr sz="11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600">
                <a:latin typeface="Arial" panose="020B0604020202020204" pitchFamily="34" charset="0"/>
                <a:cs typeface="Arial" panose="020B0604020202020204" pitchFamily="34" charset="0"/>
              </a:defRPr>
            </a:lvl4pPr>
            <a:lvl5pPr marL="2057400" indent="-228600">
              <a:buFont typeface="Wingdings" panose="05000000000000000000" pitchFamily="2" charset="2"/>
              <a:buChar char="q"/>
              <a:defRPr sz="1600">
                <a:latin typeface="Arial" panose="020B0604020202020204" pitchFamily="34" charset="0"/>
                <a:cs typeface="Arial" panose="020B0604020202020204" pitchFamily="34" charset="0"/>
              </a:defRPr>
            </a:lvl5pPr>
          </a:lstStyle>
          <a:p>
            <a:pPr lvl="0"/>
            <a:r>
              <a:rPr lang="fr-FR"/>
              <a:t>Premier niveau</a:t>
            </a:r>
          </a:p>
          <a:p>
            <a:pPr lvl="1"/>
            <a:r>
              <a:rPr lang="fr-FR"/>
              <a:t>Deuxième niveau</a:t>
            </a:r>
          </a:p>
          <a:p>
            <a:pPr lvl="2"/>
            <a:r>
              <a:rPr lang="fr-FR"/>
              <a:t>Troisième niveau</a:t>
            </a:r>
          </a:p>
        </p:txBody>
      </p:sp>
      <p:sp>
        <p:nvSpPr>
          <p:cNvPr id="10"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337931" y="922713"/>
            <a:ext cx="11433654"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4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7" name="Espace réservé du texte 6">
            <a:extLst>
              <a:ext uri="{FF2B5EF4-FFF2-40B4-BE49-F238E27FC236}">
                <a16:creationId xmlns:a16="http://schemas.microsoft.com/office/drawing/2014/main" id="{D3A77A92-E553-4800-AE77-3A3A6B40817C}"/>
              </a:ext>
            </a:extLst>
          </p:cNvPr>
          <p:cNvSpPr>
            <a:spLocks noGrp="1"/>
          </p:cNvSpPr>
          <p:nvPr>
            <p:ph type="body" sz="quarter" idx="10" hasCustomPrompt="1"/>
          </p:nvPr>
        </p:nvSpPr>
        <p:spPr>
          <a:xfrm>
            <a:off x="337932" y="564022"/>
            <a:ext cx="11433654"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
        <p:nvSpPr>
          <p:cNvPr id="8" name="Espace réservé du pied de page 1">
            <a:extLst>
              <a:ext uri="{FF2B5EF4-FFF2-40B4-BE49-F238E27FC236}">
                <a16:creationId xmlns:a16="http://schemas.microsoft.com/office/drawing/2014/main" id="{0D5616C1-334D-49F8-AE31-292BDF57B69F}"/>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23985648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pic>
        <p:nvPicPr>
          <p:cNvPr id="3" name="Espace réservé pour une image  2">
            <a:extLst>
              <a:ext uri="{FF2B5EF4-FFF2-40B4-BE49-F238E27FC236}">
                <a16:creationId xmlns:a16="http://schemas.microsoft.com/office/drawing/2014/main" id="{41B964AE-9348-4C93-A580-A1EA4E07CADA}"/>
              </a:ext>
            </a:extLst>
          </p:cNvPr>
          <p:cNvPicPr>
            <a:picLocks noChangeAspect="1"/>
          </p:cNvPicPr>
          <p:nvPr userDrawn="1"/>
        </p:nvPicPr>
        <p:blipFill>
          <a:blip r:embed="rId2" cstate="email">
            <a:extLst>
              <a:ext uri="{28A0092B-C50C-407E-A947-70E740481C1C}">
                <a14:useLocalDpi xmlns:a14="http://schemas.microsoft.com/office/drawing/2010/main"/>
              </a:ext>
            </a:extLst>
          </a:blip>
          <a:srcRect l="36" r="36"/>
          <a:stretch>
            <a:fillRect/>
          </a:stretch>
        </p:blipFill>
        <p:spPr>
          <a:xfrm>
            <a:off x="-9525" y="-1"/>
            <a:ext cx="12201525" cy="6887699"/>
          </a:xfrm>
          <a:prstGeom prst="rect">
            <a:avLst/>
          </a:prstGeom>
        </p:spPr>
      </p:pic>
      <p:sp>
        <p:nvSpPr>
          <p:cNvPr id="4" name="Rectangle 3">
            <a:extLst>
              <a:ext uri="{FF2B5EF4-FFF2-40B4-BE49-F238E27FC236}">
                <a16:creationId xmlns:a16="http://schemas.microsoft.com/office/drawing/2014/main" id="{3C4BB71B-6240-48EC-95BB-0CCD53BF3752}"/>
              </a:ext>
            </a:extLst>
          </p:cNvPr>
          <p:cNvSpPr/>
          <p:nvPr userDrawn="1"/>
        </p:nvSpPr>
        <p:spPr>
          <a:xfrm>
            <a:off x="213270" y="179462"/>
            <a:ext cx="11771627" cy="648897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texte 11">
            <a:extLst>
              <a:ext uri="{FF2B5EF4-FFF2-40B4-BE49-F238E27FC236}">
                <a16:creationId xmlns:a16="http://schemas.microsoft.com/office/drawing/2014/main" id="{E5B015BD-2FF7-4C52-AEBE-EB6F8313A952}"/>
              </a:ext>
            </a:extLst>
          </p:cNvPr>
          <p:cNvSpPr>
            <a:spLocks noGrp="1"/>
          </p:cNvSpPr>
          <p:nvPr>
            <p:ph type="body" sz="quarter" idx="11" hasCustomPrompt="1"/>
          </p:nvPr>
        </p:nvSpPr>
        <p:spPr>
          <a:xfrm>
            <a:off x="213270" y="2830512"/>
            <a:ext cx="11771627" cy="1196975"/>
          </a:xfrm>
          <a:prstGeom prst="rect">
            <a:avLst/>
          </a:prstGeom>
        </p:spPr>
        <p:txBody>
          <a:bodyPr anchor="ctr"/>
          <a:lstStyle>
            <a:lvl1pPr marL="0" indent="0" algn="ctr">
              <a:buNone/>
              <a:defRPr sz="7200" b="1" cap="none" spc="-150" baseline="0">
                <a:ln w="1905">
                  <a:solidFill>
                    <a:schemeClr val="tx1">
                      <a:alpha val="32000"/>
                    </a:schemeClr>
                  </a:solidFill>
                  <a:prstDash val="solid"/>
                </a:ln>
                <a:solidFill>
                  <a:srgbClr val="FFFFFF"/>
                </a:solidFill>
                <a:effectLst/>
                <a:latin typeface="+mj-lt"/>
              </a:defRPr>
            </a:lvl1pPr>
          </a:lstStyle>
          <a:p>
            <a:pPr lvl="0"/>
            <a:r>
              <a:rPr lang="fr-FR"/>
              <a:t>TITRE PRESENTATION</a:t>
            </a:r>
          </a:p>
        </p:txBody>
      </p:sp>
      <p:sp>
        <p:nvSpPr>
          <p:cNvPr id="6" name="Espace réservé du texte 9">
            <a:extLst>
              <a:ext uri="{FF2B5EF4-FFF2-40B4-BE49-F238E27FC236}">
                <a16:creationId xmlns:a16="http://schemas.microsoft.com/office/drawing/2014/main" id="{7365066B-9C34-412B-A374-A695E7C262E1}"/>
              </a:ext>
            </a:extLst>
          </p:cNvPr>
          <p:cNvSpPr>
            <a:spLocks noGrp="1"/>
          </p:cNvSpPr>
          <p:nvPr>
            <p:ph type="body" sz="quarter" idx="10" hasCustomPrompt="1"/>
          </p:nvPr>
        </p:nvSpPr>
        <p:spPr>
          <a:xfrm>
            <a:off x="1876756" y="3081337"/>
            <a:ext cx="8506883" cy="939800"/>
          </a:xfrm>
          <a:prstGeom prst="rect">
            <a:avLst/>
          </a:prstGeom>
        </p:spPr>
        <p:txBody>
          <a:bodyPr anchor="ctr"/>
          <a:lstStyle>
            <a:lvl1pPr marL="0" indent="0" algn="ctr">
              <a:buNone/>
              <a:defRPr sz="5400" b="1" spc="-150" baseline="0">
                <a:solidFill>
                  <a:schemeClr val="tx1"/>
                </a:solidFill>
                <a:latin typeface="+mj-lt"/>
              </a:defRPr>
            </a:lvl1pPr>
          </a:lstStyle>
          <a:p>
            <a:pPr lvl="0"/>
            <a:r>
              <a:rPr lang="fr-FR"/>
              <a:t>TITRE PRESENTATION</a:t>
            </a:r>
          </a:p>
        </p:txBody>
      </p:sp>
      <p:pic>
        <p:nvPicPr>
          <p:cNvPr id="7" name="Image 6">
            <a:extLst>
              <a:ext uri="{FF2B5EF4-FFF2-40B4-BE49-F238E27FC236}">
                <a16:creationId xmlns:a16="http://schemas.microsoft.com/office/drawing/2014/main" id="{BE4F1354-E5E1-4377-B2E2-1139781A892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309643" y="5919594"/>
            <a:ext cx="1565026" cy="758943"/>
          </a:xfrm>
          <a:prstGeom prst="rect">
            <a:avLst/>
          </a:prstGeom>
        </p:spPr>
      </p:pic>
    </p:spTree>
    <p:extLst>
      <p:ext uri="{BB962C8B-B14F-4D97-AF65-F5344CB8AC3E}">
        <p14:creationId xmlns:p14="http://schemas.microsoft.com/office/powerpoint/2010/main" val="35091278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0_HOME P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0073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02- Titre, ss-titre, sans contenu">
    <p:spTree>
      <p:nvGrpSpPr>
        <p:cNvPr id="1" name=""/>
        <p:cNvGrpSpPr/>
        <p:nvPr/>
      </p:nvGrpSpPr>
      <p:grpSpPr>
        <a:xfrm>
          <a:off x="0" y="0"/>
          <a:ext cx="0" cy="0"/>
          <a:chOff x="0" y="0"/>
          <a:chExt cx="0" cy="0"/>
        </a:xfrm>
      </p:grpSpPr>
      <p:sp>
        <p:nvSpPr>
          <p:cNvPr id="6" name="Espace réservé du pied de page 1">
            <a:extLst>
              <a:ext uri="{FF2B5EF4-FFF2-40B4-BE49-F238E27FC236}">
                <a16:creationId xmlns:a16="http://schemas.microsoft.com/office/drawing/2014/main" id="{6FC99BD5-6DA7-A047-B06E-9C4793317FE1}"/>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9" name="Espace réservé du texte 4">
            <a:extLst>
              <a:ext uri="{FF2B5EF4-FFF2-40B4-BE49-F238E27FC236}">
                <a16:creationId xmlns:a16="http://schemas.microsoft.com/office/drawing/2014/main" id="{F023E6D2-3D22-9B48-8C21-FB41C7354235}"/>
              </a:ext>
            </a:extLst>
          </p:cNvPr>
          <p:cNvSpPr>
            <a:spLocks noGrp="1"/>
          </p:cNvSpPr>
          <p:nvPr>
            <p:ph type="body" sz="quarter" idx="35" hasCustomPrompt="1"/>
          </p:nvPr>
        </p:nvSpPr>
        <p:spPr>
          <a:xfrm>
            <a:off x="337931" y="922713"/>
            <a:ext cx="11433654"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4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1" name="Espace réservé du texte 6">
            <a:extLst>
              <a:ext uri="{FF2B5EF4-FFF2-40B4-BE49-F238E27FC236}">
                <a16:creationId xmlns:a16="http://schemas.microsoft.com/office/drawing/2014/main" id="{F3B92F5A-69A7-1745-A726-2A3838084F5D}"/>
              </a:ext>
            </a:extLst>
          </p:cNvPr>
          <p:cNvSpPr>
            <a:spLocks noGrp="1"/>
          </p:cNvSpPr>
          <p:nvPr>
            <p:ph type="body" sz="quarter" idx="10" hasCustomPrompt="1"/>
          </p:nvPr>
        </p:nvSpPr>
        <p:spPr>
          <a:xfrm>
            <a:off x="337933" y="564022"/>
            <a:ext cx="11433652"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35005256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03- Titre et contenu">
    <p:spTree>
      <p:nvGrpSpPr>
        <p:cNvPr id="1" name=""/>
        <p:cNvGrpSpPr/>
        <p:nvPr/>
      </p:nvGrpSpPr>
      <p:grpSpPr>
        <a:xfrm>
          <a:off x="0" y="0"/>
          <a:ext cx="0" cy="0"/>
          <a:chOff x="0" y="0"/>
          <a:chExt cx="0" cy="0"/>
        </a:xfrm>
      </p:grpSpPr>
      <p:sp>
        <p:nvSpPr>
          <p:cNvPr id="14" name="Espace réservé du contenu 4">
            <a:extLst>
              <a:ext uri="{FF2B5EF4-FFF2-40B4-BE49-F238E27FC236}">
                <a16:creationId xmlns:a16="http://schemas.microsoft.com/office/drawing/2014/main" id="{A7C77CF3-659B-45A2-B05C-892056073484}"/>
              </a:ext>
            </a:extLst>
          </p:cNvPr>
          <p:cNvSpPr>
            <a:spLocks noGrp="1"/>
          </p:cNvSpPr>
          <p:nvPr>
            <p:ph sz="quarter" idx="16" hasCustomPrompt="1"/>
          </p:nvPr>
        </p:nvSpPr>
        <p:spPr>
          <a:xfrm>
            <a:off x="342900" y="1435713"/>
            <a:ext cx="11428686" cy="4649505"/>
          </a:xfrm>
          <a:prstGeom prst="rect">
            <a:avLst/>
          </a:prstGeom>
        </p:spPr>
        <p:txBody>
          <a:bodyPr/>
          <a:lstStyle>
            <a:lvl1pPr marL="0" indent="0">
              <a:buNone/>
              <a:defRPr sz="1100">
                <a:latin typeface="Arial" panose="020B0604020202020204" pitchFamily="34" charset="0"/>
                <a:cs typeface="Arial" panose="020B0604020202020204" pitchFamily="34" charset="0"/>
              </a:defRPr>
            </a:lvl1pPr>
            <a:lvl2pPr marL="685800" indent="-228600">
              <a:buFont typeface="Arial" panose="020B0604020202020204" pitchFamily="34" charset="0"/>
              <a:buChar char="•"/>
              <a:defRPr sz="1100">
                <a:latin typeface="Arial" panose="020B0604020202020204" pitchFamily="34" charset="0"/>
                <a:cs typeface="Arial" panose="020B0604020202020204" pitchFamily="34" charset="0"/>
              </a:defRPr>
            </a:lvl2pPr>
            <a:lvl3pPr marL="1143000" indent="-228600">
              <a:buFont typeface="Arial" panose="020B0604020202020204" pitchFamily="34" charset="0"/>
              <a:buChar char="–"/>
              <a:defRPr sz="11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400">
                <a:latin typeface="Arial" panose="020B0604020202020204" pitchFamily="34" charset="0"/>
                <a:cs typeface="Arial" panose="020B0604020202020204" pitchFamily="34" charset="0"/>
              </a:defRPr>
            </a:lvl4pPr>
            <a:lvl5pPr marL="2057400" indent="-228600">
              <a:buFont typeface="Wingdings" panose="05000000000000000000" pitchFamily="2" charset="2"/>
              <a:buChar char="q"/>
              <a:defRPr sz="1400">
                <a:latin typeface="Arial" panose="020B0604020202020204" pitchFamily="34" charset="0"/>
                <a:cs typeface="Arial" panose="020B0604020202020204" pitchFamily="34" charset="0"/>
              </a:defRPr>
            </a:lvl5pPr>
          </a:lstStyle>
          <a:p>
            <a:pPr lvl="0"/>
            <a:r>
              <a:rPr lang="fr-FR"/>
              <a:t>Premier niveau</a:t>
            </a:r>
          </a:p>
          <a:p>
            <a:pPr lvl="1"/>
            <a:r>
              <a:rPr lang="fr-FR"/>
              <a:t>Deuxième niveau</a:t>
            </a:r>
          </a:p>
          <a:p>
            <a:pPr lvl="2"/>
            <a:r>
              <a:rPr lang="fr-FR"/>
              <a:t>Troisième niveau</a:t>
            </a:r>
          </a:p>
        </p:txBody>
      </p:sp>
      <p:sp>
        <p:nvSpPr>
          <p:cNvPr id="5" name="Espace réservé du pied de page 1">
            <a:extLst>
              <a:ext uri="{FF2B5EF4-FFF2-40B4-BE49-F238E27FC236}">
                <a16:creationId xmlns:a16="http://schemas.microsoft.com/office/drawing/2014/main" id="{EC5ECFF2-9AE6-9545-A3E0-941A7A5ADCCD}"/>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0" name="Espace réservé du texte 6">
            <a:extLst>
              <a:ext uri="{FF2B5EF4-FFF2-40B4-BE49-F238E27FC236}">
                <a16:creationId xmlns:a16="http://schemas.microsoft.com/office/drawing/2014/main" id="{11FA3CD6-E3F0-CF4B-A6FA-8168C505BBAF}"/>
              </a:ext>
            </a:extLst>
          </p:cNvPr>
          <p:cNvSpPr>
            <a:spLocks noGrp="1"/>
          </p:cNvSpPr>
          <p:nvPr>
            <p:ph type="body" sz="quarter" idx="10" hasCustomPrompt="1"/>
          </p:nvPr>
        </p:nvSpPr>
        <p:spPr>
          <a:xfrm>
            <a:off x="337932" y="564022"/>
            <a:ext cx="11414125"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11626493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04- Titre sans contenu">
    <p:spTree>
      <p:nvGrpSpPr>
        <p:cNvPr id="1" name=""/>
        <p:cNvGrpSpPr/>
        <p:nvPr/>
      </p:nvGrpSpPr>
      <p:grpSpPr>
        <a:xfrm>
          <a:off x="0" y="0"/>
          <a:ext cx="0" cy="0"/>
          <a:chOff x="0" y="0"/>
          <a:chExt cx="0" cy="0"/>
        </a:xfrm>
      </p:grpSpPr>
      <p:sp>
        <p:nvSpPr>
          <p:cNvPr id="8" name="Espace réservé du texte 6">
            <a:extLst>
              <a:ext uri="{FF2B5EF4-FFF2-40B4-BE49-F238E27FC236}">
                <a16:creationId xmlns:a16="http://schemas.microsoft.com/office/drawing/2014/main" id="{9D3FA305-28FB-2044-A036-CD928E823341}"/>
              </a:ext>
            </a:extLst>
          </p:cNvPr>
          <p:cNvSpPr>
            <a:spLocks noGrp="1"/>
          </p:cNvSpPr>
          <p:nvPr>
            <p:ph type="body" sz="quarter" idx="10" hasCustomPrompt="1"/>
          </p:nvPr>
        </p:nvSpPr>
        <p:spPr>
          <a:xfrm>
            <a:off x="337932" y="564022"/>
            <a:ext cx="11414125"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35960301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05- Titre, deux ss-titre, et contenu">
    <p:spTree>
      <p:nvGrpSpPr>
        <p:cNvPr id="1" name=""/>
        <p:cNvGrpSpPr/>
        <p:nvPr/>
      </p:nvGrpSpPr>
      <p:grpSpPr>
        <a:xfrm>
          <a:off x="0" y="0"/>
          <a:ext cx="0" cy="0"/>
          <a:chOff x="0" y="0"/>
          <a:chExt cx="0" cy="0"/>
        </a:xfrm>
      </p:grpSpPr>
      <p:sp>
        <p:nvSpPr>
          <p:cNvPr id="5" name="Espace réservé du contenu 4"/>
          <p:cNvSpPr>
            <a:spLocks noGrp="1"/>
          </p:cNvSpPr>
          <p:nvPr>
            <p:ph sz="quarter" idx="16"/>
          </p:nvPr>
        </p:nvSpPr>
        <p:spPr>
          <a:xfrm>
            <a:off x="342900" y="2371725"/>
            <a:ext cx="11408951" cy="3497263"/>
          </a:xfrm>
          <a:prstGeom prst="rect">
            <a:avLst/>
          </a:prstGeom>
        </p:spPr>
        <p:txBody>
          <a:bodyPr/>
          <a:lstStyle>
            <a:lvl1pPr marL="0" indent="0">
              <a:buNone/>
              <a:defRPr sz="1100"/>
            </a:lvl1pPr>
            <a:lvl2pPr marL="685800" indent="-228600">
              <a:buFont typeface="Arial" panose="020B0604020202020204" pitchFamily="34" charset="0"/>
              <a:buChar char="−"/>
              <a:defRPr sz="1100"/>
            </a:lvl2pPr>
            <a:lvl3pPr marL="1143000" indent="-228600">
              <a:buFont typeface="Wingdings" panose="05000000000000000000" pitchFamily="2" charset="2"/>
              <a:buChar char="§"/>
              <a:defRPr sz="1100"/>
            </a:lvl3pPr>
            <a:lvl4pPr marL="1600200" indent="-228600">
              <a:buFont typeface="Courier New" panose="02070309020205020404" pitchFamily="49" charset="0"/>
              <a:buChar char="o"/>
              <a:defRPr sz="1100"/>
            </a:lvl4pPr>
            <a:lvl5pPr marL="2057400" indent="-228600">
              <a:buFont typeface="Wingdings" panose="05000000000000000000" pitchFamily="2" charset="2"/>
              <a:buChar char="q"/>
              <a:defRPr sz="1100"/>
            </a:lvl5pPr>
          </a:lstStyle>
          <a:p>
            <a:pPr lvl="0"/>
            <a:r>
              <a:rPr lang="fr-FR"/>
              <a:t>Modifier les styles du texte du masque</a:t>
            </a:r>
          </a:p>
        </p:txBody>
      </p:sp>
      <p:sp>
        <p:nvSpPr>
          <p:cNvPr id="3" name="Espace réservé du texte 2"/>
          <p:cNvSpPr>
            <a:spLocks noGrp="1"/>
          </p:cNvSpPr>
          <p:nvPr>
            <p:ph type="body" sz="quarter" idx="31"/>
          </p:nvPr>
        </p:nvSpPr>
        <p:spPr>
          <a:xfrm>
            <a:off x="338138" y="1392732"/>
            <a:ext cx="11413919" cy="46672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1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Modifier les styles du texte du masque</a:t>
            </a:r>
          </a:p>
        </p:txBody>
      </p:sp>
      <p:sp>
        <p:nvSpPr>
          <p:cNvPr id="8" name="Espace réservé du pied de page 1">
            <a:extLst>
              <a:ext uri="{FF2B5EF4-FFF2-40B4-BE49-F238E27FC236}">
                <a16:creationId xmlns:a16="http://schemas.microsoft.com/office/drawing/2014/main" id="{4C464621-0F8E-AA4B-B305-0B0912ACD203}"/>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5" name="Espace réservé du texte 4">
            <a:extLst>
              <a:ext uri="{FF2B5EF4-FFF2-40B4-BE49-F238E27FC236}">
                <a16:creationId xmlns:a16="http://schemas.microsoft.com/office/drawing/2014/main" id="{5EC23F5B-360B-0445-8FD1-24409BDEEBF4}"/>
              </a:ext>
            </a:extLst>
          </p:cNvPr>
          <p:cNvSpPr>
            <a:spLocks noGrp="1"/>
          </p:cNvSpPr>
          <p:nvPr>
            <p:ph type="body" sz="quarter" idx="35" hasCustomPrompt="1"/>
          </p:nvPr>
        </p:nvSpPr>
        <p:spPr>
          <a:xfrm>
            <a:off x="337931" y="922713"/>
            <a:ext cx="11433654"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4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6" name="Espace réservé du texte 6">
            <a:extLst>
              <a:ext uri="{FF2B5EF4-FFF2-40B4-BE49-F238E27FC236}">
                <a16:creationId xmlns:a16="http://schemas.microsoft.com/office/drawing/2014/main" id="{37CA94CC-E063-FD4B-9E73-7ADA95F5A08D}"/>
              </a:ext>
            </a:extLst>
          </p:cNvPr>
          <p:cNvSpPr>
            <a:spLocks noGrp="1"/>
          </p:cNvSpPr>
          <p:nvPr>
            <p:ph type="body" sz="quarter" idx="10" hasCustomPrompt="1"/>
          </p:nvPr>
        </p:nvSpPr>
        <p:spPr>
          <a:xfrm>
            <a:off x="337932" y="564022"/>
            <a:ext cx="11414125"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568294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ASIC_Texte à doite image à gauche">
    <p:spTree>
      <p:nvGrpSpPr>
        <p:cNvPr id="1" name=""/>
        <p:cNvGrpSpPr/>
        <p:nvPr/>
      </p:nvGrpSpPr>
      <p:grpSpPr>
        <a:xfrm>
          <a:off x="0" y="0"/>
          <a:ext cx="0" cy="0"/>
          <a:chOff x="0" y="0"/>
          <a:chExt cx="0" cy="0"/>
        </a:xfrm>
      </p:grpSpPr>
      <p:sp>
        <p:nvSpPr>
          <p:cNvPr id="8" name="Espace réservé pour une image  9"/>
          <p:cNvSpPr>
            <a:spLocks noGrp="1"/>
          </p:cNvSpPr>
          <p:nvPr>
            <p:ph type="pic" sz="quarter" idx="14"/>
          </p:nvPr>
        </p:nvSpPr>
        <p:spPr>
          <a:xfrm>
            <a:off x="0" y="1"/>
            <a:ext cx="4254500" cy="6857999"/>
          </a:xfrm>
          <a:prstGeom prst="rect">
            <a:avLst/>
          </a:prstGeom>
        </p:spPr>
        <p:txBody>
          <a:bodyPr>
            <a:normAutofit/>
          </a:bodyPr>
          <a:lstStyle>
            <a:lvl1pPr marL="0" indent="0">
              <a:buNone/>
              <a:defRPr sz="1200" baseline="0"/>
            </a:lvl1pPr>
          </a:lstStyle>
          <a:p>
            <a:r>
              <a:rPr lang="fr-FR"/>
              <a:t>Cliquez sur l'icône pour ajouter une image</a:t>
            </a:r>
          </a:p>
        </p:txBody>
      </p:sp>
      <p:sp>
        <p:nvSpPr>
          <p:cNvPr id="11" name="Espace réservé du contenu 4"/>
          <p:cNvSpPr>
            <a:spLocks noGrp="1"/>
          </p:cNvSpPr>
          <p:nvPr>
            <p:ph sz="quarter" idx="16"/>
          </p:nvPr>
        </p:nvSpPr>
        <p:spPr>
          <a:xfrm>
            <a:off x="4669124" y="1600201"/>
            <a:ext cx="7095064" cy="4249738"/>
          </a:xfrm>
          <a:prstGeom prst="rect">
            <a:avLst/>
          </a:prstGeom>
        </p:spPr>
        <p:txBody>
          <a:bodyPr/>
          <a:lstStyle>
            <a:lvl1pPr>
              <a:defRPr sz="1100"/>
            </a:lvl1pPr>
            <a:lvl2pPr marL="685800" indent="-228600">
              <a:buFont typeface="Arial" panose="020B0604020202020204" pitchFamily="34" charset="0"/>
              <a:buChar char="−"/>
              <a:defRPr sz="1100"/>
            </a:lvl2pPr>
            <a:lvl3pPr marL="1143000" indent="-228600">
              <a:buFont typeface="Wingdings" panose="05000000000000000000" pitchFamily="2" charset="2"/>
              <a:buChar char="§"/>
              <a:defRPr sz="1100"/>
            </a:lvl3pPr>
            <a:lvl4pPr marL="1600200" indent="-228600">
              <a:buFont typeface="Courier New" panose="02070309020205020404" pitchFamily="49" charset="0"/>
              <a:buChar char="o"/>
              <a:defRPr sz="1100"/>
            </a:lvl4pPr>
            <a:lvl5pPr marL="2057400" indent="-228600">
              <a:buFont typeface="Wingdings" panose="05000000000000000000" pitchFamily="2" charset="2"/>
              <a:buChar char="q"/>
              <a:defRPr sz="1100"/>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6" name="Espace réservé du texte 6"/>
          <p:cNvSpPr>
            <a:spLocks noGrp="1"/>
          </p:cNvSpPr>
          <p:nvPr>
            <p:ph type="body" sz="quarter" idx="10" hasCustomPrompt="1"/>
          </p:nvPr>
        </p:nvSpPr>
        <p:spPr>
          <a:xfrm>
            <a:off x="4661726" y="590550"/>
            <a:ext cx="7109860" cy="645000"/>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cap="all" spc="-150" baseline="0">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a:t>
            </a:r>
          </a:p>
        </p:txBody>
      </p:sp>
    </p:spTree>
    <p:extLst>
      <p:ext uri="{BB962C8B-B14F-4D97-AF65-F5344CB8AC3E}">
        <p14:creationId xmlns:p14="http://schemas.microsoft.com/office/powerpoint/2010/main" val="10259513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ASIC_Texte à gauche image à droite">
    <p:spTree>
      <p:nvGrpSpPr>
        <p:cNvPr id="1" name=""/>
        <p:cNvGrpSpPr/>
        <p:nvPr/>
      </p:nvGrpSpPr>
      <p:grpSpPr>
        <a:xfrm>
          <a:off x="0" y="0"/>
          <a:ext cx="0" cy="0"/>
          <a:chOff x="0" y="0"/>
          <a:chExt cx="0" cy="0"/>
        </a:xfrm>
      </p:grpSpPr>
      <p:sp>
        <p:nvSpPr>
          <p:cNvPr id="8" name="Espace réservé pour une image  9"/>
          <p:cNvSpPr>
            <a:spLocks noGrp="1"/>
          </p:cNvSpPr>
          <p:nvPr>
            <p:ph type="pic" sz="quarter" idx="14"/>
          </p:nvPr>
        </p:nvSpPr>
        <p:spPr>
          <a:xfrm>
            <a:off x="7937500" y="0"/>
            <a:ext cx="4254500" cy="6857999"/>
          </a:xfrm>
          <a:prstGeom prst="rect">
            <a:avLst/>
          </a:prstGeom>
        </p:spPr>
        <p:txBody>
          <a:bodyPr>
            <a:normAutofit/>
          </a:bodyPr>
          <a:lstStyle>
            <a:lvl1pPr marL="0" indent="0">
              <a:buNone/>
              <a:defRPr sz="1200" baseline="0"/>
            </a:lvl1pPr>
          </a:lstStyle>
          <a:p>
            <a:r>
              <a:rPr lang="fr-FR"/>
              <a:t>Cliquez sur l'icône pour ajouter une image</a:t>
            </a:r>
          </a:p>
        </p:txBody>
      </p:sp>
      <p:sp>
        <p:nvSpPr>
          <p:cNvPr id="13" name="Espace réservé du contenu 4">
            <a:extLst>
              <a:ext uri="{FF2B5EF4-FFF2-40B4-BE49-F238E27FC236}">
                <a16:creationId xmlns:a16="http://schemas.microsoft.com/office/drawing/2014/main" id="{DC07E09A-0AF2-44A0-9642-C5355482FB30}"/>
              </a:ext>
            </a:extLst>
          </p:cNvPr>
          <p:cNvSpPr>
            <a:spLocks noGrp="1"/>
          </p:cNvSpPr>
          <p:nvPr>
            <p:ph sz="quarter" idx="30"/>
          </p:nvPr>
        </p:nvSpPr>
        <p:spPr>
          <a:xfrm>
            <a:off x="356426" y="2027301"/>
            <a:ext cx="7102462" cy="3822637"/>
          </a:xfrm>
          <a:prstGeom prst="rect">
            <a:avLst/>
          </a:prstGeom>
        </p:spPr>
        <p:txBody>
          <a:bodyPr/>
          <a:lstStyle>
            <a:lvl1pPr>
              <a:defRPr sz="1100"/>
            </a:lvl1pPr>
            <a:lvl2pPr marL="685800" indent="-228600">
              <a:buFont typeface="Arial" panose="020B0604020202020204" pitchFamily="34" charset="0"/>
              <a:buChar char="−"/>
              <a:defRPr sz="1100"/>
            </a:lvl2pPr>
            <a:lvl3pPr marL="1143000" indent="-228600">
              <a:buFont typeface="Wingdings" panose="05000000000000000000" pitchFamily="2" charset="2"/>
              <a:buChar char="§"/>
              <a:defRPr sz="1100"/>
            </a:lvl3pPr>
            <a:lvl4pPr marL="1600200" indent="-228600">
              <a:buFont typeface="Courier New" panose="02070309020205020404" pitchFamily="49" charset="0"/>
              <a:buChar char="o"/>
              <a:defRPr sz="1100"/>
            </a:lvl4pPr>
            <a:lvl5pPr marL="2057400" indent="-228600">
              <a:buFont typeface="Wingdings" panose="05000000000000000000" pitchFamily="2" charset="2"/>
              <a:buChar char="q"/>
              <a:defRPr sz="1100"/>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9" name="Espace réservé du pied de page 1">
            <a:extLst>
              <a:ext uri="{FF2B5EF4-FFF2-40B4-BE49-F238E27FC236}">
                <a16:creationId xmlns:a16="http://schemas.microsoft.com/office/drawing/2014/main" id="{2759849E-2A68-4344-9624-DE1E0F595EB1}"/>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5" name="Espace réservé du texte 4">
            <a:extLst>
              <a:ext uri="{FF2B5EF4-FFF2-40B4-BE49-F238E27FC236}">
                <a16:creationId xmlns:a16="http://schemas.microsoft.com/office/drawing/2014/main" id="{075BC0B9-4FA8-FB44-B8BC-A09342AA6161}"/>
              </a:ext>
            </a:extLst>
          </p:cNvPr>
          <p:cNvSpPr>
            <a:spLocks noGrp="1"/>
          </p:cNvSpPr>
          <p:nvPr>
            <p:ph type="body" sz="quarter" idx="35" hasCustomPrompt="1"/>
          </p:nvPr>
        </p:nvSpPr>
        <p:spPr>
          <a:xfrm>
            <a:off x="337931" y="922713"/>
            <a:ext cx="7133140"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4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6" name="Espace réservé du texte 6">
            <a:extLst>
              <a:ext uri="{FF2B5EF4-FFF2-40B4-BE49-F238E27FC236}">
                <a16:creationId xmlns:a16="http://schemas.microsoft.com/office/drawing/2014/main" id="{8CCB9942-0E9E-4244-B66E-EDAFF6665972}"/>
              </a:ext>
            </a:extLst>
          </p:cNvPr>
          <p:cNvSpPr>
            <a:spLocks noGrp="1"/>
          </p:cNvSpPr>
          <p:nvPr>
            <p:ph type="body" sz="quarter" idx="10" hasCustomPrompt="1"/>
          </p:nvPr>
        </p:nvSpPr>
        <p:spPr>
          <a:xfrm>
            <a:off x="337933" y="564022"/>
            <a:ext cx="7133138"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37553665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ASIC_Deux contenus">
    <p:spTree>
      <p:nvGrpSpPr>
        <p:cNvPr id="1" name=""/>
        <p:cNvGrpSpPr/>
        <p:nvPr/>
      </p:nvGrpSpPr>
      <p:grpSpPr>
        <a:xfrm>
          <a:off x="0" y="0"/>
          <a:ext cx="0" cy="0"/>
          <a:chOff x="0" y="0"/>
          <a:chExt cx="0" cy="0"/>
        </a:xfrm>
      </p:grpSpPr>
      <p:sp>
        <p:nvSpPr>
          <p:cNvPr id="5" name="Espace réservé du contenu 4"/>
          <p:cNvSpPr>
            <a:spLocks noGrp="1"/>
          </p:cNvSpPr>
          <p:nvPr>
            <p:ph sz="quarter" idx="16"/>
          </p:nvPr>
        </p:nvSpPr>
        <p:spPr>
          <a:xfrm>
            <a:off x="337931" y="2082546"/>
            <a:ext cx="5397851" cy="3743666"/>
          </a:xfrm>
          <a:prstGeom prst="rect">
            <a:avLst/>
          </a:prstGeom>
        </p:spPr>
        <p:txBody>
          <a:bodyPr/>
          <a:lstStyle>
            <a:lvl1pPr>
              <a:defRPr sz="1100"/>
            </a:lvl1pPr>
            <a:lvl2pPr marL="685800" indent="-228600">
              <a:buFont typeface="Arial" panose="020B0604020202020204" pitchFamily="34" charset="0"/>
              <a:buChar char="−"/>
              <a:defRPr sz="1100"/>
            </a:lvl2pPr>
            <a:lvl3pPr marL="1143000" indent="-228600">
              <a:buFont typeface="Wingdings" panose="05000000000000000000" pitchFamily="2" charset="2"/>
              <a:buChar char="§"/>
              <a:defRPr sz="1100"/>
            </a:lvl3pPr>
            <a:lvl4pPr marL="1600200" indent="-228600">
              <a:buFont typeface="Courier New" panose="02070309020205020404" pitchFamily="49" charset="0"/>
              <a:buChar char="o"/>
              <a:defRPr sz="1100"/>
            </a:lvl4pPr>
            <a:lvl5pPr marL="2057400" indent="-228600">
              <a:buFont typeface="Wingdings" panose="05000000000000000000" pitchFamily="2" charset="2"/>
              <a:buChar char="q"/>
              <a:defRPr sz="1100"/>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contenu 4"/>
          <p:cNvSpPr>
            <a:spLocks noGrp="1"/>
          </p:cNvSpPr>
          <p:nvPr>
            <p:ph sz="quarter" idx="32"/>
          </p:nvPr>
        </p:nvSpPr>
        <p:spPr>
          <a:xfrm>
            <a:off x="6450676" y="2073021"/>
            <a:ext cx="5301176" cy="3743666"/>
          </a:xfrm>
          <a:prstGeom prst="rect">
            <a:avLst/>
          </a:prstGeom>
        </p:spPr>
        <p:txBody>
          <a:bodyPr/>
          <a:lstStyle>
            <a:lvl1pPr>
              <a:defRPr sz="1100"/>
            </a:lvl1pPr>
            <a:lvl2pPr marL="685800" indent="-228600">
              <a:buFont typeface="Arial" panose="020B0604020202020204" pitchFamily="34" charset="0"/>
              <a:buChar char="−"/>
              <a:defRPr sz="1100"/>
            </a:lvl2pPr>
            <a:lvl3pPr marL="1143000" indent="-228600">
              <a:buFont typeface="Wingdings" panose="05000000000000000000" pitchFamily="2" charset="2"/>
              <a:buChar char="§"/>
              <a:defRPr sz="1100"/>
            </a:lvl3pPr>
            <a:lvl4pPr marL="1600200" indent="-228600">
              <a:buFont typeface="Courier New" panose="02070309020205020404" pitchFamily="49" charset="0"/>
              <a:buChar char="o"/>
              <a:defRPr sz="1100"/>
            </a:lvl4pPr>
            <a:lvl5pPr marL="2057400" indent="-228600">
              <a:buFont typeface="Wingdings" panose="05000000000000000000" pitchFamily="2" charset="2"/>
              <a:buChar char="q"/>
              <a:defRPr sz="1100"/>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pied de page 1">
            <a:extLst>
              <a:ext uri="{FF2B5EF4-FFF2-40B4-BE49-F238E27FC236}">
                <a16:creationId xmlns:a16="http://schemas.microsoft.com/office/drawing/2014/main" id="{B44B20E5-2211-1848-8A7E-24B47BDD2751}"/>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4" name="Espace réservé du texte 4">
            <a:extLst>
              <a:ext uri="{FF2B5EF4-FFF2-40B4-BE49-F238E27FC236}">
                <a16:creationId xmlns:a16="http://schemas.microsoft.com/office/drawing/2014/main" id="{8EE73BBD-C21A-6042-B3F6-F5C3CF7A471F}"/>
              </a:ext>
            </a:extLst>
          </p:cNvPr>
          <p:cNvSpPr>
            <a:spLocks noGrp="1"/>
          </p:cNvSpPr>
          <p:nvPr>
            <p:ph type="body" sz="quarter" idx="35" hasCustomPrompt="1"/>
          </p:nvPr>
        </p:nvSpPr>
        <p:spPr>
          <a:xfrm>
            <a:off x="337930" y="922713"/>
            <a:ext cx="11433450"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4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5" name="Espace réservé du texte 6">
            <a:extLst>
              <a:ext uri="{FF2B5EF4-FFF2-40B4-BE49-F238E27FC236}">
                <a16:creationId xmlns:a16="http://schemas.microsoft.com/office/drawing/2014/main" id="{5DF880D7-4DB7-3340-B57C-5B9B064C4558}"/>
              </a:ext>
            </a:extLst>
          </p:cNvPr>
          <p:cNvSpPr>
            <a:spLocks noGrp="1"/>
          </p:cNvSpPr>
          <p:nvPr>
            <p:ph type="body" sz="quarter" idx="10" hasCustomPrompt="1"/>
          </p:nvPr>
        </p:nvSpPr>
        <p:spPr>
          <a:xfrm>
            <a:off x="337932" y="564022"/>
            <a:ext cx="11413920"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12331357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ASIC_1_Deux contenus">
    <p:spTree>
      <p:nvGrpSpPr>
        <p:cNvPr id="1" name=""/>
        <p:cNvGrpSpPr/>
        <p:nvPr/>
      </p:nvGrpSpPr>
      <p:grpSpPr>
        <a:xfrm>
          <a:off x="0" y="0"/>
          <a:ext cx="0" cy="0"/>
          <a:chOff x="0" y="0"/>
          <a:chExt cx="0" cy="0"/>
        </a:xfrm>
      </p:grpSpPr>
      <p:sp>
        <p:nvSpPr>
          <p:cNvPr id="5" name="Espace réservé du contenu 4"/>
          <p:cNvSpPr>
            <a:spLocks noGrp="1"/>
          </p:cNvSpPr>
          <p:nvPr>
            <p:ph sz="quarter" idx="16"/>
          </p:nvPr>
        </p:nvSpPr>
        <p:spPr>
          <a:xfrm>
            <a:off x="357102" y="2087118"/>
            <a:ext cx="5359630" cy="3624794"/>
          </a:xfrm>
          <a:prstGeom prst="rect">
            <a:avLst/>
          </a:prstGeom>
        </p:spPr>
        <p:txBody>
          <a:bodyPr/>
          <a:lstStyle>
            <a:lvl1pPr>
              <a:defRPr sz="1100"/>
            </a:lvl1pPr>
            <a:lvl2pPr marL="685800" indent="-228600">
              <a:buFont typeface="Arial" panose="020B0604020202020204" pitchFamily="34" charset="0"/>
              <a:buChar char="−"/>
              <a:defRPr sz="1100"/>
            </a:lvl2pPr>
            <a:lvl3pPr marL="1143000" indent="-228600">
              <a:buFont typeface="Wingdings" panose="05000000000000000000" pitchFamily="2" charset="2"/>
              <a:buChar char="§"/>
              <a:defRPr sz="1100"/>
            </a:lvl3pPr>
            <a:lvl4pPr marL="1600200" indent="-228600">
              <a:buFont typeface="Courier New" panose="02070309020205020404" pitchFamily="49" charset="0"/>
              <a:buChar char="o"/>
              <a:defRPr sz="1100"/>
            </a:lvl4pPr>
            <a:lvl5pPr marL="2057400" indent="-228600">
              <a:buFont typeface="Wingdings" panose="05000000000000000000" pitchFamily="2" charset="2"/>
              <a:buChar char="q"/>
              <a:defRPr sz="1100"/>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1" name="Espace réservé du texte 4"/>
          <p:cNvSpPr>
            <a:spLocks noGrp="1"/>
          </p:cNvSpPr>
          <p:nvPr>
            <p:ph type="body" sz="quarter" idx="27" hasCustomPrompt="1"/>
          </p:nvPr>
        </p:nvSpPr>
        <p:spPr>
          <a:xfrm>
            <a:off x="357102" y="1832822"/>
            <a:ext cx="5359630" cy="252090"/>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1"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9" name="Espace réservé du contenu 4">
            <a:extLst>
              <a:ext uri="{FF2B5EF4-FFF2-40B4-BE49-F238E27FC236}">
                <a16:creationId xmlns:a16="http://schemas.microsoft.com/office/drawing/2014/main" id="{14DE9AAF-FA11-4AEB-AAB9-B68962F49AE8}"/>
              </a:ext>
            </a:extLst>
          </p:cNvPr>
          <p:cNvSpPr>
            <a:spLocks noGrp="1"/>
          </p:cNvSpPr>
          <p:nvPr>
            <p:ph sz="quarter" idx="35"/>
          </p:nvPr>
        </p:nvSpPr>
        <p:spPr>
          <a:xfrm>
            <a:off x="6392427" y="2087118"/>
            <a:ext cx="5359630" cy="3624794"/>
          </a:xfrm>
          <a:prstGeom prst="rect">
            <a:avLst/>
          </a:prstGeom>
        </p:spPr>
        <p:txBody>
          <a:bodyPr/>
          <a:lstStyle>
            <a:lvl1pPr>
              <a:defRPr sz="1100"/>
            </a:lvl1pPr>
            <a:lvl2pPr marL="685800" indent="-228600">
              <a:buFont typeface="Arial" panose="020B0604020202020204" pitchFamily="34" charset="0"/>
              <a:buChar char="−"/>
              <a:defRPr sz="1100"/>
            </a:lvl2pPr>
            <a:lvl3pPr marL="1143000" indent="-228600">
              <a:buFont typeface="Wingdings" panose="05000000000000000000" pitchFamily="2" charset="2"/>
              <a:buChar char="§"/>
              <a:defRPr sz="1100"/>
            </a:lvl3pPr>
            <a:lvl4pPr marL="1600200" indent="-228600">
              <a:buFont typeface="Courier New" panose="02070309020205020404" pitchFamily="49" charset="0"/>
              <a:buChar char="o"/>
              <a:defRPr sz="1100"/>
            </a:lvl4pPr>
            <a:lvl5pPr marL="2057400" indent="-228600">
              <a:buFont typeface="Wingdings" panose="05000000000000000000" pitchFamily="2" charset="2"/>
              <a:buChar char="q"/>
              <a:defRPr sz="1100"/>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0" name="Espace réservé du texte 4">
            <a:extLst>
              <a:ext uri="{FF2B5EF4-FFF2-40B4-BE49-F238E27FC236}">
                <a16:creationId xmlns:a16="http://schemas.microsoft.com/office/drawing/2014/main" id="{8B0D2CB7-D933-460B-AF3F-4EBBB27B1404}"/>
              </a:ext>
            </a:extLst>
          </p:cNvPr>
          <p:cNvSpPr>
            <a:spLocks noGrp="1"/>
          </p:cNvSpPr>
          <p:nvPr>
            <p:ph type="body" sz="quarter" idx="36" hasCustomPrompt="1"/>
          </p:nvPr>
        </p:nvSpPr>
        <p:spPr>
          <a:xfrm>
            <a:off x="6392427" y="1832822"/>
            <a:ext cx="5359630" cy="252090"/>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1"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8" name="Espace réservé du pied de page 1">
            <a:extLst>
              <a:ext uri="{FF2B5EF4-FFF2-40B4-BE49-F238E27FC236}">
                <a16:creationId xmlns:a16="http://schemas.microsoft.com/office/drawing/2014/main" id="{DCFCFCF4-DEC3-9146-AA24-B52DB2D0E11F}"/>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2" name="Espace réservé du texte 6">
            <a:extLst>
              <a:ext uri="{FF2B5EF4-FFF2-40B4-BE49-F238E27FC236}">
                <a16:creationId xmlns:a16="http://schemas.microsoft.com/office/drawing/2014/main" id="{E4289EF2-4C63-A641-B1C1-0B2DD03488E9}"/>
              </a:ext>
            </a:extLst>
          </p:cNvPr>
          <p:cNvSpPr>
            <a:spLocks noGrp="1"/>
          </p:cNvSpPr>
          <p:nvPr>
            <p:ph type="body" sz="quarter" idx="10" hasCustomPrompt="1"/>
          </p:nvPr>
        </p:nvSpPr>
        <p:spPr>
          <a:xfrm>
            <a:off x="337932" y="564022"/>
            <a:ext cx="11413920"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2762134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ASIC_Contenu et légende">
    <p:spTree>
      <p:nvGrpSpPr>
        <p:cNvPr id="1" name=""/>
        <p:cNvGrpSpPr/>
        <p:nvPr/>
      </p:nvGrpSpPr>
      <p:grpSpPr>
        <a:xfrm>
          <a:off x="0" y="0"/>
          <a:ext cx="0" cy="0"/>
          <a:chOff x="0" y="0"/>
          <a:chExt cx="0" cy="0"/>
        </a:xfrm>
      </p:grpSpPr>
      <p:sp>
        <p:nvSpPr>
          <p:cNvPr id="10" name="Espace réservé du contenu 4"/>
          <p:cNvSpPr>
            <a:spLocks noGrp="1"/>
          </p:cNvSpPr>
          <p:nvPr>
            <p:ph sz="quarter" idx="32"/>
          </p:nvPr>
        </p:nvSpPr>
        <p:spPr>
          <a:xfrm>
            <a:off x="7847215" y="1529542"/>
            <a:ext cx="4023329" cy="4582420"/>
          </a:xfrm>
          <a:prstGeom prst="rect">
            <a:avLst/>
          </a:prstGeom>
        </p:spPr>
        <p:txBody>
          <a:bodyPr/>
          <a:lstStyle>
            <a:lvl1pPr>
              <a:defRPr sz="1100"/>
            </a:lvl1pPr>
            <a:lvl2pPr>
              <a:defRPr sz="1100"/>
            </a:lvl2pPr>
            <a:lvl3pPr>
              <a:defRPr sz="1100"/>
            </a:lvl3pPr>
            <a:lvl4pPr>
              <a:defRPr sz="1100"/>
            </a:lvl4pPr>
            <a:lvl5pPr>
              <a:defRPr sz="1100"/>
            </a:lvl5pPr>
          </a:lstStyle>
          <a:p>
            <a:pPr lvl="0"/>
            <a:r>
              <a:rPr lang="fr-FR"/>
              <a:t>Modifier les styles du texte du masque</a:t>
            </a:r>
          </a:p>
        </p:txBody>
      </p:sp>
      <p:sp>
        <p:nvSpPr>
          <p:cNvPr id="3" name="Espace réservé du texte 2"/>
          <p:cNvSpPr>
            <a:spLocks noGrp="1"/>
          </p:cNvSpPr>
          <p:nvPr>
            <p:ph type="body" sz="quarter" idx="33"/>
          </p:nvPr>
        </p:nvSpPr>
        <p:spPr>
          <a:xfrm>
            <a:off x="338139" y="1888617"/>
            <a:ext cx="6864350" cy="3977639"/>
          </a:xfrm>
          <a:prstGeom prst="rect">
            <a:avLst/>
          </a:prstGeom>
        </p:spPr>
        <p:txBody>
          <a:bodyPr/>
          <a:lstStyle>
            <a:lvl1pPr marL="0" indent="0">
              <a:buNone/>
              <a:defRPr sz="1100"/>
            </a:lvl1pPr>
            <a:lvl2pPr>
              <a:defRPr sz="1100"/>
            </a:lvl2pPr>
            <a:lvl3pPr>
              <a:defRPr sz="1100"/>
            </a:lvl3pPr>
            <a:lvl4pPr>
              <a:defRPr sz="1100"/>
            </a:lvl4pPr>
            <a:lvl5pPr>
              <a:defRPr sz="1100"/>
            </a:lvl5pPr>
          </a:lstStyle>
          <a:p>
            <a:pPr lvl="0"/>
            <a:r>
              <a:rPr lang="fr-FR"/>
              <a:t>Modifier les styles du texte du masque</a:t>
            </a:r>
          </a:p>
        </p:txBody>
      </p:sp>
      <p:sp>
        <p:nvSpPr>
          <p:cNvPr id="6" name="Espace réservé du pied de page 1">
            <a:extLst>
              <a:ext uri="{FF2B5EF4-FFF2-40B4-BE49-F238E27FC236}">
                <a16:creationId xmlns:a16="http://schemas.microsoft.com/office/drawing/2014/main" id="{1F0AC395-BD05-CE4C-841F-06DC6D174DDB}"/>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1" name="Espace réservé du texte 6">
            <a:extLst>
              <a:ext uri="{FF2B5EF4-FFF2-40B4-BE49-F238E27FC236}">
                <a16:creationId xmlns:a16="http://schemas.microsoft.com/office/drawing/2014/main" id="{55ACE077-12E1-A648-B296-A84F07E7E9BA}"/>
              </a:ext>
            </a:extLst>
          </p:cNvPr>
          <p:cNvSpPr>
            <a:spLocks noGrp="1"/>
          </p:cNvSpPr>
          <p:nvPr>
            <p:ph type="body" sz="quarter" idx="10" hasCustomPrompt="1"/>
          </p:nvPr>
        </p:nvSpPr>
        <p:spPr>
          <a:xfrm>
            <a:off x="337932" y="564022"/>
            <a:ext cx="11413920"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7304238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ASIC_Vide charté">
    <p:spTree>
      <p:nvGrpSpPr>
        <p:cNvPr id="1" name=""/>
        <p:cNvGrpSpPr/>
        <p:nvPr/>
      </p:nvGrpSpPr>
      <p:grpSpPr>
        <a:xfrm>
          <a:off x="0" y="0"/>
          <a:ext cx="0" cy="0"/>
          <a:chOff x="0" y="0"/>
          <a:chExt cx="0" cy="0"/>
        </a:xfrm>
      </p:grpSpPr>
      <p:sp>
        <p:nvSpPr>
          <p:cNvPr id="4" name="Espace réservé du pied de page 1">
            <a:extLst>
              <a:ext uri="{FF2B5EF4-FFF2-40B4-BE49-F238E27FC236}">
                <a16:creationId xmlns:a16="http://schemas.microsoft.com/office/drawing/2014/main" id="{8376E364-0882-8740-9AE3-9B375975E0FB}"/>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3448465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BASIC_Vide charté sans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730870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Full Empty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1772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3" name="Espace réservé du texte 6"/>
          <p:cNvSpPr>
            <a:spLocks noGrp="1"/>
          </p:cNvSpPr>
          <p:nvPr>
            <p:ph type="body" sz="quarter" idx="10" hasCustomPrompt="1"/>
          </p:nvPr>
        </p:nvSpPr>
        <p:spPr>
          <a:xfrm>
            <a:off x="2647759" y="1245349"/>
            <a:ext cx="3552969" cy="677044"/>
          </a:xfrm>
          <a:prstGeom prst="rect">
            <a:avLst/>
          </a:prstGeom>
        </p:spPr>
        <p:txBody>
          <a:bodyPr/>
          <a:lstStyle>
            <a:lvl1pPr marL="0" indent="0">
              <a:buNone/>
              <a:defRPr sz="2400" b="1" spc="-150" baseline="0">
                <a:latin typeface="+mj-lt"/>
              </a:defRPr>
            </a:lvl1pPr>
          </a:lstStyle>
          <a:p>
            <a:pPr lvl="0"/>
            <a:r>
              <a:rPr lang="fr-FR"/>
              <a:t>Sommaire</a:t>
            </a:r>
          </a:p>
        </p:txBody>
      </p:sp>
      <p:sp>
        <p:nvSpPr>
          <p:cNvPr id="6" name="Espace réservé pour une image  5"/>
          <p:cNvSpPr>
            <a:spLocks noGrp="1"/>
          </p:cNvSpPr>
          <p:nvPr>
            <p:ph type="pic" sz="quarter" idx="33"/>
          </p:nvPr>
        </p:nvSpPr>
        <p:spPr>
          <a:xfrm>
            <a:off x="0" y="0"/>
            <a:ext cx="2533557" cy="6858000"/>
          </a:xfrm>
          <a:prstGeom prst="rect">
            <a:avLst/>
          </a:prstGeom>
        </p:spPr>
        <p:txBody>
          <a:bodyPr/>
          <a:lstStyle>
            <a:lvl1pPr>
              <a:defRPr sz="1100"/>
            </a:lvl1pPr>
          </a:lstStyle>
          <a:p>
            <a:r>
              <a:rPr lang="fr-FR"/>
              <a:t>Cliquez sur l'icône pour ajouter une image</a:t>
            </a:r>
          </a:p>
        </p:txBody>
      </p:sp>
      <p:sp>
        <p:nvSpPr>
          <p:cNvPr id="7" name="Rectangle 6"/>
          <p:cNvSpPr/>
          <p:nvPr userDrawn="1"/>
        </p:nvSpPr>
        <p:spPr>
          <a:xfrm>
            <a:off x="2771631" y="970107"/>
            <a:ext cx="1133475" cy="776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 name="Espace réservé du texte 8"/>
          <p:cNvSpPr>
            <a:spLocks noGrp="1"/>
          </p:cNvSpPr>
          <p:nvPr>
            <p:ph type="body" sz="quarter" idx="34" hasCustomPrompt="1"/>
          </p:nvPr>
        </p:nvSpPr>
        <p:spPr>
          <a:xfrm>
            <a:off x="3781425" y="2190750"/>
            <a:ext cx="5238750" cy="3810000"/>
          </a:xfrm>
          <a:prstGeom prst="rect">
            <a:avLst/>
          </a:prstGeom>
        </p:spPr>
        <p:txBody>
          <a:bodyPr/>
          <a:lstStyle>
            <a:lvl1pPr marL="0" indent="0">
              <a:lnSpc>
                <a:spcPts val="2000"/>
              </a:lnSpc>
              <a:buNone/>
              <a:defRPr sz="1200" baseline="0"/>
            </a:lvl1pPr>
          </a:lstStyle>
          <a:p>
            <a:pPr lvl="0"/>
            <a:r>
              <a:rPr lang="fr-FR"/>
              <a:t>PARTIE 1 : nom de la partie                                                                        </a:t>
            </a:r>
            <a:r>
              <a:rPr lang="fr-FR" err="1"/>
              <a:t>PARTIE</a:t>
            </a:r>
            <a:r>
              <a:rPr lang="fr-FR"/>
              <a:t> 2 : nom de la partie</a:t>
            </a:r>
          </a:p>
        </p:txBody>
      </p:sp>
      <p:sp>
        <p:nvSpPr>
          <p:cNvPr id="11" name="Espace réservé du texte 10"/>
          <p:cNvSpPr>
            <a:spLocks noGrp="1"/>
          </p:cNvSpPr>
          <p:nvPr>
            <p:ph type="body" sz="quarter" idx="35" hasCustomPrompt="1"/>
          </p:nvPr>
        </p:nvSpPr>
        <p:spPr>
          <a:xfrm>
            <a:off x="9867900" y="2181225"/>
            <a:ext cx="695325" cy="3819525"/>
          </a:xfrm>
          <a:prstGeom prst="rect">
            <a:avLst/>
          </a:prstGeom>
        </p:spPr>
        <p:txBody>
          <a:bodyPr/>
          <a:lstStyle>
            <a:lvl1pPr marL="0" indent="0" algn="l">
              <a:lnSpc>
                <a:spcPts val="2000"/>
              </a:lnSpc>
              <a:buNone/>
              <a:defRPr sz="1200" baseline="0"/>
            </a:lvl1pPr>
          </a:lstStyle>
          <a:p>
            <a:pPr lvl="0"/>
            <a:r>
              <a:rPr lang="fr-FR"/>
              <a:t>P1            P2          </a:t>
            </a:r>
          </a:p>
        </p:txBody>
      </p:sp>
    </p:spTree>
    <p:extLst>
      <p:ext uri="{BB962C8B-B14F-4D97-AF65-F5344CB8AC3E}">
        <p14:creationId xmlns:p14="http://schemas.microsoft.com/office/powerpoint/2010/main" val="11368272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UMMARY_1">
    <p:spTree>
      <p:nvGrpSpPr>
        <p:cNvPr id="1" name=""/>
        <p:cNvGrpSpPr/>
        <p:nvPr/>
      </p:nvGrpSpPr>
      <p:grpSpPr>
        <a:xfrm>
          <a:off x="0" y="0"/>
          <a:ext cx="0" cy="0"/>
          <a:chOff x="0" y="0"/>
          <a:chExt cx="0" cy="0"/>
        </a:xfrm>
      </p:grpSpPr>
      <p:sp>
        <p:nvSpPr>
          <p:cNvPr id="26" name="Espace réservé pour une image  25"/>
          <p:cNvSpPr>
            <a:spLocks noGrp="1"/>
          </p:cNvSpPr>
          <p:nvPr>
            <p:ph type="pic" sz="quarter" idx="15"/>
          </p:nvPr>
        </p:nvSpPr>
        <p:spPr>
          <a:xfrm>
            <a:off x="-9525" y="0"/>
            <a:ext cx="6930189" cy="6858000"/>
          </a:xfrm>
          <a:prstGeom prst="rect">
            <a:avLst/>
          </a:prstGeom>
        </p:spPr>
        <p:txBody>
          <a:bodyPr/>
          <a:lstStyle>
            <a:lvl1pPr marL="0" indent="0">
              <a:buNone/>
              <a:defRPr sz="1200"/>
            </a:lvl1pPr>
          </a:lstStyle>
          <a:p>
            <a:r>
              <a:rPr lang="fr-FR"/>
              <a:t>Cliquez sur l'icône pour ajouter une image</a:t>
            </a:r>
          </a:p>
        </p:txBody>
      </p:sp>
      <p:sp>
        <p:nvSpPr>
          <p:cNvPr id="22" name="Espace réservé du texte 21"/>
          <p:cNvSpPr>
            <a:spLocks noGrp="1"/>
          </p:cNvSpPr>
          <p:nvPr>
            <p:ph type="body" sz="quarter" idx="14" hasCustomPrompt="1"/>
          </p:nvPr>
        </p:nvSpPr>
        <p:spPr>
          <a:xfrm>
            <a:off x="529473" y="785813"/>
            <a:ext cx="4924425" cy="744537"/>
          </a:xfrm>
          <a:prstGeom prst="rect">
            <a:avLst/>
          </a:prstGeom>
        </p:spPr>
        <p:txBody>
          <a:bodyPr/>
          <a:lstStyle>
            <a:lvl1pPr marL="0" indent="0">
              <a:buNone/>
              <a:defRPr sz="2400" b="1">
                <a:solidFill>
                  <a:schemeClr val="bg1"/>
                </a:solidFill>
                <a:latin typeface="+mj-lt"/>
              </a:defRPr>
            </a:lvl1pPr>
          </a:lstStyle>
          <a:p>
            <a:pPr lvl="0"/>
            <a:r>
              <a:rPr lang="fr-FR" err="1"/>
              <a:t>Context</a:t>
            </a:r>
            <a:endParaRPr lang="fr-FR"/>
          </a:p>
        </p:txBody>
      </p:sp>
      <p:sp>
        <p:nvSpPr>
          <p:cNvPr id="28" name="Espace réservé du texte 27"/>
          <p:cNvSpPr>
            <a:spLocks noGrp="1"/>
          </p:cNvSpPr>
          <p:nvPr>
            <p:ph type="body" sz="quarter" idx="16" hasCustomPrompt="1"/>
          </p:nvPr>
        </p:nvSpPr>
        <p:spPr>
          <a:xfrm>
            <a:off x="529473" y="4427954"/>
            <a:ext cx="2156577" cy="2004929"/>
          </a:xfrm>
          <a:prstGeom prst="rect">
            <a:avLst/>
          </a:prstGeom>
        </p:spPr>
        <p:txBody>
          <a:bodyPr/>
          <a:lstStyle>
            <a:lvl1pPr marL="0" indent="0">
              <a:buNone/>
              <a:defRPr sz="2000" b="1" baseline="0">
                <a:solidFill>
                  <a:schemeClr val="bg1"/>
                </a:solidFill>
                <a:latin typeface="+mj-lt"/>
              </a:defRPr>
            </a:lvl1pPr>
          </a:lstStyle>
          <a:p>
            <a:pPr lvl="0"/>
            <a:r>
              <a:rPr lang="fr-FR"/>
              <a:t>Key message</a:t>
            </a:r>
          </a:p>
        </p:txBody>
      </p:sp>
      <p:sp>
        <p:nvSpPr>
          <p:cNvPr id="13" name="Espace réservé du texte 9"/>
          <p:cNvSpPr>
            <a:spLocks noGrp="1"/>
          </p:cNvSpPr>
          <p:nvPr>
            <p:ph type="body" sz="quarter" idx="20"/>
          </p:nvPr>
        </p:nvSpPr>
        <p:spPr>
          <a:xfrm>
            <a:off x="7385948" y="1746464"/>
            <a:ext cx="4528684" cy="633477"/>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a:latin typeface="+mj-lt"/>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Modifier les styles du texte du masque</a:t>
            </a:r>
          </a:p>
        </p:txBody>
      </p:sp>
      <p:sp>
        <p:nvSpPr>
          <p:cNvPr id="16" name="Espace réservé du texte 9"/>
          <p:cNvSpPr>
            <a:spLocks noGrp="1"/>
          </p:cNvSpPr>
          <p:nvPr>
            <p:ph type="body" sz="quarter" idx="29"/>
          </p:nvPr>
        </p:nvSpPr>
        <p:spPr>
          <a:xfrm>
            <a:off x="7385948" y="2551391"/>
            <a:ext cx="4525127" cy="1725333"/>
          </a:xfrm>
          <a:prstGeom prst="rect">
            <a:avLst/>
          </a:prstGeom>
        </p:spPr>
        <p:txBody>
          <a:bodyPr/>
          <a:lstStyle>
            <a:lvl1pPr marL="0" marR="0" indent="0" algn="l" defTabSz="914400" rtl="0" eaLnBrk="1" fontAlgn="auto" latinLnBrk="0" hangingPunct="1">
              <a:lnSpc>
                <a:spcPts val="1500"/>
              </a:lnSpc>
              <a:spcBef>
                <a:spcPts val="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pic>
        <p:nvPicPr>
          <p:cNvPr id="2" name="Imag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54198" y="977101"/>
            <a:ext cx="1465952" cy="710898"/>
          </a:xfrm>
          <a:prstGeom prst="rect">
            <a:avLst/>
          </a:prstGeom>
        </p:spPr>
      </p:pic>
    </p:spTree>
    <p:extLst>
      <p:ext uri="{BB962C8B-B14F-4D97-AF65-F5344CB8AC3E}">
        <p14:creationId xmlns:p14="http://schemas.microsoft.com/office/powerpoint/2010/main" val="3167081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UMMARY_2">
    <p:spTree>
      <p:nvGrpSpPr>
        <p:cNvPr id="1" name=""/>
        <p:cNvGrpSpPr/>
        <p:nvPr/>
      </p:nvGrpSpPr>
      <p:grpSpPr>
        <a:xfrm>
          <a:off x="0" y="0"/>
          <a:ext cx="0" cy="0"/>
          <a:chOff x="0" y="0"/>
          <a:chExt cx="0" cy="0"/>
        </a:xfrm>
      </p:grpSpPr>
      <p:sp>
        <p:nvSpPr>
          <p:cNvPr id="7" name="Espace réservé du texte 21"/>
          <p:cNvSpPr>
            <a:spLocks noGrp="1"/>
          </p:cNvSpPr>
          <p:nvPr>
            <p:ph type="body" sz="quarter" idx="14" hasCustomPrompt="1"/>
          </p:nvPr>
        </p:nvSpPr>
        <p:spPr>
          <a:xfrm>
            <a:off x="578458" y="2679807"/>
            <a:ext cx="4924425" cy="744537"/>
          </a:xfrm>
          <a:prstGeom prst="rect">
            <a:avLst/>
          </a:prstGeom>
        </p:spPr>
        <p:txBody>
          <a:bodyPr/>
          <a:lstStyle>
            <a:lvl1pPr marL="0" indent="0">
              <a:buNone/>
              <a:defRPr sz="2400" b="1">
                <a:solidFill>
                  <a:schemeClr val="tx1"/>
                </a:solidFill>
                <a:latin typeface="+mj-lt"/>
              </a:defRPr>
            </a:lvl1pPr>
          </a:lstStyle>
          <a:p>
            <a:pPr lvl="0"/>
            <a:r>
              <a:rPr lang="fr-FR" err="1"/>
              <a:t>Summary</a:t>
            </a:r>
            <a:endParaRPr lang="fr-FR"/>
          </a:p>
        </p:txBody>
      </p:sp>
      <p:sp>
        <p:nvSpPr>
          <p:cNvPr id="8" name="object 21"/>
          <p:cNvSpPr/>
          <p:nvPr userDrawn="1"/>
        </p:nvSpPr>
        <p:spPr>
          <a:xfrm>
            <a:off x="643773" y="2519681"/>
            <a:ext cx="1244600" cy="0"/>
          </a:xfrm>
          <a:custGeom>
            <a:avLst/>
            <a:gdLst/>
            <a:ahLst/>
            <a:cxnLst/>
            <a:rect l="l" t="t" r="r" b="b"/>
            <a:pathLst>
              <a:path w="1244600">
                <a:moveTo>
                  <a:pt x="0" y="0"/>
                </a:moveTo>
                <a:lnTo>
                  <a:pt x="1244600" y="0"/>
                </a:lnTo>
              </a:path>
            </a:pathLst>
          </a:custGeom>
          <a:ln w="88900">
            <a:solidFill>
              <a:srgbClr val="000000"/>
            </a:solidFill>
          </a:ln>
        </p:spPr>
        <p:txBody>
          <a:bodyPr wrap="square" lIns="0" tIns="0" rIns="0" bIns="0" rtlCol="0"/>
          <a:lstStyle/>
          <a:p>
            <a:endParaRPr/>
          </a:p>
        </p:txBody>
      </p:sp>
      <p:sp>
        <p:nvSpPr>
          <p:cNvPr id="10" name="Espace réservé du texte 9"/>
          <p:cNvSpPr>
            <a:spLocks noGrp="1"/>
          </p:cNvSpPr>
          <p:nvPr>
            <p:ph type="body" sz="quarter" idx="15"/>
          </p:nvPr>
        </p:nvSpPr>
        <p:spPr>
          <a:xfrm>
            <a:off x="643773" y="3911281"/>
            <a:ext cx="3572627" cy="977900"/>
          </a:xfrm>
          <a:prstGeom prst="rect">
            <a:avLst/>
          </a:prstGeom>
        </p:spPr>
        <p:txBody>
          <a:bodyPr/>
          <a:lstStyle>
            <a:lvl1pPr marL="0" indent="0">
              <a:lnSpc>
                <a:spcPts val="1500"/>
              </a:lnSpc>
              <a:buNone/>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2" name="Espace réservé du texte 11"/>
          <p:cNvSpPr>
            <a:spLocks noGrp="1"/>
          </p:cNvSpPr>
          <p:nvPr>
            <p:ph type="body" sz="quarter" idx="16" hasCustomPrompt="1"/>
          </p:nvPr>
        </p:nvSpPr>
        <p:spPr>
          <a:xfrm>
            <a:off x="6096000" y="878476"/>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1</a:t>
            </a:r>
          </a:p>
        </p:txBody>
      </p:sp>
      <p:sp>
        <p:nvSpPr>
          <p:cNvPr id="19" name="Espace réservé du texte 11"/>
          <p:cNvSpPr>
            <a:spLocks noGrp="1"/>
          </p:cNvSpPr>
          <p:nvPr>
            <p:ph type="body" sz="quarter" idx="17" hasCustomPrompt="1"/>
          </p:nvPr>
        </p:nvSpPr>
        <p:spPr>
          <a:xfrm>
            <a:off x="6096000" y="2233113"/>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2</a:t>
            </a:r>
          </a:p>
        </p:txBody>
      </p:sp>
      <p:sp>
        <p:nvSpPr>
          <p:cNvPr id="20" name="Espace réservé du texte 11"/>
          <p:cNvSpPr>
            <a:spLocks noGrp="1"/>
          </p:cNvSpPr>
          <p:nvPr>
            <p:ph type="body" sz="quarter" idx="18" hasCustomPrompt="1"/>
          </p:nvPr>
        </p:nvSpPr>
        <p:spPr>
          <a:xfrm>
            <a:off x="6096000" y="3587750"/>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3</a:t>
            </a:r>
          </a:p>
        </p:txBody>
      </p:sp>
      <p:sp>
        <p:nvSpPr>
          <p:cNvPr id="21" name="Espace réservé du texte 11"/>
          <p:cNvSpPr>
            <a:spLocks noGrp="1"/>
          </p:cNvSpPr>
          <p:nvPr>
            <p:ph type="body" sz="quarter" idx="19" hasCustomPrompt="1"/>
          </p:nvPr>
        </p:nvSpPr>
        <p:spPr>
          <a:xfrm>
            <a:off x="6096000" y="4942387"/>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4</a:t>
            </a:r>
          </a:p>
        </p:txBody>
      </p:sp>
      <p:sp>
        <p:nvSpPr>
          <p:cNvPr id="23" name="Espace réservé du texte 9"/>
          <p:cNvSpPr>
            <a:spLocks noGrp="1"/>
          </p:cNvSpPr>
          <p:nvPr>
            <p:ph type="body" sz="quarter" idx="21" hasCustomPrompt="1"/>
          </p:nvPr>
        </p:nvSpPr>
        <p:spPr>
          <a:xfrm>
            <a:off x="7349372" y="878476"/>
            <a:ext cx="4525127"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1" baseline="0">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Idée 1</a:t>
            </a:r>
          </a:p>
          <a:p>
            <a:pPr lvl="0"/>
            <a:endParaRPr lang="fr-FR"/>
          </a:p>
        </p:txBody>
      </p:sp>
      <p:sp>
        <p:nvSpPr>
          <p:cNvPr id="24" name="Espace réservé du texte 9"/>
          <p:cNvSpPr>
            <a:spLocks noGrp="1"/>
          </p:cNvSpPr>
          <p:nvPr>
            <p:ph type="body" sz="quarter" idx="22"/>
          </p:nvPr>
        </p:nvSpPr>
        <p:spPr>
          <a:xfrm>
            <a:off x="7349373" y="2439398"/>
            <a:ext cx="4525127" cy="87371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5" name="Espace réservé du texte 9"/>
          <p:cNvSpPr>
            <a:spLocks noGrp="1"/>
          </p:cNvSpPr>
          <p:nvPr>
            <p:ph type="body" sz="quarter" idx="23" hasCustomPrompt="1"/>
          </p:nvPr>
        </p:nvSpPr>
        <p:spPr>
          <a:xfrm>
            <a:off x="7349372" y="2233113"/>
            <a:ext cx="4525127"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1" baseline="0">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Idée 2</a:t>
            </a:r>
          </a:p>
          <a:p>
            <a:pPr lvl="0"/>
            <a:endParaRPr lang="fr-FR"/>
          </a:p>
        </p:txBody>
      </p:sp>
      <p:sp>
        <p:nvSpPr>
          <p:cNvPr id="26" name="Espace réservé du texte 9"/>
          <p:cNvSpPr>
            <a:spLocks noGrp="1"/>
          </p:cNvSpPr>
          <p:nvPr>
            <p:ph type="body" sz="quarter" idx="24"/>
          </p:nvPr>
        </p:nvSpPr>
        <p:spPr>
          <a:xfrm>
            <a:off x="7349373" y="3794035"/>
            <a:ext cx="4525127" cy="87371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7" name="Espace réservé du texte 9"/>
          <p:cNvSpPr>
            <a:spLocks noGrp="1"/>
          </p:cNvSpPr>
          <p:nvPr>
            <p:ph type="body" sz="quarter" idx="25" hasCustomPrompt="1"/>
          </p:nvPr>
        </p:nvSpPr>
        <p:spPr>
          <a:xfrm>
            <a:off x="7349372" y="3587750"/>
            <a:ext cx="4525127"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1" baseline="0">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Idée 3</a:t>
            </a:r>
          </a:p>
          <a:p>
            <a:pPr lvl="0"/>
            <a:endParaRPr lang="fr-FR"/>
          </a:p>
        </p:txBody>
      </p:sp>
      <p:sp>
        <p:nvSpPr>
          <p:cNvPr id="28" name="Espace réservé du texte 9"/>
          <p:cNvSpPr>
            <a:spLocks noGrp="1"/>
          </p:cNvSpPr>
          <p:nvPr>
            <p:ph type="body" sz="quarter" idx="26"/>
          </p:nvPr>
        </p:nvSpPr>
        <p:spPr>
          <a:xfrm>
            <a:off x="7349373" y="5148672"/>
            <a:ext cx="4525127" cy="87371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9" name="Espace réservé du texte 9"/>
          <p:cNvSpPr>
            <a:spLocks noGrp="1"/>
          </p:cNvSpPr>
          <p:nvPr>
            <p:ph type="body" sz="quarter" idx="27" hasCustomPrompt="1"/>
          </p:nvPr>
        </p:nvSpPr>
        <p:spPr>
          <a:xfrm>
            <a:off x="7349372" y="4942387"/>
            <a:ext cx="4525127"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Idée 4</a:t>
            </a:r>
          </a:p>
          <a:p>
            <a:pPr lvl="0"/>
            <a:endParaRPr lang="fr-FR"/>
          </a:p>
        </p:txBody>
      </p:sp>
      <p:sp>
        <p:nvSpPr>
          <p:cNvPr id="18" name="Espace réservé du texte 9"/>
          <p:cNvSpPr>
            <a:spLocks noGrp="1"/>
          </p:cNvSpPr>
          <p:nvPr>
            <p:ph type="body" sz="quarter" idx="29"/>
          </p:nvPr>
        </p:nvSpPr>
        <p:spPr>
          <a:xfrm>
            <a:off x="7349371" y="1084761"/>
            <a:ext cx="4525127" cy="87371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2" name="Espace réservé du pied de page 1">
            <a:extLst>
              <a:ext uri="{FF2B5EF4-FFF2-40B4-BE49-F238E27FC236}">
                <a16:creationId xmlns:a16="http://schemas.microsoft.com/office/drawing/2014/main" id="{75DFA9B3-03FF-4A49-878E-50BFE41182BB}"/>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9285159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SUMMARY_3">
    <p:spTree>
      <p:nvGrpSpPr>
        <p:cNvPr id="1" name=""/>
        <p:cNvGrpSpPr/>
        <p:nvPr/>
      </p:nvGrpSpPr>
      <p:grpSpPr>
        <a:xfrm>
          <a:off x="0" y="0"/>
          <a:ext cx="0" cy="0"/>
          <a:chOff x="0" y="0"/>
          <a:chExt cx="0" cy="0"/>
        </a:xfrm>
      </p:grpSpPr>
      <p:sp>
        <p:nvSpPr>
          <p:cNvPr id="23" name="Espace réservé pour une image  22"/>
          <p:cNvSpPr>
            <a:spLocks noGrp="1"/>
          </p:cNvSpPr>
          <p:nvPr>
            <p:ph type="pic" sz="quarter" idx="28"/>
          </p:nvPr>
        </p:nvSpPr>
        <p:spPr>
          <a:xfrm>
            <a:off x="8507109" y="0"/>
            <a:ext cx="3675797" cy="6858000"/>
          </a:xfrm>
          <a:prstGeom prst="rect">
            <a:avLst/>
          </a:prstGeom>
          <a:ln w="57150">
            <a:noFill/>
          </a:ln>
        </p:spPr>
        <p:txBody>
          <a:bodyPr/>
          <a:lstStyle>
            <a:lvl1pPr>
              <a:defRPr sz="1100"/>
            </a:lvl1pPr>
          </a:lstStyle>
          <a:p>
            <a:r>
              <a:rPr lang="fr-FR"/>
              <a:t>Cliquez sur l'icône pour ajouter une image</a:t>
            </a:r>
          </a:p>
        </p:txBody>
      </p:sp>
      <p:sp>
        <p:nvSpPr>
          <p:cNvPr id="8" name="Espace réservé du texte 11"/>
          <p:cNvSpPr>
            <a:spLocks noGrp="1"/>
          </p:cNvSpPr>
          <p:nvPr>
            <p:ph type="body" sz="quarter" idx="16" hasCustomPrompt="1"/>
          </p:nvPr>
        </p:nvSpPr>
        <p:spPr>
          <a:xfrm>
            <a:off x="341747" y="953475"/>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1</a:t>
            </a:r>
          </a:p>
        </p:txBody>
      </p:sp>
      <p:sp>
        <p:nvSpPr>
          <p:cNvPr id="9" name="Espace réservé du texte 11"/>
          <p:cNvSpPr>
            <a:spLocks noGrp="1"/>
          </p:cNvSpPr>
          <p:nvPr>
            <p:ph type="body" sz="quarter" idx="17" hasCustomPrompt="1"/>
          </p:nvPr>
        </p:nvSpPr>
        <p:spPr>
          <a:xfrm>
            <a:off x="341747" y="2308112"/>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2</a:t>
            </a:r>
          </a:p>
        </p:txBody>
      </p:sp>
      <p:sp>
        <p:nvSpPr>
          <p:cNvPr id="10" name="Espace réservé du texte 11"/>
          <p:cNvSpPr>
            <a:spLocks noGrp="1"/>
          </p:cNvSpPr>
          <p:nvPr>
            <p:ph type="body" sz="quarter" idx="18" hasCustomPrompt="1"/>
          </p:nvPr>
        </p:nvSpPr>
        <p:spPr>
          <a:xfrm>
            <a:off x="341747" y="3662749"/>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3</a:t>
            </a:r>
          </a:p>
        </p:txBody>
      </p:sp>
      <p:sp>
        <p:nvSpPr>
          <p:cNvPr id="11" name="Espace réservé du texte 11"/>
          <p:cNvSpPr>
            <a:spLocks noGrp="1"/>
          </p:cNvSpPr>
          <p:nvPr>
            <p:ph type="body" sz="quarter" idx="19" hasCustomPrompt="1"/>
          </p:nvPr>
        </p:nvSpPr>
        <p:spPr>
          <a:xfrm>
            <a:off x="341747" y="5017386"/>
            <a:ext cx="1080000" cy="1080000"/>
          </a:xfrm>
          <a:prstGeom prst="rect">
            <a:avLst/>
          </a:prstGeom>
          <a:solidFill>
            <a:schemeClr val="tx1"/>
          </a:solidFill>
          <a:ln>
            <a:solidFill>
              <a:schemeClr val="tx1"/>
            </a:solidFill>
          </a:ln>
        </p:spPr>
        <p:txBody>
          <a:bodyPr anchor="ctr"/>
          <a:lstStyle>
            <a:lvl1pPr marL="0" indent="0" algn="ctr">
              <a:buNone/>
              <a:defRPr sz="3600" b="1">
                <a:solidFill>
                  <a:schemeClr val="bg1"/>
                </a:solidFill>
                <a:latin typeface="Arial Black" panose="020B0A04020102020204" pitchFamily="34" charset="0"/>
              </a:defRPr>
            </a:lvl1pPr>
          </a:lstStyle>
          <a:p>
            <a:pPr lvl="0"/>
            <a:r>
              <a:rPr lang="fr-FR"/>
              <a:t>4</a:t>
            </a:r>
          </a:p>
        </p:txBody>
      </p:sp>
      <p:sp>
        <p:nvSpPr>
          <p:cNvPr id="12" name="Espace réservé du texte 9"/>
          <p:cNvSpPr>
            <a:spLocks noGrp="1"/>
          </p:cNvSpPr>
          <p:nvPr>
            <p:ph type="body" sz="quarter" idx="20"/>
          </p:nvPr>
        </p:nvSpPr>
        <p:spPr>
          <a:xfrm>
            <a:off x="1557038" y="1170392"/>
            <a:ext cx="5989071" cy="863083"/>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3" name="Espace réservé du texte 9"/>
          <p:cNvSpPr>
            <a:spLocks noGrp="1"/>
          </p:cNvSpPr>
          <p:nvPr>
            <p:ph type="body" sz="quarter" idx="21"/>
          </p:nvPr>
        </p:nvSpPr>
        <p:spPr>
          <a:xfrm>
            <a:off x="1557037" y="953475"/>
            <a:ext cx="5989072"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4" name="Espace réservé du texte 9"/>
          <p:cNvSpPr>
            <a:spLocks noGrp="1"/>
          </p:cNvSpPr>
          <p:nvPr>
            <p:ph type="body" sz="quarter" idx="22"/>
          </p:nvPr>
        </p:nvSpPr>
        <p:spPr>
          <a:xfrm>
            <a:off x="1557038" y="2525029"/>
            <a:ext cx="5989071" cy="863083"/>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5" name="Espace réservé du texte 9"/>
          <p:cNvSpPr>
            <a:spLocks noGrp="1"/>
          </p:cNvSpPr>
          <p:nvPr>
            <p:ph type="body" sz="quarter" idx="23"/>
          </p:nvPr>
        </p:nvSpPr>
        <p:spPr>
          <a:xfrm>
            <a:off x="1557037" y="2308112"/>
            <a:ext cx="5989072"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6" name="Espace réservé du texte 9"/>
          <p:cNvSpPr>
            <a:spLocks noGrp="1"/>
          </p:cNvSpPr>
          <p:nvPr>
            <p:ph type="body" sz="quarter" idx="24"/>
          </p:nvPr>
        </p:nvSpPr>
        <p:spPr>
          <a:xfrm>
            <a:off x="1557038" y="3926981"/>
            <a:ext cx="5989071" cy="815768"/>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7" name="Espace réservé du texte 9"/>
          <p:cNvSpPr>
            <a:spLocks noGrp="1"/>
          </p:cNvSpPr>
          <p:nvPr>
            <p:ph type="body" sz="quarter" idx="25"/>
          </p:nvPr>
        </p:nvSpPr>
        <p:spPr>
          <a:xfrm>
            <a:off x="1557037" y="3662749"/>
            <a:ext cx="5989072" cy="246294"/>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8" name="Espace réservé du texte 9"/>
          <p:cNvSpPr>
            <a:spLocks noGrp="1"/>
          </p:cNvSpPr>
          <p:nvPr>
            <p:ph type="body" sz="quarter" idx="26"/>
          </p:nvPr>
        </p:nvSpPr>
        <p:spPr>
          <a:xfrm>
            <a:off x="1557038" y="5228987"/>
            <a:ext cx="5989072" cy="868399"/>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9" name="Espace réservé du texte 9"/>
          <p:cNvSpPr>
            <a:spLocks noGrp="1"/>
          </p:cNvSpPr>
          <p:nvPr>
            <p:ph type="body" sz="quarter" idx="27"/>
          </p:nvPr>
        </p:nvSpPr>
        <p:spPr>
          <a:xfrm>
            <a:off x="1557037" y="5017386"/>
            <a:ext cx="5989072" cy="20628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24" name="Espace réservé du texte 21"/>
          <p:cNvSpPr>
            <a:spLocks noGrp="1"/>
          </p:cNvSpPr>
          <p:nvPr>
            <p:ph type="body" sz="quarter" idx="14" hasCustomPrompt="1"/>
          </p:nvPr>
        </p:nvSpPr>
        <p:spPr>
          <a:xfrm>
            <a:off x="8895551" y="2427246"/>
            <a:ext cx="2862339" cy="720126"/>
          </a:xfrm>
          <a:prstGeom prst="rect">
            <a:avLst/>
          </a:prstGeom>
        </p:spPr>
        <p:txBody>
          <a:bodyPr/>
          <a:lstStyle>
            <a:lvl1pPr marL="0" indent="0">
              <a:buNone/>
              <a:defRPr sz="2400" b="1" spc="0">
                <a:solidFill>
                  <a:schemeClr val="bg1"/>
                </a:solidFill>
                <a:latin typeface="+mj-lt"/>
              </a:defRPr>
            </a:lvl1pPr>
          </a:lstStyle>
          <a:p>
            <a:pPr lvl="0"/>
            <a:r>
              <a:rPr lang="fr-FR"/>
              <a:t>Partie 1</a:t>
            </a:r>
          </a:p>
        </p:txBody>
      </p:sp>
      <p:sp>
        <p:nvSpPr>
          <p:cNvPr id="29" name="Espace réservé du texte 9"/>
          <p:cNvSpPr>
            <a:spLocks noGrp="1"/>
          </p:cNvSpPr>
          <p:nvPr>
            <p:ph type="body" sz="quarter" idx="31" hasCustomPrompt="1"/>
          </p:nvPr>
        </p:nvSpPr>
        <p:spPr>
          <a:xfrm>
            <a:off x="8895552" y="3677236"/>
            <a:ext cx="1838981" cy="23180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Vos enjeux</a:t>
            </a:r>
          </a:p>
          <a:p>
            <a:pPr lvl="0"/>
            <a:endParaRPr lang="fr-FR"/>
          </a:p>
        </p:txBody>
      </p:sp>
      <p:sp>
        <p:nvSpPr>
          <p:cNvPr id="27" name="Espace réservé du texte 9"/>
          <p:cNvSpPr>
            <a:spLocks noGrp="1"/>
          </p:cNvSpPr>
          <p:nvPr>
            <p:ph type="body" sz="quarter" idx="30" hasCustomPrompt="1"/>
          </p:nvPr>
        </p:nvSpPr>
        <p:spPr>
          <a:xfrm>
            <a:off x="8895551" y="3926981"/>
            <a:ext cx="2748509" cy="774271"/>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solidFill>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err="1"/>
              <a:t>Lorem</a:t>
            </a:r>
            <a:r>
              <a:rPr lang="fr-FR"/>
              <a:t> </a:t>
            </a:r>
            <a:r>
              <a:rPr lang="fr-FR" err="1"/>
              <a:t>ipsum</a:t>
            </a:r>
            <a:r>
              <a:rPr lang="fr-FR"/>
              <a:t> </a:t>
            </a:r>
            <a:r>
              <a:rPr lang="fr-FR" err="1"/>
              <a:t>dolor</a:t>
            </a:r>
            <a:r>
              <a:rPr lang="fr-FR"/>
              <a:t> </a:t>
            </a:r>
            <a:r>
              <a:rPr lang="fr-FR" err="1"/>
              <a:t>sit</a:t>
            </a:r>
            <a:r>
              <a:rPr lang="fr-FR"/>
              <a:t> </a:t>
            </a:r>
            <a:r>
              <a:rPr lang="fr-FR" err="1"/>
              <a:t>amet</a:t>
            </a:r>
            <a:r>
              <a:rPr lang="fr-FR"/>
              <a:t>, </a:t>
            </a:r>
            <a:r>
              <a:rPr lang="fr-FR" err="1"/>
              <a:t>consectetur</a:t>
            </a:r>
            <a:r>
              <a:rPr lang="fr-FR"/>
              <a:t> </a:t>
            </a:r>
            <a:r>
              <a:rPr lang="fr-FR" err="1"/>
              <a:t>adipiscing</a:t>
            </a:r>
            <a:r>
              <a:rPr lang="fr-FR"/>
              <a:t>  </a:t>
            </a:r>
            <a:r>
              <a:rPr lang="fr-FR" err="1"/>
              <a:t>elit</a:t>
            </a:r>
            <a:r>
              <a:rPr lang="fr-FR"/>
              <a:t>. </a:t>
            </a:r>
            <a:r>
              <a:rPr lang="fr-FR" err="1"/>
              <a:t>Etiam</a:t>
            </a:r>
            <a:r>
              <a:rPr lang="fr-FR"/>
              <a:t> </a:t>
            </a:r>
            <a:r>
              <a:rPr lang="fr-FR" err="1"/>
              <a:t>sed</a:t>
            </a:r>
            <a:r>
              <a:rPr lang="fr-FR"/>
              <a:t> </a:t>
            </a:r>
            <a:r>
              <a:rPr lang="fr-FR" err="1"/>
              <a:t>turpis</a:t>
            </a:r>
            <a:r>
              <a:rPr lang="fr-FR"/>
              <a:t> a </a:t>
            </a:r>
            <a:r>
              <a:rPr lang="fr-FR" err="1"/>
              <a:t>metus</a:t>
            </a:r>
            <a:r>
              <a:rPr lang="fr-FR"/>
              <a:t> </a:t>
            </a:r>
            <a:r>
              <a:rPr lang="fr-FR" err="1"/>
              <a:t>placerat</a:t>
            </a:r>
            <a:r>
              <a:rPr lang="fr-FR"/>
              <a:t> </a:t>
            </a:r>
            <a:r>
              <a:rPr lang="fr-FR" err="1"/>
              <a:t>varius</a:t>
            </a:r>
            <a:r>
              <a:rPr lang="fr-FR"/>
              <a:t>  </a:t>
            </a:r>
            <a:r>
              <a:rPr lang="fr-FR" err="1"/>
              <a:t>quis</a:t>
            </a:r>
            <a:r>
              <a:rPr lang="fr-FR"/>
              <a:t> vitae </a:t>
            </a:r>
            <a:r>
              <a:rPr lang="fr-FR" err="1"/>
              <a:t>nibh</a:t>
            </a:r>
            <a:r>
              <a:rPr lang="fr-FR"/>
              <a:t>. </a:t>
            </a:r>
          </a:p>
        </p:txBody>
      </p:sp>
      <p:sp>
        <p:nvSpPr>
          <p:cNvPr id="20" name="Espace réservé du pied de page 1">
            <a:extLst>
              <a:ext uri="{FF2B5EF4-FFF2-40B4-BE49-F238E27FC236}">
                <a16:creationId xmlns:a16="http://schemas.microsoft.com/office/drawing/2014/main" id="{05DB3B8D-9370-1D4A-94E6-25821EDF8EFF}"/>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33105834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SUMMARY_4">
    <p:spTree>
      <p:nvGrpSpPr>
        <p:cNvPr id="1" name=""/>
        <p:cNvGrpSpPr/>
        <p:nvPr/>
      </p:nvGrpSpPr>
      <p:grpSpPr>
        <a:xfrm>
          <a:off x="0" y="0"/>
          <a:ext cx="0" cy="0"/>
          <a:chOff x="0" y="0"/>
          <a:chExt cx="0" cy="0"/>
        </a:xfrm>
      </p:grpSpPr>
      <p:sp>
        <p:nvSpPr>
          <p:cNvPr id="2" name="Espace réservé du pied de page 1"/>
          <p:cNvSpPr>
            <a:spLocks noGrp="1"/>
          </p:cNvSpPr>
          <p:nvPr>
            <p:ph type="ftr" sz="quarter" idx="76"/>
          </p:nvPr>
        </p:nvSpPr>
        <p:spPr>
          <a:xfrm>
            <a:off x="337932" y="283655"/>
            <a:ext cx="1646316" cy="271549"/>
          </a:xfrm>
          <a:prstGeom prst="rect">
            <a:avLst/>
          </a:prstGeom>
        </p:spPr>
        <p:txBody>
          <a:bodyPr/>
          <a:lstStyle/>
          <a:p>
            <a:r>
              <a:rPr lang="fr-FR"/>
              <a:t>Document Header</a:t>
            </a:r>
          </a:p>
        </p:txBody>
      </p:sp>
      <p:sp>
        <p:nvSpPr>
          <p:cNvPr id="4" name="Rectangle 3"/>
          <p:cNvSpPr/>
          <p:nvPr userDrawn="1"/>
        </p:nvSpPr>
        <p:spPr>
          <a:xfrm>
            <a:off x="-529" y="0"/>
            <a:ext cx="6891867" cy="685800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3" name="Espace réservé du texte 4"/>
          <p:cNvSpPr>
            <a:spLocks noGrp="1"/>
          </p:cNvSpPr>
          <p:nvPr>
            <p:ph type="body" sz="quarter" idx="27" hasCustomPrompt="1"/>
          </p:nvPr>
        </p:nvSpPr>
        <p:spPr>
          <a:xfrm>
            <a:off x="642771" y="871261"/>
            <a:ext cx="5606323" cy="38443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baseline="0">
                <a:solidFill>
                  <a:schemeClr val="bg1"/>
                </a:solidFill>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err="1"/>
              <a:t>Summary</a:t>
            </a:r>
            <a:endParaRPr lang="fr-FR"/>
          </a:p>
        </p:txBody>
      </p:sp>
      <p:sp>
        <p:nvSpPr>
          <p:cNvPr id="6" name="Espace réservé pour une image  5"/>
          <p:cNvSpPr>
            <a:spLocks noGrp="1"/>
          </p:cNvSpPr>
          <p:nvPr>
            <p:ph type="pic" sz="quarter" idx="28"/>
          </p:nvPr>
        </p:nvSpPr>
        <p:spPr>
          <a:xfrm>
            <a:off x="642938" y="1771650"/>
            <a:ext cx="6248400" cy="5086350"/>
          </a:xfrm>
          <a:prstGeom prst="rect">
            <a:avLst/>
          </a:prstGeom>
        </p:spPr>
        <p:txBody>
          <a:bodyPr/>
          <a:lstStyle/>
          <a:p>
            <a:r>
              <a:rPr lang="fr-FR"/>
              <a:t>Cliquez sur l'icône pour ajouter une image</a:t>
            </a:r>
          </a:p>
        </p:txBody>
      </p:sp>
      <p:sp>
        <p:nvSpPr>
          <p:cNvPr id="7" name="object 12"/>
          <p:cNvSpPr/>
          <p:nvPr userDrawn="1"/>
        </p:nvSpPr>
        <p:spPr>
          <a:xfrm>
            <a:off x="4605414" y="1465872"/>
            <a:ext cx="4283037" cy="4461135"/>
          </a:xfrm>
          <a:prstGeom prst="rect">
            <a:avLst/>
          </a:prstGeom>
          <a:blipFill>
            <a:blip r:embed="rId2" cstate="email">
              <a:extLst>
                <a:ext uri="{28A0092B-C50C-407E-A947-70E740481C1C}">
                  <a14:useLocalDpi xmlns:a14="http://schemas.microsoft.com/office/drawing/2010/main"/>
                </a:ext>
              </a:extLst>
            </a:blip>
            <a:stretch>
              <a:fillRect/>
            </a:stretch>
          </a:blipFill>
        </p:spPr>
        <p:txBody>
          <a:bodyPr wrap="square" lIns="0" tIns="0" rIns="0" bIns="0" rtlCol="0"/>
          <a:lstStyle/>
          <a:p>
            <a:endParaRPr/>
          </a:p>
        </p:txBody>
      </p:sp>
      <p:sp>
        <p:nvSpPr>
          <p:cNvPr id="14" name="Espace réservé du texte 9"/>
          <p:cNvSpPr>
            <a:spLocks noGrp="1"/>
          </p:cNvSpPr>
          <p:nvPr>
            <p:ph type="body" sz="quarter" idx="43"/>
          </p:nvPr>
        </p:nvSpPr>
        <p:spPr>
          <a:xfrm>
            <a:off x="8888981" y="1496598"/>
            <a:ext cx="2532553" cy="473802"/>
          </a:xfrm>
          <a:prstGeom prst="rect">
            <a:avLst/>
          </a:prstGeom>
          <a:noFill/>
          <a:ln>
            <a:noFill/>
          </a:ln>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5" name="Espace réservé du texte 9"/>
          <p:cNvSpPr>
            <a:spLocks noGrp="1"/>
          </p:cNvSpPr>
          <p:nvPr>
            <p:ph type="body" sz="quarter" idx="72"/>
          </p:nvPr>
        </p:nvSpPr>
        <p:spPr>
          <a:xfrm>
            <a:off x="9325682" y="2533631"/>
            <a:ext cx="2532553" cy="473802"/>
          </a:xfrm>
          <a:prstGeom prst="rect">
            <a:avLst/>
          </a:prstGeom>
          <a:noFill/>
          <a:ln>
            <a:noFill/>
          </a:ln>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6" name="Espace réservé du texte 9"/>
          <p:cNvSpPr>
            <a:spLocks noGrp="1"/>
          </p:cNvSpPr>
          <p:nvPr>
            <p:ph type="body" sz="quarter" idx="73"/>
          </p:nvPr>
        </p:nvSpPr>
        <p:spPr>
          <a:xfrm>
            <a:off x="9341657" y="3570664"/>
            <a:ext cx="2532553" cy="473802"/>
          </a:xfrm>
          <a:prstGeom prst="rect">
            <a:avLst/>
          </a:prstGeom>
          <a:noFill/>
          <a:ln>
            <a:noFill/>
          </a:ln>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7" name="Espace réservé du texte 9"/>
          <p:cNvSpPr>
            <a:spLocks noGrp="1"/>
          </p:cNvSpPr>
          <p:nvPr>
            <p:ph type="body" sz="quarter" idx="74"/>
          </p:nvPr>
        </p:nvSpPr>
        <p:spPr>
          <a:xfrm>
            <a:off x="9325681" y="4608524"/>
            <a:ext cx="2532553" cy="473802"/>
          </a:xfrm>
          <a:prstGeom prst="rect">
            <a:avLst/>
          </a:prstGeom>
          <a:noFill/>
          <a:ln>
            <a:noFill/>
          </a:ln>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8" name="Espace réservé du texte 9"/>
          <p:cNvSpPr>
            <a:spLocks noGrp="1"/>
          </p:cNvSpPr>
          <p:nvPr>
            <p:ph type="body" sz="quarter" idx="75"/>
          </p:nvPr>
        </p:nvSpPr>
        <p:spPr>
          <a:xfrm>
            <a:off x="8888980" y="5657105"/>
            <a:ext cx="2532553" cy="473802"/>
          </a:xfrm>
          <a:prstGeom prst="rect">
            <a:avLst/>
          </a:prstGeom>
          <a:noFill/>
          <a:ln>
            <a:noFill/>
          </a:ln>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4" name="Espace réservé du texte 23"/>
          <p:cNvSpPr>
            <a:spLocks noGrp="1"/>
          </p:cNvSpPr>
          <p:nvPr>
            <p:ph type="body" sz="quarter" idx="77" hasCustomPrompt="1"/>
          </p:nvPr>
        </p:nvSpPr>
        <p:spPr>
          <a:xfrm>
            <a:off x="8888413" y="1255713"/>
            <a:ext cx="874712" cy="209550"/>
          </a:xfrm>
          <a:prstGeom prst="rect">
            <a:avLst/>
          </a:prstGeom>
          <a:solidFill>
            <a:schemeClr val="tx1"/>
          </a:solidFill>
        </p:spPr>
        <p:txBody>
          <a:bodyPr/>
          <a:lstStyle>
            <a:lvl1pPr marL="0" indent="0">
              <a:buNone/>
              <a:defRPr sz="1200" b="1">
                <a:solidFill>
                  <a:schemeClr val="bg1"/>
                </a:solidFill>
              </a:defRPr>
            </a:lvl1pPr>
            <a:lvl2pPr>
              <a:defRPr sz="1200" b="1"/>
            </a:lvl2pPr>
            <a:lvl3pPr>
              <a:defRPr sz="1200" b="1"/>
            </a:lvl3pPr>
            <a:lvl4pPr>
              <a:defRPr sz="1200" b="1"/>
            </a:lvl4pPr>
            <a:lvl5pPr>
              <a:defRPr sz="1200" b="1"/>
            </a:lvl5pPr>
          </a:lstStyle>
          <a:p>
            <a:pPr lvl="0"/>
            <a:r>
              <a:rPr lang="fr-FR"/>
              <a:t>#1</a:t>
            </a:r>
          </a:p>
        </p:txBody>
      </p:sp>
      <p:sp>
        <p:nvSpPr>
          <p:cNvPr id="25" name="Espace réservé du texte 23"/>
          <p:cNvSpPr>
            <a:spLocks noGrp="1"/>
          </p:cNvSpPr>
          <p:nvPr>
            <p:ph type="body" sz="quarter" idx="78" hasCustomPrompt="1"/>
          </p:nvPr>
        </p:nvSpPr>
        <p:spPr>
          <a:xfrm>
            <a:off x="9325769" y="2292036"/>
            <a:ext cx="874712" cy="209550"/>
          </a:xfrm>
          <a:prstGeom prst="rect">
            <a:avLst/>
          </a:prstGeom>
          <a:solidFill>
            <a:schemeClr val="tx1"/>
          </a:solidFill>
        </p:spPr>
        <p:txBody>
          <a:bodyPr/>
          <a:lstStyle>
            <a:lvl1pPr marL="0" indent="0">
              <a:buNone/>
              <a:defRPr sz="1200" b="1">
                <a:solidFill>
                  <a:schemeClr val="bg1"/>
                </a:solidFill>
              </a:defRPr>
            </a:lvl1pPr>
            <a:lvl2pPr>
              <a:defRPr sz="1200" b="1"/>
            </a:lvl2pPr>
            <a:lvl3pPr>
              <a:defRPr sz="1200" b="1"/>
            </a:lvl3pPr>
            <a:lvl4pPr>
              <a:defRPr sz="1200" b="1"/>
            </a:lvl4pPr>
            <a:lvl5pPr>
              <a:defRPr sz="1200" b="1"/>
            </a:lvl5pPr>
          </a:lstStyle>
          <a:p>
            <a:pPr lvl="0"/>
            <a:r>
              <a:rPr lang="fr-FR"/>
              <a:t>#2</a:t>
            </a:r>
          </a:p>
        </p:txBody>
      </p:sp>
      <p:sp>
        <p:nvSpPr>
          <p:cNvPr id="26" name="Espace réservé du texte 23"/>
          <p:cNvSpPr>
            <a:spLocks noGrp="1"/>
          </p:cNvSpPr>
          <p:nvPr>
            <p:ph type="body" sz="quarter" idx="79" hasCustomPrompt="1"/>
          </p:nvPr>
        </p:nvSpPr>
        <p:spPr>
          <a:xfrm>
            <a:off x="9341657" y="3350097"/>
            <a:ext cx="874712" cy="209550"/>
          </a:xfrm>
          <a:prstGeom prst="rect">
            <a:avLst/>
          </a:prstGeom>
          <a:solidFill>
            <a:schemeClr val="tx1"/>
          </a:solidFill>
        </p:spPr>
        <p:txBody>
          <a:bodyPr/>
          <a:lstStyle>
            <a:lvl1pPr marL="0" indent="0">
              <a:buNone/>
              <a:defRPr sz="1200" b="1">
                <a:solidFill>
                  <a:schemeClr val="bg1"/>
                </a:solidFill>
              </a:defRPr>
            </a:lvl1pPr>
            <a:lvl2pPr>
              <a:defRPr sz="1200" b="1"/>
            </a:lvl2pPr>
            <a:lvl3pPr>
              <a:defRPr sz="1200" b="1"/>
            </a:lvl3pPr>
            <a:lvl4pPr>
              <a:defRPr sz="1200" b="1"/>
            </a:lvl4pPr>
            <a:lvl5pPr>
              <a:defRPr sz="1200" b="1"/>
            </a:lvl5pPr>
          </a:lstStyle>
          <a:p>
            <a:pPr lvl="0"/>
            <a:r>
              <a:rPr lang="fr-FR"/>
              <a:t>#3</a:t>
            </a:r>
          </a:p>
        </p:txBody>
      </p:sp>
      <p:sp>
        <p:nvSpPr>
          <p:cNvPr id="27" name="Espace réservé du texte 23"/>
          <p:cNvSpPr>
            <a:spLocks noGrp="1"/>
          </p:cNvSpPr>
          <p:nvPr>
            <p:ph type="body" sz="quarter" idx="80" hasCustomPrompt="1"/>
          </p:nvPr>
        </p:nvSpPr>
        <p:spPr>
          <a:xfrm>
            <a:off x="9325769" y="4387130"/>
            <a:ext cx="874712" cy="209550"/>
          </a:xfrm>
          <a:prstGeom prst="rect">
            <a:avLst/>
          </a:prstGeom>
          <a:solidFill>
            <a:schemeClr val="tx1"/>
          </a:solidFill>
        </p:spPr>
        <p:txBody>
          <a:bodyPr/>
          <a:lstStyle>
            <a:lvl1pPr marL="0" indent="0">
              <a:buNone/>
              <a:defRPr sz="1200" b="1">
                <a:solidFill>
                  <a:schemeClr val="bg1"/>
                </a:solidFill>
              </a:defRPr>
            </a:lvl1pPr>
            <a:lvl2pPr>
              <a:defRPr sz="1200" b="1"/>
            </a:lvl2pPr>
            <a:lvl3pPr>
              <a:defRPr sz="1200" b="1"/>
            </a:lvl3pPr>
            <a:lvl4pPr>
              <a:defRPr sz="1200" b="1"/>
            </a:lvl4pPr>
            <a:lvl5pPr>
              <a:defRPr sz="1200" b="1"/>
            </a:lvl5pPr>
          </a:lstStyle>
          <a:p>
            <a:pPr lvl="0"/>
            <a:r>
              <a:rPr lang="fr-FR"/>
              <a:t>#4</a:t>
            </a:r>
          </a:p>
        </p:txBody>
      </p:sp>
      <p:sp>
        <p:nvSpPr>
          <p:cNvPr id="28" name="Espace réservé du texte 23"/>
          <p:cNvSpPr>
            <a:spLocks noGrp="1"/>
          </p:cNvSpPr>
          <p:nvPr>
            <p:ph type="body" sz="quarter" idx="81" hasCustomPrompt="1"/>
          </p:nvPr>
        </p:nvSpPr>
        <p:spPr>
          <a:xfrm>
            <a:off x="8888325" y="5435180"/>
            <a:ext cx="874712" cy="209550"/>
          </a:xfrm>
          <a:prstGeom prst="rect">
            <a:avLst/>
          </a:prstGeom>
          <a:solidFill>
            <a:schemeClr val="tx1"/>
          </a:solidFill>
        </p:spPr>
        <p:txBody>
          <a:bodyPr/>
          <a:lstStyle>
            <a:lvl1pPr marL="0" indent="0">
              <a:buNone/>
              <a:defRPr sz="1200" b="1">
                <a:solidFill>
                  <a:schemeClr val="bg1"/>
                </a:solidFill>
              </a:defRPr>
            </a:lvl1pPr>
            <a:lvl2pPr>
              <a:defRPr sz="1200" b="1"/>
            </a:lvl2pPr>
            <a:lvl3pPr>
              <a:defRPr sz="1200" b="1"/>
            </a:lvl3pPr>
            <a:lvl4pPr>
              <a:defRPr sz="1200" b="1"/>
            </a:lvl4pPr>
            <a:lvl5pPr>
              <a:defRPr sz="1200" b="1"/>
            </a:lvl5pPr>
          </a:lstStyle>
          <a:p>
            <a:pPr lvl="0"/>
            <a:r>
              <a:rPr lang="fr-FR"/>
              <a:t>#5</a:t>
            </a:r>
          </a:p>
        </p:txBody>
      </p:sp>
    </p:spTree>
    <p:extLst>
      <p:ext uri="{BB962C8B-B14F-4D97-AF65-F5344CB8AC3E}">
        <p14:creationId xmlns:p14="http://schemas.microsoft.com/office/powerpoint/2010/main" val="14985259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sp>
        <p:nvSpPr>
          <p:cNvPr id="10" name="bk object 16"/>
          <p:cNvSpPr/>
          <p:nvPr userDrawn="1"/>
        </p:nvSpPr>
        <p:spPr>
          <a:xfrm>
            <a:off x="0" y="0"/>
            <a:ext cx="12192000" cy="6858000"/>
          </a:xfrm>
          <a:prstGeom prst="rect">
            <a:avLst/>
          </a:prstGeom>
          <a:blipFill>
            <a:blip r:embed="rId2" cstate="print"/>
            <a:stretch>
              <a:fillRect/>
            </a:stretch>
          </a:blipFill>
        </p:spPr>
        <p:txBody>
          <a:bodyPr wrap="square" lIns="0" tIns="0" rIns="0" bIns="0" rtlCol="0"/>
          <a:lstStyle/>
          <a:p>
            <a:endParaRPr/>
          </a:p>
        </p:txBody>
      </p:sp>
      <p:sp>
        <p:nvSpPr>
          <p:cNvPr id="11" name="bk object 17"/>
          <p:cNvSpPr/>
          <p:nvPr userDrawn="1"/>
        </p:nvSpPr>
        <p:spPr>
          <a:xfrm>
            <a:off x="260350" y="260350"/>
            <a:ext cx="11758083" cy="6424083"/>
          </a:xfrm>
          <a:custGeom>
            <a:avLst/>
            <a:gdLst/>
            <a:ahLst/>
            <a:cxnLst/>
            <a:rect l="l" t="t" r="r" b="b"/>
            <a:pathLst>
              <a:path w="14109700" h="7708900">
                <a:moveTo>
                  <a:pt x="0" y="7708900"/>
                </a:moveTo>
                <a:lnTo>
                  <a:pt x="14109700" y="7708900"/>
                </a:lnTo>
                <a:lnTo>
                  <a:pt x="14109700" y="0"/>
                </a:lnTo>
                <a:lnTo>
                  <a:pt x="0" y="0"/>
                </a:lnTo>
                <a:lnTo>
                  <a:pt x="0" y="7708900"/>
                </a:lnTo>
                <a:close/>
              </a:path>
            </a:pathLst>
          </a:custGeom>
          <a:solidFill>
            <a:schemeClr val="bg1">
              <a:alpha val="94999"/>
            </a:schemeClr>
          </a:solidFill>
        </p:spPr>
        <p:txBody>
          <a:bodyPr wrap="square" lIns="0" tIns="0" rIns="0" bIns="0" rtlCol="0"/>
          <a:lstStyle/>
          <a:p>
            <a:endParaRPr/>
          </a:p>
        </p:txBody>
      </p:sp>
      <p:sp>
        <p:nvSpPr>
          <p:cNvPr id="12" name="Espace réservé du texte 11"/>
          <p:cNvSpPr>
            <a:spLocks noGrp="1"/>
          </p:cNvSpPr>
          <p:nvPr>
            <p:ph type="body" sz="quarter" idx="38" hasCustomPrompt="1"/>
          </p:nvPr>
        </p:nvSpPr>
        <p:spPr>
          <a:xfrm>
            <a:off x="2407572" y="2678012"/>
            <a:ext cx="7376855" cy="815244"/>
          </a:xfrm>
          <a:prstGeom prst="rect">
            <a:avLst/>
          </a:prstGeom>
        </p:spPr>
        <p:txBody>
          <a:bodyPr/>
          <a:lstStyle>
            <a:lvl1pPr marL="0" indent="0" algn="ctr">
              <a:buNone/>
              <a:defRPr sz="5400" baseline="0">
                <a:solidFill>
                  <a:schemeClr val="tx1"/>
                </a:solidFill>
                <a:latin typeface="+mj-lt"/>
              </a:defRPr>
            </a:lvl1pPr>
          </a:lstStyle>
          <a:p>
            <a:pPr lvl="0"/>
            <a:r>
              <a:rPr lang="fr-FR"/>
              <a:t>Titre de la partie 1</a:t>
            </a:r>
          </a:p>
        </p:txBody>
      </p:sp>
      <p:sp>
        <p:nvSpPr>
          <p:cNvPr id="15" name="Espace réservé du texte 11"/>
          <p:cNvSpPr>
            <a:spLocks noGrp="1"/>
          </p:cNvSpPr>
          <p:nvPr>
            <p:ph type="body" sz="quarter" idx="39" hasCustomPrompt="1"/>
          </p:nvPr>
        </p:nvSpPr>
        <p:spPr>
          <a:xfrm>
            <a:off x="2407570" y="3636293"/>
            <a:ext cx="7376855" cy="815244"/>
          </a:xfrm>
          <a:prstGeom prst="rect">
            <a:avLst/>
          </a:prstGeom>
        </p:spPr>
        <p:txBody>
          <a:bodyPr/>
          <a:lstStyle>
            <a:lvl1pPr marL="0" indent="0" algn="ctr">
              <a:buNone/>
              <a:defRPr sz="3600" baseline="0">
                <a:solidFill>
                  <a:schemeClr val="tx1"/>
                </a:solidFill>
                <a:latin typeface="+mj-lt"/>
              </a:defRPr>
            </a:lvl1pPr>
          </a:lstStyle>
          <a:p>
            <a:pPr lvl="0"/>
            <a:r>
              <a:rPr lang="fr-FR"/>
              <a:t>Sous-titre de la partie</a:t>
            </a:r>
          </a:p>
        </p:txBody>
      </p:sp>
      <p:pic>
        <p:nvPicPr>
          <p:cNvPr id="9" name="Image 8">
            <a:extLst>
              <a:ext uri="{FF2B5EF4-FFF2-40B4-BE49-F238E27FC236}">
                <a16:creationId xmlns:a16="http://schemas.microsoft.com/office/drawing/2014/main" id="{FEA2AF23-9837-B940-8ACF-A964AC1B56E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308619" y="5914818"/>
            <a:ext cx="1575576" cy="764059"/>
          </a:xfrm>
          <a:prstGeom prst="rect">
            <a:avLst/>
          </a:prstGeom>
        </p:spPr>
      </p:pic>
    </p:spTree>
    <p:extLst>
      <p:ext uri="{BB962C8B-B14F-4D97-AF65-F5344CB8AC3E}">
        <p14:creationId xmlns:p14="http://schemas.microsoft.com/office/powerpoint/2010/main" val="22201758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6" name="Espace réservé du texte 11">
            <a:extLst>
              <a:ext uri="{FF2B5EF4-FFF2-40B4-BE49-F238E27FC236}">
                <a16:creationId xmlns:a16="http://schemas.microsoft.com/office/drawing/2014/main" id="{778C7D8C-1CEA-4F52-865E-D27D8485965C}"/>
              </a:ext>
            </a:extLst>
          </p:cNvPr>
          <p:cNvSpPr>
            <a:spLocks noGrp="1"/>
          </p:cNvSpPr>
          <p:nvPr>
            <p:ph type="body" sz="quarter" idx="11" hasCustomPrompt="1"/>
          </p:nvPr>
        </p:nvSpPr>
        <p:spPr>
          <a:xfrm>
            <a:off x="213270" y="2830512"/>
            <a:ext cx="11771627" cy="1196975"/>
          </a:xfrm>
          <a:prstGeom prst="rect">
            <a:avLst/>
          </a:prstGeom>
        </p:spPr>
        <p:txBody>
          <a:bodyPr anchor="ctr"/>
          <a:lstStyle>
            <a:lvl1pPr marL="0" indent="0" algn="ctr">
              <a:buNone/>
              <a:defRPr sz="7200" b="1" cap="none" spc="-150" baseline="0">
                <a:ln w="1905">
                  <a:solidFill>
                    <a:schemeClr val="tx1">
                      <a:alpha val="32000"/>
                    </a:schemeClr>
                  </a:solidFill>
                  <a:prstDash val="solid"/>
                </a:ln>
                <a:solidFill>
                  <a:srgbClr val="FFFFFF"/>
                </a:solidFill>
                <a:effectLst/>
                <a:latin typeface="+mj-lt"/>
              </a:defRPr>
            </a:lvl1pPr>
          </a:lstStyle>
          <a:p>
            <a:pPr lvl="0"/>
            <a:r>
              <a:rPr lang="fr-FR"/>
              <a:t>TITRE PRESENTATION</a:t>
            </a:r>
          </a:p>
        </p:txBody>
      </p:sp>
      <p:sp>
        <p:nvSpPr>
          <p:cNvPr id="7" name="Espace réservé du texte 9">
            <a:extLst>
              <a:ext uri="{FF2B5EF4-FFF2-40B4-BE49-F238E27FC236}">
                <a16:creationId xmlns:a16="http://schemas.microsoft.com/office/drawing/2014/main" id="{5162ADC2-46DF-44EA-8085-310799EC125F}"/>
              </a:ext>
            </a:extLst>
          </p:cNvPr>
          <p:cNvSpPr>
            <a:spLocks noGrp="1"/>
          </p:cNvSpPr>
          <p:nvPr>
            <p:ph type="body" sz="quarter" idx="10" hasCustomPrompt="1"/>
          </p:nvPr>
        </p:nvSpPr>
        <p:spPr>
          <a:xfrm>
            <a:off x="1876756" y="3081337"/>
            <a:ext cx="8506883" cy="939800"/>
          </a:xfrm>
          <a:prstGeom prst="rect">
            <a:avLst/>
          </a:prstGeom>
        </p:spPr>
        <p:txBody>
          <a:bodyPr anchor="ctr"/>
          <a:lstStyle>
            <a:lvl1pPr marL="0" indent="0" algn="ctr">
              <a:buNone/>
              <a:defRPr sz="5400" b="1" spc="-150" baseline="0">
                <a:solidFill>
                  <a:schemeClr val="tx1"/>
                </a:solidFill>
                <a:latin typeface="+mj-lt"/>
              </a:defRPr>
            </a:lvl1pPr>
          </a:lstStyle>
          <a:p>
            <a:pPr lvl="0"/>
            <a:r>
              <a:rPr lang="fr-FR"/>
              <a:t>TITRE PRESENTATION</a:t>
            </a:r>
          </a:p>
        </p:txBody>
      </p:sp>
    </p:spTree>
    <p:extLst>
      <p:ext uri="{BB962C8B-B14F-4D97-AF65-F5344CB8AC3E}">
        <p14:creationId xmlns:p14="http://schemas.microsoft.com/office/powerpoint/2010/main" val="2267894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IMAGE_1">
    <p:spTree>
      <p:nvGrpSpPr>
        <p:cNvPr id="1" name=""/>
        <p:cNvGrpSpPr/>
        <p:nvPr/>
      </p:nvGrpSpPr>
      <p:grpSpPr>
        <a:xfrm>
          <a:off x="0" y="0"/>
          <a:ext cx="0" cy="0"/>
          <a:chOff x="0" y="0"/>
          <a:chExt cx="0" cy="0"/>
        </a:xfrm>
      </p:grpSpPr>
      <p:sp>
        <p:nvSpPr>
          <p:cNvPr id="8" name="Espace réservé du texte 7"/>
          <p:cNvSpPr>
            <a:spLocks noGrp="1"/>
          </p:cNvSpPr>
          <p:nvPr>
            <p:ph type="body" sz="quarter" idx="28"/>
          </p:nvPr>
        </p:nvSpPr>
        <p:spPr>
          <a:xfrm>
            <a:off x="349249" y="2041506"/>
            <a:ext cx="7117686" cy="1335839"/>
          </a:xfrm>
          <a:prstGeom prst="rect">
            <a:avLst/>
          </a:prstGeom>
        </p:spPr>
        <p:txBody>
          <a:bodyPr/>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i="1" baseline="0">
                <a:solidFill>
                  <a:schemeClr val="tx1"/>
                </a:solidFill>
              </a:defRPr>
            </a:lvl1pPr>
            <a:lvl2pPr>
              <a:defRPr sz="1100"/>
            </a:lvl2pPr>
            <a:lvl3pPr>
              <a:defRPr sz="1100"/>
            </a:lvl3pPr>
            <a:lvl4pPr>
              <a:defRPr sz="1100"/>
            </a:lvl4pPr>
            <a:lvl5pPr>
              <a:defRPr sz="1100"/>
            </a:lvl5pPr>
          </a:lstStyle>
          <a:p>
            <a:pPr lvl="0"/>
            <a:r>
              <a:rPr lang="fr-FR"/>
              <a:t>Modifier les styles du texte du masque</a:t>
            </a:r>
          </a:p>
        </p:txBody>
      </p:sp>
      <p:sp>
        <p:nvSpPr>
          <p:cNvPr id="11" name="Espace réservé pour une image  10"/>
          <p:cNvSpPr>
            <a:spLocks noGrp="1"/>
          </p:cNvSpPr>
          <p:nvPr>
            <p:ph type="pic" sz="quarter" idx="29"/>
          </p:nvPr>
        </p:nvSpPr>
        <p:spPr>
          <a:xfrm>
            <a:off x="7988300" y="0"/>
            <a:ext cx="4203700" cy="6858000"/>
          </a:xfrm>
          <a:prstGeom prst="rect">
            <a:avLst/>
          </a:prstGeom>
        </p:spPr>
        <p:txBody>
          <a:bodyPr/>
          <a:lstStyle>
            <a:lvl1pPr>
              <a:defRPr sz="1100"/>
            </a:lvl1pPr>
          </a:lstStyle>
          <a:p>
            <a:r>
              <a:rPr lang="fr-FR"/>
              <a:t>Cliquez sur l'icône pour ajouter une image</a:t>
            </a:r>
          </a:p>
        </p:txBody>
      </p:sp>
      <p:sp>
        <p:nvSpPr>
          <p:cNvPr id="14" name="Espace réservé du texte 13"/>
          <p:cNvSpPr>
            <a:spLocks noGrp="1"/>
          </p:cNvSpPr>
          <p:nvPr>
            <p:ph type="body" sz="quarter" idx="33"/>
          </p:nvPr>
        </p:nvSpPr>
        <p:spPr>
          <a:xfrm>
            <a:off x="0" y="4121150"/>
            <a:ext cx="7353300" cy="1689100"/>
          </a:xfrm>
          <a:prstGeom prst="rect">
            <a:avLst/>
          </a:prstGeom>
          <a:solidFill>
            <a:srgbClr val="EAEAEA"/>
          </a:solidFill>
          <a:ln>
            <a:solidFill>
              <a:srgbClr val="EAEAEA"/>
            </a:solidFill>
          </a:ln>
        </p:spPr>
        <p:txBody>
          <a:bodyPr lIns="900000" tIns="324000" rIns="900000" bIns="324000"/>
          <a:lstStyle>
            <a:lvl1pPr marL="0" indent="0">
              <a:lnSpc>
                <a:spcPts val="1500"/>
              </a:lnSpc>
              <a:buNone/>
              <a:defRPr sz="1100"/>
            </a:lvl1pPr>
            <a:lvl2pPr>
              <a:defRPr sz="1100"/>
            </a:lvl2pPr>
            <a:lvl3pPr>
              <a:defRPr sz="1100"/>
            </a:lvl3pPr>
            <a:lvl4pPr>
              <a:defRPr sz="1100"/>
            </a:lvl4pPr>
            <a:lvl5pPr>
              <a:defRPr sz="1100"/>
            </a:lvl5pPr>
          </a:lstStyle>
          <a:p>
            <a:pPr lvl="0"/>
            <a:r>
              <a:rPr lang="fr-FR"/>
              <a:t>Modifier les styles du texte du masque</a:t>
            </a:r>
          </a:p>
        </p:txBody>
      </p:sp>
      <p:sp>
        <p:nvSpPr>
          <p:cNvPr id="10" name="Espace réservé du pied de page 1">
            <a:extLst>
              <a:ext uri="{FF2B5EF4-FFF2-40B4-BE49-F238E27FC236}">
                <a16:creationId xmlns:a16="http://schemas.microsoft.com/office/drawing/2014/main" id="{ACD558E9-BCAE-5347-8D3F-EFF15B89B186}"/>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2" name="Espace réservé du texte 4">
            <a:extLst>
              <a:ext uri="{FF2B5EF4-FFF2-40B4-BE49-F238E27FC236}">
                <a16:creationId xmlns:a16="http://schemas.microsoft.com/office/drawing/2014/main" id="{C7D8CF23-5D42-A94E-9D9B-7A5508526739}"/>
              </a:ext>
            </a:extLst>
          </p:cNvPr>
          <p:cNvSpPr>
            <a:spLocks noGrp="1"/>
          </p:cNvSpPr>
          <p:nvPr>
            <p:ph type="body" sz="quarter" idx="35" hasCustomPrompt="1"/>
          </p:nvPr>
        </p:nvSpPr>
        <p:spPr>
          <a:xfrm>
            <a:off x="337930" y="922713"/>
            <a:ext cx="7141201"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4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3" name="Espace réservé du texte 6">
            <a:extLst>
              <a:ext uri="{FF2B5EF4-FFF2-40B4-BE49-F238E27FC236}">
                <a16:creationId xmlns:a16="http://schemas.microsoft.com/office/drawing/2014/main" id="{8F26411B-2231-B541-8B67-E0E2F56FCC5B}"/>
              </a:ext>
            </a:extLst>
          </p:cNvPr>
          <p:cNvSpPr>
            <a:spLocks noGrp="1"/>
          </p:cNvSpPr>
          <p:nvPr>
            <p:ph type="body" sz="quarter" idx="10" hasCustomPrompt="1"/>
          </p:nvPr>
        </p:nvSpPr>
        <p:spPr>
          <a:xfrm>
            <a:off x="337932" y="564022"/>
            <a:ext cx="7141199"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809873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IMAGE_2">
    <p:spTree>
      <p:nvGrpSpPr>
        <p:cNvPr id="1" name=""/>
        <p:cNvGrpSpPr/>
        <p:nvPr/>
      </p:nvGrpSpPr>
      <p:grpSpPr>
        <a:xfrm>
          <a:off x="0" y="0"/>
          <a:ext cx="0" cy="0"/>
          <a:chOff x="0" y="0"/>
          <a:chExt cx="0" cy="0"/>
        </a:xfrm>
      </p:grpSpPr>
      <p:sp>
        <p:nvSpPr>
          <p:cNvPr id="10" name="Espace réservé pour une image  9"/>
          <p:cNvSpPr>
            <a:spLocks noGrp="1"/>
          </p:cNvSpPr>
          <p:nvPr>
            <p:ph type="pic" sz="quarter" idx="10"/>
          </p:nvPr>
        </p:nvSpPr>
        <p:spPr>
          <a:xfrm>
            <a:off x="0" y="0"/>
            <a:ext cx="3938588" cy="6858000"/>
          </a:xfrm>
          <a:prstGeom prst="rect">
            <a:avLst/>
          </a:prstGeom>
        </p:spPr>
        <p:txBody>
          <a:bodyPr/>
          <a:lstStyle>
            <a:lvl1pPr>
              <a:defRPr sz="1100"/>
            </a:lvl1pPr>
          </a:lstStyle>
          <a:p>
            <a:r>
              <a:rPr lang="fr-FR"/>
              <a:t>Cliquez sur l'icône pour ajouter une image</a:t>
            </a:r>
          </a:p>
        </p:txBody>
      </p:sp>
      <p:sp>
        <p:nvSpPr>
          <p:cNvPr id="11" name="Espace réservé du texte 4"/>
          <p:cNvSpPr>
            <a:spLocks noGrp="1"/>
          </p:cNvSpPr>
          <p:nvPr>
            <p:ph type="body" sz="quarter" idx="27"/>
          </p:nvPr>
        </p:nvSpPr>
        <p:spPr>
          <a:xfrm>
            <a:off x="5331409" y="1056489"/>
            <a:ext cx="6436268" cy="295668"/>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1">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Modifier les styles du texte du masque</a:t>
            </a:r>
          </a:p>
        </p:txBody>
      </p:sp>
      <p:sp>
        <p:nvSpPr>
          <p:cNvPr id="12" name="Espace réservé du texte 9"/>
          <p:cNvSpPr>
            <a:spLocks noGrp="1"/>
          </p:cNvSpPr>
          <p:nvPr>
            <p:ph type="body" sz="quarter" idx="24"/>
          </p:nvPr>
        </p:nvSpPr>
        <p:spPr>
          <a:xfrm>
            <a:off x="5331409" y="1682496"/>
            <a:ext cx="6436268" cy="361089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3" name="Espace réservé du texte 6"/>
          <p:cNvSpPr>
            <a:spLocks noGrp="1"/>
          </p:cNvSpPr>
          <p:nvPr>
            <p:ph type="body" sz="quarter" idx="28" hasCustomPrompt="1"/>
          </p:nvPr>
        </p:nvSpPr>
        <p:spPr>
          <a:xfrm>
            <a:off x="315309" y="905810"/>
            <a:ext cx="3623279" cy="1876425"/>
          </a:xfrm>
          <a:prstGeom prst="rect">
            <a:avLst/>
          </a:prstGeom>
        </p:spPr>
        <p:txBody>
          <a:bodyPr/>
          <a:lstStyle>
            <a:lvl1pPr marL="0" indent="0">
              <a:buNone/>
              <a:defRPr sz="2400" b="1" spc="0" baseline="0">
                <a:latin typeface="+mj-lt"/>
              </a:defRPr>
            </a:lvl1pPr>
          </a:lstStyle>
          <a:p>
            <a:pPr lvl="0"/>
            <a:r>
              <a:rPr lang="fr-FR"/>
              <a:t>Titre</a:t>
            </a:r>
          </a:p>
        </p:txBody>
      </p:sp>
    </p:spTree>
    <p:extLst>
      <p:ext uri="{BB962C8B-B14F-4D97-AF65-F5344CB8AC3E}">
        <p14:creationId xmlns:p14="http://schemas.microsoft.com/office/powerpoint/2010/main" val="390640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IMAGE_3">
    <p:bg>
      <p:bgRef idx="1001">
        <a:schemeClr val="bg1"/>
      </p:bgRef>
    </p:bg>
    <p:spTree>
      <p:nvGrpSpPr>
        <p:cNvPr id="1" name=""/>
        <p:cNvGrpSpPr/>
        <p:nvPr/>
      </p:nvGrpSpPr>
      <p:grpSpPr>
        <a:xfrm>
          <a:off x="0" y="0"/>
          <a:ext cx="0" cy="0"/>
          <a:chOff x="0" y="0"/>
          <a:chExt cx="0" cy="0"/>
        </a:xfrm>
      </p:grpSpPr>
      <p:sp>
        <p:nvSpPr>
          <p:cNvPr id="9" name="Espace réservé pour une image  8"/>
          <p:cNvSpPr>
            <a:spLocks noGrp="1"/>
          </p:cNvSpPr>
          <p:nvPr>
            <p:ph type="pic" sz="quarter" idx="11"/>
          </p:nvPr>
        </p:nvSpPr>
        <p:spPr>
          <a:xfrm>
            <a:off x="346075" y="819808"/>
            <a:ext cx="2147743" cy="5486400"/>
          </a:xfrm>
          <a:prstGeom prst="rect">
            <a:avLst/>
          </a:prstGeom>
        </p:spPr>
        <p:txBody>
          <a:bodyPr/>
          <a:lstStyle>
            <a:lvl1pPr marL="0" indent="0">
              <a:buNone/>
              <a:defRPr sz="1100"/>
            </a:lvl1pPr>
          </a:lstStyle>
          <a:p>
            <a:r>
              <a:rPr lang="fr-FR"/>
              <a:t>Cliquez sur l'icône pour ajouter une image</a:t>
            </a:r>
          </a:p>
        </p:txBody>
      </p:sp>
      <p:sp>
        <p:nvSpPr>
          <p:cNvPr id="11" name="Espace réservé du texte 2"/>
          <p:cNvSpPr>
            <a:spLocks noGrp="1"/>
          </p:cNvSpPr>
          <p:nvPr>
            <p:ph type="body" sz="quarter" idx="26"/>
          </p:nvPr>
        </p:nvSpPr>
        <p:spPr>
          <a:xfrm>
            <a:off x="2932386" y="1426914"/>
            <a:ext cx="7134341" cy="343126"/>
          </a:xfrm>
          <a:prstGeom prst="rect">
            <a:avLst/>
          </a:prstGeom>
        </p:spPr>
        <p:txBody>
          <a:bodyPr/>
          <a:lstStyle>
            <a:lvl1pPr marL="0" indent="0">
              <a:buNone/>
              <a:defRPr lang="fr-FR" sz="1400" b="1" i="0" dirty="0" smtClean="0">
                <a:solidFill>
                  <a:schemeClr val="tx1"/>
                </a:solidFill>
                <a:latin typeface="Arial Black" panose="020B0A04020102020204" pitchFamily="34" charset="0"/>
                <a:ea typeface="+mj-ea"/>
                <a:cs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Modifier les styles du texte du masque</a:t>
            </a:r>
          </a:p>
        </p:txBody>
      </p:sp>
      <p:sp>
        <p:nvSpPr>
          <p:cNvPr id="12" name="Espace réservé du texte 4"/>
          <p:cNvSpPr>
            <a:spLocks noGrp="1"/>
          </p:cNvSpPr>
          <p:nvPr>
            <p:ph type="body" sz="quarter" idx="27"/>
          </p:nvPr>
        </p:nvSpPr>
        <p:spPr>
          <a:xfrm>
            <a:off x="2932386" y="1995698"/>
            <a:ext cx="8954814" cy="68516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a:latin typeface="+mj-lt"/>
              </a:defRPr>
            </a:lvl1pPr>
            <a:lvl2pPr>
              <a:defRPr sz="1100">
                <a:latin typeface="+mj-lt"/>
              </a:defRPr>
            </a:lvl2pPr>
            <a:lvl3pPr>
              <a:defRPr sz="1100">
                <a:latin typeface="+mj-lt"/>
              </a:defRPr>
            </a:lvl3pPr>
            <a:lvl4pPr>
              <a:defRPr sz="1100">
                <a:latin typeface="+mj-lt"/>
              </a:defRPr>
            </a:lvl4pPr>
            <a:lvl5pPr>
              <a:defRPr sz="1100">
                <a:latin typeface="+mj-lt"/>
              </a:defRPr>
            </a:lvl5pPr>
          </a:lstStyle>
          <a:p>
            <a:pPr lvl="0"/>
            <a:r>
              <a:rPr lang="fr-FR"/>
              <a:t>Modifier les styles du texte du masque</a:t>
            </a:r>
          </a:p>
        </p:txBody>
      </p:sp>
      <p:sp>
        <p:nvSpPr>
          <p:cNvPr id="13" name="Espace réservé du texte 9"/>
          <p:cNvSpPr>
            <a:spLocks noGrp="1"/>
          </p:cNvSpPr>
          <p:nvPr>
            <p:ph type="body" sz="quarter" idx="24"/>
          </p:nvPr>
        </p:nvSpPr>
        <p:spPr>
          <a:xfrm>
            <a:off x="2932386" y="2908677"/>
            <a:ext cx="8954814" cy="2787931"/>
          </a:xfrm>
          <a:prstGeom prst="rect">
            <a:avLst/>
          </a:prstGeom>
        </p:spPr>
        <p:txBody>
          <a:bodyPr numCol="2" spcCol="360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5" name="Espace réservé du texte 14"/>
          <p:cNvSpPr>
            <a:spLocks noGrp="1"/>
          </p:cNvSpPr>
          <p:nvPr>
            <p:ph type="body" sz="quarter" idx="33" hasCustomPrompt="1"/>
          </p:nvPr>
        </p:nvSpPr>
        <p:spPr>
          <a:xfrm>
            <a:off x="10647745" y="770233"/>
            <a:ext cx="1198180" cy="690640"/>
          </a:xfrm>
          <a:prstGeom prst="rect">
            <a:avLst/>
          </a:prstGeom>
        </p:spPr>
        <p:txBody>
          <a:bodyPr anchor="ctr"/>
          <a:lstStyle>
            <a:lvl1pPr marL="0" indent="0" algn="ctr">
              <a:buNone/>
              <a:defRPr sz="4400" b="1">
                <a:solidFill>
                  <a:schemeClr val="bg1">
                    <a:lumMod val="90000"/>
                  </a:schemeClr>
                </a:solidFill>
                <a:latin typeface="+mj-lt"/>
              </a:defRPr>
            </a:lvl1pPr>
          </a:lstStyle>
          <a:p>
            <a:pPr lvl="0"/>
            <a:r>
              <a:rPr lang="fr-FR"/>
              <a:t>1/2</a:t>
            </a:r>
          </a:p>
        </p:txBody>
      </p:sp>
      <p:sp>
        <p:nvSpPr>
          <p:cNvPr id="22" name="Espace réservé du texte 6">
            <a:extLst>
              <a:ext uri="{FF2B5EF4-FFF2-40B4-BE49-F238E27FC236}">
                <a16:creationId xmlns:a16="http://schemas.microsoft.com/office/drawing/2014/main" id="{DB88CB0B-C187-4DC7-A8B1-948F6D9D11DF}"/>
              </a:ext>
            </a:extLst>
          </p:cNvPr>
          <p:cNvSpPr>
            <a:spLocks noGrp="1"/>
          </p:cNvSpPr>
          <p:nvPr>
            <p:ph type="body" sz="quarter" idx="34" hasCustomPrompt="1"/>
          </p:nvPr>
        </p:nvSpPr>
        <p:spPr>
          <a:xfrm>
            <a:off x="2932386" y="770233"/>
            <a:ext cx="7117686" cy="645000"/>
          </a:xfrm>
          <a:prstGeom prst="rect">
            <a:avLst/>
          </a:prstGeom>
        </p:spPr>
        <p:txBody>
          <a:bodyPr anchor="ctr"/>
          <a:lstStyle>
            <a:lvl1pPr marL="0" indent="0">
              <a:buNone/>
              <a:defRPr sz="2400" b="1" spc="-150" baseline="0">
                <a:latin typeface="+mj-lt"/>
              </a:defRPr>
            </a:lvl1pPr>
          </a:lstStyle>
          <a:p>
            <a:pPr lvl="0"/>
            <a:r>
              <a:rPr lang="fr-FR"/>
              <a:t>Titre</a:t>
            </a:r>
          </a:p>
        </p:txBody>
      </p:sp>
      <p:sp>
        <p:nvSpPr>
          <p:cNvPr id="10" name="Espace réservé du pied de page 1">
            <a:extLst>
              <a:ext uri="{FF2B5EF4-FFF2-40B4-BE49-F238E27FC236}">
                <a16:creationId xmlns:a16="http://schemas.microsoft.com/office/drawing/2014/main" id="{03B894C4-F544-FC4D-92C3-114A14FE6EEA}"/>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14370585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IMAGE_4">
    <p:spTree>
      <p:nvGrpSpPr>
        <p:cNvPr id="1" name=""/>
        <p:cNvGrpSpPr/>
        <p:nvPr/>
      </p:nvGrpSpPr>
      <p:grpSpPr>
        <a:xfrm>
          <a:off x="0" y="0"/>
          <a:ext cx="0" cy="0"/>
          <a:chOff x="0" y="0"/>
          <a:chExt cx="0" cy="0"/>
        </a:xfrm>
      </p:grpSpPr>
      <p:sp>
        <p:nvSpPr>
          <p:cNvPr id="8" name="Espace réservé pour une image  7"/>
          <p:cNvSpPr>
            <a:spLocks noGrp="1"/>
          </p:cNvSpPr>
          <p:nvPr>
            <p:ph type="pic" sz="quarter" idx="10"/>
          </p:nvPr>
        </p:nvSpPr>
        <p:spPr>
          <a:xfrm>
            <a:off x="8975834" y="2448910"/>
            <a:ext cx="2858979" cy="3857024"/>
          </a:xfrm>
          <a:prstGeom prst="rect">
            <a:avLst/>
          </a:prstGeom>
        </p:spPr>
        <p:txBody>
          <a:bodyPr/>
          <a:lstStyle>
            <a:lvl1pPr>
              <a:defRPr sz="1100"/>
            </a:lvl1pPr>
          </a:lstStyle>
          <a:p>
            <a:r>
              <a:rPr lang="fr-FR"/>
              <a:t>Cliquez sur l'icône pour ajouter une image</a:t>
            </a:r>
          </a:p>
        </p:txBody>
      </p:sp>
      <p:sp>
        <p:nvSpPr>
          <p:cNvPr id="10" name="Espace réservé du texte 4"/>
          <p:cNvSpPr>
            <a:spLocks noGrp="1"/>
          </p:cNvSpPr>
          <p:nvPr>
            <p:ph type="body" sz="quarter" idx="27"/>
          </p:nvPr>
        </p:nvSpPr>
        <p:spPr>
          <a:xfrm>
            <a:off x="349274" y="1256426"/>
            <a:ext cx="8227167" cy="59339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400" b="1">
                <a:latin typeface="+mj-lt"/>
              </a:defRPr>
            </a:lvl1pPr>
            <a:lvl2pPr>
              <a:defRPr sz="1100">
                <a:latin typeface="+mj-lt"/>
              </a:defRPr>
            </a:lvl2pPr>
            <a:lvl3pPr>
              <a:defRPr sz="1100">
                <a:latin typeface="+mj-lt"/>
              </a:defRPr>
            </a:lvl3pPr>
            <a:lvl4pPr>
              <a:defRPr sz="1100">
                <a:latin typeface="+mj-lt"/>
              </a:defRPr>
            </a:lvl4pPr>
            <a:lvl5pPr>
              <a:defRPr sz="1100">
                <a:latin typeface="+mj-lt"/>
              </a:defRPr>
            </a:lvl5pPr>
          </a:lstStyle>
          <a:p>
            <a:pPr lvl="0"/>
            <a:r>
              <a:rPr lang="fr-FR"/>
              <a:t>Modifier les styles du texte du masque</a:t>
            </a:r>
          </a:p>
        </p:txBody>
      </p:sp>
      <p:sp>
        <p:nvSpPr>
          <p:cNvPr id="11" name="Espace réservé du texte 9"/>
          <p:cNvSpPr>
            <a:spLocks noGrp="1"/>
          </p:cNvSpPr>
          <p:nvPr>
            <p:ph type="body" sz="quarter" idx="24"/>
          </p:nvPr>
        </p:nvSpPr>
        <p:spPr>
          <a:xfrm>
            <a:off x="349273" y="2501460"/>
            <a:ext cx="8227167" cy="3131670"/>
          </a:xfrm>
          <a:prstGeom prst="rect">
            <a:avLst/>
          </a:prstGeom>
        </p:spPr>
        <p:txBody>
          <a:bodyPr numCol="2" spcCol="360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2" name="Espace réservé du texte 4"/>
          <p:cNvSpPr>
            <a:spLocks noGrp="1"/>
          </p:cNvSpPr>
          <p:nvPr>
            <p:ph type="body" sz="quarter" idx="34"/>
          </p:nvPr>
        </p:nvSpPr>
        <p:spPr>
          <a:xfrm>
            <a:off x="349273" y="2003897"/>
            <a:ext cx="8227167" cy="24531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a:latin typeface="+mj-lt"/>
              </a:defRPr>
            </a:lvl1pPr>
            <a:lvl2pPr>
              <a:defRPr sz="1100">
                <a:latin typeface="+mj-lt"/>
              </a:defRPr>
            </a:lvl2pPr>
            <a:lvl3pPr>
              <a:defRPr sz="1100">
                <a:latin typeface="+mj-lt"/>
              </a:defRPr>
            </a:lvl3pPr>
            <a:lvl4pPr>
              <a:defRPr sz="1100">
                <a:latin typeface="+mj-lt"/>
              </a:defRPr>
            </a:lvl4pPr>
            <a:lvl5pPr>
              <a:defRPr sz="1100">
                <a:latin typeface="+mj-lt"/>
              </a:defRPr>
            </a:lvl5pPr>
          </a:lstStyle>
          <a:p>
            <a:pPr lvl="0"/>
            <a:r>
              <a:rPr lang="fr-FR"/>
              <a:t>Modifier les styles du texte du masque</a:t>
            </a:r>
          </a:p>
        </p:txBody>
      </p:sp>
      <p:sp>
        <p:nvSpPr>
          <p:cNvPr id="16" name="Espace réservé du texte 14">
            <a:extLst>
              <a:ext uri="{FF2B5EF4-FFF2-40B4-BE49-F238E27FC236}">
                <a16:creationId xmlns:a16="http://schemas.microsoft.com/office/drawing/2014/main" id="{50F7BF43-4065-4C38-978D-28C8795C899A}"/>
              </a:ext>
            </a:extLst>
          </p:cNvPr>
          <p:cNvSpPr>
            <a:spLocks noGrp="1"/>
          </p:cNvSpPr>
          <p:nvPr>
            <p:ph type="body" sz="quarter" idx="33" hasCustomPrompt="1"/>
          </p:nvPr>
        </p:nvSpPr>
        <p:spPr>
          <a:xfrm>
            <a:off x="10647745" y="770233"/>
            <a:ext cx="1198180" cy="690640"/>
          </a:xfrm>
          <a:prstGeom prst="rect">
            <a:avLst/>
          </a:prstGeom>
        </p:spPr>
        <p:txBody>
          <a:bodyPr anchor="ctr"/>
          <a:lstStyle>
            <a:lvl1pPr marL="0" indent="0" algn="ctr">
              <a:buNone/>
              <a:defRPr sz="4400" b="1">
                <a:solidFill>
                  <a:schemeClr val="bg1">
                    <a:lumMod val="90000"/>
                  </a:schemeClr>
                </a:solidFill>
                <a:latin typeface="+mj-lt"/>
              </a:defRPr>
            </a:lvl1pPr>
          </a:lstStyle>
          <a:p>
            <a:pPr lvl="0"/>
            <a:r>
              <a:rPr lang="fr-FR"/>
              <a:t>2/2</a:t>
            </a:r>
          </a:p>
        </p:txBody>
      </p:sp>
      <p:sp>
        <p:nvSpPr>
          <p:cNvPr id="9" name="Espace réservé du pied de page 1">
            <a:extLst>
              <a:ext uri="{FF2B5EF4-FFF2-40B4-BE49-F238E27FC236}">
                <a16:creationId xmlns:a16="http://schemas.microsoft.com/office/drawing/2014/main" id="{59BED744-2C86-8A4C-8528-C27B0AFADEAB}"/>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39313418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EVELOPMENT">
    <p:spTree>
      <p:nvGrpSpPr>
        <p:cNvPr id="1" name=""/>
        <p:cNvGrpSpPr/>
        <p:nvPr/>
      </p:nvGrpSpPr>
      <p:grpSpPr>
        <a:xfrm>
          <a:off x="0" y="0"/>
          <a:ext cx="0" cy="0"/>
          <a:chOff x="0" y="0"/>
          <a:chExt cx="0" cy="0"/>
        </a:xfrm>
      </p:grpSpPr>
      <p:sp>
        <p:nvSpPr>
          <p:cNvPr id="4" name="Espace réservé du texte 11"/>
          <p:cNvSpPr>
            <a:spLocks noGrp="1"/>
          </p:cNvSpPr>
          <p:nvPr>
            <p:ph type="body" sz="quarter" idx="16" hasCustomPrompt="1"/>
          </p:nvPr>
        </p:nvSpPr>
        <p:spPr>
          <a:xfrm>
            <a:off x="376277" y="2264323"/>
            <a:ext cx="1389460" cy="304800"/>
          </a:xfrm>
          <a:prstGeom prst="rect">
            <a:avLst/>
          </a:prstGeom>
          <a:solidFill>
            <a:schemeClr val="tx1"/>
          </a:solidFill>
          <a:ln>
            <a:solidFill>
              <a:schemeClr val="tx1"/>
            </a:solidFill>
          </a:ln>
        </p:spPr>
        <p:txBody>
          <a:bodyPr lIns="180000" bIns="36000" anchor="b" anchorCtr="0"/>
          <a:lstStyle>
            <a:lvl1pPr marL="0" indent="0" algn="l">
              <a:buNone/>
              <a:defRPr sz="1100" b="1" baseline="0">
                <a:solidFill>
                  <a:schemeClr val="bg1"/>
                </a:solidFill>
                <a:latin typeface="+mj-lt"/>
              </a:defRPr>
            </a:lvl1pPr>
          </a:lstStyle>
          <a:p>
            <a:pPr lvl="0"/>
            <a:r>
              <a:rPr lang="fr-FR"/>
              <a:t>Texte</a:t>
            </a:r>
          </a:p>
        </p:txBody>
      </p:sp>
      <p:sp>
        <p:nvSpPr>
          <p:cNvPr id="5" name="Espace réservé du texte 11"/>
          <p:cNvSpPr>
            <a:spLocks noGrp="1"/>
          </p:cNvSpPr>
          <p:nvPr>
            <p:ph type="body" sz="quarter" idx="28"/>
          </p:nvPr>
        </p:nvSpPr>
        <p:spPr>
          <a:xfrm>
            <a:off x="4376510" y="2264323"/>
            <a:ext cx="3422165" cy="304800"/>
          </a:xfrm>
          <a:prstGeom prst="rect">
            <a:avLst/>
          </a:prstGeom>
          <a:solidFill>
            <a:schemeClr val="tx1"/>
          </a:solidFill>
          <a:ln>
            <a:solidFill>
              <a:schemeClr val="tx1"/>
            </a:solidFill>
          </a:ln>
        </p:spPr>
        <p:txBody>
          <a:bodyPr lIns="180000" bIns="36000" anchor="b" anchorCtr="0"/>
          <a:lstStyle>
            <a:lvl1pPr marL="0" indent="0" algn="l">
              <a:buNone/>
              <a:defRPr sz="1100" b="1" baseline="0">
                <a:solidFill>
                  <a:schemeClr val="bg1"/>
                </a:solidFill>
                <a:latin typeface="+mj-lt"/>
              </a:defRPr>
            </a:lvl1pPr>
          </a:lstStyle>
          <a:p>
            <a:pPr lvl="0"/>
            <a:r>
              <a:rPr lang="fr-FR"/>
              <a:t>Modifier les styles du texte du masque</a:t>
            </a:r>
          </a:p>
        </p:txBody>
      </p:sp>
      <p:sp>
        <p:nvSpPr>
          <p:cNvPr id="6" name="Espace réservé pour une image  7"/>
          <p:cNvSpPr>
            <a:spLocks noGrp="1"/>
          </p:cNvSpPr>
          <p:nvPr>
            <p:ph type="pic" sz="quarter" idx="10"/>
          </p:nvPr>
        </p:nvSpPr>
        <p:spPr>
          <a:xfrm>
            <a:off x="8818180" y="1068899"/>
            <a:ext cx="3035558" cy="4921997"/>
          </a:xfrm>
          <a:prstGeom prst="rect">
            <a:avLst/>
          </a:prstGeom>
        </p:spPr>
        <p:txBody>
          <a:bodyPr/>
          <a:lstStyle>
            <a:lvl1pPr>
              <a:defRPr sz="1100"/>
            </a:lvl1pPr>
          </a:lstStyle>
          <a:p>
            <a:r>
              <a:rPr lang="fr-FR"/>
              <a:t>Cliquez sur l'icône pour ajouter une image</a:t>
            </a:r>
          </a:p>
        </p:txBody>
      </p:sp>
      <p:sp>
        <p:nvSpPr>
          <p:cNvPr id="7" name="Espace réservé du texte 11"/>
          <p:cNvSpPr>
            <a:spLocks noGrp="1"/>
          </p:cNvSpPr>
          <p:nvPr>
            <p:ph type="body" sz="quarter" idx="29" hasCustomPrompt="1"/>
          </p:nvPr>
        </p:nvSpPr>
        <p:spPr>
          <a:xfrm>
            <a:off x="9210675" y="5318235"/>
            <a:ext cx="2981325" cy="672662"/>
          </a:xfrm>
          <a:prstGeom prst="rect">
            <a:avLst/>
          </a:prstGeom>
          <a:solidFill>
            <a:schemeClr val="tx1"/>
          </a:solidFill>
          <a:ln>
            <a:solidFill>
              <a:schemeClr val="tx1"/>
            </a:solidFill>
          </a:ln>
        </p:spPr>
        <p:txBody>
          <a:bodyPr lIns="180000" bIns="108000" anchor="b" anchorCtr="0"/>
          <a:lstStyle>
            <a:lvl1pPr marL="0" indent="0" algn="l">
              <a:buNone/>
              <a:defRPr sz="2400" b="1" baseline="0">
                <a:solidFill>
                  <a:schemeClr val="bg1"/>
                </a:solidFill>
                <a:latin typeface="+mj-lt"/>
              </a:defRPr>
            </a:lvl1pPr>
          </a:lstStyle>
          <a:p>
            <a:pPr lvl="0"/>
            <a:r>
              <a:rPr lang="fr-FR"/>
              <a:t>Un mot clé</a:t>
            </a:r>
          </a:p>
        </p:txBody>
      </p:sp>
      <p:sp>
        <p:nvSpPr>
          <p:cNvPr id="8" name="Espace réservé du texte 9"/>
          <p:cNvSpPr>
            <a:spLocks noGrp="1"/>
          </p:cNvSpPr>
          <p:nvPr>
            <p:ph type="body" sz="quarter" idx="22"/>
          </p:nvPr>
        </p:nvSpPr>
        <p:spPr>
          <a:xfrm>
            <a:off x="376278" y="3110405"/>
            <a:ext cx="7580052" cy="2648607"/>
          </a:xfrm>
          <a:prstGeom prst="rect">
            <a:avLst/>
          </a:prstGeom>
        </p:spPr>
        <p:txBody>
          <a:bodyPr numCol="2"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9" name="Espace réservé du texte 4"/>
          <p:cNvSpPr>
            <a:spLocks noGrp="1"/>
          </p:cNvSpPr>
          <p:nvPr>
            <p:ph type="body" sz="quarter" idx="34"/>
          </p:nvPr>
        </p:nvSpPr>
        <p:spPr>
          <a:xfrm>
            <a:off x="376277" y="2707436"/>
            <a:ext cx="3533572" cy="245315"/>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mj-lt"/>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0" name="Espace réservé du texte 4"/>
          <p:cNvSpPr>
            <a:spLocks noGrp="1"/>
          </p:cNvSpPr>
          <p:nvPr>
            <p:ph type="body" sz="quarter" idx="35"/>
          </p:nvPr>
        </p:nvSpPr>
        <p:spPr>
          <a:xfrm>
            <a:off x="4376510" y="2707435"/>
            <a:ext cx="3579820"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mj-lt"/>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2" name="Espace réservé du pied de page 1">
            <a:extLst>
              <a:ext uri="{FF2B5EF4-FFF2-40B4-BE49-F238E27FC236}">
                <a16:creationId xmlns:a16="http://schemas.microsoft.com/office/drawing/2014/main" id="{729F6889-8D8F-074B-8FA7-0B8697FE0220}"/>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5" name="Espace réservé du texte 4">
            <a:extLst>
              <a:ext uri="{FF2B5EF4-FFF2-40B4-BE49-F238E27FC236}">
                <a16:creationId xmlns:a16="http://schemas.microsoft.com/office/drawing/2014/main" id="{C29AF802-059B-D24D-A710-52474B2AB7F0}"/>
              </a:ext>
            </a:extLst>
          </p:cNvPr>
          <p:cNvSpPr>
            <a:spLocks noGrp="1"/>
          </p:cNvSpPr>
          <p:nvPr>
            <p:ph type="body" sz="quarter" idx="36" hasCustomPrompt="1"/>
          </p:nvPr>
        </p:nvSpPr>
        <p:spPr>
          <a:xfrm>
            <a:off x="337930" y="922713"/>
            <a:ext cx="7141201"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4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6" name="Espace réservé du texte 6">
            <a:extLst>
              <a:ext uri="{FF2B5EF4-FFF2-40B4-BE49-F238E27FC236}">
                <a16:creationId xmlns:a16="http://schemas.microsoft.com/office/drawing/2014/main" id="{1F746D87-70A3-004F-9B9E-9DFA04CA7BB4}"/>
              </a:ext>
            </a:extLst>
          </p:cNvPr>
          <p:cNvSpPr>
            <a:spLocks noGrp="1"/>
          </p:cNvSpPr>
          <p:nvPr>
            <p:ph type="body" sz="quarter" idx="37" hasCustomPrompt="1"/>
          </p:nvPr>
        </p:nvSpPr>
        <p:spPr>
          <a:xfrm>
            <a:off x="337932" y="564022"/>
            <a:ext cx="7141199"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657697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EVELOPMENT_1">
    <p:spTree>
      <p:nvGrpSpPr>
        <p:cNvPr id="1" name=""/>
        <p:cNvGrpSpPr/>
        <p:nvPr/>
      </p:nvGrpSpPr>
      <p:grpSpPr>
        <a:xfrm>
          <a:off x="0" y="0"/>
          <a:ext cx="0" cy="0"/>
          <a:chOff x="0" y="0"/>
          <a:chExt cx="0" cy="0"/>
        </a:xfrm>
      </p:grpSpPr>
      <p:sp>
        <p:nvSpPr>
          <p:cNvPr id="6" name="Espace réservé du texte 9"/>
          <p:cNvSpPr>
            <a:spLocks noGrp="1"/>
          </p:cNvSpPr>
          <p:nvPr>
            <p:ph type="body" sz="quarter" idx="41"/>
          </p:nvPr>
        </p:nvSpPr>
        <p:spPr>
          <a:xfrm>
            <a:off x="695915" y="2171701"/>
            <a:ext cx="5907186" cy="3525092"/>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9" name="Espace réservé pour une image  8"/>
          <p:cNvSpPr>
            <a:spLocks noGrp="1"/>
          </p:cNvSpPr>
          <p:nvPr>
            <p:ph type="pic" sz="quarter" idx="42"/>
          </p:nvPr>
        </p:nvSpPr>
        <p:spPr>
          <a:xfrm>
            <a:off x="7873521" y="1159498"/>
            <a:ext cx="3374407" cy="4873625"/>
          </a:xfrm>
          <a:prstGeom prst="rect">
            <a:avLst/>
          </a:prstGeom>
        </p:spPr>
        <p:txBody>
          <a:bodyPr/>
          <a:lstStyle>
            <a:lvl1pPr marL="0" indent="0">
              <a:buNone/>
              <a:defRPr sz="1100"/>
            </a:lvl1pPr>
          </a:lstStyle>
          <a:p>
            <a:r>
              <a:rPr lang="fr-FR"/>
              <a:t>Cliquez sur l'icône pour ajouter une image</a:t>
            </a:r>
          </a:p>
        </p:txBody>
      </p:sp>
      <p:sp>
        <p:nvSpPr>
          <p:cNvPr id="13" name="Espace réservé du texte 11">
            <a:extLst>
              <a:ext uri="{FF2B5EF4-FFF2-40B4-BE49-F238E27FC236}">
                <a16:creationId xmlns:a16="http://schemas.microsoft.com/office/drawing/2014/main" id="{139AA832-AD31-4BC8-8075-ABF7649B064C}"/>
              </a:ext>
            </a:extLst>
          </p:cNvPr>
          <p:cNvSpPr>
            <a:spLocks noGrp="1"/>
          </p:cNvSpPr>
          <p:nvPr>
            <p:ph type="body" sz="quarter" idx="29" hasCustomPrompt="1"/>
          </p:nvPr>
        </p:nvSpPr>
        <p:spPr>
          <a:xfrm>
            <a:off x="9616966" y="5355813"/>
            <a:ext cx="2575034" cy="672662"/>
          </a:xfrm>
          <a:prstGeom prst="rect">
            <a:avLst/>
          </a:prstGeom>
          <a:solidFill>
            <a:schemeClr val="tx1"/>
          </a:solidFill>
          <a:ln>
            <a:solidFill>
              <a:schemeClr val="tx1"/>
            </a:solidFill>
          </a:ln>
        </p:spPr>
        <p:txBody>
          <a:bodyPr lIns="180000" bIns="108000" anchor="b" anchorCtr="0"/>
          <a:lstStyle>
            <a:lvl1pPr marL="0" indent="0" algn="l">
              <a:buNone/>
              <a:defRPr sz="2400" b="1" baseline="0">
                <a:solidFill>
                  <a:schemeClr val="bg1"/>
                </a:solidFill>
                <a:latin typeface="+mj-lt"/>
              </a:defRPr>
            </a:lvl1pPr>
          </a:lstStyle>
          <a:p>
            <a:pPr lvl="0"/>
            <a:r>
              <a:rPr lang="fr-FR"/>
              <a:t>Un mot clé</a:t>
            </a:r>
          </a:p>
        </p:txBody>
      </p:sp>
      <p:sp>
        <p:nvSpPr>
          <p:cNvPr id="7" name="Espace réservé du pied de page 1">
            <a:extLst>
              <a:ext uri="{FF2B5EF4-FFF2-40B4-BE49-F238E27FC236}">
                <a16:creationId xmlns:a16="http://schemas.microsoft.com/office/drawing/2014/main" id="{F592F759-9D04-AD41-8B36-EC37FE503946}"/>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4" name="Espace réservé du texte 4"/>
          <p:cNvSpPr>
            <a:spLocks noGrp="1"/>
          </p:cNvSpPr>
          <p:nvPr>
            <p:ph type="body" sz="quarter" idx="27"/>
          </p:nvPr>
        </p:nvSpPr>
        <p:spPr>
          <a:xfrm>
            <a:off x="333231" y="1163492"/>
            <a:ext cx="5606323" cy="61561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baseline="0">
                <a:latin typeface="Arial Black" panose="020B0A04020102020204" pitchFamily="34" charset="0"/>
              </a:defRPr>
            </a:lvl1pPr>
            <a:lvl2pPr>
              <a:defRPr sz="2400">
                <a:latin typeface="Arial Black" panose="020B0A04020102020204" pitchFamily="34" charset="0"/>
              </a:defRPr>
            </a:lvl2pPr>
            <a:lvl3pPr>
              <a:defRPr sz="2400">
                <a:latin typeface="Arial Black" panose="020B0A04020102020204" pitchFamily="34" charset="0"/>
              </a:defRPr>
            </a:lvl3pPr>
            <a:lvl4pPr>
              <a:defRPr sz="2400">
                <a:latin typeface="Arial Black" panose="020B0A04020102020204" pitchFamily="34" charset="0"/>
              </a:defRPr>
            </a:lvl4pPr>
            <a:lvl5pPr>
              <a:defRPr sz="2400">
                <a:latin typeface="Arial Black" panose="020B0A04020102020204" pitchFamily="34" charset="0"/>
              </a:defRPr>
            </a:lvl5pPr>
          </a:lstStyle>
          <a:p>
            <a:pPr lvl="0"/>
            <a:r>
              <a:rPr lang="fr-FR"/>
              <a:t>Modifier les styles du texte du masque</a:t>
            </a:r>
          </a:p>
        </p:txBody>
      </p:sp>
    </p:spTree>
    <p:extLst>
      <p:ext uri="{BB962C8B-B14F-4D97-AF65-F5344CB8AC3E}">
        <p14:creationId xmlns:p14="http://schemas.microsoft.com/office/powerpoint/2010/main" val="3252951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DEVELOPMENT_2">
    <p:spTree>
      <p:nvGrpSpPr>
        <p:cNvPr id="1" name=""/>
        <p:cNvGrpSpPr/>
        <p:nvPr/>
      </p:nvGrpSpPr>
      <p:grpSpPr>
        <a:xfrm>
          <a:off x="0" y="0"/>
          <a:ext cx="0" cy="0"/>
          <a:chOff x="0" y="0"/>
          <a:chExt cx="0" cy="0"/>
        </a:xfrm>
      </p:grpSpPr>
      <p:sp>
        <p:nvSpPr>
          <p:cNvPr id="9" name="Espace réservé du texte 9"/>
          <p:cNvSpPr>
            <a:spLocks noGrp="1"/>
          </p:cNvSpPr>
          <p:nvPr>
            <p:ph type="body" sz="quarter" idx="22"/>
          </p:nvPr>
        </p:nvSpPr>
        <p:spPr>
          <a:xfrm>
            <a:off x="1206594" y="2285603"/>
            <a:ext cx="4416440" cy="1373442"/>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0" name="Espace réservé du texte 4"/>
          <p:cNvSpPr>
            <a:spLocks noGrp="1"/>
          </p:cNvSpPr>
          <p:nvPr>
            <p:ph type="body" sz="quarter" idx="34"/>
          </p:nvPr>
        </p:nvSpPr>
        <p:spPr>
          <a:xfrm>
            <a:off x="1206594" y="2040287"/>
            <a:ext cx="4416440"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2" name="Espace réservé du texte 9"/>
          <p:cNvSpPr>
            <a:spLocks noGrp="1"/>
          </p:cNvSpPr>
          <p:nvPr>
            <p:ph type="body" sz="quarter" idx="36"/>
          </p:nvPr>
        </p:nvSpPr>
        <p:spPr>
          <a:xfrm>
            <a:off x="1196083" y="4077615"/>
            <a:ext cx="4426951" cy="1373442"/>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3" name="Espace réservé du texte 4"/>
          <p:cNvSpPr>
            <a:spLocks noGrp="1"/>
          </p:cNvSpPr>
          <p:nvPr>
            <p:ph type="body" sz="quarter" idx="37"/>
          </p:nvPr>
        </p:nvSpPr>
        <p:spPr>
          <a:xfrm>
            <a:off x="1196083" y="3811279"/>
            <a:ext cx="4426951" cy="26633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5" name="Espace réservé pour une image  14"/>
          <p:cNvSpPr>
            <a:spLocks noGrp="1"/>
          </p:cNvSpPr>
          <p:nvPr>
            <p:ph type="pic" sz="quarter" idx="38"/>
          </p:nvPr>
        </p:nvSpPr>
        <p:spPr>
          <a:xfrm>
            <a:off x="525463" y="2041052"/>
            <a:ext cx="514350" cy="514350"/>
          </a:xfrm>
          <a:prstGeom prst="rect">
            <a:avLst/>
          </a:prstGeom>
        </p:spPr>
        <p:txBody>
          <a:bodyPr/>
          <a:lstStyle>
            <a:lvl1pPr>
              <a:defRPr sz="600"/>
            </a:lvl1pPr>
          </a:lstStyle>
          <a:p>
            <a:r>
              <a:rPr lang="fr-FR"/>
              <a:t>Cliquez sur l'icône pour ajouter une image</a:t>
            </a:r>
          </a:p>
        </p:txBody>
      </p:sp>
      <p:sp>
        <p:nvSpPr>
          <p:cNvPr id="16" name="Espace réservé pour une image  14"/>
          <p:cNvSpPr>
            <a:spLocks noGrp="1"/>
          </p:cNvSpPr>
          <p:nvPr>
            <p:ph type="pic" sz="quarter" idx="39"/>
          </p:nvPr>
        </p:nvSpPr>
        <p:spPr>
          <a:xfrm>
            <a:off x="525463" y="3811279"/>
            <a:ext cx="514350" cy="514350"/>
          </a:xfrm>
          <a:prstGeom prst="rect">
            <a:avLst/>
          </a:prstGeom>
        </p:spPr>
        <p:txBody>
          <a:bodyPr/>
          <a:lstStyle>
            <a:lvl1pPr>
              <a:defRPr sz="600"/>
            </a:lvl1pPr>
          </a:lstStyle>
          <a:p>
            <a:r>
              <a:rPr lang="fr-FR"/>
              <a:t>Cliquez sur l'icône pour ajouter une image</a:t>
            </a:r>
          </a:p>
        </p:txBody>
      </p:sp>
      <p:sp>
        <p:nvSpPr>
          <p:cNvPr id="17" name="Espace réservé du texte 9"/>
          <p:cNvSpPr>
            <a:spLocks noGrp="1"/>
          </p:cNvSpPr>
          <p:nvPr>
            <p:ph type="body" sz="quarter" idx="40"/>
          </p:nvPr>
        </p:nvSpPr>
        <p:spPr>
          <a:xfrm>
            <a:off x="7139683" y="2285603"/>
            <a:ext cx="4416440" cy="1373442"/>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8" name="Espace réservé du texte 4"/>
          <p:cNvSpPr>
            <a:spLocks noGrp="1"/>
          </p:cNvSpPr>
          <p:nvPr>
            <p:ph type="body" sz="quarter" idx="41"/>
          </p:nvPr>
        </p:nvSpPr>
        <p:spPr>
          <a:xfrm>
            <a:off x="7139683" y="2040287"/>
            <a:ext cx="4416440"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9" name="Espace réservé du texte 9"/>
          <p:cNvSpPr>
            <a:spLocks noGrp="1"/>
          </p:cNvSpPr>
          <p:nvPr>
            <p:ph type="body" sz="quarter" idx="42"/>
          </p:nvPr>
        </p:nvSpPr>
        <p:spPr>
          <a:xfrm>
            <a:off x="7129172" y="4077615"/>
            <a:ext cx="4426951" cy="1373442"/>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0" name="Espace réservé du texte 4"/>
          <p:cNvSpPr>
            <a:spLocks noGrp="1"/>
          </p:cNvSpPr>
          <p:nvPr>
            <p:ph type="body" sz="quarter" idx="43"/>
          </p:nvPr>
        </p:nvSpPr>
        <p:spPr>
          <a:xfrm>
            <a:off x="7129172" y="3811279"/>
            <a:ext cx="4426951" cy="26633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21" name="Espace réservé pour une image  14"/>
          <p:cNvSpPr>
            <a:spLocks noGrp="1"/>
          </p:cNvSpPr>
          <p:nvPr>
            <p:ph type="pic" sz="quarter" idx="44"/>
          </p:nvPr>
        </p:nvSpPr>
        <p:spPr>
          <a:xfrm>
            <a:off x="6458552" y="2041052"/>
            <a:ext cx="514350" cy="514350"/>
          </a:xfrm>
          <a:prstGeom prst="rect">
            <a:avLst/>
          </a:prstGeom>
        </p:spPr>
        <p:txBody>
          <a:bodyPr/>
          <a:lstStyle>
            <a:lvl1pPr>
              <a:defRPr sz="600"/>
            </a:lvl1pPr>
          </a:lstStyle>
          <a:p>
            <a:r>
              <a:rPr lang="fr-FR"/>
              <a:t>Cliquez sur l'icône pour ajouter une image</a:t>
            </a:r>
          </a:p>
        </p:txBody>
      </p:sp>
      <p:sp>
        <p:nvSpPr>
          <p:cNvPr id="22" name="Espace réservé pour une image  14"/>
          <p:cNvSpPr>
            <a:spLocks noGrp="1"/>
          </p:cNvSpPr>
          <p:nvPr>
            <p:ph type="pic" sz="quarter" idx="45"/>
          </p:nvPr>
        </p:nvSpPr>
        <p:spPr>
          <a:xfrm>
            <a:off x="6458552" y="3811279"/>
            <a:ext cx="514350" cy="514350"/>
          </a:xfrm>
          <a:prstGeom prst="rect">
            <a:avLst/>
          </a:prstGeom>
        </p:spPr>
        <p:txBody>
          <a:bodyPr/>
          <a:lstStyle>
            <a:lvl1pPr>
              <a:defRPr sz="600"/>
            </a:lvl1pPr>
          </a:lstStyle>
          <a:p>
            <a:r>
              <a:rPr lang="fr-FR"/>
              <a:t>Cliquez sur l'icône pour ajouter une image</a:t>
            </a:r>
          </a:p>
        </p:txBody>
      </p:sp>
      <p:sp>
        <p:nvSpPr>
          <p:cNvPr id="23" name="Espace réservé du pied de page 1">
            <a:extLst>
              <a:ext uri="{FF2B5EF4-FFF2-40B4-BE49-F238E27FC236}">
                <a16:creationId xmlns:a16="http://schemas.microsoft.com/office/drawing/2014/main" id="{5148ACA6-3274-7742-B700-B6FF24912755}"/>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26" name="Espace réservé du texte 6">
            <a:extLst>
              <a:ext uri="{FF2B5EF4-FFF2-40B4-BE49-F238E27FC236}">
                <a16:creationId xmlns:a16="http://schemas.microsoft.com/office/drawing/2014/main" id="{DC89AD55-6D6B-2548-860D-8579052B7094}"/>
              </a:ext>
            </a:extLst>
          </p:cNvPr>
          <p:cNvSpPr>
            <a:spLocks noGrp="1"/>
          </p:cNvSpPr>
          <p:nvPr>
            <p:ph type="body" sz="quarter" idx="10" hasCustomPrompt="1"/>
          </p:nvPr>
        </p:nvSpPr>
        <p:spPr>
          <a:xfrm>
            <a:off x="337932" y="564022"/>
            <a:ext cx="7129003"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485764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EVELOPMENT_3">
    <p:spTree>
      <p:nvGrpSpPr>
        <p:cNvPr id="1" name=""/>
        <p:cNvGrpSpPr/>
        <p:nvPr/>
      </p:nvGrpSpPr>
      <p:grpSpPr>
        <a:xfrm>
          <a:off x="0" y="0"/>
          <a:ext cx="0" cy="0"/>
          <a:chOff x="0" y="0"/>
          <a:chExt cx="0" cy="0"/>
        </a:xfrm>
      </p:grpSpPr>
      <p:sp>
        <p:nvSpPr>
          <p:cNvPr id="6" name="Espace réservé pour une image  5"/>
          <p:cNvSpPr>
            <a:spLocks noGrp="1"/>
          </p:cNvSpPr>
          <p:nvPr>
            <p:ph type="pic" sz="quarter" idx="33"/>
          </p:nvPr>
        </p:nvSpPr>
        <p:spPr>
          <a:xfrm>
            <a:off x="8177213" y="977900"/>
            <a:ext cx="3257550" cy="5170488"/>
          </a:xfrm>
          <a:prstGeom prst="rect">
            <a:avLst/>
          </a:prstGeom>
        </p:spPr>
        <p:txBody>
          <a:bodyPr/>
          <a:lstStyle>
            <a:lvl1pPr>
              <a:defRPr sz="1100"/>
            </a:lvl1pPr>
          </a:lstStyle>
          <a:p>
            <a:r>
              <a:rPr lang="fr-FR"/>
              <a:t>Cliquez sur l'icône pour ajouter une image</a:t>
            </a:r>
          </a:p>
        </p:txBody>
      </p:sp>
      <p:sp>
        <p:nvSpPr>
          <p:cNvPr id="7" name="Espace réservé du texte 9"/>
          <p:cNvSpPr>
            <a:spLocks noGrp="1"/>
          </p:cNvSpPr>
          <p:nvPr>
            <p:ph type="body" sz="quarter" idx="22"/>
          </p:nvPr>
        </p:nvSpPr>
        <p:spPr>
          <a:xfrm>
            <a:off x="333231" y="2392641"/>
            <a:ext cx="7001286" cy="507710"/>
          </a:xfrm>
          <a:prstGeom prst="rect">
            <a:avLst/>
          </a:prstGeom>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8" name="Espace réservé du texte 4"/>
          <p:cNvSpPr>
            <a:spLocks noGrp="1"/>
          </p:cNvSpPr>
          <p:nvPr>
            <p:ph type="body" sz="quarter" idx="34"/>
          </p:nvPr>
        </p:nvSpPr>
        <p:spPr>
          <a:xfrm>
            <a:off x="333230" y="2147324"/>
            <a:ext cx="7001287"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Modifier les styles du texte du masque</a:t>
            </a:r>
          </a:p>
        </p:txBody>
      </p:sp>
      <p:sp>
        <p:nvSpPr>
          <p:cNvPr id="9" name="Espace réservé du texte 9"/>
          <p:cNvSpPr>
            <a:spLocks noGrp="1"/>
          </p:cNvSpPr>
          <p:nvPr>
            <p:ph type="body" sz="quarter" idx="35"/>
          </p:nvPr>
        </p:nvSpPr>
        <p:spPr>
          <a:xfrm>
            <a:off x="333231" y="3514000"/>
            <a:ext cx="7001286" cy="469466"/>
          </a:xfrm>
          <a:prstGeom prst="rect">
            <a:avLst/>
          </a:prstGeom>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0" name="Espace réservé du texte 4"/>
          <p:cNvSpPr>
            <a:spLocks noGrp="1"/>
          </p:cNvSpPr>
          <p:nvPr>
            <p:ph type="body" sz="quarter" idx="36"/>
          </p:nvPr>
        </p:nvSpPr>
        <p:spPr>
          <a:xfrm>
            <a:off x="333230" y="3268683"/>
            <a:ext cx="7001287"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1" name="Espace réservé du texte 9"/>
          <p:cNvSpPr>
            <a:spLocks noGrp="1"/>
          </p:cNvSpPr>
          <p:nvPr>
            <p:ph type="body" sz="quarter" idx="37"/>
          </p:nvPr>
        </p:nvSpPr>
        <p:spPr>
          <a:xfrm>
            <a:off x="333231" y="4635358"/>
            <a:ext cx="7001286" cy="522251"/>
          </a:xfrm>
          <a:prstGeom prst="rect">
            <a:avLst/>
          </a:prstGeom>
        </p:spPr>
        <p:txBody>
          <a:bodyPr numCol="1" spcCol="468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2" name="Espace réservé du texte 4"/>
          <p:cNvSpPr>
            <a:spLocks noGrp="1"/>
          </p:cNvSpPr>
          <p:nvPr>
            <p:ph type="body" sz="quarter" idx="38"/>
          </p:nvPr>
        </p:nvSpPr>
        <p:spPr>
          <a:xfrm>
            <a:off x="333230" y="4390042"/>
            <a:ext cx="7001287"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Modifier les styles du texte du masque</a:t>
            </a:r>
          </a:p>
        </p:txBody>
      </p:sp>
      <p:sp>
        <p:nvSpPr>
          <p:cNvPr id="13" name="Espace réservé du texte 6">
            <a:extLst>
              <a:ext uri="{FF2B5EF4-FFF2-40B4-BE49-F238E27FC236}">
                <a16:creationId xmlns:a16="http://schemas.microsoft.com/office/drawing/2014/main" id="{98ECCC5C-EBBC-4ACB-8B54-459CB5C01631}"/>
              </a:ext>
            </a:extLst>
          </p:cNvPr>
          <p:cNvSpPr>
            <a:spLocks noGrp="1"/>
          </p:cNvSpPr>
          <p:nvPr>
            <p:ph type="body" sz="quarter" idx="40" hasCustomPrompt="1"/>
          </p:nvPr>
        </p:nvSpPr>
        <p:spPr>
          <a:xfrm>
            <a:off x="337933" y="564022"/>
            <a:ext cx="6996584" cy="645000"/>
          </a:xfrm>
          <a:prstGeom prst="rect">
            <a:avLst/>
          </a:prstGeom>
        </p:spPr>
        <p:txBody>
          <a:bodyPr anchor="ctr"/>
          <a:lstStyle>
            <a:lvl1pPr marL="0" indent="0">
              <a:buNone/>
              <a:defRPr sz="2400" b="1" spc="-150" baseline="0">
                <a:latin typeface="+mj-lt"/>
              </a:defRPr>
            </a:lvl1pPr>
          </a:lstStyle>
          <a:p>
            <a:pPr lvl="0"/>
            <a:r>
              <a:rPr lang="fr-FR"/>
              <a:t>Titre</a:t>
            </a:r>
          </a:p>
        </p:txBody>
      </p:sp>
      <p:sp>
        <p:nvSpPr>
          <p:cNvPr id="15" name="Espace réservé du pied de page 1">
            <a:extLst>
              <a:ext uri="{FF2B5EF4-FFF2-40B4-BE49-F238E27FC236}">
                <a16:creationId xmlns:a16="http://schemas.microsoft.com/office/drawing/2014/main" id="{A25ACEF5-7AE9-2645-87FC-F1D37896DF85}"/>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20576028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DEVELOPMENT_4">
    <p:spTree>
      <p:nvGrpSpPr>
        <p:cNvPr id="1" name=""/>
        <p:cNvGrpSpPr/>
        <p:nvPr/>
      </p:nvGrpSpPr>
      <p:grpSpPr>
        <a:xfrm>
          <a:off x="0" y="0"/>
          <a:ext cx="0" cy="0"/>
          <a:chOff x="0" y="0"/>
          <a:chExt cx="0" cy="0"/>
        </a:xfrm>
      </p:grpSpPr>
      <p:sp>
        <p:nvSpPr>
          <p:cNvPr id="6" name="Espace réservé du contenu 5"/>
          <p:cNvSpPr>
            <a:spLocks noGrp="1"/>
          </p:cNvSpPr>
          <p:nvPr>
            <p:ph sz="quarter" idx="33"/>
          </p:nvPr>
        </p:nvSpPr>
        <p:spPr>
          <a:xfrm>
            <a:off x="333231" y="1914524"/>
            <a:ext cx="4600719" cy="3751683"/>
          </a:xfrm>
          <a:prstGeom prst="rect">
            <a:avLst/>
          </a:prstGeom>
        </p:spPr>
        <p:txBody>
          <a:bodyPr/>
          <a:lstStyle>
            <a:lvl1pPr marL="0" indent="0">
              <a:buNone/>
              <a:defRPr sz="1100"/>
            </a:lvl1pPr>
          </a:lstStyle>
          <a:p>
            <a:pPr lvl="0"/>
            <a:r>
              <a:rPr lang="fr-FR"/>
              <a:t>Modifier les styles du texte du masque</a:t>
            </a:r>
          </a:p>
        </p:txBody>
      </p:sp>
      <p:sp>
        <p:nvSpPr>
          <p:cNvPr id="7" name="Espace réservé pour une image  14"/>
          <p:cNvSpPr>
            <a:spLocks noGrp="1"/>
          </p:cNvSpPr>
          <p:nvPr>
            <p:ph type="pic" sz="quarter" idx="38"/>
          </p:nvPr>
        </p:nvSpPr>
        <p:spPr>
          <a:xfrm>
            <a:off x="5516562" y="2279103"/>
            <a:ext cx="484187" cy="454572"/>
          </a:xfrm>
          <a:prstGeom prst="rect">
            <a:avLst/>
          </a:prstGeom>
        </p:spPr>
        <p:txBody>
          <a:bodyPr/>
          <a:lstStyle>
            <a:lvl1pPr marL="0" indent="0">
              <a:buNone/>
              <a:defRPr sz="600"/>
            </a:lvl1pPr>
          </a:lstStyle>
          <a:p>
            <a:r>
              <a:rPr lang="fr-FR"/>
              <a:t>Cliquez sur l'icône pour ajouter une image</a:t>
            </a:r>
          </a:p>
        </p:txBody>
      </p:sp>
      <p:sp>
        <p:nvSpPr>
          <p:cNvPr id="10" name="Espace réservé du texte 9"/>
          <p:cNvSpPr>
            <a:spLocks noGrp="1"/>
          </p:cNvSpPr>
          <p:nvPr>
            <p:ph type="body" sz="quarter" idx="41"/>
          </p:nvPr>
        </p:nvSpPr>
        <p:spPr>
          <a:xfrm>
            <a:off x="6158608" y="2159841"/>
            <a:ext cx="5709542" cy="840534"/>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Modifier les styles du texte du masque</a:t>
            </a:r>
          </a:p>
        </p:txBody>
      </p:sp>
      <p:sp>
        <p:nvSpPr>
          <p:cNvPr id="11" name="Espace réservé du texte 4"/>
          <p:cNvSpPr>
            <a:spLocks noGrp="1"/>
          </p:cNvSpPr>
          <p:nvPr>
            <p:ph type="body" sz="quarter" idx="42" hasCustomPrompt="1"/>
          </p:nvPr>
        </p:nvSpPr>
        <p:spPr>
          <a:xfrm>
            <a:off x="6158608" y="1914525"/>
            <a:ext cx="5709542"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Critère 1</a:t>
            </a:r>
          </a:p>
        </p:txBody>
      </p:sp>
      <p:sp>
        <p:nvSpPr>
          <p:cNvPr id="12" name="Espace réservé du texte 9"/>
          <p:cNvSpPr>
            <a:spLocks noGrp="1"/>
          </p:cNvSpPr>
          <p:nvPr>
            <p:ph type="body" sz="quarter" idx="43"/>
          </p:nvPr>
        </p:nvSpPr>
        <p:spPr>
          <a:xfrm>
            <a:off x="6158608" y="3494508"/>
            <a:ext cx="5709542" cy="840534"/>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Modifier les styles du texte du masque</a:t>
            </a:r>
          </a:p>
        </p:txBody>
      </p:sp>
      <p:sp>
        <p:nvSpPr>
          <p:cNvPr id="13" name="Espace réservé du texte 4"/>
          <p:cNvSpPr>
            <a:spLocks noGrp="1"/>
          </p:cNvSpPr>
          <p:nvPr>
            <p:ph type="body" sz="quarter" idx="44" hasCustomPrompt="1"/>
          </p:nvPr>
        </p:nvSpPr>
        <p:spPr>
          <a:xfrm>
            <a:off x="6158608" y="3249192"/>
            <a:ext cx="5709542" cy="24531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2400">
                <a:latin typeface="Arial Black" panose="020B0A04020102020204" pitchFamily="34" charset="0"/>
              </a:defRPr>
            </a:lvl2pPr>
            <a:lvl3pPr>
              <a:defRPr sz="2400">
                <a:latin typeface="Arial Black" panose="020B0A04020102020204" pitchFamily="34" charset="0"/>
              </a:defRPr>
            </a:lvl3pPr>
            <a:lvl4pPr>
              <a:defRPr sz="2400">
                <a:latin typeface="Arial Black" panose="020B0A04020102020204" pitchFamily="34" charset="0"/>
              </a:defRPr>
            </a:lvl4pPr>
            <a:lvl5pPr>
              <a:defRPr sz="2400">
                <a:latin typeface="Arial Black" panose="020B0A04020102020204" pitchFamily="34" charset="0"/>
              </a:defRPr>
            </a:lvl5pPr>
          </a:lstStyle>
          <a:p>
            <a:pPr lvl="0"/>
            <a:r>
              <a:rPr lang="fr-FR"/>
              <a:t>Critère 2</a:t>
            </a:r>
          </a:p>
        </p:txBody>
      </p:sp>
      <p:sp>
        <p:nvSpPr>
          <p:cNvPr id="14" name="Espace réservé du texte 9"/>
          <p:cNvSpPr>
            <a:spLocks noGrp="1"/>
          </p:cNvSpPr>
          <p:nvPr>
            <p:ph type="body" sz="quarter" idx="45"/>
          </p:nvPr>
        </p:nvSpPr>
        <p:spPr>
          <a:xfrm>
            <a:off x="6158608" y="4825674"/>
            <a:ext cx="5709542" cy="840534"/>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Modifier les styles du texte du masque</a:t>
            </a:r>
          </a:p>
        </p:txBody>
      </p:sp>
      <p:sp>
        <p:nvSpPr>
          <p:cNvPr id="15" name="Espace réservé du texte 4"/>
          <p:cNvSpPr>
            <a:spLocks noGrp="1"/>
          </p:cNvSpPr>
          <p:nvPr>
            <p:ph type="body" sz="quarter" idx="46" hasCustomPrompt="1"/>
          </p:nvPr>
        </p:nvSpPr>
        <p:spPr>
          <a:xfrm>
            <a:off x="6158608" y="4580358"/>
            <a:ext cx="5709542" cy="24531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Critère 3</a:t>
            </a:r>
          </a:p>
        </p:txBody>
      </p:sp>
      <p:sp>
        <p:nvSpPr>
          <p:cNvPr id="18" name="Espace réservé pour une image  14"/>
          <p:cNvSpPr>
            <a:spLocks noGrp="1"/>
          </p:cNvSpPr>
          <p:nvPr>
            <p:ph type="pic" sz="quarter" idx="47"/>
          </p:nvPr>
        </p:nvSpPr>
        <p:spPr>
          <a:xfrm>
            <a:off x="5516561" y="3573189"/>
            <a:ext cx="484187" cy="454572"/>
          </a:xfrm>
          <a:prstGeom prst="rect">
            <a:avLst/>
          </a:prstGeom>
        </p:spPr>
        <p:txBody>
          <a:bodyPr/>
          <a:lstStyle>
            <a:lvl1pPr marL="0" indent="0">
              <a:buNone/>
              <a:defRPr sz="600"/>
            </a:lvl1pPr>
          </a:lstStyle>
          <a:p>
            <a:r>
              <a:rPr lang="fr-FR"/>
              <a:t>Cliquez sur l'icône pour ajouter une image</a:t>
            </a:r>
          </a:p>
        </p:txBody>
      </p:sp>
      <p:sp>
        <p:nvSpPr>
          <p:cNvPr id="19" name="Espace réservé pour une image  14"/>
          <p:cNvSpPr>
            <a:spLocks noGrp="1"/>
          </p:cNvSpPr>
          <p:nvPr>
            <p:ph type="pic" sz="quarter" idx="48"/>
          </p:nvPr>
        </p:nvSpPr>
        <p:spPr>
          <a:xfrm>
            <a:off x="5516561" y="4867275"/>
            <a:ext cx="484187" cy="454572"/>
          </a:xfrm>
          <a:prstGeom prst="rect">
            <a:avLst/>
          </a:prstGeom>
        </p:spPr>
        <p:txBody>
          <a:bodyPr/>
          <a:lstStyle>
            <a:lvl1pPr marL="0" indent="0">
              <a:buNone/>
              <a:defRPr sz="600"/>
            </a:lvl1pPr>
          </a:lstStyle>
          <a:p>
            <a:r>
              <a:rPr lang="fr-FR"/>
              <a:t>Cliquez sur l'icône pour ajouter une image</a:t>
            </a:r>
          </a:p>
        </p:txBody>
      </p:sp>
      <p:sp>
        <p:nvSpPr>
          <p:cNvPr id="16" name="Espace réservé du texte 6">
            <a:extLst>
              <a:ext uri="{FF2B5EF4-FFF2-40B4-BE49-F238E27FC236}">
                <a16:creationId xmlns:a16="http://schemas.microsoft.com/office/drawing/2014/main" id="{98ECCC5C-EBBC-4ACB-8B54-459CB5C01631}"/>
              </a:ext>
            </a:extLst>
          </p:cNvPr>
          <p:cNvSpPr>
            <a:spLocks noGrp="1"/>
          </p:cNvSpPr>
          <p:nvPr>
            <p:ph type="body" sz="quarter" idx="40" hasCustomPrompt="1"/>
          </p:nvPr>
        </p:nvSpPr>
        <p:spPr>
          <a:xfrm>
            <a:off x="337933" y="564022"/>
            <a:ext cx="11414124" cy="645000"/>
          </a:xfrm>
          <a:prstGeom prst="rect">
            <a:avLst/>
          </a:prstGeom>
        </p:spPr>
        <p:txBody>
          <a:bodyPr anchor="ctr"/>
          <a:lstStyle>
            <a:lvl1pPr marL="0" indent="0">
              <a:buNone/>
              <a:defRPr sz="2400" b="1" spc="-150" baseline="0">
                <a:latin typeface="+mj-lt"/>
              </a:defRPr>
            </a:lvl1pPr>
          </a:lstStyle>
          <a:p>
            <a:pPr lvl="0"/>
            <a:r>
              <a:rPr lang="fr-FR"/>
              <a:t>Titre</a:t>
            </a:r>
          </a:p>
        </p:txBody>
      </p:sp>
      <p:sp>
        <p:nvSpPr>
          <p:cNvPr id="17" name="Espace réservé du pied de page 1">
            <a:extLst>
              <a:ext uri="{FF2B5EF4-FFF2-40B4-BE49-F238E27FC236}">
                <a16:creationId xmlns:a16="http://schemas.microsoft.com/office/drawing/2014/main" id="{FFA83904-203E-1346-9FEB-8942D059F8E9}"/>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106197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DEVELOPMENT_5">
    <p:spTree>
      <p:nvGrpSpPr>
        <p:cNvPr id="1" name=""/>
        <p:cNvGrpSpPr/>
        <p:nvPr/>
      </p:nvGrpSpPr>
      <p:grpSpPr>
        <a:xfrm>
          <a:off x="0" y="0"/>
          <a:ext cx="0" cy="0"/>
          <a:chOff x="0" y="0"/>
          <a:chExt cx="0" cy="0"/>
        </a:xfrm>
      </p:grpSpPr>
      <p:sp>
        <p:nvSpPr>
          <p:cNvPr id="12" name="Espace réservé pour une image  11"/>
          <p:cNvSpPr>
            <a:spLocks noGrp="1"/>
          </p:cNvSpPr>
          <p:nvPr>
            <p:ph type="pic" sz="quarter" idx="42"/>
          </p:nvPr>
        </p:nvSpPr>
        <p:spPr>
          <a:xfrm>
            <a:off x="8439150" y="866775"/>
            <a:ext cx="3752850" cy="5991225"/>
          </a:xfrm>
          <a:prstGeom prst="rect">
            <a:avLst/>
          </a:prstGeom>
        </p:spPr>
        <p:txBody>
          <a:bodyPr/>
          <a:lstStyle>
            <a:lvl1pPr marL="0" indent="0">
              <a:buNone/>
              <a:defRPr sz="1100"/>
            </a:lvl1pPr>
          </a:lstStyle>
          <a:p>
            <a:r>
              <a:rPr lang="fr-FR"/>
              <a:t>Cliquez sur l'icône pour ajouter une image</a:t>
            </a:r>
          </a:p>
        </p:txBody>
      </p:sp>
      <p:sp>
        <p:nvSpPr>
          <p:cNvPr id="13" name="Espace réservé du texte 9"/>
          <p:cNvSpPr>
            <a:spLocks noGrp="1"/>
          </p:cNvSpPr>
          <p:nvPr>
            <p:ph type="body" sz="quarter" idx="43"/>
          </p:nvPr>
        </p:nvSpPr>
        <p:spPr>
          <a:xfrm>
            <a:off x="1033220" y="2903805"/>
            <a:ext cx="3090104" cy="842023"/>
          </a:xfrm>
          <a:prstGeom prst="rect">
            <a:avLst/>
          </a:prstGeom>
        </p:spPr>
        <p:txBody>
          <a:bodyPr numCol="1" spcCol="468000"/>
          <a:lstStyle>
            <a:lvl1pPr marL="0" marR="0" indent="0" algn="just" defTabSz="914400" rtl="0" eaLnBrk="1" fontAlgn="auto" latinLnBrk="0" hangingPunct="1">
              <a:lnSpc>
                <a:spcPts val="1500"/>
              </a:lnSpc>
              <a:spcBef>
                <a:spcPts val="6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0" name="Espace réservé du texte 4"/>
          <p:cNvSpPr>
            <a:spLocks noGrp="1"/>
          </p:cNvSpPr>
          <p:nvPr>
            <p:ph type="body" sz="quarter" idx="47" hasCustomPrompt="1"/>
          </p:nvPr>
        </p:nvSpPr>
        <p:spPr>
          <a:xfrm>
            <a:off x="1033220" y="2646630"/>
            <a:ext cx="3090104"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Critère</a:t>
            </a:r>
          </a:p>
        </p:txBody>
      </p:sp>
      <p:sp>
        <p:nvSpPr>
          <p:cNvPr id="22" name="Espace réservé du texte 9"/>
          <p:cNvSpPr>
            <a:spLocks noGrp="1"/>
          </p:cNvSpPr>
          <p:nvPr>
            <p:ph type="body" sz="quarter" idx="49"/>
          </p:nvPr>
        </p:nvSpPr>
        <p:spPr>
          <a:xfrm>
            <a:off x="1033220" y="4637355"/>
            <a:ext cx="3090104" cy="842023"/>
          </a:xfrm>
          <a:prstGeom prst="rect">
            <a:avLst/>
          </a:prstGeom>
        </p:spPr>
        <p:txBody>
          <a:bodyPr numCol="1" spcCol="468000"/>
          <a:lstStyle>
            <a:lvl1pPr marL="0" marR="0" indent="0" algn="just" defTabSz="914400" rtl="0" eaLnBrk="1" fontAlgn="auto" latinLnBrk="0" hangingPunct="1">
              <a:lnSpc>
                <a:spcPts val="1500"/>
              </a:lnSpc>
              <a:spcBef>
                <a:spcPts val="6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3" name="Espace réservé du texte 4"/>
          <p:cNvSpPr>
            <a:spLocks noGrp="1"/>
          </p:cNvSpPr>
          <p:nvPr>
            <p:ph type="body" sz="quarter" idx="50" hasCustomPrompt="1"/>
          </p:nvPr>
        </p:nvSpPr>
        <p:spPr>
          <a:xfrm>
            <a:off x="1033220" y="4380180"/>
            <a:ext cx="3090104"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Critère</a:t>
            </a:r>
          </a:p>
        </p:txBody>
      </p:sp>
      <p:sp>
        <p:nvSpPr>
          <p:cNvPr id="25" name="Espace réservé du texte 9"/>
          <p:cNvSpPr>
            <a:spLocks noGrp="1"/>
          </p:cNvSpPr>
          <p:nvPr>
            <p:ph type="body" sz="quarter" idx="52"/>
          </p:nvPr>
        </p:nvSpPr>
        <p:spPr>
          <a:xfrm>
            <a:off x="4807122" y="2915664"/>
            <a:ext cx="3090104" cy="842023"/>
          </a:xfrm>
          <a:prstGeom prst="rect">
            <a:avLst/>
          </a:prstGeom>
        </p:spPr>
        <p:txBody>
          <a:bodyPr numCol="1" spcCol="468000"/>
          <a:lstStyle>
            <a:lvl1pPr marL="0" marR="0" indent="0" algn="just" defTabSz="914400" rtl="0" eaLnBrk="1" fontAlgn="auto" latinLnBrk="0" hangingPunct="1">
              <a:lnSpc>
                <a:spcPts val="1500"/>
              </a:lnSpc>
              <a:spcBef>
                <a:spcPts val="6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6" name="Espace réservé du texte 4"/>
          <p:cNvSpPr>
            <a:spLocks noGrp="1"/>
          </p:cNvSpPr>
          <p:nvPr>
            <p:ph type="body" sz="quarter" idx="53" hasCustomPrompt="1"/>
          </p:nvPr>
        </p:nvSpPr>
        <p:spPr>
          <a:xfrm>
            <a:off x="4807122" y="2658489"/>
            <a:ext cx="3090104"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Critère</a:t>
            </a:r>
          </a:p>
        </p:txBody>
      </p:sp>
      <p:sp>
        <p:nvSpPr>
          <p:cNvPr id="28" name="Espace réservé du texte 9"/>
          <p:cNvSpPr>
            <a:spLocks noGrp="1"/>
          </p:cNvSpPr>
          <p:nvPr>
            <p:ph type="body" sz="quarter" idx="55"/>
          </p:nvPr>
        </p:nvSpPr>
        <p:spPr>
          <a:xfrm>
            <a:off x="4807122" y="4637355"/>
            <a:ext cx="3090104" cy="842023"/>
          </a:xfrm>
          <a:prstGeom prst="rect">
            <a:avLst/>
          </a:prstGeom>
        </p:spPr>
        <p:txBody>
          <a:bodyPr numCol="1" spcCol="468000"/>
          <a:lstStyle>
            <a:lvl1pPr marL="0" marR="0" indent="0" algn="just" defTabSz="914400" rtl="0" eaLnBrk="1" fontAlgn="auto" latinLnBrk="0" hangingPunct="1">
              <a:lnSpc>
                <a:spcPts val="1500"/>
              </a:lnSpc>
              <a:spcBef>
                <a:spcPts val="6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9" name="Espace réservé du texte 4"/>
          <p:cNvSpPr>
            <a:spLocks noGrp="1"/>
          </p:cNvSpPr>
          <p:nvPr>
            <p:ph type="body" sz="quarter" idx="56" hasCustomPrompt="1"/>
          </p:nvPr>
        </p:nvSpPr>
        <p:spPr>
          <a:xfrm>
            <a:off x="4807122" y="4380180"/>
            <a:ext cx="3090104"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100">
                <a:latin typeface="Arial Black" panose="020B0A04020102020204" pitchFamily="34" charset="0"/>
              </a:defRPr>
            </a:lvl2pPr>
            <a:lvl3pPr>
              <a:defRPr sz="1100">
                <a:latin typeface="Arial Black" panose="020B0A04020102020204" pitchFamily="34" charset="0"/>
              </a:defRPr>
            </a:lvl3pPr>
            <a:lvl4pPr>
              <a:defRPr sz="1100">
                <a:latin typeface="Arial Black" panose="020B0A04020102020204" pitchFamily="34" charset="0"/>
              </a:defRPr>
            </a:lvl4pPr>
            <a:lvl5pPr>
              <a:defRPr sz="1100">
                <a:latin typeface="Arial Black" panose="020B0A04020102020204" pitchFamily="34" charset="0"/>
              </a:defRPr>
            </a:lvl5pPr>
          </a:lstStyle>
          <a:p>
            <a:pPr lvl="0"/>
            <a:r>
              <a:rPr lang="fr-FR"/>
              <a:t>Critère</a:t>
            </a:r>
          </a:p>
        </p:txBody>
      </p:sp>
      <p:sp>
        <p:nvSpPr>
          <p:cNvPr id="33" name="Espace réservé pour une image  32"/>
          <p:cNvSpPr>
            <a:spLocks noGrp="1"/>
          </p:cNvSpPr>
          <p:nvPr>
            <p:ph type="pic" sz="quarter" idx="57" hasCustomPrompt="1"/>
          </p:nvPr>
        </p:nvSpPr>
        <p:spPr>
          <a:xfrm>
            <a:off x="1033220" y="2260543"/>
            <a:ext cx="360000" cy="360000"/>
          </a:xfrm>
          <a:prstGeom prst="rect">
            <a:avLst/>
          </a:prstGeom>
        </p:spPr>
        <p:txBody>
          <a:bodyPr/>
          <a:lstStyle>
            <a:lvl1pPr marL="0" indent="0">
              <a:buNone/>
              <a:defRPr sz="600"/>
            </a:lvl1pPr>
          </a:lstStyle>
          <a:p>
            <a:r>
              <a:rPr lang="fr-FR"/>
              <a:t>icone</a:t>
            </a:r>
          </a:p>
        </p:txBody>
      </p:sp>
      <p:sp>
        <p:nvSpPr>
          <p:cNvPr id="37" name="Espace réservé pour une image  32"/>
          <p:cNvSpPr>
            <a:spLocks noGrp="1"/>
          </p:cNvSpPr>
          <p:nvPr>
            <p:ph type="pic" sz="quarter" idx="58" hasCustomPrompt="1"/>
          </p:nvPr>
        </p:nvSpPr>
        <p:spPr>
          <a:xfrm>
            <a:off x="4807122" y="2265272"/>
            <a:ext cx="360000" cy="360000"/>
          </a:xfrm>
          <a:prstGeom prst="rect">
            <a:avLst/>
          </a:prstGeom>
        </p:spPr>
        <p:txBody>
          <a:bodyPr/>
          <a:lstStyle>
            <a:lvl1pPr marL="0" indent="0">
              <a:buNone/>
              <a:defRPr sz="600"/>
            </a:lvl1pPr>
          </a:lstStyle>
          <a:p>
            <a:r>
              <a:rPr lang="fr-FR"/>
              <a:t>icone</a:t>
            </a:r>
          </a:p>
        </p:txBody>
      </p:sp>
      <p:sp>
        <p:nvSpPr>
          <p:cNvPr id="38" name="Espace réservé pour une image  32"/>
          <p:cNvSpPr>
            <a:spLocks noGrp="1"/>
          </p:cNvSpPr>
          <p:nvPr>
            <p:ph type="pic" sz="quarter" idx="59" hasCustomPrompt="1"/>
          </p:nvPr>
        </p:nvSpPr>
        <p:spPr>
          <a:xfrm>
            <a:off x="1033220" y="3997607"/>
            <a:ext cx="360000" cy="360000"/>
          </a:xfrm>
          <a:prstGeom prst="rect">
            <a:avLst/>
          </a:prstGeom>
        </p:spPr>
        <p:txBody>
          <a:bodyPr/>
          <a:lstStyle>
            <a:lvl1pPr marL="0" indent="0">
              <a:buNone/>
              <a:defRPr sz="600"/>
            </a:lvl1pPr>
          </a:lstStyle>
          <a:p>
            <a:r>
              <a:rPr lang="fr-FR"/>
              <a:t>icone</a:t>
            </a:r>
          </a:p>
        </p:txBody>
      </p:sp>
      <p:sp>
        <p:nvSpPr>
          <p:cNvPr id="39" name="Espace réservé pour une image  32"/>
          <p:cNvSpPr>
            <a:spLocks noGrp="1"/>
          </p:cNvSpPr>
          <p:nvPr>
            <p:ph type="pic" sz="quarter" idx="60" hasCustomPrompt="1"/>
          </p:nvPr>
        </p:nvSpPr>
        <p:spPr>
          <a:xfrm>
            <a:off x="4807122" y="3997607"/>
            <a:ext cx="360000" cy="360000"/>
          </a:xfrm>
          <a:prstGeom prst="rect">
            <a:avLst/>
          </a:prstGeom>
        </p:spPr>
        <p:txBody>
          <a:bodyPr/>
          <a:lstStyle>
            <a:lvl1pPr marL="0" indent="0">
              <a:buNone/>
              <a:defRPr sz="600"/>
            </a:lvl1pPr>
          </a:lstStyle>
          <a:p>
            <a:r>
              <a:rPr lang="fr-FR"/>
              <a:t>icone</a:t>
            </a:r>
          </a:p>
        </p:txBody>
      </p:sp>
      <p:sp>
        <p:nvSpPr>
          <p:cNvPr id="19" name="Espace réservé du pied de page 1">
            <a:extLst>
              <a:ext uri="{FF2B5EF4-FFF2-40B4-BE49-F238E27FC236}">
                <a16:creationId xmlns:a16="http://schemas.microsoft.com/office/drawing/2014/main" id="{B9C9861B-9BEF-654F-81C7-3D5546669788}"/>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30" name="Espace réservé du texte 4">
            <a:extLst>
              <a:ext uri="{FF2B5EF4-FFF2-40B4-BE49-F238E27FC236}">
                <a16:creationId xmlns:a16="http://schemas.microsoft.com/office/drawing/2014/main" id="{37C20484-7B42-914B-B5F6-4A0DFD90C8C5}"/>
              </a:ext>
            </a:extLst>
          </p:cNvPr>
          <p:cNvSpPr>
            <a:spLocks noGrp="1"/>
          </p:cNvSpPr>
          <p:nvPr>
            <p:ph type="body" sz="quarter" idx="35" hasCustomPrompt="1"/>
          </p:nvPr>
        </p:nvSpPr>
        <p:spPr>
          <a:xfrm>
            <a:off x="337930" y="922713"/>
            <a:ext cx="7141201"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4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31" name="Espace réservé du texte 6">
            <a:extLst>
              <a:ext uri="{FF2B5EF4-FFF2-40B4-BE49-F238E27FC236}">
                <a16:creationId xmlns:a16="http://schemas.microsoft.com/office/drawing/2014/main" id="{F10CB560-F19E-E547-81DB-A5CB6EDA83E2}"/>
              </a:ext>
            </a:extLst>
          </p:cNvPr>
          <p:cNvSpPr>
            <a:spLocks noGrp="1"/>
          </p:cNvSpPr>
          <p:nvPr>
            <p:ph type="body" sz="quarter" idx="10" hasCustomPrompt="1"/>
          </p:nvPr>
        </p:nvSpPr>
        <p:spPr>
          <a:xfrm>
            <a:off x="337932" y="564022"/>
            <a:ext cx="7141199"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22547200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EVELOPMENT_6">
    <p:spTree>
      <p:nvGrpSpPr>
        <p:cNvPr id="1" name=""/>
        <p:cNvGrpSpPr/>
        <p:nvPr/>
      </p:nvGrpSpPr>
      <p:grpSpPr>
        <a:xfrm>
          <a:off x="0" y="0"/>
          <a:ext cx="0" cy="0"/>
          <a:chOff x="0" y="0"/>
          <a:chExt cx="0" cy="0"/>
        </a:xfrm>
      </p:grpSpPr>
      <p:sp>
        <p:nvSpPr>
          <p:cNvPr id="5" name="Espace réservé du texte 4"/>
          <p:cNvSpPr>
            <a:spLocks noGrp="1"/>
          </p:cNvSpPr>
          <p:nvPr>
            <p:ph type="body" sz="quarter" idx="32"/>
          </p:nvPr>
        </p:nvSpPr>
        <p:spPr>
          <a:xfrm>
            <a:off x="1596623" y="2836893"/>
            <a:ext cx="10155434" cy="647597"/>
          </a:xfrm>
          <a:prstGeom prst="rect">
            <a:avLst/>
          </a:prstGeom>
        </p:spPr>
        <p:txBody>
          <a:bodyPr/>
          <a:lstStyle>
            <a:lvl1pPr marL="0" indent="0">
              <a:lnSpc>
                <a:spcPts val="1500"/>
              </a:lnSpc>
              <a:spcBef>
                <a:spcPts val="0"/>
              </a:spcBef>
              <a:buFont typeface="Arial" panose="020B0604020202020204" pitchFamily="34" charset="0"/>
              <a:buNone/>
              <a:defRPr sz="1100"/>
            </a:lvl1pPr>
            <a:lvl2pPr>
              <a:defRPr sz="1100"/>
            </a:lvl2pPr>
            <a:lvl3pPr>
              <a:defRPr sz="1100"/>
            </a:lvl3pPr>
            <a:lvl4pPr>
              <a:defRPr sz="1100"/>
            </a:lvl4pPr>
            <a:lvl5pPr>
              <a:defRPr sz="1100"/>
            </a:lvl5pPr>
          </a:lstStyle>
          <a:p>
            <a:pPr lvl="0"/>
            <a:r>
              <a:rPr lang="fr-FR"/>
              <a:t>Modifier les styles du texte du masque</a:t>
            </a:r>
          </a:p>
        </p:txBody>
      </p:sp>
      <p:sp>
        <p:nvSpPr>
          <p:cNvPr id="16" name="Espace réservé du texte 15"/>
          <p:cNvSpPr>
            <a:spLocks noGrp="1"/>
          </p:cNvSpPr>
          <p:nvPr>
            <p:ph type="body" sz="quarter" idx="39" hasCustomPrompt="1"/>
          </p:nvPr>
        </p:nvSpPr>
        <p:spPr>
          <a:xfrm>
            <a:off x="688128" y="2819597"/>
            <a:ext cx="657581" cy="693300"/>
          </a:xfrm>
          <a:prstGeom prst="ellipse">
            <a:avLst/>
          </a:prstGeom>
          <a:solidFill>
            <a:schemeClr val="bg1"/>
          </a:solidFill>
          <a:ln>
            <a:solidFill>
              <a:srgbClr val="8CDDFF"/>
            </a:solidFill>
          </a:ln>
        </p:spPr>
        <p:txBody>
          <a:bodyPr anchor="ctr"/>
          <a:lstStyle>
            <a:lvl1pPr marL="0" indent="0" algn="ctr">
              <a:buNone/>
              <a:defRPr sz="1600">
                <a:solidFill>
                  <a:srgbClr val="8CDDFF"/>
                </a:solidFill>
                <a:latin typeface="+mj-lt"/>
              </a:defRPr>
            </a:lvl1pPr>
          </a:lstStyle>
          <a:p>
            <a:pPr lvl="0"/>
            <a:r>
              <a:rPr lang="fr-FR"/>
              <a:t>#1</a:t>
            </a:r>
          </a:p>
        </p:txBody>
      </p:sp>
      <p:sp>
        <p:nvSpPr>
          <p:cNvPr id="112" name="Espace réservé du texte 15"/>
          <p:cNvSpPr>
            <a:spLocks noGrp="1"/>
          </p:cNvSpPr>
          <p:nvPr>
            <p:ph type="body" sz="quarter" idx="40" hasCustomPrompt="1"/>
          </p:nvPr>
        </p:nvSpPr>
        <p:spPr>
          <a:xfrm>
            <a:off x="688128" y="3911966"/>
            <a:ext cx="657581" cy="693300"/>
          </a:xfrm>
          <a:prstGeom prst="ellipse">
            <a:avLst/>
          </a:prstGeom>
          <a:solidFill>
            <a:schemeClr val="bg1"/>
          </a:solidFill>
          <a:ln>
            <a:solidFill>
              <a:srgbClr val="98D5F0"/>
            </a:solidFill>
          </a:ln>
        </p:spPr>
        <p:txBody>
          <a:bodyPr anchor="ctr"/>
          <a:lstStyle>
            <a:lvl1pPr marL="0" indent="0" algn="ctr">
              <a:buNone/>
              <a:defRPr sz="1600">
                <a:solidFill>
                  <a:srgbClr val="98D5F0"/>
                </a:solidFill>
                <a:latin typeface="+mj-lt"/>
              </a:defRPr>
            </a:lvl1pPr>
          </a:lstStyle>
          <a:p>
            <a:pPr lvl="0"/>
            <a:r>
              <a:rPr lang="fr-FR"/>
              <a:t>#2</a:t>
            </a:r>
          </a:p>
        </p:txBody>
      </p:sp>
      <p:sp>
        <p:nvSpPr>
          <p:cNvPr id="113" name="Espace réservé du texte 15"/>
          <p:cNvSpPr>
            <a:spLocks noGrp="1"/>
          </p:cNvSpPr>
          <p:nvPr>
            <p:ph type="body" sz="quarter" idx="41" hasCustomPrompt="1"/>
          </p:nvPr>
        </p:nvSpPr>
        <p:spPr>
          <a:xfrm>
            <a:off x="688128" y="5004335"/>
            <a:ext cx="657581" cy="693300"/>
          </a:xfrm>
          <a:prstGeom prst="ellipse">
            <a:avLst/>
          </a:prstGeom>
          <a:solidFill>
            <a:schemeClr val="bg1"/>
          </a:solidFill>
          <a:ln>
            <a:solidFill>
              <a:srgbClr val="32AAE1"/>
            </a:solidFill>
          </a:ln>
        </p:spPr>
        <p:txBody>
          <a:bodyPr anchor="ctr"/>
          <a:lstStyle>
            <a:lvl1pPr marL="0" indent="0" algn="ctr">
              <a:buNone/>
              <a:defRPr sz="1600">
                <a:solidFill>
                  <a:srgbClr val="32AAE1"/>
                </a:solidFill>
                <a:latin typeface="+mj-lt"/>
              </a:defRPr>
            </a:lvl1pPr>
          </a:lstStyle>
          <a:p>
            <a:pPr lvl="0"/>
            <a:r>
              <a:rPr lang="fr-FR"/>
              <a:t>#3</a:t>
            </a:r>
          </a:p>
        </p:txBody>
      </p:sp>
      <p:sp>
        <p:nvSpPr>
          <p:cNvPr id="25" name="Espace réservé du texte 4"/>
          <p:cNvSpPr>
            <a:spLocks noGrp="1"/>
          </p:cNvSpPr>
          <p:nvPr>
            <p:ph type="body" sz="quarter" idx="42"/>
          </p:nvPr>
        </p:nvSpPr>
        <p:spPr>
          <a:xfrm>
            <a:off x="1596623" y="3929758"/>
            <a:ext cx="10155434" cy="647597"/>
          </a:xfrm>
          <a:prstGeom prst="rect">
            <a:avLst/>
          </a:prstGeom>
        </p:spPr>
        <p:txBody>
          <a:bodyPr/>
          <a:lstStyle>
            <a:lvl1pPr marL="0" indent="0">
              <a:lnSpc>
                <a:spcPct val="100000"/>
              </a:lnSpc>
              <a:spcBef>
                <a:spcPts val="0"/>
              </a:spcBef>
              <a:buFont typeface="Arial" panose="020B0604020202020204" pitchFamily="34" charset="0"/>
              <a:buNone/>
              <a:defRPr sz="1100"/>
            </a:lvl1pPr>
            <a:lvl2pPr>
              <a:defRPr sz="1100"/>
            </a:lvl2pPr>
            <a:lvl3pPr>
              <a:defRPr sz="1100"/>
            </a:lvl3pPr>
            <a:lvl4pPr>
              <a:defRPr sz="1100"/>
            </a:lvl4pPr>
            <a:lvl5pPr>
              <a:defRPr sz="1100"/>
            </a:lvl5pPr>
          </a:lstStyle>
          <a:p>
            <a:pPr lvl="0"/>
            <a:r>
              <a:rPr lang="fr-FR"/>
              <a:t>Modifier les styles du texte du masque</a:t>
            </a:r>
          </a:p>
        </p:txBody>
      </p:sp>
      <p:sp>
        <p:nvSpPr>
          <p:cNvPr id="26" name="Espace réservé du texte 4"/>
          <p:cNvSpPr>
            <a:spLocks noGrp="1"/>
          </p:cNvSpPr>
          <p:nvPr>
            <p:ph type="body" sz="quarter" idx="43"/>
          </p:nvPr>
        </p:nvSpPr>
        <p:spPr>
          <a:xfrm>
            <a:off x="1596623" y="5027186"/>
            <a:ext cx="10155434" cy="647597"/>
          </a:xfrm>
          <a:prstGeom prst="rect">
            <a:avLst/>
          </a:prstGeom>
        </p:spPr>
        <p:txBody>
          <a:bodyPr/>
          <a:lstStyle>
            <a:lvl1pPr marL="0" indent="0">
              <a:lnSpc>
                <a:spcPct val="100000"/>
              </a:lnSpc>
              <a:spcBef>
                <a:spcPts val="0"/>
              </a:spcBef>
              <a:buFont typeface="Arial" panose="020B0604020202020204" pitchFamily="34" charset="0"/>
              <a:buNone/>
              <a:defRPr sz="1100"/>
            </a:lvl1pPr>
            <a:lvl2pPr>
              <a:defRPr sz="1100"/>
            </a:lvl2pPr>
            <a:lvl3pPr>
              <a:defRPr sz="1100"/>
            </a:lvl3pPr>
            <a:lvl4pPr>
              <a:defRPr sz="1100"/>
            </a:lvl4pPr>
            <a:lvl5pPr>
              <a:defRPr sz="1100"/>
            </a:lvl5pPr>
          </a:lstStyle>
          <a:p>
            <a:pPr lvl="0"/>
            <a:r>
              <a:rPr lang="fr-FR"/>
              <a:t>Modifier les styles du texte du masque</a:t>
            </a:r>
          </a:p>
        </p:txBody>
      </p:sp>
      <p:sp>
        <p:nvSpPr>
          <p:cNvPr id="15" name="Espace réservé du texte 2">
            <a:extLst>
              <a:ext uri="{FF2B5EF4-FFF2-40B4-BE49-F238E27FC236}">
                <a16:creationId xmlns:a16="http://schemas.microsoft.com/office/drawing/2014/main" id="{2686BD5B-F9F1-461D-B44D-92D09B9BAC2D}"/>
              </a:ext>
            </a:extLst>
          </p:cNvPr>
          <p:cNvSpPr>
            <a:spLocks noGrp="1"/>
          </p:cNvSpPr>
          <p:nvPr>
            <p:ph type="body" sz="quarter" idx="44"/>
          </p:nvPr>
        </p:nvSpPr>
        <p:spPr>
          <a:xfrm>
            <a:off x="338138" y="2046289"/>
            <a:ext cx="11413919" cy="42165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100"/>
            </a:lvl1pPr>
            <a:lvl2pPr>
              <a:defRPr sz="1100"/>
            </a:lvl2pPr>
            <a:lvl3pPr>
              <a:defRPr sz="1100"/>
            </a:lvl3pPr>
            <a:lvl4pPr>
              <a:defRPr sz="1100"/>
            </a:lvl4pPr>
            <a:lvl5pPr>
              <a:defRPr sz="1100"/>
            </a:lvl5pPr>
          </a:lstStyle>
          <a:p>
            <a:pPr lvl="0"/>
            <a:r>
              <a:rPr lang="fr-FR"/>
              <a:t>Modifier les styles du texte du masque</a:t>
            </a:r>
          </a:p>
        </p:txBody>
      </p:sp>
      <p:sp>
        <p:nvSpPr>
          <p:cNvPr id="14" name="Espace réservé du pied de page 1">
            <a:extLst>
              <a:ext uri="{FF2B5EF4-FFF2-40B4-BE49-F238E27FC236}">
                <a16:creationId xmlns:a16="http://schemas.microsoft.com/office/drawing/2014/main" id="{5E35B4B0-5A29-6948-BBB2-47519A339F73}"/>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8" name="Espace réservé du texte 4">
            <a:extLst>
              <a:ext uri="{FF2B5EF4-FFF2-40B4-BE49-F238E27FC236}">
                <a16:creationId xmlns:a16="http://schemas.microsoft.com/office/drawing/2014/main" id="{9CEB7E3D-4D9F-0D49-AB8C-95E8F60F4FEF}"/>
              </a:ext>
            </a:extLst>
          </p:cNvPr>
          <p:cNvSpPr>
            <a:spLocks noGrp="1"/>
          </p:cNvSpPr>
          <p:nvPr>
            <p:ph type="body" sz="quarter" idx="35" hasCustomPrompt="1"/>
          </p:nvPr>
        </p:nvSpPr>
        <p:spPr>
          <a:xfrm>
            <a:off x="337930" y="922713"/>
            <a:ext cx="11433655"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4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9" name="Espace réservé du texte 6">
            <a:extLst>
              <a:ext uri="{FF2B5EF4-FFF2-40B4-BE49-F238E27FC236}">
                <a16:creationId xmlns:a16="http://schemas.microsoft.com/office/drawing/2014/main" id="{8E7ED1D0-FE4D-134C-A6D0-279F1C99A3C3}"/>
              </a:ext>
            </a:extLst>
          </p:cNvPr>
          <p:cNvSpPr>
            <a:spLocks noGrp="1"/>
          </p:cNvSpPr>
          <p:nvPr>
            <p:ph type="body" sz="quarter" idx="10" hasCustomPrompt="1"/>
          </p:nvPr>
        </p:nvSpPr>
        <p:spPr>
          <a:xfrm>
            <a:off x="337931" y="564022"/>
            <a:ext cx="11433653"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3897920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INFOGRAPHIC_2">
    <p:spTree>
      <p:nvGrpSpPr>
        <p:cNvPr id="1" name=""/>
        <p:cNvGrpSpPr/>
        <p:nvPr/>
      </p:nvGrpSpPr>
      <p:grpSpPr>
        <a:xfrm>
          <a:off x="0" y="0"/>
          <a:ext cx="0" cy="0"/>
          <a:chOff x="0" y="0"/>
          <a:chExt cx="0" cy="0"/>
        </a:xfrm>
      </p:grpSpPr>
      <p:sp>
        <p:nvSpPr>
          <p:cNvPr id="3" name="Espace réservé du texte 2"/>
          <p:cNvSpPr>
            <a:spLocks noGrp="1"/>
          </p:cNvSpPr>
          <p:nvPr>
            <p:ph type="body" sz="quarter" idx="41"/>
          </p:nvPr>
        </p:nvSpPr>
        <p:spPr>
          <a:xfrm>
            <a:off x="638175" y="2167105"/>
            <a:ext cx="7820024" cy="2394386"/>
          </a:xfrm>
          <a:prstGeom prst="rect">
            <a:avLst/>
          </a:prstGeom>
          <a:solidFill>
            <a:schemeClr val="bg1">
              <a:lumMod val="90000"/>
            </a:schemeClr>
          </a:solidFill>
        </p:spPr>
        <p:txBody>
          <a:bodyPr/>
          <a:lstStyle>
            <a:lvl1pPr marL="0" indent="0">
              <a:lnSpc>
                <a:spcPts val="1500"/>
              </a:lnSpc>
              <a:buNone/>
              <a:defRPr sz="1100">
                <a:solidFill>
                  <a:schemeClr val="tx1"/>
                </a:solidFill>
              </a:defRPr>
            </a:lvl1pPr>
            <a:lvl2pPr>
              <a:defRPr sz="1100"/>
            </a:lvl2pPr>
            <a:lvl3pPr>
              <a:defRPr sz="1100"/>
            </a:lvl3pPr>
            <a:lvl4pPr>
              <a:defRPr sz="1100"/>
            </a:lvl4pPr>
            <a:lvl5pPr>
              <a:defRPr sz="1100"/>
            </a:lvl5pPr>
          </a:lstStyle>
          <a:p>
            <a:pPr lvl="0"/>
            <a:r>
              <a:rPr lang="fr-FR"/>
              <a:t>Modifier les styles du texte du masque</a:t>
            </a:r>
          </a:p>
        </p:txBody>
      </p:sp>
      <p:sp>
        <p:nvSpPr>
          <p:cNvPr id="5" name="Espace réservé du texte 4"/>
          <p:cNvSpPr>
            <a:spLocks noGrp="1"/>
          </p:cNvSpPr>
          <p:nvPr>
            <p:ph type="body" sz="quarter" idx="42"/>
          </p:nvPr>
        </p:nvSpPr>
        <p:spPr>
          <a:xfrm>
            <a:off x="641350" y="4792663"/>
            <a:ext cx="7820025" cy="1366837"/>
          </a:xfrm>
          <a:prstGeom prst="rect">
            <a:avLst/>
          </a:prstGeom>
        </p:spPr>
        <p:txBody>
          <a:bodyPr/>
          <a:lstStyle>
            <a:lvl1pPr marL="0" indent="0">
              <a:lnSpc>
                <a:spcPts val="1500"/>
              </a:lnSpc>
              <a:buNone/>
              <a:defRPr sz="1100"/>
            </a:lvl1pPr>
            <a:lvl2pPr>
              <a:defRPr sz="1100"/>
            </a:lvl2pPr>
            <a:lvl3pPr>
              <a:defRPr sz="1100"/>
            </a:lvl3pPr>
            <a:lvl4pPr>
              <a:defRPr sz="1100"/>
            </a:lvl4pPr>
            <a:lvl5pPr>
              <a:defRPr sz="1100"/>
            </a:lvl5pPr>
          </a:lstStyle>
          <a:p>
            <a:pPr lvl="0"/>
            <a:r>
              <a:rPr lang="fr-FR"/>
              <a:t>Modifier les styles du texte du masque</a:t>
            </a:r>
          </a:p>
        </p:txBody>
      </p:sp>
      <p:sp>
        <p:nvSpPr>
          <p:cNvPr id="32" name="Espace réservé pour une image  38"/>
          <p:cNvSpPr>
            <a:spLocks noGrp="1"/>
          </p:cNvSpPr>
          <p:nvPr>
            <p:ph type="pic" sz="quarter" idx="38"/>
          </p:nvPr>
        </p:nvSpPr>
        <p:spPr>
          <a:xfrm>
            <a:off x="9841454" y="2345780"/>
            <a:ext cx="735052" cy="748126"/>
          </a:xfrm>
          <a:prstGeom prst="rect">
            <a:avLst/>
          </a:prstGeom>
          <a:ln w="28575">
            <a:noFill/>
          </a:ln>
        </p:spPr>
        <p:txBody>
          <a:bodyPr/>
          <a:lstStyle>
            <a:lvl1pPr marL="0" indent="0">
              <a:buNone/>
              <a:defRPr sz="1100"/>
            </a:lvl1pPr>
          </a:lstStyle>
          <a:p>
            <a:r>
              <a:rPr lang="fr-FR"/>
              <a:t>Cliquez sur l'icône pour ajouter une image</a:t>
            </a:r>
          </a:p>
        </p:txBody>
      </p:sp>
      <p:sp>
        <p:nvSpPr>
          <p:cNvPr id="33" name="Espace réservé pour une image  38"/>
          <p:cNvSpPr>
            <a:spLocks noGrp="1"/>
          </p:cNvSpPr>
          <p:nvPr>
            <p:ph type="pic" sz="quarter" idx="39"/>
          </p:nvPr>
        </p:nvSpPr>
        <p:spPr>
          <a:xfrm>
            <a:off x="9841454" y="3736665"/>
            <a:ext cx="735052" cy="748126"/>
          </a:xfrm>
          <a:prstGeom prst="rect">
            <a:avLst/>
          </a:prstGeom>
          <a:ln w="28575">
            <a:noFill/>
          </a:ln>
        </p:spPr>
        <p:txBody>
          <a:bodyPr/>
          <a:lstStyle>
            <a:lvl1pPr marL="0" indent="0">
              <a:buNone/>
              <a:defRPr sz="1100"/>
            </a:lvl1pPr>
          </a:lstStyle>
          <a:p>
            <a:r>
              <a:rPr lang="fr-FR"/>
              <a:t>Cliquez sur l'icône pour ajouter une image</a:t>
            </a:r>
          </a:p>
        </p:txBody>
      </p:sp>
      <p:sp>
        <p:nvSpPr>
          <p:cNvPr id="34" name="Espace réservé pour une image  38"/>
          <p:cNvSpPr>
            <a:spLocks noGrp="1"/>
          </p:cNvSpPr>
          <p:nvPr>
            <p:ph type="pic" sz="quarter" idx="40"/>
          </p:nvPr>
        </p:nvSpPr>
        <p:spPr>
          <a:xfrm>
            <a:off x="9841454" y="5184725"/>
            <a:ext cx="735052" cy="748126"/>
          </a:xfrm>
          <a:prstGeom prst="rect">
            <a:avLst/>
          </a:prstGeom>
          <a:ln w="28575">
            <a:noFill/>
          </a:ln>
        </p:spPr>
        <p:txBody>
          <a:bodyPr/>
          <a:lstStyle>
            <a:lvl1pPr marL="0" indent="0">
              <a:buNone/>
              <a:defRPr sz="1100"/>
            </a:lvl1pPr>
          </a:lstStyle>
          <a:p>
            <a:r>
              <a:rPr lang="fr-FR"/>
              <a:t>Cliquez sur l'icône pour ajouter une image</a:t>
            </a:r>
          </a:p>
        </p:txBody>
      </p:sp>
      <p:sp>
        <p:nvSpPr>
          <p:cNvPr id="10" name="Espace réservé du pied de page 1">
            <a:extLst>
              <a:ext uri="{FF2B5EF4-FFF2-40B4-BE49-F238E27FC236}">
                <a16:creationId xmlns:a16="http://schemas.microsoft.com/office/drawing/2014/main" id="{EF328428-03C6-224C-BBA0-FF5172968E03}"/>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1" name="Espace réservé du texte 4">
            <a:extLst>
              <a:ext uri="{FF2B5EF4-FFF2-40B4-BE49-F238E27FC236}">
                <a16:creationId xmlns:a16="http://schemas.microsoft.com/office/drawing/2014/main" id="{9CEB7E3D-4D9F-0D49-AB8C-95E8F60F4FEF}"/>
              </a:ext>
            </a:extLst>
          </p:cNvPr>
          <p:cNvSpPr>
            <a:spLocks noGrp="1"/>
          </p:cNvSpPr>
          <p:nvPr>
            <p:ph type="body" sz="quarter" idx="35" hasCustomPrompt="1"/>
          </p:nvPr>
        </p:nvSpPr>
        <p:spPr>
          <a:xfrm>
            <a:off x="337930" y="922713"/>
            <a:ext cx="11433655"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4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4" name="Espace réservé du texte 6">
            <a:extLst>
              <a:ext uri="{FF2B5EF4-FFF2-40B4-BE49-F238E27FC236}">
                <a16:creationId xmlns:a16="http://schemas.microsoft.com/office/drawing/2014/main" id="{8E7ED1D0-FE4D-134C-A6D0-279F1C99A3C3}"/>
              </a:ext>
            </a:extLst>
          </p:cNvPr>
          <p:cNvSpPr>
            <a:spLocks noGrp="1"/>
          </p:cNvSpPr>
          <p:nvPr>
            <p:ph type="body" sz="quarter" idx="10" hasCustomPrompt="1"/>
          </p:nvPr>
        </p:nvSpPr>
        <p:spPr>
          <a:xfrm>
            <a:off x="337931" y="564022"/>
            <a:ext cx="11433653"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41982055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APPROACH">
    <p:spTree>
      <p:nvGrpSpPr>
        <p:cNvPr id="1" name=""/>
        <p:cNvGrpSpPr/>
        <p:nvPr/>
      </p:nvGrpSpPr>
      <p:grpSpPr>
        <a:xfrm>
          <a:off x="0" y="0"/>
          <a:ext cx="0" cy="0"/>
          <a:chOff x="0" y="0"/>
          <a:chExt cx="0" cy="0"/>
        </a:xfrm>
      </p:grpSpPr>
      <p:sp>
        <p:nvSpPr>
          <p:cNvPr id="6" name="Espace réservé du tableau 5"/>
          <p:cNvSpPr>
            <a:spLocks noGrp="1"/>
          </p:cNvSpPr>
          <p:nvPr>
            <p:ph type="tbl" sz="quarter" idx="28"/>
          </p:nvPr>
        </p:nvSpPr>
        <p:spPr>
          <a:xfrm>
            <a:off x="333231" y="2181226"/>
            <a:ext cx="11591925" cy="2019300"/>
          </a:xfrm>
          <a:prstGeom prst="rect">
            <a:avLst/>
          </a:prstGeom>
        </p:spPr>
        <p:txBody>
          <a:bodyPr/>
          <a:lstStyle>
            <a:lvl1pPr marL="0" indent="0">
              <a:lnSpc>
                <a:spcPts val="1500"/>
              </a:lnSpc>
              <a:buNone/>
              <a:defRPr sz="1200"/>
            </a:lvl1pPr>
          </a:lstStyle>
          <a:p>
            <a:r>
              <a:rPr lang="fr-FR"/>
              <a:t>Cliquez sur l'icône pour ajouter un tableau</a:t>
            </a:r>
          </a:p>
        </p:txBody>
      </p:sp>
      <p:sp>
        <p:nvSpPr>
          <p:cNvPr id="8" name="Espace réservé du texte 9"/>
          <p:cNvSpPr>
            <a:spLocks noGrp="1"/>
          </p:cNvSpPr>
          <p:nvPr>
            <p:ph type="body" sz="quarter" idx="22"/>
          </p:nvPr>
        </p:nvSpPr>
        <p:spPr>
          <a:xfrm>
            <a:off x="333231" y="5133975"/>
            <a:ext cx="5534170" cy="809955"/>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0" name="Espace réservé du texte 9"/>
          <p:cNvSpPr>
            <a:spLocks noGrp="1"/>
          </p:cNvSpPr>
          <p:nvPr>
            <p:ph type="body" sz="quarter" idx="33"/>
          </p:nvPr>
        </p:nvSpPr>
        <p:spPr>
          <a:xfrm>
            <a:off x="6390986" y="5133974"/>
            <a:ext cx="5534170" cy="809955"/>
          </a:xfrm>
          <a:prstGeom prst="rect">
            <a:avLst/>
          </a:prstGeom>
        </p:spPr>
        <p:txBody>
          <a:bodyPr numCol="1" spcCol="468000"/>
          <a:lstStyle>
            <a:lvl1pPr marL="0" marR="0" indent="0" algn="just"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1" name="Espace réservé du texte 4"/>
          <p:cNvSpPr>
            <a:spLocks noGrp="1"/>
          </p:cNvSpPr>
          <p:nvPr>
            <p:ph type="body" sz="quarter" idx="34"/>
          </p:nvPr>
        </p:nvSpPr>
        <p:spPr>
          <a:xfrm>
            <a:off x="333232" y="4618600"/>
            <a:ext cx="5534170" cy="21294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Modifier les styles du texte du masque</a:t>
            </a:r>
          </a:p>
        </p:txBody>
      </p:sp>
      <p:sp>
        <p:nvSpPr>
          <p:cNvPr id="12" name="Espace réservé du texte 4"/>
          <p:cNvSpPr>
            <a:spLocks noGrp="1"/>
          </p:cNvSpPr>
          <p:nvPr>
            <p:ph type="body" sz="quarter" idx="35"/>
          </p:nvPr>
        </p:nvSpPr>
        <p:spPr>
          <a:xfrm>
            <a:off x="6390986" y="4618600"/>
            <a:ext cx="5534170" cy="21294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Modifier les styles du texte du masque</a:t>
            </a:r>
          </a:p>
        </p:txBody>
      </p:sp>
      <p:sp>
        <p:nvSpPr>
          <p:cNvPr id="13" name="Espace réservé du texte 6">
            <a:extLst>
              <a:ext uri="{FF2B5EF4-FFF2-40B4-BE49-F238E27FC236}">
                <a16:creationId xmlns:a16="http://schemas.microsoft.com/office/drawing/2014/main" id="{FD92F58E-2BB2-4716-AB6D-4E340CB32695}"/>
              </a:ext>
            </a:extLst>
          </p:cNvPr>
          <p:cNvSpPr>
            <a:spLocks noGrp="1"/>
          </p:cNvSpPr>
          <p:nvPr>
            <p:ph type="body" sz="quarter" idx="42" hasCustomPrompt="1"/>
          </p:nvPr>
        </p:nvSpPr>
        <p:spPr>
          <a:xfrm>
            <a:off x="337933" y="564022"/>
            <a:ext cx="11414124" cy="645000"/>
          </a:xfrm>
          <a:prstGeom prst="rect">
            <a:avLst/>
          </a:prstGeom>
        </p:spPr>
        <p:txBody>
          <a:bodyPr anchor="ctr"/>
          <a:lstStyle>
            <a:lvl1pPr marL="0" indent="0">
              <a:buNone/>
              <a:defRPr sz="2400" b="1" spc="-150" baseline="0">
                <a:latin typeface="+mj-lt"/>
              </a:defRPr>
            </a:lvl1pPr>
          </a:lstStyle>
          <a:p>
            <a:pPr lvl="0"/>
            <a:r>
              <a:rPr lang="fr-FR"/>
              <a:t>Feuille de route</a:t>
            </a:r>
          </a:p>
        </p:txBody>
      </p:sp>
      <p:sp>
        <p:nvSpPr>
          <p:cNvPr id="16" name="Espace réservé du texte 4">
            <a:extLst>
              <a:ext uri="{FF2B5EF4-FFF2-40B4-BE49-F238E27FC236}">
                <a16:creationId xmlns:a16="http://schemas.microsoft.com/office/drawing/2014/main" id="{DA16E3FC-8F3F-4DC0-A29C-B3D00336E8FB}"/>
              </a:ext>
            </a:extLst>
          </p:cNvPr>
          <p:cNvSpPr>
            <a:spLocks noGrp="1"/>
          </p:cNvSpPr>
          <p:nvPr>
            <p:ph type="body" sz="quarter" idx="43"/>
          </p:nvPr>
        </p:nvSpPr>
        <p:spPr>
          <a:xfrm>
            <a:off x="337932" y="1239612"/>
            <a:ext cx="11413919" cy="273879"/>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1" baseline="0">
                <a:latin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Modifier les styles du texte du masque</a:t>
            </a:r>
          </a:p>
        </p:txBody>
      </p:sp>
      <p:sp>
        <p:nvSpPr>
          <p:cNvPr id="14" name="Espace réservé du pied de page 1">
            <a:extLst>
              <a:ext uri="{FF2B5EF4-FFF2-40B4-BE49-F238E27FC236}">
                <a16:creationId xmlns:a16="http://schemas.microsoft.com/office/drawing/2014/main" id="{A498818A-3A4E-9848-9B42-4E9FC2E696BC}"/>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15594156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APPROACH_1">
    <p:spTree>
      <p:nvGrpSpPr>
        <p:cNvPr id="1" name=""/>
        <p:cNvGrpSpPr/>
        <p:nvPr/>
      </p:nvGrpSpPr>
      <p:grpSpPr>
        <a:xfrm>
          <a:off x="0" y="0"/>
          <a:ext cx="0" cy="0"/>
          <a:chOff x="0" y="0"/>
          <a:chExt cx="0" cy="0"/>
        </a:xfrm>
      </p:grpSpPr>
      <p:sp>
        <p:nvSpPr>
          <p:cNvPr id="11" name="Espace réservé du texte 9"/>
          <p:cNvSpPr>
            <a:spLocks noGrp="1"/>
          </p:cNvSpPr>
          <p:nvPr>
            <p:ph type="body" sz="quarter" idx="63" hasCustomPrompt="1"/>
          </p:nvPr>
        </p:nvSpPr>
        <p:spPr>
          <a:xfrm>
            <a:off x="352364" y="2133206"/>
            <a:ext cx="1800523"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marL="0" indent="0">
              <a:buNone/>
              <a:defRPr lang="fr-FR" sz="1100" b="1" dirty="0" smtClean="0"/>
            </a:lvl1pPr>
          </a:lstStyle>
          <a:p>
            <a:pPr marL="228600" marR="0" lvl="0" indent="-228600" fontAlgn="auto">
              <a:spcAft>
                <a:spcPts val="0"/>
              </a:spcAft>
              <a:buClrTx/>
              <a:buSzTx/>
              <a:tabLst/>
            </a:pPr>
            <a:r>
              <a:rPr lang="fr-FR"/>
              <a:t>Objectifs</a:t>
            </a:r>
          </a:p>
          <a:p>
            <a:pPr marL="228600" marR="0" lvl="0" indent="-228600" fontAlgn="auto">
              <a:spcAft>
                <a:spcPts val="0"/>
              </a:spcAft>
              <a:buClrTx/>
              <a:buSzTx/>
              <a:tabLst/>
            </a:pPr>
            <a:endParaRPr lang="fr-FR"/>
          </a:p>
        </p:txBody>
      </p:sp>
      <p:sp>
        <p:nvSpPr>
          <p:cNvPr id="12" name="Espace réservé du texte 15"/>
          <p:cNvSpPr>
            <a:spLocks noGrp="1"/>
          </p:cNvSpPr>
          <p:nvPr>
            <p:ph type="body" sz="quarter" idx="15"/>
          </p:nvPr>
        </p:nvSpPr>
        <p:spPr>
          <a:xfrm>
            <a:off x="345149" y="2358875"/>
            <a:ext cx="8099486" cy="661673"/>
          </a:xfrm>
          <a:prstGeom prst="rect">
            <a:avLst/>
          </a:prstGeom>
        </p:spPr>
        <p:txBody>
          <a:bodyPr>
            <a:noAutofit/>
          </a:bodyPr>
          <a:lstStyle>
            <a:lvl1pPr marL="0" indent="0">
              <a:lnSpc>
                <a:spcPts val="1500"/>
              </a:lnSpc>
              <a:spcBef>
                <a:spcPts val="0"/>
              </a:spcBef>
              <a:buFont typeface="Arial" panose="020B0604020202020204" pitchFamily="34" charset="0"/>
              <a:buNone/>
              <a:defRPr sz="1100" b="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3" name="Espace réservé du texte 9"/>
          <p:cNvSpPr>
            <a:spLocks noGrp="1"/>
          </p:cNvSpPr>
          <p:nvPr>
            <p:ph type="body" sz="quarter" idx="73" hasCustomPrompt="1"/>
          </p:nvPr>
        </p:nvSpPr>
        <p:spPr>
          <a:xfrm>
            <a:off x="359580" y="3251418"/>
            <a:ext cx="1800523"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Activités</a:t>
            </a:r>
          </a:p>
          <a:p>
            <a:pPr marR="0" lvl="0" fontAlgn="auto">
              <a:spcAft>
                <a:spcPts val="0"/>
              </a:spcAft>
              <a:buClrTx/>
              <a:buSzTx/>
              <a:buNone/>
              <a:tabLst/>
            </a:pPr>
            <a:endParaRPr lang="fr-FR"/>
          </a:p>
        </p:txBody>
      </p:sp>
      <p:sp>
        <p:nvSpPr>
          <p:cNvPr id="14" name="Espace réservé du texte 15"/>
          <p:cNvSpPr>
            <a:spLocks noGrp="1"/>
          </p:cNvSpPr>
          <p:nvPr>
            <p:ph type="body" sz="quarter" idx="74"/>
          </p:nvPr>
        </p:nvSpPr>
        <p:spPr>
          <a:xfrm>
            <a:off x="352365" y="3477087"/>
            <a:ext cx="8099486" cy="1613806"/>
          </a:xfrm>
          <a:prstGeom prst="rect">
            <a:avLst/>
          </a:prstGeom>
        </p:spPr>
        <p:txBody>
          <a:bodyPr>
            <a:noAutofit/>
          </a:bodyPr>
          <a:lstStyle>
            <a:lvl1pPr marL="0" indent="0">
              <a:lnSpc>
                <a:spcPts val="1500"/>
              </a:lnSpc>
              <a:spcBef>
                <a:spcPts val="0"/>
              </a:spcBef>
              <a:buFont typeface="Arial" panose="020B0604020202020204" pitchFamily="34" charset="0"/>
              <a:buNone/>
              <a:defRPr sz="1100" b="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5" name="Espace réservé du texte 9"/>
          <p:cNvSpPr>
            <a:spLocks noGrp="1"/>
          </p:cNvSpPr>
          <p:nvPr>
            <p:ph type="body" sz="quarter" idx="75" hasCustomPrompt="1"/>
          </p:nvPr>
        </p:nvSpPr>
        <p:spPr>
          <a:xfrm>
            <a:off x="345148" y="5321763"/>
            <a:ext cx="2718894" cy="225669"/>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Sources et modalités de collaboration </a:t>
            </a:r>
          </a:p>
          <a:p>
            <a:pPr marR="0" lvl="0" fontAlgn="auto">
              <a:spcAft>
                <a:spcPts val="0"/>
              </a:spcAft>
              <a:buClrTx/>
              <a:buSzTx/>
              <a:buNone/>
              <a:tabLst/>
            </a:pPr>
            <a:endParaRPr lang="fr-FR"/>
          </a:p>
        </p:txBody>
      </p:sp>
      <p:sp>
        <p:nvSpPr>
          <p:cNvPr id="16" name="Espace réservé du texte 15"/>
          <p:cNvSpPr>
            <a:spLocks noGrp="1"/>
          </p:cNvSpPr>
          <p:nvPr>
            <p:ph type="body" sz="quarter" idx="76"/>
          </p:nvPr>
        </p:nvSpPr>
        <p:spPr>
          <a:xfrm>
            <a:off x="337933" y="5609968"/>
            <a:ext cx="8099486" cy="599137"/>
          </a:xfrm>
          <a:prstGeom prst="rect">
            <a:avLst/>
          </a:prstGeom>
        </p:spPr>
        <p:txBody>
          <a:bodyPr>
            <a:noAutofit/>
          </a:bodyPr>
          <a:lstStyle>
            <a:lvl1pPr marL="0" indent="0">
              <a:lnSpc>
                <a:spcPts val="1500"/>
              </a:lnSpc>
              <a:spcBef>
                <a:spcPts val="0"/>
              </a:spcBef>
              <a:buFont typeface="Arial" panose="020B0604020202020204" pitchFamily="34" charset="0"/>
              <a:buNone/>
              <a:defRPr sz="1000" b="0">
                <a:latin typeface="+mn-lt"/>
              </a:defRPr>
            </a:lvl1pPr>
          </a:lstStyle>
          <a:p>
            <a:pPr lvl="0"/>
            <a:r>
              <a:rPr lang="fr-FR"/>
              <a:t>Modifier les styles du texte du masque</a:t>
            </a:r>
          </a:p>
        </p:txBody>
      </p:sp>
      <p:sp>
        <p:nvSpPr>
          <p:cNvPr id="17" name="Rectangle 22"/>
          <p:cNvSpPr>
            <a:spLocks noChangeArrowheads="1"/>
          </p:cNvSpPr>
          <p:nvPr userDrawn="1"/>
        </p:nvSpPr>
        <p:spPr bwMode="auto">
          <a:xfrm>
            <a:off x="9248050" y="2495539"/>
            <a:ext cx="2633417" cy="3754198"/>
          </a:xfrm>
          <a:prstGeom prst="rect">
            <a:avLst/>
          </a:prstGeom>
          <a:solidFill>
            <a:schemeClr val="tx1"/>
          </a:solidFill>
          <a:ln w="12700">
            <a:noFill/>
            <a:miter lim="800000"/>
            <a:headEnd/>
            <a:tailEnd/>
          </a:ln>
        </p:spPr>
        <p:txBody>
          <a:bodyPr lIns="144000" rIns="144000"/>
          <a:lstStyle/>
          <a:p>
            <a:pPr marL="85725" lvl="2" indent="-85725" eaLnBrk="0" hangingPunct="0">
              <a:spcBef>
                <a:spcPts val="0"/>
              </a:spcBef>
              <a:spcAft>
                <a:spcPts val="0"/>
              </a:spcAft>
              <a:buFont typeface="Wingdings" pitchFamily="2" charset="2"/>
              <a:buChar char="§"/>
              <a:defRPr/>
            </a:pPr>
            <a:endParaRPr lang="fr-FR" sz="900">
              <a:ln>
                <a:solidFill>
                  <a:srgbClr val="53534D">
                    <a:alpha val="15000"/>
                  </a:srgbClr>
                </a:solidFill>
              </a:ln>
              <a:solidFill>
                <a:srgbClr val="000000">
                  <a:lumMod val="85000"/>
                  <a:lumOff val="15000"/>
                </a:srgbClr>
              </a:solidFill>
              <a:latin typeface="Century Gothic" pitchFamily="34" charset="0"/>
              <a:cs typeface="Arial" charset="0"/>
            </a:endParaRPr>
          </a:p>
          <a:p>
            <a:pPr marL="0" lvl="2" algn="just" eaLnBrk="0" hangingPunct="0">
              <a:spcBef>
                <a:spcPts val="600"/>
              </a:spcBef>
              <a:spcAft>
                <a:spcPts val="300"/>
              </a:spcAft>
              <a:buClr>
                <a:srgbClr val="C00000"/>
              </a:buClr>
              <a:defRPr/>
            </a:pPr>
            <a:endParaRPr lang="fr-FR" sz="1100" b="1">
              <a:ln>
                <a:solidFill>
                  <a:schemeClr val="accent3">
                    <a:alpha val="25000"/>
                  </a:schemeClr>
                </a:solidFill>
              </a:ln>
              <a:solidFill>
                <a:schemeClr val="accent3"/>
              </a:solidFill>
              <a:latin typeface="Century Gothic" pitchFamily="34" charset="0"/>
            </a:endParaRPr>
          </a:p>
          <a:p>
            <a:pPr marL="0" lvl="2" algn="just" eaLnBrk="0" hangingPunct="0">
              <a:spcBef>
                <a:spcPts val="900"/>
              </a:spcBef>
              <a:spcAft>
                <a:spcPts val="300"/>
              </a:spcAft>
              <a:buClr>
                <a:srgbClr val="C00000"/>
              </a:buClr>
              <a:buFont typeface="Arial" pitchFamily="34" charset="0"/>
              <a:buChar char="•"/>
              <a:defRPr/>
            </a:pPr>
            <a:endParaRPr lang="fr-FR" sz="1000">
              <a:ln>
                <a:solidFill>
                  <a:schemeClr val="tx2">
                    <a:alpha val="15000"/>
                  </a:schemeClr>
                </a:solidFill>
              </a:ln>
              <a:solidFill>
                <a:schemeClr val="tx1">
                  <a:lumMod val="85000"/>
                  <a:lumOff val="15000"/>
                </a:schemeClr>
              </a:solidFill>
              <a:latin typeface="Century Gothic" pitchFamily="34" charset="0"/>
            </a:endParaRPr>
          </a:p>
        </p:txBody>
      </p:sp>
      <p:sp>
        <p:nvSpPr>
          <p:cNvPr id="8" name="Espace réservé du graphique 7"/>
          <p:cNvSpPr>
            <a:spLocks noGrp="1"/>
          </p:cNvSpPr>
          <p:nvPr>
            <p:ph type="chart" sz="quarter" idx="77" hasCustomPrompt="1"/>
          </p:nvPr>
        </p:nvSpPr>
        <p:spPr>
          <a:xfrm>
            <a:off x="9248050" y="885809"/>
            <a:ext cx="2622495" cy="1432618"/>
          </a:xfrm>
          <a:prstGeom prst="rect">
            <a:avLst/>
          </a:prstGeom>
          <a:ln>
            <a:solidFill>
              <a:schemeClr val="tx1"/>
            </a:solidFill>
          </a:ln>
        </p:spPr>
        <p:txBody>
          <a:bodyPr/>
          <a:lstStyle>
            <a:lvl1pPr marL="0" indent="0">
              <a:buNone/>
              <a:defRPr sz="1100" baseline="0"/>
            </a:lvl1pPr>
          </a:lstStyle>
          <a:p>
            <a:r>
              <a:rPr lang="fr-FR"/>
              <a:t>Schéma indiquant la position dans la démarche</a:t>
            </a:r>
          </a:p>
        </p:txBody>
      </p:sp>
      <p:sp>
        <p:nvSpPr>
          <p:cNvPr id="10" name="Espace réservé du texte 9"/>
          <p:cNvSpPr>
            <a:spLocks noGrp="1"/>
          </p:cNvSpPr>
          <p:nvPr>
            <p:ph type="body" sz="quarter" idx="78" hasCustomPrompt="1"/>
          </p:nvPr>
        </p:nvSpPr>
        <p:spPr>
          <a:xfrm>
            <a:off x="9335110" y="2495538"/>
            <a:ext cx="2444063" cy="196468"/>
          </a:xfrm>
          <a:prstGeom prst="rect">
            <a:avLst/>
          </a:prstGeom>
        </p:spPr>
        <p:txBody>
          <a:bodyPr/>
          <a:lstStyle>
            <a:lvl1pPr marL="0" indent="0">
              <a:buNone/>
              <a:defRPr sz="1100">
                <a:solidFill>
                  <a:schemeClr val="bg1"/>
                </a:solidFill>
                <a:latin typeface="+mj-lt"/>
              </a:defRPr>
            </a:lvl1pPr>
          </a:lstStyle>
          <a:p>
            <a:pPr lvl="0"/>
            <a:r>
              <a:rPr lang="fr-FR"/>
              <a:t>Livrables</a:t>
            </a:r>
          </a:p>
        </p:txBody>
      </p:sp>
      <p:sp>
        <p:nvSpPr>
          <p:cNvPr id="23" name="Espace réservé du texte 9"/>
          <p:cNvSpPr>
            <a:spLocks noGrp="1"/>
          </p:cNvSpPr>
          <p:nvPr>
            <p:ph type="body" sz="quarter" idx="79"/>
          </p:nvPr>
        </p:nvSpPr>
        <p:spPr>
          <a:xfrm>
            <a:off x="9335110" y="2689711"/>
            <a:ext cx="2444063" cy="847119"/>
          </a:xfrm>
          <a:prstGeom prst="rect">
            <a:avLst/>
          </a:prstGeom>
        </p:spPr>
        <p:txBody>
          <a:bodyPr/>
          <a:lstStyle>
            <a:lvl1pPr marL="171450" indent="-171450">
              <a:spcBef>
                <a:spcPts val="0"/>
              </a:spcBef>
              <a:buFont typeface="Arial" panose="020B0604020202020204" pitchFamily="34" charset="0"/>
              <a:buChar char="•"/>
              <a:defRPr sz="1100">
                <a:solidFill>
                  <a:schemeClr val="bg1"/>
                </a:solidFill>
                <a:latin typeface="+mn-lt"/>
              </a:defRPr>
            </a:lvl1pPr>
            <a:lvl2pPr>
              <a:defRPr sz="1100">
                <a:solidFill>
                  <a:schemeClr val="bg1"/>
                </a:solidFill>
              </a:defRPr>
            </a:lvl2pPr>
            <a:lvl3pPr>
              <a:defRPr sz="1100">
                <a:solidFill>
                  <a:schemeClr val="bg1"/>
                </a:solidFill>
              </a:defRPr>
            </a:lvl3pPr>
            <a:lvl4pPr>
              <a:defRPr sz="1100">
                <a:solidFill>
                  <a:schemeClr val="bg1"/>
                </a:solidFill>
              </a:defRPr>
            </a:lvl4pPr>
            <a:lvl5pPr>
              <a:defRPr sz="1100">
                <a:solidFill>
                  <a:schemeClr val="bg1"/>
                </a:solidFill>
              </a:defRPr>
            </a:lvl5pPr>
          </a:lstStyle>
          <a:p>
            <a:pPr lvl="0"/>
            <a:r>
              <a:rPr lang="fr-FR"/>
              <a:t>Modifier les styles du texte du masque</a:t>
            </a:r>
          </a:p>
        </p:txBody>
      </p:sp>
      <p:sp>
        <p:nvSpPr>
          <p:cNvPr id="24" name="Espace réservé du texte 9"/>
          <p:cNvSpPr>
            <a:spLocks noGrp="1"/>
          </p:cNvSpPr>
          <p:nvPr>
            <p:ph type="body" sz="quarter" idx="80" hasCustomPrompt="1"/>
          </p:nvPr>
        </p:nvSpPr>
        <p:spPr>
          <a:xfrm>
            <a:off x="9346032" y="3731002"/>
            <a:ext cx="2444063" cy="196468"/>
          </a:xfrm>
          <a:prstGeom prst="rect">
            <a:avLst/>
          </a:prstGeom>
        </p:spPr>
        <p:txBody>
          <a:bodyPr/>
          <a:lstStyle>
            <a:lvl1pPr marL="0" indent="0">
              <a:buNone/>
              <a:defRPr sz="1100" baseline="0">
                <a:solidFill>
                  <a:schemeClr val="bg1"/>
                </a:solidFill>
                <a:latin typeface="+mj-lt"/>
              </a:defRPr>
            </a:lvl1pPr>
          </a:lstStyle>
          <a:p>
            <a:pPr lvl="0"/>
            <a:r>
              <a:rPr lang="fr-FR"/>
              <a:t>Points d’attention / risques</a:t>
            </a:r>
          </a:p>
        </p:txBody>
      </p:sp>
      <p:sp>
        <p:nvSpPr>
          <p:cNvPr id="25" name="Espace réservé du texte 9"/>
          <p:cNvSpPr>
            <a:spLocks noGrp="1"/>
          </p:cNvSpPr>
          <p:nvPr>
            <p:ph type="body" sz="quarter" idx="81"/>
          </p:nvPr>
        </p:nvSpPr>
        <p:spPr>
          <a:xfrm>
            <a:off x="9346032" y="3925175"/>
            <a:ext cx="2444063" cy="847119"/>
          </a:xfrm>
          <a:prstGeom prst="rect">
            <a:avLst/>
          </a:prstGeom>
        </p:spPr>
        <p:txBody>
          <a:bodyPr/>
          <a:lstStyle>
            <a:lvl1pPr marL="171450" indent="-171450">
              <a:spcBef>
                <a:spcPts val="0"/>
              </a:spcBef>
              <a:buFont typeface="Arial" panose="020B0604020202020204" pitchFamily="34" charset="0"/>
              <a:buChar char="•"/>
              <a:defRPr sz="1100">
                <a:solidFill>
                  <a:schemeClr val="bg1"/>
                </a:solidFill>
                <a:latin typeface="+mn-lt"/>
              </a:defRPr>
            </a:lvl1pPr>
            <a:lvl2pPr>
              <a:defRPr sz="1100">
                <a:solidFill>
                  <a:schemeClr val="bg1"/>
                </a:solidFill>
              </a:defRPr>
            </a:lvl2pPr>
            <a:lvl3pPr>
              <a:defRPr sz="1100">
                <a:solidFill>
                  <a:schemeClr val="bg1"/>
                </a:solidFill>
              </a:defRPr>
            </a:lvl3pPr>
            <a:lvl4pPr>
              <a:defRPr sz="1100">
                <a:solidFill>
                  <a:schemeClr val="bg1"/>
                </a:solidFill>
              </a:defRPr>
            </a:lvl4pPr>
            <a:lvl5pPr>
              <a:defRPr sz="1100">
                <a:solidFill>
                  <a:schemeClr val="bg1"/>
                </a:solidFill>
              </a:defRPr>
            </a:lvl5pPr>
          </a:lstStyle>
          <a:p>
            <a:pPr lvl="0"/>
            <a:r>
              <a:rPr lang="fr-FR"/>
              <a:t>Modifier les styles du texte du masque</a:t>
            </a:r>
          </a:p>
        </p:txBody>
      </p:sp>
      <p:sp>
        <p:nvSpPr>
          <p:cNvPr id="26" name="Espace réservé du texte 9"/>
          <p:cNvSpPr>
            <a:spLocks noGrp="1"/>
          </p:cNvSpPr>
          <p:nvPr>
            <p:ph type="body" sz="quarter" idx="82" hasCustomPrompt="1"/>
          </p:nvPr>
        </p:nvSpPr>
        <p:spPr>
          <a:xfrm>
            <a:off x="9356758" y="4966466"/>
            <a:ext cx="2444063" cy="196468"/>
          </a:xfrm>
          <a:prstGeom prst="rect">
            <a:avLst/>
          </a:prstGeom>
        </p:spPr>
        <p:txBody>
          <a:bodyPr/>
          <a:lstStyle>
            <a:lvl1pPr marL="0" indent="0">
              <a:buNone/>
              <a:defRPr sz="1100">
                <a:solidFill>
                  <a:schemeClr val="bg1"/>
                </a:solidFill>
                <a:latin typeface="+mj-lt"/>
              </a:defRPr>
            </a:lvl1pPr>
          </a:lstStyle>
          <a:p>
            <a:pPr lvl="0"/>
            <a:r>
              <a:rPr lang="fr-FR"/>
              <a:t>Autres documents produits</a:t>
            </a:r>
          </a:p>
        </p:txBody>
      </p:sp>
      <p:sp>
        <p:nvSpPr>
          <p:cNvPr id="27" name="Espace réservé du texte 9"/>
          <p:cNvSpPr>
            <a:spLocks noGrp="1"/>
          </p:cNvSpPr>
          <p:nvPr>
            <p:ph type="body" sz="quarter" idx="83"/>
          </p:nvPr>
        </p:nvSpPr>
        <p:spPr>
          <a:xfrm>
            <a:off x="9356758" y="5160639"/>
            <a:ext cx="2444063" cy="847119"/>
          </a:xfrm>
          <a:prstGeom prst="rect">
            <a:avLst/>
          </a:prstGeom>
        </p:spPr>
        <p:txBody>
          <a:bodyPr/>
          <a:lstStyle>
            <a:lvl1pPr marL="171450" indent="-171450">
              <a:spcBef>
                <a:spcPts val="0"/>
              </a:spcBef>
              <a:buFont typeface="Arial" panose="020B0604020202020204" pitchFamily="34" charset="0"/>
              <a:buChar char="•"/>
              <a:defRPr sz="1100">
                <a:solidFill>
                  <a:schemeClr val="bg1"/>
                </a:solidFill>
                <a:latin typeface="+mn-lt"/>
              </a:defRPr>
            </a:lvl1pPr>
            <a:lvl2pPr>
              <a:defRPr sz="1100">
                <a:solidFill>
                  <a:schemeClr val="bg1"/>
                </a:solidFill>
              </a:defRPr>
            </a:lvl2pPr>
            <a:lvl3pPr>
              <a:defRPr sz="1100">
                <a:solidFill>
                  <a:schemeClr val="bg1"/>
                </a:solidFill>
              </a:defRPr>
            </a:lvl3pPr>
            <a:lvl4pPr>
              <a:defRPr sz="1100">
                <a:solidFill>
                  <a:schemeClr val="bg1"/>
                </a:solidFill>
              </a:defRPr>
            </a:lvl4pPr>
            <a:lvl5pPr>
              <a:defRPr sz="1100">
                <a:solidFill>
                  <a:schemeClr val="bg1"/>
                </a:solidFill>
              </a:defRPr>
            </a:lvl5pPr>
          </a:lstStyle>
          <a:p>
            <a:pPr lvl="0"/>
            <a:r>
              <a:rPr lang="fr-FR"/>
              <a:t>Modifier les styles du texte du masque</a:t>
            </a:r>
          </a:p>
        </p:txBody>
      </p:sp>
      <p:sp>
        <p:nvSpPr>
          <p:cNvPr id="28" name="Espace réservé du texte 6">
            <a:extLst>
              <a:ext uri="{FF2B5EF4-FFF2-40B4-BE49-F238E27FC236}">
                <a16:creationId xmlns:a16="http://schemas.microsoft.com/office/drawing/2014/main" id="{FEBBFC3B-9039-4CFE-9E9A-94AFC628A184}"/>
              </a:ext>
            </a:extLst>
          </p:cNvPr>
          <p:cNvSpPr>
            <a:spLocks noGrp="1"/>
          </p:cNvSpPr>
          <p:nvPr>
            <p:ph type="body" sz="quarter" idx="72" hasCustomPrompt="1"/>
          </p:nvPr>
        </p:nvSpPr>
        <p:spPr>
          <a:xfrm>
            <a:off x="9248050" y="359855"/>
            <a:ext cx="2622495" cy="282789"/>
          </a:xfrm>
          <a:prstGeom prst="rect">
            <a:avLst/>
          </a:prstGeom>
          <a:solidFill>
            <a:schemeClr val="bg1"/>
          </a:solidFill>
        </p:spPr>
        <p:txBody>
          <a:bodyPr anchor="ctr"/>
          <a:lstStyle>
            <a:lvl1pPr marL="0" indent="0" algn="r">
              <a:buNone/>
              <a:defRPr lang="fr-FR" sz="900" kern="1200" dirty="0" smtClean="0">
                <a:solidFill>
                  <a:schemeClr val="tx1"/>
                </a:solidFill>
                <a:latin typeface="+mn-lt"/>
                <a:ea typeface="+mn-ea"/>
                <a:cs typeface="+mn-cs"/>
              </a:defRPr>
            </a:lvl1pPr>
          </a:lstStyle>
          <a:p>
            <a:pPr lvl="0"/>
            <a:r>
              <a:rPr lang="fr-FR"/>
              <a:t>Exemple de prestations</a:t>
            </a:r>
          </a:p>
        </p:txBody>
      </p:sp>
      <p:sp>
        <p:nvSpPr>
          <p:cNvPr id="21" name="Espace réservé du texte 4">
            <a:extLst>
              <a:ext uri="{FF2B5EF4-FFF2-40B4-BE49-F238E27FC236}">
                <a16:creationId xmlns:a16="http://schemas.microsoft.com/office/drawing/2014/main" id="{DA16E3FC-8F3F-4DC0-A29C-B3D00336E8FB}"/>
              </a:ext>
            </a:extLst>
          </p:cNvPr>
          <p:cNvSpPr>
            <a:spLocks noGrp="1"/>
          </p:cNvSpPr>
          <p:nvPr>
            <p:ph type="body" sz="quarter" idx="43"/>
          </p:nvPr>
        </p:nvSpPr>
        <p:spPr>
          <a:xfrm>
            <a:off x="337932" y="1239612"/>
            <a:ext cx="11413919" cy="273879"/>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1" baseline="0">
                <a:latin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vl6pPr>
              <a:defRPr sz="1200">
                <a:latin typeface="Arial Black" panose="020B0A04020102020204" pitchFamily="34" charset="0"/>
              </a:defRPr>
            </a:lvl6pPr>
          </a:lstStyle>
          <a:p>
            <a:pPr marL="171450" marR="0" lvl="0" indent="-171450" algn="l" defTabSz="914400" rtl="0" eaLnBrk="1" fontAlgn="auto" latinLnBrk="0" hangingPunct="1">
              <a:lnSpc>
                <a:spcPct val="90000"/>
              </a:lnSpc>
              <a:spcBef>
                <a:spcPts val="1000"/>
              </a:spcBef>
              <a:spcAft>
                <a:spcPts val="0"/>
              </a:spcAft>
              <a:buClrTx/>
              <a:buSzTx/>
              <a:tabLst/>
              <a:defRPr/>
            </a:pPr>
            <a:r>
              <a:rPr lang="fr-FR"/>
              <a:t>Modifier les styles du texte du masque</a:t>
            </a:r>
          </a:p>
        </p:txBody>
      </p:sp>
      <p:sp>
        <p:nvSpPr>
          <p:cNvPr id="29" name="Espace réservé du texte 6">
            <a:extLst>
              <a:ext uri="{FF2B5EF4-FFF2-40B4-BE49-F238E27FC236}">
                <a16:creationId xmlns:a16="http://schemas.microsoft.com/office/drawing/2014/main" id="{FD92F58E-2BB2-4716-AB6D-4E340CB32695}"/>
              </a:ext>
            </a:extLst>
          </p:cNvPr>
          <p:cNvSpPr>
            <a:spLocks noGrp="1"/>
          </p:cNvSpPr>
          <p:nvPr>
            <p:ph type="body" sz="quarter" idx="42" hasCustomPrompt="1"/>
          </p:nvPr>
        </p:nvSpPr>
        <p:spPr>
          <a:xfrm>
            <a:off x="337933" y="564022"/>
            <a:ext cx="11414124" cy="645000"/>
          </a:xfrm>
          <a:prstGeom prst="rect">
            <a:avLst/>
          </a:prstGeom>
        </p:spPr>
        <p:txBody>
          <a:bodyPr anchor="ctr"/>
          <a:lstStyle>
            <a:lvl1pPr marL="0" indent="0">
              <a:buNone/>
              <a:defRPr sz="2400" b="1" spc="-150" baseline="0">
                <a:latin typeface="+mj-lt"/>
              </a:defRPr>
            </a:lvl1pPr>
          </a:lstStyle>
          <a:p>
            <a:pPr lvl="0"/>
            <a:r>
              <a:rPr lang="fr-FR"/>
              <a:t>Détails de la prestation</a:t>
            </a:r>
          </a:p>
        </p:txBody>
      </p:sp>
      <p:sp>
        <p:nvSpPr>
          <p:cNvPr id="32" name="Espace réservé du pied de page 1">
            <a:extLst>
              <a:ext uri="{FF2B5EF4-FFF2-40B4-BE49-F238E27FC236}">
                <a16:creationId xmlns:a16="http://schemas.microsoft.com/office/drawing/2014/main" id="{22D7A25F-7936-BC4F-9919-B3C440A84C91}"/>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20840381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APPROACH_2">
    <p:spTree>
      <p:nvGrpSpPr>
        <p:cNvPr id="1" name=""/>
        <p:cNvGrpSpPr/>
        <p:nvPr/>
      </p:nvGrpSpPr>
      <p:grpSpPr>
        <a:xfrm>
          <a:off x="0" y="0"/>
          <a:ext cx="0" cy="0"/>
          <a:chOff x="0" y="0"/>
          <a:chExt cx="0" cy="0"/>
        </a:xfrm>
      </p:grpSpPr>
      <p:sp>
        <p:nvSpPr>
          <p:cNvPr id="7" name="Espace réservé du texte 6"/>
          <p:cNvSpPr>
            <a:spLocks noGrp="1"/>
          </p:cNvSpPr>
          <p:nvPr>
            <p:ph type="body" sz="quarter" idx="72" hasCustomPrompt="1"/>
          </p:nvPr>
        </p:nvSpPr>
        <p:spPr>
          <a:xfrm>
            <a:off x="9248050" y="359855"/>
            <a:ext cx="2622495" cy="282789"/>
          </a:xfrm>
          <a:prstGeom prst="rect">
            <a:avLst/>
          </a:prstGeom>
          <a:solidFill>
            <a:schemeClr val="bg1"/>
          </a:solidFill>
        </p:spPr>
        <p:txBody>
          <a:bodyPr anchor="ctr"/>
          <a:lstStyle>
            <a:lvl1pPr marL="0" indent="0" algn="r">
              <a:buNone/>
              <a:defRPr lang="fr-FR" sz="900" kern="1200" dirty="0" smtClean="0">
                <a:solidFill>
                  <a:schemeClr val="tx1"/>
                </a:solidFill>
                <a:latin typeface="+mn-lt"/>
                <a:ea typeface="+mn-ea"/>
                <a:cs typeface="+mn-cs"/>
              </a:defRPr>
            </a:lvl1pPr>
          </a:lstStyle>
          <a:p>
            <a:pPr lvl="0"/>
            <a:r>
              <a:rPr lang="fr-FR"/>
              <a:t>Exemple de livrables</a:t>
            </a:r>
          </a:p>
        </p:txBody>
      </p:sp>
      <p:sp>
        <p:nvSpPr>
          <p:cNvPr id="39" name="Espace réservé du texte 4"/>
          <p:cNvSpPr>
            <a:spLocks noGrp="1"/>
          </p:cNvSpPr>
          <p:nvPr>
            <p:ph type="body" sz="quarter" idx="42" hasCustomPrompt="1"/>
          </p:nvPr>
        </p:nvSpPr>
        <p:spPr>
          <a:xfrm>
            <a:off x="337932" y="2320299"/>
            <a:ext cx="7095404"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Illustration</a:t>
            </a:r>
          </a:p>
        </p:txBody>
      </p:sp>
      <p:sp>
        <p:nvSpPr>
          <p:cNvPr id="4" name="Espace réservé pour une image  3"/>
          <p:cNvSpPr>
            <a:spLocks noGrp="1"/>
          </p:cNvSpPr>
          <p:nvPr>
            <p:ph type="pic" sz="quarter" idx="73"/>
          </p:nvPr>
        </p:nvSpPr>
        <p:spPr>
          <a:xfrm>
            <a:off x="345174" y="2565615"/>
            <a:ext cx="7086404" cy="3308350"/>
          </a:xfrm>
          <a:prstGeom prst="rect">
            <a:avLst/>
          </a:prstGeom>
        </p:spPr>
        <p:txBody>
          <a:bodyPr/>
          <a:lstStyle>
            <a:lvl1pPr marL="0" indent="0">
              <a:lnSpc>
                <a:spcPts val="1500"/>
              </a:lnSpc>
              <a:buNone/>
              <a:defRPr sz="1100"/>
            </a:lvl1pPr>
          </a:lstStyle>
          <a:p>
            <a:r>
              <a:rPr lang="fr-FR"/>
              <a:t>Cliquez sur l'icône pour ajouter une image</a:t>
            </a:r>
          </a:p>
        </p:txBody>
      </p:sp>
      <p:sp>
        <p:nvSpPr>
          <p:cNvPr id="41" name="Espace réservé du texte 15"/>
          <p:cNvSpPr>
            <a:spLocks noGrp="1"/>
          </p:cNvSpPr>
          <p:nvPr>
            <p:ph type="body" sz="quarter" idx="17"/>
          </p:nvPr>
        </p:nvSpPr>
        <p:spPr>
          <a:xfrm>
            <a:off x="7880465" y="2743201"/>
            <a:ext cx="3990080" cy="3130763"/>
          </a:xfrm>
          <a:prstGeom prst="rect">
            <a:avLst/>
          </a:prstGeom>
        </p:spPr>
        <p:txBody>
          <a:bodyPr>
            <a:noAutofit/>
          </a:bodyPr>
          <a:lstStyle>
            <a:lvl1pPr marL="0" indent="0">
              <a:lnSpc>
                <a:spcPts val="1500"/>
              </a:lnSpc>
              <a:spcBef>
                <a:spcPts val="0"/>
              </a:spcBef>
              <a:buFont typeface="Arial" panose="020B0604020202020204" pitchFamily="34" charset="0"/>
              <a:buNone/>
              <a:defRPr sz="1100" b="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43" name="Espace réservé du texte 4"/>
          <p:cNvSpPr>
            <a:spLocks noGrp="1"/>
          </p:cNvSpPr>
          <p:nvPr>
            <p:ph type="body" sz="quarter" idx="74" hasCustomPrompt="1"/>
          </p:nvPr>
        </p:nvSpPr>
        <p:spPr>
          <a:xfrm>
            <a:off x="7880465" y="2320299"/>
            <a:ext cx="3990080" cy="422902"/>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Description / points d’attention / éléments de différenciation</a:t>
            </a:r>
          </a:p>
        </p:txBody>
      </p:sp>
      <p:sp>
        <p:nvSpPr>
          <p:cNvPr id="12" name="Espace réservé du texte 4">
            <a:extLst>
              <a:ext uri="{FF2B5EF4-FFF2-40B4-BE49-F238E27FC236}">
                <a16:creationId xmlns:a16="http://schemas.microsoft.com/office/drawing/2014/main" id="{DA16E3FC-8F3F-4DC0-A29C-B3D00336E8FB}"/>
              </a:ext>
            </a:extLst>
          </p:cNvPr>
          <p:cNvSpPr>
            <a:spLocks noGrp="1"/>
          </p:cNvSpPr>
          <p:nvPr>
            <p:ph type="body" sz="quarter" idx="43"/>
          </p:nvPr>
        </p:nvSpPr>
        <p:spPr>
          <a:xfrm>
            <a:off x="337932" y="1239612"/>
            <a:ext cx="11413919" cy="273879"/>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0" baseline="0">
                <a:latin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Modifier les styles du texte du masque</a:t>
            </a:r>
          </a:p>
        </p:txBody>
      </p:sp>
      <p:sp>
        <p:nvSpPr>
          <p:cNvPr id="14" name="Espace réservé du texte 6">
            <a:extLst>
              <a:ext uri="{FF2B5EF4-FFF2-40B4-BE49-F238E27FC236}">
                <a16:creationId xmlns:a16="http://schemas.microsoft.com/office/drawing/2014/main" id="{FD92F58E-2BB2-4716-AB6D-4E340CB32695}"/>
              </a:ext>
            </a:extLst>
          </p:cNvPr>
          <p:cNvSpPr>
            <a:spLocks noGrp="1"/>
          </p:cNvSpPr>
          <p:nvPr>
            <p:ph type="body" sz="quarter" idx="75" hasCustomPrompt="1"/>
          </p:nvPr>
        </p:nvSpPr>
        <p:spPr>
          <a:xfrm>
            <a:off x="337933" y="564022"/>
            <a:ext cx="11414124" cy="645000"/>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spc="-150" baseline="0">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Nom du livrable</a:t>
            </a:r>
          </a:p>
        </p:txBody>
      </p:sp>
      <p:sp>
        <p:nvSpPr>
          <p:cNvPr id="10" name="Espace réservé du pied de page 1">
            <a:extLst>
              <a:ext uri="{FF2B5EF4-FFF2-40B4-BE49-F238E27FC236}">
                <a16:creationId xmlns:a16="http://schemas.microsoft.com/office/drawing/2014/main" id="{CEAC2749-3726-D34B-8390-C83E0F5EE0A4}"/>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11439935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APPROACH_3">
    <p:spTree>
      <p:nvGrpSpPr>
        <p:cNvPr id="1" name=""/>
        <p:cNvGrpSpPr/>
        <p:nvPr/>
      </p:nvGrpSpPr>
      <p:grpSpPr>
        <a:xfrm>
          <a:off x="0" y="0"/>
          <a:ext cx="0" cy="0"/>
          <a:chOff x="0" y="0"/>
          <a:chExt cx="0" cy="0"/>
        </a:xfrm>
      </p:grpSpPr>
      <p:sp>
        <p:nvSpPr>
          <p:cNvPr id="39" name="Espace réservé du texte 4"/>
          <p:cNvSpPr>
            <a:spLocks noGrp="1"/>
          </p:cNvSpPr>
          <p:nvPr>
            <p:ph type="body" sz="quarter" idx="42" hasCustomPrompt="1"/>
          </p:nvPr>
        </p:nvSpPr>
        <p:spPr>
          <a:xfrm>
            <a:off x="337932" y="2320299"/>
            <a:ext cx="3997296" cy="245316"/>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Exemple de sommaire</a:t>
            </a:r>
          </a:p>
        </p:txBody>
      </p:sp>
      <p:sp>
        <p:nvSpPr>
          <p:cNvPr id="4" name="Espace réservé pour une image  3"/>
          <p:cNvSpPr>
            <a:spLocks noGrp="1"/>
          </p:cNvSpPr>
          <p:nvPr>
            <p:ph type="pic" sz="quarter" idx="73"/>
          </p:nvPr>
        </p:nvSpPr>
        <p:spPr>
          <a:xfrm>
            <a:off x="5619404" y="2572195"/>
            <a:ext cx="6251141" cy="3130764"/>
          </a:xfrm>
          <a:prstGeom prst="rect">
            <a:avLst/>
          </a:prstGeom>
        </p:spPr>
        <p:txBody>
          <a:bodyPr/>
          <a:lstStyle>
            <a:lvl1pPr marL="0" indent="0">
              <a:lnSpc>
                <a:spcPts val="1500"/>
              </a:lnSpc>
              <a:buNone/>
              <a:defRPr sz="1100"/>
            </a:lvl1pPr>
          </a:lstStyle>
          <a:p>
            <a:r>
              <a:rPr lang="fr-FR"/>
              <a:t>Cliquez sur l'icône pour ajouter une image</a:t>
            </a:r>
          </a:p>
        </p:txBody>
      </p:sp>
      <p:sp>
        <p:nvSpPr>
          <p:cNvPr id="41" name="Espace réservé du texte 15"/>
          <p:cNvSpPr>
            <a:spLocks noGrp="1"/>
          </p:cNvSpPr>
          <p:nvPr>
            <p:ph type="body" sz="quarter" idx="17"/>
          </p:nvPr>
        </p:nvSpPr>
        <p:spPr>
          <a:xfrm>
            <a:off x="345148" y="2572196"/>
            <a:ext cx="3990080" cy="3130763"/>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100" b="0">
                <a:latin typeface="+mn-lt"/>
              </a:defRPr>
            </a:lvl1pPr>
            <a:lvl2pPr>
              <a:defRPr sz="1100"/>
            </a:lvl2pPr>
            <a:lvl3pPr>
              <a:defRPr sz="1100"/>
            </a:lvl3pPr>
            <a:lvl4pPr>
              <a:defRPr sz="1100"/>
            </a:lvl4pPr>
            <a:lvl5pPr>
              <a:defRPr sz="1100"/>
            </a:lvl5pPr>
          </a:lstStyle>
          <a:p>
            <a:pPr lvl="0"/>
            <a:r>
              <a:rPr lang="fr-FR" b="0"/>
              <a:t>Modifier les styles du texte du masque</a:t>
            </a:r>
          </a:p>
        </p:txBody>
      </p:sp>
      <p:sp>
        <p:nvSpPr>
          <p:cNvPr id="43" name="Espace réservé du texte 4"/>
          <p:cNvSpPr>
            <a:spLocks noGrp="1"/>
          </p:cNvSpPr>
          <p:nvPr>
            <p:ph type="body" sz="quarter" idx="74" hasCustomPrompt="1"/>
          </p:nvPr>
        </p:nvSpPr>
        <p:spPr>
          <a:xfrm>
            <a:off x="5619404" y="2320298"/>
            <a:ext cx="6251141" cy="251897"/>
          </a:xfrm>
          <a:prstGeom prst="rect">
            <a:avLst/>
          </a:prstGeom>
        </p:spPr>
        <p:txBody>
          <a:bodyPr/>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1"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Zoom sur le livrable</a:t>
            </a:r>
          </a:p>
        </p:txBody>
      </p:sp>
      <p:sp>
        <p:nvSpPr>
          <p:cNvPr id="13" name="Espace réservé du texte 6">
            <a:extLst>
              <a:ext uri="{FF2B5EF4-FFF2-40B4-BE49-F238E27FC236}">
                <a16:creationId xmlns:a16="http://schemas.microsoft.com/office/drawing/2014/main" id="{8545DEC4-0FB5-47FF-B1CE-C3FBE023A7FB}"/>
              </a:ext>
            </a:extLst>
          </p:cNvPr>
          <p:cNvSpPr>
            <a:spLocks noGrp="1"/>
          </p:cNvSpPr>
          <p:nvPr>
            <p:ph type="body" sz="quarter" idx="72" hasCustomPrompt="1"/>
          </p:nvPr>
        </p:nvSpPr>
        <p:spPr>
          <a:xfrm>
            <a:off x="9248050" y="359855"/>
            <a:ext cx="2622495" cy="282789"/>
          </a:xfrm>
          <a:prstGeom prst="rect">
            <a:avLst/>
          </a:prstGeom>
          <a:solidFill>
            <a:schemeClr val="bg1"/>
          </a:solidFill>
        </p:spPr>
        <p:txBody>
          <a:bodyPr anchor="ctr"/>
          <a:lstStyle>
            <a:lvl1pPr marL="0" indent="0" algn="r">
              <a:buNone/>
              <a:defRPr lang="fr-FR" sz="900" kern="1200" dirty="0" smtClean="0">
                <a:solidFill>
                  <a:schemeClr val="tx1"/>
                </a:solidFill>
                <a:latin typeface="+mn-lt"/>
                <a:ea typeface="+mn-ea"/>
                <a:cs typeface="+mn-cs"/>
              </a:defRPr>
            </a:lvl1pPr>
          </a:lstStyle>
          <a:p>
            <a:pPr lvl="0"/>
            <a:r>
              <a:rPr lang="fr-FR"/>
              <a:t>Exemple de livrables</a:t>
            </a:r>
          </a:p>
        </p:txBody>
      </p:sp>
      <p:sp>
        <p:nvSpPr>
          <p:cNvPr id="11" name="Espace réservé du texte 4">
            <a:extLst>
              <a:ext uri="{FF2B5EF4-FFF2-40B4-BE49-F238E27FC236}">
                <a16:creationId xmlns:a16="http://schemas.microsoft.com/office/drawing/2014/main" id="{DA16E3FC-8F3F-4DC0-A29C-B3D00336E8FB}"/>
              </a:ext>
            </a:extLst>
          </p:cNvPr>
          <p:cNvSpPr>
            <a:spLocks noGrp="1"/>
          </p:cNvSpPr>
          <p:nvPr>
            <p:ph type="body" sz="quarter" idx="43"/>
          </p:nvPr>
        </p:nvSpPr>
        <p:spPr>
          <a:xfrm>
            <a:off x="337932" y="1239612"/>
            <a:ext cx="11413919" cy="273879"/>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0" baseline="0">
                <a:latin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Modifier les styles du texte du masque</a:t>
            </a:r>
          </a:p>
        </p:txBody>
      </p:sp>
      <p:sp>
        <p:nvSpPr>
          <p:cNvPr id="14" name="Espace réservé du texte 6">
            <a:extLst>
              <a:ext uri="{FF2B5EF4-FFF2-40B4-BE49-F238E27FC236}">
                <a16:creationId xmlns:a16="http://schemas.microsoft.com/office/drawing/2014/main" id="{FD92F58E-2BB2-4716-AB6D-4E340CB32695}"/>
              </a:ext>
            </a:extLst>
          </p:cNvPr>
          <p:cNvSpPr>
            <a:spLocks noGrp="1"/>
          </p:cNvSpPr>
          <p:nvPr>
            <p:ph type="body" sz="quarter" idx="75" hasCustomPrompt="1"/>
          </p:nvPr>
        </p:nvSpPr>
        <p:spPr>
          <a:xfrm>
            <a:off x="337933" y="564022"/>
            <a:ext cx="11414124" cy="645000"/>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spc="-150" baseline="0">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Nom du livrable</a:t>
            </a:r>
          </a:p>
        </p:txBody>
      </p:sp>
      <p:sp>
        <p:nvSpPr>
          <p:cNvPr id="10" name="Espace réservé du pied de page 1">
            <a:extLst>
              <a:ext uri="{FF2B5EF4-FFF2-40B4-BE49-F238E27FC236}">
                <a16:creationId xmlns:a16="http://schemas.microsoft.com/office/drawing/2014/main" id="{506254FB-97B2-824A-A79B-9A2139366A16}"/>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21302676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REDENTIAL">
    <p:spTree>
      <p:nvGrpSpPr>
        <p:cNvPr id="1" name=""/>
        <p:cNvGrpSpPr/>
        <p:nvPr/>
      </p:nvGrpSpPr>
      <p:grpSpPr>
        <a:xfrm>
          <a:off x="0" y="0"/>
          <a:ext cx="0" cy="0"/>
          <a:chOff x="0" y="0"/>
          <a:chExt cx="0" cy="0"/>
        </a:xfrm>
      </p:grpSpPr>
      <p:sp>
        <p:nvSpPr>
          <p:cNvPr id="8" name="Espace réservé du texte 9"/>
          <p:cNvSpPr>
            <a:spLocks noGrp="1"/>
          </p:cNvSpPr>
          <p:nvPr>
            <p:ph type="body" sz="quarter" idx="43"/>
          </p:nvPr>
        </p:nvSpPr>
        <p:spPr>
          <a:xfrm>
            <a:off x="328368" y="2346398"/>
            <a:ext cx="3592465" cy="2002780"/>
          </a:xfrm>
          <a:prstGeom prst="rect">
            <a:avLst/>
          </a:prstGeom>
          <a:solidFill>
            <a:schemeClr val="bg1"/>
          </a:solidFill>
          <a:ln>
            <a:noFill/>
          </a:ln>
        </p:spPr>
        <p:txBody>
          <a:bodyPr numCol="1" spcCol="468000"/>
          <a:lstStyle>
            <a:lvl1pPr marL="171450" marR="0" indent="-171450" algn="l" defTabSz="914400" rtl="0" eaLnBrk="1" fontAlgn="auto" latinLnBrk="0" hangingPunct="1">
              <a:lnSpc>
                <a:spcPts val="1500"/>
              </a:lnSpc>
              <a:spcBef>
                <a:spcPts val="1000"/>
              </a:spcBef>
              <a:spcAft>
                <a:spcPts val="0"/>
              </a:spcAft>
              <a:buClrTx/>
              <a:buSzTx/>
              <a:buFont typeface="Arial" panose="020B0604020202020204" pitchFamily="34" charset="0"/>
              <a:buChar char="•"/>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0" name="Espace réservé du texte 9"/>
          <p:cNvSpPr>
            <a:spLocks noGrp="1"/>
          </p:cNvSpPr>
          <p:nvPr>
            <p:ph type="body" sz="quarter" idx="45"/>
          </p:nvPr>
        </p:nvSpPr>
        <p:spPr>
          <a:xfrm>
            <a:off x="345149" y="4849208"/>
            <a:ext cx="3592465" cy="1197053"/>
          </a:xfrm>
          <a:prstGeom prst="rect">
            <a:avLst/>
          </a:prstGeom>
        </p:spPr>
        <p:txBody>
          <a:bodyPr numCol="1" spcCol="468000"/>
          <a:lstStyle>
            <a:lvl1pPr marL="171450" marR="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2" name="Espace réservé du texte 9"/>
          <p:cNvSpPr>
            <a:spLocks noGrp="1"/>
          </p:cNvSpPr>
          <p:nvPr>
            <p:ph type="body" sz="quarter" idx="47"/>
          </p:nvPr>
        </p:nvSpPr>
        <p:spPr>
          <a:xfrm>
            <a:off x="4289031" y="2346398"/>
            <a:ext cx="3604069" cy="2002779"/>
          </a:xfrm>
          <a:prstGeom prst="rect">
            <a:avLst/>
          </a:prstGeom>
          <a:solidFill>
            <a:schemeClr val="bg1"/>
          </a:solidFill>
          <a:ln>
            <a:noFill/>
          </a:ln>
        </p:spPr>
        <p:txBody>
          <a:bodyPr numCol="1" spcCol="468000"/>
          <a:lstStyle>
            <a:lvl1pPr marL="171450" marR="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4" name="Espace réservé du texte 9"/>
          <p:cNvSpPr>
            <a:spLocks noGrp="1"/>
          </p:cNvSpPr>
          <p:nvPr>
            <p:ph type="body" sz="quarter" idx="49"/>
          </p:nvPr>
        </p:nvSpPr>
        <p:spPr>
          <a:xfrm>
            <a:off x="4305812" y="4832069"/>
            <a:ext cx="3604069" cy="1214192"/>
          </a:xfrm>
          <a:prstGeom prst="rect">
            <a:avLst/>
          </a:prstGeom>
        </p:spPr>
        <p:txBody>
          <a:bodyPr numCol="1" spcCol="468000"/>
          <a:lstStyle>
            <a:lvl1pPr marL="171450" marR="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6" name="Espace réservé du texte 9"/>
          <p:cNvSpPr>
            <a:spLocks noGrp="1"/>
          </p:cNvSpPr>
          <p:nvPr>
            <p:ph type="body" sz="quarter" idx="51"/>
          </p:nvPr>
        </p:nvSpPr>
        <p:spPr>
          <a:xfrm>
            <a:off x="8249695" y="2346398"/>
            <a:ext cx="3604069" cy="2002779"/>
          </a:xfrm>
          <a:prstGeom prst="rect">
            <a:avLst/>
          </a:prstGeom>
          <a:solidFill>
            <a:schemeClr val="bg1"/>
          </a:solidFill>
          <a:ln>
            <a:noFill/>
          </a:ln>
        </p:spPr>
        <p:txBody>
          <a:bodyPr numCol="1" spcCol="468000"/>
          <a:lstStyle>
            <a:lvl1pPr marL="171450" marR="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sz="110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8" name="Espace réservé du texte 9"/>
          <p:cNvSpPr>
            <a:spLocks noGrp="1"/>
          </p:cNvSpPr>
          <p:nvPr>
            <p:ph type="body" sz="quarter" idx="53"/>
          </p:nvPr>
        </p:nvSpPr>
        <p:spPr>
          <a:xfrm>
            <a:off x="8266475" y="4832068"/>
            <a:ext cx="3604069" cy="1214192"/>
          </a:xfrm>
          <a:prstGeom prst="rect">
            <a:avLst/>
          </a:prstGeom>
        </p:spPr>
        <p:txBody>
          <a:bodyPr numCol="1" spcCol="468000"/>
          <a:lstStyle>
            <a:lvl1pPr marL="171450" marR="0" indent="-171450" algn="l" defTabSz="914400" rtl="0" eaLnBrk="1" fontAlgn="auto" latinLnBrk="0" hangingPunct="1">
              <a:lnSpc>
                <a:spcPts val="1500"/>
              </a:lnSpc>
              <a:spcBef>
                <a:spcPts val="0"/>
              </a:spcBef>
              <a:spcAft>
                <a:spcPts val="0"/>
              </a:spcAft>
              <a:buClrTx/>
              <a:buSzTx/>
              <a:buFont typeface="Arial" panose="020B0604020202020204" pitchFamily="34" charset="0"/>
              <a:buChar char="•"/>
              <a:tabLst/>
              <a:defRPr sz="1100">
                <a:latin typeface="+mn-lt"/>
              </a:defRPr>
            </a:lvl1pPr>
            <a:lvl2pPr>
              <a:defRPr sz="1100"/>
            </a:lvl2pPr>
            <a:lvl3pPr>
              <a:defRPr sz="1100"/>
            </a:lvl3pPr>
            <a:lvl4pPr>
              <a:defRPr sz="1100"/>
            </a:lvl4pPr>
            <a:lvl5pPr>
              <a:defRPr sz="1100"/>
            </a:lvl5pPr>
          </a:lstStyle>
          <a:p>
            <a:pPr marL="171450" marR="0" lvl="0" indent="-171450" algn="l" defTabSz="914400" rtl="0" eaLnBrk="1" fontAlgn="auto" latinLnBrk="0" hangingPunct="1">
              <a:lnSpc>
                <a:spcPct val="90000"/>
              </a:lnSpc>
              <a:spcBef>
                <a:spcPts val="1000"/>
              </a:spcBef>
              <a:spcAft>
                <a:spcPts val="0"/>
              </a:spcAft>
              <a:buClrTx/>
              <a:buSzTx/>
              <a:tabLst/>
              <a:defRPr/>
            </a:pPr>
            <a:r>
              <a:rPr lang="fr-FR"/>
              <a:t>Modifier les styles du texte du masque</a:t>
            </a:r>
          </a:p>
        </p:txBody>
      </p:sp>
      <p:grpSp>
        <p:nvGrpSpPr>
          <p:cNvPr id="20" name="Groupe 19"/>
          <p:cNvGrpSpPr/>
          <p:nvPr userDrawn="1"/>
        </p:nvGrpSpPr>
        <p:grpSpPr>
          <a:xfrm>
            <a:off x="6919990" y="912174"/>
            <a:ext cx="4933774" cy="511913"/>
            <a:chOff x="6924255" y="996837"/>
            <a:chExt cx="4933774" cy="511913"/>
          </a:xfrm>
        </p:grpSpPr>
        <p:grpSp>
          <p:nvGrpSpPr>
            <p:cNvPr id="21" name="Groupe 20"/>
            <p:cNvGrpSpPr/>
            <p:nvPr userDrawn="1"/>
          </p:nvGrpSpPr>
          <p:grpSpPr>
            <a:xfrm>
              <a:off x="6924255" y="996837"/>
              <a:ext cx="4933774" cy="511913"/>
              <a:chOff x="4106169" y="965163"/>
              <a:chExt cx="4727096" cy="429933"/>
            </a:xfrm>
          </p:grpSpPr>
          <p:grpSp>
            <p:nvGrpSpPr>
              <p:cNvPr id="24" name="Groupe"/>
              <p:cNvGrpSpPr/>
              <p:nvPr userDrawn="1"/>
            </p:nvGrpSpPr>
            <p:grpSpPr>
              <a:xfrm>
                <a:off x="4106169" y="997209"/>
                <a:ext cx="4727096" cy="397887"/>
                <a:chOff x="-913893" y="260384"/>
                <a:chExt cx="9273851" cy="884714"/>
              </a:xfrm>
            </p:grpSpPr>
            <p:pic>
              <p:nvPicPr>
                <p:cNvPr id="26" name="Image" descr="Image"/>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232853" y="267224"/>
                  <a:ext cx="480221" cy="480222"/>
                </a:xfrm>
                <a:prstGeom prst="rect">
                  <a:avLst/>
                </a:prstGeom>
                <a:ln w="12700" cap="flat">
                  <a:noFill/>
                  <a:miter lim="400000"/>
                </a:ln>
                <a:effectLst/>
              </p:spPr>
            </p:pic>
            <p:pic>
              <p:nvPicPr>
                <p:cNvPr id="27" name="Image" descr="Imag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403415" y="260384"/>
                  <a:ext cx="620822" cy="491489"/>
                </a:xfrm>
                <a:prstGeom prst="rect">
                  <a:avLst/>
                </a:prstGeom>
                <a:ln w="12700" cap="flat">
                  <a:noFill/>
                  <a:miter lim="400000"/>
                </a:ln>
                <a:effectLst/>
              </p:spPr>
            </p:pic>
            <p:sp>
              <p:nvSpPr>
                <p:cNvPr id="28" name="Ligne"/>
                <p:cNvSpPr/>
                <p:nvPr/>
              </p:nvSpPr>
              <p:spPr>
                <a:xfrm flipV="1">
                  <a:off x="-913893" y="1046478"/>
                  <a:ext cx="9273851" cy="17397"/>
                </a:xfrm>
                <a:prstGeom prst="line">
                  <a:avLst/>
                </a:prstGeom>
                <a:noFill/>
                <a:ln w="25400" cap="flat">
                  <a:solidFill>
                    <a:srgbClr val="000000"/>
                  </a:solidFill>
                  <a:prstDash val="solid"/>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a:p>
              </p:txBody>
            </p:sp>
            <p:sp>
              <p:nvSpPr>
                <p:cNvPr id="29" name="Cercle"/>
                <p:cNvSpPr/>
                <p:nvPr/>
              </p:nvSpPr>
              <p:spPr>
                <a:xfrm>
                  <a:off x="-122214" y="880440"/>
                  <a:ext cx="258945" cy="258943"/>
                </a:xfrm>
                <a:prstGeom prst="ellipse">
                  <a:avLst/>
                </a:prstGeom>
                <a:solidFill>
                  <a:schemeClr val="bg1"/>
                </a:solidFill>
                <a:ln w="12700" cap="flat">
                  <a:solidFill>
                    <a:schemeClr val="tx1"/>
                  </a:solid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a:p>
              </p:txBody>
            </p:sp>
            <p:sp>
              <p:nvSpPr>
                <p:cNvPr id="30" name="Cercle"/>
                <p:cNvSpPr/>
                <p:nvPr/>
              </p:nvSpPr>
              <p:spPr>
                <a:xfrm>
                  <a:off x="1715655" y="880440"/>
                  <a:ext cx="258947" cy="258944"/>
                </a:xfrm>
                <a:prstGeom prst="ellipse">
                  <a:avLst/>
                </a:prstGeom>
                <a:solidFill>
                  <a:schemeClr val="bg1"/>
                </a:solidFill>
                <a:ln w="12700" cap="flat">
                  <a:solidFill>
                    <a:schemeClr val="tx1"/>
                  </a:solid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a:p>
              </p:txBody>
            </p:sp>
            <p:sp>
              <p:nvSpPr>
                <p:cNvPr id="31" name="Cercle"/>
                <p:cNvSpPr/>
                <p:nvPr/>
              </p:nvSpPr>
              <p:spPr>
                <a:xfrm>
                  <a:off x="3575856" y="884632"/>
                  <a:ext cx="258945" cy="258944"/>
                </a:xfrm>
                <a:prstGeom prst="ellipse">
                  <a:avLst/>
                </a:prstGeom>
                <a:solidFill>
                  <a:schemeClr val="bg1"/>
                </a:solidFill>
                <a:ln w="12700" cap="flat">
                  <a:solidFill>
                    <a:schemeClr val="tx1"/>
                  </a:solid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a:p>
              </p:txBody>
            </p:sp>
            <p:sp>
              <p:nvSpPr>
                <p:cNvPr id="32" name="Cercle"/>
                <p:cNvSpPr/>
                <p:nvPr/>
              </p:nvSpPr>
              <p:spPr>
                <a:xfrm>
                  <a:off x="5428698" y="886152"/>
                  <a:ext cx="258945" cy="258946"/>
                </a:xfrm>
                <a:prstGeom prst="ellipse">
                  <a:avLst/>
                </a:prstGeom>
                <a:solidFill>
                  <a:schemeClr val="bg1"/>
                </a:solidFill>
                <a:ln w="12700" cap="flat">
                  <a:solidFill>
                    <a:schemeClr val="tx1"/>
                  </a:solid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a:p>
              </p:txBody>
            </p:sp>
            <p:sp>
              <p:nvSpPr>
                <p:cNvPr id="33" name="Cercle"/>
                <p:cNvSpPr/>
                <p:nvPr/>
              </p:nvSpPr>
              <p:spPr>
                <a:xfrm>
                  <a:off x="7230505" y="880440"/>
                  <a:ext cx="258947" cy="258944"/>
                </a:xfrm>
                <a:prstGeom prst="ellipse">
                  <a:avLst/>
                </a:prstGeom>
                <a:solidFill>
                  <a:schemeClr val="bg1"/>
                </a:solidFill>
                <a:ln w="12700" cap="flat">
                  <a:solidFill>
                    <a:schemeClr val="tx1"/>
                  </a:solid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3200"/>
                </a:p>
              </p:txBody>
            </p:sp>
          </p:grpSp>
          <p:pic>
            <p:nvPicPr>
              <p:cNvPr id="25" name="Image 24"/>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211552" y="965163"/>
                <a:ext cx="223997" cy="226338"/>
              </a:xfrm>
              <a:prstGeom prst="rect">
                <a:avLst/>
              </a:prstGeom>
            </p:spPr>
          </p:pic>
        </p:grpSp>
        <p:pic>
          <p:nvPicPr>
            <p:cNvPr id="22" name="Image 21"/>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263214" y="1037721"/>
              <a:ext cx="257730" cy="257730"/>
            </a:xfrm>
            <a:prstGeom prst="rect">
              <a:avLst/>
            </a:prstGeom>
          </p:spPr>
        </p:pic>
        <p:pic>
          <p:nvPicPr>
            <p:cNvPr id="23" name="Image 22"/>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237071" y="1004105"/>
              <a:ext cx="265428" cy="265428"/>
            </a:xfrm>
            <a:prstGeom prst="rect">
              <a:avLst/>
            </a:prstGeom>
          </p:spPr>
        </p:pic>
      </p:grpSp>
      <p:sp>
        <p:nvSpPr>
          <p:cNvPr id="42" name="Espace réservé du texte 9"/>
          <p:cNvSpPr>
            <a:spLocks noGrp="1"/>
          </p:cNvSpPr>
          <p:nvPr>
            <p:ph type="body" sz="quarter" idx="58" hasCustomPrompt="1"/>
          </p:nvPr>
        </p:nvSpPr>
        <p:spPr>
          <a:xfrm>
            <a:off x="9891713" y="1480993"/>
            <a:ext cx="980122" cy="382489"/>
          </a:xfrm>
          <a:prstGeom prst="rect">
            <a:avLst/>
          </a:prstGeom>
        </p:spPr>
        <p:txBody>
          <a:bodyPr numCol="1" spcCol="468000"/>
          <a:lstStyle>
            <a:lvl1pPr marL="0" marR="0" indent="0" algn="ctr" defTabSz="914400" rtl="0" eaLnBrk="1" fontAlgn="auto" latinLnBrk="0" hangingPunct="1">
              <a:lnSpc>
                <a:spcPts val="1500"/>
              </a:lnSpc>
              <a:spcBef>
                <a:spcPts val="1000"/>
              </a:spcBef>
              <a:spcAft>
                <a:spcPts val="0"/>
              </a:spcAft>
              <a:buClrTx/>
              <a:buSzTx/>
              <a:buFont typeface="Arial" panose="020B0604020202020204" pitchFamily="34" charset="0"/>
              <a:buNone/>
              <a:tabLst/>
              <a:defRPr sz="1000" baseline="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Lieu de réalisation </a:t>
            </a:r>
          </a:p>
        </p:txBody>
      </p:sp>
      <p:sp>
        <p:nvSpPr>
          <p:cNvPr id="46" name="Espace réservé du texte 9"/>
          <p:cNvSpPr>
            <a:spLocks noGrp="1"/>
          </p:cNvSpPr>
          <p:nvPr>
            <p:ph type="body" sz="quarter" idx="60" hasCustomPrompt="1"/>
          </p:nvPr>
        </p:nvSpPr>
        <p:spPr>
          <a:xfrm>
            <a:off x="8893004" y="1480994"/>
            <a:ext cx="980122" cy="382489"/>
          </a:xfrm>
          <a:prstGeom prst="rect">
            <a:avLst/>
          </a:prstGeom>
        </p:spPr>
        <p:txBody>
          <a:bodyPr numCol="1" spcCol="468000"/>
          <a:lstStyle>
            <a:lvl1pPr marL="0" marR="0" indent="0" algn="ctr" defTabSz="914400" rtl="0" eaLnBrk="1" fontAlgn="auto" latinLnBrk="0" hangingPunct="1">
              <a:lnSpc>
                <a:spcPts val="1500"/>
              </a:lnSpc>
              <a:spcBef>
                <a:spcPts val="1000"/>
              </a:spcBef>
              <a:spcAft>
                <a:spcPts val="0"/>
              </a:spcAft>
              <a:buClrTx/>
              <a:buSzTx/>
              <a:buFont typeface="Arial" panose="020B0604020202020204" pitchFamily="34" charset="0"/>
              <a:buNone/>
              <a:tabLst/>
              <a:defRPr sz="1000" baseline="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&gt; Nb intervenants</a:t>
            </a:r>
          </a:p>
        </p:txBody>
      </p:sp>
      <p:sp>
        <p:nvSpPr>
          <p:cNvPr id="47" name="Espace réservé du texte 9"/>
          <p:cNvSpPr>
            <a:spLocks noGrp="1"/>
          </p:cNvSpPr>
          <p:nvPr>
            <p:ph type="body" sz="quarter" idx="61" hasCustomPrompt="1"/>
          </p:nvPr>
        </p:nvSpPr>
        <p:spPr>
          <a:xfrm>
            <a:off x="7906497" y="1480994"/>
            <a:ext cx="980122" cy="382489"/>
          </a:xfrm>
          <a:prstGeom prst="rect">
            <a:avLst/>
          </a:prstGeom>
        </p:spPr>
        <p:txBody>
          <a:bodyPr numCol="1" spcCol="468000"/>
          <a:lstStyle>
            <a:lvl1pPr marL="0" marR="0" indent="0" algn="ctr" defTabSz="914400" rtl="0" eaLnBrk="1" fontAlgn="auto" latinLnBrk="0" hangingPunct="1">
              <a:lnSpc>
                <a:spcPts val="1500"/>
              </a:lnSpc>
              <a:spcBef>
                <a:spcPts val="1000"/>
              </a:spcBef>
              <a:spcAft>
                <a:spcPts val="0"/>
              </a:spcAft>
              <a:buClrTx/>
              <a:buSzTx/>
              <a:buFont typeface="Arial" panose="020B0604020202020204" pitchFamily="34" charset="0"/>
              <a:buNone/>
              <a:tabLst/>
              <a:defRPr sz="1000" baseline="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&gt; XX JH</a:t>
            </a:r>
          </a:p>
        </p:txBody>
      </p:sp>
      <p:sp>
        <p:nvSpPr>
          <p:cNvPr id="48" name="Espace réservé du texte 9"/>
          <p:cNvSpPr>
            <a:spLocks noGrp="1"/>
          </p:cNvSpPr>
          <p:nvPr>
            <p:ph type="body" sz="quarter" idx="62" hasCustomPrompt="1"/>
          </p:nvPr>
        </p:nvSpPr>
        <p:spPr>
          <a:xfrm>
            <a:off x="6919990" y="1480994"/>
            <a:ext cx="980122" cy="382489"/>
          </a:xfrm>
          <a:prstGeom prst="rect">
            <a:avLst/>
          </a:prstGeom>
        </p:spPr>
        <p:txBody>
          <a:bodyPr numCol="1" spcCol="468000"/>
          <a:lstStyle>
            <a:lvl1pPr marL="0" marR="0" indent="0" algn="ctr" defTabSz="914400" rtl="0" eaLnBrk="1" fontAlgn="auto" latinLnBrk="0" hangingPunct="1">
              <a:lnSpc>
                <a:spcPts val="1500"/>
              </a:lnSpc>
              <a:spcBef>
                <a:spcPts val="1000"/>
              </a:spcBef>
              <a:spcAft>
                <a:spcPts val="0"/>
              </a:spcAft>
              <a:buClrTx/>
              <a:buSzTx/>
              <a:buFont typeface="Arial" panose="020B0604020202020204" pitchFamily="34" charset="0"/>
              <a:buNone/>
              <a:tabLst/>
              <a:defRPr sz="100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Dates</a:t>
            </a:r>
          </a:p>
        </p:txBody>
      </p:sp>
      <p:sp>
        <p:nvSpPr>
          <p:cNvPr id="53" name="Espace réservé du texte 9"/>
          <p:cNvSpPr>
            <a:spLocks noGrp="1"/>
          </p:cNvSpPr>
          <p:nvPr>
            <p:ph type="body" sz="quarter" idx="63" hasCustomPrompt="1"/>
          </p:nvPr>
        </p:nvSpPr>
        <p:spPr>
          <a:xfrm>
            <a:off x="328367" y="2035916"/>
            <a:ext cx="1011477"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Synthèse</a:t>
            </a:r>
          </a:p>
          <a:p>
            <a:pPr marR="0" lvl="0" fontAlgn="auto">
              <a:spcAft>
                <a:spcPts val="0"/>
              </a:spcAft>
              <a:buClrTx/>
              <a:buSzTx/>
              <a:buNone/>
              <a:tabLst/>
            </a:pPr>
            <a:endParaRPr lang="fr-FR"/>
          </a:p>
        </p:txBody>
      </p:sp>
      <p:sp>
        <p:nvSpPr>
          <p:cNvPr id="56" name="Espace réservé du texte 9"/>
          <p:cNvSpPr>
            <a:spLocks noGrp="1"/>
          </p:cNvSpPr>
          <p:nvPr>
            <p:ph type="body" sz="quarter" idx="65" hasCustomPrompt="1"/>
          </p:nvPr>
        </p:nvSpPr>
        <p:spPr>
          <a:xfrm>
            <a:off x="4289031" y="2048134"/>
            <a:ext cx="1011477"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Démarche</a:t>
            </a:r>
          </a:p>
          <a:p>
            <a:pPr marR="0" lvl="0" fontAlgn="auto">
              <a:spcAft>
                <a:spcPts val="0"/>
              </a:spcAft>
              <a:buClrTx/>
              <a:buSzTx/>
              <a:buNone/>
              <a:tabLst/>
            </a:pPr>
            <a:endParaRPr lang="fr-FR"/>
          </a:p>
        </p:txBody>
      </p:sp>
      <p:sp>
        <p:nvSpPr>
          <p:cNvPr id="57" name="Espace réservé du texte 9"/>
          <p:cNvSpPr>
            <a:spLocks noGrp="1"/>
          </p:cNvSpPr>
          <p:nvPr>
            <p:ph type="body" sz="quarter" idx="66" hasCustomPrompt="1"/>
          </p:nvPr>
        </p:nvSpPr>
        <p:spPr>
          <a:xfrm>
            <a:off x="8265220" y="2048133"/>
            <a:ext cx="1411800"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Bénéfice client</a:t>
            </a:r>
          </a:p>
          <a:p>
            <a:pPr marR="0" lvl="0" fontAlgn="auto">
              <a:spcAft>
                <a:spcPts val="0"/>
              </a:spcAft>
              <a:buClrTx/>
              <a:buSzTx/>
              <a:buNone/>
              <a:tabLst/>
            </a:pPr>
            <a:endParaRPr lang="fr-FR"/>
          </a:p>
        </p:txBody>
      </p:sp>
      <p:sp>
        <p:nvSpPr>
          <p:cNvPr id="58" name="Espace réservé du texte 9"/>
          <p:cNvSpPr>
            <a:spLocks noGrp="1"/>
          </p:cNvSpPr>
          <p:nvPr>
            <p:ph type="body" sz="quarter" idx="67" hasCustomPrompt="1"/>
          </p:nvPr>
        </p:nvSpPr>
        <p:spPr>
          <a:xfrm>
            <a:off x="345148" y="4560898"/>
            <a:ext cx="1411800"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Organisation</a:t>
            </a:r>
          </a:p>
          <a:p>
            <a:pPr marR="0" lvl="0" fontAlgn="auto">
              <a:spcAft>
                <a:spcPts val="0"/>
              </a:spcAft>
              <a:buClrTx/>
              <a:buSzTx/>
              <a:buNone/>
              <a:tabLst/>
            </a:pPr>
            <a:endParaRPr lang="fr-FR"/>
          </a:p>
        </p:txBody>
      </p:sp>
      <p:sp>
        <p:nvSpPr>
          <p:cNvPr id="59" name="Espace réservé du texte 9"/>
          <p:cNvSpPr>
            <a:spLocks noGrp="1"/>
          </p:cNvSpPr>
          <p:nvPr>
            <p:ph type="body" sz="quarter" idx="68" hasCustomPrompt="1"/>
          </p:nvPr>
        </p:nvSpPr>
        <p:spPr>
          <a:xfrm>
            <a:off x="4305811" y="4560898"/>
            <a:ext cx="2072725"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Périmètre technique / métier </a:t>
            </a:r>
          </a:p>
          <a:p>
            <a:pPr marR="0" lvl="0" fontAlgn="auto">
              <a:spcAft>
                <a:spcPts val="0"/>
              </a:spcAft>
              <a:buClrTx/>
              <a:buSzTx/>
              <a:buNone/>
              <a:tabLst/>
            </a:pPr>
            <a:endParaRPr lang="fr-FR"/>
          </a:p>
        </p:txBody>
      </p:sp>
      <p:sp>
        <p:nvSpPr>
          <p:cNvPr id="60" name="Espace réservé du texte 9"/>
          <p:cNvSpPr>
            <a:spLocks noGrp="1"/>
          </p:cNvSpPr>
          <p:nvPr>
            <p:ph type="body" sz="quarter" idx="69" hasCustomPrompt="1"/>
          </p:nvPr>
        </p:nvSpPr>
        <p:spPr>
          <a:xfrm>
            <a:off x="8266475" y="4585210"/>
            <a:ext cx="1411800"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Livrables</a:t>
            </a:r>
          </a:p>
          <a:p>
            <a:pPr marR="0" lvl="0" fontAlgn="auto">
              <a:spcAft>
                <a:spcPts val="0"/>
              </a:spcAft>
              <a:buClrTx/>
              <a:buSzTx/>
              <a:buNone/>
              <a:tabLst/>
            </a:pPr>
            <a:endParaRPr lang="fr-FR"/>
          </a:p>
        </p:txBody>
      </p:sp>
      <p:sp>
        <p:nvSpPr>
          <p:cNvPr id="61" name="Espace réservé du texte 9"/>
          <p:cNvSpPr>
            <a:spLocks noGrp="1"/>
          </p:cNvSpPr>
          <p:nvPr>
            <p:ph type="body" sz="quarter" idx="70" hasCustomPrompt="1"/>
          </p:nvPr>
        </p:nvSpPr>
        <p:spPr>
          <a:xfrm>
            <a:off x="10890422" y="1480993"/>
            <a:ext cx="980122" cy="382489"/>
          </a:xfrm>
          <a:prstGeom prst="rect">
            <a:avLst/>
          </a:prstGeom>
        </p:spPr>
        <p:txBody>
          <a:bodyPr numCol="1" spcCol="468000"/>
          <a:lstStyle>
            <a:lvl1pPr marL="0" marR="0" indent="0" algn="ctr" defTabSz="914400" rtl="0" eaLnBrk="1" fontAlgn="auto" latinLnBrk="0" hangingPunct="1">
              <a:lnSpc>
                <a:spcPts val="1500"/>
              </a:lnSpc>
              <a:spcBef>
                <a:spcPts val="1000"/>
              </a:spcBef>
              <a:spcAft>
                <a:spcPts val="0"/>
              </a:spcAft>
              <a:buClrTx/>
              <a:buSzTx/>
              <a:buFont typeface="Arial" panose="020B0604020202020204" pitchFamily="34" charset="0"/>
              <a:buNone/>
              <a:tabLst/>
              <a:defRPr sz="1000" baseline="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Secteur métier</a:t>
            </a:r>
          </a:p>
        </p:txBody>
      </p:sp>
      <p:sp>
        <p:nvSpPr>
          <p:cNvPr id="7" name="Espace réservé du texte 6"/>
          <p:cNvSpPr>
            <a:spLocks noGrp="1"/>
          </p:cNvSpPr>
          <p:nvPr>
            <p:ph type="body" sz="quarter" idx="72" hasCustomPrompt="1"/>
          </p:nvPr>
        </p:nvSpPr>
        <p:spPr>
          <a:xfrm>
            <a:off x="9231269" y="354234"/>
            <a:ext cx="2622495" cy="282789"/>
          </a:xfrm>
          <a:prstGeom prst="rect">
            <a:avLst/>
          </a:prstGeom>
          <a:solidFill>
            <a:schemeClr val="bg1"/>
          </a:solidFill>
        </p:spPr>
        <p:txBody>
          <a:bodyPr anchor="ctr"/>
          <a:lstStyle>
            <a:lvl1pPr marL="0" indent="0" algn="r">
              <a:buNone/>
              <a:defRPr lang="fr-FR" sz="900" kern="1200" dirty="0" smtClean="0">
                <a:solidFill>
                  <a:schemeClr val="tx1"/>
                </a:solidFill>
                <a:latin typeface="+mn-lt"/>
                <a:ea typeface="+mn-ea"/>
                <a:cs typeface="+mn-cs"/>
              </a:defRPr>
            </a:lvl1pPr>
          </a:lstStyle>
          <a:p>
            <a:pPr lvl="0"/>
            <a:r>
              <a:rPr lang="fr-FR"/>
              <a:t>Exemple de références client</a:t>
            </a:r>
          </a:p>
        </p:txBody>
      </p:sp>
      <p:sp>
        <p:nvSpPr>
          <p:cNvPr id="37" name="Espace réservé du texte 4">
            <a:extLst>
              <a:ext uri="{FF2B5EF4-FFF2-40B4-BE49-F238E27FC236}">
                <a16:creationId xmlns:a16="http://schemas.microsoft.com/office/drawing/2014/main" id="{DA16E3FC-8F3F-4DC0-A29C-B3D00336E8FB}"/>
              </a:ext>
            </a:extLst>
          </p:cNvPr>
          <p:cNvSpPr>
            <a:spLocks noGrp="1"/>
          </p:cNvSpPr>
          <p:nvPr>
            <p:ph type="body" sz="quarter" idx="73"/>
          </p:nvPr>
        </p:nvSpPr>
        <p:spPr>
          <a:xfrm>
            <a:off x="337933" y="1239612"/>
            <a:ext cx="6143280" cy="273879"/>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0" baseline="0">
                <a:latin typeface="Arial Black" panose="020B0A04020102020204" pitchFamily="34" charset="0"/>
              </a:defRPr>
            </a:lvl1pPr>
            <a:lvl2pPr>
              <a:defRPr sz="1200">
                <a:latin typeface="Arial Black" panose="020B0A04020102020204" pitchFamily="34" charset="0"/>
              </a:defRPr>
            </a:lvl2pPr>
            <a:lvl3pPr>
              <a:defRPr sz="1200">
                <a:latin typeface="Arial Black" panose="020B0A04020102020204" pitchFamily="34" charset="0"/>
              </a:defRPr>
            </a:lvl3pPr>
            <a:lvl4pPr>
              <a:defRPr sz="1200">
                <a:latin typeface="Arial Black" panose="020B0A04020102020204" pitchFamily="34" charset="0"/>
              </a:defRPr>
            </a:lvl4pPr>
            <a:lvl5pPr>
              <a:defRPr sz="1200">
                <a:latin typeface="Arial Black" panose="020B0A04020102020204" pitchFamily="34" charset="0"/>
              </a:defRPr>
            </a:lvl5pPr>
          </a:lstStyle>
          <a:p>
            <a:pPr lvl="0"/>
            <a:r>
              <a:rPr lang="fr-FR"/>
              <a:t>Modifier les styles du texte du masque</a:t>
            </a:r>
          </a:p>
        </p:txBody>
      </p:sp>
      <p:sp>
        <p:nvSpPr>
          <p:cNvPr id="39" name="Espace réservé du texte 6">
            <a:extLst>
              <a:ext uri="{FF2B5EF4-FFF2-40B4-BE49-F238E27FC236}">
                <a16:creationId xmlns:a16="http://schemas.microsoft.com/office/drawing/2014/main" id="{FD92F58E-2BB2-4716-AB6D-4E340CB32695}"/>
              </a:ext>
            </a:extLst>
          </p:cNvPr>
          <p:cNvSpPr>
            <a:spLocks noGrp="1"/>
          </p:cNvSpPr>
          <p:nvPr>
            <p:ph type="body" sz="quarter" idx="75" hasCustomPrompt="1"/>
          </p:nvPr>
        </p:nvSpPr>
        <p:spPr>
          <a:xfrm>
            <a:off x="337933" y="564022"/>
            <a:ext cx="6143390" cy="645000"/>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spc="-150" baseline="0">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Nom du client</a:t>
            </a:r>
          </a:p>
        </p:txBody>
      </p:sp>
      <p:sp>
        <p:nvSpPr>
          <p:cNvPr id="40" name="Espace réservé du pied de page 1">
            <a:extLst>
              <a:ext uri="{FF2B5EF4-FFF2-40B4-BE49-F238E27FC236}">
                <a16:creationId xmlns:a16="http://schemas.microsoft.com/office/drawing/2014/main" id="{FE46DD3B-EFEC-B044-98DD-84934A3A80CC}"/>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33258385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RESUME">
    <p:spTree>
      <p:nvGrpSpPr>
        <p:cNvPr id="1" name=""/>
        <p:cNvGrpSpPr/>
        <p:nvPr/>
      </p:nvGrpSpPr>
      <p:grpSpPr>
        <a:xfrm>
          <a:off x="0" y="0"/>
          <a:ext cx="0" cy="0"/>
          <a:chOff x="0" y="0"/>
          <a:chExt cx="0" cy="0"/>
        </a:xfrm>
      </p:grpSpPr>
      <p:sp>
        <p:nvSpPr>
          <p:cNvPr id="5" name="Rectangle 22"/>
          <p:cNvSpPr>
            <a:spLocks noChangeArrowheads="1"/>
          </p:cNvSpPr>
          <p:nvPr userDrawn="1"/>
        </p:nvSpPr>
        <p:spPr bwMode="auto">
          <a:xfrm>
            <a:off x="337932" y="868412"/>
            <a:ext cx="2688300" cy="5381326"/>
          </a:xfrm>
          <a:prstGeom prst="rect">
            <a:avLst/>
          </a:prstGeom>
          <a:solidFill>
            <a:schemeClr val="tx1"/>
          </a:solidFill>
          <a:ln w="12700">
            <a:noFill/>
            <a:miter lim="800000"/>
            <a:headEnd/>
            <a:tailEnd/>
          </a:ln>
        </p:spPr>
        <p:txBody>
          <a:bodyPr lIns="144000" rIns="144000"/>
          <a:lstStyle/>
          <a:p>
            <a:pPr marL="85725" lvl="2" indent="-85725" eaLnBrk="0" hangingPunct="0">
              <a:spcBef>
                <a:spcPts val="0"/>
              </a:spcBef>
              <a:spcAft>
                <a:spcPts val="0"/>
              </a:spcAft>
              <a:buFont typeface="Wingdings" pitchFamily="2" charset="2"/>
              <a:buChar char="§"/>
              <a:defRPr/>
            </a:pPr>
            <a:endParaRPr lang="fr-FR" sz="900">
              <a:ln>
                <a:solidFill>
                  <a:srgbClr val="53534D">
                    <a:alpha val="15000"/>
                  </a:srgbClr>
                </a:solidFill>
              </a:ln>
              <a:solidFill>
                <a:srgbClr val="000000">
                  <a:lumMod val="85000"/>
                  <a:lumOff val="15000"/>
                </a:srgbClr>
              </a:solidFill>
              <a:latin typeface="Century Gothic" pitchFamily="34" charset="0"/>
              <a:cs typeface="Arial" charset="0"/>
            </a:endParaRPr>
          </a:p>
          <a:p>
            <a:pPr marL="0" lvl="2" algn="just" eaLnBrk="0" hangingPunct="0">
              <a:spcBef>
                <a:spcPts val="600"/>
              </a:spcBef>
              <a:spcAft>
                <a:spcPts val="300"/>
              </a:spcAft>
              <a:buClr>
                <a:srgbClr val="C00000"/>
              </a:buClr>
              <a:defRPr/>
            </a:pPr>
            <a:endParaRPr lang="fr-FR" sz="1100" b="1">
              <a:ln>
                <a:solidFill>
                  <a:schemeClr val="accent3">
                    <a:alpha val="25000"/>
                  </a:schemeClr>
                </a:solidFill>
              </a:ln>
              <a:solidFill>
                <a:schemeClr val="accent3"/>
              </a:solidFill>
              <a:latin typeface="Century Gothic" pitchFamily="34" charset="0"/>
            </a:endParaRPr>
          </a:p>
          <a:p>
            <a:pPr marL="0" lvl="2" algn="just" eaLnBrk="0" hangingPunct="0">
              <a:spcBef>
                <a:spcPts val="900"/>
              </a:spcBef>
              <a:spcAft>
                <a:spcPts val="300"/>
              </a:spcAft>
              <a:buClr>
                <a:srgbClr val="C00000"/>
              </a:buClr>
              <a:buFont typeface="Arial" pitchFamily="34" charset="0"/>
              <a:buChar char="•"/>
              <a:defRPr/>
            </a:pPr>
            <a:endParaRPr lang="fr-FR" sz="1000">
              <a:ln>
                <a:solidFill>
                  <a:schemeClr val="tx2">
                    <a:alpha val="15000"/>
                  </a:schemeClr>
                </a:solidFill>
              </a:ln>
              <a:solidFill>
                <a:schemeClr val="tx1">
                  <a:lumMod val="85000"/>
                  <a:lumOff val="15000"/>
                </a:schemeClr>
              </a:solidFill>
              <a:latin typeface="Century Gothic" pitchFamily="34" charset="0"/>
            </a:endParaRPr>
          </a:p>
        </p:txBody>
      </p:sp>
      <p:sp>
        <p:nvSpPr>
          <p:cNvPr id="6" name="Espace réservé du texte 10"/>
          <p:cNvSpPr>
            <a:spLocks noGrp="1"/>
          </p:cNvSpPr>
          <p:nvPr>
            <p:ph type="body" sz="quarter" idx="12" hasCustomPrompt="1"/>
          </p:nvPr>
        </p:nvSpPr>
        <p:spPr>
          <a:xfrm>
            <a:off x="550237" y="956225"/>
            <a:ext cx="2284704" cy="346798"/>
          </a:xfrm>
          <a:prstGeom prst="rect">
            <a:avLst/>
          </a:prstGeom>
        </p:spPr>
        <p:txBody>
          <a:bodyPr>
            <a:normAutofit/>
          </a:bodyPr>
          <a:lstStyle>
            <a:lvl1pPr marL="0" indent="0">
              <a:buNone/>
              <a:defRPr sz="1400" b="1" baseline="0">
                <a:solidFill>
                  <a:schemeClr val="bg1"/>
                </a:solidFill>
                <a:latin typeface="+mj-lt"/>
              </a:defRPr>
            </a:lvl1pPr>
          </a:lstStyle>
          <a:p>
            <a:pPr lvl="0"/>
            <a:r>
              <a:rPr lang="fr-FR" sz="1400"/>
              <a:t>Code e-synergie</a:t>
            </a:r>
            <a:endParaRPr lang="fr-FR"/>
          </a:p>
        </p:txBody>
      </p:sp>
      <p:sp>
        <p:nvSpPr>
          <p:cNvPr id="7" name="Espace réservé du texte 10"/>
          <p:cNvSpPr>
            <a:spLocks noGrp="1"/>
          </p:cNvSpPr>
          <p:nvPr>
            <p:ph type="body" sz="quarter" idx="13"/>
          </p:nvPr>
        </p:nvSpPr>
        <p:spPr>
          <a:xfrm>
            <a:off x="550237" y="1826193"/>
            <a:ext cx="2284704" cy="1455391"/>
          </a:xfrm>
          <a:prstGeom prst="rect">
            <a:avLst/>
          </a:prstGeom>
        </p:spPr>
        <p:txBody>
          <a:bodyPr>
            <a:noAutofit/>
          </a:bodyPr>
          <a:lstStyle>
            <a:lvl1pPr marL="0" indent="0">
              <a:lnSpc>
                <a:spcPts val="1500"/>
              </a:lnSpc>
              <a:buFont typeface="Arial" panose="020B0604020202020204" pitchFamily="34" charset="0"/>
              <a:buNone/>
              <a:defRPr sz="1100" baseline="0">
                <a:solidFill>
                  <a:schemeClr val="bg1"/>
                </a:solidFill>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8" name="Rectangle 22"/>
          <p:cNvSpPr>
            <a:spLocks noChangeArrowheads="1"/>
          </p:cNvSpPr>
          <p:nvPr userDrawn="1"/>
        </p:nvSpPr>
        <p:spPr bwMode="auto">
          <a:xfrm>
            <a:off x="3238537" y="996268"/>
            <a:ext cx="8679061" cy="4073833"/>
          </a:xfrm>
          <a:prstGeom prst="rect">
            <a:avLst/>
          </a:prstGeom>
          <a:noFill/>
          <a:ln>
            <a:headEnd/>
            <a:tailEnd/>
          </a:ln>
        </p:spPr>
        <p:style>
          <a:lnRef idx="2">
            <a:schemeClr val="dk1"/>
          </a:lnRef>
          <a:fillRef idx="1">
            <a:schemeClr val="lt1"/>
          </a:fillRef>
          <a:effectRef idx="0">
            <a:schemeClr val="dk1"/>
          </a:effectRef>
          <a:fontRef idx="minor">
            <a:schemeClr val="dk1"/>
          </a:fontRef>
        </p:style>
        <p:txBody>
          <a:bodyPr tIns="144000" anchor="t"/>
          <a:lstStyle/>
          <a:p>
            <a:pPr>
              <a:spcBef>
                <a:spcPts val="100"/>
              </a:spcBef>
              <a:spcAft>
                <a:spcPts val="100"/>
              </a:spcAft>
            </a:pPr>
            <a:endParaRPr lang="fr-FR" sz="800">
              <a:ln>
                <a:solidFill>
                  <a:schemeClr val="tx2">
                    <a:alpha val="15000"/>
                  </a:schemeClr>
                </a:solidFill>
              </a:ln>
              <a:solidFill>
                <a:schemeClr val="tx1"/>
              </a:solidFill>
              <a:latin typeface="+mn-lt"/>
            </a:endParaRPr>
          </a:p>
          <a:p>
            <a:pPr>
              <a:spcBef>
                <a:spcPts val="100"/>
              </a:spcBef>
              <a:spcAft>
                <a:spcPts val="100"/>
              </a:spcAft>
            </a:pPr>
            <a:endParaRPr lang="fr-FR" sz="800">
              <a:ln>
                <a:solidFill>
                  <a:schemeClr val="tx2">
                    <a:alpha val="15000"/>
                  </a:schemeClr>
                </a:solidFill>
              </a:ln>
              <a:solidFill>
                <a:schemeClr val="tx1"/>
              </a:solidFill>
              <a:latin typeface="+mn-lt"/>
            </a:endParaRPr>
          </a:p>
        </p:txBody>
      </p:sp>
      <p:sp>
        <p:nvSpPr>
          <p:cNvPr id="9" name="Text Box 23"/>
          <p:cNvSpPr txBox="1">
            <a:spLocks noChangeArrowheads="1"/>
          </p:cNvSpPr>
          <p:nvPr userDrawn="1"/>
        </p:nvSpPr>
        <p:spPr bwMode="auto">
          <a:xfrm>
            <a:off x="3334551" y="856395"/>
            <a:ext cx="3606576" cy="288032"/>
          </a:xfrm>
          <a:prstGeom prst="rect">
            <a:avLst/>
          </a:prstGeom>
          <a:solidFill>
            <a:schemeClr val="bg1"/>
          </a:solidFill>
          <a:ln w="12700">
            <a:noFill/>
            <a:miter lim="800000"/>
            <a:headEnd/>
            <a:tailEnd/>
          </a:ln>
        </p:spPr>
        <p:txBody>
          <a:bodyPr anchor="ctr"/>
          <a:lstStyle/>
          <a:p>
            <a:pPr>
              <a:spcBef>
                <a:spcPts val="600"/>
              </a:spcBef>
              <a:spcAft>
                <a:spcPts val="600"/>
              </a:spcAft>
            </a:pPr>
            <a:r>
              <a:rPr lang="fr-FR" sz="1200" b="1">
                <a:solidFill>
                  <a:schemeClr val="tx1"/>
                </a:solidFill>
                <a:latin typeface="+mj-lt"/>
              </a:rPr>
              <a:t>Extrait des expériences professionnelles</a:t>
            </a:r>
          </a:p>
        </p:txBody>
      </p:sp>
      <p:sp>
        <p:nvSpPr>
          <p:cNvPr id="11" name="Espace réservé du texte 15"/>
          <p:cNvSpPr>
            <a:spLocks noGrp="1"/>
          </p:cNvSpPr>
          <p:nvPr userDrawn="1">
            <p:ph type="body" sz="quarter" idx="15"/>
          </p:nvPr>
        </p:nvSpPr>
        <p:spPr>
          <a:xfrm>
            <a:off x="3334185" y="1494141"/>
            <a:ext cx="8366589" cy="898727"/>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100" b="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3" name="Espace réservé du texte 15"/>
          <p:cNvSpPr>
            <a:spLocks noGrp="1"/>
          </p:cNvSpPr>
          <p:nvPr userDrawn="1">
            <p:ph type="body" sz="quarter" idx="17"/>
          </p:nvPr>
        </p:nvSpPr>
        <p:spPr>
          <a:xfrm>
            <a:off x="3334185" y="2788200"/>
            <a:ext cx="8366589" cy="898727"/>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100" b="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5" name="Espace réservé du texte 15"/>
          <p:cNvSpPr>
            <a:spLocks noGrp="1"/>
          </p:cNvSpPr>
          <p:nvPr userDrawn="1">
            <p:ph type="body" sz="quarter" idx="19"/>
          </p:nvPr>
        </p:nvSpPr>
        <p:spPr>
          <a:xfrm>
            <a:off x="3334185" y="4082259"/>
            <a:ext cx="8366589" cy="898727"/>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100" b="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16" name="Espace réservé du texte 9"/>
          <p:cNvSpPr>
            <a:spLocks noGrp="1"/>
          </p:cNvSpPr>
          <p:nvPr userDrawn="1">
            <p:ph type="body" sz="quarter" idx="63" hasCustomPrompt="1"/>
          </p:nvPr>
        </p:nvSpPr>
        <p:spPr>
          <a:xfrm>
            <a:off x="3334184" y="1274142"/>
            <a:ext cx="1800523"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Expérience (date)</a:t>
            </a:r>
          </a:p>
          <a:p>
            <a:pPr marR="0" lvl="0" fontAlgn="auto">
              <a:spcAft>
                <a:spcPts val="0"/>
              </a:spcAft>
              <a:buClrTx/>
              <a:buSzTx/>
              <a:buNone/>
              <a:tabLst/>
            </a:pPr>
            <a:endParaRPr lang="fr-FR"/>
          </a:p>
        </p:txBody>
      </p:sp>
      <p:sp>
        <p:nvSpPr>
          <p:cNvPr id="17" name="Espace réservé du texte 9"/>
          <p:cNvSpPr>
            <a:spLocks noGrp="1"/>
          </p:cNvSpPr>
          <p:nvPr userDrawn="1">
            <p:ph type="body" sz="quarter" idx="64" hasCustomPrompt="1"/>
          </p:nvPr>
        </p:nvSpPr>
        <p:spPr>
          <a:xfrm>
            <a:off x="3334184" y="2561659"/>
            <a:ext cx="1800523"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Expérience (date)</a:t>
            </a:r>
          </a:p>
          <a:p>
            <a:pPr marR="0" lvl="0" fontAlgn="auto">
              <a:spcAft>
                <a:spcPts val="0"/>
              </a:spcAft>
              <a:buClrTx/>
              <a:buSzTx/>
              <a:buNone/>
              <a:tabLst/>
            </a:pPr>
            <a:endParaRPr lang="fr-FR"/>
          </a:p>
        </p:txBody>
      </p:sp>
      <p:sp>
        <p:nvSpPr>
          <p:cNvPr id="18" name="Espace réservé du texte 9"/>
          <p:cNvSpPr>
            <a:spLocks noGrp="1"/>
          </p:cNvSpPr>
          <p:nvPr userDrawn="1">
            <p:ph type="body" sz="quarter" idx="65" hasCustomPrompt="1"/>
          </p:nvPr>
        </p:nvSpPr>
        <p:spPr>
          <a:xfrm>
            <a:off x="3334183" y="3849176"/>
            <a:ext cx="1800523" cy="185221"/>
          </a:xfrm>
          <a:prstGeom prst="rect">
            <a:avLst/>
          </a:prstGeom>
          <a:gradFill flip="none" rotWithShape="1">
            <a:gsLst>
              <a:gs pos="0">
                <a:schemeClr val="bg1"/>
              </a:gs>
              <a:gs pos="61000">
                <a:schemeClr val="tx1">
                  <a:lumMod val="10000"/>
                  <a:lumOff val="90000"/>
                </a:schemeClr>
              </a:gs>
              <a:gs pos="58000">
                <a:schemeClr val="bg1"/>
              </a:gs>
              <a:gs pos="100000">
                <a:schemeClr val="tx1">
                  <a:lumMod val="10000"/>
                  <a:lumOff val="90000"/>
                </a:schemeClr>
              </a:gs>
            </a:gsLst>
            <a:lin ang="5400000" scaled="1"/>
            <a:tileRect/>
          </a:gradFill>
        </p:spPr>
        <p:txBody>
          <a:bodyPr numCol="1" spcCol="468000" anchor="t"/>
          <a:lstStyle>
            <a:lvl1pPr>
              <a:defRPr lang="fr-FR" sz="1100" b="1" dirty="0"/>
            </a:lvl1pPr>
          </a:lstStyle>
          <a:p>
            <a:pPr marR="0" lvl="0" fontAlgn="auto">
              <a:spcAft>
                <a:spcPts val="0"/>
              </a:spcAft>
              <a:buClrTx/>
              <a:buSzTx/>
              <a:buNone/>
              <a:tabLst/>
            </a:pPr>
            <a:r>
              <a:rPr lang="fr-FR"/>
              <a:t>Expérience (date)</a:t>
            </a:r>
          </a:p>
          <a:p>
            <a:pPr marR="0" lvl="0" fontAlgn="auto">
              <a:spcAft>
                <a:spcPts val="0"/>
              </a:spcAft>
              <a:buClrTx/>
              <a:buSzTx/>
              <a:buNone/>
              <a:tabLst/>
            </a:pPr>
            <a:endParaRPr lang="fr-FR"/>
          </a:p>
        </p:txBody>
      </p:sp>
      <p:grpSp>
        <p:nvGrpSpPr>
          <p:cNvPr id="23" name="Groupe 22"/>
          <p:cNvGrpSpPr/>
          <p:nvPr userDrawn="1"/>
        </p:nvGrpSpPr>
        <p:grpSpPr>
          <a:xfrm>
            <a:off x="3238537" y="5137468"/>
            <a:ext cx="6843789" cy="1112270"/>
            <a:chOff x="3238537" y="5155827"/>
            <a:chExt cx="6240000" cy="972066"/>
          </a:xfrm>
        </p:grpSpPr>
        <p:sp>
          <p:nvSpPr>
            <p:cNvPr id="19" name="Rectangle 22"/>
            <p:cNvSpPr>
              <a:spLocks noChangeArrowheads="1"/>
            </p:cNvSpPr>
            <p:nvPr userDrawn="1"/>
          </p:nvSpPr>
          <p:spPr bwMode="auto">
            <a:xfrm>
              <a:off x="3238537" y="5264135"/>
              <a:ext cx="6240000" cy="863758"/>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nchor="t"/>
            <a:lstStyle/>
            <a:p>
              <a:pPr lvl="1"/>
              <a:endParaRPr lang="fr-FR" sz="1000">
                <a:ln>
                  <a:solidFill>
                    <a:schemeClr val="tx2">
                      <a:alpha val="15000"/>
                    </a:schemeClr>
                  </a:solidFill>
                </a:ln>
                <a:solidFill>
                  <a:schemeClr val="tx1">
                    <a:lumMod val="85000"/>
                    <a:lumOff val="15000"/>
                  </a:schemeClr>
                </a:solidFill>
                <a:latin typeface="+mn-lt"/>
              </a:endParaRPr>
            </a:p>
          </p:txBody>
        </p:sp>
        <p:sp>
          <p:nvSpPr>
            <p:cNvPr id="20" name="Text Box 23"/>
            <p:cNvSpPr txBox="1">
              <a:spLocks noChangeArrowheads="1"/>
            </p:cNvSpPr>
            <p:nvPr userDrawn="1"/>
          </p:nvSpPr>
          <p:spPr bwMode="auto">
            <a:xfrm>
              <a:off x="3379368" y="5155827"/>
              <a:ext cx="1588050" cy="210508"/>
            </a:xfrm>
            <a:prstGeom prst="rect">
              <a:avLst/>
            </a:prstGeom>
            <a:solidFill>
              <a:schemeClr val="bg1"/>
            </a:solidFill>
            <a:ln w="12700">
              <a:noFill/>
              <a:miter lim="800000"/>
              <a:headEnd/>
              <a:tailEnd/>
            </a:ln>
          </p:spPr>
          <p:txBody>
            <a:bodyPr anchor="ctr"/>
            <a:lstStyle/>
            <a:p>
              <a:pPr>
                <a:spcBef>
                  <a:spcPts val="600"/>
                </a:spcBef>
                <a:spcAft>
                  <a:spcPts val="600"/>
                </a:spcAft>
              </a:pPr>
              <a:r>
                <a:rPr lang="fr-FR" sz="1200" b="1">
                  <a:solidFill>
                    <a:schemeClr val="tx1"/>
                  </a:solidFill>
                  <a:latin typeface="+mj-lt"/>
                </a:rPr>
                <a:t>Formation initiale</a:t>
              </a:r>
            </a:p>
          </p:txBody>
        </p:sp>
      </p:grpSp>
      <p:sp>
        <p:nvSpPr>
          <p:cNvPr id="21" name="Espace réservé du texte 15"/>
          <p:cNvSpPr>
            <a:spLocks noGrp="1"/>
          </p:cNvSpPr>
          <p:nvPr userDrawn="1">
            <p:ph type="body" sz="quarter" idx="20"/>
          </p:nvPr>
        </p:nvSpPr>
        <p:spPr>
          <a:xfrm>
            <a:off x="3379367" y="5459721"/>
            <a:ext cx="6559391" cy="712675"/>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100" b="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2" name="Espace réservé du texte 10"/>
          <p:cNvSpPr>
            <a:spLocks noGrp="1"/>
          </p:cNvSpPr>
          <p:nvPr userDrawn="1">
            <p:ph type="body" sz="quarter" idx="66"/>
          </p:nvPr>
        </p:nvSpPr>
        <p:spPr>
          <a:xfrm>
            <a:off x="550237" y="3686927"/>
            <a:ext cx="2284704" cy="979077"/>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100" baseline="0">
                <a:solidFill>
                  <a:schemeClr val="bg1"/>
                </a:solidFill>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5" name="Espace réservé du texte 10"/>
          <p:cNvSpPr>
            <a:spLocks noGrp="1"/>
          </p:cNvSpPr>
          <p:nvPr userDrawn="1">
            <p:ph type="body" sz="quarter" idx="67"/>
          </p:nvPr>
        </p:nvSpPr>
        <p:spPr>
          <a:xfrm>
            <a:off x="539730" y="4980986"/>
            <a:ext cx="2284704" cy="1091661"/>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100" baseline="0">
                <a:solidFill>
                  <a:schemeClr val="bg1"/>
                </a:solidFill>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27" name="Espace réservé du texte 10"/>
          <p:cNvSpPr>
            <a:spLocks noGrp="1"/>
          </p:cNvSpPr>
          <p:nvPr userDrawn="1">
            <p:ph type="body" sz="quarter" idx="68" hasCustomPrompt="1"/>
          </p:nvPr>
        </p:nvSpPr>
        <p:spPr>
          <a:xfrm>
            <a:off x="550237" y="1340571"/>
            <a:ext cx="2284704" cy="346798"/>
          </a:xfrm>
          <a:prstGeom prst="rect">
            <a:avLst/>
          </a:prstGeom>
        </p:spPr>
        <p:txBody>
          <a:bodyPr>
            <a:normAutofit/>
          </a:bodyPr>
          <a:lstStyle>
            <a:lvl1pPr marL="0" indent="0">
              <a:buNone/>
              <a:defRPr sz="1200" b="0" baseline="0">
                <a:solidFill>
                  <a:schemeClr val="bg1"/>
                </a:solidFill>
                <a:latin typeface="+mj-lt"/>
              </a:defRPr>
            </a:lvl1pPr>
          </a:lstStyle>
          <a:p>
            <a:pPr lvl="0"/>
            <a:r>
              <a:rPr lang="fr-FR" sz="1400"/>
              <a:t>Profil</a:t>
            </a:r>
            <a:endParaRPr lang="fr-FR"/>
          </a:p>
        </p:txBody>
      </p:sp>
      <p:grpSp>
        <p:nvGrpSpPr>
          <p:cNvPr id="28" name="Groupe 27"/>
          <p:cNvGrpSpPr/>
          <p:nvPr userDrawn="1"/>
        </p:nvGrpSpPr>
        <p:grpSpPr>
          <a:xfrm>
            <a:off x="10246407" y="5121283"/>
            <a:ext cx="1671191" cy="1128455"/>
            <a:chOff x="3238537" y="5141682"/>
            <a:chExt cx="6240000" cy="986211"/>
          </a:xfrm>
        </p:grpSpPr>
        <p:sp>
          <p:nvSpPr>
            <p:cNvPr id="29" name="Rectangle 22"/>
            <p:cNvSpPr>
              <a:spLocks noChangeArrowheads="1"/>
            </p:cNvSpPr>
            <p:nvPr userDrawn="1"/>
          </p:nvSpPr>
          <p:spPr bwMode="auto">
            <a:xfrm>
              <a:off x="3238537" y="5264135"/>
              <a:ext cx="6240000" cy="863758"/>
            </a:xfrm>
            <a:prstGeom prst="rect">
              <a:avLst/>
            </a:prstGeom>
            <a:ln>
              <a:headEnd/>
              <a:tailEnd/>
            </a:ln>
          </p:spPr>
          <p:style>
            <a:lnRef idx="2">
              <a:schemeClr val="dk1"/>
            </a:lnRef>
            <a:fillRef idx="1">
              <a:schemeClr val="lt1"/>
            </a:fillRef>
            <a:effectRef idx="0">
              <a:schemeClr val="dk1"/>
            </a:effectRef>
            <a:fontRef idx="minor">
              <a:schemeClr val="dk1"/>
            </a:fontRef>
          </p:style>
          <p:txBody>
            <a:bodyPr tIns="144000" anchor="t"/>
            <a:lstStyle/>
            <a:p>
              <a:pPr lvl="1"/>
              <a:endParaRPr lang="fr-FR" sz="1000">
                <a:ln>
                  <a:solidFill>
                    <a:schemeClr val="tx2">
                      <a:alpha val="15000"/>
                    </a:schemeClr>
                  </a:solidFill>
                </a:ln>
                <a:solidFill>
                  <a:schemeClr val="tx1">
                    <a:lumMod val="85000"/>
                    <a:lumOff val="15000"/>
                  </a:schemeClr>
                </a:solidFill>
                <a:latin typeface="+mn-lt"/>
              </a:endParaRPr>
            </a:p>
          </p:txBody>
        </p:sp>
        <p:sp>
          <p:nvSpPr>
            <p:cNvPr id="30" name="Text Box 23"/>
            <p:cNvSpPr txBox="1">
              <a:spLocks noChangeArrowheads="1"/>
            </p:cNvSpPr>
            <p:nvPr userDrawn="1"/>
          </p:nvSpPr>
          <p:spPr bwMode="auto">
            <a:xfrm>
              <a:off x="3621083" y="5141682"/>
              <a:ext cx="3783958" cy="228773"/>
            </a:xfrm>
            <a:prstGeom prst="rect">
              <a:avLst/>
            </a:prstGeom>
            <a:solidFill>
              <a:schemeClr val="bg1"/>
            </a:solidFill>
            <a:ln w="12700">
              <a:noFill/>
              <a:miter lim="800000"/>
              <a:headEnd/>
              <a:tailEnd/>
            </a:ln>
          </p:spPr>
          <p:txBody>
            <a:bodyPr anchor="ctr"/>
            <a:lstStyle/>
            <a:p>
              <a:pPr>
                <a:spcBef>
                  <a:spcPts val="600"/>
                </a:spcBef>
                <a:spcAft>
                  <a:spcPts val="600"/>
                </a:spcAft>
              </a:pPr>
              <a:r>
                <a:rPr lang="fr-FR" sz="1200" b="1">
                  <a:solidFill>
                    <a:schemeClr val="tx1"/>
                  </a:solidFill>
                  <a:latin typeface="+mj-lt"/>
                </a:rPr>
                <a:t>Langues</a:t>
              </a:r>
            </a:p>
          </p:txBody>
        </p:sp>
      </p:grpSp>
      <p:sp>
        <p:nvSpPr>
          <p:cNvPr id="31" name="Espace réservé du texte 15"/>
          <p:cNvSpPr>
            <a:spLocks noGrp="1"/>
          </p:cNvSpPr>
          <p:nvPr userDrawn="1">
            <p:ph type="body" sz="quarter" idx="69"/>
          </p:nvPr>
        </p:nvSpPr>
        <p:spPr>
          <a:xfrm>
            <a:off x="10363959" y="5474549"/>
            <a:ext cx="1429237" cy="686074"/>
          </a:xfrm>
          <a:prstGeom prst="rect">
            <a:avLst/>
          </a:prstGeom>
        </p:spPr>
        <p:txBody>
          <a:bodyPr>
            <a:noAutofit/>
          </a:bodyPr>
          <a:lstStyle>
            <a:lvl1pPr marL="171450" indent="-171450">
              <a:lnSpc>
                <a:spcPts val="1500"/>
              </a:lnSpc>
              <a:spcBef>
                <a:spcPts val="0"/>
              </a:spcBef>
              <a:buFont typeface="Arial" panose="020B0604020202020204" pitchFamily="34" charset="0"/>
              <a:buChar char="•"/>
              <a:defRPr sz="1100" b="0">
                <a:latin typeface="+mn-lt"/>
              </a:defRPr>
            </a:lvl1pPr>
            <a:lvl2pPr>
              <a:defRPr sz="1100"/>
            </a:lvl2pPr>
            <a:lvl3pPr>
              <a:defRPr sz="1100"/>
            </a:lvl3pPr>
            <a:lvl4pPr>
              <a:defRPr sz="1100"/>
            </a:lvl4pPr>
            <a:lvl5pPr>
              <a:defRPr sz="1100"/>
            </a:lvl5pPr>
          </a:lstStyle>
          <a:p>
            <a:pPr lvl="0"/>
            <a:r>
              <a:rPr lang="fr-FR"/>
              <a:t>Modifier les styles du texte du masque</a:t>
            </a:r>
          </a:p>
        </p:txBody>
      </p:sp>
      <p:sp>
        <p:nvSpPr>
          <p:cNvPr id="34" name="Espace réservé du texte 6"/>
          <p:cNvSpPr>
            <a:spLocks noGrp="1"/>
          </p:cNvSpPr>
          <p:nvPr userDrawn="1">
            <p:ph type="body" sz="quarter" idx="72" hasCustomPrompt="1"/>
          </p:nvPr>
        </p:nvSpPr>
        <p:spPr>
          <a:xfrm>
            <a:off x="9295103" y="354234"/>
            <a:ext cx="2622495" cy="282789"/>
          </a:xfrm>
          <a:prstGeom prst="rect">
            <a:avLst/>
          </a:prstGeom>
          <a:solidFill>
            <a:schemeClr val="bg1"/>
          </a:solidFill>
        </p:spPr>
        <p:txBody>
          <a:bodyPr anchor="ctr"/>
          <a:lstStyle>
            <a:lvl1pPr marL="0" indent="0" algn="r">
              <a:buNone/>
              <a:defRPr lang="fr-FR" sz="900" kern="1200" dirty="0" smtClean="0">
                <a:solidFill>
                  <a:schemeClr val="tx1"/>
                </a:solidFill>
                <a:latin typeface="+mn-lt"/>
                <a:ea typeface="+mn-ea"/>
                <a:cs typeface="+mn-cs"/>
              </a:defRPr>
            </a:lvl1pPr>
          </a:lstStyle>
          <a:p>
            <a:pPr lvl="0"/>
            <a:r>
              <a:rPr lang="fr-FR"/>
              <a:t>Exemple de profils pressentis</a:t>
            </a:r>
          </a:p>
        </p:txBody>
      </p:sp>
      <p:sp>
        <p:nvSpPr>
          <p:cNvPr id="36" name="Espace réservé du texte 9"/>
          <p:cNvSpPr>
            <a:spLocks noGrp="1"/>
          </p:cNvSpPr>
          <p:nvPr userDrawn="1">
            <p:ph type="body" sz="quarter" idx="82" hasCustomPrompt="1"/>
          </p:nvPr>
        </p:nvSpPr>
        <p:spPr>
          <a:xfrm>
            <a:off x="539730" y="3452911"/>
            <a:ext cx="2295211" cy="196468"/>
          </a:xfrm>
          <a:prstGeom prst="rect">
            <a:avLst/>
          </a:prstGeom>
        </p:spPr>
        <p:txBody>
          <a:bodyPr/>
          <a:lstStyle>
            <a:lvl1pPr marL="0" indent="0">
              <a:buNone/>
              <a:defRPr sz="1100">
                <a:solidFill>
                  <a:schemeClr val="bg1"/>
                </a:solidFill>
                <a:latin typeface="+mj-lt"/>
              </a:defRPr>
            </a:lvl1pPr>
          </a:lstStyle>
          <a:p>
            <a:pPr lvl="0"/>
            <a:r>
              <a:rPr lang="fr-FR"/>
              <a:t>Les expertises</a:t>
            </a:r>
          </a:p>
        </p:txBody>
      </p:sp>
      <p:sp>
        <p:nvSpPr>
          <p:cNvPr id="37" name="Espace réservé du texte 9"/>
          <p:cNvSpPr>
            <a:spLocks noGrp="1"/>
          </p:cNvSpPr>
          <p:nvPr userDrawn="1">
            <p:ph type="body" sz="quarter" idx="83" hasCustomPrompt="1"/>
          </p:nvPr>
        </p:nvSpPr>
        <p:spPr>
          <a:xfrm>
            <a:off x="529223" y="4784518"/>
            <a:ext cx="2295211" cy="196468"/>
          </a:xfrm>
          <a:prstGeom prst="rect">
            <a:avLst/>
          </a:prstGeom>
        </p:spPr>
        <p:txBody>
          <a:bodyPr/>
          <a:lstStyle>
            <a:lvl1pPr marL="0" indent="0">
              <a:buNone/>
              <a:defRPr sz="1100">
                <a:solidFill>
                  <a:schemeClr val="bg1"/>
                </a:solidFill>
                <a:latin typeface="+mj-lt"/>
              </a:defRPr>
            </a:lvl1pPr>
          </a:lstStyle>
          <a:p>
            <a:pPr lvl="0"/>
            <a:r>
              <a:rPr lang="fr-FR"/>
              <a:t>Les certifications</a:t>
            </a:r>
          </a:p>
        </p:txBody>
      </p:sp>
      <p:sp>
        <p:nvSpPr>
          <p:cNvPr id="39" name="Espace réservé du pied de page 1">
            <a:extLst>
              <a:ext uri="{FF2B5EF4-FFF2-40B4-BE49-F238E27FC236}">
                <a16:creationId xmlns:a16="http://schemas.microsoft.com/office/drawing/2014/main" id="{CA3057A5-045C-2544-8A0D-D3BB97DE49DE}"/>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15345295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4" name="Espace réservé du texte 4"/>
          <p:cNvSpPr>
            <a:spLocks noGrp="1"/>
          </p:cNvSpPr>
          <p:nvPr>
            <p:ph type="body" sz="quarter" idx="27"/>
          </p:nvPr>
        </p:nvSpPr>
        <p:spPr>
          <a:xfrm>
            <a:off x="942417" y="1192066"/>
            <a:ext cx="5542465" cy="82723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Modifier les styles du texte du masque</a:t>
            </a:r>
          </a:p>
        </p:txBody>
      </p:sp>
      <p:sp>
        <p:nvSpPr>
          <p:cNvPr id="7" name="Espace réservé du texte 6"/>
          <p:cNvSpPr>
            <a:spLocks noGrp="1"/>
          </p:cNvSpPr>
          <p:nvPr>
            <p:ph type="body" sz="quarter" idx="33" hasCustomPrompt="1"/>
          </p:nvPr>
        </p:nvSpPr>
        <p:spPr>
          <a:xfrm>
            <a:off x="1562100" y="3429000"/>
            <a:ext cx="1685925" cy="1143000"/>
          </a:xfrm>
          <a:prstGeom prst="rect">
            <a:avLst/>
          </a:prstGeom>
        </p:spPr>
        <p:txBody>
          <a:bodyPr/>
          <a:lstStyle>
            <a:lvl1pPr marL="0" indent="0">
              <a:buNone/>
              <a:defRPr sz="6000" b="1">
                <a:solidFill>
                  <a:schemeClr val="tx1">
                    <a:lumMod val="10000"/>
                    <a:lumOff val="90000"/>
                  </a:schemeClr>
                </a:solidFill>
                <a:latin typeface="+mj-lt"/>
              </a:defRPr>
            </a:lvl1pPr>
          </a:lstStyle>
          <a:p>
            <a:pPr lvl="0"/>
            <a:r>
              <a:rPr lang="fr-FR"/>
              <a:t>#1</a:t>
            </a:r>
          </a:p>
        </p:txBody>
      </p:sp>
      <p:sp>
        <p:nvSpPr>
          <p:cNvPr id="8" name="Espace réservé du texte 6"/>
          <p:cNvSpPr>
            <a:spLocks noGrp="1"/>
          </p:cNvSpPr>
          <p:nvPr>
            <p:ph type="body" sz="quarter" idx="34" hasCustomPrompt="1"/>
          </p:nvPr>
        </p:nvSpPr>
        <p:spPr>
          <a:xfrm>
            <a:off x="4924425" y="3429000"/>
            <a:ext cx="1685925" cy="1143000"/>
          </a:xfrm>
          <a:prstGeom prst="rect">
            <a:avLst/>
          </a:prstGeom>
        </p:spPr>
        <p:txBody>
          <a:bodyPr/>
          <a:lstStyle>
            <a:lvl1pPr marL="0" indent="0">
              <a:buNone/>
              <a:defRPr sz="5400" b="1">
                <a:solidFill>
                  <a:schemeClr val="tx1">
                    <a:lumMod val="10000"/>
                    <a:lumOff val="90000"/>
                  </a:schemeClr>
                </a:solidFill>
                <a:latin typeface="+mj-lt"/>
              </a:defRPr>
            </a:lvl1pPr>
          </a:lstStyle>
          <a:p>
            <a:pPr lvl="0"/>
            <a:r>
              <a:rPr lang="fr-FR"/>
              <a:t>#2</a:t>
            </a:r>
          </a:p>
        </p:txBody>
      </p:sp>
      <p:sp>
        <p:nvSpPr>
          <p:cNvPr id="9" name="Espace réservé du texte 6"/>
          <p:cNvSpPr>
            <a:spLocks noGrp="1"/>
          </p:cNvSpPr>
          <p:nvPr>
            <p:ph type="body" sz="quarter" idx="35" hasCustomPrompt="1"/>
          </p:nvPr>
        </p:nvSpPr>
        <p:spPr>
          <a:xfrm>
            <a:off x="8286750" y="3429000"/>
            <a:ext cx="1685925" cy="1143000"/>
          </a:xfrm>
          <a:prstGeom prst="rect">
            <a:avLst/>
          </a:prstGeom>
        </p:spPr>
        <p:txBody>
          <a:bodyPr/>
          <a:lstStyle>
            <a:lvl1pPr marL="0" indent="0">
              <a:buNone/>
              <a:defRPr sz="5400" b="1">
                <a:solidFill>
                  <a:schemeClr val="tx1">
                    <a:lumMod val="10000"/>
                    <a:lumOff val="90000"/>
                  </a:schemeClr>
                </a:solidFill>
                <a:latin typeface="+mj-lt"/>
              </a:defRPr>
            </a:lvl1pPr>
          </a:lstStyle>
          <a:p>
            <a:pPr lvl="0"/>
            <a:r>
              <a:rPr lang="fr-FR"/>
              <a:t>#3</a:t>
            </a:r>
          </a:p>
        </p:txBody>
      </p:sp>
      <p:sp>
        <p:nvSpPr>
          <p:cNvPr id="11" name="Espace réservé du texte 10"/>
          <p:cNvSpPr>
            <a:spLocks noGrp="1"/>
          </p:cNvSpPr>
          <p:nvPr>
            <p:ph type="body" sz="quarter" idx="36" hasCustomPrompt="1"/>
          </p:nvPr>
        </p:nvSpPr>
        <p:spPr>
          <a:xfrm>
            <a:off x="1795184" y="3886197"/>
            <a:ext cx="1971675" cy="866775"/>
          </a:xfrm>
          <a:prstGeom prst="rect">
            <a:avLst/>
          </a:prstGeom>
        </p:spPr>
        <p:txBody>
          <a:bodyPr/>
          <a:lstStyle>
            <a:lvl1pPr marL="0" indent="0">
              <a:lnSpc>
                <a:spcPts val="1500"/>
              </a:lnSpc>
              <a:spcBef>
                <a:spcPts val="600"/>
              </a:spcBef>
              <a:buNone/>
              <a:defRPr sz="1200" b="0" i="0" baseline="0"/>
            </a:lvl1pPr>
          </a:lstStyle>
          <a:p>
            <a:pPr lvl="0"/>
            <a:r>
              <a:rPr lang="fr-FR"/>
              <a:t>Nom et Prénom</a:t>
            </a:r>
            <a:br>
              <a:rPr lang="fr-FR"/>
            </a:br>
            <a:r>
              <a:rPr lang="fr-FR"/>
              <a:t>Téléphone</a:t>
            </a:r>
            <a:br>
              <a:rPr lang="fr-FR"/>
            </a:br>
            <a:r>
              <a:rPr lang="fr-FR"/>
              <a:t>Mail</a:t>
            </a:r>
          </a:p>
        </p:txBody>
      </p:sp>
      <p:sp>
        <p:nvSpPr>
          <p:cNvPr id="14" name="Espace réservé du texte 10"/>
          <p:cNvSpPr>
            <a:spLocks noGrp="1"/>
          </p:cNvSpPr>
          <p:nvPr>
            <p:ph type="body" sz="quarter" idx="37" hasCustomPrompt="1"/>
          </p:nvPr>
        </p:nvSpPr>
        <p:spPr>
          <a:xfrm>
            <a:off x="5205134" y="3886197"/>
            <a:ext cx="1971675" cy="866775"/>
          </a:xfrm>
          <a:prstGeom prst="rect">
            <a:avLst/>
          </a:prstGeom>
        </p:spPr>
        <p:txBody>
          <a:bodyPr/>
          <a:lstStyle>
            <a:lvl1pPr marL="0" indent="0">
              <a:lnSpc>
                <a:spcPts val="1500"/>
              </a:lnSpc>
              <a:spcBef>
                <a:spcPts val="600"/>
              </a:spcBef>
              <a:buNone/>
              <a:defRPr sz="1200" b="0" i="0" baseline="0"/>
            </a:lvl1pPr>
          </a:lstStyle>
          <a:p>
            <a:pPr lvl="0"/>
            <a:r>
              <a:rPr lang="fr-FR"/>
              <a:t>Nom et Prénom</a:t>
            </a:r>
            <a:br>
              <a:rPr lang="fr-FR"/>
            </a:br>
            <a:r>
              <a:rPr lang="fr-FR"/>
              <a:t>Téléphone</a:t>
            </a:r>
            <a:br>
              <a:rPr lang="fr-FR"/>
            </a:br>
            <a:r>
              <a:rPr lang="fr-FR"/>
              <a:t>Mail</a:t>
            </a:r>
          </a:p>
        </p:txBody>
      </p:sp>
      <p:sp>
        <p:nvSpPr>
          <p:cNvPr id="15" name="Espace réservé du texte 10"/>
          <p:cNvSpPr>
            <a:spLocks noGrp="1"/>
          </p:cNvSpPr>
          <p:nvPr>
            <p:ph type="body" sz="quarter" idx="38" hasCustomPrompt="1"/>
          </p:nvPr>
        </p:nvSpPr>
        <p:spPr>
          <a:xfrm>
            <a:off x="8615084" y="3886196"/>
            <a:ext cx="1971675" cy="866775"/>
          </a:xfrm>
          <a:prstGeom prst="rect">
            <a:avLst/>
          </a:prstGeom>
        </p:spPr>
        <p:txBody>
          <a:bodyPr/>
          <a:lstStyle>
            <a:lvl1pPr marL="0" indent="0">
              <a:lnSpc>
                <a:spcPts val="1500"/>
              </a:lnSpc>
              <a:spcBef>
                <a:spcPts val="600"/>
              </a:spcBef>
              <a:buNone/>
              <a:defRPr sz="1200" b="0" i="0" baseline="0"/>
            </a:lvl1pPr>
          </a:lstStyle>
          <a:p>
            <a:pPr lvl="0"/>
            <a:r>
              <a:rPr lang="fr-FR"/>
              <a:t>Nom et Prénom</a:t>
            </a:r>
            <a:br>
              <a:rPr lang="fr-FR"/>
            </a:br>
            <a:r>
              <a:rPr lang="fr-FR"/>
              <a:t>Téléphone</a:t>
            </a:r>
            <a:br>
              <a:rPr lang="fr-FR"/>
            </a:br>
            <a:r>
              <a:rPr lang="fr-FR"/>
              <a:t>Mail</a:t>
            </a:r>
          </a:p>
        </p:txBody>
      </p:sp>
      <p:sp>
        <p:nvSpPr>
          <p:cNvPr id="10" name="Espace réservé du pied de page 1">
            <a:extLst>
              <a:ext uri="{FF2B5EF4-FFF2-40B4-BE49-F238E27FC236}">
                <a16:creationId xmlns:a16="http://schemas.microsoft.com/office/drawing/2014/main" id="{56392F07-E262-3B44-B688-18306223EE0A}"/>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448422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ACT_1">
    <p:spTree>
      <p:nvGrpSpPr>
        <p:cNvPr id="1" name=""/>
        <p:cNvGrpSpPr/>
        <p:nvPr/>
      </p:nvGrpSpPr>
      <p:grpSpPr>
        <a:xfrm>
          <a:off x="0" y="0"/>
          <a:ext cx="0" cy="0"/>
          <a:chOff x="0" y="0"/>
          <a:chExt cx="0" cy="0"/>
        </a:xfrm>
      </p:grpSpPr>
      <p:sp>
        <p:nvSpPr>
          <p:cNvPr id="4" name="Espace réservé du texte 4"/>
          <p:cNvSpPr>
            <a:spLocks noGrp="1"/>
          </p:cNvSpPr>
          <p:nvPr>
            <p:ph type="body" sz="quarter" idx="27"/>
          </p:nvPr>
        </p:nvSpPr>
        <p:spPr>
          <a:xfrm>
            <a:off x="942417" y="1192066"/>
            <a:ext cx="5542465" cy="82723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Modifier les styles du texte du masque</a:t>
            </a:r>
          </a:p>
        </p:txBody>
      </p:sp>
      <p:sp>
        <p:nvSpPr>
          <p:cNvPr id="11" name="Espace réservé du texte 10"/>
          <p:cNvSpPr>
            <a:spLocks noGrp="1"/>
          </p:cNvSpPr>
          <p:nvPr>
            <p:ph type="body" sz="quarter" idx="36" hasCustomPrompt="1"/>
          </p:nvPr>
        </p:nvSpPr>
        <p:spPr>
          <a:xfrm>
            <a:off x="1616786" y="4755499"/>
            <a:ext cx="1971675" cy="866775"/>
          </a:xfrm>
          <a:prstGeom prst="rect">
            <a:avLst/>
          </a:prstGeom>
        </p:spPr>
        <p:txBody>
          <a:bodyPr/>
          <a:lstStyle>
            <a:lvl1pPr marL="0" indent="0" algn="ctr">
              <a:lnSpc>
                <a:spcPts val="1500"/>
              </a:lnSpc>
              <a:spcBef>
                <a:spcPts val="600"/>
              </a:spcBef>
              <a:buNone/>
              <a:defRPr sz="1200" b="0" i="0" baseline="0"/>
            </a:lvl1pPr>
          </a:lstStyle>
          <a:p>
            <a:pPr lvl="0"/>
            <a:r>
              <a:rPr lang="fr-FR"/>
              <a:t>Nom et Prénom</a:t>
            </a:r>
            <a:br>
              <a:rPr lang="fr-FR"/>
            </a:br>
            <a:r>
              <a:rPr lang="fr-FR"/>
              <a:t>Téléphone</a:t>
            </a:r>
            <a:br>
              <a:rPr lang="fr-FR"/>
            </a:br>
            <a:r>
              <a:rPr lang="fr-FR"/>
              <a:t>Mail</a:t>
            </a:r>
          </a:p>
        </p:txBody>
      </p:sp>
      <p:sp>
        <p:nvSpPr>
          <p:cNvPr id="14" name="Espace réservé du texte 10"/>
          <p:cNvSpPr>
            <a:spLocks noGrp="1"/>
          </p:cNvSpPr>
          <p:nvPr>
            <p:ph type="body" sz="quarter" idx="37" hasCustomPrompt="1"/>
          </p:nvPr>
        </p:nvSpPr>
        <p:spPr>
          <a:xfrm>
            <a:off x="5247553" y="4755498"/>
            <a:ext cx="1971675" cy="866775"/>
          </a:xfrm>
          <a:prstGeom prst="rect">
            <a:avLst/>
          </a:prstGeom>
        </p:spPr>
        <p:txBody>
          <a:bodyPr/>
          <a:lstStyle>
            <a:lvl1pPr marL="0" indent="0" algn="ctr">
              <a:lnSpc>
                <a:spcPts val="1500"/>
              </a:lnSpc>
              <a:spcBef>
                <a:spcPts val="600"/>
              </a:spcBef>
              <a:buNone/>
              <a:defRPr sz="1200" b="0" i="0" baseline="0"/>
            </a:lvl1pPr>
          </a:lstStyle>
          <a:p>
            <a:pPr lvl="0"/>
            <a:r>
              <a:rPr lang="fr-FR"/>
              <a:t>Nom et Prénom</a:t>
            </a:r>
            <a:br>
              <a:rPr lang="fr-FR"/>
            </a:br>
            <a:r>
              <a:rPr lang="fr-FR"/>
              <a:t>Téléphone</a:t>
            </a:r>
            <a:br>
              <a:rPr lang="fr-FR"/>
            </a:br>
            <a:r>
              <a:rPr lang="fr-FR"/>
              <a:t>Mail</a:t>
            </a:r>
          </a:p>
        </p:txBody>
      </p:sp>
      <p:sp>
        <p:nvSpPr>
          <p:cNvPr id="15" name="Espace réservé du texte 10"/>
          <p:cNvSpPr>
            <a:spLocks noGrp="1"/>
          </p:cNvSpPr>
          <p:nvPr>
            <p:ph type="body" sz="quarter" idx="38" hasCustomPrompt="1"/>
          </p:nvPr>
        </p:nvSpPr>
        <p:spPr>
          <a:xfrm>
            <a:off x="8878321" y="4755498"/>
            <a:ext cx="1971675" cy="866775"/>
          </a:xfrm>
          <a:prstGeom prst="rect">
            <a:avLst/>
          </a:prstGeom>
        </p:spPr>
        <p:txBody>
          <a:bodyPr/>
          <a:lstStyle>
            <a:lvl1pPr marL="0" indent="0" algn="ctr">
              <a:lnSpc>
                <a:spcPts val="1500"/>
              </a:lnSpc>
              <a:spcBef>
                <a:spcPts val="600"/>
              </a:spcBef>
              <a:buNone/>
              <a:defRPr sz="1200" b="0" i="0" baseline="0"/>
            </a:lvl1pPr>
          </a:lstStyle>
          <a:p>
            <a:pPr lvl="0"/>
            <a:r>
              <a:rPr lang="fr-FR"/>
              <a:t>Nom et Prénom</a:t>
            </a:r>
            <a:br>
              <a:rPr lang="fr-FR"/>
            </a:br>
            <a:r>
              <a:rPr lang="fr-FR"/>
              <a:t>Téléphone</a:t>
            </a:r>
            <a:br>
              <a:rPr lang="fr-FR"/>
            </a:br>
            <a:r>
              <a:rPr lang="fr-FR"/>
              <a:t>Mail</a:t>
            </a:r>
          </a:p>
        </p:txBody>
      </p:sp>
      <p:sp>
        <p:nvSpPr>
          <p:cNvPr id="3" name="Espace réservé pour une image  2"/>
          <p:cNvSpPr>
            <a:spLocks noGrp="1"/>
          </p:cNvSpPr>
          <p:nvPr>
            <p:ph type="pic" sz="quarter" idx="40"/>
          </p:nvPr>
        </p:nvSpPr>
        <p:spPr>
          <a:xfrm>
            <a:off x="1616787" y="2759390"/>
            <a:ext cx="1971675" cy="1613826"/>
          </a:xfrm>
          <a:prstGeom prst="rect">
            <a:avLst/>
          </a:prstGeom>
        </p:spPr>
        <p:txBody>
          <a:bodyPr/>
          <a:lstStyle>
            <a:lvl1pPr marL="0" indent="0">
              <a:buNone/>
              <a:defRPr sz="1100"/>
            </a:lvl1pPr>
          </a:lstStyle>
          <a:p>
            <a:r>
              <a:rPr lang="fr-FR"/>
              <a:t>Cliquez sur l'icône pour ajouter une image</a:t>
            </a:r>
          </a:p>
        </p:txBody>
      </p:sp>
      <p:sp>
        <p:nvSpPr>
          <p:cNvPr id="13" name="Espace réservé pour une image  2"/>
          <p:cNvSpPr>
            <a:spLocks noGrp="1"/>
          </p:cNvSpPr>
          <p:nvPr>
            <p:ph type="pic" sz="quarter" idx="41"/>
          </p:nvPr>
        </p:nvSpPr>
        <p:spPr>
          <a:xfrm>
            <a:off x="5247554" y="2759389"/>
            <a:ext cx="1971675" cy="1613827"/>
          </a:xfrm>
          <a:prstGeom prst="rect">
            <a:avLst/>
          </a:prstGeom>
        </p:spPr>
        <p:txBody>
          <a:bodyPr/>
          <a:lstStyle>
            <a:lvl1pPr marL="0" indent="0">
              <a:buNone/>
              <a:defRPr sz="1100"/>
            </a:lvl1pPr>
          </a:lstStyle>
          <a:p>
            <a:r>
              <a:rPr lang="fr-FR"/>
              <a:t>Cliquez sur l'icône pour ajouter une image</a:t>
            </a:r>
          </a:p>
        </p:txBody>
      </p:sp>
      <p:sp>
        <p:nvSpPr>
          <p:cNvPr id="16" name="Espace réservé pour une image  2"/>
          <p:cNvSpPr>
            <a:spLocks noGrp="1"/>
          </p:cNvSpPr>
          <p:nvPr>
            <p:ph type="pic" sz="quarter" idx="42"/>
          </p:nvPr>
        </p:nvSpPr>
        <p:spPr>
          <a:xfrm>
            <a:off x="8878321" y="2761516"/>
            <a:ext cx="1971675" cy="1611700"/>
          </a:xfrm>
          <a:prstGeom prst="rect">
            <a:avLst/>
          </a:prstGeom>
        </p:spPr>
        <p:txBody>
          <a:bodyPr/>
          <a:lstStyle>
            <a:lvl1pPr marL="0" indent="0">
              <a:buNone/>
              <a:defRPr sz="1100"/>
            </a:lvl1pPr>
          </a:lstStyle>
          <a:p>
            <a:r>
              <a:rPr lang="fr-FR"/>
              <a:t>Cliquez sur l'icône pour ajouter une image</a:t>
            </a:r>
          </a:p>
        </p:txBody>
      </p:sp>
      <p:cxnSp>
        <p:nvCxnSpPr>
          <p:cNvPr id="18" name="Connecteur droit 17"/>
          <p:cNvCxnSpPr/>
          <p:nvPr userDrawn="1"/>
        </p:nvCxnSpPr>
        <p:spPr>
          <a:xfrm>
            <a:off x="2387878" y="4570315"/>
            <a:ext cx="429490" cy="0"/>
          </a:xfrm>
          <a:prstGeom prst="line">
            <a:avLst/>
          </a:prstGeom>
          <a:ln w="5397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9" name="Connecteur droit 18"/>
          <p:cNvCxnSpPr/>
          <p:nvPr userDrawn="1"/>
        </p:nvCxnSpPr>
        <p:spPr>
          <a:xfrm>
            <a:off x="6018645" y="4570315"/>
            <a:ext cx="429490" cy="0"/>
          </a:xfrm>
          <a:prstGeom prst="line">
            <a:avLst/>
          </a:prstGeom>
          <a:ln w="5397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userDrawn="1"/>
        </p:nvCxnSpPr>
        <p:spPr>
          <a:xfrm>
            <a:off x="9649413" y="4570315"/>
            <a:ext cx="429490" cy="0"/>
          </a:xfrm>
          <a:prstGeom prst="line">
            <a:avLst/>
          </a:prstGeom>
          <a:ln w="5397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7" name="Espace réservé du pied de page 1">
            <a:extLst>
              <a:ext uri="{FF2B5EF4-FFF2-40B4-BE49-F238E27FC236}">
                <a16:creationId xmlns:a16="http://schemas.microsoft.com/office/drawing/2014/main" id="{C2E44C61-32AE-9A4C-8A87-D6AD9D98DE65}"/>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36085001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29_Titre et contenu">
    <p:spTree>
      <p:nvGrpSpPr>
        <p:cNvPr id="1" name=""/>
        <p:cNvGrpSpPr/>
        <p:nvPr/>
      </p:nvGrpSpPr>
      <p:grpSpPr>
        <a:xfrm>
          <a:off x="0" y="0"/>
          <a:ext cx="0" cy="0"/>
          <a:chOff x="0" y="0"/>
          <a:chExt cx="0" cy="0"/>
        </a:xfrm>
      </p:grpSpPr>
      <p:sp>
        <p:nvSpPr>
          <p:cNvPr id="9" name="object 7"/>
          <p:cNvSpPr/>
          <p:nvPr userDrawn="1"/>
        </p:nvSpPr>
        <p:spPr>
          <a:xfrm>
            <a:off x="-2" y="5257800"/>
            <a:ext cx="12192000" cy="1601465"/>
          </a:xfrm>
          <a:custGeom>
            <a:avLst/>
            <a:gdLst/>
            <a:ahLst/>
            <a:cxnLst/>
            <a:rect l="l" t="t" r="r" b="b"/>
            <a:pathLst>
              <a:path w="14630400" h="1291590">
                <a:moveTo>
                  <a:pt x="0" y="1291285"/>
                </a:moveTo>
                <a:lnTo>
                  <a:pt x="14630400" y="1291285"/>
                </a:lnTo>
                <a:lnTo>
                  <a:pt x="14630400" y="0"/>
                </a:lnTo>
                <a:lnTo>
                  <a:pt x="0" y="0"/>
                </a:lnTo>
                <a:lnTo>
                  <a:pt x="0" y="1291285"/>
                </a:lnTo>
                <a:close/>
              </a:path>
            </a:pathLst>
          </a:custGeom>
          <a:solidFill>
            <a:srgbClr val="282827"/>
          </a:solidFill>
        </p:spPr>
        <p:txBody>
          <a:bodyPr wrap="square" lIns="0" tIns="0" rIns="0" bIns="0" rtlCol="0"/>
          <a:lstStyle/>
          <a:p>
            <a:endParaRPr/>
          </a:p>
        </p:txBody>
      </p:sp>
      <p:sp>
        <p:nvSpPr>
          <p:cNvPr id="3" name="Espace réservé du contenu 2"/>
          <p:cNvSpPr>
            <a:spLocks noGrp="1"/>
          </p:cNvSpPr>
          <p:nvPr>
            <p:ph idx="1"/>
          </p:nvPr>
        </p:nvSpPr>
        <p:spPr>
          <a:xfrm>
            <a:off x="3565003" y="2221326"/>
            <a:ext cx="8125427" cy="2472594"/>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ZoneTexte 9"/>
          <p:cNvSpPr txBox="1"/>
          <p:nvPr userDrawn="1"/>
        </p:nvSpPr>
        <p:spPr>
          <a:xfrm>
            <a:off x="11546948" y="6490034"/>
            <a:ext cx="487386" cy="261610"/>
          </a:xfrm>
          <a:prstGeom prst="rect">
            <a:avLst/>
          </a:prstGeom>
          <a:noFill/>
        </p:spPr>
        <p:txBody>
          <a:bodyPr wrap="square" rtlCol="0" anchor="ctr">
            <a:spAutoFit/>
          </a:bodyPr>
          <a:lstStyle/>
          <a:p>
            <a:pPr algn="ctr"/>
            <a:fld id="{74EF4EBF-C4CC-4B4E-9A1A-A7BF41CB8228}" type="slidenum">
              <a:rPr lang="fr-FR" sz="1100" smtClean="0">
                <a:solidFill>
                  <a:schemeClr val="bg1"/>
                </a:solidFill>
              </a:rPr>
              <a:pPr algn="ctr"/>
              <a:t>‹N°›</a:t>
            </a:fld>
            <a:endParaRPr lang="fr-FR" sz="1100">
              <a:solidFill>
                <a:schemeClr val="bg1"/>
              </a:solidFill>
            </a:endParaRPr>
          </a:p>
        </p:txBody>
      </p:sp>
      <p:sp>
        <p:nvSpPr>
          <p:cNvPr id="12" name="Espace réservé du pied de page 1">
            <a:extLst>
              <a:ext uri="{FF2B5EF4-FFF2-40B4-BE49-F238E27FC236}">
                <a16:creationId xmlns:a16="http://schemas.microsoft.com/office/drawing/2014/main" id="{F27B157F-F0E8-414F-B043-140D34D8AAEE}"/>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pic>
        <p:nvPicPr>
          <p:cNvPr id="18" name="Image 17">
            <a:extLst>
              <a:ext uri="{FF2B5EF4-FFF2-40B4-BE49-F238E27FC236}">
                <a16:creationId xmlns:a16="http://schemas.microsoft.com/office/drawing/2014/main" id="{399340F0-B475-254E-8B8B-C9A5A5F820D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70007" y="6234495"/>
            <a:ext cx="1288347" cy="624770"/>
          </a:xfrm>
          <a:prstGeom prst="rect">
            <a:avLst/>
          </a:prstGeom>
        </p:spPr>
      </p:pic>
      <p:sp>
        <p:nvSpPr>
          <p:cNvPr id="11" name="Espace réservé du texte 4">
            <a:extLst>
              <a:ext uri="{FF2B5EF4-FFF2-40B4-BE49-F238E27FC236}">
                <a16:creationId xmlns:a16="http://schemas.microsoft.com/office/drawing/2014/main" id="{12CF323F-59CC-5A44-826A-2724C97393AA}"/>
              </a:ext>
            </a:extLst>
          </p:cNvPr>
          <p:cNvSpPr>
            <a:spLocks noGrp="1"/>
          </p:cNvSpPr>
          <p:nvPr>
            <p:ph type="body" sz="quarter" idx="35" hasCustomPrompt="1"/>
          </p:nvPr>
        </p:nvSpPr>
        <p:spPr>
          <a:xfrm>
            <a:off x="337930" y="922713"/>
            <a:ext cx="11545238"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400" b="1"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3" name="Espace réservé du texte 6">
            <a:extLst>
              <a:ext uri="{FF2B5EF4-FFF2-40B4-BE49-F238E27FC236}">
                <a16:creationId xmlns:a16="http://schemas.microsoft.com/office/drawing/2014/main" id="{B81A7ECF-FE02-604F-BF7B-1090D0AEFECE}"/>
              </a:ext>
            </a:extLst>
          </p:cNvPr>
          <p:cNvSpPr>
            <a:spLocks noGrp="1"/>
          </p:cNvSpPr>
          <p:nvPr>
            <p:ph type="body" sz="quarter" idx="10" hasCustomPrompt="1"/>
          </p:nvPr>
        </p:nvSpPr>
        <p:spPr>
          <a:xfrm>
            <a:off x="337932" y="564022"/>
            <a:ext cx="11525517" cy="358691"/>
          </a:xfrm>
          <a:prstGeom prst="rect">
            <a:avLst/>
          </a:prstGeom>
        </p:spPr>
        <p:txBody>
          <a:bodyPr anchor="t" anchorCtr="0"/>
          <a:lstStyle>
            <a:lvl1pPr marL="0" indent="0">
              <a:buNone/>
              <a:defRPr sz="2400" b="1" cap="all" spc="-150" baseline="0">
                <a:latin typeface="+mj-lt"/>
              </a:defRPr>
            </a:lvl1pPr>
          </a:lstStyle>
          <a:p>
            <a:pPr lvl="0"/>
            <a:r>
              <a:rPr lang="fr-FR"/>
              <a:t>Titre</a:t>
            </a:r>
          </a:p>
        </p:txBody>
      </p:sp>
    </p:spTree>
    <p:extLst>
      <p:ext uri="{BB962C8B-B14F-4D97-AF65-F5344CB8AC3E}">
        <p14:creationId xmlns:p14="http://schemas.microsoft.com/office/powerpoint/2010/main" val="3121997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4_Diapositive de titre">
    <p:spTree>
      <p:nvGrpSpPr>
        <p:cNvPr id="1" name=""/>
        <p:cNvGrpSpPr/>
        <p:nvPr/>
      </p:nvGrpSpPr>
      <p:grpSpPr>
        <a:xfrm>
          <a:off x="0" y="0"/>
          <a:ext cx="0" cy="0"/>
          <a:chOff x="0" y="0"/>
          <a:chExt cx="0" cy="0"/>
        </a:xfrm>
      </p:grpSpPr>
      <p:sp>
        <p:nvSpPr>
          <p:cNvPr id="7" name="Picture Placeholder 2"/>
          <p:cNvSpPr>
            <a:spLocks noGrp="1"/>
          </p:cNvSpPr>
          <p:nvPr>
            <p:ph type="pic" sz="quarter" idx="10" hasCustomPrompt="1"/>
          </p:nvPr>
        </p:nvSpPr>
        <p:spPr>
          <a:xfrm>
            <a:off x="5212819" y="0"/>
            <a:ext cx="2986216" cy="6858000"/>
          </a:xfrm>
          <a:prstGeom prst="rect">
            <a:avLst/>
          </a:prstGeom>
          <a:pattFill prst="lgCheck">
            <a:fgClr>
              <a:schemeClr val="bg2">
                <a:lumMod val="90000"/>
              </a:schemeClr>
            </a:fgClr>
            <a:bgClr>
              <a:schemeClr val="bg1"/>
            </a:bgClr>
          </a:pattFill>
        </p:spPr>
        <p:txBody>
          <a:bodyPr anchor="ctr"/>
          <a:lstStyle>
            <a:lvl1pPr marL="0" indent="0" algn="ctr">
              <a:buNone/>
              <a:defRPr sz="1600" b="1" i="0" baseline="0">
                <a:latin typeface="Source Sans Pro" charset="0"/>
                <a:ea typeface="Source Sans Pro" charset="0"/>
                <a:cs typeface="Source Sans Pro" charset="0"/>
              </a:defRPr>
            </a:lvl1pPr>
          </a:lstStyle>
          <a:p>
            <a:r>
              <a:rPr lang="en-US" err="1"/>
              <a:t>Glissez</a:t>
            </a:r>
            <a:r>
              <a:rPr lang="en-US"/>
              <a:t> </a:t>
            </a:r>
            <a:r>
              <a:rPr lang="en-US" err="1"/>
              <a:t>une</a:t>
            </a:r>
            <a:r>
              <a:rPr lang="en-US"/>
              <a:t> image</a:t>
            </a:r>
          </a:p>
        </p:txBody>
      </p:sp>
      <p:pic>
        <p:nvPicPr>
          <p:cNvPr id="11" name="Image 10">
            <a:extLst>
              <a:ext uri="{FF2B5EF4-FFF2-40B4-BE49-F238E27FC236}">
                <a16:creationId xmlns:a16="http://schemas.microsoft.com/office/drawing/2014/main" id="{4A0B998E-AF1D-944A-9E9A-A0B000B319F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00590" y="6241486"/>
            <a:ext cx="1271844" cy="616768"/>
          </a:xfrm>
          <a:prstGeom prst="rect">
            <a:avLst/>
          </a:prstGeom>
        </p:spPr>
      </p:pic>
    </p:spTree>
    <p:extLst>
      <p:ext uri="{BB962C8B-B14F-4D97-AF65-F5344CB8AC3E}">
        <p14:creationId xmlns:p14="http://schemas.microsoft.com/office/powerpoint/2010/main" val="12873442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Image en haut - texte en bas">
    <p:spTree>
      <p:nvGrpSpPr>
        <p:cNvPr id="1" name=""/>
        <p:cNvGrpSpPr/>
        <p:nvPr/>
      </p:nvGrpSpPr>
      <p:grpSpPr>
        <a:xfrm>
          <a:off x="0" y="0"/>
          <a:ext cx="0" cy="0"/>
          <a:chOff x="0" y="0"/>
          <a:chExt cx="0" cy="0"/>
        </a:xfrm>
      </p:grpSpPr>
      <p:sp>
        <p:nvSpPr>
          <p:cNvPr id="7" name="Espace réservé du texte 6"/>
          <p:cNvSpPr>
            <a:spLocks noGrp="1"/>
          </p:cNvSpPr>
          <p:nvPr>
            <p:ph type="body" sz="quarter" idx="11"/>
          </p:nvPr>
        </p:nvSpPr>
        <p:spPr>
          <a:xfrm>
            <a:off x="337932" y="2695074"/>
            <a:ext cx="11513174" cy="3369176"/>
          </a:xfrm>
          <a:prstGeom prst="rect">
            <a:avLst/>
          </a:prstGeom>
        </p:spPr>
        <p:txBody>
          <a:bodyPr numCol="2"/>
          <a:lstStyle>
            <a:lvl1pPr marL="0" indent="0" algn="l">
              <a:buNone/>
              <a:defRPr sz="1100"/>
            </a:lvl1pPr>
            <a:lvl2pPr algn="l">
              <a:defRPr sz="1100"/>
            </a:lvl2pPr>
            <a:lvl3pPr algn="l">
              <a:defRPr sz="1100"/>
            </a:lvl3pPr>
            <a:lvl4pPr algn="l">
              <a:defRPr sz="1100"/>
            </a:lvl4pPr>
            <a:lvl5pPr algn="l">
              <a:defRPr sz="1100"/>
            </a:lvl5pPr>
          </a:lstStyle>
          <a:p>
            <a:pPr lvl="0"/>
            <a:endParaRPr lang="fr-FR"/>
          </a:p>
        </p:txBody>
      </p:sp>
      <p:sp>
        <p:nvSpPr>
          <p:cNvPr id="8"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337932" y="2242454"/>
            <a:ext cx="7117686" cy="273879"/>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b="1"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0" name="Espace réservé pour une image  9"/>
          <p:cNvSpPr>
            <a:spLocks noGrp="1"/>
          </p:cNvSpPr>
          <p:nvPr>
            <p:ph type="pic" sz="quarter" idx="36"/>
          </p:nvPr>
        </p:nvSpPr>
        <p:spPr>
          <a:xfrm>
            <a:off x="0" y="0"/>
            <a:ext cx="12192000" cy="1992313"/>
          </a:xfrm>
          <a:prstGeom prst="rect">
            <a:avLst/>
          </a:prstGeom>
        </p:spPr>
        <p:txBody>
          <a:bodyPr/>
          <a:lstStyle/>
          <a:p>
            <a:endParaRPr lang="fr-FR"/>
          </a:p>
        </p:txBody>
      </p:sp>
    </p:spTree>
    <p:extLst>
      <p:ext uri="{BB962C8B-B14F-4D97-AF65-F5344CB8AC3E}">
        <p14:creationId xmlns:p14="http://schemas.microsoft.com/office/powerpoint/2010/main" val="40335883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1_FINANCIAL">
    <p:spTree>
      <p:nvGrpSpPr>
        <p:cNvPr id="1" name=""/>
        <p:cNvGrpSpPr/>
        <p:nvPr/>
      </p:nvGrpSpPr>
      <p:grpSpPr>
        <a:xfrm>
          <a:off x="0" y="0"/>
          <a:ext cx="0" cy="0"/>
          <a:chOff x="0" y="0"/>
          <a:chExt cx="0" cy="0"/>
        </a:xfrm>
      </p:grpSpPr>
      <p:sp>
        <p:nvSpPr>
          <p:cNvPr id="7" name="Espace réservé du texte 6"/>
          <p:cNvSpPr>
            <a:spLocks noGrp="1"/>
          </p:cNvSpPr>
          <p:nvPr>
            <p:ph type="body" sz="quarter" idx="33"/>
          </p:nvPr>
        </p:nvSpPr>
        <p:spPr>
          <a:xfrm>
            <a:off x="333231" y="1039813"/>
            <a:ext cx="11567824" cy="5111750"/>
          </a:xfrm>
          <a:prstGeom prst="rect">
            <a:avLst/>
          </a:prstGeom>
          <a:solidFill>
            <a:srgbClr val="E5E5E5">
              <a:alpha val="96000"/>
            </a:srgbClr>
          </a:solidFill>
        </p:spPr>
        <p:txBody>
          <a:bodyPr lIns="1188000" tIns="1476000" rIns="936000" bIns="1620000" numCol="2" spcCol="900000"/>
          <a:lstStyle>
            <a:lvl1pPr marL="0" marR="0" indent="0" algn="l" defTabSz="914400" rtl="0" eaLnBrk="1" fontAlgn="auto" latinLnBrk="0" hangingPunct="1">
              <a:lnSpc>
                <a:spcPts val="1500"/>
              </a:lnSpc>
              <a:spcBef>
                <a:spcPts val="1000"/>
              </a:spcBef>
              <a:spcAft>
                <a:spcPts val="0"/>
              </a:spcAft>
              <a:buClrTx/>
              <a:buSzTx/>
              <a:buFont typeface="Arial" panose="020B0604020202020204" pitchFamily="34" charset="0"/>
              <a:buNone/>
              <a:tabLst/>
              <a:defRPr sz="1100" baseline="0"/>
            </a:lvl1pPr>
            <a:lvl2pPr>
              <a:defRPr sz="1100"/>
            </a:lvl2pPr>
            <a:lvl3pPr>
              <a:defRPr sz="1100"/>
            </a:lvl3pPr>
            <a:lvl4pPr>
              <a:defRPr sz="1100"/>
            </a:lvl4pPr>
            <a:lvl5pPr>
              <a:defRPr sz="1100"/>
            </a:lvl5pPr>
          </a:lstStyle>
          <a:p>
            <a:pPr lvl="0"/>
            <a:r>
              <a:rPr lang="fr-FR"/>
              <a:t>Modifier les styles du texte du masque</a:t>
            </a:r>
          </a:p>
        </p:txBody>
      </p:sp>
      <p:sp>
        <p:nvSpPr>
          <p:cNvPr id="4" name="Espace réservé du texte 4"/>
          <p:cNvSpPr>
            <a:spLocks noGrp="1"/>
          </p:cNvSpPr>
          <p:nvPr>
            <p:ph type="body" sz="quarter" idx="27" hasCustomPrompt="1"/>
          </p:nvPr>
        </p:nvSpPr>
        <p:spPr>
          <a:xfrm>
            <a:off x="1057584" y="1551420"/>
            <a:ext cx="5606323" cy="38443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baseline="0">
                <a:latin typeface="Arial Black" panose="020B0A04020102020204" pitchFamily="34" charset="0"/>
              </a:defRPr>
            </a:lvl1pPr>
            <a:lvl2pPr>
              <a:defRPr sz="2400">
                <a:latin typeface="Arial Black" panose="020B0A04020102020204" pitchFamily="34" charset="0"/>
              </a:defRPr>
            </a:lvl2pPr>
            <a:lvl3pPr>
              <a:defRPr sz="2400">
                <a:latin typeface="Arial Black" panose="020B0A04020102020204" pitchFamily="34" charset="0"/>
              </a:defRPr>
            </a:lvl3pPr>
            <a:lvl4pPr>
              <a:defRPr sz="2400">
                <a:latin typeface="Arial Black" panose="020B0A04020102020204" pitchFamily="34" charset="0"/>
              </a:defRPr>
            </a:lvl4pPr>
            <a:lvl5pPr>
              <a:defRPr sz="2400">
                <a:latin typeface="Arial Black" panose="020B0A04020102020204" pitchFamily="34" charset="0"/>
              </a:defRPr>
            </a:lvl5pPr>
          </a:lstStyle>
          <a:p>
            <a:pPr lvl="0"/>
            <a:r>
              <a:rPr lang="fr-FR"/>
              <a:t>Proposition financière</a:t>
            </a:r>
          </a:p>
        </p:txBody>
      </p:sp>
      <p:sp>
        <p:nvSpPr>
          <p:cNvPr id="11" name="Espace réservé du texte 10"/>
          <p:cNvSpPr>
            <a:spLocks noGrp="1"/>
          </p:cNvSpPr>
          <p:nvPr>
            <p:ph type="body" sz="quarter" idx="34" hasCustomPrompt="1"/>
          </p:nvPr>
        </p:nvSpPr>
        <p:spPr>
          <a:xfrm>
            <a:off x="1537999" y="4924425"/>
            <a:ext cx="9158287" cy="654627"/>
          </a:xfrm>
          <a:prstGeom prst="rect">
            <a:avLst/>
          </a:prstGeom>
          <a:solidFill>
            <a:schemeClr val="tx1"/>
          </a:solidFill>
        </p:spPr>
        <p:txBody>
          <a:bodyPr anchor="ctr"/>
          <a:lstStyle>
            <a:lvl1pPr marL="0" indent="0">
              <a:lnSpc>
                <a:spcPts val="1500"/>
              </a:lnSpc>
              <a:buNone/>
              <a:defRPr sz="1800" b="1" baseline="0">
                <a:solidFill>
                  <a:schemeClr val="bg1"/>
                </a:solidFill>
                <a:latin typeface="+mn-lt"/>
              </a:defRPr>
            </a:lvl1pPr>
          </a:lstStyle>
          <a:p>
            <a:pPr lvl="0"/>
            <a:r>
              <a:rPr lang="fr-FR"/>
              <a:t>La montant de cette prestation s’ élève à xxx € HT</a:t>
            </a:r>
          </a:p>
        </p:txBody>
      </p:sp>
      <p:sp>
        <p:nvSpPr>
          <p:cNvPr id="8" name="Espace réservé du pied de page 1">
            <a:extLst>
              <a:ext uri="{FF2B5EF4-FFF2-40B4-BE49-F238E27FC236}">
                <a16:creationId xmlns:a16="http://schemas.microsoft.com/office/drawing/2014/main" id="{E168935E-C743-7340-B029-EFDF35CF909F}"/>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Tree>
    <p:extLst>
      <p:ext uri="{BB962C8B-B14F-4D97-AF65-F5344CB8AC3E}">
        <p14:creationId xmlns:p14="http://schemas.microsoft.com/office/powerpoint/2010/main" val="21937484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Section vide">
    <p:spTree>
      <p:nvGrpSpPr>
        <p:cNvPr id="1" name=""/>
        <p:cNvGrpSpPr/>
        <p:nvPr/>
      </p:nvGrpSpPr>
      <p:grpSpPr>
        <a:xfrm>
          <a:off x="0" y="0"/>
          <a:ext cx="0" cy="0"/>
          <a:chOff x="0" y="0"/>
          <a:chExt cx="0" cy="0"/>
        </a:xfrm>
      </p:grpSpPr>
      <p:sp>
        <p:nvSpPr>
          <p:cNvPr id="7" name="Picture Placeholder 2"/>
          <p:cNvSpPr>
            <a:spLocks noGrp="1"/>
          </p:cNvSpPr>
          <p:nvPr>
            <p:ph type="pic" sz="quarter" idx="10" hasCustomPrompt="1"/>
          </p:nvPr>
        </p:nvSpPr>
        <p:spPr>
          <a:xfrm>
            <a:off x="-1" y="0"/>
            <a:ext cx="12192001" cy="3068739"/>
          </a:xfrm>
          <a:prstGeom prst="rect">
            <a:avLst/>
          </a:prstGeom>
          <a:pattFill prst="lgCheck">
            <a:fgClr>
              <a:schemeClr val="bg2">
                <a:lumMod val="90000"/>
              </a:schemeClr>
            </a:fgClr>
            <a:bgClr>
              <a:schemeClr val="bg1"/>
            </a:bgClr>
          </a:pattFill>
        </p:spPr>
        <p:txBody>
          <a:bodyPr anchor="ctr"/>
          <a:lstStyle>
            <a:lvl1pPr marL="0" indent="0" algn="ctr">
              <a:buNone/>
              <a:defRPr sz="1600" b="1" i="0" baseline="0">
                <a:latin typeface="Source Sans Pro" charset="0"/>
                <a:ea typeface="Source Sans Pro" charset="0"/>
                <a:cs typeface="Source Sans Pro" charset="0"/>
              </a:defRPr>
            </a:lvl1pPr>
          </a:lstStyle>
          <a:p>
            <a:r>
              <a:rPr lang="en-US" err="1"/>
              <a:t>Glissez</a:t>
            </a:r>
            <a:r>
              <a:rPr lang="en-US"/>
              <a:t> </a:t>
            </a:r>
            <a:r>
              <a:rPr lang="en-US" err="1"/>
              <a:t>une</a:t>
            </a:r>
            <a:r>
              <a:rPr lang="en-US"/>
              <a:t> image</a:t>
            </a:r>
          </a:p>
        </p:txBody>
      </p:sp>
    </p:spTree>
    <p:extLst>
      <p:ext uri="{BB962C8B-B14F-4D97-AF65-F5344CB8AC3E}">
        <p14:creationId xmlns:p14="http://schemas.microsoft.com/office/powerpoint/2010/main" val="14432193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3_Contact - Bigger - 4 people">
    <p:spTree>
      <p:nvGrpSpPr>
        <p:cNvPr id="1" name=""/>
        <p:cNvGrpSpPr/>
        <p:nvPr/>
      </p:nvGrpSpPr>
      <p:grpSpPr>
        <a:xfrm>
          <a:off x="0" y="0"/>
          <a:ext cx="0" cy="0"/>
          <a:chOff x="0" y="0"/>
          <a:chExt cx="0" cy="0"/>
        </a:xfrm>
      </p:grpSpPr>
      <p:sp>
        <p:nvSpPr>
          <p:cNvPr id="6" name="object 11"/>
          <p:cNvSpPr/>
          <p:nvPr userDrawn="1"/>
        </p:nvSpPr>
        <p:spPr>
          <a:xfrm>
            <a:off x="0" y="3406024"/>
            <a:ext cx="3851561" cy="3451976"/>
          </a:xfrm>
          <a:custGeom>
            <a:avLst/>
            <a:gdLst/>
            <a:ahLst/>
            <a:cxnLst/>
            <a:rect l="l" t="t" r="r" b="b"/>
            <a:pathLst>
              <a:path w="6004560" h="3183254">
                <a:moveTo>
                  <a:pt x="0" y="3182759"/>
                </a:moveTo>
                <a:lnTo>
                  <a:pt x="6004560" y="3182759"/>
                </a:lnTo>
                <a:lnTo>
                  <a:pt x="6004560" y="0"/>
                </a:lnTo>
                <a:lnTo>
                  <a:pt x="0" y="0"/>
                </a:lnTo>
                <a:lnTo>
                  <a:pt x="0" y="3182759"/>
                </a:lnTo>
                <a:close/>
              </a:path>
            </a:pathLst>
          </a:custGeom>
          <a:solidFill>
            <a:srgbClr val="EDEDED"/>
          </a:solidFill>
        </p:spPr>
        <p:txBody>
          <a:bodyPr wrap="square" lIns="0" tIns="0" rIns="0" bIns="0" rtlCol="0"/>
          <a:lstStyle/>
          <a:p>
            <a:endParaRPr/>
          </a:p>
        </p:txBody>
      </p:sp>
      <p:sp>
        <p:nvSpPr>
          <p:cNvPr id="21" name="Espace réservé pour une image  2"/>
          <p:cNvSpPr>
            <a:spLocks noGrp="1"/>
          </p:cNvSpPr>
          <p:nvPr>
            <p:ph type="pic" sz="quarter" idx="41" hasCustomPrompt="1"/>
          </p:nvPr>
        </p:nvSpPr>
        <p:spPr>
          <a:xfrm>
            <a:off x="6493330" y="1616598"/>
            <a:ext cx="986956" cy="986956"/>
          </a:xfrm>
          <a:prstGeom prst="ellipse">
            <a:avLst/>
          </a:prstGeom>
        </p:spPr>
        <p:txBody>
          <a:bodyPr/>
          <a:lstStyle>
            <a:lvl1pPr marL="0" indent="0">
              <a:buNone/>
              <a:defRPr sz="1100"/>
            </a:lvl1pPr>
          </a:lstStyle>
          <a:p>
            <a:r>
              <a:rPr lang="fr-FR"/>
              <a:t>Image</a:t>
            </a:r>
          </a:p>
        </p:txBody>
      </p:sp>
      <p:graphicFrame>
        <p:nvGraphicFramePr>
          <p:cNvPr id="7" name="object 21"/>
          <p:cNvGraphicFramePr>
            <a:graphicFrameLocks noGrp="1"/>
          </p:cNvGraphicFramePr>
          <p:nvPr userDrawn="1">
            <p:extLst>
              <p:ext uri="{D42A27DB-BD31-4B8C-83A1-F6EECF244321}">
                <p14:modId xmlns:p14="http://schemas.microsoft.com/office/powerpoint/2010/main" val="1063206780"/>
              </p:ext>
            </p:extLst>
          </p:nvPr>
        </p:nvGraphicFramePr>
        <p:xfrm>
          <a:off x="339224" y="4032988"/>
          <a:ext cx="3122295" cy="2289174"/>
        </p:xfrm>
        <a:graphic>
          <a:graphicData uri="http://schemas.openxmlformats.org/drawingml/2006/table">
            <a:tbl>
              <a:tblPr firstRow="1" bandRow="1">
                <a:tableStyleId>{2D5ABB26-0587-4C30-8999-92F81FD0307C}</a:tableStyleId>
              </a:tblPr>
              <a:tblGrid>
                <a:gridCol w="3122295">
                  <a:extLst>
                    <a:ext uri="{9D8B030D-6E8A-4147-A177-3AD203B41FA5}">
                      <a16:colId xmlns:a16="http://schemas.microsoft.com/office/drawing/2014/main" val="20000"/>
                    </a:ext>
                  </a:extLst>
                </a:gridCol>
              </a:tblGrid>
              <a:tr h="450742">
                <a:tc>
                  <a:txBody>
                    <a:bodyPr/>
                    <a:lstStyle/>
                    <a:p>
                      <a:pPr marL="128270">
                        <a:lnSpc>
                          <a:spcPct val="100000"/>
                        </a:lnSpc>
                        <a:spcBef>
                          <a:spcPts val="325"/>
                        </a:spcBef>
                      </a:pPr>
                      <a:endParaRPr sz="1950">
                        <a:latin typeface="Roboto"/>
                        <a:cs typeface="Roboto"/>
                      </a:endParaRPr>
                    </a:p>
                  </a:txBody>
                  <a:tcPr marL="0" marR="0" marT="41275" marB="0">
                    <a:lnB w="38100">
                      <a:solidFill>
                        <a:srgbClr val="FFFFFF"/>
                      </a:solidFill>
                      <a:prstDash val="solid"/>
                    </a:lnB>
                    <a:solidFill>
                      <a:srgbClr val="282827"/>
                    </a:solidFill>
                  </a:tcPr>
                </a:tc>
                <a:extLst>
                  <a:ext uri="{0D108BD9-81ED-4DB2-BD59-A6C34878D82A}">
                    <a16:rowId xmlns:a16="http://schemas.microsoft.com/office/drawing/2014/main" val="10000"/>
                  </a:ext>
                </a:extLst>
              </a:tr>
              <a:tr h="465220">
                <a:tc>
                  <a:txBody>
                    <a:bodyPr/>
                    <a:lstStyle/>
                    <a:p>
                      <a:pPr marL="128270">
                        <a:lnSpc>
                          <a:spcPct val="100000"/>
                        </a:lnSpc>
                        <a:spcBef>
                          <a:spcPts val="455"/>
                        </a:spcBef>
                      </a:pPr>
                      <a:endParaRPr sz="1950">
                        <a:latin typeface="Roboto"/>
                        <a:cs typeface="Roboto"/>
                      </a:endParaRPr>
                    </a:p>
                  </a:txBody>
                  <a:tcPr marL="0" marR="0" marT="57785" marB="0">
                    <a:lnT w="38100">
                      <a:solidFill>
                        <a:srgbClr val="FFFFFF"/>
                      </a:solidFill>
                      <a:prstDash val="solid"/>
                    </a:lnT>
                    <a:lnB w="38100">
                      <a:solidFill>
                        <a:srgbClr val="FFFFFF"/>
                      </a:solidFill>
                      <a:prstDash val="solid"/>
                    </a:lnB>
                    <a:solidFill>
                      <a:srgbClr val="282827"/>
                    </a:solidFill>
                  </a:tcPr>
                </a:tc>
                <a:extLst>
                  <a:ext uri="{0D108BD9-81ED-4DB2-BD59-A6C34878D82A}">
                    <a16:rowId xmlns:a16="http://schemas.microsoft.com/office/drawing/2014/main" val="10001"/>
                  </a:ext>
                </a:extLst>
              </a:tr>
              <a:tr h="463156">
                <a:tc>
                  <a:txBody>
                    <a:bodyPr/>
                    <a:lstStyle/>
                    <a:p>
                      <a:pPr marL="128270">
                        <a:lnSpc>
                          <a:spcPct val="100000"/>
                        </a:lnSpc>
                        <a:spcBef>
                          <a:spcPts val="465"/>
                        </a:spcBef>
                      </a:pPr>
                      <a:endParaRPr sz="1950">
                        <a:latin typeface="Roboto"/>
                        <a:cs typeface="Roboto"/>
                      </a:endParaRPr>
                    </a:p>
                  </a:txBody>
                  <a:tcPr marL="0" marR="0" marT="59055" marB="0">
                    <a:lnT w="38100">
                      <a:solidFill>
                        <a:srgbClr val="FFFFFF"/>
                      </a:solidFill>
                      <a:prstDash val="solid"/>
                    </a:lnT>
                    <a:lnB w="38100">
                      <a:solidFill>
                        <a:srgbClr val="FFFFFF"/>
                      </a:solidFill>
                      <a:prstDash val="solid"/>
                    </a:lnB>
                    <a:solidFill>
                      <a:srgbClr val="282827"/>
                    </a:solidFill>
                  </a:tcPr>
                </a:tc>
                <a:extLst>
                  <a:ext uri="{0D108BD9-81ED-4DB2-BD59-A6C34878D82A}">
                    <a16:rowId xmlns:a16="http://schemas.microsoft.com/office/drawing/2014/main" val="10002"/>
                  </a:ext>
                </a:extLst>
              </a:tr>
              <a:tr h="462267">
                <a:tc>
                  <a:txBody>
                    <a:bodyPr/>
                    <a:lstStyle/>
                    <a:p>
                      <a:pPr marL="128270">
                        <a:lnSpc>
                          <a:spcPct val="100000"/>
                        </a:lnSpc>
                        <a:spcBef>
                          <a:spcPts val="495"/>
                        </a:spcBef>
                      </a:pPr>
                      <a:endParaRPr sz="1950">
                        <a:latin typeface="Roboto"/>
                        <a:cs typeface="Roboto"/>
                      </a:endParaRPr>
                    </a:p>
                  </a:txBody>
                  <a:tcPr marL="0" marR="0" marT="62865" marB="0">
                    <a:lnT w="38100">
                      <a:solidFill>
                        <a:srgbClr val="FFFFFF"/>
                      </a:solidFill>
                      <a:prstDash val="solid"/>
                    </a:lnT>
                    <a:lnB w="28575">
                      <a:solidFill>
                        <a:srgbClr val="FFFFFF"/>
                      </a:solidFill>
                      <a:prstDash val="solid"/>
                    </a:lnB>
                    <a:solidFill>
                      <a:srgbClr val="282827"/>
                    </a:solidFill>
                  </a:tcPr>
                </a:tc>
                <a:extLst>
                  <a:ext uri="{0D108BD9-81ED-4DB2-BD59-A6C34878D82A}">
                    <a16:rowId xmlns:a16="http://schemas.microsoft.com/office/drawing/2014/main" val="10003"/>
                  </a:ext>
                </a:extLst>
              </a:tr>
              <a:tr h="447789">
                <a:tc>
                  <a:txBody>
                    <a:bodyPr/>
                    <a:lstStyle/>
                    <a:p>
                      <a:pPr marL="128270">
                        <a:lnSpc>
                          <a:spcPct val="100000"/>
                        </a:lnSpc>
                        <a:spcBef>
                          <a:spcPts val="530"/>
                        </a:spcBef>
                      </a:pPr>
                      <a:endParaRPr sz="1950">
                        <a:solidFill>
                          <a:schemeClr val="bg1"/>
                        </a:solidFill>
                        <a:latin typeface="Roboto"/>
                        <a:cs typeface="Roboto"/>
                      </a:endParaRPr>
                    </a:p>
                  </a:txBody>
                  <a:tcPr marL="0" marR="0" marT="67310" marB="0">
                    <a:lnT w="28575">
                      <a:solidFill>
                        <a:srgbClr val="FFFFFF"/>
                      </a:solidFill>
                      <a:prstDash val="solid"/>
                    </a:lnT>
                    <a:solidFill>
                      <a:srgbClr val="282827"/>
                    </a:solidFill>
                  </a:tcPr>
                </a:tc>
                <a:extLst>
                  <a:ext uri="{0D108BD9-81ED-4DB2-BD59-A6C34878D82A}">
                    <a16:rowId xmlns:a16="http://schemas.microsoft.com/office/drawing/2014/main" val="10004"/>
                  </a:ext>
                </a:extLst>
              </a:tr>
            </a:tbl>
          </a:graphicData>
        </a:graphic>
      </p:graphicFrame>
      <p:sp>
        <p:nvSpPr>
          <p:cNvPr id="3" name="Espace réservé du texte 2"/>
          <p:cNvSpPr>
            <a:spLocks noGrp="1"/>
          </p:cNvSpPr>
          <p:nvPr>
            <p:ph type="body" sz="quarter" idx="43" hasCustomPrompt="1"/>
          </p:nvPr>
        </p:nvSpPr>
        <p:spPr>
          <a:xfrm>
            <a:off x="379099" y="4076414"/>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sp>
        <p:nvSpPr>
          <p:cNvPr id="13" name="Espace réservé du texte 2"/>
          <p:cNvSpPr>
            <a:spLocks noGrp="1"/>
          </p:cNvSpPr>
          <p:nvPr>
            <p:ph type="body" sz="quarter" idx="44" hasCustomPrompt="1"/>
          </p:nvPr>
        </p:nvSpPr>
        <p:spPr>
          <a:xfrm>
            <a:off x="379099" y="4540909"/>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sp>
        <p:nvSpPr>
          <p:cNvPr id="14" name="Espace réservé du texte 2"/>
          <p:cNvSpPr>
            <a:spLocks noGrp="1"/>
          </p:cNvSpPr>
          <p:nvPr>
            <p:ph type="body" sz="quarter" idx="45" hasCustomPrompt="1"/>
          </p:nvPr>
        </p:nvSpPr>
        <p:spPr>
          <a:xfrm>
            <a:off x="379099" y="5005404"/>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sp>
        <p:nvSpPr>
          <p:cNvPr id="15" name="Espace réservé du texte 2"/>
          <p:cNvSpPr>
            <a:spLocks noGrp="1"/>
          </p:cNvSpPr>
          <p:nvPr>
            <p:ph type="body" sz="quarter" idx="46" hasCustomPrompt="1"/>
          </p:nvPr>
        </p:nvSpPr>
        <p:spPr>
          <a:xfrm>
            <a:off x="379099" y="5469899"/>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sp>
        <p:nvSpPr>
          <p:cNvPr id="16" name="Espace réservé du texte 2"/>
          <p:cNvSpPr>
            <a:spLocks noGrp="1"/>
          </p:cNvSpPr>
          <p:nvPr>
            <p:ph type="body" sz="quarter" idx="47" hasCustomPrompt="1"/>
          </p:nvPr>
        </p:nvSpPr>
        <p:spPr>
          <a:xfrm>
            <a:off x="379099" y="5934395"/>
            <a:ext cx="2985907" cy="343405"/>
          </a:xfrm>
          <a:prstGeom prst="rect">
            <a:avLst/>
          </a:prstGeom>
        </p:spPr>
        <p:txBody>
          <a:bodyPr/>
          <a:lstStyle>
            <a:lvl1pPr marL="0" indent="0">
              <a:buNone/>
              <a:defRPr lang="fr-FR" sz="1950" b="0" kern="1200" cap="all" spc="55" baseline="0" dirty="0">
                <a:solidFill>
                  <a:srgbClr val="FFFFFF"/>
                </a:solidFill>
                <a:latin typeface="Arial" panose="020B0604020202020204" pitchFamily="34" charset="0"/>
                <a:ea typeface="+mn-ea"/>
                <a:cs typeface="Arial" panose="020B0604020202020204" pitchFamily="34" charset="0"/>
              </a:defRPr>
            </a:lvl1pPr>
          </a:lstStyle>
          <a:p>
            <a:pPr lvl="0"/>
            <a:r>
              <a:rPr lang="fr-FR"/>
              <a:t>Titre</a:t>
            </a:r>
          </a:p>
        </p:txBody>
      </p:sp>
      <p:sp>
        <p:nvSpPr>
          <p:cNvPr id="25" name="Espace réservé du texte 2"/>
          <p:cNvSpPr>
            <a:spLocks noGrp="1"/>
          </p:cNvSpPr>
          <p:nvPr>
            <p:ph type="body" sz="quarter" idx="48" hasCustomPrompt="1"/>
          </p:nvPr>
        </p:nvSpPr>
        <p:spPr>
          <a:xfrm>
            <a:off x="5968988" y="2677388"/>
            <a:ext cx="2190104" cy="1221897"/>
          </a:xfrm>
          <a:prstGeom prst="rect">
            <a:avLst/>
          </a:prstGeom>
        </p:spPr>
        <p:txBody>
          <a:bodyPr/>
          <a:lstStyle>
            <a:lvl1pPr marL="0" indent="0">
              <a:lnSpc>
                <a:spcPct val="100000"/>
              </a:lnSpc>
              <a:spcBef>
                <a:spcPts val="0"/>
              </a:spcBef>
              <a:buNone/>
              <a:defRPr lang="fr-FR" sz="1100" b="0" kern="1200" cap="none" spc="55" baseline="0" dirty="0">
                <a:solidFill>
                  <a:schemeClr val="tx1"/>
                </a:solidFill>
                <a:latin typeface="Arial" panose="020B0604020202020204" pitchFamily="34" charset="0"/>
                <a:ea typeface="+mn-ea"/>
                <a:cs typeface="Arial" panose="020B0604020202020204" pitchFamily="34" charset="0"/>
              </a:defRPr>
            </a:lvl1pPr>
          </a:lstStyle>
          <a:p>
            <a:r>
              <a:rPr lang="en-GB" noProof="0"/>
              <a:t>First name Last name</a:t>
            </a:r>
            <a:endParaRPr lang="en-GB" sz="1100" noProof="0">
              <a:latin typeface="Arial" panose="020B0604020202020204" pitchFamily="34" charset="0"/>
              <a:cs typeface="Arial" panose="020B0604020202020204" pitchFamily="34" charset="0"/>
            </a:endParaRPr>
          </a:p>
          <a:p>
            <a:r>
              <a:rPr lang="en-GB" sz="1100" noProof="0">
                <a:latin typeface="Arial" panose="020B0604020202020204" pitchFamily="34" charset="0"/>
                <a:ea typeface="Arial" charset="0"/>
                <a:cs typeface="Arial" panose="020B0604020202020204" pitchFamily="34" charset="0"/>
              </a:rPr>
              <a:t>Title</a:t>
            </a:r>
          </a:p>
          <a:p>
            <a:r>
              <a:rPr lang="en-GB" sz="1100" noProof="0">
                <a:latin typeface="Arial" panose="020B0604020202020204" pitchFamily="34" charset="0"/>
                <a:ea typeface="Arial" charset="0"/>
                <a:cs typeface="Arial" panose="020B0604020202020204" pitchFamily="34" charset="0"/>
              </a:rPr>
              <a:t>Contact details</a:t>
            </a:r>
          </a:p>
          <a:p>
            <a:r>
              <a:rPr lang="en-GB" sz="1100" noProof="0" err="1">
                <a:latin typeface="Arial" panose="020B0604020202020204" pitchFamily="34" charset="0"/>
                <a:ea typeface="Arial" charset="0"/>
                <a:cs typeface="Arial" panose="020B0604020202020204" pitchFamily="34" charset="0"/>
              </a:rPr>
              <a:t>Rle</a:t>
            </a:r>
            <a:endParaRPr lang="en-GB" sz="1100" noProof="0">
              <a:latin typeface="Arial" panose="020B0604020202020204" pitchFamily="34" charset="0"/>
              <a:ea typeface="Arial" charset="0"/>
              <a:cs typeface="Arial" panose="020B0604020202020204" pitchFamily="34" charset="0"/>
            </a:endParaRPr>
          </a:p>
        </p:txBody>
      </p:sp>
      <p:sp>
        <p:nvSpPr>
          <p:cNvPr id="26" name="Espace réservé pour une image  10"/>
          <p:cNvSpPr>
            <a:spLocks noGrp="1" noChangeAspect="1"/>
          </p:cNvSpPr>
          <p:nvPr>
            <p:ph type="pic" sz="quarter" idx="36"/>
          </p:nvPr>
        </p:nvSpPr>
        <p:spPr>
          <a:xfrm>
            <a:off x="0" y="0"/>
            <a:ext cx="5063706" cy="3406023"/>
          </a:xfrm>
          <a:prstGeom prst="rect">
            <a:avLst/>
          </a:prstGeom>
        </p:spPr>
        <p:txBody>
          <a:bodyPr/>
          <a:lstStyle>
            <a:lvl1pPr>
              <a:defRPr sz="1100"/>
            </a:lvl1pPr>
          </a:lstStyle>
          <a:p>
            <a:r>
              <a:rPr lang="fr-FR"/>
              <a:t>Cliquez sur l'icône pour ajouter une image</a:t>
            </a:r>
          </a:p>
        </p:txBody>
      </p:sp>
      <p:sp>
        <p:nvSpPr>
          <p:cNvPr id="28" name="Espace réservé pour une image  2"/>
          <p:cNvSpPr>
            <a:spLocks noGrp="1"/>
          </p:cNvSpPr>
          <p:nvPr>
            <p:ph type="pic" sz="quarter" idx="49" hasCustomPrompt="1"/>
          </p:nvPr>
        </p:nvSpPr>
        <p:spPr>
          <a:xfrm>
            <a:off x="9700713" y="1616598"/>
            <a:ext cx="986956" cy="986956"/>
          </a:xfrm>
          <a:prstGeom prst="ellipse">
            <a:avLst/>
          </a:prstGeom>
        </p:spPr>
        <p:txBody>
          <a:bodyPr/>
          <a:lstStyle>
            <a:lvl1pPr marL="0" indent="0">
              <a:buNone/>
              <a:defRPr sz="1100"/>
            </a:lvl1pPr>
          </a:lstStyle>
          <a:p>
            <a:r>
              <a:rPr lang="fr-FR"/>
              <a:t>Image</a:t>
            </a:r>
          </a:p>
        </p:txBody>
      </p:sp>
      <p:sp>
        <p:nvSpPr>
          <p:cNvPr id="30" name="Espace réservé du texte 2"/>
          <p:cNvSpPr>
            <a:spLocks noGrp="1"/>
          </p:cNvSpPr>
          <p:nvPr>
            <p:ph type="body" sz="quarter" idx="50" hasCustomPrompt="1"/>
          </p:nvPr>
        </p:nvSpPr>
        <p:spPr>
          <a:xfrm>
            <a:off x="9176371" y="2677388"/>
            <a:ext cx="2190104" cy="1221897"/>
          </a:xfrm>
          <a:prstGeom prst="rect">
            <a:avLst/>
          </a:prstGeom>
        </p:spPr>
        <p:txBody>
          <a:bodyPr/>
          <a:lstStyle>
            <a:lvl1pPr marL="0" indent="0">
              <a:lnSpc>
                <a:spcPct val="100000"/>
              </a:lnSpc>
              <a:spcBef>
                <a:spcPts val="0"/>
              </a:spcBef>
              <a:buNone/>
              <a:defRPr lang="fr-FR" sz="1100" b="0" kern="1200" cap="none" spc="55" baseline="0" dirty="0">
                <a:solidFill>
                  <a:schemeClr val="tx1"/>
                </a:solidFill>
                <a:latin typeface="Arial" panose="020B0604020202020204" pitchFamily="34" charset="0"/>
                <a:ea typeface="+mn-ea"/>
                <a:cs typeface="Arial" panose="020B0604020202020204" pitchFamily="34" charset="0"/>
              </a:defRPr>
            </a:lvl1pPr>
          </a:lstStyle>
          <a:p>
            <a:r>
              <a:rPr lang="en-GB" noProof="0"/>
              <a:t>First name Last name</a:t>
            </a:r>
            <a:endParaRPr lang="en-GB" sz="1100" noProof="0">
              <a:latin typeface="Arial" panose="020B0604020202020204" pitchFamily="34" charset="0"/>
              <a:cs typeface="Arial" panose="020B0604020202020204" pitchFamily="34" charset="0"/>
            </a:endParaRPr>
          </a:p>
          <a:p>
            <a:r>
              <a:rPr lang="en-GB" sz="1100" noProof="0">
                <a:latin typeface="Arial" panose="020B0604020202020204" pitchFamily="34" charset="0"/>
                <a:ea typeface="Arial" charset="0"/>
                <a:cs typeface="Arial" panose="020B0604020202020204" pitchFamily="34" charset="0"/>
              </a:rPr>
              <a:t>Title</a:t>
            </a:r>
          </a:p>
          <a:p>
            <a:r>
              <a:rPr lang="en-GB" sz="1100" noProof="0">
                <a:latin typeface="Arial" panose="020B0604020202020204" pitchFamily="34" charset="0"/>
                <a:ea typeface="Arial" charset="0"/>
                <a:cs typeface="Arial" panose="020B0604020202020204" pitchFamily="34" charset="0"/>
              </a:rPr>
              <a:t>Contact details</a:t>
            </a:r>
          </a:p>
          <a:p>
            <a:r>
              <a:rPr lang="en-GB" sz="1100" noProof="0">
                <a:latin typeface="Arial" panose="020B0604020202020204" pitchFamily="34" charset="0"/>
                <a:ea typeface="Arial" charset="0"/>
                <a:cs typeface="Arial" panose="020B0604020202020204" pitchFamily="34" charset="0"/>
              </a:rPr>
              <a:t>Role</a:t>
            </a:r>
          </a:p>
        </p:txBody>
      </p:sp>
      <p:sp>
        <p:nvSpPr>
          <p:cNvPr id="31" name="Espace réservé pour une image  2"/>
          <p:cNvSpPr>
            <a:spLocks noGrp="1"/>
          </p:cNvSpPr>
          <p:nvPr>
            <p:ph type="pic" sz="quarter" idx="51" hasCustomPrompt="1"/>
          </p:nvPr>
        </p:nvSpPr>
        <p:spPr>
          <a:xfrm>
            <a:off x="6493330" y="4002675"/>
            <a:ext cx="986956" cy="986956"/>
          </a:xfrm>
          <a:prstGeom prst="ellipse">
            <a:avLst/>
          </a:prstGeom>
        </p:spPr>
        <p:txBody>
          <a:bodyPr/>
          <a:lstStyle>
            <a:lvl1pPr marL="0" indent="0">
              <a:buNone/>
              <a:defRPr sz="1100"/>
            </a:lvl1pPr>
          </a:lstStyle>
          <a:p>
            <a:r>
              <a:rPr lang="fr-FR"/>
              <a:t>Image</a:t>
            </a:r>
          </a:p>
        </p:txBody>
      </p:sp>
      <p:sp>
        <p:nvSpPr>
          <p:cNvPr id="32" name="Espace réservé du texte 2"/>
          <p:cNvSpPr>
            <a:spLocks noGrp="1"/>
          </p:cNvSpPr>
          <p:nvPr>
            <p:ph type="body" sz="quarter" idx="52" hasCustomPrompt="1"/>
          </p:nvPr>
        </p:nvSpPr>
        <p:spPr>
          <a:xfrm>
            <a:off x="5968988" y="5063465"/>
            <a:ext cx="2190104" cy="1221897"/>
          </a:xfrm>
          <a:prstGeom prst="rect">
            <a:avLst/>
          </a:prstGeom>
        </p:spPr>
        <p:txBody>
          <a:bodyPr/>
          <a:lstStyle>
            <a:lvl1pPr marL="0" indent="0">
              <a:lnSpc>
                <a:spcPct val="100000"/>
              </a:lnSpc>
              <a:spcBef>
                <a:spcPts val="0"/>
              </a:spcBef>
              <a:buNone/>
              <a:defRPr lang="fr-FR" sz="1100" b="0" kern="1200" cap="none" spc="55" baseline="0" dirty="0">
                <a:solidFill>
                  <a:schemeClr val="tx1"/>
                </a:solidFill>
                <a:latin typeface="Arial" panose="020B0604020202020204" pitchFamily="34" charset="0"/>
                <a:ea typeface="+mn-ea"/>
                <a:cs typeface="Arial" panose="020B0604020202020204" pitchFamily="34" charset="0"/>
              </a:defRPr>
            </a:lvl1pPr>
          </a:lstStyle>
          <a:p>
            <a:r>
              <a:rPr lang="en-GB" noProof="0"/>
              <a:t>First name Last name</a:t>
            </a:r>
            <a:endParaRPr lang="en-GB" sz="1100" noProof="0">
              <a:latin typeface="Arial" panose="020B0604020202020204" pitchFamily="34" charset="0"/>
              <a:cs typeface="Arial" panose="020B0604020202020204" pitchFamily="34" charset="0"/>
            </a:endParaRPr>
          </a:p>
          <a:p>
            <a:r>
              <a:rPr lang="en-GB" sz="1100" noProof="0">
                <a:latin typeface="Arial" panose="020B0604020202020204" pitchFamily="34" charset="0"/>
                <a:ea typeface="Arial" charset="0"/>
                <a:cs typeface="Arial" panose="020B0604020202020204" pitchFamily="34" charset="0"/>
              </a:rPr>
              <a:t>Title</a:t>
            </a:r>
          </a:p>
          <a:p>
            <a:r>
              <a:rPr lang="en-GB" sz="1100" noProof="0">
                <a:latin typeface="Arial" panose="020B0604020202020204" pitchFamily="34" charset="0"/>
                <a:ea typeface="Arial" charset="0"/>
                <a:cs typeface="Arial" panose="020B0604020202020204" pitchFamily="34" charset="0"/>
              </a:rPr>
              <a:t>Contact details</a:t>
            </a:r>
          </a:p>
          <a:p>
            <a:r>
              <a:rPr lang="en-GB" sz="1100" noProof="0" err="1">
                <a:latin typeface="Arial" panose="020B0604020202020204" pitchFamily="34" charset="0"/>
                <a:ea typeface="Arial" charset="0"/>
                <a:cs typeface="Arial" panose="020B0604020202020204" pitchFamily="34" charset="0"/>
              </a:rPr>
              <a:t>Rle</a:t>
            </a:r>
            <a:endParaRPr lang="en-GB" sz="1100" noProof="0">
              <a:latin typeface="Arial" panose="020B0604020202020204" pitchFamily="34" charset="0"/>
              <a:ea typeface="Arial" charset="0"/>
              <a:cs typeface="Arial" panose="020B0604020202020204" pitchFamily="34" charset="0"/>
            </a:endParaRPr>
          </a:p>
        </p:txBody>
      </p:sp>
      <p:sp>
        <p:nvSpPr>
          <p:cNvPr id="33" name="Espace réservé pour une image  2"/>
          <p:cNvSpPr>
            <a:spLocks noGrp="1"/>
          </p:cNvSpPr>
          <p:nvPr>
            <p:ph type="pic" sz="quarter" idx="53" hasCustomPrompt="1"/>
          </p:nvPr>
        </p:nvSpPr>
        <p:spPr>
          <a:xfrm>
            <a:off x="9700713" y="4002675"/>
            <a:ext cx="986956" cy="986956"/>
          </a:xfrm>
          <a:prstGeom prst="ellipse">
            <a:avLst/>
          </a:prstGeom>
        </p:spPr>
        <p:txBody>
          <a:bodyPr/>
          <a:lstStyle>
            <a:lvl1pPr marL="0" indent="0">
              <a:buNone/>
              <a:defRPr sz="1100"/>
            </a:lvl1pPr>
          </a:lstStyle>
          <a:p>
            <a:r>
              <a:rPr lang="fr-FR"/>
              <a:t>Image</a:t>
            </a:r>
          </a:p>
        </p:txBody>
      </p:sp>
      <p:sp>
        <p:nvSpPr>
          <p:cNvPr id="34" name="Espace réservé du texte 2"/>
          <p:cNvSpPr>
            <a:spLocks noGrp="1"/>
          </p:cNvSpPr>
          <p:nvPr>
            <p:ph type="body" sz="quarter" idx="54" hasCustomPrompt="1"/>
          </p:nvPr>
        </p:nvSpPr>
        <p:spPr>
          <a:xfrm>
            <a:off x="9176371" y="5063465"/>
            <a:ext cx="2190104" cy="1221897"/>
          </a:xfrm>
          <a:prstGeom prst="rect">
            <a:avLst/>
          </a:prstGeom>
        </p:spPr>
        <p:txBody>
          <a:bodyPr/>
          <a:lstStyle>
            <a:lvl1pPr marL="0" indent="0">
              <a:lnSpc>
                <a:spcPct val="100000"/>
              </a:lnSpc>
              <a:spcBef>
                <a:spcPts val="0"/>
              </a:spcBef>
              <a:buNone/>
              <a:defRPr lang="fr-FR" sz="1100" b="0" kern="1200" cap="none" spc="55" baseline="0" dirty="0">
                <a:solidFill>
                  <a:schemeClr val="tx1"/>
                </a:solidFill>
                <a:latin typeface="Arial" panose="020B0604020202020204" pitchFamily="34" charset="0"/>
                <a:ea typeface="+mn-ea"/>
                <a:cs typeface="Arial" panose="020B0604020202020204" pitchFamily="34" charset="0"/>
              </a:defRPr>
            </a:lvl1pPr>
          </a:lstStyle>
          <a:p>
            <a:r>
              <a:rPr lang="en-GB" noProof="0"/>
              <a:t>First name Last name</a:t>
            </a:r>
            <a:endParaRPr lang="en-GB" sz="1100" noProof="0">
              <a:latin typeface="Arial" panose="020B0604020202020204" pitchFamily="34" charset="0"/>
              <a:cs typeface="Arial" panose="020B0604020202020204" pitchFamily="34" charset="0"/>
            </a:endParaRPr>
          </a:p>
          <a:p>
            <a:r>
              <a:rPr lang="en-GB" sz="1100" noProof="0">
                <a:latin typeface="Arial" panose="020B0604020202020204" pitchFamily="34" charset="0"/>
                <a:ea typeface="Arial" charset="0"/>
                <a:cs typeface="Arial" panose="020B0604020202020204" pitchFamily="34" charset="0"/>
              </a:rPr>
              <a:t>Title</a:t>
            </a:r>
          </a:p>
          <a:p>
            <a:r>
              <a:rPr lang="en-GB" sz="1100" noProof="0">
                <a:latin typeface="Arial" panose="020B0604020202020204" pitchFamily="34" charset="0"/>
                <a:ea typeface="Arial" charset="0"/>
                <a:cs typeface="Arial" panose="020B0604020202020204" pitchFamily="34" charset="0"/>
              </a:rPr>
              <a:t>Contact details</a:t>
            </a:r>
          </a:p>
          <a:p>
            <a:r>
              <a:rPr lang="en-GB" sz="1100" noProof="0">
                <a:latin typeface="Arial" panose="020B0604020202020204" pitchFamily="34" charset="0"/>
                <a:ea typeface="Arial" charset="0"/>
                <a:cs typeface="Arial" panose="020B0604020202020204" pitchFamily="34" charset="0"/>
              </a:rPr>
              <a:t>Role</a:t>
            </a:r>
          </a:p>
        </p:txBody>
      </p:sp>
      <p:pic>
        <p:nvPicPr>
          <p:cNvPr id="19" name="Espace réservé pour une image  25"/>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2" y="0"/>
            <a:ext cx="3851563" cy="3406023"/>
          </a:xfrm>
          <a:prstGeom prst="rect">
            <a:avLst/>
          </a:prstGeom>
        </p:spPr>
      </p:pic>
    </p:spTree>
    <p:extLst>
      <p:ext uri="{BB962C8B-B14F-4D97-AF65-F5344CB8AC3E}">
        <p14:creationId xmlns:p14="http://schemas.microsoft.com/office/powerpoint/2010/main" val="35381648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2_Basic_2 subtitles and content">
    <p:spTree>
      <p:nvGrpSpPr>
        <p:cNvPr id="1" name=""/>
        <p:cNvGrpSpPr/>
        <p:nvPr/>
      </p:nvGrpSpPr>
      <p:grpSpPr>
        <a:xfrm>
          <a:off x="0" y="0"/>
          <a:ext cx="0" cy="0"/>
          <a:chOff x="0" y="0"/>
          <a:chExt cx="0" cy="0"/>
        </a:xfrm>
      </p:grpSpPr>
      <p:sp>
        <p:nvSpPr>
          <p:cNvPr id="5" name="Espace réservé du contenu 4"/>
          <p:cNvSpPr>
            <a:spLocks noGrp="1"/>
          </p:cNvSpPr>
          <p:nvPr>
            <p:ph sz="quarter" idx="16"/>
          </p:nvPr>
        </p:nvSpPr>
        <p:spPr>
          <a:xfrm>
            <a:off x="342900" y="2371725"/>
            <a:ext cx="11408951" cy="3497263"/>
          </a:xfrm>
          <a:prstGeom prst="rect">
            <a:avLst/>
          </a:prstGeom>
        </p:spPr>
        <p:txBody>
          <a:bodyPr/>
          <a:lstStyle>
            <a:lvl1pPr marL="0" indent="0">
              <a:buNone/>
              <a:defRPr sz="1200"/>
            </a:lvl1pPr>
            <a:lvl2pPr marL="685800" indent="-228600">
              <a:buFont typeface="Arial" panose="020B0604020202020204" pitchFamily="34" charset="0"/>
              <a:buChar char="−"/>
              <a:defRPr sz="1100"/>
            </a:lvl2pPr>
            <a:lvl3pPr marL="1143000" indent="-228600">
              <a:buFont typeface="Wingdings" panose="05000000000000000000" pitchFamily="2" charset="2"/>
              <a:buChar char="§"/>
              <a:defRPr sz="1100"/>
            </a:lvl3pPr>
            <a:lvl4pPr marL="1600200" indent="-228600">
              <a:buFont typeface="Courier New" panose="02070309020205020404" pitchFamily="49" charset="0"/>
              <a:buChar char="o"/>
              <a:defRPr sz="1100"/>
            </a:lvl4pPr>
            <a:lvl5pPr marL="2057400" indent="-228600">
              <a:buFont typeface="Wingdings" panose="05000000000000000000" pitchFamily="2" charset="2"/>
              <a:buChar char="q"/>
              <a:defRPr sz="1100"/>
            </a:lvl5pPr>
          </a:lstStyle>
          <a:p>
            <a:pPr lvl="0"/>
            <a:r>
              <a:rPr lang="fr-FR"/>
              <a:t>Modifier les styles du texte du masque</a:t>
            </a:r>
          </a:p>
        </p:txBody>
      </p:sp>
      <p:sp>
        <p:nvSpPr>
          <p:cNvPr id="8" name="Espace réservé du pied de page 1">
            <a:extLst>
              <a:ext uri="{FF2B5EF4-FFF2-40B4-BE49-F238E27FC236}">
                <a16:creationId xmlns:a16="http://schemas.microsoft.com/office/drawing/2014/main" id="{4C464621-0F8E-AA4B-B305-0B0912ACD203}"/>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ATG-073993 Digital Workplace</a:t>
            </a:r>
          </a:p>
        </p:txBody>
      </p:sp>
      <p:sp>
        <p:nvSpPr>
          <p:cNvPr id="15" name="Espace réservé du texte 4">
            <a:extLst>
              <a:ext uri="{FF2B5EF4-FFF2-40B4-BE49-F238E27FC236}">
                <a16:creationId xmlns:a16="http://schemas.microsoft.com/office/drawing/2014/main" id="{5EC23F5B-360B-0445-8FD1-24409BDEEBF4}"/>
              </a:ext>
            </a:extLst>
          </p:cNvPr>
          <p:cNvSpPr>
            <a:spLocks noGrp="1"/>
          </p:cNvSpPr>
          <p:nvPr>
            <p:ph type="body" sz="quarter" idx="35" hasCustomPrompt="1"/>
          </p:nvPr>
        </p:nvSpPr>
        <p:spPr>
          <a:xfrm>
            <a:off x="337931" y="922713"/>
            <a:ext cx="11433654" cy="273879"/>
          </a:xfrm>
          <a:prstGeom prst="rect">
            <a:avLst/>
          </a:prstGeom>
        </p:spPr>
        <p:txBody>
          <a:bodyPr anchor="t" anchorCtr="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1600" b="0" kern="1200" dirty="0">
                <a:solidFill>
                  <a:schemeClr val="tx1"/>
                </a:solidFill>
                <a:latin typeface="Arial"/>
                <a:ea typeface="Arial" charset="0"/>
                <a:cs typeface="Arial"/>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16" name="Espace réservé du texte 6">
            <a:extLst>
              <a:ext uri="{FF2B5EF4-FFF2-40B4-BE49-F238E27FC236}">
                <a16:creationId xmlns:a16="http://schemas.microsoft.com/office/drawing/2014/main" id="{37CA94CC-E063-FD4B-9E73-7ADA95F5A08D}"/>
              </a:ext>
            </a:extLst>
          </p:cNvPr>
          <p:cNvSpPr>
            <a:spLocks noGrp="1"/>
          </p:cNvSpPr>
          <p:nvPr>
            <p:ph type="body" sz="quarter" idx="10" hasCustomPrompt="1"/>
          </p:nvPr>
        </p:nvSpPr>
        <p:spPr>
          <a:xfrm>
            <a:off x="337932" y="564022"/>
            <a:ext cx="11414125"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sp>
        <p:nvSpPr>
          <p:cNvPr id="7" name="Espace réservé du texte 2"/>
          <p:cNvSpPr>
            <a:spLocks noGrp="1"/>
          </p:cNvSpPr>
          <p:nvPr>
            <p:ph type="body" sz="quarter" idx="31"/>
          </p:nvPr>
        </p:nvSpPr>
        <p:spPr>
          <a:xfrm>
            <a:off x="338138" y="1614922"/>
            <a:ext cx="11413919" cy="46672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Modifier les styles du texte du masque</a:t>
            </a:r>
          </a:p>
        </p:txBody>
      </p:sp>
    </p:spTree>
    <p:extLst>
      <p:ext uri="{BB962C8B-B14F-4D97-AF65-F5344CB8AC3E}">
        <p14:creationId xmlns:p14="http://schemas.microsoft.com/office/powerpoint/2010/main" val="41280359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5_Large Top Image with Title bottom left">
    <p:spTree>
      <p:nvGrpSpPr>
        <p:cNvPr id="1" name=""/>
        <p:cNvGrpSpPr/>
        <p:nvPr/>
      </p:nvGrpSpPr>
      <p:grpSpPr>
        <a:xfrm>
          <a:off x="0" y="0"/>
          <a:ext cx="0" cy="0"/>
          <a:chOff x="0" y="0"/>
          <a:chExt cx="0" cy="0"/>
        </a:xfrm>
      </p:grpSpPr>
      <p:sp>
        <p:nvSpPr>
          <p:cNvPr id="10" name="Espace réservé pour une image  9"/>
          <p:cNvSpPr>
            <a:spLocks noGrp="1"/>
          </p:cNvSpPr>
          <p:nvPr>
            <p:ph type="pic" sz="quarter" idx="36"/>
          </p:nvPr>
        </p:nvSpPr>
        <p:spPr>
          <a:xfrm>
            <a:off x="0" y="0"/>
            <a:ext cx="12192000" cy="3019246"/>
          </a:xfrm>
          <a:prstGeom prst="rect">
            <a:avLst/>
          </a:prstGeom>
        </p:spPr>
        <p:txBody>
          <a:bodyPr/>
          <a:lstStyle>
            <a:lvl1pPr>
              <a:defRPr sz="1400"/>
            </a:lvl1pPr>
          </a:lstStyle>
          <a:p>
            <a:endParaRPr lang="fr-FR"/>
          </a:p>
        </p:txBody>
      </p:sp>
      <p:sp>
        <p:nvSpPr>
          <p:cNvPr id="7" name="Espace réservé du texte 6"/>
          <p:cNvSpPr>
            <a:spLocks noGrp="1"/>
          </p:cNvSpPr>
          <p:nvPr>
            <p:ph type="body" sz="quarter" idx="11" hasCustomPrompt="1"/>
          </p:nvPr>
        </p:nvSpPr>
        <p:spPr>
          <a:xfrm>
            <a:off x="5794050" y="3990886"/>
            <a:ext cx="6057056" cy="2073363"/>
          </a:xfrm>
          <a:prstGeom prst="rect">
            <a:avLst/>
          </a:prstGeom>
        </p:spPr>
        <p:txBody>
          <a:bodyPr numCol="1"/>
          <a:lstStyle>
            <a:lvl1pPr marL="0" indent="0" algn="l">
              <a:buNone/>
              <a:defRPr sz="1200"/>
            </a:lvl1pPr>
            <a:lvl2pPr algn="l">
              <a:defRPr sz="1100"/>
            </a:lvl2pPr>
            <a:lvl3pPr algn="l">
              <a:defRPr sz="1100"/>
            </a:lvl3pPr>
            <a:lvl4pPr algn="l">
              <a:defRPr sz="1100"/>
            </a:lvl4pPr>
            <a:lvl5pPr algn="l">
              <a:defRPr sz="1100"/>
            </a:lvl5pPr>
          </a:lstStyle>
          <a:p>
            <a:pPr lvl="0"/>
            <a:r>
              <a:rPr lang="fr-FR" err="1"/>
              <a:t>Text</a:t>
            </a:r>
            <a:endParaRPr lang="fr-FR"/>
          </a:p>
        </p:txBody>
      </p:sp>
      <p:sp>
        <p:nvSpPr>
          <p:cNvPr id="5" name="Espace réservé du texte 4"/>
          <p:cNvSpPr>
            <a:spLocks noGrp="1"/>
          </p:cNvSpPr>
          <p:nvPr>
            <p:ph type="body" sz="quarter" idx="27" hasCustomPrompt="1"/>
          </p:nvPr>
        </p:nvSpPr>
        <p:spPr>
          <a:xfrm>
            <a:off x="529839" y="3990886"/>
            <a:ext cx="4443817" cy="2153540"/>
          </a:xfrm>
          <a:prstGeom prst="rect">
            <a:avLst/>
          </a:prstGeom>
        </p:spPr>
        <p:txBody>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4000" b="1" cap="all"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a:t>
            </a:r>
          </a:p>
        </p:txBody>
      </p:sp>
      <p:cxnSp>
        <p:nvCxnSpPr>
          <p:cNvPr id="11" name="Connecteur droit 10"/>
          <p:cNvCxnSpPr/>
          <p:nvPr userDrawn="1"/>
        </p:nvCxnSpPr>
        <p:spPr>
          <a:xfrm>
            <a:off x="5396752" y="3550024"/>
            <a:ext cx="0" cy="22949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21361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1_BASIC_Texte à gauche image à droite">
    <p:spTree>
      <p:nvGrpSpPr>
        <p:cNvPr id="1" name=""/>
        <p:cNvGrpSpPr/>
        <p:nvPr/>
      </p:nvGrpSpPr>
      <p:grpSpPr>
        <a:xfrm>
          <a:off x="0" y="0"/>
          <a:ext cx="0" cy="0"/>
          <a:chOff x="0" y="0"/>
          <a:chExt cx="0" cy="0"/>
        </a:xfrm>
      </p:grpSpPr>
      <p:sp>
        <p:nvSpPr>
          <p:cNvPr id="8" name="Espace réservé pour une image  9"/>
          <p:cNvSpPr>
            <a:spLocks noGrp="1"/>
          </p:cNvSpPr>
          <p:nvPr>
            <p:ph type="pic" sz="quarter" idx="14"/>
          </p:nvPr>
        </p:nvSpPr>
        <p:spPr>
          <a:xfrm>
            <a:off x="7937500" y="0"/>
            <a:ext cx="4254500" cy="6857999"/>
          </a:xfrm>
          <a:prstGeom prst="rect">
            <a:avLst/>
          </a:prstGeom>
        </p:spPr>
        <p:txBody>
          <a:bodyPr>
            <a:normAutofit/>
          </a:bodyPr>
          <a:lstStyle>
            <a:lvl1pPr marL="0" indent="0">
              <a:buNone/>
              <a:defRPr sz="1200" baseline="0"/>
            </a:lvl1pPr>
          </a:lstStyle>
          <a:p>
            <a:r>
              <a:rPr lang="fr-FR"/>
              <a:t>Cliquez sur l'icône pour ajouter une image</a:t>
            </a:r>
          </a:p>
        </p:txBody>
      </p:sp>
      <p:sp>
        <p:nvSpPr>
          <p:cNvPr id="11" name="Espace réservé du texte 6">
            <a:extLst>
              <a:ext uri="{FF2B5EF4-FFF2-40B4-BE49-F238E27FC236}">
                <a16:creationId xmlns:a16="http://schemas.microsoft.com/office/drawing/2014/main" id="{78E849C0-9B38-403D-9C33-A96BC7B6508F}"/>
              </a:ext>
            </a:extLst>
          </p:cNvPr>
          <p:cNvSpPr>
            <a:spLocks noGrp="1"/>
          </p:cNvSpPr>
          <p:nvPr>
            <p:ph type="body" sz="quarter" idx="28" hasCustomPrompt="1"/>
          </p:nvPr>
        </p:nvSpPr>
        <p:spPr>
          <a:xfrm>
            <a:off x="346901" y="590550"/>
            <a:ext cx="7090331" cy="645000"/>
          </a:xfrm>
          <a:prstGeom prst="rect">
            <a:avLst/>
          </a:prstGeom>
        </p:spPr>
        <p:txBody>
          <a:bodyPr anchor="t" anchorCtr="0"/>
          <a:lstStyle>
            <a:lvl1pPr marL="0" indent="0">
              <a:buNone/>
              <a:defRPr sz="2400" b="1" cap="all" spc="-150" baseline="0">
                <a:latin typeface="+mj-lt"/>
              </a:defRPr>
            </a:lvl1pPr>
          </a:lstStyle>
          <a:p>
            <a:pPr lvl="0"/>
            <a:r>
              <a:rPr lang="fr-FR"/>
              <a:t>Titre</a:t>
            </a:r>
          </a:p>
        </p:txBody>
      </p:sp>
      <p:sp>
        <p:nvSpPr>
          <p:cNvPr id="13" name="Espace réservé du contenu 4">
            <a:extLst>
              <a:ext uri="{FF2B5EF4-FFF2-40B4-BE49-F238E27FC236}">
                <a16:creationId xmlns:a16="http://schemas.microsoft.com/office/drawing/2014/main" id="{DC07E09A-0AF2-44A0-9642-C5355482FB30}"/>
              </a:ext>
            </a:extLst>
          </p:cNvPr>
          <p:cNvSpPr>
            <a:spLocks noGrp="1"/>
          </p:cNvSpPr>
          <p:nvPr>
            <p:ph sz="quarter" idx="30"/>
          </p:nvPr>
        </p:nvSpPr>
        <p:spPr>
          <a:xfrm>
            <a:off x="356426" y="2027301"/>
            <a:ext cx="7102462" cy="3822637"/>
          </a:xfrm>
          <a:prstGeom prst="rect">
            <a:avLst/>
          </a:prstGeom>
        </p:spPr>
        <p:txBody>
          <a:bodyPr/>
          <a:lstStyle>
            <a:lvl1pPr>
              <a:defRPr sz="1100"/>
            </a:lvl1pPr>
            <a:lvl2pPr marL="685800" indent="-228600">
              <a:buFont typeface="Arial" panose="020B0604020202020204" pitchFamily="34" charset="0"/>
              <a:buChar char="−"/>
              <a:defRPr sz="1100"/>
            </a:lvl2pPr>
            <a:lvl3pPr marL="1143000" indent="-228600">
              <a:buFont typeface="Wingdings" panose="05000000000000000000" pitchFamily="2" charset="2"/>
              <a:buChar char="§"/>
              <a:defRPr sz="1100"/>
            </a:lvl3pPr>
            <a:lvl4pPr marL="1600200" indent="-228600">
              <a:buFont typeface="Courier New" panose="02070309020205020404" pitchFamily="49" charset="0"/>
              <a:buChar char="o"/>
              <a:defRPr sz="1100"/>
            </a:lvl4pPr>
            <a:lvl5pPr marL="2057400" indent="-228600">
              <a:buFont typeface="Wingdings" panose="05000000000000000000" pitchFamily="2" charset="2"/>
              <a:buChar char="q"/>
              <a:defRPr sz="1100"/>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337933" y="1453258"/>
            <a:ext cx="7120955" cy="273879"/>
          </a:xfrm>
          <a:prstGeom prst="rect">
            <a:avLst/>
          </a:prstGeom>
        </p:spPr>
        <p:txBody>
          <a:bodyPr anchor="ct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baseline="0">
                <a:latin typeface="+mj-lt"/>
              </a:defRPr>
            </a:lvl1pPr>
            <a:lvl2pPr>
              <a:defRPr sz="2400">
                <a:latin typeface="Poppins"/>
              </a:defRPr>
            </a:lvl2pPr>
            <a:lvl3pPr>
              <a:defRPr sz="2400">
                <a:latin typeface="Poppins"/>
              </a:defRPr>
            </a:lvl3pPr>
            <a:lvl4pPr>
              <a:defRPr sz="2400">
                <a:latin typeface="Poppins"/>
              </a:defRPr>
            </a:lvl4pPr>
            <a:lvl5pPr>
              <a:defRPr sz="2400">
                <a:latin typeface="Poppins"/>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Sous-titre</a:t>
            </a:r>
          </a:p>
        </p:txBody>
      </p:sp>
      <p:sp>
        <p:nvSpPr>
          <p:cNvPr id="9" name="Espace réservé du pied de page 1">
            <a:extLst>
              <a:ext uri="{FF2B5EF4-FFF2-40B4-BE49-F238E27FC236}">
                <a16:creationId xmlns:a16="http://schemas.microsoft.com/office/drawing/2014/main" id="{0D5616C1-334D-49F8-AE31-292BDF57B69F}"/>
              </a:ext>
            </a:extLst>
          </p:cNvPr>
          <p:cNvSpPr>
            <a:spLocks noGrp="1"/>
          </p:cNvSpPr>
          <p:nvPr>
            <p:ph type="ftr" sz="quarter" idx="3"/>
          </p:nvPr>
        </p:nvSpPr>
        <p:spPr>
          <a:xfrm>
            <a:off x="337931" y="240214"/>
            <a:ext cx="2881519" cy="271549"/>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Titre de la présentation</a:t>
            </a:r>
          </a:p>
        </p:txBody>
      </p:sp>
    </p:spTree>
    <p:extLst>
      <p:ext uri="{BB962C8B-B14F-4D97-AF65-F5344CB8AC3E}">
        <p14:creationId xmlns:p14="http://schemas.microsoft.com/office/powerpoint/2010/main" val="2910640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2_Basic_with title and content">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BCF4F3E8-6707-42ED-8A32-7770E8D42C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Espace réservé du contenu 4">
            <a:extLst>
              <a:ext uri="{FF2B5EF4-FFF2-40B4-BE49-F238E27FC236}">
                <a16:creationId xmlns:a16="http://schemas.microsoft.com/office/drawing/2014/main" id="{A7C77CF3-659B-45A2-B05C-892056073484}"/>
              </a:ext>
            </a:extLst>
          </p:cNvPr>
          <p:cNvSpPr>
            <a:spLocks noGrp="1"/>
          </p:cNvSpPr>
          <p:nvPr>
            <p:ph sz="quarter" idx="16" hasCustomPrompt="1"/>
          </p:nvPr>
        </p:nvSpPr>
        <p:spPr>
          <a:xfrm>
            <a:off x="342900" y="1435713"/>
            <a:ext cx="11428686" cy="4649505"/>
          </a:xfrm>
          <a:prstGeom prst="rect">
            <a:avLst/>
          </a:prstGeom>
        </p:spPr>
        <p:txBody>
          <a:bodyPr/>
          <a:lstStyle>
            <a:lvl1pPr marL="0" indent="0">
              <a:buNone/>
              <a:defRPr sz="1200">
                <a:latin typeface="Arial" panose="020B0604020202020204" pitchFamily="34" charset="0"/>
                <a:cs typeface="Arial" panose="020B0604020202020204" pitchFamily="34" charset="0"/>
              </a:defRPr>
            </a:lvl1pPr>
            <a:lvl2pPr marL="685800" indent="-228600">
              <a:buFont typeface="Arial" panose="020B0604020202020204" pitchFamily="34" charset="0"/>
              <a:buChar char="•"/>
              <a:defRPr sz="1200">
                <a:latin typeface="Arial" panose="020B0604020202020204" pitchFamily="34" charset="0"/>
                <a:cs typeface="Arial" panose="020B0604020202020204" pitchFamily="34" charset="0"/>
              </a:defRPr>
            </a:lvl2pPr>
            <a:lvl3pPr marL="1143000" indent="-228600">
              <a:buFont typeface="Arial" panose="020B0604020202020204" pitchFamily="34" charset="0"/>
              <a:buChar char="–"/>
              <a:defRPr sz="12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400">
                <a:latin typeface="Arial" panose="020B0604020202020204" pitchFamily="34" charset="0"/>
                <a:cs typeface="Arial" panose="020B0604020202020204" pitchFamily="34" charset="0"/>
              </a:defRPr>
            </a:lvl4pPr>
            <a:lvl5pPr marL="2057400" indent="-228600">
              <a:buFont typeface="Wingdings" panose="05000000000000000000" pitchFamily="2" charset="2"/>
              <a:buChar char="q"/>
              <a:defRPr sz="1400">
                <a:latin typeface="Arial" panose="020B0604020202020204" pitchFamily="34" charset="0"/>
                <a:cs typeface="Arial" panose="020B0604020202020204" pitchFamily="34" charset="0"/>
              </a:defRPr>
            </a:lvl5pPr>
          </a:lstStyle>
          <a:p>
            <a:pPr lvl="0"/>
            <a:r>
              <a:rPr lang="fr-FR"/>
              <a:t>Premier niveau</a:t>
            </a:r>
          </a:p>
          <a:p>
            <a:pPr lvl="1"/>
            <a:r>
              <a:rPr lang="fr-FR"/>
              <a:t>Deuxième niveau</a:t>
            </a:r>
          </a:p>
          <a:p>
            <a:pPr lvl="2"/>
            <a:r>
              <a:rPr lang="fr-FR"/>
              <a:t>Troisième niveau</a:t>
            </a:r>
          </a:p>
        </p:txBody>
      </p:sp>
      <p:sp>
        <p:nvSpPr>
          <p:cNvPr id="5" name="Espace réservé du pied de page 1">
            <a:extLst>
              <a:ext uri="{FF2B5EF4-FFF2-40B4-BE49-F238E27FC236}">
                <a16:creationId xmlns:a16="http://schemas.microsoft.com/office/drawing/2014/main" id="{EC5ECFF2-9AE6-9545-A3E0-941A7A5ADCCD}"/>
              </a:ext>
            </a:extLst>
          </p:cNvPr>
          <p:cNvSpPr>
            <a:spLocks noGrp="1"/>
          </p:cNvSpPr>
          <p:nvPr>
            <p:ph type="ftr" sz="quarter" idx="3"/>
          </p:nvPr>
        </p:nvSpPr>
        <p:spPr>
          <a:xfrm>
            <a:off x="337931" y="244787"/>
            <a:ext cx="1738519" cy="88398"/>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Document Header</a:t>
            </a:r>
          </a:p>
        </p:txBody>
      </p:sp>
      <p:sp>
        <p:nvSpPr>
          <p:cNvPr id="10" name="Espace réservé du texte 6">
            <a:extLst>
              <a:ext uri="{FF2B5EF4-FFF2-40B4-BE49-F238E27FC236}">
                <a16:creationId xmlns:a16="http://schemas.microsoft.com/office/drawing/2014/main" id="{11FA3CD6-E3F0-CF4B-A6FA-8168C505BBAF}"/>
              </a:ext>
            </a:extLst>
          </p:cNvPr>
          <p:cNvSpPr>
            <a:spLocks noGrp="1"/>
          </p:cNvSpPr>
          <p:nvPr>
            <p:ph type="body" sz="quarter" idx="10" hasCustomPrompt="1"/>
          </p:nvPr>
        </p:nvSpPr>
        <p:spPr>
          <a:xfrm>
            <a:off x="337932" y="564022"/>
            <a:ext cx="11414125" cy="358691"/>
          </a:xfrm>
          <a:prstGeom prst="rect">
            <a:avLst/>
          </a:prstGeom>
        </p:spPr>
        <p:txBody>
          <a:bodyPr anchor="t" anchorCtr="0"/>
          <a:lstStyle>
            <a:lvl1pPr marL="0" indent="0">
              <a:buNone/>
              <a:defRPr sz="2200" b="1" cap="all" spc="-150" baseline="0">
                <a:latin typeface="+mj-lt"/>
              </a:defRPr>
            </a:lvl1pPr>
          </a:lstStyle>
          <a:p>
            <a:pPr lvl="0"/>
            <a:r>
              <a:rPr lang="fr-FR"/>
              <a:t>Titre</a:t>
            </a:r>
          </a:p>
        </p:txBody>
      </p:sp>
    </p:spTree>
    <p:extLst>
      <p:ext uri="{BB962C8B-B14F-4D97-AF65-F5344CB8AC3E}">
        <p14:creationId xmlns:p14="http://schemas.microsoft.com/office/powerpoint/2010/main" val="26898566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BASIC_Vide">
    <p:spTree>
      <p:nvGrpSpPr>
        <p:cNvPr id="1" name=""/>
        <p:cNvGrpSpPr/>
        <p:nvPr/>
      </p:nvGrpSpPr>
      <p:grpSpPr>
        <a:xfrm>
          <a:off x="0" y="0"/>
          <a:ext cx="0" cy="0"/>
          <a:chOff x="0" y="0"/>
          <a:chExt cx="0" cy="0"/>
        </a:xfrm>
      </p:grpSpPr>
      <p:sp>
        <p:nvSpPr>
          <p:cNvPr id="5" name="Espace réservé du pied de page 1">
            <a:extLst>
              <a:ext uri="{FF2B5EF4-FFF2-40B4-BE49-F238E27FC236}">
                <a16:creationId xmlns:a16="http://schemas.microsoft.com/office/drawing/2014/main" id="{0D5616C1-334D-49F8-AE31-292BDF57B69F}"/>
              </a:ext>
            </a:extLst>
          </p:cNvPr>
          <p:cNvSpPr>
            <a:spLocks noGrp="1"/>
          </p:cNvSpPr>
          <p:nvPr>
            <p:ph type="ftr" sz="quarter" idx="3"/>
          </p:nvPr>
        </p:nvSpPr>
        <p:spPr>
          <a:xfrm>
            <a:off x="337931" y="240214"/>
            <a:ext cx="2881519" cy="271549"/>
          </a:xfrm>
          <a:prstGeom prst="rect">
            <a:avLst/>
          </a:prstGeom>
          <a:solidFill>
            <a:schemeClr val="bg1"/>
          </a:solidFill>
        </p:spPr>
        <p:txBody>
          <a:bodyPr vert="horz" lIns="91440" tIns="45720" rIns="91440" bIns="45720" rtlCol="0" anchor="ctr"/>
          <a:lstStyle>
            <a:lvl1pPr algn="l">
              <a:defRPr sz="900">
                <a:solidFill>
                  <a:schemeClr val="tx1"/>
                </a:solidFill>
              </a:defRPr>
            </a:lvl1pPr>
          </a:lstStyle>
          <a:p>
            <a:r>
              <a:rPr lang="fr-FR"/>
              <a:t>Titre de la présentation</a:t>
            </a:r>
          </a:p>
        </p:txBody>
      </p:sp>
    </p:spTree>
    <p:extLst>
      <p:ext uri="{BB962C8B-B14F-4D97-AF65-F5344CB8AC3E}">
        <p14:creationId xmlns:p14="http://schemas.microsoft.com/office/powerpoint/2010/main" val="9488133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cSld name="02_Home">
    <p:spTree>
      <p:nvGrpSpPr>
        <p:cNvPr id="1" name=""/>
        <p:cNvGrpSpPr/>
        <p:nvPr/>
      </p:nvGrpSpPr>
      <p:grpSpPr>
        <a:xfrm>
          <a:off x="0" y="0"/>
          <a:ext cx="0" cy="0"/>
          <a:chOff x="0" y="0"/>
          <a:chExt cx="0" cy="0"/>
        </a:xfrm>
      </p:grpSpPr>
      <p:pic>
        <p:nvPicPr>
          <p:cNvPr id="7" name="Image 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8" name="Rectangle 7"/>
          <p:cNvSpPr/>
          <p:nvPr/>
        </p:nvSpPr>
        <p:spPr>
          <a:xfrm>
            <a:off x="213270" y="179462"/>
            <a:ext cx="11771627" cy="648897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space réservé du texte 11"/>
          <p:cNvSpPr>
            <a:spLocks noGrp="1"/>
          </p:cNvSpPr>
          <p:nvPr>
            <p:ph type="body" sz="quarter" idx="11" hasCustomPrompt="1"/>
          </p:nvPr>
        </p:nvSpPr>
        <p:spPr>
          <a:xfrm>
            <a:off x="213270" y="2830512"/>
            <a:ext cx="11771627" cy="1196975"/>
          </a:xfrm>
          <a:prstGeom prst="rect">
            <a:avLst/>
          </a:prstGeom>
        </p:spPr>
        <p:txBody>
          <a:bodyPr anchor="ctr"/>
          <a:lstStyle>
            <a:lvl1pPr marL="0" indent="0" algn="ctr">
              <a:buNone/>
              <a:defRPr sz="7200" b="1" cap="none" spc="-150" baseline="0">
                <a:ln w="1905">
                  <a:solidFill>
                    <a:schemeClr val="tx1">
                      <a:alpha val="32000"/>
                    </a:schemeClr>
                  </a:solidFill>
                  <a:prstDash val="solid"/>
                </a:ln>
                <a:solidFill>
                  <a:srgbClr val="FFFFFF"/>
                </a:solidFill>
                <a:effectLst/>
                <a:latin typeface="+mj-lt"/>
              </a:defRPr>
            </a:lvl1pPr>
          </a:lstStyle>
          <a:p>
            <a:pPr lvl="0"/>
            <a:r>
              <a:rPr lang="fr-FR"/>
              <a:t>TITRE PRESENTATION</a:t>
            </a:r>
          </a:p>
        </p:txBody>
      </p:sp>
      <p:sp>
        <p:nvSpPr>
          <p:cNvPr id="10" name="Espace réservé du texte 9"/>
          <p:cNvSpPr>
            <a:spLocks noGrp="1"/>
          </p:cNvSpPr>
          <p:nvPr>
            <p:ph type="body" sz="quarter" idx="10" hasCustomPrompt="1"/>
          </p:nvPr>
        </p:nvSpPr>
        <p:spPr>
          <a:xfrm>
            <a:off x="1876756" y="3081337"/>
            <a:ext cx="8506883" cy="939800"/>
          </a:xfrm>
          <a:prstGeom prst="rect">
            <a:avLst/>
          </a:prstGeom>
        </p:spPr>
        <p:txBody>
          <a:bodyPr anchor="ctr"/>
          <a:lstStyle>
            <a:lvl1pPr marL="0" indent="0" algn="ctr">
              <a:buNone/>
              <a:defRPr sz="5400" b="1" spc="-150" baseline="0">
                <a:solidFill>
                  <a:schemeClr val="tx1"/>
                </a:solidFill>
                <a:latin typeface="+mj-lt"/>
              </a:defRPr>
            </a:lvl1pPr>
          </a:lstStyle>
          <a:p>
            <a:pPr lvl="0"/>
            <a:r>
              <a:rPr lang="fr-FR"/>
              <a:t>TITRE PRESENTATION</a:t>
            </a:r>
          </a:p>
        </p:txBody>
      </p:sp>
      <p:pic>
        <p:nvPicPr>
          <p:cNvPr id="11" name="Image 10">
            <a:extLst>
              <a:ext uri="{FF2B5EF4-FFF2-40B4-BE49-F238E27FC236}">
                <a16:creationId xmlns:a16="http://schemas.microsoft.com/office/drawing/2014/main" id="{FEA2AF23-9837-B940-8ACF-A964AC1B56E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5917" b="22285"/>
          <a:stretch/>
        </p:blipFill>
        <p:spPr>
          <a:xfrm>
            <a:off x="5317580" y="6117423"/>
            <a:ext cx="1541214" cy="387135"/>
          </a:xfrm>
          <a:prstGeom prst="rect">
            <a:avLst/>
          </a:prstGeom>
        </p:spPr>
      </p:pic>
    </p:spTree>
    <p:extLst>
      <p:ext uri="{BB962C8B-B14F-4D97-AF65-F5344CB8AC3E}">
        <p14:creationId xmlns:p14="http://schemas.microsoft.com/office/powerpoint/2010/main" val="39540708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117" Type="http://schemas.openxmlformats.org/officeDocument/2006/relationships/theme" Target="../theme/theme1.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image" Target="../media/image1.png"/><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image" Target="../media/image2.pn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image" Target="../media/image3.png"/><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object 4"/>
          <p:cNvSpPr/>
          <p:nvPr/>
        </p:nvSpPr>
        <p:spPr>
          <a:xfrm flipV="1">
            <a:off x="337932" y="232999"/>
            <a:ext cx="11519451" cy="45719"/>
          </a:xfrm>
          <a:custGeom>
            <a:avLst/>
            <a:gdLst/>
            <a:ahLst/>
            <a:cxnLst/>
            <a:rect l="l" t="t" r="r" b="b"/>
            <a:pathLst>
              <a:path w="5029200">
                <a:moveTo>
                  <a:pt x="0" y="0"/>
                </a:moveTo>
                <a:lnTo>
                  <a:pt x="5029200" y="0"/>
                </a:lnTo>
              </a:path>
            </a:pathLst>
          </a:custGeom>
          <a:ln w="6350">
            <a:solidFill>
              <a:srgbClr val="888888"/>
            </a:solidFill>
          </a:ln>
        </p:spPr>
        <p:txBody>
          <a:bodyPr wrap="square" lIns="0" tIns="0" rIns="0" bIns="0" rtlCol="0"/>
          <a:lstStyle/>
          <a:p>
            <a:endParaRPr/>
          </a:p>
        </p:txBody>
      </p:sp>
      <p:sp>
        <p:nvSpPr>
          <p:cNvPr id="12" name="object 3"/>
          <p:cNvSpPr/>
          <p:nvPr/>
        </p:nvSpPr>
        <p:spPr>
          <a:xfrm flipV="1">
            <a:off x="337932" y="6608995"/>
            <a:ext cx="5010938" cy="74837"/>
          </a:xfrm>
          <a:custGeom>
            <a:avLst/>
            <a:gdLst/>
            <a:ahLst/>
            <a:cxnLst/>
            <a:rect l="l" t="t" r="r" b="b"/>
            <a:pathLst>
              <a:path w="5689600">
                <a:moveTo>
                  <a:pt x="0" y="0"/>
                </a:moveTo>
                <a:lnTo>
                  <a:pt x="5689600" y="0"/>
                </a:lnTo>
              </a:path>
            </a:pathLst>
          </a:custGeom>
          <a:ln w="6350">
            <a:solidFill>
              <a:srgbClr val="888888"/>
            </a:solidFill>
          </a:ln>
        </p:spPr>
        <p:txBody>
          <a:bodyPr wrap="square" lIns="0" tIns="0" rIns="0" bIns="0" rtlCol="0"/>
          <a:lstStyle/>
          <a:p>
            <a:endParaRPr/>
          </a:p>
        </p:txBody>
      </p:sp>
      <p:sp>
        <p:nvSpPr>
          <p:cNvPr id="13" name="object 4"/>
          <p:cNvSpPr/>
          <p:nvPr/>
        </p:nvSpPr>
        <p:spPr>
          <a:xfrm>
            <a:off x="6751319" y="6670368"/>
            <a:ext cx="4479665" cy="52127"/>
          </a:xfrm>
          <a:custGeom>
            <a:avLst/>
            <a:gdLst/>
            <a:ahLst/>
            <a:cxnLst/>
            <a:rect l="l" t="t" r="r" b="b"/>
            <a:pathLst>
              <a:path w="5029200">
                <a:moveTo>
                  <a:pt x="0" y="0"/>
                </a:moveTo>
                <a:lnTo>
                  <a:pt x="5029200" y="0"/>
                </a:lnTo>
              </a:path>
            </a:pathLst>
          </a:custGeom>
          <a:ln w="6350">
            <a:solidFill>
              <a:srgbClr val="888888"/>
            </a:solidFill>
          </a:ln>
        </p:spPr>
        <p:txBody>
          <a:bodyPr wrap="square" lIns="0" tIns="0" rIns="0" bIns="0" rtlCol="0"/>
          <a:lstStyle/>
          <a:p>
            <a:endParaRPr/>
          </a:p>
        </p:txBody>
      </p:sp>
      <p:sp>
        <p:nvSpPr>
          <p:cNvPr id="2" name="ZoneTexte 1"/>
          <p:cNvSpPr txBox="1"/>
          <p:nvPr/>
        </p:nvSpPr>
        <p:spPr>
          <a:xfrm>
            <a:off x="11546948" y="6537659"/>
            <a:ext cx="487386" cy="261610"/>
          </a:xfrm>
          <a:prstGeom prst="rect">
            <a:avLst/>
          </a:prstGeom>
          <a:noFill/>
        </p:spPr>
        <p:txBody>
          <a:bodyPr wrap="square" rtlCol="0" anchor="ctr">
            <a:spAutoFit/>
          </a:bodyPr>
          <a:lstStyle/>
          <a:p>
            <a:pPr algn="ctr"/>
            <a:fld id="{74EF4EBF-C4CC-4B4E-9A1A-A7BF41CB8228}" type="slidenum">
              <a:rPr lang="fr-FR" sz="1100" smtClean="0">
                <a:solidFill>
                  <a:srgbClr val="888888"/>
                </a:solidFill>
              </a:rPr>
              <a:pPr algn="ctr"/>
              <a:t>‹N°›</a:t>
            </a:fld>
            <a:endParaRPr lang="fr-FR" sz="1100">
              <a:solidFill>
                <a:srgbClr val="888888"/>
              </a:solidFill>
            </a:endParaRPr>
          </a:p>
        </p:txBody>
      </p:sp>
      <p:pic>
        <p:nvPicPr>
          <p:cNvPr id="11" name="Image 10">
            <a:extLst>
              <a:ext uri="{FF2B5EF4-FFF2-40B4-BE49-F238E27FC236}">
                <a16:creationId xmlns:a16="http://schemas.microsoft.com/office/drawing/2014/main" id="{FEA2AF23-9837-B940-8ACF-A964AC1B56E7}"/>
              </a:ext>
            </a:extLst>
          </p:cNvPr>
          <p:cNvPicPr>
            <a:picLocks noChangeAspect="1"/>
          </p:cNvPicPr>
          <p:nvPr/>
        </p:nvPicPr>
        <p:blipFill rotWithShape="1">
          <a:blip r:embed="rId118" cstate="print">
            <a:extLst>
              <a:ext uri="{28A0092B-C50C-407E-A947-70E740481C1C}">
                <a14:useLocalDpi xmlns:a14="http://schemas.microsoft.com/office/drawing/2010/main" val="0"/>
              </a:ext>
            </a:extLst>
          </a:blip>
          <a:srcRect t="24630" b="19140"/>
          <a:stretch/>
        </p:blipFill>
        <p:spPr>
          <a:xfrm>
            <a:off x="5660072" y="6596266"/>
            <a:ext cx="890747" cy="242889"/>
          </a:xfrm>
          <a:prstGeom prst="rect">
            <a:avLst/>
          </a:prstGeom>
        </p:spPr>
      </p:pic>
      <p:pic>
        <p:nvPicPr>
          <p:cNvPr id="7" name="Image 6">
            <a:extLst>
              <a:ext uri="{FF2B5EF4-FFF2-40B4-BE49-F238E27FC236}">
                <a16:creationId xmlns:a16="http://schemas.microsoft.com/office/drawing/2014/main" id="{3397CFC6-72FF-3EC5-21EF-9B917471556A}"/>
              </a:ext>
            </a:extLst>
          </p:cNvPr>
          <p:cNvPicPr>
            <a:picLocks noChangeAspect="1"/>
          </p:cNvPicPr>
          <p:nvPr userDrawn="1"/>
        </p:nvPicPr>
        <p:blipFill rotWithShape="1">
          <a:blip r:embed="rId119" cstate="print">
            <a:extLst>
              <a:ext uri="{28A0092B-C50C-407E-A947-70E740481C1C}">
                <a14:useLocalDpi xmlns:a14="http://schemas.microsoft.com/office/drawing/2010/main" val="0"/>
              </a:ext>
            </a:extLst>
          </a:blip>
          <a:srcRect l="5753" t="26911" r="5079" b="22104"/>
          <a:stretch/>
        </p:blipFill>
        <p:spPr>
          <a:xfrm>
            <a:off x="5713280" y="6608995"/>
            <a:ext cx="792295" cy="219681"/>
          </a:xfrm>
          <a:prstGeom prst="rect">
            <a:avLst/>
          </a:prstGeom>
        </p:spPr>
      </p:pic>
      <p:sp>
        <p:nvSpPr>
          <p:cNvPr id="8" name="object 4">
            <a:extLst>
              <a:ext uri="{FF2B5EF4-FFF2-40B4-BE49-F238E27FC236}">
                <a16:creationId xmlns:a16="http://schemas.microsoft.com/office/drawing/2014/main" id="{B0754598-28D3-6140-D80A-95D3B76F891B}"/>
              </a:ext>
            </a:extLst>
          </p:cNvPr>
          <p:cNvSpPr/>
          <p:nvPr userDrawn="1"/>
        </p:nvSpPr>
        <p:spPr>
          <a:xfrm flipV="1">
            <a:off x="337932" y="232999"/>
            <a:ext cx="11519451" cy="45719"/>
          </a:xfrm>
          <a:custGeom>
            <a:avLst/>
            <a:gdLst/>
            <a:ahLst/>
            <a:cxnLst/>
            <a:rect l="l" t="t" r="r" b="b"/>
            <a:pathLst>
              <a:path w="5029200">
                <a:moveTo>
                  <a:pt x="0" y="0"/>
                </a:moveTo>
                <a:lnTo>
                  <a:pt x="5029200" y="0"/>
                </a:lnTo>
              </a:path>
            </a:pathLst>
          </a:custGeom>
          <a:ln w="6350">
            <a:solidFill>
              <a:srgbClr val="888888"/>
            </a:solidFill>
          </a:ln>
        </p:spPr>
        <p:txBody>
          <a:bodyPr wrap="square" lIns="0" tIns="0" rIns="0" bIns="0" rtlCol="0"/>
          <a:lstStyle/>
          <a:p>
            <a:endParaRPr/>
          </a:p>
        </p:txBody>
      </p:sp>
      <p:sp>
        <p:nvSpPr>
          <p:cNvPr id="9" name="object 3">
            <a:extLst>
              <a:ext uri="{FF2B5EF4-FFF2-40B4-BE49-F238E27FC236}">
                <a16:creationId xmlns:a16="http://schemas.microsoft.com/office/drawing/2014/main" id="{DEA31BF9-2976-B7C8-BA25-4E8382554025}"/>
              </a:ext>
            </a:extLst>
          </p:cNvPr>
          <p:cNvSpPr/>
          <p:nvPr userDrawn="1"/>
        </p:nvSpPr>
        <p:spPr>
          <a:xfrm flipV="1">
            <a:off x="337932" y="6608995"/>
            <a:ext cx="5010938" cy="74837"/>
          </a:xfrm>
          <a:custGeom>
            <a:avLst/>
            <a:gdLst/>
            <a:ahLst/>
            <a:cxnLst/>
            <a:rect l="l" t="t" r="r" b="b"/>
            <a:pathLst>
              <a:path w="5689600">
                <a:moveTo>
                  <a:pt x="0" y="0"/>
                </a:moveTo>
                <a:lnTo>
                  <a:pt x="5689600" y="0"/>
                </a:lnTo>
              </a:path>
            </a:pathLst>
          </a:custGeom>
          <a:ln w="6350">
            <a:solidFill>
              <a:srgbClr val="888888"/>
            </a:solidFill>
          </a:ln>
        </p:spPr>
        <p:txBody>
          <a:bodyPr wrap="square" lIns="0" tIns="0" rIns="0" bIns="0" rtlCol="0"/>
          <a:lstStyle/>
          <a:p>
            <a:endParaRPr/>
          </a:p>
        </p:txBody>
      </p:sp>
      <p:sp>
        <p:nvSpPr>
          <p:cNvPr id="10" name="object 4">
            <a:extLst>
              <a:ext uri="{FF2B5EF4-FFF2-40B4-BE49-F238E27FC236}">
                <a16:creationId xmlns:a16="http://schemas.microsoft.com/office/drawing/2014/main" id="{B2E85912-B40D-EB08-79B2-09C651B9A6F7}"/>
              </a:ext>
            </a:extLst>
          </p:cNvPr>
          <p:cNvSpPr/>
          <p:nvPr userDrawn="1"/>
        </p:nvSpPr>
        <p:spPr>
          <a:xfrm>
            <a:off x="6751319" y="6670368"/>
            <a:ext cx="4479665" cy="52127"/>
          </a:xfrm>
          <a:custGeom>
            <a:avLst/>
            <a:gdLst/>
            <a:ahLst/>
            <a:cxnLst/>
            <a:rect l="l" t="t" r="r" b="b"/>
            <a:pathLst>
              <a:path w="5029200">
                <a:moveTo>
                  <a:pt x="0" y="0"/>
                </a:moveTo>
                <a:lnTo>
                  <a:pt x="5029200" y="0"/>
                </a:lnTo>
              </a:path>
            </a:pathLst>
          </a:custGeom>
          <a:ln w="6350">
            <a:solidFill>
              <a:srgbClr val="888888"/>
            </a:solidFill>
          </a:ln>
        </p:spPr>
        <p:txBody>
          <a:bodyPr wrap="square" lIns="0" tIns="0" rIns="0" bIns="0" rtlCol="0"/>
          <a:lstStyle/>
          <a:p>
            <a:endParaRPr/>
          </a:p>
        </p:txBody>
      </p:sp>
      <p:sp>
        <p:nvSpPr>
          <p:cNvPr id="14" name="ZoneTexte 13">
            <a:extLst>
              <a:ext uri="{FF2B5EF4-FFF2-40B4-BE49-F238E27FC236}">
                <a16:creationId xmlns:a16="http://schemas.microsoft.com/office/drawing/2014/main" id="{AA6C13E9-3252-E751-F582-9A0C80244062}"/>
              </a:ext>
            </a:extLst>
          </p:cNvPr>
          <p:cNvSpPr txBox="1"/>
          <p:nvPr userDrawn="1"/>
        </p:nvSpPr>
        <p:spPr>
          <a:xfrm>
            <a:off x="11546948" y="6537659"/>
            <a:ext cx="487386" cy="261610"/>
          </a:xfrm>
          <a:prstGeom prst="rect">
            <a:avLst/>
          </a:prstGeom>
          <a:noFill/>
        </p:spPr>
        <p:txBody>
          <a:bodyPr wrap="square" rtlCol="0" anchor="ctr">
            <a:spAutoFit/>
          </a:bodyPr>
          <a:lstStyle/>
          <a:p>
            <a:pPr algn="ctr"/>
            <a:fld id="{74EF4EBF-C4CC-4B4E-9A1A-A7BF41CB8228}" type="slidenum">
              <a:rPr lang="fr-FR" sz="1100" smtClean="0">
                <a:solidFill>
                  <a:srgbClr val="888888"/>
                </a:solidFill>
              </a:rPr>
              <a:pPr algn="ctr"/>
              <a:t>‹N°›</a:t>
            </a:fld>
            <a:endParaRPr lang="fr-FR" sz="1100">
              <a:solidFill>
                <a:srgbClr val="888888"/>
              </a:solidFill>
            </a:endParaRPr>
          </a:p>
        </p:txBody>
      </p:sp>
      <p:pic>
        <p:nvPicPr>
          <p:cNvPr id="15" name="Picture 2" descr="Bouygues Construction — Wikipédia">
            <a:extLst>
              <a:ext uri="{FF2B5EF4-FFF2-40B4-BE49-F238E27FC236}">
                <a16:creationId xmlns:a16="http://schemas.microsoft.com/office/drawing/2014/main" id="{AAB5ECD7-E80A-D240-72B1-5D2709371E24}"/>
              </a:ext>
            </a:extLst>
          </p:cNvPr>
          <p:cNvPicPr>
            <a:picLocks noChangeAspect="1" noChangeArrowheads="1"/>
          </p:cNvPicPr>
          <p:nvPr userDrawn="1"/>
        </p:nvPicPr>
        <p:blipFill>
          <a:blip r:embed="rId120">
            <a:extLst>
              <a:ext uri="{28A0092B-C50C-407E-A947-70E740481C1C}">
                <a14:useLocalDpi xmlns:a14="http://schemas.microsoft.com/office/drawing/2010/main" val="0"/>
              </a:ext>
            </a:extLst>
          </a:blip>
          <a:srcRect/>
          <a:stretch>
            <a:fillRect/>
          </a:stretch>
        </p:blipFill>
        <p:spPr bwMode="auto">
          <a:xfrm>
            <a:off x="11367934" y="100667"/>
            <a:ext cx="661179" cy="339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8953311"/>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6" r:id="rId12"/>
    <p:sldLayoutId id="2147483797" r:id="rId13"/>
    <p:sldLayoutId id="2147483798" r:id="rId14"/>
    <p:sldLayoutId id="2147483799" r:id="rId15"/>
    <p:sldLayoutId id="2147483800" r:id="rId16"/>
    <p:sldLayoutId id="2147483801" r:id="rId17"/>
    <p:sldLayoutId id="2147483802" r:id="rId18"/>
    <p:sldLayoutId id="2147483803" r:id="rId19"/>
    <p:sldLayoutId id="2147483804" r:id="rId20"/>
    <p:sldLayoutId id="2147483805" r:id="rId21"/>
    <p:sldLayoutId id="2147483806" r:id="rId22"/>
    <p:sldLayoutId id="2147483807" r:id="rId23"/>
    <p:sldLayoutId id="2147483808" r:id="rId24"/>
    <p:sldLayoutId id="2147483809" r:id="rId25"/>
    <p:sldLayoutId id="2147483810" r:id="rId26"/>
    <p:sldLayoutId id="2147483811" r:id="rId27"/>
    <p:sldLayoutId id="2147483812" r:id="rId28"/>
    <p:sldLayoutId id="2147483813" r:id="rId29"/>
    <p:sldLayoutId id="2147483814" r:id="rId30"/>
    <p:sldLayoutId id="2147483815" r:id="rId31"/>
    <p:sldLayoutId id="2147483816" r:id="rId32"/>
    <p:sldLayoutId id="2147483817" r:id="rId33"/>
    <p:sldLayoutId id="2147483818" r:id="rId34"/>
    <p:sldLayoutId id="2147483819" r:id="rId35"/>
    <p:sldLayoutId id="2147483820" r:id="rId36"/>
    <p:sldLayoutId id="2147483821" r:id="rId37"/>
    <p:sldLayoutId id="2147483822" r:id="rId38"/>
    <p:sldLayoutId id="2147483823" r:id="rId39"/>
    <p:sldLayoutId id="2147483824" r:id="rId40"/>
    <p:sldLayoutId id="2147483825" r:id="rId41"/>
    <p:sldLayoutId id="2147483826" r:id="rId42"/>
    <p:sldLayoutId id="2147483827" r:id="rId43"/>
    <p:sldLayoutId id="2147483828" r:id="rId44"/>
    <p:sldLayoutId id="2147483829" r:id="rId45"/>
    <p:sldLayoutId id="2147483830" r:id="rId46"/>
    <p:sldLayoutId id="2147483831" r:id="rId47"/>
    <p:sldLayoutId id="2147483832" r:id="rId48"/>
    <p:sldLayoutId id="2147483833" r:id="rId49"/>
    <p:sldLayoutId id="2147483834" r:id="rId50"/>
    <p:sldLayoutId id="2147483835" r:id="rId51"/>
    <p:sldLayoutId id="2147483836" r:id="rId52"/>
    <p:sldLayoutId id="2147483837" r:id="rId53"/>
    <p:sldLayoutId id="2147483838" r:id="rId54"/>
    <p:sldLayoutId id="2147483839" r:id="rId55"/>
    <p:sldLayoutId id="2147483840" r:id="rId56"/>
    <p:sldLayoutId id="2147483841" r:id="rId57"/>
    <p:sldLayoutId id="2147483842" r:id="rId58"/>
    <p:sldLayoutId id="2147483843" r:id="rId59"/>
    <p:sldLayoutId id="2147483844" r:id="rId60"/>
    <p:sldLayoutId id="2147483845" r:id="rId61"/>
    <p:sldLayoutId id="2147483846" r:id="rId62"/>
    <p:sldLayoutId id="2147483847" r:id="rId63"/>
    <p:sldLayoutId id="2147483725" r:id="rId64"/>
    <p:sldLayoutId id="2147483726" r:id="rId65"/>
    <p:sldLayoutId id="2147483728" r:id="rId66"/>
    <p:sldLayoutId id="2147483729" r:id="rId67"/>
    <p:sldLayoutId id="2147483730" r:id="rId68"/>
    <p:sldLayoutId id="2147483731" r:id="rId69"/>
    <p:sldLayoutId id="2147483732" r:id="rId70"/>
    <p:sldLayoutId id="2147483733" r:id="rId71"/>
    <p:sldLayoutId id="2147483734" r:id="rId72"/>
    <p:sldLayoutId id="2147483735" r:id="rId73"/>
    <p:sldLayoutId id="2147483736" r:id="rId74"/>
    <p:sldLayoutId id="2147483737" r:id="rId75"/>
    <p:sldLayoutId id="2147483738" r:id="rId76"/>
    <p:sldLayoutId id="2147483739" r:id="rId77"/>
    <p:sldLayoutId id="2147483740" r:id="rId78"/>
    <p:sldLayoutId id="2147483741" r:id="rId79"/>
    <p:sldLayoutId id="2147483742" r:id="rId80"/>
    <p:sldLayoutId id="2147483743" r:id="rId81"/>
    <p:sldLayoutId id="2147483744" r:id="rId82"/>
    <p:sldLayoutId id="2147483745" r:id="rId83"/>
    <p:sldLayoutId id="2147483746" r:id="rId84"/>
    <p:sldLayoutId id="2147483747" r:id="rId85"/>
    <p:sldLayoutId id="2147483748" r:id="rId86"/>
    <p:sldLayoutId id="2147483749" r:id="rId87"/>
    <p:sldLayoutId id="2147483750" r:id="rId88"/>
    <p:sldLayoutId id="2147483751" r:id="rId89"/>
    <p:sldLayoutId id="2147483752" r:id="rId90"/>
    <p:sldLayoutId id="2147483753" r:id="rId91"/>
    <p:sldLayoutId id="2147483754" r:id="rId92"/>
    <p:sldLayoutId id="2147483755" r:id="rId93"/>
    <p:sldLayoutId id="2147483756" r:id="rId94"/>
    <p:sldLayoutId id="2147483757" r:id="rId95"/>
    <p:sldLayoutId id="2147483758" r:id="rId96"/>
    <p:sldLayoutId id="2147483759" r:id="rId97"/>
    <p:sldLayoutId id="2147483760" r:id="rId98"/>
    <p:sldLayoutId id="2147483761" r:id="rId99"/>
    <p:sldLayoutId id="2147483762" r:id="rId100"/>
    <p:sldLayoutId id="2147483763" r:id="rId101"/>
    <p:sldLayoutId id="2147483764" r:id="rId102"/>
    <p:sldLayoutId id="2147483765" r:id="rId103"/>
    <p:sldLayoutId id="2147483766" r:id="rId104"/>
    <p:sldLayoutId id="2147483767" r:id="rId105"/>
    <p:sldLayoutId id="2147483768" r:id="rId106"/>
    <p:sldLayoutId id="2147483769" r:id="rId107"/>
    <p:sldLayoutId id="2147483772" r:id="rId108"/>
    <p:sldLayoutId id="2147483773" r:id="rId109"/>
    <p:sldLayoutId id="2147483774" r:id="rId110"/>
    <p:sldLayoutId id="2147483775" r:id="rId111"/>
    <p:sldLayoutId id="2147483777" r:id="rId112"/>
    <p:sldLayoutId id="2147483778" r:id="rId113"/>
    <p:sldLayoutId id="2147483779" r:id="rId114"/>
    <p:sldLayoutId id="2147483780" r:id="rId115"/>
    <p:sldLayoutId id="2147483848" r:id="rId116"/>
  </p:sldLayoutIdLst>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hf sldNum="0" hdr="0" dt="0"/>
  <p:txStyles>
    <p:titleStyle>
      <a:lvl1pPr algn="l" defTabSz="914400" rtl="0" eaLnBrk="1" latinLnBrk="0" hangingPunct="1">
        <a:lnSpc>
          <a:spcPct val="90000"/>
        </a:lnSpc>
        <a:spcBef>
          <a:spcPct val="0"/>
        </a:spcBef>
        <a:buNone/>
        <a:defRPr sz="9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notesSlide" Target="../notesSlides/notesSlide2.xml"/><Relationship Id="rId7" Type="http://schemas.openxmlformats.org/officeDocument/2006/relationships/image" Target="../media/image27.png"/><Relationship Id="rId2" Type="http://schemas.openxmlformats.org/officeDocument/2006/relationships/slideLayout" Target="../slideLayouts/slideLayout13.xml"/><Relationship Id="rId1" Type="http://schemas.openxmlformats.org/officeDocument/2006/relationships/tags" Target="../tags/tag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jpeg"/><Relationship Id="rId9" Type="http://schemas.openxmlformats.org/officeDocument/2006/relationships/image" Target="../media/image29.png"/></Relationships>
</file>

<file path=ppt/slides/_rels/slide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notesSlide" Target="../notesSlides/notesSlide3.xml"/><Relationship Id="rId7" Type="http://schemas.openxmlformats.org/officeDocument/2006/relationships/image" Target="../media/image27.png"/><Relationship Id="rId2" Type="http://schemas.openxmlformats.org/officeDocument/2006/relationships/slideLayout" Target="../slideLayouts/slideLayout13.xml"/><Relationship Id="rId1" Type="http://schemas.openxmlformats.org/officeDocument/2006/relationships/tags" Target="../tags/tag2.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jpeg"/><Relationship Id="rId9"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notesSlide" Target="../notesSlides/notesSlide4.xml"/><Relationship Id="rId7" Type="http://schemas.openxmlformats.org/officeDocument/2006/relationships/image" Target="../media/image34.png"/><Relationship Id="rId12" Type="http://schemas.openxmlformats.org/officeDocument/2006/relationships/image" Target="../media/image37.png"/><Relationship Id="rId2" Type="http://schemas.openxmlformats.org/officeDocument/2006/relationships/slideLayout" Target="../slideLayouts/slideLayout13.xml"/><Relationship Id="rId1" Type="http://schemas.openxmlformats.org/officeDocument/2006/relationships/tags" Target="../tags/tag3.xml"/><Relationship Id="rId6" Type="http://schemas.openxmlformats.org/officeDocument/2006/relationships/image" Target="../media/image33.png"/><Relationship Id="rId11" Type="http://schemas.openxmlformats.org/officeDocument/2006/relationships/image" Target="../media/image25.png"/><Relationship Id="rId5" Type="http://schemas.openxmlformats.org/officeDocument/2006/relationships/image" Target="../media/image32.png"/><Relationship Id="rId10" Type="http://schemas.openxmlformats.org/officeDocument/2006/relationships/image" Target="../media/image30.png"/><Relationship Id="rId4" Type="http://schemas.openxmlformats.org/officeDocument/2006/relationships/image" Target="../media/image31.png"/><Relationship Id="rId9" Type="http://schemas.openxmlformats.org/officeDocument/2006/relationships/image" Target="../media/image3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6.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8" Type="http://schemas.microsoft.com/office/2007/relationships/diagramDrawing" Target="../diagrams/drawing1.xml"/><Relationship Id="rId13" Type="http://schemas.openxmlformats.org/officeDocument/2006/relationships/image" Target="../media/image42.png"/><Relationship Id="rId3" Type="http://schemas.microsoft.com/office/2018/10/relationships/comments" Target="../comments/modernComment_7F3E8EBC_65F2D72A.xml"/><Relationship Id="rId7" Type="http://schemas.openxmlformats.org/officeDocument/2006/relationships/diagramColors" Target="../diagrams/colors1.xml"/><Relationship Id="rId12" Type="http://schemas.openxmlformats.org/officeDocument/2006/relationships/image" Target="../media/image41.svg"/><Relationship Id="rId2" Type="http://schemas.openxmlformats.org/officeDocument/2006/relationships/notesSlide" Target="../notesSlides/notesSlide16.xml"/><Relationship Id="rId1" Type="http://schemas.openxmlformats.org/officeDocument/2006/relationships/slideLayout" Target="../slideLayouts/slideLayout66.xml"/><Relationship Id="rId6" Type="http://schemas.openxmlformats.org/officeDocument/2006/relationships/diagramQuickStyle" Target="../diagrams/quickStyle1.xml"/><Relationship Id="rId11" Type="http://schemas.openxmlformats.org/officeDocument/2006/relationships/image" Target="../media/image40.png"/><Relationship Id="rId5" Type="http://schemas.openxmlformats.org/officeDocument/2006/relationships/diagramLayout" Target="../diagrams/layout1.xml"/><Relationship Id="rId10" Type="http://schemas.openxmlformats.org/officeDocument/2006/relationships/image" Target="../media/image39.svg"/><Relationship Id="rId4" Type="http://schemas.openxmlformats.org/officeDocument/2006/relationships/diagramData" Target="../diagrams/data1.xml"/><Relationship Id="rId9" Type="http://schemas.openxmlformats.org/officeDocument/2006/relationships/image" Target="../media/image38.png"/><Relationship Id="rId14" Type="http://schemas.openxmlformats.org/officeDocument/2006/relationships/image" Target="../media/image43.png"/></Relationships>
</file>

<file path=ppt/slides/_rels/slide1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notesSlide" Target="../notesSlides/notesSlide17.xml"/><Relationship Id="rId7" Type="http://schemas.openxmlformats.org/officeDocument/2006/relationships/image" Target="../media/image34.png"/><Relationship Id="rId12" Type="http://schemas.openxmlformats.org/officeDocument/2006/relationships/image" Target="../media/image37.png"/><Relationship Id="rId2" Type="http://schemas.openxmlformats.org/officeDocument/2006/relationships/slideLayout" Target="../slideLayouts/slideLayout13.xml"/><Relationship Id="rId1" Type="http://schemas.openxmlformats.org/officeDocument/2006/relationships/tags" Target="../tags/tag5.xml"/><Relationship Id="rId6" Type="http://schemas.openxmlformats.org/officeDocument/2006/relationships/image" Target="../media/image33.png"/><Relationship Id="rId11" Type="http://schemas.openxmlformats.org/officeDocument/2006/relationships/image" Target="../media/image25.png"/><Relationship Id="rId5" Type="http://schemas.openxmlformats.org/officeDocument/2006/relationships/image" Target="../media/image32.png"/><Relationship Id="rId10" Type="http://schemas.openxmlformats.org/officeDocument/2006/relationships/image" Target="../media/image30.png"/><Relationship Id="rId4" Type="http://schemas.openxmlformats.org/officeDocument/2006/relationships/image" Target="../media/image31.png"/><Relationship Id="rId9"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6.xml"/><Relationship Id="rId1" Type="http://schemas.openxmlformats.org/officeDocument/2006/relationships/tags" Target="../tags/tag6.xml"/><Relationship Id="rId6" Type="http://schemas.openxmlformats.org/officeDocument/2006/relationships/image" Target="../media/image45.png"/><Relationship Id="rId5" Type="http://schemas.openxmlformats.org/officeDocument/2006/relationships/image" Target="../media/image44.png"/><Relationship Id="rId4" Type="http://schemas.microsoft.com/office/2018/10/relationships/comments" Target="../comments/modernComment_7F3E8E70_C3574F31.xml"/></Relationships>
</file>

<file path=ppt/slides/_rels/slide19.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66.xml"/><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6.xml"/><Relationship Id="rId1" Type="http://schemas.openxmlformats.org/officeDocument/2006/relationships/tags" Target="../tags/tag7.xml"/><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8" Type="http://schemas.openxmlformats.org/officeDocument/2006/relationships/image" Target="../media/image51.jpeg"/><Relationship Id="rId3" Type="http://schemas.openxmlformats.org/officeDocument/2006/relationships/notesSlide" Target="../notesSlides/notesSlide20.xml"/><Relationship Id="rId7" Type="http://schemas.openxmlformats.org/officeDocument/2006/relationships/image" Target="../media/image50.jpeg"/><Relationship Id="rId2" Type="http://schemas.openxmlformats.org/officeDocument/2006/relationships/slideLayout" Target="../slideLayouts/slideLayout63.xml"/><Relationship Id="rId1" Type="http://schemas.openxmlformats.org/officeDocument/2006/relationships/tags" Target="../tags/tag8.xml"/><Relationship Id="rId6" Type="http://schemas.microsoft.com/office/2007/relationships/hdphoto" Target="../media/hdphoto1.wdp"/><Relationship Id="rId5" Type="http://schemas.openxmlformats.org/officeDocument/2006/relationships/image" Target="../media/image49.png"/><Relationship Id="rId10" Type="http://schemas.microsoft.com/office/2007/relationships/hdphoto" Target="../media/hdphoto2.wdp"/><Relationship Id="rId4" Type="http://schemas.microsoft.com/office/2018/10/relationships/comments" Target="../comments/modernComment_7F3E8EE8_37AD53C0.xml"/><Relationship Id="rId9" Type="http://schemas.openxmlformats.org/officeDocument/2006/relationships/image" Target="../media/image52.png"/></Relationships>
</file>

<file path=ppt/slides/_rels/slide2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notesSlide" Target="../notesSlides/notesSlide21.xml"/><Relationship Id="rId7" Type="http://schemas.openxmlformats.org/officeDocument/2006/relationships/image" Target="../media/image34.png"/><Relationship Id="rId12" Type="http://schemas.openxmlformats.org/officeDocument/2006/relationships/image" Target="../media/image37.png"/><Relationship Id="rId2" Type="http://schemas.openxmlformats.org/officeDocument/2006/relationships/slideLayout" Target="../slideLayouts/slideLayout13.xml"/><Relationship Id="rId1" Type="http://schemas.openxmlformats.org/officeDocument/2006/relationships/tags" Target="../tags/tag9.xml"/><Relationship Id="rId6" Type="http://schemas.openxmlformats.org/officeDocument/2006/relationships/image" Target="../media/image33.png"/><Relationship Id="rId11" Type="http://schemas.openxmlformats.org/officeDocument/2006/relationships/image" Target="../media/image30.png"/><Relationship Id="rId5" Type="http://schemas.openxmlformats.org/officeDocument/2006/relationships/image" Target="../media/image32.png"/><Relationship Id="rId10" Type="http://schemas.openxmlformats.org/officeDocument/2006/relationships/image" Target="../media/image25.png"/><Relationship Id="rId4" Type="http://schemas.openxmlformats.org/officeDocument/2006/relationships/image" Target="../media/image31.png"/><Relationship Id="rId9" Type="http://schemas.openxmlformats.org/officeDocument/2006/relationships/image" Target="../media/image36.png"/></Relationships>
</file>

<file path=ppt/slides/_rels/slide23.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tags" Target="../tags/tag12.xml"/><Relationship Id="rId7" Type="http://schemas.openxmlformats.org/officeDocument/2006/relationships/image" Target="../media/image54.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53.png"/><Relationship Id="rId5" Type="http://schemas.openxmlformats.org/officeDocument/2006/relationships/notesSlide" Target="../notesSlides/notesSlide22.xml"/><Relationship Id="rId10" Type="http://schemas.openxmlformats.org/officeDocument/2006/relationships/image" Target="../media/image57.png"/><Relationship Id="rId4" Type="http://schemas.openxmlformats.org/officeDocument/2006/relationships/slideLayout" Target="../slideLayouts/slideLayout63.xml"/><Relationship Id="rId9" Type="http://schemas.openxmlformats.org/officeDocument/2006/relationships/image" Target="../media/image56.png"/></Relationships>
</file>

<file path=ppt/slides/_rels/slide2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notesSlide" Target="../notesSlides/notesSlide23.xml"/><Relationship Id="rId7" Type="http://schemas.openxmlformats.org/officeDocument/2006/relationships/image" Target="../media/image34.png"/><Relationship Id="rId12" Type="http://schemas.openxmlformats.org/officeDocument/2006/relationships/image" Target="../media/image37.png"/><Relationship Id="rId2" Type="http://schemas.openxmlformats.org/officeDocument/2006/relationships/slideLayout" Target="../slideLayouts/slideLayout13.xml"/><Relationship Id="rId1" Type="http://schemas.openxmlformats.org/officeDocument/2006/relationships/tags" Target="../tags/tag13.xml"/><Relationship Id="rId6" Type="http://schemas.openxmlformats.org/officeDocument/2006/relationships/image" Target="../media/image33.png"/><Relationship Id="rId11" Type="http://schemas.openxmlformats.org/officeDocument/2006/relationships/image" Target="../media/image30.png"/><Relationship Id="rId5" Type="http://schemas.openxmlformats.org/officeDocument/2006/relationships/image" Target="../media/image32.png"/><Relationship Id="rId10" Type="http://schemas.openxmlformats.org/officeDocument/2006/relationships/image" Target="../media/image25.png"/><Relationship Id="rId4" Type="http://schemas.openxmlformats.org/officeDocument/2006/relationships/image" Target="../media/image31.png"/><Relationship Id="rId9" Type="http://schemas.openxmlformats.org/officeDocument/2006/relationships/image" Target="../media/image3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3.xml"/></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5.xml"/><Relationship Id="rId3" Type="http://schemas.openxmlformats.org/officeDocument/2006/relationships/tags" Target="../tags/tag16.xml"/><Relationship Id="rId7" Type="http://schemas.openxmlformats.org/officeDocument/2006/relationships/slideLayout" Target="../slideLayouts/slideLayout63.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image" Target="../media/image60.png"/><Relationship Id="rId5" Type="http://schemas.openxmlformats.org/officeDocument/2006/relationships/tags" Target="../tags/tag18.xml"/><Relationship Id="rId10" Type="http://schemas.openxmlformats.org/officeDocument/2006/relationships/image" Target="../media/image59.png"/><Relationship Id="rId4" Type="http://schemas.openxmlformats.org/officeDocument/2006/relationships/tags" Target="../tags/tag17.xml"/><Relationship Id="rId9" Type="http://schemas.openxmlformats.org/officeDocument/2006/relationships/image" Target="../media/image58.png"/></Relationships>
</file>

<file path=ppt/slides/_rels/slide27.xml.rels><?xml version="1.0" encoding="UTF-8" standalone="yes"?>
<Relationships xmlns="http://schemas.openxmlformats.org/package/2006/relationships"><Relationship Id="rId8" Type="http://schemas.openxmlformats.org/officeDocument/2006/relationships/image" Target="../media/image61.jpeg"/><Relationship Id="rId3" Type="http://schemas.openxmlformats.org/officeDocument/2006/relationships/tags" Target="../tags/tag22.xml"/><Relationship Id="rId7" Type="http://schemas.openxmlformats.org/officeDocument/2006/relationships/notesSlide" Target="../notesSlides/notesSlide26.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Layout" Target="../slideLayouts/slideLayout63.xml"/><Relationship Id="rId5" Type="http://schemas.openxmlformats.org/officeDocument/2006/relationships/tags" Target="../tags/tag24.xml"/><Relationship Id="rId4" Type="http://schemas.openxmlformats.org/officeDocument/2006/relationships/tags" Target="../tags/tag23.xml"/><Relationship Id="rId9" Type="http://schemas.openxmlformats.org/officeDocument/2006/relationships/image" Target="../media/image62.png"/></Relationships>
</file>

<file path=ppt/slides/_rels/slide28.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27.xml"/><Relationship Id="rId1" Type="http://schemas.openxmlformats.org/officeDocument/2006/relationships/slideLayout" Target="../slideLayouts/slideLayout63.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9" Type="http://schemas.openxmlformats.org/officeDocument/2006/relationships/image" Target="../media/image69.jpeg"/></Relationships>
</file>

<file path=ppt/slides/_rels/slide29.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tags" Target="../tags/tag27.xml"/><Relationship Id="rId7" Type="http://schemas.openxmlformats.org/officeDocument/2006/relationships/image" Target="../media/image70.jpe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notesSlide" Target="../notesSlides/notesSlide28.xml"/><Relationship Id="rId11" Type="http://schemas.openxmlformats.org/officeDocument/2006/relationships/image" Target="../media/image73.png"/><Relationship Id="rId5" Type="http://schemas.openxmlformats.org/officeDocument/2006/relationships/slideLayout" Target="../slideLayouts/slideLayout63.xml"/><Relationship Id="rId10" Type="http://schemas.openxmlformats.org/officeDocument/2006/relationships/image" Target="../media/image65.png"/><Relationship Id="rId4" Type="http://schemas.openxmlformats.org/officeDocument/2006/relationships/tags" Target="../tags/tag28.xml"/><Relationship Id="rId9" Type="http://schemas.openxmlformats.org/officeDocument/2006/relationships/image" Target="../media/image72.jpeg"/></Relationships>
</file>

<file path=ppt/slides/_rels/slide3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notesSlide" Target="../notesSlides/notesSlide29.xml"/><Relationship Id="rId7" Type="http://schemas.openxmlformats.org/officeDocument/2006/relationships/image" Target="../media/image34.png"/><Relationship Id="rId12" Type="http://schemas.openxmlformats.org/officeDocument/2006/relationships/image" Target="../media/image30.png"/><Relationship Id="rId2" Type="http://schemas.openxmlformats.org/officeDocument/2006/relationships/slideLayout" Target="../slideLayouts/slideLayout13.xml"/><Relationship Id="rId1" Type="http://schemas.openxmlformats.org/officeDocument/2006/relationships/tags" Target="../tags/tag29.xml"/><Relationship Id="rId6" Type="http://schemas.openxmlformats.org/officeDocument/2006/relationships/image" Target="../media/image33.png"/><Relationship Id="rId11" Type="http://schemas.openxmlformats.org/officeDocument/2006/relationships/image" Target="../media/image37.png"/><Relationship Id="rId5" Type="http://schemas.openxmlformats.org/officeDocument/2006/relationships/image" Target="../media/image32.png"/><Relationship Id="rId10" Type="http://schemas.openxmlformats.org/officeDocument/2006/relationships/image" Target="../media/image25.png"/><Relationship Id="rId4" Type="http://schemas.openxmlformats.org/officeDocument/2006/relationships/image" Target="../media/image31.png"/><Relationship Id="rId9" Type="http://schemas.openxmlformats.org/officeDocument/2006/relationships/image" Target="../media/image36.png"/></Relationships>
</file>

<file path=ppt/slides/_rels/slide31.xml.rels><?xml version="1.0" encoding="UTF-8" standalone="yes"?>
<Relationships xmlns="http://schemas.openxmlformats.org/package/2006/relationships"><Relationship Id="rId8" Type="http://schemas.openxmlformats.org/officeDocument/2006/relationships/tags" Target="../tags/tag37.xml"/><Relationship Id="rId3" Type="http://schemas.openxmlformats.org/officeDocument/2006/relationships/tags" Target="../tags/tag32.xml"/><Relationship Id="rId7" Type="http://schemas.openxmlformats.org/officeDocument/2006/relationships/tags" Target="../tags/tag36.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tags" Target="../tags/tag35.xml"/><Relationship Id="rId11" Type="http://schemas.microsoft.com/office/2018/10/relationships/comments" Target="../comments/modernComment_7F3E8F68_75900110.xml"/><Relationship Id="rId5" Type="http://schemas.openxmlformats.org/officeDocument/2006/relationships/tags" Target="../tags/tag34.xml"/><Relationship Id="rId10" Type="http://schemas.openxmlformats.org/officeDocument/2006/relationships/slideLayout" Target="../slideLayouts/slideLayout66.xml"/><Relationship Id="rId4" Type="http://schemas.openxmlformats.org/officeDocument/2006/relationships/tags" Target="../tags/tag33.xml"/><Relationship Id="rId9" Type="http://schemas.openxmlformats.org/officeDocument/2006/relationships/tags" Target="../tags/tag38.xml"/></Relationships>
</file>

<file path=ppt/slides/_rels/slide3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30.xml"/><Relationship Id="rId7" Type="http://schemas.openxmlformats.org/officeDocument/2006/relationships/diagramColors" Target="../diagrams/colors2.xml"/><Relationship Id="rId2" Type="http://schemas.openxmlformats.org/officeDocument/2006/relationships/slideLayout" Target="../slideLayouts/slideLayout63.xml"/><Relationship Id="rId1" Type="http://schemas.openxmlformats.org/officeDocument/2006/relationships/tags" Target="../tags/tag39.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33.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tags" Target="../tags/tag42.xml"/><Relationship Id="rId7" Type="http://schemas.openxmlformats.org/officeDocument/2006/relationships/tags" Target="../tags/tag46.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9"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notesSlide" Target="../notesSlides/notesSlide32.xml"/><Relationship Id="rId7" Type="http://schemas.openxmlformats.org/officeDocument/2006/relationships/image" Target="../media/image34.png"/><Relationship Id="rId12" Type="http://schemas.openxmlformats.org/officeDocument/2006/relationships/image" Target="../media/image30.png"/><Relationship Id="rId2" Type="http://schemas.openxmlformats.org/officeDocument/2006/relationships/slideLayout" Target="../slideLayouts/slideLayout13.xml"/><Relationship Id="rId1" Type="http://schemas.openxmlformats.org/officeDocument/2006/relationships/tags" Target="../tags/tag47.xml"/><Relationship Id="rId6" Type="http://schemas.openxmlformats.org/officeDocument/2006/relationships/image" Target="../media/image33.png"/><Relationship Id="rId11" Type="http://schemas.openxmlformats.org/officeDocument/2006/relationships/image" Target="../media/image37.png"/><Relationship Id="rId5" Type="http://schemas.openxmlformats.org/officeDocument/2006/relationships/image" Target="../media/image32.png"/><Relationship Id="rId10" Type="http://schemas.openxmlformats.org/officeDocument/2006/relationships/image" Target="../media/image25.png"/><Relationship Id="rId4" Type="http://schemas.openxmlformats.org/officeDocument/2006/relationships/image" Target="../media/image31.png"/><Relationship Id="rId9"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6" Type="http://schemas.microsoft.com/office/2018/10/relationships/comments" Target="../comments/modernComment_7F3E8EC9_AFD1F469.xml"/><Relationship Id="rId5" Type="http://schemas.openxmlformats.org/officeDocument/2006/relationships/notesSlide" Target="../notesSlides/notesSlide33.xml"/><Relationship Id="rId4" Type="http://schemas.openxmlformats.org/officeDocument/2006/relationships/slideLayout" Target="../slideLayouts/slideLayout6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63.xml"/><Relationship Id="rId1" Type="http://schemas.openxmlformats.org/officeDocument/2006/relationships/tags" Target="../tags/tag51.xml"/><Relationship Id="rId4" Type="http://schemas.microsoft.com/office/2018/10/relationships/comments" Target="../comments/modernComment_7F3E8EE9_7AB9D38.xml"/></Relationships>
</file>

<file path=ppt/slides/_rels/slide38.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tags" Target="../tags/tag64.xml"/><Relationship Id="rId18" Type="http://schemas.openxmlformats.org/officeDocument/2006/relationships/image" Target="../media/image78.png"/><Relationship Id="rId3" Type="http://schemas.openxmlformats.org/officeDocument/2006/relationships/tags" Target="../tags/tag54.xml"/><Relationship Id="rId21" Type="http://schemas.openxmlformats.org/officeDocument/2006/relationships/image" Target="../media/image81.png"/><Relationship Id="rId7" Type="http://schemas.openxmlformats.org/officeDocument/2006/relationships/tags" Target="../tags/tag58.xml"/><Relationship Id="rId12" Type="http://schemas.openxmlformats.org/officeDocument/2006/relationships/tags" Target="../tags/tag63.xml"/><Relationship Id="rId17" Type="http://schemas.openxmlformats.org/officeDocument/2006/relationships/image" Target="../media/image77.png"/><Relationship Id="rId2" Type="http://schemas.openxmlformats.org/officeDocument/2006/relationships/tags" Target="../tags/tag53.xml"/><Relationship Id="rId16" Type="http://schemas.openxmlformats.org/officeDocument/2006/relationships/notesSlide" Target="../notesSlides/notesSlide35.xml"/><Relationship Id="rId20" Type="http://schemas.openxmlformats.org/officeDocument/2006/relationships/image" Target="../media/image80.png"/><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5" Type="http://schemas.openxmlformats.org/officeDocument/2006/relationships/tags" Target="../tags/tag56.xml"/><Relationship Id="rId15" Type="http://schemas.openxmlformats.org/officeDocument/2006/relationships/slideLayout" Target="../slideLayouts/slideLayout63.xml"/><Relationship Id="rId23" Type="http://schemas.openxmlformats.org/officeDocument/2006/relationships/image" Target="../media/image83.png"/><Relationship Id="rId10" Type="http://schemas.openxmlformats.org/officeDocument/2006/relationships/tags" Target="../tags/tag61.xml"/><Relationship Id="rId19" Type="http://schemas.openxmlformats.org/officeDocument/2006/relationships/image" Target="../media/image79.png"/><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tags" Target="../tags/tag65.xml"/><Relationship Id="rId22" Type="http://schemas.openxmlformats.org/officeDocument/2006/relationships/image" Target="../media/image8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63.xml"/><Relationship Id="rId1" Type="http://schemas.openxmlformats.org/officeDocument/2006/relationships/tags" Target="../tags/tag66.xml"/><Relationship Id="rId6" Type="http://schemas.openxmlformats.org/officeDocument/2006/relationships/image" Target="../media/image85.png"/><Relationship Id="rId5" Type="http://schemas.openxmlformats.org/officeDocument/2006/relationships/image" Target="../media/image84.png"/><Relationship Id="rId4" Type="http://schemas.microsoft.com/office/2018/10/relationships/comments" Target="../comments/modernComment_7F3E8EEA_93250DE5.xml"/></Relationships>
</file>

<file path=ppt/slides/_rels/slide4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notesSlide" Target="../notesSlides/notesSlide37.xml"/><Relationship Id="rId7" Type="http://schemas.openxmlformats.org/officeDocument/2006/relationships/image" Target="../media/image34.png"/><Relationship Id="rId12" Type="http://schemas.openxmlformats.org/officeDocument/2006/relationships/image" Target="../media/image30.png"/><Relationship Id="rId2" Type="http://schemas.openxmlformats.org/officeDocument/2006/relationships/slideLayout" Target="../slideLayouts/slideLayout13.xml"/><Relationship Id="rId1" Type="http://schemas.openxmlformats.org/officeDocument/2006/relationships/tags" Target="../tags/tag67.xml"/><Relationship Id="rId6" Type="http://schemas.openxmlformats.org/officeDocument/2006/relationships/image" Target="../media/image33.png"/><Relationship Id="rId11" Type="http://schemas.openxmlformats.org/officeDocument/2006/relationships/image" Target="../media/image37.png"/><Relationship Id="rId5" Type="http://schemas.openxmlformats.org/officeDocument/2006/relationships/image" Target="../media/image32.png"/><Relationship Id="rId10" Type="http://schemas.openxmlformats.org/officeDocument/2006/relationships/image" Target="../media/image25.png"/><Relationship Id="rId4" Type="http://schemas.openxmlformats.org/officeDocument/2006/relationships/image" Target="../media/image31.png"/><Relationship Id="rId9"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8" Type="http://schemas.openxmlformats.org/officeDocument/2006/relationships/image" Target="../media/image86.jpeg"/><Relationship Id="rId3" Type="http://schemas.openxmlformats.org/officeDocument/2006/relationships/tags" Target="../tags/tag70.xml"/><Relationship Id="rId7" Type="http://schemas.microsoft.com/office/2018/10/relationships/comments" Target="../comments/modernComment_1E18_F48F4E83.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notesSlide" Target="../notesSlides/notesSlide38.xml"/><Relationship Id="rId5" Type="http://schemas.openxmlformats.org/officeDocument/2006/relationships/slideLayout" Target="../slideLayouts/slideLayout10.xml"/><Relationship Id="rId4" Type="http://schemas.openxmlformats.org/officeDocument/2006/relationships/tags" Target="../tags/tag71.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9.xml"/><Relationship Id="rId1" Type="http://schemas.openxmlformats.org/officeDocument/2006/relationships/slideLayout" Target="../slideLayouts/slideLayout6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notesSlide" Target="../notesSlides/notesSlide40.xml"/><Relationship Id="rId7" Type="http://schemas.openxmlformats.org/officeDocument/2006/relationships/image" Target="../media/image34.png"/><Relationship Id="rId12" Type="http://schemas.openxmlformats.org/officeDocument/2006/relationships/image" Target="../media/image30.png"/><Relationship Id="rId2" Type="http://schemas.openxmlformats.org/officeDocument/2006/relationships/slideLayout" Target="../slideLayouts/slideLayout13.xml"/><Relationship Id="rId1" Type="http://schemas.openxmlformats.org/officeDocument/2006/relationships/tags" Target="../tags/tag72.xml"/><Relationship Id="rId6" Type="http://schemas.openxmlformats.org/officeDocument/2006/relationships/image" Target="../media/image33.png"/><Relationship Id="rId11" Type="http://schemas.openxmlformats.org/officeDocument/2006/relationships/image" Target="../media/image37.png"/><Relationship Id="rId5" Type="http://schemas.openxmlformats.org/officeDocument/2006/relationships/image" Target="../media/image32.png"/><Relationship Id="rId10" Type="http://schemas.openxmlformats.org/officeDocument/2006/relationships/image" Target="../media/image25.png"/><Relationship Id="rId4" Type="http://schemas.openxmlformats.org/officeDocument/2006/relationships/image" Target="../media/image31.png"/><Relationship Id="rId9"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notesSlide" Target="../notesSlides/notesSlide41.xml"/><Relationship Id="rId5" Type="http://schemas.openxmlformats.org/officeDocument/2006/relationships/tags" Target="../tags/tag77.xml"/><Relationship Id="rId10" Type="http://schemas.openxmlformats.org/officeDocument/2006/relationships/slideLayout" Target="../slideLayouts/slideLayout63.xml"/><Relationship Id="rId4" Type="http://schemas.openxmlformats.org/officeDocument/2006/relationships/tags" Target="../tags/tag76.xml"/><Relationship Id="rId9" Type="http://schemas.openxmlformats.org/officeDocument/2006/relationships/tags" Target="../tags/tag81.xml"/></Relationships>
</file>

<file path=ppt/slides/_rels/slide4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notesSlide" Target="../notesSlides/notesSlide42.xml"/><Relationship Id="rId7" Type="http://schemas.openxmlformats.org/officeDocument/2006/relationships/image" Target="../media/image34.png"/><Relationship Id="rId12" Type="http://schemas.openxmlformats.org/officeDocument/2006/relationships/image" Target="../media/image30.png"/><Relationship Id="rId2" Type="http://schemas.openxmlformats.org/officeDocument/2006/relationships/slideLayout" Target="../slideLayouts/slideLayout13.xml"/><Relationship Id="rId1" Type="http://schemas.openxmlformats.org/officeDocument/2006/relationships/tags" Target="../tags/tag82.xml"/><Relationship Id="rId6" Type="http://schemas.openxmlformats.org/officeDocument/2006/relationships/image" Target="../media/image33.png"/><Relationship Id="rId11" Type="http://schemas.openxmlformats.org/officeDocument/2006/relationships/image" Target="../media/image37.png"/><Relationship Id="rId5" Type="http://schemas.openxmlformats.org/officeDocument/2006/relationships/image" Target="../media/image32.png"/><Relationship Id="rId10" Type="http://schemas.openxmlformats.org/officeDocument/2006/relationships/image" Target="../media/image25.png"/><Relationship Id="rId4" Type="http://schemas.openxmlformats.org/officeDocument/2006/relationships/image" Target="../media/image31.png"/><Relationship Id="rId9" Type="http://schemas.openxmlformats.org/officeDocument/2006/relationships/image" Target="../media/image3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3" Type="http://schemas.openxmlformats.org/officeDocument/2006/relationships/tags" Target="../tags/tag95.xml"/><Relationship Id="rId18" Type="http://schemas.openxmlformats.org/officeDocument/2006/relationships/tags" Target="../tags/tag100.xml"/><Relationship Id="rId26" Type="http://schemas.openxmlformats.org/officeDocument/2006/relationships/tags" Target="../tags/tag108.xml"/><Relationship Id="rId39" Type="http://schemas.openxmlformats.org/officeDocument/2006/relationships/tags" Target="../tags/tag121.xml"/><Relationship Id="rId21" Type="http://schemas.openxmlformats.org/officeDocument/2006/relationships/tags" Target="../tags/tag103.xml"/><Relationship Id="rId34" Type="http://schemas.openxmlformats.org/officeDocument/2006/relationships/tags" Target="../tags/tag116.xml"/><Relationship Id="rId42" Type="http://schemas.openxmlformats.org/officeDocument/2006/relationships/tags" Target="../tags/tag124.xml"/><Relationship Id="rId47" Type="http://schemas.openxmlformats.org/officeDocument/2006/relationships/tags" Target="../tags/tag129.xml"/><Relationship Id="rId50" Type="http://schemas.openxmlformats.org/officeDocument/2006/relationships/tags" Target="../tags/tag132.xml"/><Relationship Id="rId55" Type="http://schemas.openxmlformats.org/officeDocument/2006/relationships/tags" Target="../tags/tag137.xml"/><Relationship Id="rId63" Type="http://schemas.openxmlformats.org/officeDocument/2006/relationships/image" Target="../media/image87.png"/><Relationship Id="rId7" Type="http://schemas.openxmlformats.org/officeDocument/2006/relationships/tags" Target="../tags/tag89.xml"/><Relationship Id="rId2" Type="http://schemas.openxmlformats.org/officeDocument/2006/relationships/tags" Target="../tags/tag84.xml"/><Relationship Id="rId16" Type="http://schemas.openxmlformats.org/officeDocument/2006/relationships/tags" Target="../tags/tag98.xml"/><Relationship Id="rId29" Type="http://schemas.openxmlformats.org/officeDocument/2006/relationships/tags" Target="../tags/tag111.xml"/><Relationship Id="rId11" Type="http://schemas.openxmlformats.org/officeDocument/2006/relationships/tags" Target="../tags/tag93.xml"/><Relationship Id="rId24" Type="http://schemas.openxmlformats.org/officeDocument/2006/relationships/tags" Target="../tags/tag106.xml"/><Relationship Id="rId32" Type="http://schemas.openxmlformats.org/officeDocument/2006/relationships/tags" Target="../tags/tag114.xml"/><Relationship Id="rId37" Type="http://schemas.openxmlformats.org/officeDocument/2006/relationships/tags" Target="../tags/tag119.xml"/><Relationship Id="rId40" Type="http://schemas.openxmlformats.org/officeDocument/2006/relationships/tags" Target="../tags/tag122.xml"/><Relationship Id="rId45" Type="http://schemas.openxmlformats.org/officeDocument/2006/relationships/tags" Target="../tags/tag127.xml"/><Relationship Id="rId53" Type="http://schemas.openxmlformats.org/officeDocument/2006/relationships/tags" Target="../tags/tag135.xml"/><Relationship Id="rId58" Type="http://schemas.openxmlformats.org/officeDocument/2006/relationships/tags" Target="../tags/tag140.xml"/><Relationship Id="rId5" Type="http://schemas.openxmlformats.org/officeDocument/2006/relationships/tags" Target="../tags/tag87.xml"/><Relationship Id="rId61" Type="http://schemas.openxmlformats.org/officeDocument/2006/relationships/slideLayout" Target="../slideLayouts/slideLayout63.xml"/><Relationship Id="rId19" Type="http://schemas.openxmlformats.org/officeDocument/2006/relationships/tags" Target="../tags/tag101.xml"/><Relationship Id="rId14" Type="http://schemas.openxmlformats.org/officeDocument/2006/relationships/tags" Target="../tags/tag96.xml"/><Relationship Id="rId22" Type="http://schemas.openxmlformats.org/officeDocument/2006/relationships/tags" Target="../tags/tag104.xml"/><Relationship Id="rId27" Type="http://schemas.openxmlformats.org/officeDocument/2006/relationships/tags" Target="../tags/tag109.xml"/><Relationship Id="rId30" Type="http://schemas.openxmlformats.org/officeDocument/2006/relationships/tags" Target="../tags/tag112.xml"/><Relationship Id="rId35" Type="http://schemas.openxmlformats.org/officeDocument/2006/relationships/tags" Target="../tags/tag117.xml"/><Relationship Id="rId43" Type="http://schemas.openxmlformats.org/officeDocument/2006/relationships/tags" Target="../tags/tag125.xml"/><Relationship Id="rId48" Type="http://schemas.openxmlformats.org/officeDocument/2006/relationships/tags" Target="../tags/tag130.xml"/><Relationship Id="rId56" Type="http://schemas.openxmlformats.org/officeDocument/2006/relationships/tags" Target="../tags/tag138.xml"/><Relationship Id="rId8" Type="http://schemas.openxmlformats.org/officeDocument/2006/relationships/tags" Target="../tags/tag90.xml"/><Relationship Id="rId51" Type="http://schemas.openxmlformats.org/officeDocument/2006/relationships/tags" Target="../tags/tag133.xml"/><Relationship Id="rId3" Type="http://schemas.openxmlformats.org/officeDocument/2006/relationships/tags" Target="../tags/tag85.xml"/><Relationship Id="rId12" Type="http://schemas.openxmlformats.org/officeDocument/2006/relationships/tags" Target="../tags/tag94.xml"/><Relationship Id="rId17" Type="http://schemas.openxmlformats.org/officeDocument/2006/relationships/tags" Target="../tags/tag99.xml"/><Relationship Id="rId25" Type="http://schemas.openxmlformats.org/officeDocument/2006/relationships/tags" Target="../tags/tag107.xml"/><Relationship Id="rId33" Type="http://schemas.openxmlformats.org/officeDocument/2006/relationships/tags" Target="../tags/tag115.xml"/><Relationship Id="rId38" Type="http://schemas.openxmlformats.org/officeDocument/2006/relationships/tags" Target="../tags/tag120.xml"/><Relationship Id="rId46" Type="http://schemas.openxmlformats.org/officeDocument/2006/relationships/tags" Target="../tags/tag128.xml"/><Relationship Id="rId59" Type="http://schemas.openxmlformats.org/officeDocument/2006/relationships/tags" Target="../tags/tag141.xml"/><Relationship Id="rId20" Type="http://schemas.openxmlformats.org/officeDocument/2006/relationships/tags" Target="../tags/tag102.xml"/><Relationship Id="rId41" Type="http://schemas.openxmlformats.org/officeDocument/2006/relationships/tags" Target="../tags/tag123.xml"/><Relationship Id="rId54" Type="http://schemas.openxmlformats.org/officeDocument/2006/relationships/tags" Target="../tags/tag136.xml"/><Relationship Id="rId62" Type="http://schemas.openxmlformats.org/officeDocument/2006/relationships/notesSlide" Target="../notesSlides/notesSlide43.xml"/><Relationship Id="rId1" Type="http://schemas.openxmlformats.org/officeDocument/2006/relationships/tags" Target="../tags/tag83.xml"/><Relationship Id="rId6" Type="http://schemas.openxmlformats.org/officeDocument/2006/relationships/tags" Target="../tags/tag88.xml"/><Relationship Id="rId15" Type="http://schemas.openxmlformats.org/officeDocument/2006/relationships/tags" Target="../tags/tag97.xml"/><Relationship Id="rId23" Type="http://schemas.openxmlformats.org/officeDocument/2006/relationships/tags" Target="../tags/tag105.xml"/><Relationship Id="rId28" Type="http://schemas.openxmlformats.org/officeDocument/2006/relationships/tags" Target="../tags/tag110.xml"/><Relationship Id="rId36" Type="http://schemas.openxmlformats.org/officeDocument/2006/relationships/tags" Target="../tags/tag118.xml"/><Relationship Id="rId49" Type="http://schemas.openxmlformats.org/officeDocument/2006/relationships/tags" Target="../tags/tag131.xml"/><Relationship Id="rId57" Type="http://schemas.openxmlformats.org/officeDocument/2006/relationships/tags" Target="../tags/tag139.xml"/><Relationship Id="rId10" Type="http://schemas.openxmlformats.org/officeDocument/2006/relationships/tags" Target="../tags/tag92.xml"/><Relationship Id="rId31" Type="http://schemas.openxmlformats.org/officeDocument/2006/relationships/tags" Target="../tags/tag113.xml"/><Relationship Id="rId44" Type="http://schemas.openxmlformats.org/officeDocument/2006/relationships/tags" Target="../tags/tag126.xml"/><Relationship Id="rId52" Type="http://schemas.openxmlformats.org/officeDocument/2006/relationships/tags" Target="../tags/tag134.xml"/><Relationship Id="rId60" Type="http://schemas.openxmlformats.org/officeDocument/2006/relationships/tags" Target="../tags/tag142.xml"/><Relationship Id="rId4" Type="http://schemas.openxmlformats.org/officeDocument/2006/relationships/tags" Target="../tags/tag86.xml"/><Relationship Id="rId9" Type="http://schemas.openxmlformats.org/officeDocument/2006/relationships/tags" Target="../tags/tag91.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4.xml"/><Relationship Id="rId1" Type="http://schemas.openxmlformats.org/officeDocument/2006/relationships/tags" Target="../tags/tag143.xml"/><Relationship Id="rId5" Type="http://schemas.openxmlformats.org/officeDocument/2006/relationships/image" Target="../media/image25.png"/><Relationship Id="rId4" Type="http://schemas.openxmlformats.org/officeDocument/2006/relationships/image" Target="../media/image31.png"/></Relationships>
</file>

<file path=ppt/slides/_rels/slide5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45.xml"/><Relationship Id="rId1" Type="http://schemas.openxmlformats.org/officeDocument/2006/relationships/slideLayout" Target="../slideLayouts/slideLayout63.xml"/><Relationship Id="rId4" Type="http://schemas.openxmlformats.org/officeDocument/2006/relationships/image" Target="../media/image89.png"/></Relationships>
</file>

<file path=ppt/slides/_rels/slide5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notesSlide" Target="../notesSlides/notesSlide46.xml"/><Relationship Id="rId7" Type="http://schemas.openxmlformats.org/officeDocument/2006/relationships/image" Target="../media/image27.png"/><Relationship Id="rId2" Type="http://schemas.openxmlformats.org/officeDocument/2006/relationships/slideLayout" Target="../slideLayouts/slideLayout13.xml"/><Relationship Id="rId1" Type="http://schemas.openxmlformats.org/officeDocument/2006/relationships/tags" Target="../tags/tag144.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jpeg"/><Relationship Id="rId9" Type="http://schemas.openxmlformats.org/officeDocument/2006/relationships/image" Target="../media/image29.png"/></Relationships>
</file>

<file path=ppt/slides/_rels/slide53.xml.rels><?xml version="1.0" encoding="UTF-8" standalone="yes"?>
<Relationships xmlns="http://schemas.openxmlformats.org/package/2006/relationships"><Relationship Id="rId8" Type="http://schemas.openxmlformats.org/officeDocument/2006/relationships/image" Target="../media/image93.jpeg"/><Relationship Id="rId3" Type="http://schemas.openxmlformats.org/officeDocument/2006/relationships/notesSlide" Target="../notesSlides/notesSlide47.xml"/><Relationship Id="rId7" Type="http://schemas.openxmlformats.org/officeDocument/2006/relationships/image" Target="../media/image92.png"/><Relationship Id="rId2" Type="http://schemas.openxmlformats.org/officeDocument/2006/relationships/slideLayout" Target="../slideLayouts/slideLayout13.xml"/><Relationship Id="rId1" Type="http://schemas.openxmlformats.org/officeDocument/2006/relationships/tags" Target="../tags/tag145.xml"/><Relationship Id="rId6" Type="http://schemas.openxmlformats.org/officeDocument/2006/relationships/image" Target="../media/image91.jpeg"/><Relationship Id="rId5" Type="http://schemas.openxmlformats.org/officeDocument/2006/relationships/image" Target="../media/image90.jpeg"/><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image" Target="../media/image94.jpe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63.xml"/><Relationship Id="rId1" Type="http://schemas.openxmlformats.org/officeDocument/2006/relationships/tags" Target="../tags/tag146.xml"/><Relationship Id="rId6" Type="http://schemas.openxmlformats.org/officeDocument/2006/relationships/image" Target="../media/image96.png"/><Relationship Id="rId5" Type="http://schemas.openxmlformats.org/officeDocument/2006/relationships/image" Target="../media/image95.png"/><Relationship Id="rId4" Type="http://schemas.microsoft.com/office/2018/10/relationships/comments" Target="../comments/modernComment_7F3E8EAB_FD77B811.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9.xml"/><Relationship Id="rId7" Type="http://schemas.openxmlformats.org/officeDocument/2006/relationships/slide" Target="slide61.xml"/><Relationship Id="rId2" Type="http://schemas.openxmlformats.org/officeDocument/2006/relationships/slideLayout" Target="../slideLayouts/slideLayout63.xml"/><Relationship Id="rId1" Type="http://schemas.openxmlformats.org/officeDocument/2006/relationships/tags" Target="../tags/tag147.xml"/><Relationship Id="rId6" Type="http://schemas.openxmlformats.org/officeDocument/2006/relationships/slide" Target="slide81.xml"/><Relationship Id="rId5" Type="http://schemas.openxmlformats.org/officeDocument/2006/relationships/image" Target="../media/image96.png"/><Relationship Id="rId4" Type="http://schemas.openxmlformats.org/officeDocument/2006/relationships/image" Target="../media/image95.png"/></Relationships>
</file>

<file path=ppt/slides/_rels/slide56.xml.rels><?xml version="1.0" encoding="UTF-8" standalone="yes"?>
<Relationships xmlns="http://schemas.openxmlformats.org/package/2006/relationships"><Relationship Id="rId8" Type="http://schemas.openxmlformats.org/officeDocument/2006/relationships/image" Target="../media/image94.jpeg"/><Relationship Id="rId3" Type="http://schemas.openxmlformats.org/officeDocument/2006/relationships/notesSlide" Target="../notesSlides/notesSlide50.xml"/><Relationship Id="rId7" Type="http://schemas.openxmlformats.org/officeDocument/2006/relationships/image" Target="../media/image93.jpeg"/><Relationship Id="rId2" Type="http://schemas.openxmlformats.org/officeDocument/2006/relationships/slideLayout" Target="../slideLayouts/slideLayout13.xml"/><Relationship Id="rId1" Type="http://schemas.openxmlformats.org/officeDocument/2006/relationships/tags" Target="../tags/tag148.xml"/><Relationship Id="rId6" Type="http://schemas.openxmlformats.org/officeDocument/2006/relationships/image" Target="../media/image92.png"/><Relationship Id="rId5" Type="http://schemas.openxmlformats.org/officeDocument/2006/relationships/image" Target="../media/image91.jpeg"/><Relationship Id="rId10" Type="http://schemas.openxmlformats.org/officeDocument/2006/relationships/image" Target="../media/image27.png"/><Relationship Id="rId4" Type="http://schemas.openxmlformats.org/officeDocument/2006/relationships/image" Target="../media/image90.jpeg"/><Relationship Id="rId9" Type="http://schemas.openxmlformats.org/officeDocument/2006/relationships/image" Target="../media/image30.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1.xml"/><Relationship Id="rId7" Type="http://schemas.openxmlformats.org/officeDocument/2006/relationships/image" Target="../media/image98.jpeg"/><Relationship Id="rId2" Type="http://schemas.openxmlformats.org/officeDocument/2006/relationships/slideLayout" Target="../slideLayouts/slideLayout63.xml"/><Relationship Id="rId1" Type="http://schemas.openxmlformats.org/officeDocument/2006/relationships/tags" Target="../tags/tag149.xml"/><Relationship Id="rId6" Type="http://schemas.openxmlformats.org/officeDocument/2006/relationships/image" Target="../media/image97.jpeg"/><Relationship Id="rId5" Type="http://schemas.openxmlformats.org/officeDocument/2006/relationships/image" Target="../media/image96.png"/><Relationship Id="rId4" Type="http://schemas.microsoft.com/office/2018/10/relationships/comments" Target="../comments/modernComment_7F3E8EB4_CB41931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3.xml"/></Relationships>
</file>

<file path=ppt/slides/_rels/slide59.xml.rels><?xml version="1.0" encoding="UTF-8" standalone="yes"?>
<Relationships xmlns="http://schemas.openxmlformats.org/package/2006/relationships"><Relationship Id="rId8" Type="http://schemas.openxmlformats.org/officeDocument/2006/relationships/image" Target="../media/image104.svg"/><Relationship Id="rId13" Type="http://schemas.openxmlformats.org/officeDocument/2006/relationships/image" Target="../media/image109.png"/><Relationship Id="rId3" Type="http://schemas.openxmlformats.org/officeDocument/2006/relationships/image" Target="../media/image99.png"/><Relationship Id="rId7" Type="http://schemas.openxmlformats.org/officeDocument/2006/relationships/image" Target="../media/image103.png"/><Relationship Id="rId12" Type="http://schemas.openxmlformats.org/officeDocument/2006/relationships/image" Target="../media/image108.svg"/><Relationship Id="rId2" Type="http://schemas.openxmlformats.org/officeDocument/2006/relationships/notesSlide" Target="../notesSlides/notesSlide53.xml"/><Relationship Id="rId1" Type="http://schemas.openxmlformats.org/officeDocument/2006/relationships/slideLayout" Target="../slideLayouts/slideLayout63.xml"/><Relationship Id="rId6" Type="http://schemas.openxmlformats.org/officeDocument/2006/relationships/image" Target="../media/image102.svg"/><Relationship Id="rId11" Type="http://schemas.openxmlformats.org/officeDocument/2006/relationships/image" Target="../media/image107.png"/><Relationship Id="rId5" Type="http://schemas.openxmlformats.org/officeDocument/2006/relationships/image" Target="../media/image101.png"/><Relationship Id="rId10" Type="http://schemas.openxmlformats.org/officeDocument/2006/relationships/image" Target="../media/image106.svg"/><Relationship Id="rId4" Type="http://schemas.openxmlformats.org/officeDocument/2006/relationships/image" Target="../media/image100.svg"/><Relationship Id="rId9" Type="http://schemas.openxmlformats.org/officeDocument/2006/relationships/image" Target="../media/image105.png"/><Relationship Id="rId14" Type="http://schemas.openxmlformats.org/officeDocument/2006/relationships/image" Target="../media/image110.svg"/></Relationships>
</file>

<file path=ppt/slides/_rels/slide60.xml.rels><?xml version="1.0" encoding="UTF-8" standalone="yes"?>
<Relationships xmlns="http://schemas.openxmlformats.org/package/2006/relationships"><Relationship Id="rId8" Type="http://schemas.openxmlformats.org/officeDocument/2006/relationships/image" Target="../media/image94.jpeg"/><Relationship Id="rId3" Type="http://schemas.openxmlformats.org/officeDocument/2006/relationships/notesSlide" Target="../notesSlides/notesSlide54.xml"/><Relationship Id="rId7" Type="http://schemas.openxmlformats.org/officeDocument/2006/relationships/image" Target="../media/image93.jpeg"/><Relationship Id="rId2" Type="http://schemas.openxmlformats.org/officeDocument/2006/relationships/slideLayout" Target="../slideLayouts/slideLayout13.xml"/><Relationship Id="rId1" Type="http://schemas.openxmlformats.org/officeDocument/2006/relationships/tags" Target="../tags/tag150.xml"/><Relationship Id="rId6" Type="http://schemas.openxmlformats.org/officeDocument/2006/relationships/image" Target="../media/image92.png"/><Relationship Id="rId5" Type="http://schemas.openxmlformats.org/officeDocument/2006/relationships/image" Target="../media/image91.jpeg"/><Relationship Id="rId10" Type="http://schemas.openxmlformats.org/officeDocument/2006/relationships/image" Target="../media/image27.png"/><Relationship Id="rId4" Type="http://schemas.openxmlformats.org/officeDocument/2006/relationships/image" Target="../media/image90.jpeg"/><Relationship Id="rId9" Type="http://schemas.openxmlformats.org/officeDocument/2006/relationships/image" Target="../media/image30.png"/></Relationships>
</file>

<file path=ppt/slides/_rels/slide61.xml.rels><?xml version="1.0" encoding="UTF-8" standalone="yes"?>
<Relationships xmlns="http://schemas.openxmlformats.org/package/2006/relationships"><Relationship Id="rId8" Type="http://schemas.openxmlformats.org/officeDocument/2006/relationships/image" Target="../media/image114.svg"/><Relationship Id="rId3" Type="http://schemas.openxmlformats.org/officeDocument/2006/relationships/image" Target="../media/image95.png"/><Relationship Id="rId7" Type="http://schemas.openxmlformats.org/officeDocument/2006/relationships/image" Target="../media/image113.png"/><Relationship Id="rId2" Type="http://schemas.openxmlformats.org/officeDocument/2006/relationships/notesSlide" Target="../notesSlides/notesSlide55.xml"/><Relationship Id="rId1" Type="http://schemas.openxmlformats.org/officeDocument/2006/relationships/slideLayout" Target="../slideLayouts/slideLayout63.xml"/><Relationship Id="rId6" Type="http://schemas.openxmlformats.org/officeDocument/2006/relationships/image" Target="../media/image112.svg"/><Relationship Id="rId5" Type="http://schemas.openxmlformats.org/officeDocument/2006/relationships/image" Target="../media/image111.png"/><Relationship Id="rId10" Type="http://schemas.openxmlformats.org/officeDocument/2006/relationships/image" Target="../media/image116.png"/><Relationship Id="rId4" Type="http://schemas.openxmlformats.org/officeDocument/2006/relationships/image" Target="../media/image96.png"/><Relationship Id="rId9" Type="http://schemas.openxmlformats.org/officeDocument/2006/relationships/image" Target="../media/image115.png"/></Relationships>
</file>

<file path=ppt/slides/_rels/slide6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6.xml"/><Relationship Id="rId1" Type="http://schemas.openxmlformats.org/officeDocument/2006/relationships/slideLayout" Target="../slideLayouts/slideLayout63.xml"/></Relationships>
</file>

<file path=ppt/slides/_rels/slide63.xml.rels><?xml version="1.0" encoding="UTF-8" standalone="yes"?>
<Relationships xmlns="http://schemas.openxmlformats.org/package/2006/relationships"><Relationship Id="rId8" Type="http://schemas.openxmlformats.org/officeDocument/2006/relationships/image" Target="../media/image122.svg"/><Relationship Id="rId3" Type="http://schemas.openxmlformats.org/officeDocument/2006/relationships/image" Target="../media/image117.png"/><Relationship Id="rId7" Type="http://schemas.openxmlformats.org/officeDocument/2006/relationships/image" Target="../media/image121.png"/><Relationship Id="rId12" Type="http://schemas.openxmlformats.org/officeDocument/2006/relationships/image" Target="../media/image126.svg"/><Relationship Id="rId2" Type="http://schemas.openxmlformats.org/officeDocument/2006/relationships/notesSlide" Target="../notesSlides/notesSlide57.xml"/><Relationship Id="rId1" Type="http://schemas.openxmlformats.org/officeDocument/2006/relationships/slideLayout" Target="../slideLayouts/slideLayout63.xml"/><Relationship Id="rId6" Type="http://schemas.openxmlformats.org/officeDocument/2006/relationships/image" Target="../media/image120.svg"/><Relationship Id="rId11" Type="http://schemas.openxmlformats.org/officeDocument/2006/relationships/image" Target="../media/image125.png"/><Relationship Id="rId5" Type="http://schemas.openxmlformats.org/officeDocument/2006/relationships/image" Target="../media/image119.png"/><Relationship Id="rId10" Type="http://schemas.openxmlformats.org/officeDocument/2006/relationships/image" Target="../media/image124.svg"/><Relationship Id="rId4" Type="http://schemas.openxmlformats.org/officeDocument/2006/relationships/image" Target="../media/image118.svg"/><Relationship Id="rId9" Type="http://schemas.openxmlformats.org/officeDocument/2006/relationships/image" Target="../media/image123.png"/></Relationships>
</file>

<file path=ppt/slides/_rels/slide64.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58.xml"/><Relationship Id="rId1" Type="http://schemas.openxmlformats.org/officeDocument/2006/relationships/slideLayout" Target="../slideLayouts/slideLayout6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3.xml"/></Relationships>
</file>

<file path=ppt/slides/_rels/slide66.xml.rels><?xml version="1.0" encoding="UTF-8" standalone="yes"?>
<Relationships xmlns="http://schemas.openxmlformats.org/package/2006/relationships"><Relationship Id="rId3" Type="http://schemas.microsoft.com/office/2018/10/relationships/comments" Target="../comments/modernComment_7F3E8F18_D497ED5F.xml"/><Relationship Id="rId2" Type="http://schemas.openxmlformats.org/officeDocument/2006/relationships/notesSlide" Target="../notesSlides/notesSlide60.xml"/><Relationship Id="rId1" Type="http://schemas.openxmlformats.org/officeDocument/2006/relationships/slideLayout" Target="../slideLayouts/slideLayout6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3.xml"/></Relationships>
</file>

<file path=ppt/slides/_rels/slide68.xml.rels><?xml version="1.0" encoding="UTF-8" standalone="yes"?>
<Relationships xmlns="http://schemas.openxmlformats.org/package/2006/relationships"><Relationship Id="rId3" Type="http://schemas.microsoft.com/office/2018/10/relationships/comments" Target="../comments/modernComment_7F3E8F19_4AF7DABC.xml"/><Relationship Id="rId2" Type="http://schemas.openxmlformats.org/officeDocument/2006/relationships/notesSlide" Target="../notesSlides/notesSlide62.xml"/><Relationship Id="rId1" Type="http://schemas.openxmlformats.org/officeDocument/2006/relationships/slideLayout" Target="../slideLayouts/slideLayout63.xml"/></Relationships>
</file>

<file path=ppt/slides/_rels/slide69.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63.xml"/><Relationship Id="rId1" Type="http://schemas.openxmlformats.org/officeDocument/2006/relationships/slideLayout" Target="../slideLayouts/slideLayout63.xml"/><Relationship Id="rId6" Type="http://schemas.openxmlformats.org/officeDocument/2006/relationships/image" Target="../media/image131.tiff"/><Relationship Id="rId5" Type="http://schemas.openxmlformats.org/officeDocument/2006/relationships/image" Target="../media/image130.png"/><Relationship Id="rId4" Type="http://schemas.openxmlformats.org/officeDocument/2006/relationships/image" Target="../media/image129.png"/></Relationships>
</file>

<file path=ppt/slides/_rels/slide70.xml.rels><?xml version="1.0" encoding="UTF-8" standalone="yes"?>
<Relationships xmlns="http://schemas.openxmlformats.org/package/2006/relationships"><Relationship Id="rId8" Type="http://schemas.openxmlformats.org/officeDocument/2006/relationships/image" Target="../media/image94.jpeg"/><Relationship Id="rId3" Type="http://schemas.openxmlformats.org/officeDocument/2006/relationships/notesSlide" Target="../notesSlides/notesSlide64.xml"/><Relationship Id="rId7" Type="http://schemas.openxmlformats.org/officeDocument/2006/relationships/image" Target="../media/image93.jpeg"/><Relationship Id="rId2" Type="http://schemas.openxmlformats.org/officeDocument/2006/relationships/slideLayout" Target="../slideLayouts/slideLayout13.xml"/><Relationship Id="rId1" Type="http://schemas.openxmlformats.org/officeDocument/2006/relationships/tags" Target="../tags/tag151.xml"/><Relationship Id="rId6" Type="http://schemas.openxmlformats.org/officeDocument/2006/relationships/image" Target="../media/image92.png"/><Relationship Id="rId5" Type="http://schemas.openxmlformats.org/officeDocument/2006/relationships/image" Target="../media/image91.jpeg"/><Relationship Id="rId10" Type="http://schemas.openxmlformats.org/officeDocument/2006/relationships/image" Target="../media/image27.png"/><Relationship Id="rId4" Type="http://schemas.openxmlformats.org/officeDocument/2006/relationships/image" Target="../media/image90.jpeg"/><Relationship Id="rId9" Type="http://schemas.openxmlformats.org/officeDocument/2006/relationships/image" Target="../media/image30.png"/></Relationships>
</file>

<file path=ppt/slides/_rels/slide71.xml.rels><?xml version="1.0" encoding="UTF-8" standalone="yes"?>
<Relationships xmlns="http://schemas.openxmlformats.org/package/2006/relationships"><Relationship Id="rId3" Type="http://schemas.openxmlformats.org/officeDocument/2006/relationships/image" Target="../media/image132.jpeg"/><Relationship Id="rId2" Type="http://schemas.microsoft.com/office/2018/10/relationships/comments" Target="../comments/modernComment_15CF_B894F6F9.xml"/><Relationship Id="rId1" Type="http://schemas.openxmlformats.org/officeDocument/2006/relationships/slideLayout" Target="../slideLayouts/slideLayout6.xml"/><Relationship Id="rId4" Type="http://schemas.openxmlformats.org/officeDocument/2006/relationships/image" Target="../media/image133.png"/></Relationships>
</file>

<file path=ppt/slides/_rels/slide72.xml.rels><?xml version="1.0" encoding="UTF-8" standalone="yes"?>
<Relationships xmlns="http://schemas.openxmlformats.org/package/2006/relationships"><Relationship Id="rId8" Type="http://schemas.openxmlformats.org/officeDocument/2006/relationships/image" Target="../media/image138.png"/><Relationship Id="rId3" Type="http://schemas.microsoft.com/office/2018/10/relationships/comments" Target="../comments/modernComment_7F3E8EFA_4E8211EB.xml"/><Relationship Id="rId7" Type="http://schemas.openxmlformats.org/officeDocument/2006/relationships/image" Target="../media/image137.png"/><Relationship Id="rId2" Type="http://schemas.openxmlformats.org/officeDocument/2006/relationships/notesSlide" Target="../notesSlides/notesSlide65.xml"/><Relationship Id="rId1" Type="http://schemas.openxmlformats.org/officeDocument/2006/relationships/slideLayout" Target="../slideLayouts/slideLayout63.xml"/><Relationship Id="rId6" Type="http://schemas.openxmlformats.org/officeDocument/2006/relationships/image" Target="../media/image136.png"/><Relationship Id="rId5" Type="http://schemas.openxmlformats.org/officeDocument/2006/relationships/image" Target="../media/image135.svg"/><Relationship Id="rId10" Type="http://schemas.openxmlformats.org/officeDocument/2006/relationships/image" Target="../media/image140.png"/><Relationship Id="rId4" Type="http://schemas.openxmlformats.org/officeDocument/2006/relationships/image" Target="../media/image134.png"/><Relationship Id="rId9" Type="http://schemas.openxmlformats.org/officeDocument/2006/relationships/image" Target="../media/image139.png"/></Relationships>
</file>

<file path=ppt/slides/_rels/slide73.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66.xml"/><Relationship Id="rId1" Type="http://schemas.openxmlformats.org/officeDocument/2006/relationships/slideLayout" Target="../slideLayouts/slideLayout63.xml"/></Relationships>
</file>

<file path=ppt/slides/_rels/slide7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notesSlide" Target="../notesSlides/notesSlide67.xml"/><Relationship Id="rId7" Type="http://schemas.openxmlformats.org/officeDocument/2006/relationships/image" Target="../media/image27.png"/><Relationship Id="rId2" Type="http://schemas.openxmlformats.org/officeDocument/2006/relationships/slideLayout" Target="../slideLayouts/slideLayout13.xml"/><Relationship Id="rId1" Type="http://schemas.openxmlformats.org/officeDocument/2006/relationships/tags" Target="../tags/tag152.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jpeg"/><Relationship Id="rId9" Type="http://schemas.openxmlformats.org/officeDocument/2006/relationships/image" Target="../media/image29.png"/></Relationships>
</file>

<file path=ppt/slides/_rels/slide75.xml.rels><?xml version="1.0" encoding="UTF-8" standalone="yes"?>
<Relationships xmlns="http://schemas.openxmlformats.org/package/2006/relationships"><Relationship Id="rId8" Type="http://schemas.openxmlformats.org/officeDocument/2006/relationships/image" Target="../media/image91.jpeg"/><Relationship Id="rId3" Type="http://schemas.openxmlformats.org/officeDocument/2006/relationships/notesSlide" Target="../notesSlides/notesSlide68.xml"/><Relationship Id="rId7" Type="http://schemas.openxmlformats.org/officeDocument/2006/relationships/image" Target="../media/image144.png"/><Relationship Id="rId2" Type="http://schemas.openxmlformats.org/officeDocument/2006/relationships/slideLayout" Target="../slideLayouts/slideLayout13.xml"/><Relationship Id="rId1" Type="http://schemas.openxmlformats.org/officeDocument/2006/relationships/tags" Target="../tags/tag153.xml"/><Relationship Id="rId6" Type="http://schemas.openxmlformats.org/officeDocument/2006/relationships/image" Target="../media/image143.jpeg"/><Relationship Id="rId5" Type="http://schemas.openxmlformats.org/officeDocument/2006/relationships/image" Target="../media/image142.png"/><Relationship Id="rId10" Type="http://schemas.openxmlformats.org/officeDocument/2006/relationships/image" Target="../media/image29.png"/><Relationship Id="rId4" Type="http://schemas.openxmlformats.org/officeDocument/2006/relationships/image" Target="../media/image141.png"/><Relationship Id="rId9" Type="http://schemas.openxmlformats.org/officeDocument/2006/relationships/image" Target="../media/image30.png"/></Relationships>
</file>

<file path=ppt/slides/_rels/slide76.xml.rels><?xml version="1.0" encoding="UTF-8" standalone="yes"?>
<Relationships xmlns="http://schemas.openxmlformats.org/package/2006/relationships"><Relationship Id="rId8" Type="http://schemas.openxmlformats.org/officeDocument/2006/relationships/image" Target="../media/image148.png"/><Relationship Id="rId3" Type="http://schemas.openxmlformats.org/officeDocument/2006/relationships/image" Target="../media/image145.png"/><Relationship Id="rId7" Type="http://schemas.microsoft.com/office/2007/relationships/hdphoto" Target="../media/hdphoto4.wdp"/><Relationship Id="rId2" Type="http://schemas.openxmlformats.org/officeDocument/2006/relationships/notesSlide" Target="../notesSlides/notesSlide69.xml"/><Relationship Id="rId1" Type="http://schemas.openxmlformats.org/officeDocument/2006/relationships/slideLayout" Target="../slideLayouts/slideLayout63.xml"/><Relationship Id="rId6" Type="http://schemas.openxmlformats.org/officeDocument/2006/relationships/image" Target="../media/image147.png"/><Relationship Id="rId5" Type="http://schemas.microsoft.com/office/2007/relationships/hdphoto" Target="../media/hdphoto3.wdp"/><Relationship Id="rId4" Type="http://schemas.openxmlformats.org/officeDocument/2006/relationships/image" Target="../media/image146.png"/><Relationship Id="rId9" Type="http://schemas.microsoft.com/office/2007/relationships/hdphoto" Target="../media/hdphoto5.wdp"/></Relationships>
</file>

<file path=ppt/slides/_rels/slide77.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149.jpeg"/><Relationship Id="rId7" Type="http://schemas.openxmlformats.org/officeDocument/2006/relationships/image" Target="../media/image147.png"/><Relationship Id="rId2" Type="http://schemas.openxmlformats.org/officeDocument/2006/relationships/notesSlide" Target="../notesSlides/notesSlide70.xml"/><Relationship Id="rId1" Type="http://schemas.openxmlformats.org/officeDocument/2006/relationships/slideLayout" Target="../slideLayouts/slideLayout63.xml"/><Relationship Id="rId6" Type="http://schemas.microsoft.com/office/2007/relationships/hdphoto" Target="../media/hdphoto3.wdp"/><Relationship Id="rId11" Type="http://schemas.openxmlformats.org/officeDocument/2006/relationships/image" Target="../media/image150.png"/><Relationship Id="rId5" Type="http://schemas.openxmlformats.org/officeDocument/2006/relationships/image" Target="../media/image146.png"/><Relationship Id="rId10" Type="http://schemas.microsoft.com/office/2007/relationships/hdphoto" Target="../media/hdphoto5.wdp"/><Relationship Id="rId4" Type="http://schemas.openxmlformats.org/officeDocument/2006/relationships/image" Target="../media/image145.png"/><Relationship Id="rId9" Type="http://schemas.openxmlformats.org/officeDocument/2006/relationships/image" Target="../media/image148.png"/></Relationships>
</file>

<file path=ppt/slides/_rels/slide78.xml.rels><?xml version="1.0" encoding="UTF-8" standalone="yes"?>
<Relationships xmlns="http://schemas.openxmlformats.org/package/2006/relationships"><Relationship Id="rId8" Type="http://schemas.openxmlformats.org/officeDocument/2006/relationships/notesSlide" Target="../notesSlides/notesSlide71.xml"/><Relationship Id="rId3" Type="http://schemas.openxmlformats.org/officeDocument/2006/relationships/tags" Target="../tags/tag156.xml"/><Relationship Id="rId7" Type="http://schemas.openxmlformats.org/officeDocument/2006/relationships/slideLayout" Target="../slideLayouts/slideLayout63.xml"/><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tags" Target="../tags/tag157.xml"/><Relationship Id="rId9" Type="http://schemas.openxmlformats.org/officeDocument/2006/relationships/image" Target="../media/image151.png"/></Relationships>
</file>

<file path=ppt/slides/_rels/slide79.xml.rels><?xml version="1.0" encoding="UTF-8" standalone="yes"?>
<Relationships xmlns="http://schemas.openxmlformats.org/package/2006/relationships"><Relationship Id="rId8" Type="http://schemas.openxmlformats.org/officeDocument/2006/relationships/tags" Target="../tags/tag167.xml"/><Relationship Id="rId13" Type="http://schemas.openxmlformats.org/officeDocument/2006/relationships/tags" Target="../tags/tag172.xml"/><Relationship Id="rId18" Type="http://schemas.openxmlformats.org/officeDocument/2006/relationships/tags" Target="../tags/tag177.xml"/><Relationship Id="rId26" Type="http://schemas.openxmlformats.org/officeDocument/2006/relationships/tags" Target="../tags/tag185.xml"/><Relationship Id="rId3" Type="http://schemas.openxmlformats.org/officeDocument/2006/relationships/tags" Target="../tags/tag162.xml"/><Relationship Id="rId21" Type="http://schemas.openxmlformats.org/officeDocument/2006/relationships/tags" Target="../tags/tag180.xml"/><Relationship Id="rId7" Type="http://schemas.openxmlformats.org/officeDocument/2006/relationships/tags" Target="../tags/tag166.xml"/><Relationship Id="rId12" Type="http://schemas.openxmlformats.org/officeDocument/2006/relationships/tags" Target="../tags/tag171.xml"/><Relationship Id="rId17" Type="http://schemas.openxmlformats.org/officeDocument/2006/relationships/tags" Target="../tags/tag176.xml"/><Relationship Id="rId25" Type="http://schemas.openxmlformats.org/officeDocument/2006/relationships/tags" Target="../tags/tag184.xml"/><Relationship Id="rId2" Type="http://schemas.openxmlformats.org/officeDocument/2006/relationships/tags" Target="../tags/tag161.xml"/><Relationship Id="rId16" Type="http://schemas.openxmlformats.org/officeDocument/2006/relationships/tags" Target="../tags/tag175.xml"/><Relationship Id="rId20" Type="http://schemas.openxmlformats.org/officeDocument/2006/relationships/tags" Target="../tags/tag179.xml"/><Relationship Id="rId29" Type="http://schemas.openxmlformats.org/officeDocument/2006/relationships/notesSlide" Target="../notesSlides/notesSlide72.xml"/><Relationship Id="rId1" Type="http://schemas.openxmlformats.org/officeDocument/2006/relationships/tags" Target="../tags/tag160.xml"/><Relationship Id="rId6" Type="http://schemas.openxmlformats.org/officeDocument/2006/relationships/tags" Target="../tags/tag165.xml"/><Relationship Id="rId11" Type="http://schemas.openxmlformats.org/officeDocument/2006/relationships/tags" Target="../tags/tag170.xml"/><Relationship Id="rId24" Type="http://schemas.openxmlformats.org/officeDocument/2006/relationships/tags" Target="../tags/tag183.xml"/><Relationship Id="rId5" Type="http://schemas.openxmlformats.org/officeDocument/2006/relationships/tags" Target="../tags/tag164.xml"/><Relationship Id="rId15" Type="http://schemas.openxmlformats.org/officeDocument/2006/relationships/tags" Target="../tags/tag174.xml"/><Relationship Id="rId23" Type="http://schemas.openxmlformats.org/officeDocument/2006/relationships/tags" Target="../tags/tag182.xml"/><Relationship Id="rId28" Type="http://schemas.openxmlformats.org/officeDocument/2006/relationships/slideLayout" Target="../slideLayouts/slideLayout63.xml"/><Relationship Id="rId10" Type="http://schemas.openxmlformats.org/officeDocument/2006/relationships/tags" Target="../tags/tag169.xml"/><Relationship Id="rId19" Type="http://schemas.openxmlformats.org/officeDocument/2006/relationships/tags" Target="../tags/tag178.xml"/><Relationship Id="rId4" Type="http://schemas.openxmlformats.org/officeDocument/2006/relationships/tags" Target="../tags/tag163.xml"/><Relationship Id="rId9" Type="http://schemas.openxmlformats.org/officeDocument/2006/relationships/tags" Target="../tags/tag168.xml"/><Relationship Id="rId14" Type="http://schemas.openxmlformats.org/officeDocument/2006/relationships/tags" Target="../tags/tag173.xml"/><Relationship Id="rId22" Type="http://schemas.openxmlformats.org/officeDocument/2006/relationships/tags" Target="../tags/tag181.xml"/><Relationship Id="rId27" Type="http://schemas.openxmlformats.org/officeDocument/2006/relationships/tags" Target="../tags/tag186.xml"/></Relationships>
</file>

<file path=ppt/slides/_rels/slide80.xml.rels><?xml version="1.0" encoding="UTF-8" standalone="yes"?>
<Relationships xmlns="http://schemas.openxmlformats.org/package/2006/relationships"><Relationship Id="rId13" Type="http://schemas.openxmlformats.org/officeDocument/2006/relationships/tags" Target="../tags/tag199.xml"/><Relationship Id="rId18" Type="http://schemas.openxmlformats.org/officeDocument/2006/relationships/tags" Target="../tags/tag204.xml"/><Relationship Id="rId26" Type="http://schemas.openxmlformats.org/officeDocument/2006/relationships/tags" Target="../tags/tag212.xml"/><Relationship Id="rId21" Type="http://schemas.openxmlformats.org/officeDocument/2006/relationships/tags" Target="../tags/tag207.xml"/><Relationship Id="rId34" Type="http://schemas.openxmlformats.org/officeDocument/2006/relationships/tags" Target="../tags/tag220.xml"/><Relationship Id="rId7" Type="http://schemas.openxmlformats.org/officeDocument/2006/relationships/tags" Target="../tags/tag193.xml"/><Relationship Id="rId12" Type="http://schemas.openxmlformats.org/officeDocument/2006/relationships/tags" Target="../tags/tag198.xml"/><Relationship Id="rId17" Type="http://schemas.openxmlformats.org/officeDocument/2006/relationships/tags" Target="../tags/tag203.xml"/><Relationship Id="rId25" Type="http://schemas.openxmlformats.org/officeDocument/2006/relationships/tags" Target="../tags/tag211.xml"/><Relationship Id="rId33" Type="http://schemas.openxmlformats.org/officeDocument/2006/relationships/tags" Target="../tags/tag219.xml"/><Relationship Id="rId38" Type="http://schemas.openxmlformats.org/officeDocument/2006/relationships/image" Target="../media/image153.png"/><Relationship Id="rId2" Type="http://schemas.openxmlformats.org/officeDocument/2006/relationships/tags" Target="../tags/tag188.xml"/><Relationship Id="rId16" Type="http://schemas.openxmlformats.org/officeDocument/2006/relationships/tags" Target="../tags/tag202.xml"/><Relationship Id="rId20" Type="http://schemas.openxmlformats.org/officeDocument/2006/relationships/tags" Target="../tags/tag206.xml"/><Relationship Id="rId29" Type="http://schemas.openxmlformats.org/officeDocument/2006/relationships/tags" Target="../tags/tag215.xml"/><Relationship Id="rId1" Type="http://schemas.openxmlformats.org/officeDocument/2006/relationships/tags" Target="../tags/tag187.xml"/><Relationship Id="rId6" Type="http://schemas.openxmlformats.org/officeDocument/2006/relationships/tags" Target="../tags/tag192.xml"/><Relationship Id="rId11" Type="http://schemas.openxmlformats.org/officeDocument/2006/relationships/tags" Target="../tags/tag197.xml"/><Relationship Id="rId24" Type="http://schemas.openxmlformats.org/officeDocument/2006/relationships/tags" Target="../tags/tag210.xml"/><Relationship Id="rId32" Type="http://schemas.openxmlformats.org/officeDocument/2006/relationships/tags" Target="../tags/tag218.xml"/><Relationship Id="rId37" Type="http://schemas.openxmlformats.org/officeDocument/2006/relationships/image" Target="../media/image152.png"/><Relationship Id="rId5" Type="http://schemas.openxmlformats.org/officeDocument/2006/relationships/tags" Target="../tags/tag191.xml"/><Relationship Id="rId15" Type="http://schemas.openxmlformats.org/officeDocument/2006/relationships/tags" Target="../tags/tag201.xml"/><Relationship Id="rId23" Type="http://schemas.openxmlformats.org/officeDocument/2006/relationships/tags" Target="../tags/tag209.xml"/><Relationship Id="rId28" Type="http://schemas.openxmlformats.org/officeDocument/2006/relationships/tags" Target="../tags/tag214.xml"/><Relationship Id="rId36" Type="http://schemas.openxmlformats.org/officeDocument/2006/relationships/notesSlide" Target="../notesSlides/notesSlide73.xml"/><Relationship Id="rId10" Type="http://schemas.openxmlformats.org/officeDocument/2006/relationships/tags" Target="../tags/tag196.xml"/><Relationship Id="rId19" Type="http://schemas.openxmlformats.org/officeDocument/2006/relationships/tags" Target="../tags/tag205.xml"/><Relationship Id="rId31" Type="http://schemas.openxmlformats.org/officeDocument/2006/relationships/tags" Target="../tags/tag217.xml"/><Relationship Id="rId4" Type="http://schemas.openxmlformats.org/officeDocument/2006/relationships/tags" Target="../tags/tag190.xml"/><Relationship Id="rId9" Type="http://schemas.openxmlformats.org/officeDocument/2006/relationships/tags" Target="../tags/tag195.xml"/><Relationship Id="rId14" Type="http://schemas.openxmlformats.org/officeDocument/2006/relationships/tags" Target="../tags/tag200.xml"/><Relationship Id="rId22" Type="http://schemas.openxmlformats.org/officeDocument/2006/relationships/tags" Target="../tags/tag208.xml"/><Relationship Id="rId27" Type="http://schemas.openxmlformats.org/officeDocument/2006/relationships/tags" Target="../tags/tag213.xml"/><Relationship Id="rId30" Type="http://schemas.openxmlformats.org/officeDocument/2006/relationships/tags" Target="../tags/tag216.xml"/><Relationship Id="rId35" Type="http://schemas.openxmlformats.org/officeDocument/2006/relationships/slideLayout" Target="../slideLayouts/slideLayout63.xml"/><Relationship Id="rId8" Type="http://schemas.openxmlformats.org/officeDocument/2006/relationships/tags" Target="../tags/tag194.xml"/><Relationship Id="rId3" Type="http://schemas.openxmlformats.org/officeDocument/2006/relationships/tags" Target="../tags/tag189.xml"/></Relationships>
</file>

<file path=ppt/slides/_rels/slide81.xml.rels><?xml version="1.0" encoding="UTF-8" standalone="yes"?>
<Relationships xmlns="http://schemas.openxmlformats.org/package/2006/relationships"><Relationship Id="rId8" Type="http://schemas.openxmlformats.org/officeDocument/2006/relationships/image" Target="../media/image91.jpeg"/><Relationship Id="rId3" Type="http://schemas.openxmlformats.org/officeDocument/2006/relationships/notesSlide" Target="../notesSlides/notesSlide74.xml"/><Relationship Id="rId7" Type="http://schemas.openxmlformats.org/officeDocument/2006/relationships/image" Target="../media/image144.png"/><Relationship Id="rId2" Type="http://schemas.openxmlformats.org/officeDocument/2006/relationships/slideLayout" Target="../slideLayouts/slideLayout13.xml"/><Relationship Id="rId1" Type="http://schemas.openxmlformats.org/officeDocument/2006/relationships/tags" Target="../tags/tag221.xml"/><Relationship Id="rId6" Type="http://schemas.openxmlformats.org/officeDocument/2006/relationships/image" Target="../media/image143.jpeg"/><Relationship Id="rId5" Type="http://schemas.openxmlformats.org/officeDocument/2006/relationships/image" Target="../media/image142.png"/><Relationship Id="rId10" Type="http://schemas.openxmlformats.org/officeDocument/2006/relationships/image" Target="../media/image29.png"/><Relationship Id="rId4" Type="http://schemas.openxmlformats.org/officeDocument/2006/relationships/image" Target="../media/image141.png"/><Relationship Id="rId9" Type="http://schemas.openxmlformats.org/officeDocument/2006/relationships/image" Target="../media/image30.png"/></Relationships>
</file>

<file path=ppt/slides/_rels/slide82.xml.rels><?xml version="1.0" encoding="UTF-8" standalone="yes"?>
<Relationships xmlns="http://schemas.openxmlformats.org/package/2006/relationships"><Relationship Id="rId8" Type="http://schemas.openxmlformats.org/officeDocument/2006/relationships/tags" Target="../tags/tag229.xml"/><Relationship Id="rId13" Type="http://schemas.openxmlformats.org/officeDocument/2006/relationships/tags" Target="../tags/tag234.xml"/><Relationship Id="rId18" Type="http://schemas.openxmlformats.org/officeDocument/2006/relationships/tags" Target="../tags/tag239.xml"/><Relationship Id="rId3" Type="http://schemas.openxmlformats.org/officeDocument/2006/relationships/tags" Target="../tags/tag224.xml"/><Relationship Id="rId21" Type="http://schemas.openxmlformats.org/officeDocument/2006/relationships/tags" Target="../tags/tag242.xml"/><Relationship Id="rId7" Type="http://schemas.openxmlformats.org/officeDocument/2006/relationships/tags" Target="../tags/tag228.xml"/><Relationship Id="rId12" Type="http://schemas.openxmlformats.org/officeDocument/2006/relationships/tags" Target="../tags/tag233.xml"/><Relationship Id="rId17" Type="http://schemas.openxmlformats.org/officeDocument/2006/relationships/tags" Target="../tags/tag238.xml"/><Relationship Id="rId2" Type="http://schemas.openxmlformats.org/officeDocument/2006/relationships/tags" Target="../tags/tag223.xml"/><Relationship Id="rId16" Type="http://schemas.openxmlformats.org/officeDocument/2006/relationships/tags" Target="../tags/tag237.xml"/><Relationship Id="rId20" Type="http://schemas.openxmlformats.org/officeDocument/2006/relationships/tags" Target="../tags/tag241.xml"/><Relationship Id="rId1" Type="http://schemas.openxmlformats.org/officeDocument/2006/relationships/tags" Target="../tags/tag222.xml"/><Relationship Id="rId6" Type="http://schemas.openxmlformats.org/officeDocument/2006/relationships/tags" Target="../tags/tag227.xml"/><Relationship Id="rId11" Type="http://schemas.openxmlformats.org/officeDocument/2006/relationships/tags" Target="../tags/tag232.xml"/><Relationship Id="rId24" Type="http://schemas.openxmlformats.org/officeDocument/2006/relationships/image" Target="../media/image154.png"/><Relationship Id="rId5" Type="http://schemas.openxmlformats.org/officeDocument/2006/relationships/tags" Target="../tags/tag226.xml"/><Relationship Id="rId15" Type="http://schemas.openxmlformats.org/officeDocument/2006/relationships/tags" Target="../tags/tag236.xml"/><Relationship Id="rId23" Type="http://schemas.openxmlformats.org/officeDocument/2006/relationships/notesSlide" Target="../notesSlides/notesSlide75.xml"/><Relationship Id="rId10" Type="http://schemas.openxmlformats.org/officeDocument/2006/relationships/tags" Target="../tags/tag231.xml"/><Relationship Id="rId19" Type="http://schemas.openxmlformats.org/officeDocument/2006/relationships/tags" Target="../tags/tag240.xml"/><Relationship Id="rId4" Type="http://schemas.openxmlformats.org/officeDocument/2006/relationships/tags" Target="../tags/tag225.xml"/><Relationship Id="rId9" Type="http://schemas.openxmlformats.org/officeDocument/2006/relationships/tags" Target="../tags/tag230.xml"/><Relationship Id="rId14" Type="http://schemas.openxmlformats.org/officeDocument/2006/relationships/tags" Target="../tags/tag235.xml"/><Relationship Id="rId22" Type="http://schemas.openxmlformats.org/officeDocument/2006/relationships/slideLayout" Target="../slideLayouts/slideLayout63.xml"/></Relationships>
</file>

<file path=ppt/slides/_rels/slide83.xml.rels><?xml version="1.0" encoding="UTF-8" standalone="yes"?>
<Relationships xmlns="http://schemas.openxmlformats.org/package/2006/relationships"><Relationship Id="rId8" Type="http://schemas.openxmlformats.org/officeDocument/2006/relationships/tags" Target="../tags/tag250.xml"/><Relationship Id="rId13" Type="http://schemas.openxmlformats.org/officeDocument/2006/relationships/tags" Target="../tags/tag255.xml"/><Relationship Id="rId18" Type="http://schemas.openxmlformats.org/officeDocument/2006/relationships/tags" Target="../tags/tag260.xml"/><Relationship Id="rId3" Type="http://schemas.openxmlformats.org/officeDocument/2006/relationships/tags" Target="../tags/tag245.xml"/><Relationship Id="rId21" Type="http://schemas.openxmlformats.org/officeDocument/2006/relationships/tags" Target="../tags/tag263.xml"/><Relationship Id="rId7" Type="http://schemas.openxmlformats.org/officeDocument/2006/relationships/tags" Target="../tags/tag249.xml"/><Relationship Id="rId12" Type="http://schemas.openxmlformats.org/officeDocument/2006/relationships/tags" Target="../tags/tag254.xml"/><Relationship Id="rId17" Type="http://schemas.openxmlformats.org/officeDocument/2006/relationships/tags" Target="../tags/tag259.xml"/><Relationship Id="rId2" Type="http://schemas.openxmlformats.org/officeDocument/2006/relationships/tags" Target="../tags/tag244.xml"/><Relationship Id="rId16" Type="http://schemas.openxmlformats.org/officeDocument/2006/relationships/tags" Target="../tags/tag258.xml"/><Relationship Id="rId20" Type="http://schemas.openxmlformats.org/officeDocument/2006/relationships/tags" Target="../tags/tag262.xml"/><Relationship Id="rId1" Type="http://schemas.openxmlformats.org/officeDocument/2006/relationships/tags" Target="../tags/tag243.xml"/><Relationship Id="rId6" Type="http://schemas.openxmlformats.org/officeDocument/2006/relationships/tags" Target="../tags/tag248.xml"/><Relationship Id="rId11" Type="http://schemas.openxmlformats.org/officeDocument/2006/relationships/tags" Target="../tags/tag253.xml"/><Relationship Id="rId24" Type="http://schemas.openxmlformats.org/officeDocument/2006/relationships/image" Target="../media/image154.png"/><Relationship Id="rId5" Type="http://schemas.openxmlformats.org/officeDocument/2006/relationships/tags" Target="../tags/tag247.xml"/><Relationship Id="rId15" Type="http://schemas.openxmlformats.org/officeDocument/2006/relationships/tags" Target="../tags/tag257.xml"/><Relationship Id="rId23" Type="http://schemas.openxmlformats.org/officeDocument/2006/relationships/notesSlide" Target="../notesSlides/notesSlide76.xml"/><Relationship Id="rId10" Type="http://schemas.openxmlformats.org/officeDocument/2006/relationships/tags" Target="../tags/tag252.xml"/><Relationship Id="rId19" Type="http://schemas.openxmlformats.org/officeDocument/2006/relationships/tags" Target="../tags/tag261.xml"/><Relationship Id="rId4" Type="http://schemas.openxmlformats.org/officeDocument/2006/relationships/tags" Target="../tags/tag246.xml"/><Relationship Id="rId9" Type="http://schemas.openxmlformats.org/officeDocument/2006/relationships/tags" Target="../tags/tag251.xml"/><Relationship Id="rId14" Type="http://schemas.openxmlformats.org/officeDocument/2006/relationships/tags" Target="../tags/tag256.xml"/><Relationship Id="rId22" Type="http://schemas.openxmlformats.org/officeDocument/2006/relationships/slideLayout" Target="../slideLayouts/slideLayout63.xml"/></Relationships>
</file>

<file path=ppt/slides/_rels/slide84.xml.rels><?xml version="1.0" encoding="UTF-8" standalone="yes"?>
<Relationships xmlns="http://schemas.openxmlformats.org/package/2006/relationships"><Relationship Id="rId8" Type="http://schemas.openxmlformats.org/officeDocument/2006/relationships/tags" Target="../tags/tag271.xml"/><Relationship Id="rId13" Type="http://schemas.openxmlformats.org/officeDocument/2006/relationships/tags" Target="../tags/tag276.xml"/><Relationship Id="rId18" Type="http://schemas.openxmlformats.org/officeDocument/2006/relationships/tags" Target="../tags/tag281.xml"/><Relationship Id="rId26" Type="http://schemas.openxmlformats.org/officeDocument/2006/relationships/notesSlide" Target="../notesSlides/notesSlide77.xml"/><Relationship Id="rId3" Type="http://schemas.openxmlformats.org/officeDocument/2006/relationships/tags" Target="../tags/tag266.xml"/><Relationship Id="rId21" Type="http://schemas.openxmlformats.org/officeDocument/2006/relationships/tags" Target="../tags/tag284.xml"/><Relationship Id="rId7" Type="http://schemas.openxmlformats.org/officeDocument/2006/relationships/tags" Target="../tags/tag270.xml"/><Relationship Id="rId12" Type="http://schemas.openxmlformats.org/officeDocument/2006/relationships/tags" Target="../tags/tag275.xml"/><Relationship Id="rId17" Type="http://schemas.openxmlformats.org/officeDocument/2006/relationships/tags" Target="../tags/tag280.xml"/><Relationship Id="rId25" Type="http://schemas.openxmlformats.org/officeDocument/2006/relationships/slideLayout" Target="../slideLayouts/slideLayout63.xml"/><Relationship Id="rId2" Type="http://schemas.openxmlformats.org/officeDocument/2006/relationships/tags" Target="../tags/tag265.xml"/><Relationship Id="rId16" Type="http://schemas.openxmlformats.org/officeDocument/2006/relationships/tags" Target="../tags/tag279.xml"/><Relationship Id="rId20" Type="http://schemas.openxmlformats.org/officeDocument/2006/relationships/tags" Target="../tags/tag283.xml"/><Relationship Id="rId1" Type="http://schemas.openxmlformats.org/officeDocument/2006/relationships/tags" Target="../tags/tag264.xml"/><Relationship Id="rId6" Type="http://schemas.openxmlformats.org/officeDocument/2006/relationships/tags" Target="../tags/tag269.xml"/><Relationship Id="rId11" Type="http://schemas.openxmlformats.org/officeDocument/2006/relationships/tags" Target="../tags/tag274.xml"/><Relationship Id="rId24" Type="http://schemas.openxmlformats.org/officeDocument/2006/relationships/tags" Target="../tags/tag287.xml"/><Relationship Id="rId5" Type="http://schemas.openxmlformats.org/officeDocument/2006/relationships/tags" Target="../tags/tag268.xml"/><Relationship Id="rId15" Type="http://schemas.openxmlformats.org/officeDocument/2006/relationships/tags" Target="../tags/tag278.xml"/><Relationship Id="rId23" Type="http://schemas.openxmlformats.org/officeDocument/2006/relationships/tags" Target="../tags/tag286.xml"/><Relationship Id="rId10" Type="http://schemas.openxmlformats.org/officeDocument/2006/relationships/tags" Target="../tags/tag273.xml"/><Relationship Id="rId19" Type="http://schemas.openxmlformats.org/officeDocument/2006/relationships/tags" Target="../tags/tag282.xml"/><Relationship Id="rId4" Type="http://schemas.openxmlformats.org/officeDocument/2006/relationships/tags" Target="../tags/tag267.xml"/><Relationship Id="rId9" Type="http://schemas.openxmlformats.org/officeDocument/2006/relationships/tags" Target="../tags/tag272.xml"/><Relationship Id="rId14" Type="http://schemas.openxmlformats.org/officeDocument/2006/relationships/tags" Target="../tags/tag277.xml"/><Relationship Id="rId22" Type="http://schemas.openxmlformats.org/officeDocument/2006/relationships/tags" Target="../tags/tag285.xml"/><Relationship Id="rId27" Type="http://schemas.microsoft.com/office/2018/10/relationships/comments" Target="../comments/modernComment_7F3E8F98_233A0F95.xml"/></Relationships>
</file>

<file path=ppt/slides/_rels/slide85.xml.rels><?xml version="1.0" encoding="UTF-8" standalone="yes"?>
<Relationships xmlns="http://schemas.openxmlformats.org/package/2006/relationships"><Relationship Id="rId8" Type="http://schemas.openxmlformats.org/officeDocument/2006/relationships/tags" Target="../tags/tag295.xml"/><Relationship Id="rId13" Type="http://schemas.openxmlformats.org/officeDocument/2006/relationships/tags" Target="../tags/tag300.xml"/><Relationship Id="rId18" Type="http://schemas.openxmlformats.org/officeDocument/2006/relationships/tags" Target="../tags/tag305.xml"/><Relationship Id="rId26" Type="http://schemas.openxmlformats.org/officeDocument/2006/relationships/notesSlide" Target="../notesSlides/notesSlide78.xml"/><Relationship Id="rId3" Type="http://schemas.openxmlformats.org/officeDocument/2006/relationships/tags" Target="../tags/tag290.xml"/><Relationship Id="rId21" Type="http://schemas.openxmlformats.org/officeDocument/2006/relationships/tags" Target="../tags/tag308.xml"/><Relationship Id="rId7" Type="http://schemas.openxmlformats.org/officeDocument/2006/relationships/tags" Target="../tags/tag294.xml"/><Relationship Id="rId12" Type="http://schemas.openxmlformats.org/officeDocument/2006/relationships/tags" Target="../tags/tag299.xml"/><Relationship Id="rId17" Type="http://schemas.openxmlformats.org/officeDocument/2006/relationships/tags" Target="../tags/tag304.xml"/><Relationship Id="rId25" Type="http://schemas.openxmlformats.org/officeDocument/2006/relationships/slideLayout" Target="../slideLayouts/slideLayout63.xml"/><Relationship Id="rId2" Type="http://schemas.openxmlformats.org/officeDocument/2006/relationships/tags" Target="../tags/tag289.xml"/><Relationship Id="rId16" Type="http://schemas.openxmlformats.org/officeDocument/2006/relationships/tags" Target="../tags/tag303.xml"/><Relationship Id="rId20" Type="http://schemas.openxmlformats.org/officeDocument/2006/relationships/tags" Target="../tags/tag307.xml"/><Relationship Id="rId1" Type="http://schemas.openxmlformats.org/officeDocument/2006/relationships/tags" Target="../tags/tag288.xml"/><Relationship Id="rId6" Type="http://schemas.openxmlformats.org/officeDocument/2006/relationships/tags" Target="../tags/tag293.xml"/><Relationship Id="rId11" Type="http://schemas.openxmlformats.org/officeDocument/2006/relationships/tags" Target="../tags/tag298.xml"/><Relationship Id="rId24" Type="http://schemas.openxmlformats.org/officeDocument/2006/relationships/tags" Target="../tags/tag311.xml"/><Relationship Id="rId5" Type="http://schemas.openxmlformats.org/officeDocument/2006/relationships/tags" Target="../tags/tag292.xml"/><Relationship Id="rId15" Type="http://schemas.openxmlformats.org/officeDocument/2006/relationships/tags" Target="../tags/tag302.xml"/><Relationship Id="rId23" Type="http://schemas.openxmlformats.org/officeDocument/2006/relationships/tags" Target="../tags/tag310.xml"/><Relationship Id="rId10" Type="http://schemas.openxmlformats.org/officeDocument/2006/relationships/tags" Target="../tags/tag297.xml"/><Relationship Id="rId19" Type="http://schemas.openxmlformats.org/officeDocument/2006/relationships/tags" Target="../tags/tag306.xml"/><Relationship Id="rId4" Type="http://schemas.openxmlformats.org/officeDocument/2006/relationships/tags" Target="../tags/tag291.xml"/><Relationship Id="rId9" Type="http://schemas.openxmlformats.org/officeDocument/2006/relationships/tags" Target="../tags/tag296.xml"/><Relationship Id="rId14" Type="http://schemas.openxmlformats.org/officeDocument/2006/relationships/tags" Target="../tags/tag301.xml"/><Relationship Id="rId22" Type="http://schemas.openxmlformats.org/officeDocument/2006/relationships/tags" Target="../tags/tag309.xml"/></Relationships>
</file>

<file path=ppt/slides/_rels/slide86.xml.rels><?xml version="1.0" encoding="UTF-8" standalone="yes"?>
<Relationships xmlns="http://schemas.openxmlformats.org/package/2006/relationships"><Relationship Id="rId8" Type="http://schemas.openxmlformats.org/officeDocument/2006/relationships/tags" Target="../tags/tag319.xml"/><Relationship Id="rId13" Type="http://schemas.openxmlformats.org/officeDocument/2006/relationships/tags" Target="../tags/tag324.xml"/><Relationship Id="rId18" Type="http://schemas.openxmlformats.org/officeDocument/2006/relationships/notesSlide" Target="../notesSlides/notesSlide79.xml"/><Relationship Id="rId3" Type="http://schemas.openxmlformats.org/officeDocument/2006/relationships/tags" Target="../tags/tag314.xml"/><Relationship Id="rId7" Type="http://schemas.openxmlformats.org/officeDocument/2006/relationships/tags" Target="../tags/tag318.xml"/><Relationship Id="rId12" Type="http://schemas.openxmlformats.org/officeDocument/2006/relationships/tags" Target="../tags/tag323.xml"/><Relationship Id="rId17" Type="http://schemas.openxmlformats.org/officeDocument/2006/relationships/slideLayout" Target="../slideLayouts/slideLayout63.xml"/><Relationship Id="rId2" Type="http://schemas.openxmlformats.org/officeDocument/2006/relationships/tags" Target="../tags/tag313.xml"/><Relationship Id="rId16" Type="http://schemas.openxmlformats.org/officeDocument/2006/relationships/tags" Target="../tags/tag327.xml"/><Relationship Id="rId1" Type="http://schemas.openxmlformats.org/officeDocument/2006/relationships/tags" Target="../tags/tag312.xml"/><Relationship Id="rId6" Type="http://schemas.openxmlformats.org/officeDocument/2006/relationships/tags" Target="../tags/tag317.xml"/><Relationship Id="rId11" Type="http://schemas.openxmlformats.org/officeDocument/2006/relationships/tags" Target="../tags/tag322.xml"/><Relationship Id="rId5" Type="http://schemas.openxmlformats.org/officeDocument/2006/relationships/tags" Target="../tags/tag316.xml"/><Relationship Id="rId15" Type="http://schemas.openxmlformats.org/officeDocument/2006/relationships/tags" Target="../tags/tag326.xml"/><Relationship Id="rId10" Type="http://schemas.openxmlformats.org/officeDocument/2006/relationships/tags" Target="../tags/tag321.xml"/><Relationship Id="rId4" Type="http://schemas.openxmlformats.org/officeDocument/2006/relationships/tags" Target="../tags/tag315.xml"/><Relationship Id="rId9" Type="http://schemas.openxmlformats.org/officeDocument/2006/relationships/tags" Target="../tags/tag320.xml"/><Relationship Id="rId14" Type="http://schemas.openxmlformats.org/officeDocument/2006/relationships/tags" Target="../tags/tag325.xml"/></Relationships>
</file>

<file path=ppt/slides/_rels/slide87.xml.rels><?xml version="1.0" encoding="UTF-8" standalone="yes"?>
<Relationships xmlns="http://schemas.openxmlformats.org/package/2006/relationships"><Relationship Id="rId8" Type="http://schemas.openxmlformats.org/officeDocument/2006/relationships/tags" Target="../tags/tag335.xml"/><Relationship Id="rId13" Type="http://schemas.openxmlformats.org/officeDocument/2006/relationships/tags" Target="../tags/tag340.xml"/><Relationship Id="rId18" Type="http://schemas.openxmlformats.org/officeDocument/2006/relationships/slideLayout" Target="../slideLayouts/slideLayout63.xml"/><Relationship Id="rId3" Type="http://schemas.openxmlformats.org/officeDocument/2006/relationships/tags" Target="../tags/tag330.xml"/><Relationship Id="rId7" Type="http://schemas.openxmlformats.org/officeDocument/2006/relationships/tags" Target="../tags/tag334.xml"/><Relationship Id="rId12" Type="http://schemas.openxmlformats.org/officeDocument/2006/relationships/tags" Target="../tags/tag339.xml"/><Relationship Id="rId17" Type="http://schemas.openxmlformats.org/officeDocument/2006/relationships/tags" Target="../tags/tag344.xml"/><Relationship Id="rId2" Type="http://schemas.openxmlformats.org/officeDocument/2006/relationships/tags" Target="../tags/tag329.xml"/><Relationship Id="rId16" Type="http://schemas.openxmlformats.org/officeDocument/2006/relationships/tags" Target="../tags/tag343.xml"/><Relationship Id="rId1" Type="http://schemas.openxmlformats.org/officeDocument/2006/relationships/tags" Target="../tags/tag328.xml"/><Relationship Id="rId6" Type="http://schemas.openxmlformats.org/officeDocument/2006/relationships/tags" Target="../tags/tag333.xml"/><Relationship Id="rId11" Type="http://schemas.openxmlformats.org/officeDocument/2006/relationships/tags" Target="../tags/tag338.xml"/><Relationship Id="rId5" Type="http://schemas.openxmlformats.org/officeDocument/2006/relationships/tags" Target="../tags/tag332.xml"/><Relationship Id="rId15" Type="http://schemas.openxmlformats.org/officeDocument/2006/relationships/tags" Target="../tags/tag342.xml"/><Relationship Id="rId10" Type="http://schemas.openxmlformats.org/officeDocument/2006/relationships/tags" Target="../tags/tag337.xml"/><Relationship Id="rId19" Type="http://schemas.openxmlformats.org/officeDocument/2006/relationships/notesSlide" Target="../notesSlides/notesSlide80.xml"/><Relationship Id="rId4" Type="http://schemas.openxmlformats.org/officeDocument/2006/relationships/tags" Target="../tags/tag331.xml"/><Relationship Id="rId9" Type="http://schemas.openxmlformats.org/officeDocument/2006/relationships/tags" Target="../tags/tag336.xml"/><Relationship Id="rId14" Type="http://schemas.openxmlformats.org/officeDocument/2006/relationships/tags" Target="../tags/tag341.xml"/></Relationships>
</file>

<file path=ppt/slides/_rels/slide88.xml.rels><?xml version="1.0" encoding="UTF-8" standalone="yes"?>
<Relationships xmlns="http://schemas.openxmlformats.org/package/2006/relationships"><Relationship Id="rId8" Type="http://schemas.openxmlformats.org/officeDocument/2006/relationships/tags" Target="../tags/tag352.xml"/><Relationship Id="rId13" Type="http://schemas.openxmlformats.org/officeDocument/2006/relationships/tags" Target="../tags/tag357.xml"/><Relationship Id="rId18" Type="http://schemas.openxmlformats.org/officeDocument/2006/relationships/notesSlide" Target="../notesSlides/notesSlide81.xml"/><Relationship Id="rId3" Type="http://schemas.openxmlformats.org/officeDocument/2006/relationships/tags" Target="../tags/tag347.xml"/><Relationship Id="rId21" Type="http://schemas.openxmlformats.org/officeDocument/2006/relationships/image" Target="../media/image34.png"/><Relationship Id="rId7" Type="http://schemas.openxmlformats.org/officeDocument/2006/relationships/tags" Target="../tags/tag351.xml"/><Relationship Id="rId12" Type="http://schemas.openxmlformats.org/officeDocument/2006/relationships/tags" Target="../tags/tag356.xml"/><Relationship Id="rId17" Type="http://schemas.openxmlformats.org/officeDocument/2006/relationships/slideLayout" Target="../slideLayouts/slideLayout63.xml"/><Relationship Id="rId2" Type="http://schemas.openxmlformats.org/officeDocument/2006/relationships/tags" Target="../tags/tag346.xml"/><Relationship Id="rId16" Type="http://schemas.openxmlformats.org/officeDocument/2006/relationships/tags" Target="../tags/tag360.xml"/><Relationship Id="rId20" Type="http://schemas.openxmlformats.org/officeDocument/2006/relationships/image" Target="../media/image155.png"/><Relationship Id="rId1" Type="http://schemas.openxmlformats.org/officeDocument/2006/relationships/tags" Target="../tags/tag345.xml"/><Relationship Id="rId6" Type="http://schemas.openxmlformats.org/officeDocument/2006/relationships/tags" Target="../tags/tag350.xml"/><Relationship Id="rId11" Type="http://schemas.openxmlformats.org/officeDocument/2006/relationships/tags" Target="../tags/tag355.xml"/><Relationship Id="rId5" Type="http://schemas.openxmlformats.org/officeDocument/2006/relationships/tags" Target="../tags/tag349.xml"/><Relationship Id="rId15" Type="http://schemas.openxmlformats.org/officeDocument/2006/relationships/tags" Target="../tags/tag359.xml"/><Relationship Id="rId10" Type="http://schemas.openxmlformats.org/officeDocument/2006/relationships/tags" Target="../tags/tag354.xml"/><Relationship Id="rId19" Type="http://schemas.microsoft.com/office/2018/10/relationships/comments" Target="../comments/modernComment_7F3E8F9A_F74A7925.xml"/><Relationship Id="rId4" Type="http://schemas.openxmlformats.org/officeDocument/2006/relationships/tags" Target="../tags/tag348.xml"/><Relationship Id="rId9" Type="http://schemas.openxmlformats.org/officeDocument/2006/relationships/tags" Target="../tags/tag353.xml"/><Relationship Id="rId14" Type="http://schemas.openxmlformats.org/officeDocument/2006/relationships/tags" Target="../tags/tag358.xml"/><Relationship Id="rId22" Type="http://schemas.openxmlformats.org/officeDocument/2006/relationships/image" Target="../media/image156.jpeg"/></Relationships>
</file>

<file path=ppt/slides/_rels/slide89.xml.rels><?xml version="1.0" encoding="UTF-8" standalone="yes"?>
<Relationships xmlns="http://schemas.openxmlformats.org/package/2006/relationships"><Relationship Id="rId8" Type="http://schemas.openxmlformats.org/officeDocument/2006/relationships/tags" Target="../tags/tag368.xml"/><Relationship Id="rId13" Type="http://schemas.openxmlformats.org/officeDocument/2006/relationships/tags" Target="../tags/tag373.xml"/><Relationship Id="rId18" Type="http://schemas.openxmlformats.org/officeDocument/2006/relationships/notesSlide" Target="../notesSlides/notesSlide82.xml"/><Relationship Id="rId3" Type="http://schemas.openxmlformats.org/officeDocument/2006/relationships/tags" Target="../tags/tag363.xml"/><Relationship Id="rId21" Type="http://schemas.openxmlformats.org/officeDocument/2006/relationships/image" Target="../media/image156.jpeg"/><Relationship Id="rId7" Type="http://schemas.openxmlformats.org/officeDocument/2006/relationships/tags" Target="../tags/tag367.xml"/><Relationship Id="rId12" Type="http://schemas.openxmlformats.org/officeDocument/2006/relationships/tags" Target="../tags/tag372.xml"/><Relationship Id="rId17" Type="http://schemas.openxmlformats.org/officeDocument/2006/relationships/slideLayout" Target="../slideLayouts/slideLayout63.xml"/><Relationship Id="rId2" Type="http://schemas.openxmlformats.org/officeDocument/2006/relationships/tags" Target="../tags/tag362.xml"/><Relationship Id="rId16" Type="http://schemas.openxmlformats.org/officeDocument/2006/relationships/tags" Target="../tags/tag376.xml"/><Relationship Id="rId20" Type="http://schemas.openxmlformats.org/officeDocument/2006/relationships/image" Target="../media/image34.png"/><Relationship Id="rId1" Type="http://schemas.openxmlformats.org/officeDocument/2006/relationships/tags" Target="../tags/tag361.xml"/><Relationship Id="rId6" Type="http://schemas.openxmlformats.org/officeDocument/2006/relationships/tags" Target="../tags/tag366.xml"/><Relationship Id="rId11" Type="http://schemas.openxmlformats.org/officeDocument/2006/relationships/tags" Target="../tags/tag371.xml"/><Relationship Id="rId5" Type="http://schemas.openxmlformats.org/officeDocument/2006/relationships/tags" Target="../tags/tag365.xml"/><Relationship Id="rId15" Type="http://schemas.openxmlformats.org/officeDocument/2006/relationships/tags" Target="../tags/tag375.xml"/><Relationship Id="rId10" Type="http://schemas.openxmlformats.org/officeDocument/2006/relationships/tags" Target="../tags/tag370.xml"/><Relationship Id="rId19" Type="http://schemas.openxmlformats.org/officeDocument/2006/relationships/image" Target="../media/image155.png"/><Relationship Id="rId4" Type="http://schemas.openxmlformats.org/officeDocument/2006/relationships/tags" Target="../tags/tag364.xml"/><Relationship Id="rId9" Type="http://schemas.openxmlformats.org/officeDocument/2006/relationships/tags" Target="../tags/tag369.xml"/><Relationship Id="rId14" Type="http://schemas.openxmlformats.org/officeDocument/2006/relationships/tags" Target="../tags/tag374.xml"/></Relationships>
</file>

<file path=ppt/slides/_rels/slide90.xml.rels><?xml version="1.0" encoding="UTF-8" standalone="yes"?>
<Relationships xmlns="http://schemas.openxmlformats.org/package/2006/relationships"><Relationship Id="rId8" Type="http://schemas.openxmlformats.org/officeDocument/2006/relationships/tags" Target="../tags/tag384.xml"/><Relationship Id="rId13" Type="http://schemas.openxmlformats.org/officeDocument/2006/relationships/tags" Target="../tags/tag389.xml"/><Relationship Id="rId18" Type="http://schemas.openxmlformats.org/officeDocument/2006/relationships/slideLayout" Target="../slideLayouts/slideLayout63.xml"/><Relationship Id="rId3" Type="http://schemas.openxmlformats.org/officeDocument/2006/relationships/tags" Target="../tags/tag379.xml"/><Relationship Id="rId7" Type="http://schemas.openxmlformats.org/officeDocument/2006/relationships/tags" Target="../tags/tag383.xml"/><Relationship Id="rId12" Type="http://schemas.openxmlformats.org/officeDocument/2006/relationships/tags" Target="../tags/tag388.xml"/><Relationship Id="rId17" Type="http://schemas.openxmlformats.org/officeDocument/2006/relationships/tags" Target="../tags/tag393.xml"/><Relationship Id="rId2" Type="http://schemas.openxmlformats.org/officeDocument/2006/relationships/tags" Target="../tags/tag378.xml"/><Relationship Id="rId16" Type="http://schemas.openxmlformats.org/officeDocument/2006/relationships/tags" Target="../tags/tag392.xml"/><Relationship Id="rId20" Type="http://schemas.microsoft.com/office/2018/10/relationships/comments" Target="../comments/modernComment_7F3E8FAC_5E8266.xml"/><Relationship Id="rId1" Type="http://schemas.openxmlformats.org/officeDocument/2006/relationships/tags" Target="../tags/tag377.xml"/><Relationship Id="rId6" Type="http://schemas.openxmlformats.org/officeDocument/2006/relationships/tags" Target="../tags/tag382.xml"/><Relationship Id="rId11" Type="http://schemas.openxmlformats.org/officeDocument/2006/relationships/tags" Target="../tags/tag387.xml"/><Relationship Id="rId5" Type="http://schemas.openxmlformats.org/officeDocument/2006/relationships/tags" Target="../tags/tag381.xml"/><Relationship Id="rId15" Type="http://schemas.openxmlformats.org/officeDocument/2006/relationships/tags" Target="../tags/tag391.xml"/><Relationship Id="rId10" Type="http://schemas.openxmlformats.org/officeDocument/2006/relationships/tags" Target="../tags/tag386.xml"/><Relationship Id="rId19" Type="http://schemas.openxmlformats.org/officeDocument/2006/relationships/notesSlide" Target="../notesSlides/notesSlide83.xml"/><Relationship Id="rId4" Type="http://schemas.openxmlformats.org/officeDocument/2006/relationships/tags" Target="../tags/tag380.xml"/><Relationship Id="rId9" Type="http://schemas.openxmlformats.org/officeDocument/2006/relationships/tags" Target="../tags/tag385.xml"/><Relationship Id="rId14" Type="http://schemas.openxmlformats.org/officeDocument/2006/relationships/tags" Target="../tags/tag390.xml"/></Relationships>
</file>

<file path=ppt/slides/_rels/slide91.xml.rels><?xml version="1.0" encoding="UTF-8" standalone="yes"?>
<Relationships xmlns="http://schemas.openxmlformats.org/package/2006/relationships"><Relationship Id="rId8" Type="http://schemas.openxmlformats.org/officeDocument/2006/relationships/tags" Target="../tags/tag401.xml"/><Relationship Id="rId13" Type="http://schemas.openxmlformats.org/officeDocument/2006/relationships/tags" Target="../tags/tag406.xml"/><Relationship Id="rId18" Type="http://schemas.openxmlformats.org/officeDocument/2006/relationships/tags" Target="../tags/tag411.xml"/><Relationship Id="rId3" Type="http://schemas.openxmlformats.org/officeDocument/2006/relationships/tags" Target="../tags/tag396.xml"/><Relationship Id="rId7" Type="http://schemas.openxmlformats.org/officeDocument/2006/relationships/tags" Target="../tags/tag400.xml"/><Relationship Id="rId12" Type="http://schemas.openxmlformats.org/officeDocument/2006/relationships/tags" Target="../tags/tag405.xml"/><Relationship Id="rId17" Type="http://schemas.openxmlformats.org/officeDocument/2006/relationships/tags" Target="../tags/tag410.xml"/><Relationship Id="rId2" Type="http://schemas.openxmlformats.org/officeDocument/2006/relationships/tags" Target="../tags/tag395.xml"/><Relationship Id="rId16" Type="http://schemas.openxmlformats.org/officeDocument/2006/relationships/tags" Target="../tags/tag409.xml"/><Relationship Id="rId20" Type="http://schemas.openxmlformats.org/officeDocument/2006/relationships/notesSlide" Target="../notesSlides/notesSlide84.xml"/><Relationship Id="rId1" Type="http://schemas.openxmlformats.org/officeDocument/2006/relationships/tags" Target="../tags/tag394.xml"/><Relationship Id="rId6" Type="http://schemas.openxmlformats.org/officeDocument/2006/relationships/tags" Target="../tags/tag399.xml"/><Relationship Id="rId11" Type="http://schemas.openxmlformats.org/officeDocument/2006/relationships/tags" Target="../tags/tag404.xml"/><Relationship Id="rId5" Type="http://schemas.openxmlformats.org/officeDocument/2006/relationships/tags" Target="../tags/tag398.xml"/><Relationship Id="rId15" Type="http://schemas.openxmlformats.org/officeDocument/2006/relationships/tags" Target="../tags/tag408.xml"/><Relationship Id="rId10" Type="http://schemas.openxmlformats.org/officeDocument/2006/relationships/tags" Target="../tags/tag403.xml"/><Relationship Id="rId19" Type="http://schemas.openxmlformats.org/officeDocument/2006/relationships/slideLayout" Target="../slideLayouts/slideLayout63.xml"/><Relationship Id="rId4" Type="http://schemas.openxmlformats.org/officeDocument/2006/relationships/tags" Target="../tags/tag397.xml"/><Relationship Id="rId9" Type="http://schemas.openxmlformats.org/officeDocument/2006/relationships/tags" Target="../tags/tag402.xml"/><Relationship Id="rId14" Type="http://schemas.openxmlformats.org/officeDocument/2006/relationships/tags" Target="../tags/tag407.xml"/></Relationships>
</file>

<file path=ppt/slides/_rels/slide92.xml.rels><?xml version="1.0" encoding="UTF-8" standalone="yes"?>
<Relationships xmlns="http://schemas.openxmlformats.org/package/2006/relationships"><Relationship Id="rId8" Type="http://schemas.openxmlformats.org/officeDocument/2006/relationships/tags" Target="../tags/tag419.xml"/><Relationship Id="rId13" Type="http://schemas.openxmlformats.org/officeDocument/2006/relationships/tags" Target="../tags/tag424.xml"/><Relationship Id="rId18" Type="http://schemas.openxmlformats.org/officeDocument/2006/relationships/tags" Target="../tags/tag429.xml"/><Relationship Id="rId3" Type="http://schemas.openxmlformats.org/officeDocument/2006/relationships/tags" Target="../tags/tag414.xml"/><Relationship Id="rId21" Type="http://schemas.openxmlformats.org/officeDocument/2006/relationships/tags" Target="../tags/tag432.xml"/><Relationship Id="rId7" Type="http://schemas.openxmlformats.org/officeDocument/2006/relationships/tags" Target="../tags/tag418.xml"/><Relationship Id="rId12" Type="http://schemas.openxmlformats.org/officeDocument/2006/relationships/tags" Target="../tags/tag423.xml"/><Relationship Id="rId17" Type="http://schemas.openxmlformats.org/officeDocument/2006/relationships/tags" Target="../tags/tag428.xml"/><Relationship Id="rId25" Type="http://schemas.openxmlformats.org/officeDocument/2006/relationships/image" Target="../media/image157.png"/><Relationship Id="rId2" Type="http://schemas.openxmlformats.org/officeDocument/2006/relationships/tags" Target="../tags/tag413.xml"/><Relationship Id="rId16" Type="http://schemas.openxmlformats.org/officeDocument/2006/relationships/tags" Target="../tags/tag427.xml"/><Relationship Id="rId20" Type="http://schemas.openxmlformats.org/officeDocument/2006/relationships/tags" Target="../tags/tag431.xml"/><Relationship Id="rId1" Type="http://schemas.openxmlformats.org/officeDocument/2006/relationships/tags" Target="../tags/tag412.xml"/><Relationship Id="rId6" Type="http://schemas.openxmlformats.org/officeDocument/2006/relationships/tags" Target="../tags/tag417.xml"/><Relationship Id="rId11" Type="http://schemas.openxmlformats.org/officeDocument/2006/relationships/tags" Target="../tags/tag422.xml"/><Relationship Id="rId24" Type="http://schemas.openxmlformats.org/officeDocument/2006/relationships/notesSlide" Target="../notesSlides/notesSlide85.xml"/><Relationship Id="rId5" Type="http://schemas.openxmlformats.org/officeDocument/2006/relationships/tags" Target="../tags/tag416.xml"/><Relationship Id="rId15" Type="http://schemas.openxmlformats.org/officeDocument/2006/relationships/tags" Target="../tags/tag426.xml"/><Relationship Id="rId23" Type="http://schemas.openxmlformats.org/officeDocument/2006/relationships/slideLayout" Target="../slideLayouts/slideLayout63.xml"/><Relationship Id="rId10" Type="http://schemas.openxmlformats.org/officeDocument/2006/relationships/tags" Target="../tags/tag421.xml"/><Relationship Id="rId19" Type="http://schemas.openxmlformats.org/officeDocument/2006/relationships/tags" Target="../tags/tag430.xml"/><Relationship Id="rId4" Type="http://schemas.openxmlformats.org/officeDocument/2006/relationships/tags" Target="../tags/tag415.xml"/><Relationship Id="rId9" Type="http://schemas.openxmlformats.org/officeDocument/2006/relationships/tags" Target="../tags/tag420.xml"/><Relationship Id="rId14" Type="http://schemas.openxmlformats.org/officeDocument/2006/relationships/tags" Target="../tags/tag425.xml"/><Relationship Id="rId22" Type="http://schemas.openxmlformats.org/officeDocument/2006/relationships/tags" Target="../tags/tag433.xml"/></Relationships>
</file>

<file path=ppt/slides/_rels/slide93.xml.rels><?xml version="1.0" encoding="UTF-8" standalone="yes"?>
<Relationships xmlns="http://schemas.openxmlformats.org/package/2006/relationships"><Relationship Id="rId8" Type="http://schemas.openxmlformats.org/officeDocument/2006/relationships/tags" Target="../tags/tag441.xml"/><Relationship Id="rId13" Type="http://schemas.openxmlformats.org/officeDocument/2006/relationships/tags" Target="../tags/tag446.xml"/><Relationship Id="rId18" Type="http://schemas.openxmlformats.org/officeDocument/2006/relationships/tags" Target="../tags/tag451.xml"/><Relationship Id="rId3" Type="http://schemas.openxmlformats.org/officeDocument/2006/relationships/tags" Target="../tags/tag436.xml"/><Relationship Id="rId21" Type="http://schemas.openxmlformats.org/officeDocument/2006/relationships/tags" Target="../tags/tag454.xml"/><Relationship Id="rId7" Type="http://schemas.openxmlformats.org/officeDocument/2006/relationships/tags" Target="../tags/tag440.xml"/><Relationship Id="rId12" Type="http://schemas.openxmlformats.org/officeDocument/2006/relationships/tags" Target="../tags/tag445.xml"/><Relationship Id="rId17" Type="http://schemas.openxmlformats.org/officeDocument/2006/relationships/tags" Target="../tags/tag450.xml"/><Relationship Id="rId25" Type="http://schemas.openxmlformats.org/officeDocument/2006/relationships/image" Target="../media/image157.png"/><Relationship Id="rId2" Type="http://schemas.openxmlformats.org/officeDocument/2006/relationships/tags" Target="../tags/tag435.xml"/><Relationship Id="rId16" Type="http://schemas.openxmlformats.org/officeDocument/2006/relationships/tags" Target="../tags/tag449.xml"/><Relationship Id="rId20" Type="http://schemas.openxmlformats.org/officeDocument/2006/relationships/tags" Target="../tags/tag453.xml"/><Relationship Id="rId1" Type="http://schemas.openxmlformats.org/officeDocument/2006/relationships/tags" Target="../tags/tag434.xml"/><Relationship Id="rId6" Type="http://schemas.openxmlformats.org/officeDocument/2006/relationships/tags" Target="../tags/tag439.xml"/><Relationship Id="rId11" Type="http://schemas.openxmlformats.org/officeDocument/2006/relationships/tags" Target="../tags/tag444.xml"/><Relationship Id="rId24" Type="http://schemas.openxmlformats.org/officeDocument/2006/relationships/notesSlide" Target="../notesSlides/notesSlide86.xml"/><Relationship Id="rId5" Type="http://schemas.openxmlformats.org/officeDocument/2006/relationships/tags" Target="../tags/tag438.xml"/><Relationship Id="rId15" Type="http://schemas.openxmlformats.org/officeDocument/2006/relationships/tags" Target="../tags/tag448.xml"/><Relationship Id="rId23" Type="http://schemas.openxmlformats.org/officeDocument/2006/relationships/slideLayout" Target="../slideLayouts/slideLayout63.xml"/><Relationship Id="rId10" Type="http://schemas.openxmlformats.org/officeDocument/2006/relationships/tags" Target="../tags/tag443.xml"/><Relationship Id="rId19" Type="http://schemas.openxmlformats.org/officeDocument/2006/relationships/tags" Target="../tags/tag452.xml"/><Relationship Id="rId4" Type="http://schemas.openxmlformats.org/officeDocument/2006/relationships/tags" Target="../tags/tag437.xml"/><Relationship Id="rId9" Type="http://schemas.openxmlformats.org/officeDocument/2006/relationships/tags" Target="../tags/tag442.xml"/><Relationship Id="rId14" Type="http://schemas.openxmlformats.org/officeDocument/2006/relationships/tags" Target="../tags/tag447.xml"/><Relationship Id="rId22" Type="http://schemas.openxmlformats.org/officeDocument/2006/relationships/tags" Target="../tags/tag455.xml"/></Relationships>
</file>

<file path=ppt/slides/_rels/slide94.xml.rels><?xml version="1.0" encoding="UTF-8" standalone="yes"?>
<Relationships xmlns="http://schemas.openxmlformats.org/package/2006/relationships"><Relationship Id="rId8" Type="http://schemas.openxmlformats.org/officeDocument/2006/relationships/tags" Target="../tags/tag463.xml"/><Relationship Id="rId13" Type="http://schemas.openxmlformats.org/officeDocument/2006/relationships/tags" Target="../tags/tag468.xml"/><Relationship Id="rId18" Type="http://schemas.openxmlformats.org/officeDocument/2006/relationships/tags" Target="../tags/tag473.xml"/><Relationship Id="rId26" Type="http://schemas.openxmlformats.org/officeDocument/2006/relationships/tags" Target="../tags/tag481.xml"/><Relationship Id="rId3" Type="http://schemas.openxmlformats.org/officeDocument/2006/relationships/tags" Target="../tags/tag458.xml"/><Relationship Id="rId21" Type="http://schemas.openxmlformats.org/officeDocument/2006/relationships/tags" Target="../tags/tag476.xml"/><Relationship Id="rId7" Type="http://schemas.openxmlformats.org/officeDocument/2006/relationships/tags" Target="../tags/tag462.xml"/><Relationship Id="rId12" Type="http://schemas.openxmlformats.org/officeDocument/2006/relationships/tags" Target="../tags/tag467.xml"/><Relationship Id="rId17" Type="http://schemas.openxmlformats.org/officeDocument/2006/relationships/tags" Target="../tags/tag472.xml"/><Relationship Id="rId25" Type="http://schemas.openxmlformats.org/officeDocument/2006/relationships/tags" Target="../tags/tag480.xml"/><Relationship Id="rId2" Type="http://schemas.openxmlformats.org/officeDocument/2006/relationships/tags" Target="../tags/tag457.xml"/><Relationship Id="rId16" Type="http://schemas.openxmlformats.org/officeDocument/2006/relationships/tags" Target="../tags/tag471.xml"/><Relationship Id="rId20" Type="http://schemas.openxmlformats.org/officeDocument/2006/relationships/tags" Target="../tags/tag475.xml"/><Relationship Id="rId29" Type="http://schemas.openxmlformats.org/officeDocument/2006/relationships/tags" Target="../tags/tag484.xml"/><Relationship Id="rId1" Type="http://schemas.openxmlformats.org/officeDocument/2006/relationships/tags" Target="../tags/tag456.xml"/><Relationship Id="rId6" Type="http://schemas.openxmlformats.org/officeDocument/2006/relationships/tags" Target="../tags/tag461.xml"/><Relationship Id="rId11" Type="http://schemas.openxmlformats.org/officeDocument/2006/relationships/tags" Target="../tags/tag466.xml"/><Relationship Id="rId24" Type="http://schemas.openxmlformats.org/officeDocument/2006/relationships/tags" Target="../tags/tag479.xml"/><Relationship Id="rId32" Type="http://schemas.openxmlformats.org/officeDocument/2006/relationships/image" Target="../media/image157.png"/><Relationship Id="rId5" Type="http://schemas.openxmlformats.org/officeDocument/2006/relationships/tags" Target="../tags/tag460.xml"/><Relationship Id="rId15" Type="http://schemas.openxmlformats.org/officeDocument/2006/relationships/tags" Target="../tags/tag470.xml"/><Relationship Id="rId23" Type="http://schemas.openxmlformats.org/officeDocument/2006/relationships/tags" Target="../tags/tag478.xml"/><Relationship Id="rId28" Type="http://schemas.openxmlformats.org/officeDocument/2006/relationships/tags" Target="../tags/tag483.xml"/><Relationship Id="rId10" Type="http://schemas.openxmlformats.org/officeDocument/2006/relationships/tags" Target="../tags/tag465.xml"/><Relationship Id="rId19" Type="http://schemas.openxmlformats.org/officeDocument/2006/relationships/tags" Target="../tags/tag474.xml"/><Relationship Id="rId31" Type="http://schemas.openxmlformats.org/officeDocument/2006/relationships/notesSlide" Target="../notesSlides/notesSlide87.xml"/><Relationship Id="rId4" Type="http://schemas.openxmlformats.org/officeDocument/2006/relationships/tags" Target="../tags/tag459.xml"/><Relationship Id="rId9" Type="http://schemas.openxmlformats.org/officeDocument/2006/relationships/tags" Target="../tags/tag464.xml"/><Relationship Id="rId14" Type="http://schemas.openxmlformats.org/officeDocument/2006/relationships/tags" Target="../tags/tag469.xml"/><Relationship Id="rId22" Type="http://schemas.openxmlformats.org/officeDocument/2006/relationships/tags" Target="../tags/tag477.xml"/><Relationship Id="rId27" Type="http://schemas.openxmlformats.org/officeDocument/2006/relationships/tags" Target="../tags/tag482.xml"/><Relationship Id="rId30" Type="http://schemas.openxmlformats.org/officeDocument/2006/relationships/slideLayout" Target="../slideLayouts/slideLayout63.xml"/></Relationships>
</file>

<file path=ppt/slides/_rels/slide95.xml.rels><?xml version="1.0" encoding="UTF-8" standalone="yes"?>
<Relationships xmlns="http://schemas.openxmlformats.org/package/2006/relationships"><Relationship Id="rId8" Type="http://schemas.openxmlformats.org/officeDocument/2006/relationships/tags" Target="../tags/tag492.xml"/><Relationship Id="rId13" Type="http://schemas.openxmlformats.org/officeDocument/2006/relationships/tags" Target="../tags/tag497.xml"/><Relationship Id="rId18" Type="http://schemas.openxmlformats.org/officeDocument/2006/relationships/tags" Target="../tags/tag502.xml"/><Relationship Id="rId3" Type="http://schemas.openxmlformats.org/officeDocument/2006/relationships/tags" Target="../tags/tag487.xml"/><Relationship Id="rId7" Type="http://schemas.openxmlformats.org/officeDocument/2006/relationships/tags" Target="../tags/tag491.xml"/><Relationship Id="rId12" Type="http://schemas.openxmlformats.org/officeDocument/2006/relationships/tags" Target="../tags/tag496.xml"/><Relationship Id="rId17" Type="http://schemas.openxmlformats.org/officeDocument/2006/relationships/tags" Target="../tags/tag501.xml"/><Relationship Id="rId2" Type="http://schemas.openxmlformats.org/officeDocument/2006/relationships/tags" Target="../tags/tag486.xml"/><Relationship Id="rId16" Type="http://schemas.openxmlformats.org/officeDocument/2006/relationships/tags" Target="../tags/tag500.xml"/><Relationship Id="rId20" Type="http://schemas.openxmlformats.org/officeDocument/2006/relationships/notesSlide" Target="../notesSlides/notesSlide88.xml"/><Relationship Id="rId1" Type="http://schemas.openxmlformats.org/officeDocument/2006/relationships/tags" Target="../tags/tag485.xml"/><Relationship Id="rId6" Type="http://schemas.openxmlformats.org/officeDocument/2006/relationships/tags" Target="../tags/tag490.xml"/><Relationship Id="rId11" Type="http://schemas.openxmlformats.org/officeDocument/2006/relationships/tags" Target="../tags/tag495.xml"/><Relationship Id="rId5" Type="http://schemas.openxmlformats.org/officeDocument/2006/relationships/tags" Target="../tags/tag489.xml"/><Relationship Id="rId15" Type="http://schemas.openxmlformats.org/officeDocument/2006/relationships/tags" Target="../tags/tag499.xml"/><Relationship Id="rId10" Type="http://schemas.openxmlformats.org/officeDocument/2006/relationships/tags" Target="../tags/tag494.xml"/><Relationship Id="rId19" Type="http://schemas.openxmlformats.org/officeDocument/2006/relationships/slideLayout" Target="../slideLayouts/slideLayout63.xml"/><Relationship Id="rId4" Type="http://schemas.openxmlformats.org/officeDocument/2006/relationships/tags" Target="../tags/tag488.xml"/><Relationship Id="rId9" Type="http://schemas.openxmlformats.org/officeDocument/2006/relationships/tags" Target="../tags/tag493.xml"/><Relationship Id="rId14" Type="http://schemas.openxmlformats.org/officeDocument/2006/relationships/tags" Target="../tags/tag498.xml"/></Relationships>
</file>

<file path=ppt/slides/_rels/slide96.xml.rels><?xml version="1.0" encoding="UTF-8" standalone="yes"?>
<Relationships xmlns="http://schemas.openxmlformats.org/package/2006/relationships"><Relationship Id="rId8" Type="http://schemas.openxmlformats.org/officeDocument/2006/relationships/image" Target="../media/image91.jpeg"/><Relationship Id="rId3" Type="http://schemas.openxmlformats.org/officeDocument/2006/relationships/notesSlide" Target="../notesSlides/notesSlide89.xml"/><Relationship Id="rId7" Type="http://schemas.openxmlformats.org/officeDocument/2006/relationships/image" Target="../media/image144.png"/><Relationship Id="rId2" Type="http://schemas.openxmlformats.org/officeDocument/2006/relationships/slideLayout" Target="../slideLayouts/slideLayout13.xml"/><Relationship Id="rId1" Type="http://schemas.openxmlformats.org/officeDocument/2006/relationships/tags" Target="../tags/tag503.xml"/><Relationship Id="rId6" Type="http://schemas.openxmlformats.org/officeDocument/2006/relationships/image" Target="../media/image143.jpeg"/><Relationship Id="rId5" Type="http://schemas.openxmlformats.org/officeDocument/2006/relationships/image" Target="../media/image142.png"/><Relationship Id="rId10" Type="http://schemas.openxmlformats.org/officeDocument/2006/relationships/image" Target="../media/image29.png"/><Relationship Id="rId4" Type="http://schemas.openxmlformats.org/officeDocument/2006/relationships/image" Target="../media/image141.png"/><Relationship Id="rId9" Type="http://schemas.openxmlformats.org/officeDocument/2006/relationships/image" Target="../media/image30.png"/></Relationships>
</file>

<file path=ppt/slides/_rels/slide9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0.xml"/><Relationship Id="rId1" Type="http://schemas.openxmlformats.org/officeDocument/2006/relationships/slideLayout" Target="../slideLayouts/slideLayout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8.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91.xml"/><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92.xml"/><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93.xml"/><Relationship Id="rId1" Type="http://schemas.openxmlformats.org/officeDocument/2006/relationships/slideLayout" Target="../slideLayouts/slideLayout6.xml"/><Relationship Id="rId4" Type="http://schemas.openxmlformats.org/officeDocument/2006/relationships/image" Target="../media/image85.png"/></Relationships>
</file>

<file path=ppt/slides/_rels/slide101.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94.xml"/><Relationship Id="rId1" Type="http://schemas.openxmlformats.org/officeDocument/2006/relationships/slideLayout" Target="../slideLayouts/slideLayout6.xml"/><Relationship Id="rId4" Type="http://schemas.openxmlformats.org/officeDocument/2006/relationships/image" Target="../media/image85.png"/></Relationships>
</file>

<file path=ppt/slides/_rels/slide10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95.xml"/><Relationship Id="rId1" Type="http://schemas.openxmlformats.org/officeDocument/2006/relationships/slideLayout" Target="../slideLayouts/slideLayout6.xml"/><Relationship Id="rId4" Type="http://schemas.openxmlformats.org/officeDocument/2006/relationships/image" Target="../media/image85.png"/></Relationships>
</file>

<file path=ppt/slides/_rels/slide103.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96.xml"/><Relationship Id="rId1" Type="http://schemas.openxmlformats.org/officeDocument/2006/relationships/slideLayout" Target="../slideLayouts/slideLayout6.xml"/><Relationship Id="rId4" Type="http://schemas.openxmlformats.org/officeDocument/2006/relationships/image" Target="../media/image85.png"/></Relationships>
</file>

<file path=ppt/slides/_rels/slide104.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97.xml"/><Relationship Id="rId1" Type="http://schemas.openxmlformats.org/officeDocument/2006/relationships/slideLayout" Target="../slideLayouts/slideLayout6.xml"/><Relationship Id="rId4" Type="http://schemas.openxmlformats.org/officeDocument/2006/relationships/image" Target="../media/image85.png"/></Relationships>
</file>

<file path=ppt/slides/_rels/slide105.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98.xml"/><Relationship Id="rId1" Type="http://schemas.openxmlformats.org/officeDocument/2006/relationships/slideLayout" Target="../slideLayouts/slideLayout6.xml"/><Relationship Id="rId4" Type="http://schemas.openxmlformats.org/officeDocument/2006/relationships/image" Target="../media/image85.png"/></Relationships>
</file>

<file path=ppt/slides/_rels/slide106.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8" Type="http://schemas.openxmlformats.org/officeDocument/2006/relationships/image" Target="../media/image91.jpeg"/><Relationship Id="rId3" Type="http://schemas.openxmlformats.org/officeDocument/2006/relationships/notesSlide" Target="../notesSlides/notesSlide100.xml"/><Relationship Id="rId7" Type="http://schemas.openxmlformats.org/officeDocument/2006/relationships/image" Target="../media/image144.png"/><Relationship Id="rId2" Type="http://schemas.openxmlformats.org/officeDocument/2006/relationships/slideLayout" Target="../slideLayouts/slideLayout13.xml"/><Relationship Id="rId1" Type="http://schemas.openxmlformats.org/officeDocument/2006/relationships/tags" Target="../tags/tag504.xml"/><Relationship Id="rId6" Type="http://schemas.openxmlformats.org/officeDocument/2006/relationships/image" Target="../media/image143.jpeg"/><Relationship Id="rId5" Type="http://schemas.openxmlformats.org/officeDocument/2006/relationships/image" Target="../media/image142.png"/><Relationship Id="rId10" Type="http://schemas.openxmlformats.org/officeDocument/2006/relationships/image" Target="../media/image29.png"/><Relationship Id="rId4" Type="http://schemas.openxmlformats.org/officeDocument/2006/relationships/image" Target="../media/image141.png"/><Relationship Id="rId9" Type="http://schemas.openxmlformats.org/officeDocument/2006/relationships/image" Target="../media/image30.png"/></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0.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0.xml"/></Relationships>
</file>

<file path=ppt/slides/_rels/slide110.xml.rels><?xml version="1.0" encoding="UTF-8" standalone="yes"?>
<Relationships xmlns="http://schemas.openxmlformats.org/package/2006/relationships"><Relationship Id="rId3" Type="http://schemas.microsoft.com/office/2018/10/relationships/comments" Target="../comments/modernComment_7F3E8FCB_42EE9CEC.xml"/><Relationship Id="rId2" Type="http://schemas.openxmlformats.org/officeDocument/2006/relationships/notesSlide" Target="../notesSlides/notesSlide103.xml"/><Relationship Id="rId1" Type="http://schemas.openxmlformats.org/officeDocument/2006/relationships/slideLayout" Target="../slideLayouts/slideLayout10.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0.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0.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0.xml"/></Relationships>
</file>

<file path=ppt/slides/_rels/slide114.xml.rels><?xml version="1.0" encoding="UTF-8" standalone="yes"?>
<Relationships xmlns="http://schemas.openxmlformats.org/package/2006/relationships"><Relationship Id="rId8" Type="http://schemas.openxmlformats.org/officeDocument/2006/relationships/image" Target="../media/image165.png"/><Relationship Id="rId13" Type="http://schemas.openxmlformats.org/officeDocument/2006/relationships/image" Target="../media/image170.png"/><Relationship Id="rId18" Type="http://schemas.openxmlformats.org/officeDocument/2006/relationships/image" Target="../media/image175.png"/><Relationship Id="rId3" Type="http://schemas.openxmlformats.org/officeDocument/2006/relationships/image" Target="../media/image160.png"/><Relationship Id="rId21" Type="http://schemas.openxmlformats.org/officeDocument/2006/relationships/image" Target="../media/image178.png"/><Relationship Id="rId7" Type="http://schemas.openxmlformats.org/officeDocument/2006/relationships/image" Target="../media/image164.png"/><Relationship Id="rId12" Type="http://schemas.openxmlformats.org/officeDocument/2006/relationships/image" Target="../media/image169.png"/><Relationship Id="rId17" Type="http://schemas.openxmlformats.org/officeDocument/2006/relationships/image" Target="../media/image174.png"/><Relationship Id="rId2" Type="http://schemas.openxmlformats.org/officeDocument/2006/relationships/image" Target="../media/image159.png"/><Relationship Id="rId16" Type="http://schemas.openxmlformats.org/officeDocument/2006/relationships/image" Target="../media/image173.png"/><Relationship Id="rId20" Type="http://schemas.openxmlformats.org/officeDocument/2006/relationships/image" Target="../media/image177.png"/><Relationship Id="rId1" Type="http://schemas.openxmlformats.org/officeDocument/2006/relationships/slideLayout" Target="../slideLayouts/slideLayout10.xml"/><Relationship Id="rId6" Type="http://schemas.openxmlformats.org/officeDocument/2006/relationships/image" Target="../media/image163.png"/><Relationship Id="rId11" Type="http://schemas.openxmlformats.org/officeDocument/2006/relationships/image" Target="../media/image168.png"/><Relationship Id="rId5" Type="http://schemas.openxmlformats.org/officeDocument/2006/relationships/image" Target="../media/image162.png"/><Relationship Id="rId15" Type="http://schemas.openxmlformats.org/officeDocument/2006/relationships/image" Target="../media/image172.png"/><Relationship Id="rId10" Type="http://schemas.openxmlformats.org/officeDocument/2006/relationships/image" Target="../media/image167.png"/><Relationship Id="rId19" Type="http://schemas.openxmlformats.org/officeDocument/2006/relationships/image" Target="../media/image176.png"/><Relationship Id="rId4" Type="http://schemas.openxmlformats.org/officeDocument/2006/relationships/image" Target="../media/image161.png"/><Relationship Id="rId9" Type="http://schemas.openxmlformats.org/officeDocument/2006/relationships/image" Target="../media/image166.png"/><Relationship Id="rId14" Type="http://schemas.openxmlformats.org/officeDocument/2006/relationships/image" Target="../media/image171.png"/></Relationships>
</file>

<file path=ppt/slides/_rels/slide115.xml.rels><?xml version="1.0" encoding="UTF-8" standalone="yes"?>
<Relationships xmlns="http://schemas.openxmlformats.org/package/2006/relationships"><Relationship Id="rId8" Type="http://schemas.openxmlformats.org/officeDocument/2006/relationships/image" Target="../media/image165.png"/><Relationship Id="rId13" Type="http://schemas.openxmlformats.org/officeDocument/2006/relationships/image" Target="../media/image170.png"/><Relationship Id="rId18" Type="http://schemas.openxmlformats.org/officeDocument/2006/relationships/image" Target="../media/image174.png"/><Relationship Id="rId3" Type="http://schemas.openxmlformats.org/officeDocument/2006/relationships/image" Target="../media/image159.png"/><Relationship Id="rId21" Type="http://schemas.openxmlformats.org/officeDocument/2006/relationships/image" Target="../media/image177.png"/><Relationship Id="rId7" Type="http://schemas.openxmlformats.org/officeDocument/2006/relationships/image" Target="../media/image164.png"/><Relationship Id="rId12" Type="http://schemas.openxmlformats.org/officeDocument/2006/relationships/image" Target="../media/image169.png"/><Relationship Id="rId17" Type="http://schemas.openxmlformats.org/officeDocument/2006/relationships/image" Target="../media/image173.png"/><Relationship Id="rId2" Type="http://schemas.openxmlformats.org/officeDocument/2006/relationships/notesSlide" Target="../notesSlides/notesSlide107.xml"/><Relationship Id="rId16" Type="http://schemas.openxmlformats.org/officeDocument/2006/relationships/image" Target="../media/image172.png"/><Relationship Id="rId20" Type="http://schemas.openxmlformats.org/officeDocument/2006/relationships/image" Target="../media/image176.png"/><Relationship Id="rId1" Type="http://schemas.openxmlformats.org/officeDocument/2006/relationships/slideLayout" Target="../slideLayouts/slideLayout10.xml"/><Relationship Id="rId6" Type="http://schemas.openxmlformats.org/officeDocument/2006/relationships/image" Target="../media/image162.png"/><Relationship Id="rId11" Type="http://schemas.openxmlformats.org/officeDocument/2006/relationships/image" Target="../media/image168.png"/><Relationship Id="rId5" Type="http://schemas.openxmlformats.org/officeDocument/2006/relationships/image" Target="../media/image161.png"/><Relationship Id="rId15" Type="http://schemas.openxmlformats.org/officeDocument/2006/relationships/image" Target="../media/image171.png"/><Relationship Id="rId10" Type="http://schemas.openxmlformats.org/officeDocument/2006/relationships/image" Target="../media/image167.png"/><Relationship Id="rId19" Type="http://schemas.openxmlformats.org/officeDocument/2006/relationships/image" Target="../media/image175.png"/><Relationship Id="rId4" Type="http://schemas.openxmlformats.org/officeDocument/2006/relationships/image" Target="../media/image160.png"/><Relationship Id="rId9" Type="http://schemas.openxmlformats.org/officeDocument/2006/relationships/image" Target="../media/image166.png"/><Relationship Id="rId14" Type="http://schemas.openxmlformats.org/officeDocument/2006/relationships/image" Target="../media/image163.png"/><Relationship Id="rId22" Type="http://schemas.openxmlformats.org/officeDocument/2006/relationships/image" Target="../media/image178.png"/></Relationships>
</file>

<file path=ppt/slides/_rels/slide116.xml.rels><?xml version="1.0" encoding="UTF-8" standalone="yes"?>
<Relationships xmlns="http://schemas.openxmlformats.org/package/2006/relationships"><Relationship Id="rId8" Type="http://schemas.openxmlformats.org/officeDocument/2006/relationships/image" Target="../media/image165.png"/><Relationship Id="rId13" Type="http://schemas.openxmlformats.org/officeDocument/2006/relationships/image" Target="../media/image170.png"/><Relationship Id="rId18" Type="http://schemas.openxmlformats.org/officeDocument/2006/relationships/image" Target="../media/image174.png"/><Relationship Id="rId3" Type="http://schemas.openxmlformats.org/officeDocument/2006/relationships/image" Target="../media/image159.png"/><Relationship Id="rId21" Type="http://schemas.openxmlformats.org/officeDocument/2006/relationships/image" Target="../media/image177.png"/><Relationship Id="rId7" Type="http://schemas.openxmlformats.org/officeDocument/2006/relationships/image" Target="../media/image164.png"/><Relationship Id="rId12" Type="http://schemas.openxmlformats.org/officeDocument/2006/relationships/image" Target="../media/image169.png"/><Relationship Id="rId17" Type="http://schemas.openxmlformats.org/officeDocument/2006/relationships/image" Target="../media/image173.png"/><Relationship Id="rId2" Type="http://schemas.openxmlformats.org/officeDocument/2006/relationships/notesSlide" Target="../notesSlides/notesSlide108.xml"/><Relationship Id="rId16" Type="http://schemas.openxmlformats.org/officeDocument/2006/relationships/image" Target="../media/image172.png"/><Relationship Id="rId20" Type="http://schemas.openxmlformats.org/officeDocument/2006/relationships/image" Target="../media/image176.png"/><Relationship Id="rId1" Type="http://schemas.openxmlformats.org/officeDocument/2006/relationships/slideLayout" Target="../slideLayouts/slideLayout10.xml"/><Relationship Id="rId6" Type="http://schemas.openxmlformats.org/officeDocument/2006/relationships/image" Target="../media/image162.png"/><Relationship Id="rId11" Type="http://schemas.openxmlformats.org/officeDocument/2006/relationships/image" Target="../media/image168.png"/><Relationship Id="rId5" Type="http://schemas.openxmlformats.org/officeDocument/2006/relationships/image" Target="../media/image161.png"/><Relationship Id="rId15" Type="http://schemas.openxmlformats.org/officeDocument/2006/relationships/image" Target="../media/image171.png"/><Relationship Id="rId10" Type="http://schemas.openxmlformats.org/officeDocument/2006/relationships/image" Target="../media/image167.png"/><Relationship Id="rId19" Type="http://schemas.openxmlformats.org/officeDocument/2006/relationships/image" Target="../media/image175.png"/><Relationship Id="rId4" Type="http://schemas.openxmlformats.org/officeDocument/2006/relationships/image" Target="../media/image160.png"/><Relationship Id="rId9" Type="http://schemas.openxmlformats.org/officeDocument/2006/relationships/image" Target="../media/image166.png"/><Relationship Id="rId14" Type="http://schemas.openxmlformats.org/officeDocument/2006/relationships/image" Target="../media/image163.png"/><Relationship Id="rId22" Type="http://schemas.openxmlformats.org/officeDocument/2006/relationships/image" Target="../media/image178.png"/></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50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0.xml.rels><?xml version="1.0" encoding="UTF-8" standalone="yes"?>
<Relationships xmlns="http://schemas.openxmlformats.org/package/2006/relationships"><Relationship Id="rId8" Type="http://schemas.openxmlformats.org/officeDocument/2006/relationships/image" Target="../media/image163.png"/><Relationship Id="rId3" Type="http://schemas.openxmlformats.org/officeDocument/2006/relationships/image" Target="../media/image180.png"/><Relationship Id="rId7" Type="http://schemas.openxmlformats.org/officeDocument/2006/relationships/image" Target="../media/image161.png"/><Relationship Id="rId2" Type="http://schemas.openxmlformats.org/officeDocument/2006/relationships/image" Target="../media/image179.png"/><Relationship Id="rId1" Type="http://schemas.openxmlformats.org/officeDocument/2006/relationships/slideLayout" Target="../slideLayouts/slideLayout10.xml"/><Relationship Id="rId6" Type="http://schemas.openxmlformats.org/officeDocument/2006/relationships/image" Target="../media/image183.png"/><Relationship Id="rId5" Type="http://schemas.openxmlformats.org/officeDocument/2006/relationships/image" Target="../media/image182.png"/><Relationship Id="rId10" Type="http://schemas.openxmlformats.org/officeDocument/2006/relationships/image" Target="../media/image168.png"/><Relationship Id="rId4" Type="http://schemas.openxmlformats.org/officeDocument/2006/relationships/image" Target="../media/image181.png"/><Relationship Id="rId9" Type="http://schemas.openxmlformats.org/officeDocument/2006/relationships/image" Target="../media/image165.png"/></Relationships>
</file>

<file path=ppt/slides/_rels/slide121.xml.rels><?xml version="1.0" encoding="UTF-8" standalone="yes"?>
<Relationships xmlns="http://schemas.openxmlformats.org/package/2006/relationships"><Relationship Id="rId8" Type="http://schemas.openxmlformats.org/officeDocument/2006/relationships/image" Target="../media/image163.png"/><Relationship Id="rId3" Type="http://schemas.openxmlformats.org/officeDocument/2006/relationships/image" Target="../media/image180.png"/><Relationship Id="rId7" Type="http://schemas.openxmlformats.org/officeDocument/2006/relationships/image" Target="../media/image161.png"/><Relationship Id="rId2" Type="http://schemas.openxmlformats.org/officeDocument/2006/relationships/image" Target="../media/image179.png"/><Relationship Id="rId1" Type="http://schemas.openxmlformats.org/officeDocument/2006/relationships/slideLayout" Target="../slideLayouts/slideLayout10.xml"/><Relationship Id="rId6" Type="http://schemas.openxmlformats.org/officeDocument/2006/relationships/image" Target="../media/image183.png"/><Relationship Id="rId5" Type="http://schemas.openxmlformats.org/officeDocument/2006/relationships/image" Target="../media/image182.png"/><Relationship Id="rId10" Type="http://schemas.openxmlformats.org/officeDocument/2006/relationships/image" Target="../media/image168.png"/><Relationship Id="rId4" Type="http://schemas.openxmlformats.org/officeDocument/2006/relationships/image" Target="../media/image181.png"/><Relationship Id="rId9" Type="http://schemas.openxmlformats.org/officeDocument/2006/relationships/image" Target="../media/image165.png"/></Relationships>
</file>

<file path=ppt/slides/_rels/slide122.xml.rels><?xml version="1.0" encoding="UTF-8" standalone="yes"?>
<Relationships xmlns="http://schemas.openxmlformats.org/package/2006/relationships"><Relationship Id="rId8" Type="http://schemas.openxmlformats.org/officeDocument/2006/relationships/image" Target="../media/image163.png"/><Relationship Id="rId3" Type="http://schemas.openxmlformats.org/officeDocument/2006/relationships/image" Target="../media/image180.png"/><Relationship Id="rId7" Type="http://schemas.openxmlformats.org/officeDocument/2006/relationships/image" Target="../media/image161.png"/><Relationship Id="rId2" Type="http://schemas.openxmlformats.org/officeDocument/2006/relationships/image" Target="../media/image179.png"/><Relationship Id="rId1" Type="http://schemas.openxmlformats.org/officeDocument/2006/relationships/slideLayout" Target="../slideLayouts/slideLayout10.xml"/><Relationship Id="rId6" Type="http://schemas.openxmlformats.org/officeDocument/2006/relationships/image" Target="../media/image183.png"/><Relationship Id="rId5" Type="http://schemas.openxmlformats.org/officeDocument/2006/relationships/image" Target="../media/image182.png"/><Relationship Id="rId10" Type="http://schemas.openxmlformats.org/officeDocument/2006/relationships/image" Target="../media/image168.png"/><Relationship Id="rId4" Type="http://schemas.openxmlformats.org/officeDocument/2006/relationships/image" Target="../media/image181.png"/><Relationship Id="rId9" Type="http://schemas.openxmlformats.org/officeDocument/2006/relationships/image" Target="../media/image165.png"/></Relationships>
</file>

<file path=ppt/slides/_rels/slide12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notesSlide" Target="../notesSlides/notesSlide109.xml"/><Relationship Id="rId7" Type="http://schemas.openxmlformats.org/officeDocument/2006/relationships/image" Target="../media/image27.png"/><Relationship Id="rId2" Type="http://schemas.openxmlformats.org/officeDocument/2006/relationships/slideLayout" Target="../slideLayouts/slideLayout13.xml"/><Relationship Id="rId1" Type="http://schemas.openxmlformats.org/officeDocument/2006/relationships/tags" Target="../tags/tag506.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jpeg"/><Relationship Id="rId9" Type="http://schemas.openxmlformats.org/officeDocument/2006/relationships/image" Target="../media/image29.png"/></Relationships>
</file>

<file path=ppt/slides/_rels/slide124.xml.rels><?xml version="1.0" encoding="UTF-8" standalone="yes"?>
<Relationships xmlns="http://schemas.openxmlformats.org/package/2006/relationships"><Relationship Id="rId8" Type="http://schemas.openxmlformats.org/officeDocument/2006/relationships/image" Target="../media/image187.png"/><Relationship Id="rId3" Type="http://schemas.openxmlformats.org/officeDocument/2006/relationships/notesSlide" Target="../notesSlides/notesSlide110.xml"/><Relationship Id="rId7" Type="http://schemas.openxmlformats.org/officeDocument/2006/relationships/image" Target="../media/image186.png"/><Relationship Id="rId2" Type="http://schemas.openxmlformats.org/officeDocument/2006/relationships/slideLayout" Target="../slideLayouts/slideLayout13.xml"/><Relationship Id="rId1" Type="http://schemas.openxmlformats.org/officeDocument/2006/relationships/tags" Target="../tags/tag507.xml"/><Relationship Id="rId6" Type="http://schemas.openxmlformats.org/officeDocument/2006/relationships/image" Target="../media/image185.png"/><Relationship Id="rId5" Type="http://schemas.openxmlformats.org/officeDocument/2006/relationships/image" Target="../media/image184.png"/><Relationship Id="rId4" Type="http://schemas.openxmlformats.org/officeDocument/2006/relationships/image" Target="../media/image28.png"/><Relationship Id="rId9" Type="http://schemas.openxmlformats.org/officeDocument/2006/relationships/image" Target="../media/image30.png"/></Relationships>
</file>

<file path=ppt/slides/_rels/slide125.xml.rels><?xml version="1.0" encoding="UTF-8" standalone="yes"?>
<Relationships xmlns="http://schemas.openxmlformats.org/package/2006/relationships"><Relationship Id="rId3" Type="http://schemas.openxmlformats.org/officeDocument/2006/relationships/tags" Target="../tags/tag510.xml"/><Relationship Id="rId7" Type="http://schemas.openxmlformats.org/officeDocument/2006/relationships/image" Target="../media/image189.png"/><Relationship Id="rId2" Type="http://schemas.openxmlformats.org/officeDocument/2006/relationships/tags" Target="../tags/tag509.xml"/><Relationship Id="rId1" Type="http://schemas.openxmlformats.org/officeDocument/2006/relationships/tags" Target="../tags/tag508.xml"/><Relationship Id="rId6" Type="http://schemas.openxmlformats.org/officeDocument/2006/relationships/image" Target="../media/image188.png"/><Relationship Id="rId5" Type="http://schemas.openxmlformats.org/officeDocument/2006/relationships/notesSlide" Target="../notesSlides/notesSlide111.xml"/><Relationship Id="rId4" Type="http://schemas.openxmlformats.org/officeDocument/2006/relationships/slideLayout" Target="../slideLayouts/slideLayout63.xml"/></Relationships>
</file>

<file path=ppt/slides/_rels/slide126.xml.rels><?xml version="1.0" encoding="UTF-8" standalone="yes"?>
<Relationships xmlns="http://schemas.openxmlformats.org/package/2006/relationships"><Relationship Id="rId8" Type="http://schemas.openxmlformats.org/officeDocument/2006/relationships/image" Target="../media/image187.png"/><Relationship Id="rId3" Type="http://schemas.openxmlformats.org/officeDocument/2006/relationships/notesSlide" Target="../notesSlides/notesSlide112.xml"/><Relationship Id="rId7" Type="http://schemas.openxmlformats.org/officeDocument/2006/relationships/image" Target="../media/image186.png"/><Relationship Id="rId2" Type="http://schemas.openxmlformats.org/officeDocument/2006/relationships/slideLayout" Target="../slideLayouts/slideLayout13.xml"/><Relationship Id="rId1" Type="http://schemas.openxmlformats.org/officeDocument/2006/relationships/tags" Target="../tags/tag511.xml"/><Relationship Id="rId6" Type="http://schemas.openxmlformats.org/officeDocument/2006/relationships/image" Target="../media/image185.png"/><Relationship Id="rId5" Type="http://schemas.openxmlformats.org/officeDocument/2006/relationships/image" Target="../media/image184.png"/><Relationship Id="rId4" Type="http://schemas.openxmlformats.org/officeDocument/2006/relationships/image" Target="../media/image28.png"/><Relationship Id="rId9" Type="http://schemas.openxmlformats.org/officeDocument/2006/relationships/image" Target="../media/image30.png"/></Relationships>
</file>

<file path=ppt/slides/_rels/slide127.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13.xml"/><Relationship Id="rId1" Type="http://schemas.openxmlformats.org/officeDocument/2006/relationships/slideLayout" Target="../slideLayouts/slideLayout63.xml"/></Relationships>
</file>

<file path=ppt/slides/_rels/slide128.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4.xml"/><Relationship Id="rId1" Type="http://schemas.openxmlformats.org/officeDocument/2006/relationships/slideLayout" Target="../slideLayouts/slideLayout63.xml"/><Relationship Id="rId6" Type="http://schemas.openxmlformats.org/officeDocument/2006/relationships/diagramColors" Target="../diagrams/colors5.xml"/><Relationship Id="rId5" Type="http://schemas.openxmlformats.org/officeDocument/2006/relationships/diagramQuickStyle" Target="../diagrams/quickStyle5.xml"/><Relationship Id="rId10" Type="http://schemas.openxmlformats.org/officeDocument/2006/relationships/image" Target="../media/image192.png"/><Relationship Id="rId4" Type="http://schemas.openxmlformats.org/officeDocument/2006/relationships/diagramLayout" Target="../diagrams/layout5.xml"/><Relationship Id="rId9" Type="http://schemas.openxmlformats.org/officeDocument/2006/relationships/image" Target="../media/image191.png"/></Relationships>
</file>

<file path=ppt/slides/_rels/slide129.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15.xml"/><Relationship Id="rId1" Type="http://schemas.openxmlformats.org/officeDocument/2006/relationships/slideLayout" Target="../slideLayouts/slideLayout63.xml"/><Relationship Id="rId6" Type="http://schemas.openxmlformats.org/officeDocument/2006/relationships/diagramColors" Target="../diagrams/colors6.xml"/><Relationship Id="rId5" Type="http://schemas.openxmlformats.org/officeDocument/2006/relationships/diagramQuickStyle" Target="../diagrams/quickStyle6.xml"/><Relationship Id="rId10" Type="http://schemas.openxmlformats.org/officeDocument/2006/relationships/image" Target="../media/image192.png"/><Relationship Id="rId4" Type="http://schemas.openxmlformats.org/officeDocument/2006/relationships/diagramLayout" Target="../diagrams/layout6.xml"/><Relationship Id="rId9" Type="http://schemas.openxmlformats.org/officeDocument/2006/relationships/image" Target="../media/image191.png"/></Relationships>
</file>

<file path=ppt/slides/_rels/slide130.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16.xml"/><Relationship Id="rId1" Type="http://schemas.openxmlformats.org/officeDocument/2006/relationships/slideLayout" Target="../slideLayouts/slideLayout63.xml"/><Relationship Id="rId6" Type="http://schemas.openxmlformats.org/officeDocument/2006/relationships/diagramColors" Target="../diagrams/colors7.xml"/><Relationship Id="rId5" Type="http://schemas.openxmlformats.org/officeDocument/2006/relationships/diagramQuickStyle" Target="../diagrams/quickStyle7.xml"/><Relationship Id="rId10" Type="http://schemas.openxmlformats.org/officeDocument/2006/relationships/image" Target="../media/image192.png"/><Relationship Id="rId4" Type="http://schemas.openxmlformats.org/officeDocument/2006/relationships/diagramLayout" Target="../diagrams/layout7.xml"/><Relationship Id="rId9" Type="http://schemas.openxmlformats.org/officeDocument/2006/relationships/image" Target="../media/image191.png"/></Relationships>
</file>

<file path=ppt/slides/_rels/slide131.xml.rels><?xml version="1.0" encoding="UTF-8" standalone="yes"?>
<Relationships xmlns="http://schemas.openxmlformats.org/package/2006/relationships"><Relationship Id="rId8" Type="http://schemas.openxmlformats.org/officeDocument/2006/relationships/image" Target="../media/image187.png"/><Relationship Id="rId3" Type="http://schemas.openxmlformats.org/officeDocument/2006/relationships/notesSlide" Target="../notesSlides/notesSlide117.xml"/><Relationship Id="rId7" Type="http://schemas.openxmlformats.org/officeDocument/2006/relationships/image" Target="../media/image186.png"/><Relationship Id="rId2" Type="http://schemas.openxmlformats.org/officeDocument/2006/relationships/slideLayout" Target="../slideLayouts/slideLayout13.xml"/><Relationship Id="rId1" Type="http://schemas.openxmlformats.org/officeDocument/2006/relationships/tags" Target="../tags/tag512.xml"/><Relationship Id="rId6" Type="http://schemas.openxmlformats.org/officeDocument/2006/relationships/image" Target="../media/image185.png"/><Relationship Id="rId5" Type="http://schemas.openxmlformats.org/officeDocument/2006/relationships/image" Target="../media/image184.png"/><Relationship Id="rId4" Type="http://schemas.openxmlformats.org/officeDocument/2006/relationships/image" Target="../media/image28.png"/><Relationship Id="rId9" Type="http://schemas.openxmlformats.org/officeDocument/2006/relationships/image" Target="../media/image30.png"/></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63.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63.xml"/></Relationships>
</file>

<file path=ppt/slides/_rels/slide134.xml.rels><?xml version="1.0" encoding="UTF-8" standalone="yes"?>
<Relationships xmlns="http://schemas.openxmlformats.org/package/2006/relationships"><Relationship Id="rId8" Type="http://schemas.openxmlformats.org/officeDocument/2006/relationships/image" Target="../media/image187.png"/><Relationship Id="rId3" Type="http://schemas.openxmlformats.org/officeDocument/2006/relationships/notesSlide" Target="../notesSlides/notesSlide120.xml"/><Relationship Id="rId7" Type="http://schemas.openxmlformats.org/officeDocument/2006/relationships/image" Target="../media/image186.png"/><Relationship Id="rId2" Type="http://schemas.openxmlformats.org/officeDocument/2006/relationships/slideLayout" Target="../slideLayouts/slideLayout13.xml"/><Relationship Id="rId1" Type="http://schemas.openxmlformats.org/officeDocument/2006/relationships/tags" Target="../tags/tag513.xml"/><Relationship Id="rId6" Type="http://schemas.openxmlformats.org/officeDocument/2006/relationships/image" Target="../media/image185.png"/><Relationship Id="rId5" Type="http://schemas.openxmlformats.org/officeDocument/2006/relationships/image" Target="../media/image184.png"/><Relationship Id="rId4" Type="http://schemas.openxmlformats.org/officeDocument/2006/relationships/image" Target="../media/image28.png"/><Relationship Id="rId9" Type="http://schemas.openxmlformats.org/officeDocument/2006/relationships/image" Target="../media/image30.png"/></Relationships>
</file>

<file path=ppt/slides/_rels/slide135.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notesSlide" Target="../notesSlides/notesSlide121.xml"/><Relationship Id="rId1" Type="http://schemas.openxmlformats.org/officeDocument/2006/relationships/slideLayout" Target="../slideLayouts/slideLayout63.xml"/></Relationships>
</file>

<file path=ppt/slides/_rels/slide136.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122.xml"/><Relationship Id="rId1" Type="http://schemas.openxmlformats.org/officeDocument/2006/relationships/slideLayout" Target="../slideLayouts/slideLayout63.xml"/></Relationships>
</file>

<file path=ppt/slides/_rels/slide137.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notesSlide" Target="../notesSlides/notesSlide123.xml"/><Relationship Id="rId1" Type="http://schemas.openxmlformats.org/officeDocument/2006/relationships/slideLayout" Target="../slideLayouts/slideLayout63.xml"/></Relationships>
</file>

<file path=ppt/slides/_rels/slide13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notesSlide" Target="../notesSlides/notesSlide124.xml"/><Relationship Id="rId7" Type="http://schemas.openxmlformats.org/officeDocument/2006/relationships/image" Target="../media/image27.png"/><Relationship Id="rId2" Type="http://schemas.openxmlformats.org/officeDocument/2006/relationships/slideLayout" Target="../slideLayouts/slideLayout13.xml"/><Relationship Id="rId1" Type="http://schemas.openxmlformats.org/officeDocument/2006/relationships/tags" Target="../tags/tag514.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jpeg"/><Relationship Id="rId9" Type="http://schemas.openxmlformats.org/officeDocument/2006/relationships/image" Target="../media/image29.png"/></Relationships>
</file>

<file path=ppt/slides/_rels/slide139.xml.rels><?xml version="1.0" encoding="UTF-8" standalone="yes"?>
<Relationships xmlns="http://schemas.openxmlformats.org/package/2006/relationships"><Relationship Id="rId8" Type="http://schemas.openxmlformats.org/officeDocument/2006/relationships/image" Target="../media/image197.png"/><Relationship Id="rId3" Type="http://schemas.openxmlformats.org/officeDocument/2006/relationships/notesSlide" Target="../notesSlides/notesSlide125.xml"/><Relationship Id="rId7" Type="http://schemas.openxmlformats.org/officeDocument/2006/relationships/image" Target="../media/image34.png"/><Relationship Id="rId2" Type="http://schemas.openxmlformats.org/officeDocument/2006/relationships/slideLayout" Target="../slideLayouts/slideLayout13.xml"/><Relationship Id="rId1" Type="http://schemas.openxmlformats.org/officeDocument/2006/relationships/tags" Target="../tags/tag515.xml"/><Relationship Id="rId6" Type="http://schemas.openxmlformats.org/officeDocument/2006/relationships/image" Target="../media/image93.jpeg"/><Relationship Id="rId5" Type="http://schemas.openxmlformats.org/officeDocument/2006/relationships/image" Target="../media/image26.png"/><Relationship Id="rId4" Type="http://schemas.openxmlformats.org/officeDocument/2006/relationships/image" Target="../media/image196.jpeg"/><Relationship Id="rId9" Type="http://schemas.openxmlformats.org/officeDocument/2006/relationships/image" Target="../media/image30.png"/></Relationships>
</file>

<file path=ppt/slides/_rels/slide14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26.xml"/><Relationship Id="rId1" Type="http://schemas.openxmlformats.org/officeDocument/2006/relationships/slideLayout" Target="../slideLayouts/slideLayout6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41.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27.xml"/><Relationship Id="rId1" Type="http://schemas.openxmlformats.org/officeDocument/2006/relationships/slideLayout" Target="../slideLayouts/slideLayout6.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42.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28.xml"/><Relationship Id="rId1" Type="http://schemas.openxmlformats.org/officeDocument/2006/relationships/slideLayout" Target="../slideLayouts/slideLayout6.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6.xml"/></Relationships>
</file>

<file path=ppt/slides/_rels/slide14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30.xml"/><Relationship Id="rId1" Type="http://schemas.openxmlformats.org/officeDocument/2006/relationships/slideLayout" Target="../slideLayouts/slideLayout6.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45.xml.rels><?xml version="1.0" encoding="UTF-8" standalone="yes"?>
<Relationships xmlns="http://schemas.openxmlformats.org/package/2006/relationships"><Relationship Id="rId3" Type="http://schemas.openxmlformats.org/officeDocument/2006/relationships/image" Target="../media/image198.png"/><Relationship Id="rId7" Type="http://schemas.openxmlformats.org/officeDocument/2006/relationships/image" Target="../media/image202.png"/><Relationship Id="rId2" Type="http://schemas.openxmlformats.org/officeDocument/2006/relationships/notesSlide" Target="../notesSlides/notesSlide131.xml"/><Relationship Id="rId1" Type="http://schemas.openxmlformats.org/officeDocument/2006/relationships/slideLayout" Target="../slideLayouts/slideLayout6.xml"/><Relationship Id="rId6" Type="http://schemas.openxmlformats.org/officeDocument/2006/relationships/image" Target="../media/image201.png"/><Relationship Id="rId5" Type="http://schemas.openxmlformats.org/officeDocument/2006/relationships/image" Target="../media/image200.png"/><Relationship Id="rId4" Type="http://schemas.openxmlformats.org/officeDocument/2006/relationships/image" Target="../media/image199.png"/></Relationships>
</file>

<file path=ppt/slides/_rels/slide146.xml.rels><?xml version="1.0" encoding="UTF-8" standalone="yes"?>
<Relationships xmlns="http://schemas.openxmlformats.org/package/2006/relationships"><Relationship Id="rId8" Type="http://schemas.openxmlformats.org/officeDocument/2006/relationships/image" Target="../media/image197.png"/><Relationship Id="rId3" Type="http://schemas.openxmlformats.org/officeDocument/2006/relationships/notesSlide" Target="../notesSlides/notesSlide132.xml"/><Relationship Id="rId7" Type="http://schemas.openxmlformats.org/officeDocument/2006/relationships/image" Target="../media/image34.png"/><Relationship Id="rId2" Type="http://schemas.openxmlformats.org/officeDocument/2006/relationships/slideLayout" Target="../slideLayouts/slideLayout13.xml"/><Relationship Id="rId1" Type="http://schemas.openxmlformats.org/officeDocument/2006/relationships/tags" Target="../tags/tag516.xml"/><Relationship Id="rId6" Type="http://schemas.openxmlformats.org/officeDocument/2006/relationships/image" Target="../media/image93.jpeg"/><Relationship Id="rId5" Type="http://schemas.openxmlformats.org/officeDocument/2006/relationships/image" Target="../media/image26.png"/><Relationship Id="rId4" Type="http://schemas.openxmlformats.org/officeDocument/2006/relationships/image" Target="../media/image196.jpeg"/><Relationship Id="rId9" Type="http://schemas.openxmlformats.org/officeDocument/2006/relationships/image" Target="../media/image30.png"/></Relationships>
</file>

<file path=ppt/slides/_rels/slide147.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133.xml"/><Relationship Id="rId1" Type="http://schemas.openxmlformats.org/officeDocument/2006/relationships/slideLayout" Target="../slideLayouts/slideLayout6.xml"/><Relationship Id="rId4" Type="http://schemas.openxmlformats.org/officeDocument/2006/relationships/image" Target="../media/image204.svg"/></Relationships>
</file>

<file path=ppt/slides/_rels/slide148.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notesSlide" Target="../notesSlides/notesSlide134.xml"/><Relationship Id="rId1" Type="http://schemas.openxmlformats.org/officeDocument/2006/relationships/slideLayout" Target="../slideLayouts/slideLayout6.xml"/></Relationships>
</file>

<file path=ppt/slides/_rels/slide149.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notesSlide" Target="../notesSlides/notesSlide135.xml"/><Relationship Id="rId1" Type="http://schemas.openxmlformats.org/officeDocument/2006/relationships/slideLayout" Target="../slideLayouts/slideLayout6.xml"/><Relationship Id="rId4" Type="http://schemas.openxmlformats.org/officeDocument/2006/relationships/image" Target="../media/image207.png"/></Relationships>
</file>

<file path=ppt/slides/_rels/slide150.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notesSlide" Target="../notesSlides/notesSlide136.xml"/><Relationship Id="rId1" Type="http://schemas.openxmlformats.org/officeDocument/2006/relationships/slideLayout" Target="../slideLayouts/slideLayout6.xml"/></Relationships>
</file>

<file path=ppt/slides/_rels/slide151.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137.xml"/><Relationship Id="rId1" Type="http://schemas.openxmlformats.org/officeDocument/2006/relationships/slideLayout" Target="../slideLayouts/slideLayout6.xml"/><Relationship Id="rId4" Type="http://schemas.openxmlformats.org/officeDocument/2006/relationships/image" Target="../media/image210.png"/></Relationships>
</file>

<file path=ppt/slides/_rels/slide152.xml.rels><?xml version="1.0" encoding="UTF-8" standalone="yes"?>
<Relationships xmlns="http://schemas.openxmlformats.org/package/2006/relationships"><Relationship Id="rId8" Type="http://schemas.openxmlformats.org/officeDocument/2006/relationships/image" Target="../media/image197.png"/><Relationship Id="rId3" Type="http://schemas.openxmlformats.org/officeDocument/2006/relationships/notesSlide" Target="../notesSlides/notesSlide138.xml"/><Relationship Id="rId7" Type="http://schemas.openxmlformats.org/officeDocument/2006/relationships/image" Target="../media/image34.png"/><Relationship Id="rId2" Type="http://schemas.openxmlformats.org/officeDocument/2006/relationships/slideLayout" Target="../slideLayouts/slideLayout13.xml"/><Relationship Id="rId1" Type="http://schemas.openxmlformats.org/officeDocument/2006/relationships/tags" Target="../tags/tag517.xml"/><Relationship Id="rId6" Type="http://schemas.openxmlformats.org/officeDocument/2006/relationships/image" Target="../media/image93.jpeg"/><Relationship Id="rId5" Type="http://schemas.openxmlformats.org/officeDocument/2006/relationships/image" Target="../media/image26.png"/><Relationship Id="rId4" Type="http://schemas.openxmlformats.org/officeDocument/2006/relationships/image" Target="../media/image196.jpeg"/><Relationship Id="rId9" Type="http://schemas.openxmlformats.org/officeDocument/2006/relationships/image" Target="../media/image30.png"/></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63.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63.xml"/></Relationships>
</file>

<file path=ppt/slides/_rels/slide155.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tags" Target="../tags/tag520.xml"/><Relationship Id="rId7" Type="http://schemas.openxmlformats.org/officeDocument/2006/relationships/tags" Target="../tags/tag524.xml"/><Relationship Id="rId2" Type="http://schemas.openxmlformats.org/officeDocument/2006/relationships/tags" Target="../tags/tag519.xml"/><Relationship Id="rId1" Type="http://schemas.openxmlformats.org/officeDocument/2006/relationships/tags" Target="../tags/tag518.xml"/><Relationship Id="rId6" Type="http://schemas.openxmlformats.org/officeDocument/2006/relationships/tags" Target="../tags/tag523.xml"/><Relationship Id="rId5" Type="http://schemas.openxmlformats.org/officeDocument/2006/relationships/tags" Target="../tags/tag522.xml"/><Relationship Id="rId4" Type="http://schemas.openxmlformats.org/officeDocument/2006/relationships/tags" Target="../tags/tag521.xml"/><Relationship Id="rId9" Type="http://schemas.openxmlformats.org/officeDocument/2006/relationships/notesSlide" Target="../notesSlides/notesSlide141.xml"/></Relationships>
</file>

<file path=ppt/slides/_rels/slide156.xml.rels><?xml version="1.0" encoding="UTF-8" standalone="yes"?>
<Relationships xmlns="http://schemas.openxmlformats.org/package/2006/relationships"><Relationship Id="rId3" Type="http://schemas.openxmlformats.org/officeDocument/2006/relationships/image" Target="../media/image211.jpeg"/><Relationship Id="rId2" Type="http://schemas.openxmlformats.org/officeDocument/2006/relationships/notesSlide" Target="../notesSlides/notesSlide142.xml"/><Relationship Id="rId1" Type="http://schemas.openxmlformats.org/officeDocument/2006/relationships/slideLayout" Target="../slideLayouts/slideLayout6.xml"/><Relationship Id="rId6" Type="http://schemas.openxmlformats.org/officeDocument/2006/relationships/image" Target="../media/image213.png"/><Relationship Id="rId5" Type="http://schemas.openxmlformats.org/officeDocument/2006/relationships/image" Target="../media/image212.png"/><Relationship Id="rId4" Type="http://schemas.openxmlformats.org/officeDocument/2006/relationships/image" Target="../media/image197.png"/></Relationships>
</file>

<file path=ppt/slides/_rels/slide157.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notesSlide" Target="../notesSlides/notesSlide143.xml"/><Relationship Id="rId1" Type="http://schemas.openxmlformats.org/officeDocument/2006/relationships/slideLayout" Target="../slideLayouts/slideLayout6.xml"/><Relationship Id="rId6" Type="http://schemas.openxmlformats.org/officeDocument/2006/relationships/image" Target="../media/image212.png"/><Relationship Id="rId5" Type="http://schemas.openxmlformats.org/officeDocument/2006/relationships/image" Target="../media/image197.png"/><Relationship Id="rId4" Type="http://schemas.openxmlformats.org/officeDocument/2006/relationships/image" Target="../media/image211.jpeg"/></Relationships>
</file>

<file path=ppt/slides/_rels/slide158.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notesSlide" Target="../notesSlides/notesSlide144.xml"/><Relationship Id="rId1" Type="http://schemas.openxmlformats.org/officeDocument/2006/relationships/slideLayout" Target="../slideLayouts/slideLayout6.xml"/><Relationship Id="rId6" Type="http://schemas.openxmlformats.org/officeDocument/2006/relationships/image" Target="../media/image212.png"/><Relationship Id="rId5" Type="http://schemas.openxmlformats.org/officeDocument/2006/relationships/image" Target="../media/image197.png"/><Relationship Id="rId4" Type="http://schemas.openxmlformats.org/officeDocument/2006/relationships/image" Target="../media/image211.jpeg"/></Relationships>
</file>

<file path=ppt/slides/_rels/slide159.xml.rels><?xml version="1.0" encoding="UTF-8" standalone="yes"?>
<Relationships xmlns="http://schemas.openxmlformats.org/package/2006/relationships"><Relationship Id="rId3" Type="http://schemas.openxmlformats.org/officeDocument/2006/relationships/image" Target="../media/image211.jpeg"/><Relationship Id="rId2" Type="http://schemas.openxmlformats.org/officeDocument/2006/relationships/notesSlide" Target="../notesSlides/notesSlide145.xml"/><Relationship Id="rId1" Type="http://schemas.openxmlformats.org/officeDocument/2006/relationships/slideLayout" Target="../slideLayouts/slideLayout6.xml"/><Relationship Id="rId6" Type="http://schemas.openxmlformats.org/officeDocument/2006/relationships/image" Target="../media/image213.png"/><Relationship Id="rId5" Type="http://schemas.openxmlformats.org/officeDocument/2006/relationships/image" Target="../media/image212.png"/><Relationship Id="rId4" Type="http://schemas.openxmlformats.org/officeDocument/2006/relationships/image" Target="../media/image197.png"/></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3" Type="http://schemas.openxmlformats.org/officeDocument/2006/relationships/image" Target="../media/image85.png"/><Relationship Id="rId7" Type="http://schemas.openxmlformats.org/officeDocument/2006/relationships/image" Target="../media/image217.png"/><Relationship Id="rId2" Type="http://schemas.openxmlformats.org/officeDocument/2006/relationships/notesSlide" Target="../notesSlides/notesSlide147.xml"/><Relationship Id="rId1" Type="http://schemas.openxmlformats.org/officeDocument/2006/relationships/slideLayout" Target="../slideLayouts/slideLayout6.xml"/><Relationship Id="rId6" Type="http://schemas.openxmlformats.org/officeDocument/2006/relationships/image" Target="../media/image216.png"/><Relationship Id="rId5" Type="http://schemas.openxmlformats.org/officeDocument/2006/relationships/image" Target="../media/image215.svg"/><Relationship Id="rId4" Type="http://schemas.openxmlformats.org/officeDocument/2006/relationships/image" Target="../media/image214.png"/></Relationships>
</file>

<file path=ppt/slides/_rels/slide162.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notesSlide" Target="../notesSlides/notesSlide148.xml"/><Relationship Id="rId1" Type="http://schemas.openxmlformats.org/officeDocument/2006/relationships/slideLayout" Target="../slideLayouts/slideLayout63.xml"/><Relationship Id="rId4" Type="http://schemas.openxmlformats.org/officeDocument/2006/relationships/image" Target="../media/image219.png"/></Relationships>
</file>

<file path=ppt/slides/_rels/slide163.xml.rels><?xml version="1.0" encoding="UTF-8" standalone="yes"?>
<Relationships xmlns="http://schemas.openxmlformats.org/package/2006/relationships"><Relationship Id="rId3" Type="http://schemas.openxmlformats.org/officeDocument/2006/relationships/hyperlink" Target="mailto:a.zabat@groupeonepoint.com" TargetMode="External"/><Relationship Id="rId2" Type="http://schemas.openxmlformats.org/officeDocument/2006/relationships/notesSlide" Target="../notesSlides/notesSlide149.xml"/><Relationship Id="rId1" Type="http://schemas.openxmlformats.org/officeDocument/2006/relationships/slideLayout" Target="../slideLayouts/slideLayout116.xml"/><Relationship Id="rId5" Type="http://schemas.openxmlformats.org/officeDocument/2006/relationships/hyperlink" Target="mailto:m.bouvier@groupeonepoint.com" TargetMode="External"/><Relationship Id="rId4" Type="http://schemas.openxmlformats.org/officeDocument/2006/relationships/hyperlink" Target="mailto:m.boni@groupeonepoint.com" TargetMode="External"/></Relationships>
</file>

<file path=ppt/slides/_rels/slide16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1.xml"/><Relationship Id="rId1" Type="http://schemas.openxmlformats.org/officeDocument/2006/relationships/tags" Target="../tags/tag525.xml"/><Relationship Id="rId4" Type="http://schemas.openxmlformats.org/officeDocument/2006/relationships/image" Target="../media/image220.jpeg"/></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4" descr="▷ Bouygues Construction Holding Recrutement - Candidature Rapide et Facile  | RegionsJob par HelloWork">
            <a:extLst>
              <a:ext uri="{FF2B5EF4-FFF2-40B4-BE49-F238E27FC236}">
                <a16:creationId xmlns:a16="http://schemas.microsoft.com/office/drawing/2014/main" id="{0034CB70-D5EE-495F-8E63-9E8912F811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3" r="1"/>
          <a:stretch/>
        </p:blipFill>
        <p:spPr bwMode="auto">
          <a:xfrm>
            <a:off x="1929680" y="743839"/>
            <a:ext cx="7805198" cy="5171707"/>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65AB2502-1AD5-4FB1-821D-20E69D07F261}"/>
              </a:ext>
            </a:extLst>
          </p:cNvPr>
          <p:cNvSpPr/>
          <p:nvPr/>
        </p:nvSpPr>
        <p:spPr>
          <a:xfrm>
            <a:off x="0" y="-1"/>
            <a:ext cx="4099728" cy="6858001"/>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EFEFE"/>
              </a:solidFill>
              <a:effectLst/>
              <a:uLnTx/>
              <a:uFillTx/>
              <a:latin typeface="Arial"/>
              <a:ea typeface="+mn-ea"/>
              <a:cs typeface="+mn-cs"/>
            </a:endParaRPr>
          </a:p>
        </p:txBody>
      </p:sp>
      <p:sp>
        <p:nvSpPr>
          <p:cNvPr id="23" name="object 9">
            <a:extLst>
              <a:ext uri="{FF2B5EF4-FFF2-40B4-BE49-F238E27FC236}">
                <a16:creationId xmlns:a16="http://schemas.microsoft.com/office/drawing/2014/main" id="{987C5277-6991-458A-96E2-74BD5B725AEC}"/>
              </a:ext>
            </a:extLst>
          </p:cNvPr>
          <p:cNvSpPr/>
          <p:nvPr/>
        </p:nvSpPr>
        <p:spPr>
          <a:xfrm>
            <a:off x="2723889" y="630609"/>
            <a:ext cx="8143580" cy="5206620"/>
          </a:xfrm>
          <a:custGeom>
            <a:avLst/>
            <a:gdLst/>
            <a:ahLst/>
            <a:cxnLst/>
            <a:rect l="l" t="t" r="r" b="b"/>
            <a:pathLst>
              <a:path w="2621280" h="4737100">
                <a:moveTo>
                  <a:pt x="0" y="4737100"/>
                </a:moveTo>
                <a:lnTo>
                  <a:pt x="2620949" y="4737100"/>
                </a:lnTo>
                <a:lnTo>
                  <a:pt x="2620949" y="0"/>
                </a:lnTo>
                <a:lnTo>
                  <a:pt x="0" y="0"/>
                </a:lnTo>
                <a:lnTo>
                  <a:pt x="0" y="4737100"/>
                </a:lnTo>
                <a:close/>
              </a:path>
            </a:pathLst>
          </a:custGeom>
          <a:solidFill>
            <a:srgbClr val="D3EBF8">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endParaRPr kumimoji="0" sz="1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 name="Rectangle 12">
            <a:extLst>
              <a:ext uri="{FF2B5EF4-FFF2-40B4-BE49-F238E27FC236}">
                <a16:creationId xmlns:a16="http://schemas.microsoft.com/office/drawing/2014/main" id="{24EF8FD1-3D5A-44AF-825D-8C0BA00FD88C}"/>
              </a:ext>
            </a:extLst>
          </p:cNvPr>
          <p:cNvSpPr/>
          <p:nvPr/>
        </p:nvSpPr>
        <p:spPr>
          <a:xfrm>
            <a:off x="8443661" y="5171375"/>
            <a:ext cx="2497419" cy="522220"/>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srgbClr val="FEFEFE"/>
                </a:solidFill>
                <a:effectLst/>
                <a:uLnTx/>
                <a:uFillTx/>
                <a:latin typeface="Arial"/>
                <a:ea typeface="+mn-ea"/>
                <a:cs typeface="+mn-cs"/>
              </a:rPr>
              <a:t>Version 2022-10</a:t>
            </a:r>
          </a:p>
        </p:txBody>
      </p:sp>
      <p:cxnSp>
        <p:nvCxnSpPr>
          <p:cNvPr id="26" name="Straight Connector 25">
            <a:extLst>
              <a:ext uri="{FF2B5EF4-FFF2-40B4-BE49-F238E27FC236}">
                <a16:creationId xmlns:a16="http://schemas.microsoft.com/office/drawing/2014/main" id="{296316AB-6FE3-4C6A-A623-3347E490E3D8}"/>
              </a:ext>
            </a:extLst>
          </p:cNvPr>
          <p:cNvCxnSpPr>
            <a:cxnSpLocks/>
          </p:cNvCxnSpPr>
          <p:nvPr/>
        </p:nvCxnSpPr>
        <p:spPr>
          <a:xfrm>
            <a:off x="404123" y="2737737"/>
            <a:ext cx="0" cy="412026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2F45364C-31A5-4440-89F7-5A810E990A93}"/>
              </a:ext>
            </a:extLst>
          </p:cNvPr>
          <p:cNvSpPr/>
          <p:nvPr/>
        </p:nvSpPr>
        <p:spPr>
          <a:xfrm>
            <a:off x="386123" y="2589636"/>
            <a:ext cx="36000" cy="36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EFEFE"/>
              </a:solidFill>
              <a:effectLst/>
              <a:uLnTx/>
              <a:uFillTx/>
              <a:latin typeface="Arial"/>
              <a:ea typeface="+mn-ea"/>
              <a:cs typeface="+mn-cs"/>
            </a:endParaRPr>
          </a:p>
        </p:txBody>
      </p:sp>
      <p:sp>
        <p:nvSpPr>
          <p:cNvPr id="30" name="Oval 29">
            <a:extLst>
              <a:ext uri="{FF2B5EF4-FFF2-40B4-BE49-F238E27FC236}">
                <a16:creationId xmlns:a16="http://schemas.microsoft.com/office/drawing/2014/main" id="{3812DC55-D8D3-45A2-AE57-CE1520455A51}"/>
              </a:ext>
            </a:extLst>
          </p:cNvPr>
          <p:cNvSpPr/>
          <p:nvPr/>
        </p:nvSpPr>
        <p:spPr>
          <a:xfrm>
            <a:off x="386123" y="2440529"/>
            <a:ext cx="36000" cy="36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EFEFE"/>
              </a:solidFill>
              <a:effectLst/>
              <a:uLnTx/>
              <a:uFillTx/>
              <a:latin typeface="Arial"/>
              <a:ea typeface="+mn-ea"/>
              <a:cs typeface="+mn-cs"/>
            </a:endParaRPr>
          </a:p>
        </p:txBody>
      </p:sp>
      <p:sp>
        <p:nvSpPr>
          <p:cNvPr id="31" name="Oval 30">
            <a:extLst>
              <a:ext uri="{FF2B5EF4-FFF2-40B4-BE49-F238E27FC236}">
                <a16:creationId xmlns:a16="http://schemas.microsoft.com/office/drawing/2014/main" id="{492CB01F-2799-4216-A61D-F519DCC1ED0B}"/>
              </a:ext>
            </a:extLst>
          </p:cNvPr>
          <p:cNvSpPr/>
          <p:nvPr/>
        </p:nvSpPr>
        <p:spPr>
          <a:xfrm>
            <a:off x="386123" y="2291422"/>
            <a:ext cx="36000" cy="36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EFEFE"/>
              </a:solidFill>
              <a:effectLst/>
              <a:uLnTx/>
              <a:uFillTx/>
              <a:latin typeface="Arial"/>
              <a:ea typeface="+mn-ea"/>
              <a:cs typeface="+mn-cs"/>
            </a:endParaRPr>
          </a:p>
        </p:txBody>
      </p:sp>
      <p:pic>
        <p:nvPicPr>
          <p:cNvPr id="32" name="Picture 2" descr="L'entreprise internationale Onepoint s'implante à Lyon ! - Aderly Setup">
            <a:extLst>
              <a:ext uri="{FF2B5EF4-FFF2-40B4-BE49-F238E27FC236}">
                <a16:creationId xmlns:a16="http://schemas.microsoft.com/office/drawing/2014/main" id="{73CF2BFD-5C05-42AB-8968-4AD4847F31D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67469" y="99072"/>
            <a:ext cx="1247775" cy="380181"/>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D1F1116C-F80B-471C-A477-8251AEE07E50}"/>
              </a:ext>
            </a:extLst>
          </p:cNvPr>
          <p:cNvSpPr/>
          <p:nvPr/>
        </p:nvSpPr>
        <p:spPr>
          <a:xfrm>
            <a:off x="2310714" y="977876"/>
            <a:ext cx="7204646" cy="1846659"/>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6000" b="1" i="0" u="none" strike="noStrike" kern="1200" cap="none" spc="0" normalizeH="0" baseline="0" noProof="0">
                <a:ln>
                  <a:noFill/>
                </a:ln>
                <a:solidFill>
                  <a:srgbClr val="FEFEFE"/>
                </a:solidFill>
                <a:effectLst/>
                <a:uLnTx/>
                <a:uFillTx/>
                <a:latin typeface="Arial"/>
                <a:ea typeface="+mn-ea"/>
                <a:cs typeface="Times New Roman" panose="02020603050405020304" pitchFamily="18" charset="0"/>
              </a:rPr>
              <a:t>Bouygues Construction</a:t>
            </a:r>
            <a:endParaRPr kumimoji="0" lang="fr-FR" sz="5400" b="1" i="0" u="none" strike="noStrike" kern="1200" cap="none" spc="0" normalizeH="0" baseline="0" noProof="0">
              <a:ln>
                <a:noFill/>
              </a:ln>
              <a:solidFill>
                <a:srgbClr val="FEFEFE"/>
              </a:solidFill>
              <a:effectLst/>
              <a:uLnTx/>
              <a:uFillTx/>
              <a:latin typeface="Arial"/>
              <a:ea typeface="+mn-ea"/>
              <a:cs typeface="Times New Roman" panose="02020603050405020304" pitchFamily="18" charset="0"/>
            </a:endParaRPr>
          </a:p>
        </p:txBody>
      </p:sp>
      <p:sp>
        <p:nvSpPr>
          <p:cNvPr id="21" name="Rectangle 20">
            <a:extLst>
              <a:ext uri="{FF2B5EF4-FFF2-40B4-BE49-F238E27FC236}">
                <a16:creationId xmlns:a16="http://schemas.microsoft.com/office/drawing/2014/main" id="{9B3A7893-76FF-4019-8B25-4418F4CAFF9E}"/>
              </a:ext>
            </a:extLst>
          </p:cNvPr>
          <p:cNvSpPr/>
          <p:nvPr/>
        </p:nvSpPr>
        <p:spPr>
          <a:xfrm>
            <a:off x="2310714" y="2961001"/>
            <a:ext cx="7424164" cy="1077218"/>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3200" b="1" i="0" u="none" strike="noStrike" kern="1200" cap="none" spc="0" normalizeH="0" baseline="0" noProof="0">
                <a:ln w="19050">
                  <a:solidFill>
                    <a:srgbClr val="FEFEFE"/>
                  </a:solidFill>
                  <a:prstDash val="solid"/>
                </a:ln>
                <a:solidFill>
                  <a:srgbClr val="637AA6">
                    <a:lumMod val="50000"/>
                  </a:srgbClr>
                </a:solidFill>
                <a:effectLst/>
                <a:uLnTx/>
                <a:uFillTx/>
                <a:latin typeface="Arial"/>
                <a:ea typeface="+mn-ea"/>
                <a:cs typeface="+mn-cs"/>
              </a:rPr>
              <a:t>Architecture de Médiation</a:t>
            </a:r>
            <a:endParaRPr lang="fr-FR" sz="3200" b="1">
              <a:ln w="19050">
                <a:solidFill>
                  <a:srgbClr val="FEFEFE"/>
                </a:solidFill>
                <a:prstDash val="solid"/>
              </a:ln>
              <a:solidFill>
                <a:srgbClr val="637AA6">
                  <a:lumMod val="50000"/>
                </a:srgbClr>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3200" b="1" i="1" u="none" strike="noStrike" kern="1200" cap="none" spc="0" normalizeH="0" baseline="0" noProof="0">
                <a:ln w="19050">
                  <a:solidFill>
                    <a:srgbClr val="FEFEFE"/>
                  </a:solidFill>
                  <a:prstDash val="solid"/>
                </a:ln>
                <a:solidFill>
                  <a:srgbClr val="637AA6">
                    <a:lumMod val="50000"/>
                  </a:srgbClr>
                </a:solidFill>
                <a:effectLst/>
                <a:uLnTx/>
                <a:uFillTx/>
                <a:latin typeface="Arial"/>
                <a:ea typeface="+mn-ea"/>
                <a:cs typeface="+mn-cs"/>
              </a:rPr>
              <a:t>Normes et bonnes pratiques</a:t>
            </a:r>
          </a:p>
        </p:txBody>
      </p:sp>
      <p:sp>
        <p:nvSpPr>
          <p:cNvPr id="17" name="Oval 20">
            <a:extLst>
              <a:ext uri="{FF2B5EF4-FFF2-40B4-BE49-F238E27FC236}">
                <a16:creationId xmlns:a16="http://schemas.microsoft.com/office/drawing/2014/main" id="{5B7F9540-062C-4547-B380-429860CA4245}"/>
              </a:ext>
            </a:extLst>
          </p:cNvPr>
          <p:cNvSpPr/>
          <p:nvPr/>
        </p:nvSpPr>
        <p:spPr>
          <a:xfrm>
            <a:off x="1431596" y="630609"/>
            <a:ext cx="360000" cy="360000"/>
          </a:xfrm>
          <a:prstGeom prst="ellipse">
            <a:avLst/>
          </a:prstGeom>
          <a:gradFill flip="none" rotWithShape="1">
            <a:gsLst>
              <a:gs pos="0">
                <a:srgbClr val="0091CD">
                  <a:shade val="30000"/>
                  <a:satMod val="115000"/>
                </a:srgbClr>
              </a:gs>
              <a:gs pos="50000">
                <a:srgbClr val="0091CD">
                  <a:shade val="67500"/>
                  <a:satMod val="115000"/>
                </a:srgbClr>
              </a:gs>
              <a:gs pos="100000">
                <a:srgbClr val="0091CD">
                  <a:shade val="100000"/>
                  <a:satMod val="115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EFEFE"/>
              </a:solidFill>
              <a:effectLst/>
              <a:uLnTx/>
              <a:uFillTx/>
              <a:latin typeface="Arial"/>
              <a:ea typeface="+mn-ea"/>
              <a:cs typeface="+mn-cs"/>
            </a:endParaRPr>
          </a:p>
        </p:txBody>
      </p:sp>
    </p:spTree>
    <p:extLst>
      <p:ext uri="{BB962C8B-B14F-4D97-AF65-F5344CB8AC3E}">
        <p14:creationId xmlns:p14="http://schemas.microsoft.com/office/powerpoint/2010/main" val="28920612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 name="Picture 2" descr="BOUYGUES Construction lance les travaux d&amp;amp;#39;extension de la Principauté de  Monaco">
            <a:extLst>
              <a:ext uri="{FF2B5EF4-FFF2-40B4-BE49-F238E27FC236}">
                <a16:creationId xmlns:a16="http://schemas.microsoft.com/office/drawing/2014/main" id="{A4C0064C-4F05-39FA-B59E-160367EE52A8}"/>
              </a:ext>
            </a:extLst>
          </p:cNvPr>
          <p:cNvPicPr>
            <a:picLocks noGrp="1" noChangeAspect="1" noChangeArrowheads="1"/>
          </p:cNvPicPr>
          <p:nvPr>
            <p:ph type="pic" sz="quarter" idx="36"/>
          </p:nvPr>
        </p:nvPicPr>
        <p:blipFill rotWithShape="1">
          <a:blip r:embed="rId4">
            <a:extLst>
              <a:ext uri="{28A0092B-C50C-407E-A947-70E740481C1C}">
                <a14:useLocalDpi xmlns:a14="http://schemas.microsoft.com/office/drawing/2010/main" val="0"/>
              </a:ext>
            </a:extLst>
          </a:blip>
          <a:srcRect l="36130" r="34842"/>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21366" y="0"/>
            <a:ext cx="2986216" cy="6911163"/>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109" name="TextBox 2">
            <a:extLst>
              <a:ext uri="{FF2B5EF4-FFF2-40B4-BE49-F238E27FC236}">
                <a16:creationId xmlns:a16="http://schemas.microsoft.com/office/drawing/2014/main" id="{86DEAAB1-58F7-1643-1D72-3A2815915C34}"/>
              </a:ext>
            </a:extLst>
          </p:cNvPr>
          <p:cNvSpPr txBox="1"/>
          <p:nvPr/>
        </p:nvSpPr>
        <p:spPr>
          <a:xfrm>
            <a:off x="299663" y="3249604"/>
            <a:ext cx="4683270" cy="498598"/>
          </a:xfrm>
          <a:prstGeom prst="rect">
            <a:avLst/>
          </a:prstGeom>
          <a:noFill/>
        </p:spPr>
        <p:txBody>
          <a:bodyPr wrap="none" lIns="0" tIns="0" rIns="0" bIns="0" rtlCol="0">
            <a:spAutoFit/>
          </a:bodyPr>
          <a:lstStyle/>
          <a:p>
            <a:pPr>
              <a:lnSpc>
                <a:spcPct val="90000"/>
              </a:lnSpc>
            </a:pPr>
            <a:r>
              <a:rPr lang="fr-FR" sz="3600" b="1" cap="small">
                <a:latin typeface="+mj-lt"/>
                <a:ea typeface="Arial Black" charset="0"/>
                <a:cs typeface="Arial Black" charset="0"/>
              </a:rPr>
              <a:t>Sommaire Général</a:t>
            </a:r>
          </a:p>
        </p:txBody>
      </p:sp>
      <p:grpSp>
        <p:nvGrpSpPr>
          <p:cNvPr id="8" name="Groupe 7">
            <a:extLst>
              <a:ext uri="{FF2B5EF4-FFF2-40B4-BE49-F238E27FC236}">
                <a16:creationId xmlns:a16="http://schemas.microsoft.com/office/drawing/2014/main" id="{48197E64-79E6-3B35-A1B1-D21B36ED4F93}"/>
              </a:ext>
            </a:extLst>
          </p:cNvPr>
          <p:cNvGrpSpPr/>
          <p:nvPr/>
        </p:nvGrpSpPr>
        <p:grpSpPr>
          <a:xfrm>
            <a:off x="7850842" y="854606"/>
            <a:ext cx="4001451" cy="757130"/>
            <a:chOff x="7840593" y="539905"/>
            <a:chExt cx="4001451" cy="757130"/>
          </a:xfrm>
        </p:grpSpPr>
        <p:sp>
          <p:nvSpPr>
            <p:cNvPr id="102" name="TextBox 4">
              <a:extLst>
                <a:ext uri="{FF2B5EF4-FFF2-40B4-BE49-F238E27FC236}">
                  <a16:creationId xmlns:a16="http://schemas.microsoft.com/office/drawing/2014/main" id="{08EF1DAE-D77A-794C-3B18-C2C6C135E72E}"/>
                </a:ext>
              </a:extLst>
            </p:cNvPr>
            <p:cNvSpPr txBox="1"/>
            <p:nvPr/>
          </p:nvSpPr>
          <p:spPr>
            <a:xfrm>
              <a:off x="8764922" y="539905"/>
              <a:ext cx="3077122" cy="757130"/>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ea typeface="Arial Black" charset="0"/>
                  <a:cs typeface="Arial" panose="020B0604020202020204" pitchFamily="34" charset="0"/>
                </a:rPr>
                <a:t>Les différents types de solution de médiation proposés par la plateforme</a:t>
              </a:r>
            </a:p>
          </p:txBody>
        </p:sp>
        <p:grpSp>
          <p:nvGrpSpPr>
            <p:cNvPr id="19" name="Groupe 18">
              <a:extLst>
                <a:ext uri="{FF2B5EF4-FFF2-40B4-BE49-F238E27FC236}">
                  <a16:creationId xmlns:a16="http://schemas.microsoft.com/office/drawing/2014/main" id="{62593689-C68E-7D17-D12E-27E7C73F0F0D}"/>
                </a:ext>
              </a:extLst>
            </p:cNvPr>
            <p:cNvGrpSpPr/>
            <p:nvPr/>
          </p:nvGrpSpPr>
          <p:grpSpPr>
            <a:xfrm>
              <a:off x="7840593" y="544346"/>
              <a:ext cx="748248" cy="748248"/>
              <a:chOff x="7838379" y="2027071"/>
              <a:chExt cx="748248" cy="748248"/>
            </a:xfrm>
          </p:grpSpPr>
          <p:sp>
            <p:nvSpPr>
              <p:cNvPr id="103" name="Oval 9">
                <a:extLst>
                  <a:ext uri="{FF2B5EF4-FFF2-40B4-BE49-F238E27FC236}">
                    <a16:creationId xmlns:a16="http://schemas.microsoft.com/office/drawing/2014/main" id="{8AC00DDB-26A3-6160-4A14-ED454F592BDC}"/>
                  </a:ext>
                </a:extLst>
              </p:cNvPr>
              <p:cNvSpPr/>
              <p:nvPr/>
            </p:nvSpPr>
            <p:spPr>
              <a:xfrm>
                <a:off x="7838379" y="2027071"/>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28" name="Picture 4">
                <a:extLst>
                  <a:ext uri="{FF2B5EF4-FFF2-40B4-BE49-F238E27FC236}">
                    <a16:creationId xmlns:a16="http://schemas.microsoft.com/office/drawing/2014/main" id="{9098DE35-9456-D9E4-2470-55276D99CC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49721" y="2151620"/>
                <a:ext cx="513183" cy="513183"/>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2" name="Groupe 11">
            <a:extLst>
              <a:ext uri="{FF2B5EF4-FFF2-40B4-BE49-F238E27FC236}">
                <a16:creationId xmlns:a16="http://schemas.microsoft.com/office/drawing/2014/main" id="{D5FD5680-8B11-CEC0-E705-DFC67C152ED5}"/>
              </a:ext>
            </a:extLst>
          </p:cNvPr>
          <p:cNvGrpSpPr/>
          <p:nvPr/>
        </p:nvGrpSpPr>
        <p:grpSpPr>
          <a:xfrm>
            <a:off x="7850842" y="5291367"/>
            <a:ext cx="3991202" cy="757130"/>
            <a:chOff x="7824334" y="5106401"/>
            <a:chExt cx="3991202" cy="757130"/>
          </a:xfrm>
        </p:grpSpPr>
        <p:sp>
          <p:nvSpPr>
            <p:cNvPr id="89" name="TextBox 4">
              <a:extLst>
                <a:ext uri="{FF2B5EF4-FFF2-40B4-BE49-F238E27FC236}">
                  <a16:creationId xmlns:a16="http://schemas.microsoft.com/office/drawing/2014/main" id="{BD2AEDCE-071D-F393-9907-B47F1E27AD73}"/>
                </a:ext>
              </a:extLst>
            </p:cNvPr>
            <p:cNvSpPr txBox="1"/>
            <p:nvPr/>
          </p:nvSpPr>
          <p:spPr>
            <a:xfrm>
              <a:off x="8737615" y="5106401"/>
              <a:ext cx="3077921" cy="757130"/>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ea typeface="Arial Black" charset="0"/>
                  <a:cs typeface="Arial" panose="020B0604020202020204" pitchFamily="34" charset="0"/>
                </a:rPr>
                <a:t>Les bonnes pratiques opérationnelles, automatisation et supervision</a:t>
              </a:r>
            </a:p>
          </p:txBody>
        </p:sp>
        <p:grpSp>
          <p:nvGrpSpPr>
            <p:cNvPr id="21" name="Groupe 20">
              <a:extLst>
                <a:ext uri="{FF2B5EF4-FFF2-40B4-BE49-F238E27FC236}">
                  <a16:creationId xmlns:a16="http://schemas.microsoft.com/office/drawing/2014/main" id="{FDEFE14B-94AA-AAF6-8ECE-6A3320237E08}"/>
                </a:ext>
              </a:extLst>
            </p:cNvPr>
            <p:cNvGrpSpPr/>
            <p:nvPr/>
          </p:nvGrpSpPr>
          <p:grpSpPr>
            <a:xfrm>
              <a:off x="7824334" y="5115283"/>
              <a:ext cx="748248" cy="748248"/>
              <a:chOff x="7838379" y="3232305"/>
              <a:chExt cx="748248" cy="748248"/>
            </a:xfrm>
          </p:grpSpPr>
          <p:sp>
            <p:nvSpPr>
              <p:cNvPr id="107" name="Oval 9">
                <a:extLst>
                  <a:ext uri="{FF2B5EF4-FFF2-40B4-BE49-F238E27FC236}">
                    <a16:creationId xmlns:a16="http://schemas.microsoft.com/office/drawing/2014/main" id="{C5308948-F558-9251-35A8-5FDB09A594DE}"/>
                  </a:ext>
                </a:extLst>
              </p:cNvPr>
              <p:cNvSpPr/>
              <p:nvPr/>
            </p:nvSpPr>
            <p:spPr>
              <a:xfrm>
                <a:off x="7838379" y="3232305"/>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0" name="Picture 6">
                <a:extLst>
                  <a:ext uri="{FF2B5EF4-FFF2-40B4-BE49-F238E27FC236}">
                    <a16:creationId xmlns:a16="http://schemas.microsoft.com/office/drawing/2014/main" id="{C735BD07-C501-C71F-4664-E00CC83A1D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33803" y="3361557"/>
                <a:ext cx="547558" cy="54755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28" name="Groupe 27">
            <a:extLst>
              <a:ext uri="{FF2B5EF4-FFF2-40B4-BE49-F238E27FC236}">
                <a16:creationId xmlns:a16="http://schemas.microsoft.com/office/drawing/2014/main" id="{3FD106C6-4DD0-7FEF-7476-FF3B13A28C37}"/>
              </a:ext>
            </a:extLst>
          </p:cNvPr>
          <p:cNvGrpSpPr/>
          <p:nvPr/>
        </p:nvGrpSpPr>
        <p:grpSpPr>
          <a:xfrm>
            <a:off x="7850842" y="1970458"/>
            <a:ext cx="3991202" cy="748248"/>
            <a:chOff x="7850842" y="2446567"/>
            <a:chExt cx="3991202" cy="748248"/>
          </a:xfrm>
        </p:grpSpPr>
        <p:sp>
          <p:nvSpPr>
            <p:cNvPr id="106" name="TextBox 4">
              <a:extLst>
                <a:ext uri="{FF2B5EF4-FFF2-40B4-BE49-F238E27FC236}">
                  <a16:creationId xmlns:a16="http://schemas.microsoft.com/office/drawing/2014/main" id="{421883C2-46B3-C680-CB5E-DB262711A576}"/>
                </a:ext>
              </a:extLst>
            </p:cNvPr>
            <p:cNvSpPr txBox="1"/>
            <p:nvPr/>
          </p:nvSpPr>
          <p:spPr>
            <a:xfrm>
              <a:off x="8764123" y="2663724"/>
              <a:ext cx="3077921" cy="313932"/>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ea typeface="Arial Black" charset="0"/>
                  <a:cs typeface="Arial" panose="020B0604020202020204" pitchFamily="34" charset="0"/>
                </a:rPr>
                <a:t>Les solutions</a:t>
              </a:r>
            </a:p>
          </p:txBody>
        </p:sp>
        <p:grpSp>
          <p:nvGrpSpPr>
            <p:cNvPr id="5" name="Groupe 4">
              <a:extLst>
                <a:ext uri="{FF2B5EF4-FFF2-40B4-BE49-F238E27FC236}">
                  <a16:creationId xmlns:a16="http://schemas.microsoft.com/office/drawing/2014/main" id="{81A0FAFB-7C86-3F86-3F16-4163063656D4}"/>
                </a:ext>
              </a:extLst>
            </p:cNvPr>
            <p:cNvGrpSpPr/>
            <p:nvPr/>
          </p:nvGrpSpPr>
          <p:grpSpPr>
            <a:xfrm>
              <a:off x="7850842" y="2446567"/>
              <a:ext cx="748248" cy="748248"/>
              <a:chOff x="7850842" y="3000752"/>
              <a:chExt cx="748248" cy="748248"/>
            </a:xfrm>
          </p:grpSpPr>
          <p:sp>
            <p:nvSpPr>
              <p:cNvPr id="91" name="Oval 9">
                <a:extLst>
                  <a:ext uri="{FF2B5EF4-FFF2-40B4-BE49-F238E27FC236}">
                    <a16:creationId xmlns:a16="http://schemas.microsoft.com/office/drawing/2014/main" id="{F7CCD40C-B8B7-57DC-BAC1-088D70C552BB}"/>
                  </a:ext>
                </a:extLst>
              </p:cNvPr>
              <p:cNvSpPr/>
              <p:nvPr/>
            </p:nvSpPr>
            <p:spPr>
              <a:xfrm>
                <a:off x="7850842" y="300075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4" name="Picture 4">
                <a:extLst>
                  <a:ext uri="{FF2B5EF4-FFF2-40B4-BE49-F238E27FC236}">
                    <a16:creationId xmlns:a16="http://schemas.microsoft.com/office/drawing/2014/main" id="{4979967E-38D5-0C35-BB29-2C949F8D45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01619" y="3152828"/>
                <a:ext cx="444095" cy="444095"/>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 name="Groupe 10">
            <a:extLst>
              <a:ext uri="{FF2B5EF4-FFF2-40B4-BE49-F238E27FC236}">
                <a16:creationId xmlns:a16="http://schemas.microsoft.com/office/drawing/2014/main" id="{BDDCCAF4-048E-1FF6-CE94-0FDCDD4702B8}"/>
              </a:ext>
            </a:extLst>
          </p:cNvPr>
          <p:cNvGrpSpPr/>
          <p:nvPr/>
        </p:nvGrpSpPr>
        <p:grpSpPr>
          <a:xfrm>
            <a:off x="7840593" y="4184398"/>
            <a:ext cx="4001451" cy="748248"/>
            <a:chOff x="7840593" y="4028032"/>
            <a:chExt cx="3883237" cy="748248"/>
          </a:xfrm>
        </p:grpSpPr>
        <p:sp>
          <p:nvSpPr>
            <p:cNvPr id="88" name="TextBox 4">
              <a:extLst>
                <a:ext uri="{FF2B5EF4-FFF2-40B4-BE49-F238E27FC236}">
                  <a16:creationId xmlns:a16="http://schemas.microsoft.com/office/drawing/2014/main" id="{AB830EFD-BBA7-C992-5182-2816F99401E8}"/>
                </a:ext>
              </a:extLst>
            </p:cNvPr>
            <p:cNvSpPr txBox="1"/>
            <p:nvPr/>
          </p:nvSpPr>
          <p:spPr>
            <a:xfrm>
              <a:off x="8737615" y="4099472"/>
              <a:ext cx="2986215" cy="535531"/>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ea typeface="Arial Black" charset="0"/>
                  <a:cs typeface="Arial" panose="020B0604020202020204" pitchFamily="34" charset="0"/>
                </a:rPr>
                <a:t>Les bonnes pratiques de développement </a:t>
              </a:r>
              <a:r>
                <a:rPr lang="fr-FR" sz="1600" b="1" err="1">
                  <a:solidFill>
                    <a:schemeClr val="bg1"/>
                  </a:solidFill>
                  <a:latin typeface="Arial" panose="020B0604020202020204" pitchFamily="34" charset="0"/>
                  <a:ea typeface="Arial Black" charset="0"/>
                  <a:cs typeface="Arial" panose="020B0604020202020204" pitchFamily="34" charset="0"/>
                </a:rPr>
                <a:t>MuleSoft</a:t>
              </a:r>
              <a:endParaRPr lang="fr-FR" sz="1600" b="1">
                <a:solidFill>
                  <a:schemeClr val="bg1"/>
                </a:solidFill>
                <a:latin typeface="Arial" panose="020B0604020202020204" pitchFamily="34" charset="0"/>
                <a:ea typeface="Arial Black" charset="0"/>
                <a:cs typeface="Arial" panose="020B0604020202020204" pitchFamily="34" charset="0"/>
              </a:endParaRPr>
            </a:p>
          </p:txBody>
        </p:sp>
        <p:grpSp>
          <p:nvGrpSpPr>
            <p:cNvPr id="7" name="Groupe 6">
              <a:extLst>
                <a:ext uri="{FF2B5EF4-FFF2-40B4-BE49-F238E27FC236}">
                  <a16:creationId xmlns:a16="http://schemas.microsoft.com/office/drawing/2014/main" id="{89BB9A87-FF00-34B6-0BE5-08709ED32CEE}"/>
                </a:ext>
              </a:extLst>
            </p:cNvPr>
            <p:cNvGrpSpPr/>
            <p:nvPr/>
          </p:nvGrpSpPr>
          <p:grpSpPr>
            <a:xfrm>
              <a:off x="7840593" y="4028032"/>
              <a:ext cx="748248" cy="748248"/>
              <a:chOff x="7840593" y="4028032"/>
              <a:chExt cx="748248" cy="748248"/>
            </a:xfrm>
          </p:grpSpPr>
          <p:sp>
            <p:nvSpPr>
              <p:cNvPr id="90" name="Oval 9">
                <a:extLst>
                  <a:ext uri="{FF2B5EF4-FFF2-40B4-BE49-F238E27FC236}">
                    <a16:creationId xmlns:a16="http://schemas.microsoft.com/office/drawing/2014/main" id="{8749325B-B88F-7C12-D6B7-F6880E55616C}"/>
                  </a:ext>
                </a:extLst>
              </p:cNvPr>
              <p:cNvSpPr/>
              <p:nvPr/>
            </p:nvSpPr>
            <p:spPr>
              <a:xfrm>
                <a:off x="7840593" y="402803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 name="Picture 6" descr="MuleSoft Demos">
                <a:extLst>
                  <a:ext uri="{FF2B5EF4-FFF2-40B4-BE49-F238E27FC236}">
                    <a16:creationId xmlns:a16="http://schemas.microsoft.com/office/drawing/2014/main" id="{85B05131-BD78-FE17-DACD-58EB1F68A29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04982" y="4105485"/>
                <a:ext cx="605199" cy="605199"/>
              </a:xfrm>
              <a:prstGeom prst="ellipse">
                <a:avLst/>
              </a:prstGeom>
              <a:ln>
                <a:noFill/>
              </a:ln>
              <a:effectLst/>
              <a:extLst>
                <a:ext uri="{909E8E84-426E-40DD-AFC4-6F175D3DCCD1}">
                  <a14:hiddenFill xmlns:a14="http://schemas.microsoft.com/office/drawing/2010/main">
                    <a:solidFill>
                      <a:srgbClr val="FFFFFF"/>
                    </a:solidFill>
                  </a14:hiddenFill>
                </a:ext>
              </a:extLst>
            </p:spPr>
          </p:pic>
        </p:grpSp>
      </p:grpSp>
      <p:grpSp>
        <p:nvGrpSpPr>
          <p:cNvPr id="29" name="Groupe 28">
            <a:extLst>
              <a:ext uri="{FF2B5EF4-FFF2-40B4-BE49-F238E27FC236}">
                <a16:creationId xmlns:a16="http://schemas.microsoft.com/office/drawing/2014/main" id="{247C108B-85BF-3536-D34C-888C1DE6E4C2}"/>
              </a:ext>
            </a:extLst>
          </p:cNvPr>
          <p:cNvGrpSpPr/>
          <p:nvPr/>
        </p:nvGrpSpPr>
        <p:grpSpPr>
          <a:xfrm>
            <a:off x="7840593" y="3077428"/>
            <a:ext cx="3493451" cy="748248"/>
            <a:chOff x="7840593" y="3418988"/>
            <a:chExt cx="3662785" cy="748248"/>
          </a:xfrm>
        </p:grpSpPr>
        <p:grpSp>
          <p:nvGrpSpPr>
            <p:cNvPr id="3" name="Groupe 2">
              <a:extLst>
                <a:ext uri="{FF2B5EF4-FFF2-40B4-BE49-F238E27FC236}">
                  <a16:creationId xmlns:a16="http://schemas.microsoft.com/office/drawing/2014/main" id="{EC985641-C563-C925-0049-FB751D040C1D}"/>
                </a:ext>
              </a:extLst>
            </p:cNvPr>
            <p:cNvGrpSpPr/>
            <p:nvPr/>
          </p:nvGrpSpPr>
          <p:grpSpPr>
            <a:xfrm>
              <a:off x="7840593" y="3418988"/>
              <a:ext cx="748248" cy="748248"/>
              <a:chOff x="7840593" y="1956699"/>
              <a:chExt cx="748248" cy="748248"/>
            </a:xfrm>
          </p:grpSpPr>
          <p:sp>
            <p:nvSpPr>
              <p:cNvPr id="26" name="Oval 9">
                <a:extLst>
                  <a:ext uri="{FF2B5EF4-FFF2-40B4-BE49-F238E27FC236}">
                    <a16:creationId xmlns:a16="http://schemas.microsoft.com/office/drawing/2014/main" id="{77A9650D-156B-7F57-4DCB-E1FFF42EC093}"/>
                  </a:ext>
                </a:extLst>
              </p:cNvPr>
              <p:cNvSpPr/>
              <p:nvPr/>
            </p:nvSpPr>
            <p:spPr>
              <a:xfrm>
                <a:off x="7840593" y="1956699"/>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2" name="Picture 2">
                <a:extLst>
                  <a:ext uri="{FF2B5EF4-FFF2-40B4-BE49-F238E27FC236}">
                    <a16:creationId xmlns:a16="http://schemas.microsoft.com/office/drawing/2014/main" id="{9320CE04-5CB6-DC6F-9A82-63E80F30824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56649" y="2090120"/>
                <a:ext cx="508469" cy="508469"/>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TextBox 4">
              <a:extLst>
                <a:ext uri="{FF2B5EF4-FFF2-40B4-BE49-F238E27FC236}">
                  <a16:creationId xmlns:a16="http://schemas.microsoft.com/office/drawing/2014/main" id="{20C83A1C-78D2-ACA9-3101-BC4DF94C21C6}"/>
                </a:ext>
              </a:extLst>
            </p:cNvPr>
            <p:cNvSpPr txBox="1"/>
            <p:nvPr/>
          </p:nvSpPr>
          <p:spPr>
            <a:xfrm>
              <a:off x="8764125" y="3531058"/>
              <a:ext cx="2739253" cy="535531"/>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ea typeface="Arial Black" charset="0"/>
                  <a:cs typeface="Arial" panose="020B0604020202020204" pitchFamily="34" charset="0"/>
                </a:rPr>
                <a:t>Patterns &amp; Arbres de décision</a:t>
              </a:r>
            </a:p>
          </p:txBody>
        </p:sp>
      </p:grpSp>
    </p:spTree>
    <p:extLst>
      <p:ext uri="{BB962C8B-B14F-4D97-AF65-F5344CB8AC3E}">
        <p14:creationId xmlns:p14="http://schemas.microsoft.com/office/powerpoint/2010/main" val="11587608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 name="Picture 2" descr="BOUYGUES Construction lance les travaux d&amp;amp;#39;extension de la Principauté de  Monaco">
            <a:extLst>
              <a:ext uri="{FF2B5EF4-FFF2-40B4-BE49-F238E27FC236}">
                <a16:creationId xmlns:a16="http://schemas.microsoft.com/office/drawing/2014/main" id="{A4C0064C-4F05-39FA-B59E-160367EE52A8}"/>
              </a:ext>
            </a:extLst>
          </p:cNvPr>
          <p:cNvPicPr>
            <a:picLocks noGrp="1" noChangeAspect="1" noChangeArrowheads="1"/>
          </p:cNvPicPr>
          <p:nvPr>
            <p:ph type="pic" sz="quarter" idx="36"/>
          </p:nvPr>
        </p:nvPicPr>
        <p:blipFill rotWithShape="1">
          <a:blip r:embed="rId4">
            <a:extLst>
              <a:ext uri="{28A0092B-C50C-407E-A947-70E740481C1C}">
                <a14:useLocalDpi xmlns:a14="http://schemas.microsoft.com/office/drawing/2010/main" val="0"/>
              </a:ext>
            </a:extLst>
          </a:blip>
          <a:srcRect l="36130" r="34842"/>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21366" y="0"/>
            <a:ext cx="2986216" cy="6911163"/>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109" name="TextBox 2">
            <a:extLst>
              <a:ext uri="{FF2B5EF4-FFF2-40B4-BE49-F238E27FC236}">
                <a16:creationId xmlns:a16="http://schemas.microsoft.com/office/drawing/2014/main" id="{86DEAAB1-58F7-1643-1D72-3A2815915C34}"/>
              </a:ext>
            </a:extLst>
          </p:cNvPr>
          <p:cNvSpPr txBox="1"/>
          <p:nvPr/>
        </p:nvSpPr>
        <p:spPr>
          <a:xfrm>
            <a:off x="299663" y="3249604"/>
            <a:ext cx="4683270" cy="498598"/>
          </a:xfrm>
          <a:prstGeom prst="rect">
            <a:avLst/>
          </a:prstGeom>
          <a:noFill/>
        </p:spPr>
        <p:txBody>
          <a:bodyPr wrap="none" lIns="0" tIns="0" rIns="0" bIns="0" rtlCol="0">
            <a:spAutoFit/>
          </a:bodyPr>
          <a:lstStyle/>
          <a:p>
            <a:pPr>
              <a:lnSpc>
                <a:spcPct val="90000"/>
              </a:lnSpc>
            </a:pPr>
            <a:r>
              <a:rPr lang="fr-FR" sz="3600" b="1" cap="small">
                <a:latin typeface="+mj-lt"/>
                <a:ea typeface="Arial Black" charset="0"/>
                <a:cs typeface="Arial Black" charset="0"/>
              </a:rPr>
              <a:t>Sommaire Général</a:t>
            </a:r>
          </a:p>
        </p:txBody>
      </p:sp>
      <p:sp>
        <p:nvSpPr>
          <p:cNvPr id="102" name="TextBox 4">
            <a:extLst>
              <a:ext uri="{FF2B5EF4-FFF2-40B4-BE49-F238E27FC236}">
                <a16:creationId xmlns:a16="http://schemas.microsoft.com/office/drawing/2014/main" id="{08EF1DAE-D77A-794C-3B18-C2C6C135E72E}"/>
              </a:ext>
            </a:extLst>
          </p:cNvPr>
          <p:cNvSpPr txBox="1"/>
          <p:nvPr/>
        </p:nvSpPr>
        <p:spPr>
          <a:xfrm>
            <a:off x="8775171" y="854606"/>
            <a:ext cx="2829807" cy="757130"/>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ea typeface="Arial Black" charset="0"/>
                <a:cs typeface="Arial" panose="020B0604020202020204" pitchFamily="34" charset="0"/>
              </a:rPr>
              <a:t>Les différents types de solution de médiation proposés par la plateforme</a:t>
            </a:r>
          </a:p>
        </p:txBody>
      </p:sp>
      <p:grpSp>
        <p:nvGrpSpPr>
          <p:cNvPr id="19" name="Groupe 18">
            <a:extLst>
              <a:ext uri="{FF2B5EF4-FFF2-40B4-BE49-F238E27FC236}">
                <a16:creationId xmlns:a16="http://schemas.microsoft.com/office/drawing/2014/main" id="{62593689-C68E-7D17-D12E-27E7C73F0F0D}"/>
              </a:ext>
            </a:extLst>
          </p:cNvPr>
          <p:cNvGrpSpPr/>
          <p:nvPr/>
        </p:nvGrpSpPr>
        <p:grpSpPr>
          <a:xfrm>
            <a:off x="7850842" y="859047"/>
            <a:ext cx="748248" cy="748248"/>
            <a:chOff x="7838379" y="2027071"/>
            <a:chExt cx="748248" cy="748248"/>
          </a:xfrm>
        </p:grpSpPr>
        <p:sp>
          <p:nvSpPr>
            <p:cNvPr id="103" name="Oval 9">
              <a:extLst>
                <a:ext uri="{FF2B5EF4-FFF2-40B4-BE49-F238E27FC236}">
                  <a16:creationId xmlns:a16="http://schemas.microsoft.com/office/drawing/2014/main" id="{8AC00DDB-26A3-6160-4A14-ED454F592BDC}"/>
                </a:ext>
              </a:extLst>
            </p:cNvPr>
            <p:cNvSpPr/>
            <p:nvPr/>
          </p:nvSpPr>
          <p:spPr>
            <a:xfrm>
              <a:off x="7838379" y="2027071"/>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28" name="Picture 4">
              <a:extLst>
                <a:ext uri="{FF2B5EF4-FFF2-40B4-BE49-F238E27FC236}">
                  <a16:creationId xmlns:a16="http://schemas.microsoft.com/office/drawing/2014/main" id="{9098DE35-9456-D9E4-2470-55276D99CC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49721" y="2151620"/>
              <a:ext cx="513183" cy="51318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 name="Groupe 11">
            <a:extLst>
              <a:ext uri="{FF2B5EF4-FFF2-40B4-BE49-F238E27FC236}">
                <a16:creationId xmlns:a16="http://schemas.microsoft.com/office/drawing/2014/main" id="{D5FD5680-8B11-CEC0-E705-DFC67C152ED5}"/>
              </a:ext>
            </a:extLst>
          </p:cNvPr>
          <p:cNvGrpSpPr/>
          <p:nvPr/>
        </p:nvGrpSpPr>
        <p:grpSpPr>
          <a:xfrm>
            <a:off x="7850842" y="5291367"/>
            <a:ext cx="3991202" cy="757130"/>
            <a:chOff x="7824334" y="5106401"/>
            <a:chExt cx="3991202" cy="757130"/>
          </a:xfrm>
        </p:grpSpPr>
        <p:sp>
          <p:nvSpPr>
            <p:cNvPr id="89" name="TextBox 4">
              <a:extLst>
                <a:ext uri="{FF2B5EF4-FFF2-40B4-BE49-F238E27FC236}">
                  <a16:creationId xmlns:a16="http://schemas.microsoft.com/office/drawing/2014/main" id="{BD2AEDCE-071D-F393-9907-B47F1E27AD73}"/>
                </a:ext>
              </a:extLst>
            </p:cNvPr>
            <p:cNvSpPr txBox="1"/>
            <p:nvPr/>
          </p:nvSpPr>
          <p:spPr>
            <a:xfrm>
              <a:off x="8737615" y="5106401"/>
              <a:ext cx="3077921" cy="757130"/>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Les bonnes pratiques opérationnelles, automatisation et supervision</a:t>
              </a:r>
            </a:p>
          </p:txBody>
        </p:sp>
        <p:grpSp>
          <p:nvGrpSpPr>
            <p:cNvPr id="21" name="Groupe 20">
              <a:extLst>
                <a:ext uri="{FF2B5EF4-FFF2-40B4-BE49-F238E27FC236}">
                  <a16:creationId xmlns:a16="http://schemas.microsoft.com/office/drawing/2014/main" id="{FDEFE14B-94AA-AAF6-8ECE-6A3320237E08}"/>
                </a:ext>
              </a:extLst>
            </p:cNvPr>
            <p:cNvGrpSpPr/>
            <p:nvPr/>
          </p:nvGrpSpPr>
          <p:grpSpPr>
            <a:xfrm>
              <a:off x="7824334" y="5115283"/>
              <a:ext cx="748248" cy="748248"/>
              <a:chOff x="7838379" y="3232305"/>
              <a:chExt cx="748248" cy="748248"/>
            </a:xfrm>
          </p:grpSpPr>
          <p:sp>
            <p:nvSpPr>
              <p:cNvPr id="107" name="Oval 9">
                <a:extLst>
                  <a:ext uri="{FF2B5EF4-FFF2-40B4-BE49-F238E27FC236}">
                    <a16:creationId xmlns:a16="http://schemas.microsoft.com/office/drawing/2014/main" id="{C5308948-F558-9251-35A8-5FDB09A594DE}"/>
                  </a:ext>
                </a:extLst>
              </p:cNvPr>
              <p:cNvSpPr/>
              <p:nvPr/>
            </p:nvSpPr>
            <p:spPr>
              <a:xfrm>
                <a:off x="7838379" y="3232305"/>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0" name="Picture 6">
                <a:extLst>
                  <a:ext uri="{FF2B5EF4-FFF2-40B4-BE49-F238E27FC236}">
                    <a16:creationId xmlns:a16="http://schemas.microsoft.com/office/drawing/2014/main" id="{C735BD07-C501-C71F-4664-E00CC83A1D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33803" y="3361557"/>
                <a:ext cx="547558" cy="54755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28" name="Groupe 27">
            <a:extLst>
              <a:ext uri="{FF2B5EF4-FFF2-40B4-BE49-F238E27FC236}">
                <a16:creationId xmlns:a16="http://schemas.microsoft.com/office/drawing/2014/main" id="{3FD106C6-4DD0-7FEF-7476-FF3B13A28C37}"/>
              </a:ext>
            </a:extLst>
          </p:cNvPr>
          <p:cNvGrpSpPr/>
          <p:nvPr/>
        </p:nvGrpSpPr>
        <p:grpSpPr>
          <a:xfrm>
            <a:off x="7850842" y="1970458"/>
            <a:ext cx="3991202" cy="748248"/>
            <a:chOff x="7850842" y="2446567"/>
            <a:chExt cx="3991202" cy="748248"/>
          </a:xfrm>
        </p:grpSpPr>
        <p:sp>
          <p:nvSpPr>
            <p:cNvPr id="106" name="TextBox 4">
              <a:extLst>
                <a:ext uri="{FF2B5EF4-FFF2-40B4-BE49-F238E27FC236}">
                  <a16:creationId xmlns:a16="http://schemas.microsoft.com/office/drawing/2014/main" id="{421883C2-46B3-C680-CB5E-DB262711A576}"/>
                </a:ext>
              </a:extLst>
            </p:cNvPr>
            <p:cNvSpPr txBox="1"/>
            <p:nvPr/>
          </p:nvSpPr>
          <p:spPr>
            <a:xfrm>
              <a:off x="8764123" y="2663724"/>
              <a:ext cx="3077921"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Les</a:t>
              </a:r>
              <a:r>
                <a:rPr lang="fr-FR" sz="1600">
                  <a:solidFill>
                    <a:schemeClr val="bg1"/>
                  </a:solidFill>
                  <a:latin typeface="Arial" panose="020B0604020202020204" pitchFamily="34" charset="0"/>
                  <a:ea typeface="Arial Black" charset="0"/>
                  <a:cs typeface="Arial" panose="020B0604020202020204" pitchFamily="34" charset="0"/>
                </a:rPr>
                <a:t> </a:t>
              </a:r>
              <a:r>
                <a:rPr lang="fr-FR" sz="1600">
                  <a:solidFill>
                    <a:schemeClr val="tx1">
                      <a:lumMod val="50000"/>
                      <a:lumOff val="50000"/>
                    </a:schemeClr>
                  </a:solidFill>
                  <a:latin typeface="Arial" panose="020B0604020202020204" pitchFamily="34" charset="0"/>
                  <a:cs typeface="Arial" panose="020B0604020202020204" pitchFamily="34" charset="0"/>
                </a:rPr>
                <a:t>solutions</a:t>
              </a:r>
            </a:p>
          </p:txBody>
        </p:sp>
        <p:grpSp>
          <p:nvGrpSpPr>
            <p:cNvPr id="5" name="Groupe 4">
              <a:extLst>
                <a:ext uri="{FF2B5EF4-FFF2-40B4-BE49-F238E27FC236}">
                  <a16:creationId xmlns:a16="http://schemas.microsoft.com/office/drawing/2014/main" id="{81A0FAFB-7C86-3F86-3F16-4163063656D4}"/>
                </a:ext>
              </a:extLst>
            </p:cNvPr>
            <p:cNvGrpSpPr/>
            <p:nvPr/>
          </p:nvGrpSpPr>
          <p:grpSpPr>
            <a:xfrm>
              <a:off x="7850842" y="2446567"/>
              <a:ext cx="748248" cy="748248"/>
              <a:chOff x="7850842" y="3000752"/>
              <a:chExt cx="748248" cy="748248"/>
            </a:xfrm>
          </p:grpSpPr>
          <p:sp>
            <p:nvSpPr>
              <p:cNvPr id="91" name="Oval 9">
                <a:extLst>
                  <a:ext uri="{FF2B5EF4-FFF2-40B4-BE49-F238E27FC236}">
                    <a16:creationId xmlns:a16="http://schemas.microsoft.com/office/drawing/2014/main" id="{F7CCD40C-B8B7-57DC-BAC1-088D70C552BB}"/>
                  </a:ext>
                </a:extLst>
              </p:cNvPr>
              <p:cNvSpPr/>
              <p:nvPr/>
            </p:nvSpPr>
            <p:spPr>
              <a:xfrm>
                <a:off x="7850842" y="300075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4" name="Picture 4">
                <a:extLst>
                  <a:ext uri="{FF2B5EF4-FFF2-40B4-BE49-F238E27FC236}">
                    <a16:creationId xmlns:a16="http://schemas.microsoft.com/office/drawing/2014/main" id="{4979967E-38D5-0C35-BB29-2C949F8D45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01619" y="3152828"/>
                <a:ext cx="444095" cy="444095"/>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 name="Groupe 10">
            <a:extLst>
              <a:ext uri="{FF2B5EF4-FFF2-40B4-BE49-F238E27FC236}">
                <a16:creationId xmlns:a16="http://schemas.microsoft.com/office/drawing/2014/main" id="{BDDCCAF4-048E-1FF6-CE94-0FDCDD4702B8}"/>
              </a:ext>
            </a:extLst>
          </p:cNvPr>
          <p:cNvGrpSpPr/>
          <p:nvPr/>
        </p:nvGrpSpPr>
        <p:grpSpPr>
          <a:xfrm>
            <a:off x="7840593" y="4184398"/>
            <a:ext cx="4001451" cy="748248"/>
            <a:chOff x="7840593" y="4028032"/>
            <a:chExt cx="3883237" cy="748248"/>
          </a:xfrm>
        </p:grpSpPr>
        <p:sp>
          <p:nvSpPr>
            <p:cNvPr id="88" name="TextBox 4">
              <a:extLst>
                <a:ext uri="{FF2B5EF4-FFF2-40B4-BE49-F238E27FC236}">
                  <a16:creationId xmlns:a16="http://schemas.microsoft.com/office/drawing/2014/main" id="{AB830EFD-BBA7-C992-5182-2816F99401E8}"/>
                </a:ext>
              </a:extLst>
            </p:cNvPr>
            <p:cNvSpPr txBox="1"/>
            <p:nvPr/>
          </p:nvSpPr>
          <p:spPr>
            <a:xfrm>
              <a:off x="8737615" y="4099472"/>
              <a:ext cx="2986215" cy="535531"/>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Les</a:t>
              </a:r>
              <a:r>
                <a:rPr lang="fr-FR" sz="1600">
                  <a:solidFill>
                    <a:schemeClr val="bg1"/>
                  </a:solidFill>
                  <a:latin typeface="Arial" panose="020B0604020202020204" pitchFamily="34" charset="0"/>
                  <a:ea typeface="Arial Black" charset="0"/>
                  <a:cs typeface="Arial" panose="020B0604020202020204" pitchFamily="34" charset="0"/>
                </a:rPr>
                <a:t> </a:t>
              </a:r>
              <a:r>
                <a:rPr lang="fr-FR" sz="1600">
                  <a:solidFill>
                    <a:schemeClr val="tx1">
                      <a:lumMod val="50000"/>
                      <a:lumOff val="50000"/>
                    </a:schemeClr>
                  </a:solidFill>
                  <a:latin typeface="Arial" panose="020B0604020202020204" pitchFamily="34" charset="0"/>
                  <a:cs typeface="Arial" panose="020B0604020202020204" pitchFamily="34" charset="0"/>
                </a:rPr>
                <a:t>bonnes pratiques de développement </a:t>
              </a:r>
              <a:r>
                <a:rPr lang="fr-FR" sz="1600" err="1">
                  <a:solidFill>
                    <a:schemeClr val="tx1">
                      <a:lumMod val="50000"/>
                      <a:lumOff val="50000"/>
                    </a:schemeClr>
                  </a:solidFill>
                  <a:latin typeface="Arial" panose="020B0604020202020204" pitchFamily="34" charset="0"/>
                  <a:cs typeface="Arial" panose="020B0604020202020204" pitchFamily="34" charset="0"/>
                </a:rPr>
                <a:t>MuleSoft</a:t>
              </a:r>
              <a:endParaRPr lang="fr-FR" sz="1600">
                <a:solidFill>
                  <a:schemeClr val="tx1">
                    <a:lumMod val="50000"/>
                    <a:lumOff val="50000"/>
                  </a:schemeClr>
                </a:solidFill>
                <a:latin typeface="Arial" panose="020B0604020202020204" pitchFamily="34" charset="0"/>
                <a:cs typeface="Arial" panose="020B0604020202020204" pitchFamily="34" charset="0"/>
              </a:endParaRPr>
            </a:p>
          </p:txBody>
        </p:sp>
        <p:grpSp>
          <p:nvGrpSpPr>
            <p:cNvPr id="7" name="Groupe 6">
              <a:extLst>
                <a:ext uri="{FF2B5EF4-FFF2-40B4-BE49-F238E27FC236}">
                  <a16:creationId xmlns:a16="http://schemas.microsoft.com/office/drawing/2014/main" id="{89BB9A87-FF00-34B6-0BE5-08709ED32CEE}"/>
                </a:ext>
              </a:extLst>
            </p:cNvPr>
            <p:cNvGrpSpPr/>
            <p:nvPr/>
          </p:nvGrpSpPr>
          <p:grpSpPr>
            <a:xfrm>
              <a:off x="7840593" y="4028032"/>
              <a:ext cx="748248" cy="748248"/>
              <a:chOff x="7840593" y="4028032"/>
              <a:chExt cx="748248" cy="748248"/>
            </a:xfrm>
          </p:grpSpPr>
          <p:sp>
            <p:nvSpPr>
              <p:cNvPr id="90" name="Oval 9">
                <a:extLst>
                  <a:ext uri="{FF2B5EF4-FFF2-40B4-BE49-F238E27FC236}">
                    <a16:creationId xmlns:a16="http://schemas.microsoft.com/office/drawing/2014/main" id="{8749325B-B88F-7C12-D6B7-F6880E55616C}"/>
                  </a:ext>
                </a:extLst>
              </p:cNvPr>
              <p:cNvSpPr/>
              <p:nvPr/>
            </p:nvSpPr>
            <p:spPr>
              <a:xfrm>
                <a:off x="7840593" y="402803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 name="Picture 6" descr="MuleSoft Demos">
                <a:extLst>
                  <a:ext uri="{FF2B5EF4-FFF2-40B4-BE49-F238E27FC236}">
                    <a16:creationId xmlns:a16="http://schemas.microsoft.com/office/drawing/2014/main" id="{85B05131-BD78-FE17-DACD-58EB1F68A29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04982" y="4105485"/>
                <a:ext cx="605199" cy="605199"/>
              </a:xfrm>
              <a:prstGeom prst="ellipse">
                <a:avLst/>
              </a:prstGeom>
              <a:ln>
                <a:noFill/>
              </a:ln>
              <a:effectLst/>
              <a:extLst>
                <a:ext uri="{909E8E84-426E-40DD-AFC4-6F175D3DCCD1}">
                  <a14:hiddenFill xmlns:a14="http://schemas.microsoft.com/office/drawing/2010/main">
                    <a:solidFill>
                      <a:srgbClr val="FFFFFF"/>
                    </a:solidFill>
                  </a14:hiddenFill>
                </a:ext>
              </a:extLst>
            </p:spPr>
          </p:pic>
        </p:grpSp>
      </p:grpSp>
      <p:grpSp>
        <p:nvGrpSpPr>
          <p:cNvPr id="29" name="Groupe 28">
            <a:extLst>
              <a:ext uri="{FF2B5EF4-FFF2-40B4-BE49-F238E27FC236}">
                <a16:creationId xmlns:a16="http://schemas.microsoft.com/office/drawing/2014/main" id="{247C108B-85BF-3536-D34C-888C1DE6E4C2}"/>
              </a:ext>
            </a:extLst>
          </p:cNvPr>
          <p:cNvGrpSpPr/>
          <p:nvPr/>
        </p:nvGrpSpPr>
        <p:grpSpPr>
          <a:xfrm>
            <a:off x="7840593" y="3077428"/>
            <a:ext cx="3493451" cy="748248"/>
            <a:chOff x="7840593" y="3418988"/>
            <a:chExt cx="3662785" cy="748248"/>
          </a:xfrm>
        </p:grpSpPr>
        <p:grpSp>
          <p:nvGrpSpPr>
            <p:cNvPr id="3" name="Groupe 2">
              <a:extLst>
                <a:ext uri="{FF2B5EF4-FFF2-40B4-BE49-F238E27FC236}">
                  <a16:creationId xmlns:a16="http://schemas.microsoft.com/office/drawing/2014/main" id="{EC985641-C563-C925-0049-FB751D040C1D}"/>
                </a:ext>
              </a:extLst>
            </p:cNvPr>
            <p:cNvGrpSpPr/>
            <p:nvPr/>
          </p:nvGrpSpPr>
          <p:grpSpPr>
            <a:xfrm>
              <a:off x="7840593" y="3418988"/>
              <a:ext cx="748248" cy="748248"/>
              <a:chOff x="7840593" y="1956699"/>
              <a:chExt cx="748248" cy="748248"/>
            </a:xfrm>
          </p:grpSpPr>
          <p:sp>
            <p:nvSpPr>
              <p:cNvPr id="26" name="Oval 9">
                <a:extLst>
                  <a:ext uri="{FF2B5EF4-FFF2-40B4-BE49-F238E27FC236}">
                    <a16:creationId xmlns:a16="http://schemas.microsoft.com/office/drawing/2014/main" id="{77A9650D-156B-7F57-4DCB-E1FFF42EC093}"/>
                  </a:ext>
                </a:extLst>
              </p:cNvPr>
              <p:cNvSpPr/>
              <p:nvPr/>
            </p:nvSpPr>
            <p:spPr>
              <a:xfrm>
                <a:off x="7840593" y="1956699"/>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2" name="Picture 2">
                <a:extLst>
                  <a:ext uri="{FF2B5EF4-FFF2-40B4-BE49-F238E27FC236}">
                    <a16:creationId xmlns:a16="http://schemas.microsoft.com/office/drawing/2014/main" id="{9320CE04-5CB6-DC6F-9A82-63E80F30824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56649" y="2090120"/>
                <a:ext cx="508469" cy="508469"/>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TextBox 4">
              <a:extLst>
                <a:ext uri="{FF2B5EF4-FFF2-40B4-BE49-F238E27FC236}">
                  <a16:creationId xmlns:a16="http://schemas.microsoft.com/office/drawing/2014/main" id="{20C83A1C-78D2-ACA9-3101-BC4DF94C21C6}"/>
                </a:ext>
              </a:extLst>
            </p:cNvPr>
            <p:cNvSpPr txBox="1"/>
            <p:nvPr/>
          </p:nvSpPr>
          <p:spPr>
            <a:xfrm>
              <a:off x="8764125" y="3531058"/>
              <a:ext cx="2739253" cy="535531"/>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Patterns &amp; Arbres de décision</a:t>
              </a:r>
            </a:p>
          </p:txBody>
        </p:sp>
      </p:grpSp>
      <p:pic>
        <p:nvPicPr>
          <p:cNvPr id="18" name="Picture 2">
            <a:extLst>
              <a:ext uri="{FF2B5EF4-FFF2-40B4-BE49-F238E27FC236}">
                <a16:creationId xmlns:a16="http://schemas.microsoft.com/office/drawing/2014/main" id="{6037A4C1-0E5A-46A6-00B1-073CCA8994C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95857" y="1438114"/>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38512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 name="Groupe 80">
            <a:extLst>
              <a:ext uri="{FF2B5EF4-FFF2-40B4-BE49-F238E27FC236}">
                <a16:creationId xmlns:a16="http://schemas.microsoft.com/office/drawing/2014/main" id="{C3A1658A-F14C-21C5-0420-3DDFE57638B0}"/>
              </a:ext>
            </a:extLst>
          </p:cNvPr>
          <p:cNvGrpSpPr/>
          <p:nvPr/>
        </p:nvGrpSpPr>
        <p:grpSpPr>
          <a:xfrm>
            <a:off x="-13400" y="2464322"/>
            <a:ext cx="5234766" cy="1929356"/>
            <a:chOff x="1" y="2863977"/>
            <a:chExt cx="6935519" cy="1929356"/>
          </a:xfrm>
        </p:grpSpPr>
        <p:sp>
          <p:nvSpPr>
            <p:cNvPr id="85" name="Rectangle 84">
              <a:extLst>
                <a:ext uri="{FF2B5EF4-FFF2-40B4-BE49-F238E27FC236}">
                  <a16:creationId xmlns:a16="http://schemas.microsoft.com/office/drawing/2014/main" id="{274F9BA2-1C73-2411-2870-D3672C59CCF4}"/>
                </a:ext>
              </a:extLst>
            </p:cNvPr>
            <p:cNvSpPr/>
            <p:nvPr/>
          </p:nvSpPr>
          <p:spPr>
            <a:xfrm>
              <a:off x="1" y="2863977"/>
              <a:ext cx="6823279"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Les différents types de solution de médiation proposés par la plateforme</a:t>
              </a:r>
            </a:p>
          </p:txBody>
        </p:sp>
        <p:sp>
          <p:nvSpPr>
            <p:cNvPr id="87" name="Rectangle 86">
              <a:extLst>
                <a:ext uri="{FF2B5EF4-FFF2-40B4-BE49-F238E27FC236}">
                  <a16:creationId xmlns:a16="http://schemas.microsoft.com/office/drawing/2014/main" id="{E38B2E64-D4D5-2B6B-BF7C-5D39A65AA264}"/>
                </a:ext>
              </a:extLst>
            </p:cNvPr>
            <p:cNvSpPr/>
            <p:nvPr/>
          </p:nvSpPr>
          <p:spPr>
            <a:xfrm>
              <a:off x="6697362" y="2863978"/>
              <a:ext cx="238158" cy="1929355"/>
            </a:xfrm>
            <a:prstGeom prst="rect">
              <a:avLst/>
            </a:prstGeom>
            <a:solidFill>
              <a:srgbClr val="006C9F">
                <a:alpha val="636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7BB83A"/>
                </a:solidFill>
                <a:effectLst/>
                <a:uLnTx/>
                <a:uFillTx/>
                <a:latin typeface="Arial"/>
                <a:ea typeface="+mn-ea"/>
                <a:cs typeface="+mn-cs"/>
              </a:endParaRPr>
            </a:p>
          </p:txBody>
        </p:sp>
      </p:grpSp>
      <p:pic>
        <p:nvPicPr>
          <p:cNvPr id="58" name="Picture 4" descr="Médiation de la consommation : une solution pour régler les litiges à  l'amiable | Dossier Familial | Dossier Familial">
            <a:extLst>
              <a:ext uri="{FF2B5EF4-FFF2-40B4-BE49-F238E27FC236}">
                <a16:creationId xmlns:a16="http://schemas.microsoft.com/office/drawing/2014/main" id="{6E1962DF-D432-29B8-18AD-D9AB9DD35BE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201" r="20815"/>
          <a:stretch/>
        </p:blipFill>
        <p:spPr bwMode="auto">
          <a:xfrm>
            <a:off x="5221366" y="0"/>
            <a:ext cx="2986216" cy="6858000"/>
          </a:xfrm>
          <a:prstGeom prst="rect">
            <a:avLst/>
          </a:prstGeom>
          <a:noFill/>
          <a:extLst>
            <a:ext uri="{909E8E84-426E-40DD-AFC4-6F175D3DCCD1}">
              <a14:hiddenFill xmlns:a14="http://schemas.microsoft.com/office/drawing/2010/main">
                <a:solidFill>
                  <a:srgbClr val="FFFFFF"/>
                </a:solidFill>
              </a14:hiddenFill>
            </a:ext>
          </a:extLst>
        </p:spPr>
      </p:pic>
      <p:sp>
        <p:nvSpPr>
          <p:cNvPr id="92" name="Rectangle 91">
            <a:extLst>
              <a:ext uri="{FF2B5EF4-FFF2-40B4-BE49-F238E27FC236}">
                <a16:creationId xmlns:a16="http://schemas.microsoft.com/office/drawing/2014/main" id="{484A9F92-A02A-7E4D-52B5-414BE76161CD}"/>
              </a:ext>
            </a:extLst>
          </p:cNvPr>
          <p:cNvSpPr/>
          <p:nvPr>
            <p:custDataLst>
              <p:tags r:id="rId1"/>
            </p:custDataLst>
          </p:nvPr>
        </p:nvSpPr>
        <p:spPr>
          <a:xfrm>
            <a:off x="5211289" y="-1"/>
            <a:ext cx="2986216"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grpSp>
        <p:nvGrpSpPr>
          <p:cNvPr id="118" name="Groupe 117">
            <a:extLst>
              <a:ext uri="{FF2B5EF4-FFF2-40B4-BE49-F238E27FC236}">
                <a16:creationId xmlns:a16="http://schemas.microsoft.com/office/drawing/2014/main" id="{76FC55DF-4358-F497-44C7-6D719472173C}"/>
              </a:ext>
            </a:extLst>
          </p:cNvPr>
          <p:cNvGrpSpPr/>
          <p:nvPr/>
        </p:nvGrpSpPr>
        <p:grpSpPr>
          <a:xfrm>
            <a:off x="7877160" y="5274416"/>
            <a:ext cx="3842882" cy="648000"/>
            <a:chOff x="7880947" y="5236422"/>
            <a:chExt cx="3842882" cy="648000"/>
          </a:xfrm>
        </p:grpSpPr>
        <p:sp>
          <p:nvSpPr>
            <p:cNvPr id="48" name="TextBox 4">
              <a:extLst>
                <a:ext uri="{FF2B5EF4-FFF2-40B4-BE49-F238E27FC236}">
                  <a16:creationId xmlns:a16="http://schemas.microsoft.com/office/drawing/2014/main" id="{B132117E-19EE-F1CF-618B-2A58EA8A6885}"/>
                </a:ext>
              </a:extLst>
            </p:cNvPr>
            <p:cNvSpPr txBox="1"/>
            <p:nvPr/>
          </p:nvSpPr>
          <p:spPr>
            <a:xfrm>
              <a:off x="8737615" y="5403456"/>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Batch </a:t>
              </a:r>
              <a:r>
                <a:rPr lang="fr-FR" err="1"/>
                <a:t>Processing</a:t>
              </a:r>
              <a:endParaRPr lang="fr-FR"/>
            </a:p>
          </p:txBody>
        </p:sp>
        <p:grpSp>
          <p:nvGrpSpPr>
            <p:cNvPr id="71" name="Groupe 70">
              <a:extLst>
                <a:ext uri="{FF2B5EF4-FFF2-40B4-BE49-F238E27FC236}">
                  <a16:creationId xmlns:a16="http://schemas.microsoft.com/office/drawing/2014/main" id="{A14B6B86-F02C-F5CF-666B-C8392AFF90DC}"/>
                </a:ext>
              </a:extLst>
            </p:cNvPr>
            <p:cNvGrpSpPr/>
            <p:nvPr/>
          </p:nvGrpSpPr>
          <p:grpSpPr>
            <a:xfrm>
              <a:off x="7880947" y="5236422"/>
              <a:ext cx="648000" cy="648000"/>
              <a:chOff x="7865191" y="4255159"/>
              <a:chExt cx="663756" cy="648000"/>
            </a:xfrm>
          </p:grpSpPr>
          <p:sp>
            <p:nvSpPr>
              <p:cNvPr id="49" name="Oval 9">
                <a:extLst>
                  <a:ext uri="{FF2B5EF4-FFF2-40B4-BE49-F238E27FC236}">
                    <a16:creationId xmlns:a16="http://schemas.microsoft.com/office/drawing/2014/main" id="{569CA1CD-3F6F-7275-9836-310A165CC4BF}"/>
                  </a:ext>
                </a:extLst>
              </p:cNvPr>
              <p:cNvSpPr/>
              <p:nvPr/>
            </p:nvSpPr>
            <p:spPr>
              <a:xfrm>
                <a:off x="7865191" y="4255159"/>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60" name="Shape 7667">
                <a:extLst>
                  <a:ext uri="{FF2B5EF4-FFF2-40B4-BE49-F238E27FC236}">
                    <a16:creationId xmlns:a16="http://schemas.microsoft.com/office/drawing/2014/main" id="{15110208-8F51-43EA-862D-BB01CA99DEC7}"/>
                  </a:ext>
                </a:extLst>
              </p:cNvPr>
              <p:cNvSpPr/>
              <p:nvPr/>
            </p:nvSpPr>
            <p:spPr>
              <a:xfrm rot="16200000" flipH="1">
                <a:off x="7906969" y="4363159"/>
                <a:ext cx="504000" cy="432000"/>
              </a:xfrm>
              <a:custGeom>
                <a:avLst/>
                <a:gdLst/>
                <a:ahLst/>
                <a:cxnLst/>
                <a:rect l="0" t="0" r="0" b="0"/>
                <a:pathLst>
                  <a:path w="120000" h="120000" extrusionOk="0">
                    <a:moveTo>
                      <a:pt x="70911" y="109088"/>
                    </a:moveTo>
                    <a:cubicBezTo>
                      <a:pt x="70911" y="112100"/>
                      <a:pt x="68466" y="114544"/>
                      <a:pt x="65455" y="114544"/>
                    </a:cubicBezTo>
                    <a:lnTo>
                      <a:pt x="54544" y="114544"/>
                    </a:lnTo>
                    <a:cubicBezTo>
                      <a:pt x="51533" y="114544"/>
                      <a:pt x="49088" y="112100"/>
                      <a:pt x="49088" y="109088"/>
                    </a:cubicBezTo>
                    <a:lnTo>
                      <a:pt x="49088" y="98183"/>
                    </a:lnTo>
                    <a:cubicBezTo>
                      <a:pt x="49088" y="95172"/>
                      <a:pt x="51533" y="92727"/>
                      <a:pt x="54544" y="92727"/>
                    </a:cubicBezTo>
                    <a:lnTo>
                      <a:pt x="65455" y="92727"/>
                    </a:lnTo>
                    <a:cubicBezTo>
                      <a:pt x="68466" y="92727"/>
                      <a:pt x="70911" y="95172"/>
                      <a:pt x="70911" y="98183"/>
                    </a:cubicBezTo>
                    <a:cubicBezTo>
                      <a:pt x="70911" y="98183"/>
                      <a:pt x="70911" y="109088"/>
                      <a:pt x="70911" y="109088"/>
                    </a:cubicBezTo>
                    <a:close/>
                    <a:moveTo>
                      <a:pt x="65455" y="87272"/>
                    </a:moveTo>
                    <a:lnTo>
                      <a:pt x="54544" y="87272"/>
                    </a:lnTo>
                    <a:cubicBezTo>
                      <a:pt x="48522" y="87272"/>
                      <a:pt x="43638" y="92155"/>
                      <a:pt x="43638" y="98183"/>
                    </a:cubicBezTo>
                    <a:lnTo>
                      <a:pt x="43638" y="109088"/>
                    </a:lnTo>
                    <a:cubicBezTo>
                      <a:pt x="43638" y="115116"/>
                      <a:pt x="48522" y="120000"/>
                      <a:pt x="54544" y="120000"/>
                    </a:cubicBezTo>
                    <a:lnTo>
                      <a:pt x="65455" y="120000"/>
                    </a:lnTo>
                    <a:cubicBezTo>
                      <a:pt x="71477" y="120000"/>
                      <a:pt x="76361" y="115116"/>
                      <a:pt x="76361" y="109088"/>
                    </a:cubicBezTo>
                    <a:lnTo>
                      <a:pt x="76361" y="98183"/>
                    </a:lnTo>
                    <a:cubicBezTo>
                      <a:pt x="76361" y="92155"/>
                      <a:pt x="71477" y="87272"/>
                      <a:pt x="65455" y="87272"/>
                    </a:cubicBezTo>
                    <a:moveTo>
                      <a:pt x="114544" y="109088"/>
                    </a:moveTo>
                    <a:cubicBezTo>
                      <a:pt x="114544" y="112100"/>
                      <a:pt x="112100" y="114544"/>
                      <a:pt x="109088" y="114544"/>
                    </a:cubicBezTo>
                    <a:lnTo>
                      <a:pt x="98183" y="114544"/>
                    </a:lnTo>
                    <a:cubicBezTo>
                      <a:pt x="95172" y="114544"/>
                      <a:pt x="92727" y="112100"/>
                      <a:pt x="92727" y="109088"/>
                    </a:cubicBezTo>
                    <a:lnTo>
                      <a:pt x="92727" y="98183"/>
                    </a:lnTo>
                    <a:cubicBezTo>
                      <a:pt x="92727" y="95172"/>
                      <a:pt x="95172" y="92727"/>
                      <a:pt x="98183" y="92727"/>
                    </a:cubicBezTo>
                    <a:lnTo>
                      <a:pt x="109088" y="92727"/>
                    </a:lnTo>
                    <a:cubicBezTo>
                      <a:pt x="112100" y="92727"/>
                      <a:pt x="114544" y="95172"/>
                      <a:pt x="114544" y="98183"/>
                    </a:cubicBezTo>
                    <a:cubicBezTo>
                      <a:pt x="114544" y="98183"/>
                      <a:pt x="114544" y="109088"/>
                      <a:pt x="114544" y="109088"/>
                    </a:cubicBezTo>
                    <a:close/>
                    <a:moveTo>
                      <a:pt x="109088" y="87272"/>
                    </a:moveTo>
                    <a:lnTo>
                      <a:pt x="98183" y="87272"/>
                    </a:lnTo>
                    <a:cubicBezTo>
                      <a:pt x="92155" y="87272"/>
                      <a:pt x="87272" y="92155"/>
                      <a:pt x="87272" y="98183"/>
                    </a:cubicBezTo>
                    <a:lnTo>
                      <a:pt x="87272" y="109088"/>
                    </a:lnTo>
                    <a:cubicBezTo>
                      <a:pt x="87272" y="115116"/>
                      <a:pt x="92155" y="120000"/>
                      <a:pt x="98183" y="120000"/>
                    </a:cubicBezTo>
                    <a:lnTo>
                      <a:pt x="109088" y="120000"/>
                    </a:lnTo>
                    <a:cubicBezTo>
                      <a:pt x="115116" y="120000"/>
                      <a:pt x="120000" y="115116"/>
                      <a:pt x="120000" y="109088"/>
                    </a:cubicBezTo>
                    <a:lnTo>
                      <a:pt x="120000" y="98183"/>
                    </a:lnTo>
                    <a:cubicBezTo>
                      <a:pt x="120000" y="92155"/>
                      <a:pt x="115116" y="87272"/>
                      <a:pt x="109088" y="87272"/>
                    </a:cubicBezTo>
                    <a:moveTo>
                      <a:pt x="27272" y="109088"/>
                    </a:moveTo>
                    <a:cubicBezTo>
                      <a:pt x="27272" y="112100"/>
                      <a:pt x="24827" y="114544"/>
                      <a:pt x="21816" y="114544"/>
                    </a:cubicBezTo>
                    <a:lnTo>
                      <a:pt x="10911" y="114544"/>
                    </a:lnTo>
                    <a:cubicBezTo>
                      <a:pt x="7900" y="114544"/>
                      <a:pt x="5455" y="112100"/>
                      <a:pt x="5455" y="109088"/>
                    </a:cubicBezTo>
                    <a:lnTo>
                      <a:pt x="5455" y="98183"/>
                    </a:lnTo>
                    <a:cubicBezTo>
                      <a:pt x="5455" y="95172"/>
                      <a:pt x="7900" y="92727"/>
                      <a:pt x="10911" y="92727"/>
                    </a:cubicBezTo>
                    <a:lnTo>
                      <a:pt x="21816" y="92727"/>
                    </a:lnTo>
                    <a:cubicBezTo>
                      <a:pt x="24827" y="92727"/>
                      <a:pt x="27272" y="95172"/>
                      <a:pt x="27272" y="98183"/>
                    </a:cubicBezTo>
                    <a:cubicBezTo>
                      <a:pt x="27272" y="98183"/>
                      <a:pt x="27272" y="109088"/>
                      <a:pt x="27272" y="109088"/>
                    </a:cubicBezTo>
                    <a:close/>
                    <a:moveTo>
                      <a:pt x="21816" y="87272"/>
                    </a:moveTo>
                    <a:lnTo>
                      <a:pt x="10911" y="87272"/>
                    </a:lnTo>
                    <a:cubicBezTo>
                      <a:pt x="4883" y="87272"/>
                      <a:pt x="0" y="92155"/>
                      <a:pt x="0" y="98183"/>
                    </a:cubicBezTo>
                    <a:lnTo>
                      <a:pt x="0" y="109088"/>
                    </a:lnTo>
                    <a:cubicBezTo>
                      <a:pt x="0" y="115116"/>
                      <a:pt x="4883" y="120000"/>
                      <a:pt x="10911" y="120000"/>
                    </a:cubicBezTo>
                    <a:lnTo>
                      <a:pt x="21816" y="120000"/>
                    </a:lnTo>
                    <a:cubicBezTo>
                      <a:pt x="27844" y="120000"/>
                      <a:pt x="32727" y="115116"/>
                      <a:pt x="32727" y="109088"/>
                    </a:cubicBezTo>
                    <a:lnTo>
                      <a:pt x="32727" y="98183"/>
                    </a:lnTo>
                    <a:cubicBezTo>
                      <a:pt x="32727" y="92155"/>
                      <a:pt x="27844" y="87272"/>
                      <a:pt x="21816" y="87272"/>
                    </a:cubicBezTo>
                    <a:moveTo>
                      <a:pt x="16361" y="81816"/>
                    </a:moveTo>
                    <a:cubicBezTo>
                      <a:pt x="17872" y="81816"/>
                      <a:pt x="19088" y="80594"/>
                      <a:pt x="19088" y="79088"/>
                    </a:cubicBezTo>
                    <a:lnTo>
                      <a:pt x="19088" y="60000"/>
                    </a:lnTo>
                    <a:lnTo>
                      <a:pt x="57272" y="60000"/>
                    </a:lnTo>
                    <a:lnTo>
                      <a:pt x="57272" y="79088"/>
                    </a:lnTo>
                    <a:cubicBezTo>
                      <a:pt x="57272" y="80594"/>
                      <a:pt x="58494" y="81816"/>
                      <a:pt x="60000" y="81816"/>
                    </a:cubicBezTo>
                    <a:cubicBezTo>
                      <a:pt x="61505" y="81816"/>
                      <a:pt x="62727" y="80594"/>
                      <a:pt x="62727" y="79088"/>
                    </a:cubicBezTo>
                    <a:lnTo>
                      <a:pt x="62727" y="60000"/>
                    </a:lnTo>
                    <a:lnTo>
                      <a:pt x="100911" y="60000"/>
                    </a:lnTo>
                    <a:lnTo>
                      <a:pt x="100911" y="79088"/>
                    </a:lnTo>
                    <a:cubicBezTo>
                      <a:pt x="100911" y="80594"/>
                      <a:pt x="102133" y="81816"/>
                      <a:pt x="103638" y="81816"/>
                    </a:cubicBezTo>
                    <a:cubicBezTo>
                      <a:pt x="105144" y="81816"/>
                      <a:pt x="106361" y="80594"/>
                      <a:pt x="106361" y="79088"/>
                    </a:cubicBezTo>
                    <a:lnTo>
                      <a:pt x="106361" y="57272"/>
                    </a:lnTo>
                    <a:cubicBezTo>
                      <a:pt x="106361" y="55766"/>
                      <a:pt x="105144" y="54544"/>
                      <a:pt x="103638" y="54544"/>
                    </a:cubicBezTo>
                    <a:lnTo>
                      <a:pt x="62727" y="54544"/>
                    </a:lnTo>
                    <a:lnTo>
                      <a:pt x="62727" y="40911"/>
                    </a:lnTo>
                    <a:cubicBezTo>
                      <a:pt x="62727" y="39405"/>
                      <a:pt x="61505" y="38183"/>
                      <a:pt x="60000" y="38183"/>
                    </a:cubicBezTo>
                    <a:cubicBezTo>
                      <a:pt x="58494" y="38183"/>
                      <a:pt x="57272" y="39405"/>
                      <a:pt x="57272" y="40911"/>
                    </a:cubicBezTo>
                    <a:lnTo>
                      <a:pt x="57272" y="54544"/>
                    </a:lnTo>
                    <a:lnTo>
                      <a:pt x="16361" y="54544"/>
                    </a:lnTo>
                    <a:cubicBezTo>
                      <a:pt x="14855" y="54544"/>
                      <a:pt x="13638" y="55766"/>
                      <a:pt x="13638" y="57272"/>
                    </a:cubicBezTo>
                    <a:lnTo>
                      <a:pt x="13638" y="79088"/>
                    </a:lnTo>
                    <a:cubicBezTo>
                      <a:pt x="13638" y="80594"/>
                      <a:pt x="14855" y="81816"/>
                      <a:pt x="16361" y="81816"/>
                    </a:cubicBezTo>
                    <a:moveTo>
                      <a:pt x="49088" y="10911"/>
                    </a:moveTo>
                    <a:cubicBezTo>
                      <a:pt x="49088" y="7900"/>
                      <a:pt x="51533" y="5455"/>
                      <a:pt x="54544" y="5455"/>
                    </a:cubicBezTo>
                    <a:lnTo>
                      <a:pt x="65455" y="5455"/>
                    </a:lnTo>
                    <a:cubicBezTo>
                      <a:pt x="68466" y="5455"/>
                      <a:pt x="70911" y="7900"/>
                      <a:pt x="70911" y="10911"/>
                    </a:cubicBezTo>
                    <a:lnTo>
                      <a:pt x="70911" y="21816"/>
                    </a:lnTo>
                    <a:cubicBezTo>
                      <a:pt x="70911" y="24827"/>
                      <a:pt x="68466" y="27272"/>
                      <a:pt x="65455" y="27272"/>
                    </a:cubicBezTo>
                    <a:lnTo>
                      <a:pt x="54544" y="27272"/>
                    </a:lnTo>
                    <a:cubicBezTo>
                      <a:pt x="51533" y="27272"/>
                      <a:pt x="49088" y="24827"/>
                      <a:pt x="49088" y="21816"/>
                    </a:cubicBezTo>
                    <a:cubicBezTo>
                      <a:pt x="49088" y="21816"/>
                      <a:pt x="49088" y="10911"/>
                      <a:pt x="49088" y="10911"/>
                    </a:cubicBezTo>
                    <a:close/>
                    <a:moveTo>
                      <a:pt x="54544" y="32727"/>
                    </a:moveTo>
                    <a:lnTo>
                      <a:pt x="65455" y="32727"/>
                    </a:lnTo>
                    <a:cubicBezTo>
                      <a:pt x="71477" y="32727"/>
                      <a:pt x="76361" y="27844"/>
                      <a:pt x="76361" y="21816"/>
                    </a:cubicBezTo>
                    <a:lnTo>
                      <a:pt x="76361" y="10911"/>
                    </a:lnTo>
                    <a:cubicBezTo>
                      <a:pt x="76361" y="4883"/>
                      <a:pt x="71477" y="0"/>
                      <a:pt x="65455" y="0"/>
                    </a:cubicBezTo>
                    <a:lnTo>
                      <a:pt x="54544" y="0"/>
                    </a:lnTo>
                    <a:cubicBezTo>
                      <a:pt x="48522" y="0"/>
                      <a:pt x="43638" y="4883"/>
                      <a:pt x="43638" y="10911"/>
                    </a:cubicBezTo>
                    <a:lnTo>
                      <a:pt x="43638" y="21816"/>
                    </a:lnTo>
                    <a:cubicBezTo>
                      <a:pt x="43638" y="27844"/>
                      <a:pt x="48522" y="32727"/>
                      <a:pt x="54544" y="32727"/>
                    </a:cubicBezTo>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grpSp>
      </p:grpSp>
      <p:grpSp>
        <p:nvGrpSpPr>
          <p:cNvPr id="119" name="Groupe 118">
            <a:extLst>
              <a:ext uri="{FF2B5EF4-FFF2-40B4-BE49-F238E27FC236}">
                <a16:creationId xmlns:a16="http://schemas.microsoft.com/office/drawing/2014/main" id="{6F3D91C0-C015-AED0-5D54-E089BC741A9F}"/>
              </a:ext>
            </a:extLst>
          </p:cNvPr>
          <p:cNvGrpSpPr/>
          <p:nvPr/>
        </p:nvGrpSpPr>
        <p:grpSpPr>
          <a:xfrm>
            <a:off x="7877160" y="6003196"/>
            <a:ext cx="3842882" cy="648000"/>
            <a:chOff x="7880947" y="6003196"/>
            <a:chExt cx="3842882" cy="648000"/>
          </a:xfrm>
        </p:grpSpPr>
        <p:sp>
          <p:nvSpPr>
            <p:cNvPr id="77" name="TextBox 4">
              <a:extLst>
                <a:ext uri="{FF2B5EF4-FFF2-40B4-BE49-F238E27FC236}">
                  <a16:creationId xmlns:a16="http://schemas.microsoft.com/office/drawing/2014/main" id="{0A4FC4FB-D674-5859-0BDD-F28817AF825D}"/>
                </a:ext>
              </a:extLst>
            </p:cNvPr>
            <p:cNvSpPr txBox="1"/>
            <p:nvPr/>
          </p:nvSpPr>
          <p:spPr>
            <a:xfrm>
              <a:off x="8737615" y="6059431"/>
              <a:ext cx="2986214" cy="535531"/>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Stream </a:t>
              </a:r>
              <a:r>
                <a:rPr lang="fr-FR" err="1"/>
                <a:t>Processing</a:t>
              </a:r>
              <a:r>
                <a:rPr lang="fr-FR"/>
                <a:t> (fil de l’eau)</a:t>
              </a:r>
            </a:p>
          </p:txBody>
        </p:sp>
        <p:grpSp>
          <p:nvGrpSpPr>
            <p:cNvPr id="74" name="Groupe 73">
              <a:extLst>
                <a:ext uri="{FF2B5EF4-FFF2-40B4-BE49-F238E27FC236}">
                  <a16:creationId xmlns:a16="http://schemas.microsoft.com/office/drawing/2014/main" id="{1EE08C95-6E24-78D0-4AD6-992A52416963}"/>
                </a:ext>
              </a:extLst>
            </p:cNvPr>
            <p:cNvGrpSpPr/>
            <p:nvPr/>
          </p:nvGrpSpPr>
          <p:grpSpPr>
            <a:xfrm>
              <a:off x="7880947" y="6003196"/>
              <a:ext cx="648000" cy="648000"/>
              <a:chOff x="7865186" y="5021932"/>
              <a:chExt cx="648000" cy="648000"/>
            </a:xfrm>
          </p:grpSpPr>
          <p:sp>
            <p:nvSpPr>
              <p:cNvPr id="52" name="Oval 9">
                <a:extLst>
                  <a:ext uri="{FF2B5EF4-FFF2-40B4-BE49-F238E27FC236}">
                    <a16:creationId xmlns:a16="http://schemas.microsoft.com/office/drawing/2014/main" id="{15DA6935-983C-F553-DDF5-5F06878CC933}"/>
                  </a:ext>
                </a:extLst>
              </p:cNvPr>
              <p:cNvSpPr/>
              <p:nvPr/>
            </p:nvSpPr>
            <p:spPr>
              <a:xfrm>
                <a:off x="7865186" y="5021932"/>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62" name="Shape 7296">
                <a:extLst>
                  <a:ext uri="{FF2B5EF4-FFF2-40B4-BE49-F238E27FC236}">
                    <a16:creationId xmlns:a16="http://schemas.microsoft.com/office/drawing/2014/main" id="{E7D3DCA7-55D3-B17C-DF2E-EB4026FC5635}"/>
                  </a:ext>
                </a:extLst>
              </p:cNvPr>
              <p:cNvSpPr/>
              <p:nvPr/>
            </p:nvSpPr>
            <p:spPr>
              <a:xfrm>
                <a:off x="7955186" y="5111932"/>
                <a:ext cx="468000" cy="468000"/>
              </a:xfrm>
              <a:custGeom>
                <a:avLst/>
                <a:gdLst/>
                <a:ahLst/>
                <a:cxnLst/>
                <a:rect l="0" t="0" r="0" b="0"/>
                <a:pathLst>
                  <a:path w="120000" h="120000" extrusionOk="0">
                    <a:moveTo>
                      <a:pt x="114219" y="43152"/>
                    </a:moveTo>
                    <a:lnTo>
                      <a:pt x="114219" y="43152"/>
                    </a:lnTo>
                    <a:cubicBezTo>
                      <a:pt x="108438" y="43152"/>
                      <a:pt x="108438" y="43152"/>
                      <a:pt x="108438" y="43152"/>
                    </a:cubicBezTo>
                    <a:cubicBezTo>
                      <a:pt x="105647" y="43152"/>
                      <a:pt x="105647" y="43152"/>
                      <a:pt x="105647" y="43152"/>
                    </a:cubicBezTo>
                    <a:cubicBezTo>
                      <a:pt x="90099" y="43152"/>
                      <a:pt x="90099" y="43152"/>
                      <a:pt x="90099" y="43152"/>
                    </a:cubicBezTo>
                    <a:cubicBezTo>
                      <a:pt x="85913" y="43152"/>
                      <a:pt x="84518" y="40394"/>
                      <a:pt x="84518" y="37635"/>
                    </a:cubicBezTo>
                    <a:cubicBezTo>
                      <a:pt x="84518" y="34876"/>
                      <a:pt x="85913" y="31921"/>
                      <a:pt x="90099" y="31921"/>
                    </a:cubicBezTo>
                    <a:cubicBezTo>
                      <a:pt x="100066" y="31921"/>
                      <a:pt x="100066" y="31921"/>
                      <a:pt x="100066" y="31921"/>
                    </a:cubicBezTo>
                    <a:cubicBezTo>
                      <a:pt x="90099" y="19507"/>
                      <a:pt x="76146" y="11034"/>
                      <a:pt x="59202" y="11034"/>
                    </a:cubicBezTo>
                    <a:cubicBezTo>
                      <a:pt x="32491" y="11034"/>
                      <a:pt x="11362" y="33300"/>
                      <a:pt x="11362" y="59901"/>
                    </a:cubicBezTo>
                    <a:cubicBezTo>
                      <a:pt x="11362" y="62660"/>
                      <a:pt x="8372" y="65418"/>
                      <a:pt x="5581" y="65418"/>
                    </a:cubicBezTo>
                    <a:cubicBezTo>
                      <a:pt x="1395" y="65418"/>
                      <a:pt x="0" y="62660"/>
                      <a:pt x="0" y="59901"/>
                    </a:cubicBezTo>
                    <a:lnTo>
                      <a:pt x="0" y="59901"/>
                    </a:lnTo>
                    <a:cubicBezTo>
                      <a:pt x="0" y="26403"/>
                      <a:pt x="26710" y="0"/>
                      <a:pt x="59202" y="0"/>
                    </a:cubicBezTo>
                    <a:cubicBezTo>
                      <a:pt x="80332" y="0"/>
                      <a:pt x="97275" y="9655"/>
                      <a:pt x="108438" y="25024"/>
                    </a:cubicBezTo>
                    <a:cubicBezTo>
                      <a:pt x="108438" y="15369"/>
                      <a:pt x="108438" y="15369"/>
                      <a:pt x="108438" y="15369"/>
                    </a:cubicBezTo>
                    <a:cubicBezTo>
                      <a:pt x="108438" y="12610"/>
                      <a:pt x="111229" y="9655"/>
                      <a:pt x="114219" y="9655"/>
                    </a:cubicBezTo>
                    <a:cubicBezTo>
                      <a:pt x="117009" y="9655"/>
                      <a:pt x="119800" y="12610"/>
                      <a:pt x="119800" y="15369"/>
                    </a:cubicBezTo>
                    <a:cubicBezTo>
                      <a:pt x="119800" y="37635"/>
                      <a:pt x="119800" y="37635"/>
                      <a:pt x="119800" y="37635"/>
                    </a:cubicBezTo>
                    <a:cubicBezTo>
                      <a:pt x="119800" y="40394"/>
                      <a:pt x="117009" y="43152"/>
                      <a:pt x="114219" y="43152"/>
                    </a:cubicBezTo>
                    <a:close/>
                    <a:moveTo>
                      <a:pt x="5581" y="76650"/>
                    </a:moveTo>
                    <a:lnTo>
                      <a:pt x="5581" y="76650"/>
                    </a:lnTo>
                    <a:cubicBezTo>
                      <a:pt x="29501" y="76650"/>
                      <a:pt x="29501" y="76650"/>
                      <a:pt x="29501" y="76650"/>
                    </a:cubicBezTo>
                    <a:cubicBezTo>
                      <a:pt x="32491" y="76650"/>
                      <a:pt x="35282" y="79408"/>
                      <a:pt x="35282" y="82167"/>
                    </a:cubicBezTo>
                    <a:cubicBezTo>
                      <a:pt x="35282" y="84926"/>
                      <a:pt x="32491" y="87684"/>
                      <a:pt x="29501" y="87684"/>
                    </a:cubicBezTo>
                    <a:cubicBezTo>
                      <a:pt x="19734" y="87684"/>
                      <a:pt x="19734" y="87684"/>
                      <a:pt x="19734" y="87684"/>
                    </a:cubicBezTo>
                    <a:cubicBezTo>
                      <a:pt x="28106" y="100295"/>
                      <a:pt x="43654" y="108571"/>
                      <a:pt x="59202" y="108571"/>
                    </a:cubicBezTo>
                    <a:cubicBezTo>
                      <a:pt x="85913" y="108571"/>
                      <a:pt x="108438" y="86305"/>
                      <a:pt x="108438" y="59901"/>
                    </a:cubicBezTo>
                    <a:cubicBezTo>
                      <a:pt x="108438" y="57142"/>
                      <a:pt x="111229" y="54384"/>
                      <a:pt x="114219" y="54384"/>
                    </a:cubicBezTo>
                    <a:cubicBezTo>
                      <a:pt x="117009" y="54384"/>
                      <a:pt x="119800" y="57142"/>
                      <a:pt x="119800" y="59901"/>
                    </a:cubicBezTo>
                    <a:lnTo>
                      <a:pt x="119800" y="59901"/>
                    </a:lnTo>
                    <a:cubicBezTo>
                      <a:pt x="119800" y="93201"/>
                      <a:pt x="92890" y="119802"/>
                      <a:pt x="59202" y="119802"/>
                    </a:cubicBezTo>
                    <a:cubicBezTo>
                      <a:pt x="39468" y="119802"/>
                      <a:pt x="21129" y="109950"/>
                      <a:pt x="11362" y="94581"/>
                    </a:cubicBezTo>
                    <a:cubicBezTo>
                      <a:pt x="11362" y="104433"/>
                      <a:pt x="11362" y="104433"/>
                      <a:pt x="11362" y="104433"/>
                    </a:cubicBezTo>
                    <a:cubicBezTo>
                      <a:pt x="11362" y="107192"/>
                      <a:pt x="8372" y="109950"/>
                      <a:pt x="5581" y="109950"/>
                    </a:cubicBezTo>
                    <a:cubicBezTo>
                      <a:pt x="1395" y="109950"/>
                      <a:pt x="0" y="107192"/>
                      <a:pt x="0" y="104433"/>
                    </a:cubicBezTo>
                    <a:cubicBezTo>
                      <a:pt x="0" y="82167"/>
                      <a:pt x="0" y="82167"/>
                      <a:pt x="0" y="82167"/>
                    </a:cubicBezTo>
                    <a:cubicBezTo>
                      <a:pt x="0" y="79408"/>
                      <a:pt x="1395" y="76650"/>
                      <a:pt x="5581" y="76650"/>
                    </a:cubicBezTo>
                    <a:close/>
                  </a:path>
                </a:pathLst>
              </a:custGeom>
              <a:solidFill>
                <a:schemeClr val="tx1"/>
              </a:solidFill>
              <a:ln>
                <a:noFill/>
              </a:ln>
            </p:spPr>
            <p:txBody>
              <a:bodyPr lIns="45713" tIns="22850" rIns="45713" bIns="22850" anchor="ctr" anchorCtr="0">
                <a:noAutofit/>
              </a:bodyPr>
              <a:lstStyle/>
              <a:p>
                <a:endParaRPr sz="900">
                  <a:solidFill>
                    <a:schemeClr val="dk1"/>
                  </a:solidFill>
                  <a:latin typeface="Calibri"/>
                  <a:ea typeface="Calibri"/>
                  <a:cs typeface="Calibri"/>
                  <a:sym typeface="Calibri"/>
                </a:endParaRPr>
              </a:p>
            </p:txBody>
          </p:sp>
        </p:grpSp>
      </p:grpSp>
      <p:grpSp>
        <p:nvGrpSpPr>
          <p:cNvPr id="116" name="Groupe 115">
            <a:extLst>
              <a:ext uri="{FF2B5EF4-FFF2-40B4-BE49-F238E27FC236}">
                <a16:creationId xmlns:a16="http://schemas.microsoft.com/office/drawing/2014/main" id="{797F0608-D402-5AB8-0C7B-4EED6976CAA2}"/>
              </a:ext>
            </a:extLst>
          </p:cNvPr>
          <p:cNvGrpSpPr/>
          <p:nvPr/>
        </p:nvGrpSpPr>
        <p:grpSpPr>
          <a:xfrm>
            <a:off x="7877160" y="3816850"/>
            <a:ext cx="3842882" cy="648000"/>
            <a:chOff x="7880947" y="3702876"/>
            <a:chExt cx="3842882" cy="648000"/>
          </a:xfrm>
        </p:grpSpPr>
        <p:sp>
          <p:nvSpPr>
            <p:cNvPr id="42" name="TextBox 4">
              <a:extLst>
                <a:ext uri="{FF2B5EF4-FFF2-40B4-BE49-F238E27FC236}">
                  <a16:creationId xmlns:a16="http://schemas.microsoft.com/office/drawing/2014/main" id="{924C5360-539B-76DE-78A6-39212235137F}"/>
                </a:ext>
              </a:extLst>
            </p:cNvPr>
            <p:cNvSpPr txBox="1"/>
            <p:nvPr/>
          </p:nvSpPr>
          <p:spPr>
            <a:xfrm>
              <a:off x="8737615" y="3869910"/>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L’ESB</a:t>
              </a:r>
            </a:p>
          </p:txBody>
        </p:sp>
        <p:grpSp>
          <p:nvGrpSpPr>
            <p:cNvPr id="70" name="Groupe 69">
              <a:extLst>
                <a:ext uri="{FF2B5EF4-FFF2-40B4-BE49-F238E27FC236}">
                  <a16:creationId xmlns:a16="http://schemas.microsoft.com/office/drawing/2014/main" id="{91815772-F57C-9BD1-260E-BD7407A6AF29}"/>
                </a:ext>
              </a:extLst>
            </p:cNvPr>
            <p:cNvGrpSpPr/>
            <p:nvPr/>
          </p:nvGrpSpPr>
          <p:grpSpPr>
            <a:xfrm>
              <a:off x="7880947" y="3702876"/>
              <a:ext cx="648000" cy="648000"/>
              <a:chOff x="7865191" y="2721613"/>
              <a:chExt cx="663756" cy="648000"/>
            </a:xfrm>
          </p:grpSpPr>
          <p:sp>
            <p:nvSpPr>
              <p:cNvPr id="43" name="Oval 9">
                <a:extLst>
                  <a:ext uri="{FF2B5EF4-FFF2-40B4-BE49-F238E27FC236}">
                    <a16:creationId xmlns:a16="http://schemas.microsoft.com/office/drawing/2014/main" id="{6D0E6F7E-AC04-2FCF-FDA1-104EC597C39F}"/>
                  </a:ext>
                </a:extLst>
              </p:cNvPr>
              <p:cNvSpPr/>
              <p:nvPr/>
            </p:nvSpPr>
            <p:spPr>
              <a:xfrm>
                <a:off x="7865191" y="2721613"/>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26" name="Picture 2" descr="Workflow Planning Svg Png Icon Free Download (#464234) - OnlineWebFonts.COM">
                <a:extLst>
                  <a:ext uri="{FF2B5EF4-FFF2-40B4-BE49-F238E27FC236}">
                    <a16:creationId xmlns:a16="http://schemas.microsoft.com/office/drawing/2014/main" id="{BA05EAA6-A966-B77A-899B-580AD6D11C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63095" y="2811639"/>
                <a:ext cx="467949" cy="467949"/>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7" name="Groupe 116">
            <a:extLst>
              <a:ext uri="{FF2B5EF4-FFF2-40B4-BE49-F238E27FC236}">
                <a16:creationId xmlns:a16="http://schemas.microsoft.com/office/drawing/2014/main" id="{A8431C3C-6318-E075-3591-AC823A35EE64}"/>
              </a:ext>
            </a:extLst>
          </p:cNvPr>
          <p:cNvGrpSpPr/>
          <p:nvPr/>
        </p:nvGrpSpPr>
        <p:grpSpPr>
          <a:xfrm>
            <a:off x="7877160" y="4545633"/>
            <a:ext cx="3842882" cy="648000"/>
            <a:chOff x="7880947" y="4469649"/>
            <a:chExt cx="3842882" cy="648000"/>
          </a:xfrm>
        </p:grpSpPr>
        <p:sp>
          <p:nvSpPr>
            <p:cNvPr id="45" name="TextBox 4">
              <a:extLst>
                <a:ext uri="{FF2B5EF4-FFF2-40B4-BE49-F238E27FC236}">
                  <a16:creationId xmlns:a16="http://schemas.microsoft.com/office/drawing/2014/main" id="{C841AE11-0EA3-40DB-73B6-0AABE4F3BE4C}"/>
                </a:ext>
              </a:extLst>
            </p:cNvPr>
            <p:cNvSpPr txBox="1"/>
            <p:nvPr/>
          </p:nvSpPr>
          <p:spPr>
            <a:xfrm>
              <a:off x="8737615" y="4636683"/>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L’ETL</a:t>
              </a:r>
            </a:p>
          </p:txBody>
        </p:sp>
        <p:grpSp>
          <p:nvGrpSpPr>
            <p:cNvPr id="69" name="Groupe 68">
              <a:extLst>
                <a:ext uri="{FF2B5EF4-FFF2-40B4-BE49-F238E27FC236}">
                  <a16:creationId xmlns:a16="http://schemas.microsoft.com/office/drawing/2014/main" id="{9C075171-309D-8030-88FD-2D97A560502C}"/>
                </a:ext>
              </a:extLst>
            </p:cNvPr>
            <p:cNvGrpSpPr/>
            <p:nvPr/>
          </p:nvGrpSpPr>
          <p:grpSpPr>
            <a:xfrm>
              <a:off x="7880947" y="4469649"/>
              <a:ext cx="648000" cy="648000"/>
              <a:chOff x="7865191" y="3488386"/>
              <a:chExt cx="663756" cy="648000"/>
            </a:xfrm>
          </p:grpSpPr>
          <p:sp>
            <p:nvSpPr>
              <p:cNvPr id="46" name="Oval 9">
                <a:extLst>
                  <a:ext uri="{FF2B5EF4-FFF2-40B4-BE49-F238E27FC236}">
                    <a16:creationId xmlns:a16="http://schemas.microsoft.com/office/drawing/2014/main" id="{D86ABF6A-AD19-C210-19A7-AB48D83723C5}"/>
                  </a:ext>
                </a:extLst>
              </p:cNvPr>
              <p:cNvSpPr/>
              <p:nvPr/>
            </p:nvSpPr>
            <p:spPr>
              <a:xfrm>
                <a:off x="7865191" y="3488386"/>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4" name="Picture 4" descr="Etl - Iconos gratis de computadora">
                <a:extLst>
                  <a:ext uri="{FF2B5EF4-FFF2-40B4-BE49-F238E27FC236}">
                    <a16:creationId xmlns:a16="http://schemas.microsoft.com/office/drawing/2014/main" id="{C41C84D1-577A-4F04-45C7-7AA83061BE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55776" y="3571093"/>
                <a:ext cx="482586" cy="48258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1" name="Groupe 110">
            <a:extLst>
              <a:ext uri="{FF2B5EF4-FFF2-40B4-BE49-F238E27FC236}">
                <a16:creationId xmlns:a16="http://schemas.microsoft.com/office/drawing/2014/main" id="{AD060793-59C3-78F8-CE95-A0ADE7E80C51}"/>
              </a:ext>
            </a:extLst>
          </p:cNvPr>
          <p:cNvGrpSpPr/>
          <p:nvPr/>
        </p:nvGrpSpPr>
        <p:grpSpPr>
          <a:xfrm>
            <a:off x="7877160" y="2359284"/>
            <a:ext cx="3842882" cy="648000"/>
            <a:chOff x="7880947" y="2473254"/>
            <a:chExt cx="3842882" cy="648000"/>
          </a:xfrm>
        </p:grpSpPr>
        <p:sp>
          <p:nvSpPr>
            <p:cNvPr id="39" name="TextBox 4">
              <a:extLst>
                <a:ext uri="{FF2B5EF4-FFF2-40B4-BE49-F238E27FC236}">
                  <a16:creationId xmlns:a16="http://schemas.microsoft.com/office/drawing/2014/main" id="{9F723379-8717-0275-2A6C-9F210CEAD42B}"/>
                </a:ext>
              </a:extLst>
            </p:cNvPr>
            <p:cNvSpPr txBox="1"/>
            <p:nvPr/>
          </p:nvSpPr>
          <p:spPr>
            <a:xfrm>
              <a:off x="8737615" y="2640288"/>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L’API management</a:t>
              </a:r>
            </a:p>
          </p:txBody>
        </p:sp>
        <p:grpSp>
          <p:nvGrpSpPr>
            <p:cNvPr id="68" name="Groupe 67">
              <a:extLst>
                <a:ext uri="{FF2B5EF4-FFF2-40B4-BE49-F238E27FC236}">
                  <a16:creationId xmlns:a16="http://schemas.microsoft.com/office/drawing/2014/main" id="{94183892-46CF-E23A-3839-B305574E8FFC}"/>
                </a:ext>
              </a:extLst>
            </p:cNvPr>
            <p:cNvGrpSpPr/>
            <p:nvPr/>
          </p:nvGrpSpPr>
          <p:grpSpPr>
            <a:xfrm>
              <a:off x="7880947" y="2473254"/>
              <a:ext cx="648000" cy="648000"/>
              <a:chOff x="7865191" y="1954840"/>
              <a:chExt cx="663756" cy="648000"/>
            </a:xfrm>
          </p:grpSpPr>
          <p:sp>
            <p:nvSpPr>
              <p:cNvPr id="40" name="Oval 9">
                <a:extLst>
                  <a:ext uri="{FF2B5EF4-FFF2-40B4-BE49-F238E27FC236}">
                    <a16:creationId xmlns:a16="http://schemas.microsoft.com/office/drawing/2014/main" id="{C0E87504-7ABF-6174-7BAA-D6113F4E76B5}"/>
                  </a:ext>
                </a:extLst>
              </p:cNvPr>
              <p:cNvSpPr/>
              <p:nvPr/>
            </p:nvSpPr>
            <p:spPr>
              <a:xfrm>
                <a:off x="7865191" y="1954840"/>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5" name="Picture 6" descr="Api, management, cog, gear, website icon - Download on Iconfinder">
                <a:extLst>
                  <a:ext uri="{FF2B5EF4-FFF2-40B4-BE49-F238E27FC236}">
                    <a16:creationId xmlns:a16="http://schemas.microsoft.com/office/drawing/2014/main" id="{CEC27BF1-F31E-CA75-4ABB-971F0F722EB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94727" y="2089198"/>
                <a:ext cx="455485" cy="455485"/>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4" name="Groupe 113">
            <a:extLst>
              <a:ext uri="{FF2B5EF4-FFF2-40B4-BE49-F238E27FC236}">
                <a16:creationId xmlns:a16="http://schemas.microsoft.com/office/drawing/2014/main" id="{70A62B58-CD4D-0EB1-8109-25B5A0A1755B}"/>
              </a:ext>
            </a:extLst>
          </p:cNvPr>
          <p:cNvGrpSpPr/>
          <p:nvPr/>
        </p:nvGrpSpPr>
        <p:grpSpPr>
          <a:xfrm>
            <a:off x="7877160" y="901718"/>
            <a:ext cx="3839663" cy="648000"/>
            <a:chOff x="7880947" y="939708"/>
            <a:chExt cx="3839663" cy="648000"/>
          </a:xfrm>
        </p:grpSpPr>
        <p:sp>
          <p:nvSpPr>
            <p:cNvPr id="36" name="TextBox 4">
              <a:extLst>
                <a:ext uri="{FF2B5EF4-FFF2-40B4-BE49-F238E27FC236}">
                  <a16:creationId xmlns:a16="http://schemas.microsoft.com/office/drawing/2014/main" id="{0EE3CCEC-C4DD-276E-0586-816E18291BF8}"/>
                </a:ext>
              </a:extLst>
            </p:cNvPr>
            <p:cNvSpPr txBox="1"/>
            <p:nvPr/>
          </p:nvSpPr>
          <p:spPr>
            <a:xfrm>
              <a:off x="8734396" y="1107866"/>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Plateformes de médiation</a:t>
              </a:r>
            </a:p>
          </p:txBody>
        </p:sp>
        <p:grpSp>
          <p:nvGrpSpPr>
            <p:cNvPr id="67" name="Groupe 66">
              <a:extLst>
                <a:ext uri="{FF2B5EF4-FFF2-40B4-BE49-F238E27FC236}">
                  <a16:creationId xmlns:a16="http://schemas.microsoft.com/office/drawing/2014/main" id="{BB935DDB-705F-EA58-4A42-C38A67D58E3F}"/>
                </a:ext>
              </a:extLst>
            </p:cNvPr>
            <p:cNvGrpSpPr/>
            <p:nvPr/>
          </p:nvGrpSpPr>
          <p:grpSpPr>
            <a:xfrm>
              <a:off x="7880947" y="939708"/>
              <a:ext cx="648000" cy="648000"/>
              <a:chOff x="7865191" y="1188067"/>
              <a:chExt cx="663756" cy="648000"/>
            </a:xfrm>
          </p:grpSpPr>
          <p:sp>
            <p:nvSpPr>
              <p:cNvPr id="37" name="Oval 9">
                <a:extLst>
                  <a:ext uri="{FF2B5EF4-FFF2-40B4-BE49-F238E27FC236}">
                    <a16:creationId xmlns:a16="http://schemas.microsoft.com/office/drawing/2014/main" id="{F95B015E-DB72-9276-EB93-9FB345D474E1}"/>
                  </a:ext>
                </a:extLst>
              </p:cNvPr>
              <p:cNvSpPr/>
              <p:nvPr/>
            </p:nvSpPr>
            <p:spPr>
              <a:xfrm>
                <a:off x="7865191" y="1188067"/>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2" name="Picture 8" descr="Icône Cible, objectif dans Marketing (Outline) icon set">
                <a:extLst>
                  <a:ext uri="{FF2B5EF4-FFF2-40B4-BE49-F238E27FC236}">
                    <a16:creationId xmlns:a16="http://schemas.microsoft.com/office/drawing/2014/main" id="{BDAFF441-00EE-DC2C-4FE0-564B51EF9BE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41645" y="1256643"/>
                <a:ext cx="510848" cy="51084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3" name="Groupe 112">
            <a:extLst>
              <a:ext uri="{FF2B5EF4-FFF2-40B4-BE49-F238E27FC236}">
                <a16:creationId xmlns:a16="http://schemas.microsoft.com/office/drawing/2014/main" id="{382159C3-021D-B3BB-6438-CE906B6FA521}"/>
              </a:ext>
            </a:extLst>
          </p:cNvPr>
          <p:cNvGrpSpPr/>
          <p:nvPr/>
        </p:nvGrpSpPr>
        <p:grpSpPr>
          <a:xfrm>
            <a:off x="7877160" y="1630501"/>
            <a:ext cx="3842882" cy="648000"/>
            <a:chOff x="7880947" y="1706481"/>
            <a:chExt cx="3842882" cy="648000"/>
          </a:xfrm>
        </p:grpSpPr>
        <p:sp>
          <p:nvSpPr>
            <p:cNvPr id="54" name="TextBox 4">
              <a:extLst>
                <a:ext uri="{FF2B5EF4-FFF2-40B4-BE49-F238E27FC236}">
                  <a16:creationId xmlns:a16="http://schemas.microsoft.com/office/drawing/2014/main" id="{5D54B8AE-8409-6AB1-B235-6D655B69E37B}"/>
                </a:ext>
              </a:extLst>
            </p:cNvPr>
            <p:cNvSpPr txBox="1"/>
            <p:nvPr/>
          </p:nvSpPr>
          <p:spPr>
            <a:xfrm>
              <a:off x="8737615" y="1876903"/>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Typologies de flux </a:t>
              </a:r>
            </a:p>
          </p:txBody>
        </p:sp>
        <p:grpSp>
          <p:nvGrpSpPr>
            <p:cNvPr id="73" name="Groupe 72">
              <a:extLst>
                <a:ext uri="{FF2B5EF4-FFF2-40B4-BE49-F238E27FC236}">
                  <a16:creationId xmlns:a16="http://schemas.microsoft.com/office/drawing/2014/main" id="{640BF671-C2E0-7B90-22E4-5ED05B25F21F}"/>
                </a:ext>
              </a:extLst>
            </p:cNvPr>
            <p:cNvGrpSpPr/>
            <p:nvPr/>
          </p:nvGrpSpPr>
          <p:grpSpPr>
            <a:xfrm>
              <a:off x="7880947" y="1706481"/>
              <a:ext cx="648000" cy="648000"/>
              <a:chOff x="7865191" y="5788706"/>
              <a:chExt cx="663756" cy="648000"/>
            </a:xfrm>
          </p:grpSpPr>
          <p:sp>
            <p:nvSpPr>
              <p:cNvPr id="55" name="Oval 9">
                <a:extLst>
                  <a:ext uri="{FF2B5EF4-FFF2-40B4-BE49-F238E27FC236}">
                    <a16:creationId xmlns:a16="http://schemas.microsoft.com/office/drawing/2014/main" id="{8C62FFDF-D06B-043C-E6E9-520CB4B67950}"/>
                  </a:ext>
                </a:extLst>
              </p:cNvPr>
              <p:cNvSpPr/>
              <p:nvPr/>
            </p:nvSpPr>
            <p:spPr>
              <a:xfrm>
                <a:off x="7865191" y="5788706"/>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4" name="Picture 10" descr="Flux de travail - Icônes entreprise gratuites">
                <a:extLst>
                  <a:ext uri="{FF2B5EF4-FFF2-40B4-BE49-F238E27FC236}">
                    <a16:creationId xmlns:a16="http://schemas.microsoft.com/office/drawing/2014/main" id="{E7108A0A-EDD7-B70D-771E-800ED711E42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47416" y="5863053"/>
                <a:ext cx="499306" cy="49930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5" name="Groupe 114">
            <a:extLst>
              <a:ext uri="{FF2B5EF4-FFF2-40B4-BE49-F238E27FC236}">
                <a16:creationId xmlns:a16="http://schemas.microsoft.com/office/drawing/2014/main" id="{9688AF71-F11B-F7F7-1BF1-469F1FE3DA94}"/>
              </a:ext>
            </a:extLst>
          </p:cNvPr>
          <p:cNvGrpSpPr/>
          <p:nvPr/>
        </p:nvGrpSpPr>
        <p:grpSpPr>
          <a:xfrm>
            <a:off x="7877160" y="172935"/>
            <a:ext cx="3846669" cy="648000"/>
            <a:chOff x="7877160" y="172935"/>
            <a:chExt cx="3846669" cy="648000"/>
          </a:xfrm>
        </p:grpSpPr>
        <p:sp>
          <p:nvSpPr>
            <p:cNvPr id="102" name="TextBox 4">
              <a:extLst>
                <a:ext uri="{FF2B5EF4-FFF2-40B4-BE49-F238E27FC236}">
                  <a16:creationId xmlns:a16="http://schemas.microsoft.com/office/drawing/2014/main" id="{08EF1DAE-D77A-794C-3B18-C2C6C135E72E}"/>
                </a:ext>
              </a:extLst>
            </p:cNvPr>
            <p:cNvSpPr txBox="1"/>
            <p:nvPr/>
          </p:nvSpPr>
          <p:spPr>
            <a:xfrm>
              <a:off x="8737615" y="339969"/>
              <a:ext cx="2986214" cy="313932"/>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ea typeface="Arial Black" charset="0"/>
                  <a:cs typeface="Arial" panose="020B0604020202020204" pitchFamily="34" charset="0"/>
                </a:rPr>
                <a:t>Médiation et urbanisation</a:t>
              </a:r>
            </a:p>
          </p:txBody>
        </p:sp>
        <p:grpSp>
          <p:nvGrpSpPr>
            <p:cNvPr id="76" name="Groupe 75">
              <a:extLst>
                <a:ext uri="{FF2B5EF4-FFF2-40B4-BE49-F238E27FC236}">
                  <a16:creationId xmlns:a16="http://schemas.microsoft.com/office/drawing/2014/main" id="{CE01ABCF-F61E-3F10-719A-B81BE6A61CD4}"/>
                </a:ext>
              </a:extLst>
            </p:cNvPr>
            <p:cNvGrpSpPr/>
            <p:nvPr/>
          </p:nvGrpSpPr>
          <p:grpSpPr>
            <a:xfrm>
              <a:off x="7877160" y="172935"/>
              <a:ext cx="648000" cy="648000"/>
              <a:chOff x="7877160" y="421293"/>
              <a:chExt cx="648000" cy="648000"/>
            </a:xfrm>
          </p:grpSpPr>
          <p:sp>
            <p:nvSpPr>
              <p:cNvPr id="103" name="Oval 9">
                <a:extLst>
                  <a:ext uri="{FF2B5EF4-FFF2-40B4-BE49-F238E27FC236}">
                    <a16:creationId xmlns:a16="http://schemas.microsoft.com/office/drawing/2014/main" id="{8AC00DDB-26A3-6160-4A14-ED454F592BDC}"/>
                  </a:ext>
                </a:extLst>
              </p:cNvPr>
              <p:cNvSpPr/>
              <p:nvPr/>
            </p:nvSpPr>
            <p:spPr>
              <a:xfrm>
                <a:off x="7877160" y="42129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75" name="Shape 7692">
                <a:extLst>
                  <a:ext uri="{FF2B5EF4-FFF2-40B4-BE49-F238E27FC236}">
                    <a16:creationId xmlns:a16="http://schemas.microsoft.com/office/drawing/2014/main" id="{BB65BE64-CCCA-0B16-C0CB-52B00EE5D1D9}"/>
                  </a:ext>
                </a:extLst>
              </p:cNvPr>
              <p:cNvSpPr/>
              <p:nvPr/>
            </p:nvSpPr>
            <p:spPr>
              <a:xfrm>
                <a:off x="7976160" y="520293"/>
                <a:ext cx="450000" cy="450000"/>
              </a:xfrm>
              <a:custGeom>
                <a:avLst/>
                <a:gdLst/>
                <a:ahLst/>
                <a:cxnLst/>
                <a:rect l="0" t="0" r="0" b="0"/>
                <a:pathLst>
                  <a:path w="120000" h="120000" extrusionOk="0">
                    <a:moveTo>
                      <a:pt x="114544" y="44972"/>
                    </a:moveTo>
                    <a:lnTo>
                      <a:pt x="111616" y="48000"/>
                    </a:lnTo>
                    <a:cubicBezTo>
                      <a:pt x="107188" y="46811"/>
                      <a:pt x="102677" y="46233"/>
                      <a:pt x="98194" y="46233"/>
                    </a:cubicBezTo>
                    <a:lnTo>
                      <a:pt x="95277" y="40983"/>
                    </a:lnTo>
                    <a:cubicBezTo>
                      <a:pt x="94733" y="40016"/>
                      <a:pt x="93950" y="39083"/>
                      <a:pt x="93005" y="38538"/>
                    </a:cubicBezTo>
                    <a:cubicBezTo>
                      <a:pt x="92227" y="38088"/>
                      <a:pt x="91344" y="37900"/>
                      <a:pt x="90377" y="38155"/>
                    </a:cubicBezTo>
                    <a:lnTo>
                      <a:pt x="74927" y="42294"/>
                    </a:lnTo>
                    <a:cubicBezTo>
                      <a:pt x="72788" y="42866"/>
                      <a:pt x="72194" y="45138"/>
                      <a:pt x="72094" y="47194"/>
                    </a:cubicBezTo>
                    <a:lnTo>
                      <a:pt x="72200" y="53166"/>
                    </a:lnTo>
                    <a:cubicBezTo>
                      <a:pt x="68294" y="55405"/>
                      <a:pt x="64661" y="58172"/>
                      <a:pt x="61405" y="61427"/>
                    </a:cubicBezTo>
                    <a:lnTo>
                      <a:pt x="55683" y="59788"/>
                    </a:lnTo>
                    <a:cubicBezTo>
                      <a:pt x="53738" y="59244"/>
                      <a:pt x="51327" y="59344"/>
                      <a:pt x="50222" y="61255"/>
                    </a:cubicBezTo>
                    <a:lnTo>
                      <a:pt x="42222" y="75111"/>
                    </a:lnTo>
                    <a:cubicBezTo>
                      <a:pt x="41116" y="77022"/>
                      <a:pt x="42300" y="79050"/>
                      <a:pt x="43683" y="80577"/>
                    </a:cubicBezTo>
                    <a:lnTo>
                      <a:pt x="47961" y="84711"/>
                    </a:lnTo>
                    <a:cubicBezTo>
                      <a:pt x="46772" y="89161"/>
                      <a:pt x="46194" y="93688"/>
                      <a:pt x="46205" y="98188"/>
                    </a:cubicBezTo>
                    <a:lnTo>
                      <a:pt x="40983" y="101088"/>
                    </a:lnTo>
                    <a:cubicBezTo>
                      <a:pt x="39222" y="102072"/>
                      <a:pt x="37583" y="103850"/>
                      <a:pt x="38155" y="105983"/>
                    </a:cubicBezTo>
                    <a:lnTo>
                      <a:pt x="40450" y="114550"/>
                    </a:lnTo>
                    <a:lnTo>
                      <a:pt x="10911" y="114550"/>
                    </a:lnTo>
                    <a:cubicBezTo>
                      <a:pt x="7900" y="114550"/>
                      <a:pt x="5455" y="112100"/>
                      <a:pt x="5455" y="109088"/>
                    </a:cubicBezTo>
                    <a:lnTo>
                      <a:pt x="5455" y="62727"/>
                    </a:lnTo>
                    <a:lnTo>
                      <a:pt x="10727" y="62727"/>
                    </a:lnTo>
                    <a:cubicBezTo>
                      <a:pt x="12933" y="62727"/>
                      <a:pt x="14100" y="60688"/>
                      <a:pt x="14727" y="58727"/>
                    </a:cubicBezTo>
                    <a:lnTo>
                      <a:pt x="16183" y="52905"/>
                    </a:lnTo>
                    <a:cubicBezTo>
                      <a:pt x="20616" y="51722"/>
                      <a:pt x="24811" y="49961"/>
                      <a:pt x="28688" y="47722"/>
                    </a:cubicBezTo>
                    <a:lnTo>
                      <a:pt x="33838" y="50811"/>
                    </a:lnTo>
                    <a:cubicBezTo>
                      <a:pt x="34861" y="51338"/>
                      <a:pt x="36022" y="51761"/>
                      <a:pt x="37116" y="51761"/>
                    </a:cubicBezTo>
                    <a:cubicBezTo>
                      <a:pt x="37983" y="51761"/>
                      <a:pt x="38805" y="51500"/>
                      <a:pt x="39500" y="50811"/>
                    </a:cubicBezTo>
                    <a:lnTo>
                      <a:pt x="50811" y="39494"/>
                    </a:lnTo>
                    <a:cubicBezTo>
                      <a:pt x="52372" y="37933"/>
                      <a:pt x="51844" y="35577"/>
                      <a:pt x="50811" y="33838"/>
                    </a:cubicBezTo>
                    <a:lnTo>
                      <a:pt x="47738" y="28716"/>
                    </a:lnTo>
                    <a:cubicBezTo>
                      <a:pt x="49994" y="24827"/>
                      <a:pt x="51761" y="20616"/>
                      <a:pt x="52950" y="16172"/>
                    </a:cubicBezTo>
                    <a:lnTo>
                      <a:pt x="58727" y="14727"/>
                    </a:lnTo>
                    <a:cubicBezTo>
                      <a:pt x="60688" y="14100"/>
                      <a:pt x="62727" y="12933"/>
                      <a:pt x="62727" y="10727"/>
                    </a:cubicBezTo>
                    <a:lnTo>
                      <a:pt x="62727" y="5455"/>
                    </a:lnTo>
                    <a:lnTo>
                      <a:pt x="109088" y="5455"/>
                    </a:lnTo>
                    <a:cubicBezTo>
                      <a:pt x="112100" y="5455"/>
                      <a:pt x="114544" y="7894"/>
                      <a:pt x="114544" y="10911"/>
                    </a:cubicBezTo>
                    <a:cubicBezTo>
                      <a:pt x="114544" y="10911"/>
                      <a:pt x="114544" y="44972"/>
                      <a:pt x="114544" y="44972"/>
                    </a:cubicBezTo>
                    <a:close/>
                    <a:moveTo>
                      <a:pt x="114544" y="69966"/>
                    </a:moveTo>
                    <a:cubicBezTo>
                      <a:pt x="109722" y="67155"/>
                      <a:pt x="104166" y="65455"/>
                      <a:pt x="98183" y="65455"/>
                    </a:cubicBezTo>
                    <a:cubicBezTo>
                      <a:pt x="80105" y="65455"/>
                      <a:pt x="65455" y="80105"/>
                      <a:pt x="65455" y="98183"/>
                    </a:cubicBezTo>
                    <a:cubicBezTo>
                      <a:pt x="65455" y="104172"/>
                      <a:pt x="67155" y="109722"/>
                      <a:pt x="69966" y="114550"/>
                    </a:cubicBezTo>
                    <a:lnTo>
                      <a:pt x="46100" y="114550"/>
                    </a:lnTo>
                    <a:lnTo>
                      <a:pt x="43750" y="105788"/>
                    </a:lnTo>
                    <a:lnTo>
                      <a:pt x="48855" y="102955"/>
                    </a:lnTo>
                    <a:cubicBezTo>
                      <a:pt x="50588" y="101988"/>
                      <a:pt x="51661" y="100155"/>
                      <a:pt x="51661" y="98172"/>
                    </a:cubicBezTo>
                    <a:cubicBezTo>
                      <a:pt x="51655" y="94100"/>
                      <a:pt x="52177" y="90044"/>
                      <a:pt x="53233" y="86122"/>
                    </a:cubicBezTo>
                    <a:cubicBezTo>
                      <a:pt x="53744" y="84211"/>
                      <a:pt x="53177" y="82172"/>
                      <a:pt x="51755" y="80794"/>
                    </a:cubicBezTo>
                    <a:lnTo>
                      <a:pt x="47622" y="76794"/>
                    </a:lnTo>
                    <a:cubicBezTo>
                      <a:pt x="47605" y="76777"/>
                      <a:pt x="47588" y="76761"/>
                      <a:pt x="47577" y="76738"/>
                    </a:cubicBezTo>
                    <a:lnTo>
                      <a:pt x="54311" y="65072"/>
                    </a:lnTo>
                    <a:lnTo>
                      <a:pt x="59905" y="66672"/>
                    </a:lnTo>
                    <a:cubicBezTo>
                      <a:pt x="61811" y="67216"/>
                      <a:pt x="63861" y="66683"/>
                      <a:pt x="65266" y="65283"/>
                    </a:cubicBezTo>
                    <a:cubicBezTo>
                      <a:pt x="68133" y="62411"/>
                      <a:pt x="71377" y="59927"/>
                      <a:pt x="74916" y="57894"/>
                    </a:cubicBezTo>
                    <a:cubicBezTo>
                      <a:pt x="76633" y="56905"/>
                      <a:pt x="77683" y="55061"/>
                      <a:pt x="77650" y="53077"/>
                    </a:cubicBezTo>
                    <a:lnTo>
                      <a:pt x="77555" y="47300"/>
                    </a:lnTo>
                    <a:lnTo>
                      <a:pt x="77555" y="47238"/>
                    </a:lnTo>
                    <a:lnTo>
                      <a:pt x="90577" y="43750"/>
                    </a:lnTo>
                    <a:lnTo>
                      <a:pt x="93427" y="48883"/>
                    </a:lnTo>
                    <a:cubicBezTo>
                      <a:pt x="93916" y="49766"/>
                      <a:pt x="94622" y="50472"/>
                      <a:pt x="95466" y="50955"/>
                    </a:cubicBezTo>
                    <a:cubicBezTo>
                      <a:pt x="96277" y="51427"/>
                      <a:pt x="97216" y="51688"/>
                      <a:pt x="98194" y="51688"/>
                    </a:cubicBezTo>
                    <a:cubicBezTo>
                      <a:pt x="102261" y="51688"/>
                      <a:pt x="106305" y="52216"/>
                      <a:pt x="110205" y="53272"/>
                    </a:cubicBezTo>
                    <a:cubicBezTo>
                      <a:pt x="111700" y="53666"/>
                      <a:pt x="113272" y="53394"/>
                      <a:pt x="114544" y="52577"/>
                    </a:cubicBezTo>
                    <a:cubicBezTo>
                      <a:pt x="114544" y="52577"/>
                      <a:pt x="114544" y="69966"/>
                      <a:pt x="114544" y="69966"/>
                    </a:cubicBezTo>
                    <a:close/>
                    <a:moveTo>
                      <a:pt x="114544" y="85972"/>
                    </a:moveTo>
                    <a:lnTo>
                      <a:pt x="106072" y="90683"/>
                    </a:lnTo>
                    <a:cubicBezTo>
                      <a:pt x="104083" y="88588"/>
                      <a:pt x="101294" y="87272"/>
                      <a:pt x="98183" y="87272"/>
                    </a:cubicBezTo>
                    <a:cubicBezTo>
                      <a:pt x="95072" y="87272"/>
                      <a:pt x="92277" y="88588"/>
                      <a:pt x="90294" y="90683"/>
                    </a:cubicBezTo>
                    <a:lnTo>
                      <a:pt x="75794" y="82627"/>
                    </a:lnTo>
                    <a:cubicBezTo>
                      <a:pt x="80722" y="75550"/>
                      <a:pt x="88905" y="70911"/>
                      <a:pt x="98183" y="70911"/>
                    </a:cubicBezTo>
                    <a:cubicBezTo>
                      <a:pt x="104350" y="70911"/>
                      <a:pt x="109988" y="73005"/>
                      <a:pt x="114544" y="76466"/>
                    </a:cubicBezTo>
                    <a:cubicBezTo>
                      <a:pt x="114544" y="76466"/>
                      <a:pt x="114544" y="85972"/>
                      <a:pt x="114544" y="85972"/>
                    </a:cubicBezTo>
                    <a:close/>
                    <a:moveTo>
                      <a:pt x="114544" y="109088"/>
                    </a:moveTo>
                    <a:cubicBezTo>
                      <a:pt x="114544" y="112100"/>
                      <a:pt x="112100" y="114550"/>
                      <a:pt x="109088" y="114550"/>
                    </a:cubicBezTo>
                    <a:lnTo>
                      <a:pt x="100911" y="114550"/>
                    </a:lnTo>
                    <a:lnTo>
                      <a:pt x="100911" y="108705"/>
                    </a:lnTo>
                    <a:cubicBezTo>
                      <a:pt x="105605" y="107488"/>
                      <a:pt x="109088" y="103261"/>
                      <a:pt x="109088" y="98183"/>
                    </a:cubicBezTo>
                    <a:cubicBezTo>
                      <a:pt x="109088" y="97233"/>
                      <a:pt x="108933" y="96327"/>
                      <a:pt x="108705" y="95455"/>
                    </a:cubicBezTo>
                    <a:lnTo>
                      <a:pt x="114544" y="92211"/>
                    </a:lnTo>
                    <a:cubicBezTo>
                      <a:pt x="114544" y="92211"/>
                      <a:pt x="114544" y="109088"/>
                      <a:pt x="114544" y="109088"/>
                    </a:cubicBezTo>
                    <a:close/>
                    <a:moveTo>
                      <a:pt x="92727" y="98183"/>
                    </a:moveTo>
                    <a:cubicBezTo>
                      <a:pt x="92727" y="95172"/>
                      <a:pt x="95172" y="92727"/>
                      <a:pt x="98183" y="92727"/>
                    </a:cubicBezTo>
                    <a:cubicBezTo>
                      <a:pt x="101188" y="92727"/>
                      <a:pt x="103638" y="95172"/>
                      <a:pt x="103638" y="98183"/>
                    </a:cubicBezTo>
                    <a:cubicBezTo>
                      <a:pt x="103638" y="101194"/>
                      <a:pt x="101188" y="103638"/>
                      <a:pt x="98183" y="103638"/>
                    </a:cubicBezTo>
                    <a:cubicBezTo>
                      <a:pt x="95172" y="103638"/>
                      <a:pt x="92727" y="101194"/>
                      <a:pt x="92727" y="98183"/>
                    </a:cubicBezTo>
                    <a:moveTo>
                      <a:pt x="95455" y="114550"/>
                    </a:moveTo>
                    <a:lnTo>
                      <a:pt x="76427" y="114550"/>
                    </a:lnTo>
                    <a:cubicBezTo>
                      <a:pt x="72988" y="109983"/>
                      <a:pt x="70911" y="104338"/>
                      <a:pt x="70911" y="98183"/>
                    </a:cubicBezTo>
                    <a:cubicBezTo>
                      <a:pt x="70911" y="94344"/>
                      <a:pt x="71705" y="90700"/>
                      <a:pt x="73138" y="87388"/>
                    </a:cubicBezTo>
                    <a:lnTo>
                      <a:pt x="87661" y="95455"/>
                    </a:lnTo>
                    <a:cubicBezTo>
                      <a:pt x="87433" y="96327"/>
                      <a:pt x="87272" y="97233"/>
                      <a:pt x="87272" y="98183"/>
                    </a:cubicBezTo>
                    <a:cubicBezTo>
                      <a:pt x="87272" y="103261"/>
                      <a:pt x="90755" y="107488"/>
                      <a:pt x="95455" y="108705"/>
                    </a:cubicBezTo>
                    <a:cubicBezTo>
                      <a:pt x="95455" y="108705"/>
                      <a:pt x="95455" y="114550"/>
                      <a:pt x="95455" y="114550"/>
                    </a:cubicBezTo>
                    <a:close/>
                    <a:moveTo>
                      <a:pt x="5455" y="29866"/>
                    </a:moveTo>
                    <a:cubicBezTo>
                      <a:pt x="18338" y="28583"/>
                      <a:pt x="28583" y="18338"/>
                      <a:pt x="29861" y="5455"/>
                    </a:cubicBezTo>
                    <a:lnTo>
                      <a:pt x="57272" y="5455"/>
                    </a:lnTo>
                    <a:lnTo>
                      <a:pt x="57272" y="9461"/>
                    </a:lnTo>
                    <a:cubicBezTo>
                      <a:pt x="57250" y="9472"/>
                      <a:pt x="57233" y="9477"/>
                      <a:pt x="57211" y="9483"/>
                    </a:cubicBezTo>
                    <a:lnTo>
                      <a:pt x="51627" y="10877"/>
                    </a:lnTo>
                    <a:cubicBezTo>
                      <a:pt x="49705" y="11361"/>
                      <a:pt x="48194" y="12850"/>
                      <a:pt x="47683" y="14761"/>
                    </a:cubicBezTo>
                    <a:cubicBezTo>
                      <a:pt x="46633" y="18683"/>
                      <a:pt x="45066" y="22455"/>
                      <a:pt x="43022" y="25977"/>
                    </a:cubicBezTo>
                    <a:cubicBezTo>
                      <a:pt x="42022" y="27700"/>
                      <a:pt x="42038" y="29822"/>
                      <a:pt x="43061" y="31522"/>
                    </a:cubicBezTo>
                    <a:lnTo>
                      <a:pt x="46066" y="36527"/>
                    </a:lnTo>
                    <a:lnTo>
                      <a:pt x="36533" y="46061"/>
                    </a:lnTo>
                    <a:cubicBezTo>
                      <a:pt x="36516" y="46055"/>
                      <a:pt x="36494" y="46044"/>
                      <a:pt x="36477" y="46033"/>
                    </a:cubicBezTo>
                    <a:lnTo>
                      <a:pt x="31494" y="43044"/>
                    </a:lnTo>
                    <a:cubicBezTo>
                      <a:pt x="30627" y="42527"/>
                      <a:pt x="29661" y="42266"/>
                      <a:pt x="28688" y="42266"/>
                    </a:cubicBezTo>
                    <a:cubicBezTo>
                      <a:pt x="27750" y="42266"/>
                      <a:pt x="26805" y="42511"/>
                      <a:pt x="25961" y="42994"/>
                    </a:cubicBezTo>
                    <a:cubicBezTo>
                      <a:pt x="22438" y="45033"/>
                      <a:pt x="18677" y="46594"/>
                      <a:pt x="14772" y="47638"/>
                    </a:cubicBezTo>
                    <a:cubicBezTo>
                      <a:pt x="12861" y="48144"/>
                      <a:pt x="11372" y="49655"/>
                      <a:pt x="10888" y="51583"/>
                    </a:cubicBezTo>
                    <a:lnTo>
                      <a:pt x="9483" y="57211"/>
                    </a:lnTo>
                    <a:cubicBezTo>
                      <a:pt x="9477" y="57233"/>
                      <a:pt x="9472" y="57250"/>
                      <a:pt x="9461" y="57277"/>
                    </a:cubicBezTo>
                    <a:lnTo>
                      <a:pt x="5455" y="57277"/>
                    </a:lnTo>
                    <a:cubicBezTo>
                      <a:pt x="5455" y="57277"/>
                      <a:pt x="5455" y="29866"/>
                      <a:pt x="5455" y="29866"/>
                    </a:cubicBezTo>
                    <a:close/>
                    <a:moveTo>
                      <a:pt x="5455" y="10911"/>
                    </a:moveTo>
                    <a:cubicBezTo>
                      <a:pt x="5455" y="7894"/>
                      <a:pt x="7900" y="5455"/>
                      <a:pt x="10911" y="5455"/>
                    </a:cubicBezTo>
                    <a:lnTo>
                      <a:pt x="24355" y="5455"/>
                    </a:lnTo>
                    <a:cubicBezTo>
                      <a:pt x="23122" y="15322"/>
                      <a:pt x="15322" y="23122"/>
                      <a:pt x="5455" y="24355"/>
                    </a:cubicBezTo>
                    <a:cubicBezTo>
                      <a:pt x="5455" y="24355"/>
                      <a:pt x="5455" y="10911"/>
                      <a:pt x="5455" y="10911"/>
                    </a:cubicBezTo>
                    <a:close/>
                    <a:moveTo>
                      <a:pt x="109088" y="0"/>
                    </a:moveTo>
                    <a:lnTo>
                      <a:pt x="10911" y="0"/>
                    </a:lnTo>
                    <a:cubicBezTo>
                      <a:pt x="4883" y="0"/>
                      <a:pt x="0" y="4883"/>
                      <a:pt x="0" y="10911"/>
                    </a:cubicBezTo>
                    <a:lnTo>
                      <a:pt x="0" y="109088"/>
                    </a:lnTo>
                    <a:cubicBezTo>
                      <a:pt x="0" y="115116"/>
                      <a:pt x="4883" y="120000"/>
                      <a:pt x="10911" y="120000"/>
                    </a:cubicBezTo>
                    <a:lnTo>
                      <a:pt x="109088" y="120000"/>
                    </a:lnTo>
                    <a:cubicBezTo>
                      <a:pt x="115116" y="120000"/>
                      <a:pt x="120000" y="115116"/>
                      <a:pt x="120000" y="109088"/>
                    </a:cubicBezTo>
                    <a:lnTo>
                      <a:pt x="120000" y="10911"/>
                    </a:lnTo>
                    <a:cubicBezTo>
                      <a:pt x="120000" y="4883"/>
                      <a:pt x="115116" y="0"/>
                      <a:pt x="109088" y="0"/>
                    </a:cubicBezTo>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grpSp>
      </p:grpSp>
      <p:pic>
        <p:nvPicPr>
          <p:cNvPr id="16" name="Picture 2">
            <a:extLst>
              <a:ext uri="{FF2B5EF4-FFF2-40B4-BE49-F238E27FC236}">
                <a16:creationId xmlns:a16="http://schemas.microsoft.com/office/drawing/2014/main" id="{8DE81188-DE84-4993-C49D-EC7DA098AE4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84568" y="653982"/>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82" name="Groupe 81">
            <a:extLst>
              <a:ext uri="{FF2B5EF4-FFF2-40B4-BE49-F238E27FC236}">
                <a16:creationId xmlns:a16="http://schemas.microsoft.com/office/drawing/2014/main" id="{E70F0B52-5F52-96BF-AEB5-7BB561F58AF7}"/>
              </a:ext>
            </a:extLst>
          </p:cNvPr>
          <p:cNvGrpSpPr>
            <a:grpSpLocks noChangeAspect="1"/>
          </p:cNvGrpSpPr>
          <p:nvPr/>
        </p:nvGrpSpPr>
        <p:grpSpPr>
          <a:xfrm>
            <a:off x="102722" y="3105000"/>
            <a:ext cx="648000" cy="648000"/>
            <a:chOff x="7838379" y="2027071"/>
            <a:chExt cx="748248" cy="748248"/>
          </a:xfrm>
        </p:grpSpPr>
        <p:sp>
          <p:nvSpPr>
            <p:cNvPr id="83" name="Oval 9">
              <a:extLst>
                <a:ext uri="{FF2B5EF4-FFF2-40B4-BE49-F238E27FC236}">
                  <a16:creationId xmlns:a16="http://schemas.microsoft.com/office/drawing/2014/main" id="{09E29480-55AA-1E9C-126F-CA7521CCEBF8}"/>
                </a:ext>
              </a:extLst>
            </p:cNvPr>
            <p:cNvSpPr/>
            <p:nvPr/>
          </p:nvSpPr>
          <p:spPr>
            <a:xfrm>
              <a:off x="7838379" y="2027071"/>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en-US" sz="2800" spc="300">
                <a:latin typeface="Arial" charset="0"/>
                <a:ea typeface="Arial" charset="0"/>
                <a:cs typeface="Arial" charset="0"/>
              </a:endParaRPr>
            </a:p>
          </p:txBody>
        </p:sp>
        <p:pic>
          <p:nvPicPr>
            <p:cNvPr id="84" name="Picture 4">
              <a:extLst>
                <a:ext uri="{FF2B5EF4-FFF2-40B4-BE49-F238E27FC236}">
                  <a16:creationId xmlns:a16="http://schemas.microsoft.com/office/drawing/2014/main" id="{F8A65C2C-4798-8D41-7566-F72A0D96507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49721" y="2151620"/>
              <a:ext cx="513183" cy="513183"/>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Box 4">
            <a:extLst>
              <a:ext uri="{FF2B5EF4-FFF2-40B4-BE49-F238E27FC236}">
                <a16:creationId xmlns:a16="http://schemas.microsoft.com/office/drawing/2014/main" id="{5410D7A1-EE28-F118-3AD3-0D94CEF620E9}"/>
              </a:ext>
            </a:extLst>
          </p:cNvPr>
          <p:cNvSpPr txBox="1"/>
          <p:nvPr/>
        </p:nvSpPr>
        <p:spPr>
          <a:xfrm>
            <a:off x="8733828" y="3255101"/>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 MOM</a:t>
            </a:r>
          </a:p>
        </p:txBody>
      </p:sp>
      <p:grpSp>
        <p:nvGrpSpPr>
          <p:cNvPr id="120" name="Groupe 119">
            <a:extLst>
              <a:ext uri="{FF2B5EF4-FFF2-40B4-BE49-F238E27FC236}">
                <a16:creationId xmlns:a16="http://schemas.microsoft.com/office/drawing/2014/main" id="{6BAF0D9F-49EF-B83D-20A5-5420AB51BAB1}"/>
              </a:ext>
            </a:extLst>
          </p:cNvPr>
          <p:cNvGrpSpPr/>
          <p:nvPr/>
        </p:nvGrpSpPr>
        <p:grpSpPr>
          <a:xfrm>
            <a:off x="7877160" y="3088067"/>
            <a:ext cx="648000" cy="648000"/>
            <a:chOff x="7877160" y="3088067"/>
            <a:chExt cx="648000" cy="648000"/>
          </a:xfrm>
        </p:grpSpPr>
        <p:sp>
          <p:nvSpPr>
            <p:cNvPr id="121" name="Oval 9">
              <a:extLst>
                <a:ext uri="{FF2B5EF4-FFF2-40B4-BE49-F238E27FC236}">
                  <a16:creationId xmlns:a16="http://schemas.microsoft.com/office/drawing/2014/main" id="{36A47739-F032-765A-14D0-7B1FE84C2A7B}"/>
                </a:ext>
              </a:extLst>
            </p:cNvPr>
            <p:cNvSpPr/>
            <p:nvPr/>
          </p:nvSpPr>
          <p:spPr>
            <a:xfrm>
              <a:off x="7877160" y="3088067"/>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22" name="Picture 2" descr="middleware Vector Icons free download in SVG, PNG Format">
              <a:extLst>
                <a:ext uri="{FF2B5EF4-FFF2-40B4-BE49-F238E27FC236}">
                  <a16:creationId xmlns:a16="http://schemas.microsoft.com/office/drawing/2014/main" id="{3E8D65DF-5950-71DB-EA50-F83489F5D1D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03266" y="3214173"/>
              <a:ext cx="440945" cy="44094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7560270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Rectangle 237">
            <a:extLst>
              <a:ext uri="{FF2B5EF4-FFF2-40B4-BE49-F238E27FC236}">
                <a16:creationId xmlns:a16="http://schemas.microsoft.com/office/drawing/2014/main" id="{A1218DBB-3E7F-1EC7-D5EB-3A8927217B5B}"/>
              </a:ext>
            </a:extLst>
          </p:cNvPr>
          <p:cNvSpPr/>
          <p:nvPr/>
        </p:nvSpPr>
        <p:spPr>
          <a:xfrm>
            <a:off x="7251074" y="1227004"/>
            <a:ext cx="4602995" cy="563099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2BB4AC29-310D-106C-CF00-E29C8FB4DFA3}"/>
              </a:ext>
            </a:extLst>
          </p:cNvPr>
          <p:cNvSpPr/>
          <p:nvPr/>
        </p:nvSpPr>
        <p:spPr>
          <a:xfrm>
            <a:off x="337931" y="1227004"/>
            <a:ext cx="4602995" cy="5630996"/>
          </a:xfrm>
          <a:prstGeom prst="rect">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Espace réservé du texte 3">
            <a:extLst>
              <a:ext uri="{FF2B5EF4-FFF2-40B4-BE49-F238E27FC236}">
                <a16:creationId xmlns:a16="http://schemas.microsoft.com/office/drawing/2014/main" id="{B640C09A-F642-D6E7-F407-46D27200A079}"/>
              </a:ext>
            </a:extLst>
          </p:cNvPr>
          <p:cNvSpPr>
            <a:spLocks noGrp="1"/>
          </p:cNvSpPr>
          <p:nvPr>
            <p:ph type="body" sz="quarter" idx="35"/>
          </p:nvPr>
        </p:nvSpPr>
        <p:spPr/>
        <p:txBody>
          <a:bodyPr/>
          <a:lstStyle/>
          <a:p>
            <a:r>
              <a:rPr lang="fr-FR"/>
              <a:t>Rappels</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Médiation &amp; Urbanisation</a:t>
            </a:r>
          </a:p>
        </p:txBody>
      </p:sp>
      <p:grpSp>
        <p:nvGrpSpPr>
          <p:cNvPr id="5" name="Groupe 4">
            <a:extLst>
              <a:ext uri="{FF2B5EF4-FFF2-40B4-BE49-F238E27FC236}">
                <a16:creationId xmlns:a16="http://schemas.microsoft.com/office/drawing/2014/main" id="{E2312404-2413-1620-0443-6DE9246406AA}"/>
              </a:ext>
            </a:extLst>
          </p:cNvPr>
          <p:cNvGrpSpPr/>
          <p:nvPr/>
        </p:nvGrpSpPr>
        <p:grpSpPr>
          <a:xfrm>
            <a:off x="8045910" y="2310557"/>
            <a:ext cx="2963194" cy="1853290"/>
            <a:chOff x="7818529" y="1575710"/>
            <a:chExt cx="2963194" cy="1853290"/>
          </a:xfrm>
        </p:grpSpPr>
        <p:sp>
          <p:nvSpPr>
            <p:cNvPr id="21" name="Losange 20">
              <a:extLst>
                <a:ext uri="{FF2B5EF4-FFF2-40B4-BE49-F238E27FC236}">
                  <a16:creationId xmlns:a16="http://schemas.microsoft.com/office/drawing/2014/main" id="{6CF8459F-61C6-7A6B-3891-7B101A8FB538}"/>
                </a:ext>
              </a:extLst>
            </p:cNvPr>
            <p:cNvSpPr/>
            <p:nvPr/>
          </p:nvSpPr>
          <p:spPr>
            <a:xfrm>
              <a:off x="10514189" y="1575710"/>
              <a:ext cx="267534" cy="265363"/>
            </a:xfrm>
            <a:prstGeom prst="diamond">
              <a:avLst/>
            </a:prstGeom>
            <a:solidFill>
              <a:srgbClr val="FFC000"/>
            </a:solidFill>
            <a:ln w="9525">
              <a:solidFill>
                <a:schemeClr val="bg2"/>
              </a:solidFill>
              <a:miter lim="800000"/>
              <a:headEnd/>
              <a:tailEnd/>
            </a:ln>
            <a:effectLst/>
          </p:spPr>
          <p:txBody>
            <a:bodyPr wrap="none" anchor="ctr"/>
            <a:lstStyle/>
            <a:p>
              <a:endParaRPr lang="fr-FR">
                <a:solidFill>
                  <a:schemeClr val="tx1"/>
                </a:solidFill>
              </a:endParaRPr>
            </a:p>
          </p:txBody>
        </p:sp>
        <p:sp>
          <p:nvSpPr>
            <p:cNvPr id="22" name="Losange 21">
              <a:extLst>
                <a:ext uri="{FF2B5EF4-FFF2-40B4-BE49-F238E27FC236}">
                  <a16:creationId xmlns:a16="http://schemas.microsoft.com/office/drawing/2014/main" id="{FD665B71-D198-3CBE-3B2B-B008F6635091}"/>
                </a:ext>
              </a:extLst>
            </p:cNvPr>
            <p:cNvSpPr/>
            <p:nvPr/>
          </p:nvSpPr>
          <p:spPr>
            <a:xfrm>
              <a:off x="10514189" y="1899656"/>
              <a:ext cx="267534" cy="265363"/>
            </a:xfrm>
            <a:prstGeom prst="diamond">
              <a:avLst/>
            </a:prstGeom>
            <a:solidFill>
              <a:srgbClr val="FFC000"/>
            </a:solidFill>
            <a:ln w="9525">
              <a:solidFill>
                <a:schemeClr val="bg2"/>
              </a:solidFill>
              <a:miter lim="800000"/>
              <a:headEnd/>
              <a:tailEnd/>
            </a:ln>
            <a:effectLst/>
          </p:spPr>
          <p:txBody>
            <a:bodyPr wrap="none" anchor="ctr"/>
            <a:lstStyle/>
            <a:p>
              <a:endParaRPr lang="fr-FR">
                <a:solidFill>
                  <a:schemeClr val="tx1"/>
                </a:solidFill>
              </a:endParaRPr>
            </a:p>
          </p:txBody>
        </p:sp>
        <p:sp>
          <p:nvSpPr>
            <p:cNvPr id="23" name="Losange 22">
              <a:extLst>
                <a:ext uri="{FF2B5EF4-FFF2-40B4-BE49-F238E27FC236}">
                  <a16:creationId xmlns:a16="http://schemas.microsoft.com/office/drawing/2014/main" id="{FD3F8C43-3525-0062-8657-AE8E51DE5C50}"/>
                </a:ext>
              </a:extLst>
            </p:cNvPr>
            <p:cNvSpPr/>
            <p:nvPr/>
          </p:nvSpPr>
          <p:spPr>
            <a:xfrm>
              <a:off x="10514189" y="2203035"/>
              <a:ext cx="267534" cy="265363"/>
            </a:xfrm>
            <a:prstGeom prst="diamond">
              <a:avLst/>
            </a:prstGeom>
            <a:solidFill>
              <a:srgbClr val="FFC000"/>
            </a:solidFill>
            <a:ln w="9525">
              <a:solidFill>
                <a:schemeClr val="bg2"/>
              </a:solidFill>
              <a:miter lim="800000"/>
              <a:headEnd/>
              <a:tailEnd/>
            </a:ln>
            <a:effectLst/>
          </p:spPr>
          <p:txBody>
            <a:bodyPr wrap="none" anchor="ctr"/>
            <a:lstStyle/>
            <a:p>
              <a:endParaRPr lang="fr-FR">
                <a:solidFill>
                  <a:schemeClr val="tx1"/>
                </a:solidFill>
              </a:endParaRPr>
            </a:p>
          </p:txBody>
        </p:sp>
        <p:sp>
          <p:nvSpPr>
            <p:cNvPr id="24" name="Losange 23">
              <a:extLst>
                <a:ext uri="{FF2B5EF4-FFF2-40B4-BE49-F238E27FC236}">
                  <a16:creationId xmlns:a16="http://schemas.microsoft.com/office/drawing/2014/main" id="{896FEAA5-1AE9-DA13-FBD5-583ACD9E4EC4}"/>
                </a:ext>
              </a:extLst>
            </p:cNvPr>
            <p:cNvSpPr/>
            <p:nvPr/>
          </p:nvSpPr>
          <p:spPr>
            <a:xfrm>
              <a:off x="10514189" y="2504332"/>
              <a:ext cx="267534" cy="265363"/>
            </a:xfrm>
            <a:prstGeom prst="diamond">
              <a:avLst/>
            </a:prstGeom>
            <a:solidFill>
              <a:srgbClr val="FFC000"/>
            </a:solidFill>
            <a:ln w="9525">
              <a:solidFill>
                <a:schemeClr val="bg2"/>
              </a:solidFill>
              <a:miter lim="800000"/>
              <a:headEnd/>
              <a:tailEnd/>
            </a:ln>
            <a:effectLst/>
          </p:spPr>
          <p:txBody>
            <a:bodyPr wrap="none" anchor="ctr"/>
            <a:lstStyle/>
            <a:p>
              <a:endParaRPr lang="fr-FR">
                <a:solidFill>
                  <a:schemeClr val="tx1"/>
                </a:solidFill>
              </a:endParaRPr>
            </a:p>
          </p:txBody>
        </p:sp>
        <p:sp>
          <p:nvSpPr>
            <p:cNvPr id="25" name="Losange 24">
              <a:extLst>
                <a:ext uri="{FF2B5EF4-FFF2-40B4-BE49-F238E27FC236}">
                  <a16:creationId xmlns:a16="http://schemas.microsoft.com/office/drawing/2014/main" id="{40DD7C0E-9BFC-505D-900F-1C3EAB106491}"/>
                </a:ext>
              </a:extLst>
            </p:cNvPr>
            <p:cNvSpPr/>
            <p:nvPr/>
          </p:nvSpPr>
          <p:spPr>
            <a:xfrm>
              <a:off x="10514189" y="2828597"/>
              <a:ext cx="267534" cy="265363"/>
            </a:xfrm>
            <a:prstGeom prst="diamond">
              <a:avLst/>
            </a:prstGeom>
            <a:solidFill>
              <a:srgbClr val="FFC000"/>
            </a:solidFill>
            <a:ln w="9525">
              <a:solidFill>
                <a:schemeClr val="bg2"/>
              </a:solidFill>
              <a:miter lim="800000"/>
              <a:headEnd/>
              <a:tailEnd/>
            </a:ln>
            <a:effectLst/>
          </p:spPr>
          <p:txBody>
            <a:bodyPr wrap="none" anchor="ctr"/>
            <a:lstStyle/>
            <a:p>
              <a:endParaRPr lang="fr-FR">
                <a:solidFill>
                  <a:schemeClr val="tx1"/>
                </a:solidFill>
              </a:endParaRPr>
            </a:p>
          </p:txBody>
        </p:sp>
        <p:sp>
          <p:nvSpPr>
            <p:cNvPr id="26" name="Losange 25">
              <a:extLst>
                <a:ext uri="{FF2B5EF4-FFF2-40B4-BE49-F238E27FC236}">
                  <a16:creationId xmlns:a16="http://schemas.microsoft.com/office/drawing/2014/main" id="{8A0CC7FE-DDE8-CA22-99EC-9A832C7EEF16}"/>
                </a:ext>
              </a:extLst>
            </p:cNvPr>
            <p:cNvSpPr/>
            <p:nvPr/>
          </p:nvSpPr>
          <p:spPr>
            <a:xfrm>
              <a:off x="10514189" y="3134409"/>
              <a:ext cx="267534" cy="265363"/>
            </a:xfrm>
            <a:prstGeom prst="diamond">
              <a:avLst/>
            </a:prstGeom>
            <a:solidFill>
              <a:srgbClr val="FFC000"/>
            </a:solidFill>
            <a:ln w="9525">
              <a:solidFill>
                <a:schemeClr val="bg2"/>
              </a:solidFill>
              <a:miter lim="800000"/>
              <a:headEnd/>
              <a:tailEnd/>
            </a:ln>
            <a:effectLst/>
          </p:spPr>
          <p:txBody>
            <a:bodyPr wrap="none" anchor="ctr"/>
            <a:lstStyle/>
            <a:p>
              <a:endParaRPr lang="fr-FR">
                <a:solidFill>
                  <a:schemeClr val="tx1"/>
                </a:solidFill>
              </a:endParaRPr>
            </a:p>
          </p:txBody>
        </p:sp>
        <p:cxnSp>
          <p:nvCxnSpPr>
            <p:cNvPr id="27" name="AutoShape 53">
              <a:extLst>
                <a:ext uri="{FF2B5EF4-FFF2-40B4-BE49-F238E27FC236}">
                  <a16:creationId xmlns:a16="http://schemas.microsoft.com/office/drawing/2014/main" id="{DA7E6E5E-9102-77F5-55AA-FD1E0C413AA2}"/>
                </a:ext>
              </a:extLst>
            </p:cNvPr>
            <p:cNvCxnSpPr>
              <a:cxnSpLocks noChangeShapeType="1"/>
              <a:stCxn id="21" idx="1"/>
            </p:cNvCxnSpPr>
            <p:nvPr/>
          </p:nvCxnSpPr>
          <p:spPr bwMode="auto">
            <a:xfrm rot="10800000" flipV="1">
              <a:off x="10415767" y="1708392"/>
              <a:ext cx="98423" cy="501356"/>
            </a:xfrm>
            <a:prstGeom prst="bentConnector2">
              <a:avLst/>
            </a:prstGeom>
            <a:noFill/>
            <a:ln w="9525">
              <a:solidFill>
                <a:schemeClr val="bg2">
                  <a:lumMod val="50000"/>
                </a:schemeClr>
              </a:solidFill>
              <a:miter lim="800000"/>
              <a:headEnd type="none" w="med" len="med"/>
              <a:tailEnd type="none" w="med" len="med"/>
            </a:ln>
            <a:effectLst/>
          </p:spPr>
        </p:cxnSp>
        <p:cxnSp>
          <p:nvCxnSpPr>
            <p:cNvPr id="28" name="AutoShape 53">
              <a:extLst>
                <a:ext uri="{FF2B5EF4-FFF2-40B4-BE49-F238E27FC236}">
                  <a16:creationId xmlns:a16="http://schemas.microsoft.com/office/drawing/2014/main" id="{19BA4F6B-C967-E8A7-3CAE-A53159D494DD}"/>
                </a:ext>
              </a:extLst>
            </p:cNvPr>
            <p:cNvCxnSpPr>
              <a:cxnSpLocks noChangeShapeType="1"/>
              <a:stCxn id="22" idx="1"/>
            </p:cNvCxnSpPr>
            <p:nvPr/>
          </p:nvCxnSpPr>
          <p:spPr bwMode="auto">
            <a:xfrm rot="10800000" flipV="1">
              <a:off x="10415457" y="2032338"/>
              <a:ext cx="98732" cy="164418"/>
            </a:xfrm>
            <a:prstGeom prst="bentConnector2">
              <a:avLst/>
            </a:prstGeom>
            <a:noFill/>
            <a:ln w="9525">
              <a:solidFill>
                <a:schemeClr val="bg2">
                  <a:lumMod val="50000"/>
                </a:schemeClr>
              </a:solidFill>
              <a:miter lim="800000"/>
              <a:headEnd type="none" w="med" len="med"/>
              <a:tailEnd type="none" w="med" len="med"/>
            </a:ln>
            <a:effectLst/>
          </p:spPr>
        </p:cxnSp>
        <p:cxnSp>
          <p:nvCxnSpPr>
            <p:cNvPr id="29" name="AutoShape 53">
              <a:extLst>
                <a:ext uri="{FF2B5EF4-FFF2-40B4-BE49-F238E27FC236}">
                  <a16:creationId xmlns:a16="http://schemas.microsoft.com/office/drawing/2014/main" id="{119EF7E0-5124-B5B1-F70E-E8696C77C677}"/>
                </a:ext>
              </a:extLst>
            </p:cNvPr>
            <p:cNvCxnSpPr>
              <a:cxnSpLocks noChangeShapeType="1"/>
              <a:stCxn id="23" idx="1"/>
            </p:cNvCxnSpPr>
            <p:nvPr/>
          </p:nvCxnSpPr>
          <p:spPr bwMode="auto">
            <a:xfrm rot="10800000">
              <a:off x="10415767" y="2088337"/>
              <a:ext cx="98422" cy="247381"/>
            </a:xfrm>
            <a:prstGeom prst="bentConnector2">
              <a:avLst/>
            </a:prstGeom>
            <a:noFill/>
            <a:ln w="9525">
              <a:solidFill>
                <a:schemeClr val="bg2">
                  <a:lumMod val="50000"/>
                </a:schemeClr>
              </a:solidFill>
              <a:miter lim="800000"/>
              <a:headEnd type="none" w="med" len="med"/>
              <a:tailEnd type="none" w="med" len="med"/>
            </a:ln>
            <a:effectLst/>
          </p:spPr>
        </p:cxnSp>
        <p:cxnSp>
          <p:nvCxnSpPr>
            <p:cNvPr id="30" name="AutoShape 53">
              <a:extLst>
                <a:ext uri="{FF2B5EF4-FFF2-40B4-BE49-F238E27FC236}">
                  <a16:creationId xmlns:a16="http://schemas.microsoft.com/office/drawing/2014/main" id="{8484A1AA-9C88-A8DD-D9D2-5BA47783BDDE}"/>
                </a:ext>
              </a:extLst>
            </p:cNvPr>
            <p:cNvCxnSpPr>
              <a:cxnSpLocks noChangeShapeType="1"/>
              <a:stCxn id="24" idx="1"/>
            </p:cNvCxnSpPr>
            <p:nvPr/>
          </p:nvCxnSpPr>
          <p:spPr bwMode="auto">
            <a:xfrm rot="10800000">
              <a:off x="10415767" y="2142982"/>
              <a:ext cx="98422" cy="494033"/>
            </a:xfrm>
            <a:prstGeom prst="bentConnector2">
              <a:avLst/>
            </a:prstGeom>
            <a:noFill/>
            <a:ln w="9525">
              <a:solidFill>
                <a:schemeClr val="bg2">
                  <a:lumMod val="50000"/>
                </a:schemeClr>
              </a:solidFill>
              <a:miter lim="800000"/>
              <a:headEnd type="none" w="med" len="med"/>
              <a:tailEnd type="none" w="med" len="med"/>
            </a:ln>
            <a:effectLst/>
          </p:spPr>
        </p:cxnSp>
        <p:cxnSp>
          <p:nvCxnSpPr>
            <p:cNvPr id="47" name="AutoShape 53">
              <a:extLst>
                <a:ext uri="{FF2B5EF4-FFF2-40B4-BE49-F238E27FC236}">
                  <a16:creationId xmlns:a16="http://schemas.microsoft.com/office/drawing/2014/main" id="{286706BE-0C3E-67AE-A376-B61340B6BB7C}"/>
                </a:ext>
              </a:extLst>
            </p:cNvPr>
            <p:cNvCxnSpPr>
              <a:cxnSpLocks noChangeShapeType="1"/>
            </p:cNvCxnSpPr>
            <p:nvPr/>
          </p:nvCxnSpPr>
          <p:spPr bwMode="auto">
            <a:xfrm rot="10800000">
              <a:off x="10415767" y="2260549"/>
              <a:ext cx="98422" cy="751531"/>
            </a:xfrm>
            <a:prstGeom prst="bentConnector2">
              <a:avLst/>
            </a:prstGeom>
            <a:noFill/>
            <a:ln w="9525">
              <a:solidFill>
                <a:schemeClr val="bg2">
                  <a:lumMod val="50000"/>
                </a:schemeClr>
              </a:solidFill>
              <a:miter lim="800000"/>
              <a:headEnd type="none" w="med" len="med"/>
              <a:tailEnd type="none" w="med" len="med"/>
            </a:ln>
            <a:effectLst/>
          </p:spPr>
        </p:cxnSp>
        <p:cxnSp>
          <p:nvCxnSpPr>
            <p:cNvPr id="48" name="AutoShape 53">
              <a:extLst>
                <a:ext uri="{FF2B5EF4-FFF2-40B4-BE49-F238E27FC236}">
                  <a16:creationId xmlns:a16="http://schemas.microsoft.com/office/drawing/2014/main" id="{EF86B0F2-0FEE-2B25-927C-6FE74E6D93A4}"/>
                </a:ext>
              </a:extLst>
            </p:cNvPr>
            <p:cNvCxnSpPr>
              <a:cxnSpLocks noChangeShapeType="1"/>
            </p:cNvCxnSpPr>
            <p:nvPr/>
          </p:nvCxnSpPr>
          <p:spPr bwMode="auto">
            <a:xfrm rot="10800000">
              <a:off x="10415457" y="2278547"/>
              <a:ext cx="98732" cy="1039345"/>
            </a:xfrm>
            <a:prstGeom prst="bentConnector2">
              <a:avLst/>
            </a:prstGeom>
            <a:noFill/>
            <a:ln w="9525">
              <a:solidFill>
                <a:schemeClr val="bg2">
                  <a:lumMod val="50000"/>
                </a:schemeClr>
              </a:solidFill>
              <a:miter lim="800000"/>
              <a:headEnd type="none" w="med" len="med"/>
              <a:tailEnd type="none" w="med" len="med"/>
            </a:ln>
            <a:effectLst/>
          </p:spPr>
        </p:cxnSp>
        <p:cxnSp>
          <p:nvCxnSpPr>
            <p:cNvPr id="49" name="AutoShape 50">
              <a:extLst>
                <a:ext uri="{FF2B5EF4-FFF2-40B4-BE49-F238E27FC236}">
                  <a16:creationId xmlns:a16="http://schemas.microsoft.com/office/drawing/2014/main" id="{3BCF533C-24BE-B85A-8488-9244A6C91C3E}"/>
                </a:ext>
              </a:extLst>
            </p:cNvPr>
            <p:cNvCxnSpPr>
              <a:cxnSpLocks noChangeShapeType="1"/>
              <a:stCxn id="57" idx="2"/>
              <a:endCxn id="62" idx="0"/>
            </p:cNvCxnSpPr>
            <p:nvPr/>
          </p:nvCxnSpPr>
          <p:spPr bwMode="auto">
            <a:xfrm rot="16200000" flipH="1">
              <a:off x="8189827" y="2262052"/>
              <a:ext cx="85863" cy="535069"/>
            </a:xfrm>
            <a:prstGeom prst="bentConnector3">
              <a:avLst>
                <a:gd name="adj1" fmla="val 50000"/>
              </a:avLst>
            </a:prstGeom>
            <a:noFill/>
            <a:ln w="9525">
              <a:solidFill>
                <a:schemeClr val="bg2">
                  <a:lumMod val="50000"/>
                </a:schemeClr>
              </a:solidFill>
              <a:miter lim="800000"/>
              <a:headEnd type="none" w="med" len="med"/>
              <a:tailEnd type="none" w="med" len="med"/>
            </a:ln>
            <a:effectLst/>
          </p:spPr>
        </p:cxnSp>
        <p:cxnSp>
          <p:nvCxnSpPr>
            <p:cNvPr id="50" name="AutoShape 52">
              <a:extLst>
                <a:ext uri="{FF2B5EF4-FFF2-40B4-BE49-F238E27FC236}">
                  <a16:creationId xmlns:a16="http://schemas.microsoft.com/office/drawing/2014/main" id="{297A1277-328F-A8AB-3CDC-4538AB0E46E4}"/>
                </a:ext>
              </a:extLst>
            </p:cNvPr>
            <p:cNvCxnSpPr>
              <a:cxnSpLocks noChangeShapeType="1"/>
              <a:stCxn id="62" idx="0"/>
              <a:endCxn id="66" idx="2"/>
            </p:cNvCxnSpPr>
            <p:nvPr/>
          </p:nvCxnSpPr>
          <p:spPr bwMode="auto">
            <a:xfrm rot="16200000">
              <a:off x="8724896" y="2262094"/>
              <a:ext cx="85863" cy="534449"/>
            </a:xfrm>
            <a:prstGeom prst="bentConnector3">
              <a:avLst>
                <a:gd name="adj1" fmla="val 50000"/>
              </a:avLst>
            </a:prstGeom>
            <a:noFill/>
            <a:ln w="9525">
              <a:solidFill>
                <a:schemeClr val="bg2">
                  <a:lumMod val="50000"/>
                </a:schemeClr>
              </a:solidFill>
              <a:miter lim="800000"/>
              <a:headEnd type="none" w="med" len="med"/>
              <a:tailEnd type="none" w="med" len="med"/>
            </a:ln>
            <a:effectLst/>
          </p:spPr>
        </p:cxnSp>
        <p:cxnSp>
          <p:nvCxnSpPr>
            <p:cNvPr id="51" name="AutoShape 48">
              <a:extLst>
                <a:ext uri="{FF2B5EF4-FFF2-40B4-BE49-F238E27FC236}">
                  <a16:creationId xmlns:a16="http://schemas.microsoft.com/office/drawing/2014/main" id="{2E9CF6E0-1951-3BE1-D0F2-EC77E3452FED}"/>
                </a:ext>
              </a:extLst>
            </p:cNvPr>
            <p:cNvCxnSpPr>
              <a:cxnSpLocks noChangeShapeType="1"/>
              <a:stCxn id="88" idx="0"/>
              <a:endCxn id="87" idx="3"/>
            </p:cNvCxnSpPr>
            <p:nvPr/>
          </p:nvCxnSpPr>
          <p:spPr bwMode="auto">
            <a:xfrm rot="5400000" flipH="1" flipV="1">
              <a:off x="8167677" y="1605381"/>
              <a:ext cx="127449" cy="538403"/>
            </a:xfrm>
            <a:prstGeom prst="bentConnector3">
              <a:avLst>
                <a:gd name="adj1" fmla="val 50000"/>
              </a:avLst>
            </a:prstGeom>
            <a:noFill/>
            <a:ln w="9525">
              <a:solidFill>
                <a:schemeClr val="bg2">
                  <a:lumMod val="50000"/>
                </a:schemeClr>
              </a:solidFill>
              <a:miter lim="800000"/>
              <a:headEnd type="none" w="med" len="med"/>
              <a:tailEnd type="none" w="med" len="med"/>
            </a:ln>
            <a:effectLst/>
          </p:spPr>
        </p:cxnSp>
        <p:cxnSp>
          <p:nvCxnSpPr>
            <p:cNvPr id="52" name="AutoShape 54">
              <a:extLst>
                <a:ext uri="{FF2B5EF4-FFF2-40B4-BE49-F238E27FC236}">
                  <a16:creationId xmlns:a16="http://schemas.microsoft.com/office/drawing/2014/main" id="{760E4CD8-E18E-9F64-D6A2-B01DBA5C8DC4}"/>
                </a:ext>
              </a:extLst>
            </p:cNvPr>
            <p:cNvCxnSpPr>
              <a:cxnSpLocks noChangeShapeType="1"/>
              <a:stCxn id="65" idx="0"/>
              <a:endCxn id="56" idx="2"/>
            </p:cNvCxnSpPr>
            <p:nvPr/>
          </p:nvCxnSpPr>
          <p:spPr bwMode="auto">
            <a:xfrm rot="16200000">
              <a:off x="9516148" y="1359669"/>
              <a:ext cx="107329" cy="1070138"/>
            </a:xfrm>
            <a:prstGeom prst="bentConnector3">
              <a:avLst>
                <a:gd name="adj1" fmla="val 50000"/>
              </a:avLst>
            </a:prstGeom>
            <a:noFill/>
            <a:ln w="9525">
              <a:solidFill>
                <a:schemeClr val="bg2">
                  <a:lumMod val="50000"/>
                </a:schemeClr>
              </a:solidFill>
              <a:miter lim="800000"/>
              <a:headEnd type="none" w="med" len="med"/>
              <a:tailEnd type="none" w="med" len="med"/>
            </a:ln>
            <a:effectLst/>
          </p:spPr>
        </p:cxnSp>
        <p:cxnSp>
          <p:nvCxnSpPr>
            <p:cNvPr id="53" name="AutoShape 55">
              <a:extLst>
                <a:ext uri="{FF2B5EF4-FFF2-40B4-BE49-F238E27FC236}">
                  <a16:creationId xmlns:a16="http://schemas.microsoft.com/office/drawing/2014/main" id="{50728E1D-4625-65A4-831A-6C97AD9007E5}"/>
                </a:ext>
              </a:extLst>
            </p:cNvPr>
            <p:cNvCxnSpPr>
              <a:cxnSpLocks noChangeShapeType="1"/>
              <a:stCxn id="68" idx="0"/>
              <a:endCxn id="55" idx="2"/>
            </p:cNvCxnSpPr>
            <p:nvPr/>
          </p:nvCxnSpPr>
          <p:spPr bwMode="auto">
            <a:xfrm rot="16200000">
              <a:off x="9516767" y="1894738"/>
              <a:ext cx="107329" cy="0"/>
            </a:xfrm>
            <a:prstGeom prst="straightConnector1">
              <a:avLst/>
            </a:prstGeom>
            <a:noFill/>
            <a:ln w="9525">
              <a:solidFill>
                <a:schemeClr val="bg2">
                  <a:lumMod val="50000"/>
                </a:schemeClr>
              </a:solidFill>
              <a:round/>
              <a:headEnd type="none" w="med" len="med"/>
              <a:tailEnd type="none" w="med" len="med"/>
            </a:ln>
            <a:effectLst/>
          </p:spPr>
        </p:cxnSp>
        <p:sp>
          <p:nvSpPr>
            <p:cNvPr id="54" name="Rectangle 7">
              <a:extLst>
                <a:ext uri="{FF2B5EF4-FFF2-40B4-BE49-F238E27FC236}">
                  <a16:creationId xmlns:a16="http://schemas.microsoft.com/office/drawing/2014/main" id="{2C1D9F99-FD70-4462-1659-A2C4EDB4174A}"/>
                </a:ext>
              </a:extLst>
            </p:cNvPr>
            <p:cNvSpPr>
              <a:spLocks noChangeArrowheads="1"/>
            </p:cNvSpPr>
            <p:nvPr/>
          </p:nvSpPr>
          <p:spPr bwMode="auto">
            <a:xfrm>
              <a:off x="8900964" y="1625835"/>
              <a:ext cx="267536" cy="215238"/>
            </a:xfrm>
            <a:prstGeom prst="rect">
              <a:avLst/>
            </a:prstGeom>
            <a:solidFill>
              <a:srgbClr val="FF0000"/>
            </a:solidFill>
            <a:ln w="9525">
              <a:solidFill>
                <a:schemeClr val="bg2"/>
              </a:solidFill>
              <a:miter lim="800000"/>
              <a:headEnd/>
              <a:tailEnd/>
            </a:ln>
            <a:effectLst/>
          </p:spPr>
          <p:txBody>
            <a:bodyPr wrap="none" anchor="ctr"/>
            <a:lstStyle/>
            <a:p>
              <a:endParaRPr lang="fr-FR"/>
            </a:p>
          </p:txBody>
        </p:sp>
        <p:sp>
          <p:nvSpPr>
            <p:cNvPr id="55" name="Rectangle 8">
              <a:extLst>
                <a:ext uri="{FF2B5EF4-FFF2-40B4-BE49-F238E27FC236}">
                  <a16:creationId xmlns:a16="http://schemas.microsoft.com/office/drawing/2014/main" id="{4E44441A-FC72-83BC-8B94-B8D6759FA40E}"/>
                </a:ext>
              </a:extLst>
            </p:cNvPr>
            <p:cNvSpPr>
              <a:spLocks noChangeArrowheads="1"/>
            </p:cNvSpPr>
            <p:nvPr/>
          </p:nvSpPr>
          <p:spPr bwMode="auto">
            <a:xfrm>
              <a:off x="9436674" y="1625835"/>
              <a:ext cx="267536" cy="215238"/>
            </a:xfrm>
            <a:prstGeom prst="rect">
              <a:avLst/>
            </a:prstGeom>
            <a:solidFill>
              <a:srgbClr val="FF0000"/>
            </a:solidFill>
            <a:ln w="9525">
              <a:solidFill>
                <a:schemeClr val="bg2"/>
              </a:solidFill>
              <a:miter lim="800000"/>
              <a:headEnd/>
              <a:tailEnd/>
            </a:ln>
            <a:effectLst/>
          </p:spPr>
          <p:txBody>
            <a:bodyPr wrap="none" anchor="ctr"/>
            <a:lstStyle/>
            <a:p>
              <a:endParaRPr lang="fr-FR"/>
            </a:p>
          </p:txBody>
        </p:sp>
        <p:sp>
          <p:nvSpPr>
            <p:cNvPr id="56" name="Rectangle 9">
              <a:extLst>
                <a:ext uri="{FF2B5EF4-FFF2-40B4-BE49-F238E27FC236}">
                  <a16:creationId xmlns:a16="http://schemas.microsoft.com/office/drawing/2014/main" id="{B271B61E-03EA-E2DE-B223-32ADC888BD9C}"/>
                </a:ext>
              </a:extLst>
            </p:cNvPr>
            <p:cNvSpPr>
              <a:spLocks noChangeArrowheads="1"/>
            </p:cNvSpPr>
            <p:nvPr/>
          </p:nvSpPr>
          <p:spPr bwMode="auto">
            <a:xfrm>
              <a:off x="9971109" y="1625835"/>
              <a:ext cx="267536" cy="215238"/>
            </a:xfrm>
            <a:prstGeom prst="rect">
              <a:avLst/>
            </a:prstGeom>
            <a:solidFill>
              <a:srgbClr val="FF0000"/>
            </a:solidFill>
            <a:ln w="9525">
              <a:solidFill>
                <a:schemeClr val="bg2"/>
              </a:solidFill>
              <a:miter lim="800000"/>
              <a:headEnd/>
              <a:tailEnd/>
            </a:ln>
            <a:effectLst/>
          </p:spPr>
          <p:txBody>
            <a:bodyPr wrap="none" anchor="ctr"/>
            <a:lstStyle/>
            <a:p>
              <a:endParaRPr lang="fr-FR"/>
            </a:p>
          </p:txBody>
        </p:sp>
        <p:sp>
          <p:nvSpPr>
            <p:cNvPr id="57" name="Rectangle 13">
              <a:extLst>
                <a:ext uri="{FF2B5EF4-FFF2-40B4-BE49-F238E27FC236}">
                  <a16:creationId xmlns:a16="http://schemas.microsoft.com/office/drawing/2014/main" id="{78E3FF43-9B36-0DE5-8C18-8BDEF19C6317}"/>
                </a:ext>
              </a:extLst>
            </p:cNvPr>
            <p:cNvSpPr>
              <a:spLocks noChangeArrowheads="1"/>
            </p:cNvSpPr>
            <p:nvPr/>
          </p:nvSpPr>
          <p:spPr bwMode="auto">
            <a:xfrm>
              <a:off x="7831457" y="2271998"/>
              <a:ext cx="267535" cy="214657"/>
            </a:xfrm>
            <a:prstGeom prst="rect">
              <a:avLst/>
            </a:prstGeom>
            <a:solidFill>
              <a:srgbClr val="FFC000"/>
            </a:solidFill>
            <a:ln w="9525">
              <a:solidFill>
                <a:schemeClr val="bg2"/>
              </a:solidFill>
              <a:miter lim="800000"/>
              <a:headEnd/>
              <a:tailEnd/>
            </a:ln>
            <a:effectLst/>
          </p:spPr>
          <p:txBody>
            <a:bodyPr wrap="none" anchor="ctr"/>
            <a:lstStyle/>
            <a:p>
              <a:endParaRPr lang="fr-FR"/>
            </a:p>
          </p:txBody>
        </p:sp>
        <p:sp>
          <p:nvSpPr>
            <p:cNvPr id="58" name="Rectangle 14">
              <a:extLst>
                <a:ext uri="{FF2B5EF4-FFF2-40B4-BE49-F238E27FC236}">
                  <a16:creationId xmlns:a16="http://schemas.microsoft.com/office/drawing/2014/main" id="{DD980C7E-F801-41F4-696B-2E9BC9B198B1}"/>
                </a:ext>
              </a:extLst>
            </p:cNvPr>
            <p:cNvSpPr>
              <a:spLocks noChangeArrowheads="1"/>
            </p:cNvSpPr>
            <p:nvPr/>
          </p:nvSpPr>
          <p:spPr bwMode="auto">
            <a:xfrm>
              <a:off x="7831457" y="2572519"/>
              <a:ext cx="267535" cy="215194"/>
            </a:xfrm>
            <a:prstGeom prst="rect">
              <a:avLst/>
            </a:prstGeom>
            <a:solidFill>
              <a:srgbClr val="FFC000"/>
            </a:solidFill>
            <a:ln w="9525">
              <a:solidFill>
                <a:schemeClr val="bg2"/>
              </a:solidFill>
              <a:miter lim="800000"/>
              <a:headEnd/>
              <a:tailEnd/>
            </a:ln>
            <a:effectLst/>
          </p:spPr>
          <p:txBody>
            <a:bodyPr wrap="none" anchor="ctr"/>
            <a:lstStyle/>
            <a:p>
              <a:endParaRPr lang="fr-FR"/>
            </a:p>
          </p:txBody>
        </p:sp>
        <p:sp>
          <p:nvSpPr>
            <p:cNvPr id="59" name="Rectangle 15">
              <a:extLst>
                <a:ext uri="{FF2B5EF4-FFF2-40B4-BE49-F238E27FC236}">
                  <a16:creationId xmlns:a16="http://schemas.microsoft.com/office/drawing/2014/main" id="{6A5D4B4C-5969-D8AB-A071-39D762A9B7D5}"/>
                </a:ext>
              </a:extLst>
            </p:cNvPr>
            <p:cNvSpPr>
              <a:spLocks noChangeArrowheads="1"/>
            </p:cNvSpPr>
            <p:nvPr/>
          </p:nvSpPr>
          <p:spPr bwMode="auto">
            <a:xfrm flipV="1">
              <a:off x="7831457" y="2912212"/>
              <a:ext cx="267535" cy="215194"/>
            </a:xfrm>
            <a:prstGeom prst="triangle">
              <a:avLst/>
            </a:prstGeom>
            <a:solidFill>
              <a:srgbClr val="FFFF00"/>
            </a:solidFill>
            <a:ln w="9525">
              <a:solidFill>
                <a:schemeClr val="bg2"/>
              </a:solidFill>
              <a:miter lim="800000"/>
              <a:headEnd/>
              <a:tailEnd/>
            </a:ln>
            <a:effectLst/>
          </p:spPr>
          <p:txBody>
            <a:bodyPr wrap="none" anchor="ctr"/>
            <a:lstStyle/>
            <a:p>
              <a:endParaRPr lang="fr-FR"/>
            </a:p>
          </p:txBody>
        </p:sp>
        <p:sp>
          <p:nvSpPr>
            <p:cNvPr id="60" name="Rectangle 16">
              <a:extLst>
                <a:ext uri="{FF2B5EF4-FFF2-40B4-BE49-F238E27FC236}">
                  <a16:creationId xmlns:a16="http://schemas.microsoft.com/office/drawing/2014/main" id="{C9225A2B-FA62-A8D9-A36C-DB1FB4C6FD77}"/>
                </a:ext>
              </a:extLst>
            </p:cNvPr>
            <p:cNvSpPr>
              <a:spLocks noChangeArrowheads="1"/>
            </p:cNvSpPr>
            <p:nvPr/>
          </p:nvSpPr>
          <p:spPr bwMode="auto">
            <a:xfrm flipV="1">
              <a:off x="7831457" y="3213806"/>
              <a:ext cx="267535" cy="215194"/>
            </a:xfrm>
            <a:prstGeom prst="triangle">
              <a:avLst/>
            </a:prstGeom>
            <a:solidFill>
              <a:srgbClr val="FFFF00"/>
            </a:solidFill>
            <a:ln w="9525">
              <a:solidFill>
                <a:schemeClr val="bg2"/>
              </a:solidFill>
              <a:miter lim="800000"/>
              <a:headEnd/>
              <a:tailEnd/>
            </a:ln>
            <a:effectLst/>
          </p:spPr>
          <p:txBody>
            <a:bodyPr wrap="none" anchor="ctr"/>
            <a:lstStyle/>
            <a:p>
              <a:endParaRPr lang="fr-FR"/>
            </a:p>
          </p:txBody>
        </p:sp>
        <p:sp>
          <p:nvSpPr>
            <p:cNvPr id="61" name="Rectangle 18">
              <a:extLst>
                <a:ext uri="{FF2B5EF4-FFF2-40B4-BE49-F238E27FC236}">
                  <a16:creationId xmlns:a16="http://schemas.microsoft.com/office/drawing/2014/main" id="{56A083BB-8E66-AAD6-0843-D3ED8475C53D}"/>
                </a:ext>
              </a:extLst>
            </p:cNvPr>
            <p:cNvSpPr>
              <a:spLocks noChangeArrowheads="1"/>
            </p:cNvSpPr>
            <p:nvPr/>
          </p:nvSpPr>
          <p:spPr bwMode="auto">
            <a:xfrm>
              <a:off x="8366525" y="2271998"/>
              <a:ext cx="267535" cy="214657"/>
            </a:xfrm>
            <a:prstGeom prst="rect">
              <a:avLst/>
            </a:prstGeom>
            <a:solidFill>
              <a:srgbClr val="FFC000"/>
            </a:solidFill>
            <a:ln w="9525">
              <a:solidFill>
                <a:schemeClr val="bg2"/>
              </a:solidFill>
              <a:miter lim="800000"/>
              <a:headEnd/>
              <a:tailEnd/>
            </a:ln>
            <a:effectLst/>
          </p:spPr>
          <p:txBody>
            <a:bodyPr wrap="none" anchor="ctr"/>
            <a:lstStyle/>
            <a:p>
              <a:endParaRPr lang="fr-FR"/>
            </a:p>
          </p:txBody>
        </p:sp>
        <p:sp>
          <p:nvSpPr>
            <p:cNvPr id="62" name="Rectangle 19">
              <a:extLst>
                <a:ext uri="{FF2B5EF4-FFF2-40B4-BE49-F238E27FC236}">
                  <a16:creationId xmlns:a16="http://schemas.microsoft.com/office/drawing/2014/main" id="{2C1DCC84-151C-20A5-4244-C838A5CAB843}"/>
                </a:ext>
              </a:extLst>
            </p:cNvPr>
            <p:cNvSpPr>
              <a:spLocks noChangeArrowheads="1"/>
            </p:cNvSpPr>
            <p:nvPr/>
          </p:nvSpPr>
          <p:spPr bwMode="auto">
            <a:xfrm>
              <a:off x="8366525" y="2572519"/>
              <a:ext cx="267535" cy="215194"/>
            </a:xfrm>
            <a:prstGeom prst="rect">
              <a:avLst/>
            </a:prstGeom>
            <a:solidFill>
              <a:srgbClr val="FFC000"/>
            </a:solidFill>
            <a:ln w="9525">
              <a:solidFill>
                <a:schemeClr val="bg2"/>
              </a:solidFill>
              <a:miter lim="800000"/>
              <a:headEnd/>
              <a:tailEnd/>
            </a:ln>
            <a:effectLst/>
          </p:spPr>
          <p:txBody>
            <a:bodyPr wrap="none" anchor="ctr"/>
            <a:lstStyle/>
            <a:p>
              <a:endParaRPr lang="fr-FR"/>
            </a:p>
          </p:txBody>
        </p:sp>
        <p:sp>
          <p:nvSpPr>
            <p:cNvPr id="63" name="Rectangle 20">
              <a:extLst>
                <a:ext uri="{FF2B5EF4-FFF2-40B4-BE49-F238E27FC236}">
                  <a16:creationId xmlns:a16="http://schemas.microsoft.com/office/drawing/2014/main" id="{AB0F980C-8584-8A9D-A881-4BAA57681D49}"/>
                </a:ext>
              </a:extLst>
            </p:cNvPr>
            <p:cNvSpPr>
              <a:spLocks noChangeArrowheads="1"/>
            </p:cNvSpPr>
            <p:nvPr/>
          </p:nvSpPr>
          <p:spPr bwMode="auto">
            <a:xfrm flipV="1">
              <a:off x="8366525" y="2912212"/>
              <a:ext cx="267535" cy="215194"/>
            </a:xfrm>
            <a:prstGeom prst="triangle">
              <a:avLst/>
            </a:prstGeom>
            <a:solidFill>
              <a:srgbClr val="FFFF00"/>
            </a:solidFill>
            <a:ln w="9525">
              <a:solidFill>
                <a:schemeClr val="bg2"/>
              </a:solidFill>
              <a:miter lim="800000"/>
              <a:headEnd/>
              <a:tailEnd/>
            </a:ln>
            <a:effectLst/>
          </p:spPr>
          <p:txBody>
            <a:bodyPr wrap="none" anchor="ctr"/>
            <a:lstStyle/>
            <a:p>
              <a:endParaRPr lang="fr-FR"/>
            </a:p>
          </p:txBody>
        </p:sp>
        <p:sp>
          <p:nvSpPr>
            <p:cNvPr id="64" name="Rectangle 21">
              <a:extLst>
                <a:ext uri="{FF2B5EF4-FFF2-40B4-BE49-F238E27FC236}">
                  <a16:creationId xmlns:a16="http://schemas.microsoft.com/office/drawing/2014/main" id="{B6E76EF6-C6AB-8524-C6E6-0CC60E7FBB0E}"/>
                </a:ext>
              </a:extLst>
            </p:cNvPr>
            <p:cNvSpPr>
              <a:spLocks noChangeArrowheads="1"/>
            </p:cNvSpPr>
            <p:nvPr/>
          </p:nvSpPr>
          <p:spPr bwMode="auto">
            <a:xfrm flipV="1">
              <a:off x="8366525" y="3213806"/>
              <a:ext cx="267535" cy="215194"/>
            </a:xfrm>
            <a:prstGeom prst="triangle">
              <a:avLst/>
            </a:prstGeom>
            <a:solidFill>
              <a:srgbClr val="FFFF00"/>
            </a:solidFill>
            <a:ln w="9525">
              <a:solidFill>
                <a:schemeClr val="bg2"/>
              </a:solidFill>
              <a:miter lim="800000"/>
              <a:headEnd/>
              <a:tailEnd/>
            </a:ln>
            <a:effectLst/>
          </p:spPr>
          <p:txBody>
            <a:bodyPr wrap="none" anchor="ctr"/>
            <a:lstStyle/>
            <a:p>
              <a:endParaRPr lang="fr-FR"/>
            </a:p>
          </p:txBody>
        </p:sp>
        <p:sp>
          <p:nvSpPr>
            <p:cNvPr id="65" name="Rectangle 22">
              <a:extLst>
                <a:ext uri="{FF2B5EF4-FFF2-40B4-BE49-F238E27FC236}">
                  <a16:creationId xmlns:a16="http://schemas.microsoft.com/office/drawing/2014/main" id="{1ED2C668-B5CE-E595-237E-DC2373AFE5F5}"/>
                </a:ext>
              </a:extLst>
            </p:cNvPr>
            <p:cNvSpPr>
              <a:spLocks noChangeArrowheads="1"/>
            </p:cNvSpPr>
            <p:nvPr/>
          </p:nvSpPr>
          <p:spPr bwMode="auto">
            <a:xfrm>
              <a:off x="8900976" y="1948402"/>
              <a:ext cx="267535" cy="215194"/>
            </a:xfrm>
            <a:prstGeom prst="rect">
              <a:avLst/>
            </a:prstGeom>
            <a:solidFill>
              <a:srgbClr val="FF0000"/>
            </a:solidFill>
            <a:ln w="9525">
              <a:solidFill>
                <a:schemeClr val="bg2"/>
              </a:solidFill>
              <a:miter lim="800000"/>
              <a:headEnd/>
              <a:tailEnd/>
            </a:ln>
            <a:effectLst/>
          </p:spPr>
          <p:txBody>
            <a:bodyPr wrap="none" anchor="ctr"/>
            <a:lstStyle/>
            <a:p>
              <a:endParaRPr lang="fr-FR"/>
            </a:p>
          </p:txBody>
        </p:sp>
        <p:sp>
          <p:nvSpPr>
            <p:cNvPr id="66" name="Rectangle 23">
              <a:extLst>
                <a:ext uri="{FF2B5EF4-FFF2-40B4-BE49-F238E27FC236}">
                  <a16:creationId xmlns:a16="http://schemas.microsoft.com/office/drawing/2014/main" id="{4CE31A3E-427F-08EA-8DA9-5591454ED05B}"/>
                </a:ext>
              </a:extLst>
            </p:cNvPr>
            <p:cNvSpPr>
              <a:spLocks noChangeArrowheads="1"/>
            </p:cNvSpPr>
            <p:nvPr/>
          </p:nvSpPr>
          <p:spPr bwMode="auto">
            <a:xfrm>
              <a:off x="8900976" y="2271998"/>
              <a:ext cx="267535" cy="214657"/>
            </a:xfrm>
            <a:prstGeom prst="rect">
              <a:avLst/>
            </a:prstGeom>
            <a:solidFill>
              <a:srgbClr val="FFC000"/>
            </a:solidFill>
            <a:ln w="9525">
              <a:solidFill>
                <a:schemeClr val="bg2"/>
              </a:solidFill>
              <a:miter lim="800000"/>
              <a:headEnd/>
              <a:tailEnd/>
            </a:ln>
            <a:effectLst/>
          </p:spPr>
          <p:txBody>
            <a:bodyPr wrap="none" anchor="ctr"/>
            <a:lstStyle/>
            <a:p>
              <a:endParaRPr lang="fr-FR"/>
            </a:p>
          </p:txBody>
        </p:sp>
        <p:sp>
          <p:nvSpPr>
            <p:cNvPr id="67" name="Rectangle 24">
              <a:extLst>
                <a:ext uri="{FF2B5EF4-FFF2-40B4-BE49-F238E27FC236}">
                  <a16:creationId xmlns:a16="http://schemas.microsoft.com/office/drawing/2014/main" id="{C04D3738-F7DF-C139-489C-C52D1E73C93A}"/>
                </a:ext>
              </a:extLst>
            </p:cNvPr>
            <p:cNvSpPr>
              <a:spLocks noChangeArrowheads="1"/>
            </p:cNvSpPr>
            <p:nvPr/>
          </p:nvSpPr>
          <p:spPr bwMode="auto">
            <a:xfrm>
              <a:off x="8900976" y="2572519"/>
              <a:ext cx="267535" cy="215194"/>
            </a:xfrm>
            <a:prstGeom prst="rect">
              <a:avLst/>
            </a:prstGeom>
            <a:solidFill>
              <a:srgbClr val="FFC000"/>
            </a:solidFill>
            <a:ln w="9525">
              <a:solidFill>
                <a:schemeClr val="bg2"/>
              </a:solidFill>
              <a:miter lim="800000"/>
              <a:headEnd/>
              <a:tailEnd/>
            </a:ln>
            <a:effectLst/>
          </p:spPr>
          <p:txBody>
            <a:bodyPr wrap="none" anchor="ctr"/>
            <a:lstStyle/>
            <a:p>
              <a:endParaRPr lang="fr-FR"/>
            </a:p>
          </p:txBody>
        </p:sp>
        <p:sp>
          <p:nvSpPr>
            <p:cNvPr id="68" name="Rectangle 27">
              <a:extLst>
                <a:ext uri="{FF2B5EF4-FFF2-40B4-BE49-F238E27FC236}">
                  <a16:creationId xmlns:a16="http://schemas.microsoft.com/office/drawing/2014/main" id="{C678329E-D863-3723-DD4F-25CEA16AD708}"/>
                </a:ext>
              </a:extLst>
            </p:cNvPr>
            <p:cNvSpPr>
              <a:spLocks noChangeArrowheads="1"/>
            </p:cNvSpPr>
            <p:nvPr/>
          </p:nvSpPr>
          <p:spPr bwMode="auto">
            <a:xfrm>
              <a:off x="9436664" y="1948402"/>
              <a:ext cx="267535" cy="215194"/>
            </a:xfrm>
            <a:prstGeom prst="rect">
              <a:avLst/>
            </a:prstGeom>
            <a:solidFill>
              <a:srgbClr val="FF0000"/>
            </a:solidFill>
            <a:ln w="9525">
              <a:solidFill>
                <a:schemeClr val="bg2"/>
              </a:solidFill>
              <a:miter lim="800000"/>
              <a:headEnd/>
              <a:tailEnd/>
            </a:ln>
            <a:effectLst/>
          </p:spPr>
          <p:txBody>
            <a:bodyPr wrap="none" anchor="ctr"/>
            <a:lstStyle/>
            <a:p>
              <a:endParaRPr lang="fr-FR"/>
            </a:p>
          </p:txBody>
        </p:sp>
        <p:sp>
          <p:nvSpPr>
            <p:cNvPr id="69" name="Rectangle 32">
              <a:extLst>
                <a:ext uri="{FF2B5EF4-FFF2-40B4-BE49-F238E27FC236}">
                  <a16:creationId xmlns:a16="http://schemas.microsoft.com/office/drawing/2014/main" id="{10845925-DA8F-27E2-8131-5111F62DF480}"/>
                </a:ext>
              </a:extLst>
            </p:cNvPr>
            <p:cNvSpPr>
              <a:spLocks noChangeArrowheads="1"/>
            </p:cNvSpPr>
            <p:nvPr/>
          </p:nvSpPr>
          <p:spPr bwMode="auto">
            <a:xfrm>
              <a:off x="9971114" y="1948402"/>
              <a:ext cx="267535" cy="215194"/>
            </a:xfrm>
            <a:prstGeom prst="rect">
              <a:avLst/>
            </a:prstGeom>
            <a:solidFill>
              <a:srgbClr val="FF0000"/>
            </a:solidFill>
            <a:ln w="9525">
              <a:solidFill>
                <a:schemeClr val="bg2"/>
              </a:solidFill>
              <a:miter lim="800000"/>
              <a:headEnd/>
              <a:tailEnd/>
            </a:ln>
            <a:effectLst/>
          </p:spPr>
          <p:txBody>
            <a:bodyPr wrap="none" anchor="ctr"/>
            <a:lstStyle/>
            <a:p>
              <a:endParaRPr lang="fr-FR"/>
            </a:p>
          </p:txBody>
        </p:sp>
        <p:cxnSp>
          <p:nvCxnSpPr>
            <p:cNvPr id="70" name="AutoShape 47">
              <a:extLst>
                <a:ext uri="{FF2B5EF4-FFF2-40B4-BE49-F238E27FC236}">
                  <a16:creationId xmlns:a16="http://schemas.microsoft.com/office/drawing/2014/main" id="{D75F31BA-9035-8BBE-896B-B8593197472A}"/>
                </a:ext>
              </a:extLst>
            </p:cNvPr>
            <p:cNvCxnSpPr>
              <a:cxnSpLocks noChangeShapeType="1"/>
              <a:stCxn id="86" idx="3"/>
              <a:endCxn id="89" idx="0"/>
            </p:cNvCxnSpPr>
            <p:nvPr/>
          </p:nvCxnSpPr>
          <p:spPr bwMode="auto">
            <a:xfrm rot="16200000" flipH="1">
              <a:off x="8157517" y="1615540"/>
              <a:ext cx="144658" cy="535292"/>
            </a:xfrm>
            <a:prstGeom prst="bentConnector3">
              <a:avLst>
                <a:gd name="adj1" fmla="val 50000"/>
              </a:avLst>
            </a:prstGeom>
            <a:noFill/>
            <a:ln w="9525">
              <a:solidFill>
                <a:schemeClr val="bg2">
                  <a:lumMod val="50000"/>
                </a:schemeClr>
              </a:solidFill>
              <a:miter lim="800000"/>
              <a:headEnd type="none" w="med" len="med"/>
              <a:tailEnd type="none" w="med" len="med"/>
            </a:ln>
            <a:effectLst/>
          </p:spPr>
        </p:cxnSp>
        <p:cxnSp>
          <p:nvCxnSpPr>
            <p:cNvPr id="71" name="AutoShape 49">
              <a:extLst>
                <a:ext uri="{FF2B5EF4-FFF2-40B4-BE49-F238E27FC236}">
                  <a16:creationId xmlns:a16="http://schemas.microsoft.com/office/drawing/2014/main" id="{B343C111-3DEC-9CD0-3897-53D72AD1452A}"/>
                </a:ext>
              </a:extLst>
            </p:cNvPr>
            <p:cNvCxnSpPr>
              <a:cxnSpLocks noChangeShapeType="1"/>
              <a:stCxn id="58" idx="0"/>
              <a:endCxn id="61" idx="2"/>
            </p:cNvCxnSpPr>
            <p:nvPr/>
          </p:nvCxnSpPr>
          <p:spPr bwMode="auto">
            <a:xfrm rot="16200000">
              <a:off x="8189827" y="2262052"/>
              <a:ext cx="85863" cy="535069"/>
            </a:xfrm>
            <a:prstGeom prst="bentConnector3">
              <a:avLst>
                <a:gd name="adj1" fmla="val 50000"/>
              </a:avLst>
            </a:prstGeom>
            <a:noFill/>
            <a:ln w="9525">
              <a:solidFill>
                <a:schemeClr val="bg2">
                  <a:lumMod val="50000"/>
                </a:schemeClr>
              </a:solidFill>
              <a:miter lim="800000"/>
              <a:headEnd type="none" w="med" len="med"/>
              <a:tailEnd type="none" w="med" len="med"/>
            </a:ln>
            <a:effectLst/>
          </p:spPr>
        </p:cxnSp>
        <p:cxnSp>
          <p:nvCxnSpPr>
            <p:cNvPr id="72" name="AutoShape 51">
              <a:extLst>
                <a:ext uri="{FF2B5EF4-FFF2-40B4-BE49-F238E27FC236}">
                  <a16:creationId xmlns:a16="http://schemas.microsoft.com/office/drawing/2014/main" id="{D3E3B0BB-FF02-0BE4-0B66-656D6188E5AE}"/>
                </a:ext>
              </a:extLst>
            </p:cNvPr>
            <p:cNvCxnSpPr>
              <a:cxnSpLocks noChangeShapeType="1"/>
              <a:stCxn id="67" idx="0"/>
              <a:endCxn id="61" idx="2"/>
            </p:cNvCxnSpPr>
            <p:nvPr/>
          </p:nvCxnSpPr>
          <p:spPr bwMode="auto">
            <a:xfrm rot="5400000" flipH="1">
              <a:off x="8724896" y="2262094"/>
              <a:ext cx="85863" cy="534449"/>
            </a:xfrm>
            <a:prstGeom prst="bentConnector3">
              <a:avLst>
                <a:gd name="adj1" fmla="val 50000"/>
              </a:avLst>
            </a:prstGeom>
            <a:noFill/>
            <a:ln w="9525">
              <a:solidFill>
                <a:schemeClr val="bg2">
                  <a:lumMod val="50000"/>
                </a:schemeClr>
              </a:solidFill>
              <a:miter lim="800000"/>
              <a:headEnd type="none" w="med" len="med"/>
              <a:tailEnd type="none" w="med" len="med"/>
            </a:ln>
            <a:effectLst/>
          </p:spPr>
        </p:cxnSp>
        <p:cxnSp>
          <p:nvCxnSpPr>
            <p:cNvPr id="73" name="AutoShape 53">
              <a:extLst>
                <a:ext uri="{FF2B5EF4-FFF2-40B4-BE49-F238E27FC236}">
                  <a16:creationId xmlns:a16="http://schemas.microsoft.com/office/drawing/2014/main" id="{FFC15E41-E8E2-E739-2249-BFD3CF51452D}"/>
                </a:ext>
              </a:extLst>
            </p:cNvPr>
            <p:cNvCxnSpPr>
              <a:cxnSpLocks noChangeShapeType="1"/>
              <a:stCxn id="69" idx="0"/>
              <a:endCxn id="54" idx="2"/>
            </p:cNvCxnSpPr>
            <p:nvPr/>
          </p:nvCxnSpPr>
          <p:spPr bwMode="auto">
            <a:xfrm rot="5400000" flipH="1">
              <a:off x="9516148" y="1359669"/>
              <a:ext cx="107329" cy="1070138"/>
            </a:xfrm>
            <a:prstGeom prst="bentConnector3">
              <a:avLst>
                <a:gd name="adj1" fmla="val 50000"/>
              </a:avLst>
            </a:prstGeom>
            <a:noFill/>
            <a:ln w="9525">
              <a:solidFill>
                <a:schemeClr val="bg2">
                  <a:lumMod val="50000"/>
                </a:schemeClr>
              </a:solidFill>
              <a:miter lim="800000"/>
              <a:headEnd type="none" w="med" len="med"/>
              <a:tailEnd type="none" w="med" len="med"/>
            </a:ln>
            <a:effectLst/>
          </p:spPr>
        </p:cxnSp>
        <p:cxnSp>
          <p:nvCxnSpPr>
            <p:cNvPr id="74" name="AutoShape 56">
              <a:extLst>
                <a:ext uri="{FF2B5EF4-FFF2-40B4-BE49-F238E27FC236}">
                  <a16:creationId xmlns:a16="http://schemas.microsoft.com/office/drawing/2014/main" id="{95D0F0D9-711A-359D-A63A-C266271C3D26}"/>
                </a:ext>
              </a:extLst>
            </p:cNvPr>
            <p:cNvCxnSpPr>
              <a:cxnSpLocks noChangeShapeType="1"/>
            </p:cNvCxnSpPr>
            <p:nvPr/>
          </p:nvCxnSpPr>
          <p:spPr bwMode="auto">
            <a:xfrm rot="16200000" flipV="1">
              <a:off x="9797961" y="2311442"/>
              <a:ext cx="79392" cy="533831"/>
            </a:xfrm>
            <a:prstGeom prst="bentConnector3">
              <a:avLst>
                <a:gd name="adj1" fmla="val 50000"/>
              </a:avLst>
            </a:prstGeom>
            <a:noFill/>
            <a:ln w="9525">
              <a:solidFill>
                <a:schemeClr val="bg2">
                  <a:lumMod val="50000"/>
                </a:schemeClr>
              </a:solidFill>
              <a:miter lim="800000"/>
              <a:headEnd type="none" w="med" len="med"/>
              <a:tailEnd type="none" w="med" len="med"/>
            </a:ln>
            <a:effectLst/>
          </p:spPr>
        </p:cxnSp>
        <p:cxnSp>
          <p:nvCxnSpPr>
            <p:cNvPr id="75" name="AutoShape 57">
              <a:extLst>
                <a:ext uri="{FF2B5EF4-FFF2-40B4-BE49-F238E27FC236}">
                  <a16:creationId xmlns:a16="http://schemas.microsoft.com/office/drawing/2014/main" id="{1204C59E-68B2-6610-9999-9FBBAC370610}"/>
                </a:ext>
              </a:extLst>
            </p:cNvPr>
            <p:cNvCxnSpPr>
              <a:cxnSpLocks noChangeShapeType="1"/>
            </p:cNvCxnSpPr>
            <p:nvPr/>
          </p:nvCxnSpPr>
          <p:spPr bwMode="auto">
            <a:xfrm rot="5400000" flipH="1" flipV="1">
              <a:off x="9797960" y="2311443"/>
              <a:ext cx="79392" cy="533831"/>
            </a:xfrm>
            <a:prstGeom prst="bentConnector3">
              <a:avLst>
                <a:gd name="adj1" fmla="val 50000"/>
              </a:avLst>
            </a:prstGeom>
            <a:noFill/>
            <a:ln w="9525">
              <a:solidFill>
                <a:schemeClr val="bg2">
                  <a:lumMod val="50000"/>
                </a:schemeClr>
              </a:solidFill>
              <a:miter lim="800000"/>
              <a:headEnd type="none" w="med" len="med"/>
              <a:tailEnd type="none" w="med" len="med"/>
            </a:ln>
            <a:effectLst/>
          </p:spPr>
        </p:cxnSp>
        <p:cxnSp>
          <p:nvCxnSpPr>
            <p:cNvPr id="76" name="AutoShape 58">
              <a:extLst>
                <a:ext uri="{FF2B5EF4-FFF2-40B4-BE49-F238E27FC236}">
                  <a16:creationId xmlns:a16="http://schemas.microsoft.com/office/drawing/2014/main" id="{0A61495E-FD6B-67BA-FB20-C597DC46AC8C}"/>
                </a:ext>
              </a:extLst>
            </p:cNvPr>
            <p:cNvCxnSpPr>
              <a:cxnSpLocks noChangeShapeType="1"/>
            </p:cNvCxnSpPr>
            <p:nvPr/>
          </p:nvCxnSpPr>
          <p:spPr bwMode="auto">
            <a:xfrm rot="16200000" flipH="1">
              <a:off x="8189250" y="2903340"/>
              <a:ext cx="86400" cy="535069"/>
            </a:xfrm>
            <a:prstGeom prst="bentConnector3">
              <a:avLst>
                <a:gd name="adj1" fmla="val 49690"/>
              </a:avLst>
            </a:prstGeom>
            <a:noFill/>
            <a:ln w="9525">
              <a:solidFill>
                <a:schemeClr val="bg2">
                  <a:lumMod val="50000"/>
                </a:schemeClr>
              </a:solidFill>
              <a:miter lim="800000"/>
              <a:headEnd type="none" w="med" len="med"/>
              <a:tailEnd type="none" w="med" len="med"/>
            </a:ln>
            <a:effectLst/>
          </p:spPr>
        </p:cxnSp>
        <p:cxnSp>
          <p:nvCxnSpPr>
            <p:cNvPr id="77" name="AutoShape 59">
              <a:extLst>
                <a:ext uri="{FF2B5EF4-FFF2-40B4-BE49-F238E27FC236}">
                  <a16:creationId xmlns:a16="http://schemas.microsoft.com/office/drawing/2014/main" id="{3114119B-293A-99A2-4F7D-3681C0CE9304}"/>
                </a:ext>
              </a:extLst>
            </p:cNvPr>
            <p:cNvCxnSpPr>
              <a:cxnSpLocks noChangeShapeType="1"/>
            </p:cNvCxnSpPr>
            <p:nvPr/>
          </p:nvCxnSpPr>
          <p:spPr bwMode="auto">
            <a:xfrm rot="16200000">
              <a:off x="8189250" y="2903340"/>
              <a:ext cx="86400" cy="535069"/>
            </a:xfrm>
            <a:prstGeom prst="bentConnector3">
              <a:avLst>
                <a:gd name="adj1" fmla="val 49690"/>
              </a:avLst>
            </a:prstGeom>
            <a:noFill/>
            <a:ln w="9525">
              <a:solidFill>
                <a:schemeClr val="bg2">
                  <a:lumMod val="50000"/>
                </a:schemeClr>
              </a:solidFill>
              <a:miter lim="800000"/>
              <a:headEnd type="none" w="med" len="med"/>
              <a:tailEnd type="none" w="med" len="med"/>
            </a:ln>
            <a:effectLst/>
          </p:spPr>
        </p:cxnSp>
        <p:cxnSp>
          <p:nvCxnSpPr>
            <p:cNvPr id="78" name="AutoShape 60">
              <a:extLst>
                <a:ext uri="{FF2B5EF4-FFF2-40B4-BE49-F238E27FC236}">
                  <a16:creationId xmlns:a16="http://schemas.microsoft.com/office/drawing/2014/main" id="{D9ACC3AA-7CA3-D256-44D8-A33199AD2C22}"/>
                </a:ext>
              </a:extLst>
            </p:cNvPr>
            <p:cNvCxnSpPr>
              <a:cxnSpLocks noChangeShapeType="1"/>
            </p:cNvCxnSpPr>
            <p:nvPr/>
          </p:nvCxnSpPr>
          <p:spPr bwMode="auto">
            <a:xfrm rot="16200000" flipH="1">
              <a:off x="9526302" y="2648506"/>
              <a:ext cx="86400" cy="1070138"/>
            </a:xfrm>
            <a:prstGeom prst="bentConnector3">
              <a:avLst>
                <a:gd name="adj1" fmla="val 49690"/>
              </a:avLst>
            </a:prstGeom>
            <a:noFill/>
            <a:ln w="9525">
              <a:solidFill>
                <a:schemeClr val="bg2">
                  <a:lumMod val="50000"/>
                </a:schemeClr>
              </a:solidFill>
              <a:miter lim="800000"/>
              <a:headEnd type="none" w="med" len="med"/>
              <a:tailEnd type="none" w="med" len="med"/>
            </a:ln>
            <a:effectLst/>
          </p:spPr>
        </p:cxnSp>
        <p:cxnSp>
          <p:nvCxnSpPr>
            <p:cNvPr id="79" name="AutoShape 61">
              <a:extLst>
                <a:ext uri="{FF2B5EF4-FFF2-40B4-BE49-F238E27FC236}">
                  <a16:creationId xmlns:a16="http://schemas.microsoft.com/office/drawing/2014/main" id="{C1CD2735-FD78-CA24-C3DD-D922730A51D5}"/>
                </a:ext>
              </a:extLst>
            </p:cNvPr>
            <p:cNvCxnSpPr>
              <a:cxnSpLocks noChangeShapeType="1"/>
            </p:cNvCxnSpPr>
            <p:nvPr/>
          </p:nvCxnSpPr>
          <p:spPr bwMode="auto">
            <a:xfrm rot="16200000">
              <a:off x="9526302" y="2648506"/>
              <a:ext cx="86400" cy="1070138"/>
            </a:xfrm>
            <a:prstGeom prst="bentConnector3">
              <a:avLst>
                <a:gd name="adj1" fmla="val 49690"/>
              </a:avLst>
            </a:prstGeom>
            <a:noFill/>
            <a:ln w="9525">
              <a:solidFill>
                <a:schemeClr val="bg2">
                  <a:lumMod val="50000"/>
                </a:schemeClr>
              </a:solidFill>
              <a:miter lim="800000"/>
              <a:headEnd type="none" w="med" len="med"/>
              <a:tailEnd type="none" w="med" len="med"/>
            </a:ln>
            <a:effectLst/>
          </p:spPr>
        </p:cxnSp>
        <p:cxnSp>
          <p:nvCxnSpPr>
            <p:cNvPr id="80" name="AutoShape 62">
              <a:extLst>
                <a:ext uri="{FF2B5EF4-FFF2-40B4-BE49-F238E27FC236}">
                  <a16:creationId xmlns:a16="http://schemas.microsoft.com/office/drawing/2014/main" id="{2600A974-B3AB-65FB-7889-5EF6173692BD}"/>
                </a:ext>
              </a:extLst>
            </p:cNvPr>
            <p:cNvCxnSpPr>
              <a:cxnSpLocks noChangeShapeType="1"/>
            </p:cNvCxnSpPr>
            <p:nvPr/>
          </p:nvCxnSpPr>
          <p:spPr bwMode="auto">
            <a:xfrm rot="16200000">
              <a:off x="9526922" y="3183575"/>
              <a:ext cx="86400" cy="0"/>
            </a:xfrm>
            <a:prstGeom prst="straightConnector1">
              <a:avLst/>
            </a:prstGeom>
            <a:noFill/>
            <a:ln w="9525">
              <a:solidFill>
                <a:schemeClr val="bg2">
                  <a:lumMod val="50000"/>
                </a:schemeClr>
              </a:solidFill>
              <a:round/>
              <a:headEnd type="none" w="med" len="med"/>
              <a:tailEnd type="none" w="med" len="med"/>
            </a:ln>
            <a:effectLst/>
          </p:spPr>
        </p:cxnSp>
        <p:cxnSp>
          <p:nvCxnSpPr>
            <p:cNvPr id="81" name="AutoShape 63">
              <a:extLst>
                <a:ext uri="{FF2B5EF4-FFF2-40B4-BE49-F238E27FC236}">
                  <a16:creationId xmlns:a16="http://schemas.microsoft.com/office/drawing/2014/main" id="{8AD82DEC-6985-9082-0A4C-70D2F5404C61}"/>
                </a:ext>
              </a:extLst>
            </p:cNvPr>
            <p:cNvCxnSpPr>
              <a:cxnSpLocks noChangeShapeType="1"/>
            </p:cNvCxnSpPr>
            <p:nvPr/>
          </p:nvCxnSpPr>
          <p:spPr bwMode="auto">
            <a:xfrm rot="5400000" flipH="1">
              <a:off x="7917171" y="2208510"/>
              <a:ext cx="630556" cy="2477"/>
            </a:xfrm>
            <a:prstGeom prst="bentConnector3">
              <a:avLst>
                <a:gd name="adj1" fmla="val 49958"/>
              </a:avLst>
            </a:prstGeom>
            <a:noFill/>
            <a:ln w="50800">
              <a:solidFill>
                <a:schemeClr val="tx1"/>
              </a:solidFill>
              <a:miter lim="800000"/>
              <a:headEnd type="diamond" w="med" len="med"/>
              <a:tailEnd type="diamond" w="med" len="med"/>
            </a:ln>
            <a:effectLst/>
          </p:spPr>
        </p:cxnSp>
        <p:cxnSp>
          <p:nvCxnSpPr>
            <p:cNvPr id="82" name="AutoShape 64">
              <a:extLst>
                <a:ext uri="{FF2B5EF4-FFF2-40B4-BE49-F238E27FC236}">
                  <a16:creationId xmlns:a16="http://schemas.microsoft.com/office/drawing/2014/main" id="{DA2942F6-9280-C730-7782-6A252C5E9F68}"/>
                </a:ext>
              </a:extLst>
            </p:cNvPr>
            <p:cNvCxnSpPr>
              <a:cxnSpLocks noChangeShapeType="1"/>
            </p:cNvCxnSpPr>
            <p:nvPr/>
          </p:nvCxnSpPr>
          <p:spPr bwMode="auto">
            <a:xfrm rot="16200000">
              <a:off x="7929018" y="2829571"/>
              <a:ext cx="607480" cy="0"/>
            </a:xfrm>
            <a:prstGeom prst="straightConnector1">
              <a:avLst/>
            </a:prstGeom>
            <a:noFill/>
            <a:ln w="50800">
              <a:solidFill>
                <a:schemeClr val="tx1"/>
              </a:solidFill>
              <a:round/>
              <a:headEnd type="diamond" w="med" len="med"/>
              <a:tailEnd type="diamond" w="med" len="med"/>
            </a:ln>
            <a:effectLst/>
          </p:spPr>
        </p:cxnSp>
        <p:cxnSp>
          <p:nvCxnSpPr>
            <p:cNvPr id="83" name="AutoShape 65">
              <a:extLst>
                <a:ext uri="{FF2B5EF4-FFF2-40B4-BE49-F238E27FC236}">
                  <a16:creationId xmlns:a16="http://schemas.microsoft.com/office/drawing/2014/main" id="{3B52FE68-070F-354B-97D7-B9339791A749}"/>
                </a:ext>
              </a:extLst>
            </p:cNvPr>
            <p:cNvCxnSpPr>
              <a:cxnSpLocks noChangeShapeType="1"/>
            </p:cNvCxnSpPr>
            <p:nvPr/>
          </p:nvCxnSpPr>
          <p:spPr bwMode="auto">
            <a:xfrm rot="5400000" flipH="1" flipV="1">
              <a:off x="9485827" y="2238169"/>
              <a:ext cx="696229" cy="1858"/>
            </a:xfrm>
            <a:prstGeom prst="bentConnector3">
              <a:avLst>
                <a:gd name="adj1" fmla="val 50000"/>
              </a:avLst>
            </a:prstGeom>
            <a:noFill/>
            <a:ln w="50800">
              <a:solidFill>
                <a:schemeClr val="tx1"/>
              </a:solidFill>
              <a:miter lim="800000"/>
              <a:headEnd type="diamond" w="med" len="med"/>
              <a:tailEnd type="diamond" w="med" len="med"/>
            </a:ln>
            <a:effectLst/>
          </p:spPr>
        </p:cxnSp>
        <p:cxnSp>
          <p:nvCxnSpPr>
            <p:cNvPr id="84" name="AutoShape 66">
              <a:extLst>
                <a:ext uri="{FF2B5EF4-FFF2-40B4-BE49-F238E27FC236}">
                  <a16:creationId xmlns:a16="http://schemas.microsoft.com/office/drawing/2014/main" id="{EA83CDB2-551B-9F12-150F-E42022CED6FB}"/>
                </a:ext>
              </a:extLst>
            </p:cNvPr>
            <p:cNvCxnSpPr>
              <a:cxnSpLocks noChangeShapeType="1"/>
            </p:cNvCxnSpPr>
            <p:nvPr/>
          </p:nvCxnSpPr>
          <p:spPr bwMode="auto">
            <a:xfrm rot="16200000">
              <a:off x="9529437" y="2880742"/>
              <a:ext cx="609627" cy="2477"/>
            </a:xfrm>
            <a:prstGeom prst="bentConnector3">
              <a:avLst>
                <a:gd name="adj1" fmla="val 50000"/>
              </a:avLst>
            </a:prstGeom>
            <a:noFill/>
            <a:ln w="50800">
              <a:solidFill>
                <a:schemeClr val="tx1"/>
              </a:solidFill>
              <a:miter lim="800000"/>
              <a:headEnd type="diamond" w="med" len="med"/>
              <a:tailEnd type="diamond" w="med" len="med"/>
            </a:ln>
            <a:effectLst/>
          </p:spPr>
        </p:cxnSp>
        <p:cxnSp>
          <p:nvCxnSpPr>
            <p:cNvPr id="85" name="AutoShape 67">
              <a:extLst>
                <a:ext uri="{FF2B5EF4-FFF2-40B4-BE49-F238E27FC236}">
                  <a16:creationId xmlns:a16="http://schemas.microsoft.com/office/drawing/2014/main" id="{68BC440A-1E53-7917-3DB7-EC3238C77C99}"/>
                </a:ext>
              </a:extLst>
            </p:cNvPr>
            <p:cNvCxnSpPr>
              <a:cxnSpLocks noChangeShapeType="1"/>
            </p:cNvCxnSpPr>
            <p:nvPr/>
          </p:nvCxnSpPr>
          <p:spPr bwMode="auto">
            <a:xfrm flipV="1">
              <a:off x="8234616" y="2221017"/>
              <a:ext cx="2181150" cy="613920"/>
            </a:xfrm>
            <a:prstGeom prst="bentConnector3">
              <a:avLst>
                <a:gd name="adj1" fmla="val 48778"/>
              </a:avLst>
            </a:prstGeom>
            <a:noFill/>
            <a:ln w="50800">
              <a:solidFill>
                <a:schemeClr val="tx1"/>
              </a:solidFill>
              <a:miter lim="800000"/>
              <a:headEnd/>
              <a:tailEnd type="diamond" w="med" len="med"/>
            </a:ln>
            <a:effectLst/>
          </p:spPr>
        </p:cxnSp>
        <p:sp>
          <p:nvSpPr>
            <p:cNvPr id="86" name="Triangle isocèle 85">
              <a:extLst>
                <a:ext uri="{FF2B5EF4-FFF2-40B4-BE49-F238E27FC236}">
                  <a16:creationId xmlns:a16="http://schemas.microsoft.com/office/drawing/2014/main" id="{4A241C1E-A0F8-300F-6971-66AC49EB0020}"/>
                </a:ext>
              </a:extLst>
            </p:cNvPr>
            <p:cNvSpPr/>
            <p:nvPr/>
          </p:nvSpPr>
          <p:spPr>
            <a:xfrm>
              <a:off x="7818529" y="1590900"/>
              <a:ext cx="287342" cy="219957"/>
            </a:xfrm>
            <a:prstGeom prst="triangle">
              <a:avLst/>
            </a:prstGeom>
            <a:solidFill>
              <a:srgbClr val="00B0F0"/>
            </a:solidFill>
            <a:ln w="9525">
              <a:solidFill>
                <a:schemeClr val="bg2"/>
              </a:solidFill>
              <a:miter lim="800000"/>
              <a:headEnd/>
              <a:tailEnd/>
            </a:ln>
            <a:effectLst/>
          </p:spPr>
          <p:txBody>
            <a:bodyPr wrap="none" anchor="ctr"/>
            <a:lstStyle/>
            <a:p>
              <a:endParaRPr lang="fr-FR">
                <a:solidFill>
                  <a:schemeClr val="tx1"/>
                </a:solidFill>
              </a:endParaRPr>
            </a:p>
          </p:txBody>
        </p:sp>
        <p:sp>
          <p:nvSpPr>
            <p:cNvPr id="87" name="Triangle isocèle 86">
              <a:extLst>
                <a:ext uri="{FF2B5EF4-FFF2-40B4-BE49-F238E27FC236}">
                  <a16:creationId xmlns:a16="http://schemas.microsoft.com/office/drawing/2014/main" id="{1883DE91-376E-A724-6451-305761974C5A}"/>
                </a:ext>
              </a:extLst>
            </p:cNvPr>
            <p:cNvSpPr/>
            <p:nvPr/>
          </p:nvSpPr>
          <p:spPr>
            <a:xfrm>
              <a:off x="8356932" y="1590900"/>
              <a:ext cx="287342" cy="219957"/>
            </a:xfrm>
            <a:prstGeom prst="triangle">
              <a:avLst/>
            </a:prstGeom>
            <a:solidFill>
              <a:srgbClr val="00B0F0"/>
            </a:solidFill>
            <a:ln w="9525">
              <a:solidFill>
                <a:schemeClr val="bg2"/>
              </a:solidFill>
              <a:miter lim="800000"/>
              <a:headEnd/>
              <a:tailEnd/>
            </a:ln>
            <a:effectLst/>
          </p:spPr>
          <p:txBody>
            <a:bodyPr wrap="none" anchor="ctr"/>
            <a:lstStyle/>
            <a:p>
              <a:endParaRPr lang="fr-FR">
                <a:solidFill>
                  <a:schemeClr val="tx1"/>
                </a:solidFill>
              </a:endParaRPr>
            </a:p>
          </p:txBody>
        </p:sp>
        <p:sp>
          <p:nvSpPr>
            <p:cNvPr id="88" name="Triangle isocèle 87">
              <a:extLst>
                <a:ext uri="{FF2B5EF4-FFF2-40B4-BE49-F238E27FC236}">
                  <a16:creationId xmlns:a16="http://schemas.microsoft.com/office/drawing/2014/main" id="{1ED2615D-AF8F-419D-198B-61CCF2C5F243}"/>
                </a:ext>
              </a:extLst>
            </p:cNvPr>
            <p:cNvSpPr/>
            <p:nvPr/>
          </p:nvSpPr>
          <p:spPr>
            <a:xfrm>
              <a:off x="7818529" y="1938306"/>
              <a:ext cx="287342" cy="219957"/>
            </a:xfrm>
            <a:prstGeom prst="triangle">
              <a:avLst/>
            </a:prstGeom>
            <a:solidFill>
              <a:srgbClr val="00B0F0"/>
            </a:solidFill>
            <a:ln w="9525">
              <a:solidFill>
                <a:schemeClr val="bg2"/>
              </a:solidFill>
              <a:miter lim="800000"/>
              <a:headEnd/>
              <a:tailEnd/>
            </a:ln>
            <a:effectLst/>
          </p:spPr>
          <p:txBody>
            <a:bodyPr wrap="none" anchor="ctr"/>
            <a:lstStyle/>
            <a:p>
              <a:endParaRPr lang="fr-FR">
                <a:solidFill>
                  <a:schemeClr val="tx1"/>
                </a:solidFill>
              </a:endParaRPr>
            </a:p>
          </p:txBody>
        </p:sp>
        <p:sp>
          <p:nvSpPr>
            <p:cNvPr id="89" name="Triangle isocèle 88">
              <a:extLst>
                <a:ext uri="{FF2B5EF4-FFF2-40B4-BE49-F238E27FC236}">
                  <a16:creationId xmlns:a16="http://schemas.microsoft.com/office/drawing/2014/main" id="{D8B7DF24-F5C7-0645-E402-305AC17D6985}"/>
                </a:ext>
              </a:extLst>
            </p:cNvPr>
            <p:cNvSpPr/>
            <p:nvPr/>
          </p:nvSpPr>
          <p:spPr>
            <a:xfrm>
              <a:off x="8353821" y="1955515"/>
              <a:ext cx="287342" cy="219957"/>
            </a:xfrm>
            <a:prstGeom prst="triangle">
              <a:avLst/>
            </a:prstGeom>
            <a:solidFill>
              <a:srgbClr val="00B0F0"/>
            </a:solidFill>
            <a:ln w="9525">
              <a:solidFill>
                <a:schemeClr val="bg2"/>
              </a:solidFill>
              <a:miter lim="800000"/>
              <a:headEnd/>
              <a:tailEnd/>
            </a:ln>
            <a:effectLst/>
          </p:spPr>
          <p:txBody>
            <a:bodyPr wrap="none" anchor="ctr"/>
            <a:lstStyle/>
            <a:p>
              <a:endParaRPr lang="fr-FR">
                <a:solidFill>
                  <a:schemeClr val="tx1"/>
                </a:solidFill>
              </a:endParaRPr>
            </a:p>
          </p:txBody>
        </p:sp>
        <p:sp>
          <p:nvSpPr>
            <p:cNvPr id="90" name="Losange 89">
              <a:extLst>
                <a:ext uri="{FF2B5EF4-FFF2-40B4-BE49-F238E27FC236}">
                  <a16:creationId xmlns:a16="http://schemas.microsoft.com/office/drawing/2014/main" id="{67D2BACC-C371-E194-B609-C28D42790DEA}"/>
                </a:ext>
              </a:extLst>
            </p:cNvPr>
            <p:cNvSpPr/>
            <p:nvPr/>
          </p:nvSpPr>
          <p:spPr>
            <a:xfrm>
              <a:off x="9460190" y="2285669"/>
              <a:ext cx="221103" cy="288918"/>
            </a:xfrm>
            <a:prstGeom prst="diamond">
              <a:avLst/>
            </a:prstGeom>
            <a:solidFill>
              <a:srgbClr val="00B0F0"/>
            </a:solidFill>
            <a:ln w="9525">
              <a:solidFill>
                <a:schemeClr val="bg2"/>
              </a:solidFill>
              <a:miter lim="800000"/>
              <a:headEnd/>
              <a:tailEnd/>
            </a:ln>
            <a:effectLst/>
          </p:spPr>
          <p:txBody>
            <a:bodyPr wrap="none" anchor="ctr"/>
            <a:lstStyle/>
            <a:p>
              <a:endParaRPr lang="fr-FR">
                <a:solidFill>
                  <a:schemeClr val="tx1"/>
                </a:solidFill>
              </a:endParaRPr>
            </a:p>
          </p:txBody>
        </p:sp>
        <p:sp>
          <p:nvSpPr>
            <p:cNvPr id="91" name="Losange 90">
              <a:extLst>
                <a:ext uri="{FF2B5EF4-FFF2-40B4-BE49-F238E27FC236}">
                  <a16:creationId xmlns:a16="http://schemas.microsoft.com/office/drawing/2014/main" id="{41D73E11-A643-127A-8F9E-F4C9E9909686}"/>
                </a:ext>
              </a:extLst>
            </p:cNvPr>
            <p:cNvSpPr/>
            <p:nvPr/>
          </p:nvSpPr>
          <p:spPr>
            <a:xfrm>
              <a:off x="9994021" y="2285669"/>
              <a:ext cx="221103" cy="288918"/>
            </a:xfrm>
            <a:prstGeom prst="diamond">
              <a:avLst/>
            </a:prstGeom>
            <a:solidFill>
              <a:srgbClr val="00B0F0"/>
            </a:solidFill>
            <a:ln w="9525">
              <a:solidFill>
                <a:schemeClr val="bg2"/>
              </a:solidFill>
              <a:miter lim="800000"/>
              <a:headEnd/>
              <a:tailEnd/>
            </a:ln>
            <a:effectLst/>
          </p:spPr>
          <p:txBody>
            <a:bodyPr wrap="none" anchor="ctr"/>
            <a:lstStyle/>
            <a:p>
              <a:endParaRPr lang="fr-FR">
                <a:solidFill>
                  <a:schemeClr val="tx1"/>
                </a:solidFill>
              </a:endParaRPr>
            </a:p>
          </p:txBody>
        </p:sp>
        <p:sp>
          <p:nvSpPr>
            <p:cNvPr id="92" name="Losange 91">
              <a:extLst>
                <a:ext uri="{FF2B5EF4-FFF2-40B4-BE49-F238E27FC236}">
                  <a16:creationId xmlns:a16="http://schemas.microsoft.com/office/drawing/2014/main" id="{7D469C4B-0D09-A582-3530-C75886B50195}"/>
                </a:ext>
              </a:extLst>
            </p:cNvPr>
            <p:cNvSpPr/>
            <p:nvPr/>
          </p:nvSpPr>
          <p:spPr>
            <a:xfrm>
              <a:off x="9460190" y="2582129"/>
              <a:ext cx="221103" cy="288918"/>
            </a:xfrm>
            <a:prstGeom prst="diamond">
              <a:avLst/>
            </a:prstGeom>
            <a:solidFill>
              <a:srgbClr val="00B0F0"/>
            </a:solidFill>
            <a:ln w="9525">
              <a:solidFill>
                <a:schemeClr val="bg2"/>
              </a:solidFill>
              <a:miter lim="800000"/>
              <a:headEnd/>
              <a:tailEnd/>
            </a:ln>
            <a:effectLst/>
          </p:spPr>
          <p:txBody>
            <a:bodyPr wrap="none" anchor="ctr"/>
            <a:lstStyle/>
            <a:p>
              <a:endParaRPr lang="fr-FR">
                <a:solidFill>
                  <a:schemeClr val="tx1"/>
                </a:solidFill>
              </a:endParaRPr>
            </a:p>
          </p:txBody>
        </p:sp>
        <p:sp>
          <p:nvSpPr>
            <p:cNvPr id="93" name="Losange 92">
              <a:extLst>
                <a:ext uri="{FF2B5EF4-FFF2-40B4-BE49-F238E27FC236}">
                  <a16:creationId xmlns:a16="http://schemas.microsoft.com/office/drawing/2014/main" id="{70A0A205-F89C-A510-0519-18EED2575512}"/>
                </a:ext>
              </a:extLst>
            </p:cNvPr>
            <p:cNvSpPr/>
            <p:nvPr/>
          </p:nvSpPr>
          <p:spPr>
            <a:xfrm>
              <a:off x="9994021" y="2582129"/>
              <a:ext cx="221103" cy="288918"/>
            </a:xfrm>
            <a:prstGeom prst="diamond">
              <a:avLst/>
            </a:prstGeom>
            <a:solidFill>
              <a:srgbClr val="00B0F0"/>
            </a:solidFill>
            <a:ln w="9525">
              <a:solidFill>
                <a:schemeClr val="bg2"/>
              </a:solidFill>
              <a:miter lim="800000"/>
              <a:headEnd/>
              <a:tailEnd/>
            </a:ln>
            <a:effectLst/>
          </p:spPr>
          <p:txBody>
            <a:bodyPr wrap="none" anchor="ctr"/>
            <a:lstStyle/>
            <a:p>
              <a:endParaRPr lang="fr-FR">
                <a:solidFill>
                  <a:schemeClr val="tx1"/>
                </a:solidFill>
              </a:endParaRPr>
            </a:p>
          </p:txBody>
        </p:sp>
        <p:sp>
          <p:nvSpPr>
            <p:cNvPr id="94" name="Triangle isocèle 93">
              <a:extLst>
                <a:ext uri="{FF2B5EF4-FFF2-40B4-BE49-F238E27FC236}">
                  <a16:creationId xmlns:a16="http://schemas.microsoft.com/office/drawing/2014/main" id="{98C36E9E-726A-1AD5-CB04-11B112FA74C6}"/>
                </a:ext>
              </a:extLst>
            </p:cNvPr>
            <p:cNvSpPr/>
            <p:nvPr/>
          </p:nvSpPr>
          <p:spPr>
            <a:xfrm>
              <a:off x="9954089" y="2924912"/>
              <a:ext cx="287342" cy="219957"/>
            </a:xfrm>
            <a:prstGeom prst="triangle">
              <a:avLst/>
            </a:prstGeom>
            <a:solidFill>
              <a:srgbClr val="92D050"/>
            </a:solidFill>
            <a:ln w="9525">
              <a:solidFill>
                <a:schemeClr val="bg2"/>
              </a:solidFill>
              <a:miter lim="800000"/>
              <a:headEnd/>
              <a:tailEnd/>
            </a:ln>
            <a:effectLst/>
          </p:spPr>
          <p:txBody>
            <a:bodyPr wrap="none" anchor="ctr"/>
            <a:lstStyle/>
            <a:p>
              <a:endParaRPr lang="fr-FR"/>
            </a:p>
          </p:txBody>
        </p:sp>
        <p:sp>
          <p:nvSpPr>
            <p:cNvPr id="95" name="Triangle isocèle 94">
              <a:extLst>
                <a:ext uri="{FF2B5EF4-FFF2-40B4-BE49-F238E27FC236}">
                  <a16:creationId xmlns:a16="http://schemas.microsoft.com/office/drawing/2014/main" id="{AD7105F1-5730-B3DA-F3E3-A56C8E2CFCD4}"/>
                </a:ext>
              </a:extLst>
            </p:cNvPr>
            <p:cNvSpPr/>
            <p:nvPr/>
          </p:nvSpPr>
          <p:spPr>
            <a:xfrm>
              <a:off x="9420258" y="2920149"/>
              <a:ext cx="287342" cy="219957"/>
            </a:xfrm>
            <a:prstGeom prst="triangle">
              <a:avLst/>
            </a:prstGeom>
            <a:solidFill>
              <a:srgbClr val="92D050"/>
            </a:solidFill>
            <a:ln w="9525">
              <a:solidFill>
                <a:schemeClr val="bg2"/>
              </a:solidFill>
              <a:miter lim="800000"/>
              <a:headEnd/>
              <a:tailEnd/>
            </a:ln>
            <a:effectLst/>
          </p:spPr>
          <p:txBody>
            <a:bodyPr wrap="none" anchor="ctr"/>
            <a:lstStyle/>
            <a:p>
              <a:endParaRPr lang="fr-FR"/>
            </a:p>
          </p:txBody>
        </p:sp>
        <p:sp>
          <p:nvSpPr>
            <p:cNvPr id="96" name="Triangle isocèle 95">
              <a:extLst>
                <a:ext uri="{FF2B5EF4-FFF2-40B4-BE49-F238E27FC236}">
                  <a16:creationId xmlns:a16="http://schemas.microsoft.com/office/drawing/2014/main" id="{8A2FF88D-FBC9-A1FE-0622-E37044781BC1}"/>
                </a:ext>
              </a:extLst>
            </p:cNvPr>
            <p:cNvSpPr/>
            <p:nvPr/>
          </p:nvSpPr>
          <p:spPr>
            <a:xfrm>
              <a:off x="8892000" y="2916177"/>
              <a:ext cx="287342" cy="219957"/>
            </a:xfrm>
            <a:prstGeom prst="triangle">
              <a:avLst/>
            </a:prstGeom>
            <a:solidFill>
              <a:srgbClr val="92D050"/>
            </a:solidFill>
            <a:ln w="9525">
              <a:solidFill>
                <a:schemeClr val="bg2"/>
              </a:solidFill>
              <a:miter lim="800000"/>
              <a:headEnd/>
              <a:tailEnd/>
            </a:ln>
            <a:effectLst/>
          </p:spPr>
          <p:txBody>
            <a:bodyPr wrap="none" anchor="ctr"/>
            <a:lstStyle/>
            <a:p>
              <a:endParaRPr lang="fr-FR"/>
            </a:p>
          </p:txBody>
        </p:sp>
        <p:sp>
          <p:nvSpPr>
            <p:cNvPr id="97" name="Triangle isocèle 96">
              <a:extLst>
                <a:ext uri="{FF2B5EF4-FFF2-40B4-BE49-F238E27FC236}">
                  <a16:creationId xmlns:a16="http://schemas.microsoft.com/office/drawing/2014/main" id="{0DC39B81-6AF0-5A68-4A87-BFECCD691848}"/>
                </a:ext>
              </a:extLst>
            </p:cNvPr>
            <p:cNvSpPr/>
            <p:nvPr/>
          </p:nvSpPr>
          <p:spPr>
            <a:xfrm>
              <a:off x="9954089" y="3200307"/>
              <a:ext cx="287342" cy="219957"/>
            </a:xfrm>
            <a:prstGeom prst="triangle">
              <a:avLst/>
            </a:prstGeom>
            <a:solidFill>
              <a:srgbClr val="92D050"/>
            </a:solidFill>
            <a:ln w="9525">
              <a:solidFill>
                <a:schemeClr val="bg2"/>
              </a:solidFill>
              <a:miter lim="800000"/>
              <a:headEnd/>
              <a:tailEnd/>
            </a:ln>
            <a:effectLst/>
          </p:spPr>
          <p:txBody>
            <a:bodyPr wrap="none" anchor="ctr"/>
            <a:lstStyle/>
            <a:p>
              <a:endParaRPr lang="fr-FR"/>
            </a:p>
          </p:txBody>
        </p:sp>
        <p:sp>
          <p:nvSpPr>
            <p:cNvPr id="98" name="Triangle isocèle 97">
              <a:extLst>
                <a:ext uri="{FF2B5EF4-FFF2-40B4-BE49-F238E27FC236}">
                  <a16:creationId xmlns:a16="http://schemas.microsoft.com/office/drawing/2014/main" id="{EB3CA469-DCCF-BC20-1843-83CFAD42AA2B}"/>
                </a:ext>
              </a:extLst>
            </p:cNvPr>
            <p:cNvSpPr/>
            <p:nvPr/>
          </p:nvSpPr>
          <p:spPr>
            <a:xfrm>
              <a:off x="9420258" y="3195544"/>
              <a:ext cx="287342" cy="219957"/>
            </a:xfrm>
            <a:prstGeom prst="triangle">
              <a:avLst/>
            </a:prstGeom>
            <a:solidFill>
              <a:srgbClr val="92D050"/>
            </a:solidFill>
            <a:ln w="9525">
              <a:solidFill>
                <a:schemeClr val="bg2"/>
              </a:solidFill>
              <a:miter lim="800000"/>
              <a:headEnd/>
              <a:tailEnd/>
            </a:ln>
            <a:effectLst/>
          </p:spPr>
          <p:txBody>
            <a:bodyPr wrap="none" anchor="ctr"/>
            <a:lstStyle/>
            <a:p>
              <a:endParaRPr lang="fr-FR"/>
            </a:p>
          </p:txBody>
        </p:sp>
        <p:sp>
          <p:nvSpPr>
            <p:cNvPr id="99" name="Triangle isocèle 98">
              <a:extLst>
                <a:ext uri="{FF2B5EF4-FFF2-40B4-BE49-F238E27FC236}">
                  <a16:creationId xmlns:a16="http://schemas.microsoft.com/office/drawing/2014/main" id="{B58560D4-F90C-E2E7-A83B-D508579D35C4}"/>
                </a:ext>
              </a:extLst>
            </p:cNvPr>
            <p:cNvSpPr/>
            <p:nvPr/>
          </p:nvSpPr>
          <p:spPr>
            <a:xfrm>
              <a:off x="8892000" y="3191572"/>
              <a:ext cx="287342" cy="219957"/>
            </a:xfrm>
            <a:prstGeom prst="triangle">
              <a:avLst/>
            </a:prstGeom>
            <a:solidFill>
              <a:srgbClr val="92D050"/>
            </a:solidFill>
            <a:ln w="9525">
              <a:solidFill>
                <a:schemeClr val="bg2"/>
              </a:solidFill>
              <a:miter lim="800000"/>
              <a:headEnd/>
              <a:tailEnd/>
            </a:ln>
            <a:effectLst/>
          </p:spPr>
          <p:txBody>
            <a:bodyPr wrap="none" anchor="ctr"/>
            <a:lstStyle/>
            <a:p>
              <a:endParaRPr lang="fr-FR"/>
            </a:p>
          </p:txBody>
        </p:sp>
      </p:grpSp>
      <p:sp>
        <p:nvSpPr>
          <p:cNvPr id="100" name="Flèche droite 223">
            <a:extLst>
              <a:ext uri="{FF2B5EF4-FFF2-40B4-BE49-F238E27FC236}">
                <a16:creationId xmlns:a16="http://schemas.microsoft.com/office/drawing/2014/main" id="{7EF5212B-ACA5-DFC9-5073-088D6DA6B780}"/>
              </a:ext>
            </a:extLst>
          </p:cNvPr>
          <p:cNvSpPr/>
          <p:nvPr/>
        </p:nvSpPr>
        <p:spPr>
          <a:xfrm>
            <a:off x="5106728" y="1732500"/>
            <a:ext cx="2059971" cy="945033"/>
          </a:xfrm>
          <a:prstGeom prst="rightArrow">
            <a:avLst/>
          </a:prstGeom>
          <a:ln w="19050">
            <a:solidFill>
              <a:schemeClr val="tx2"/>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fr-FR" sz="2000" b="1">
                <a:solidFill>
                  <a:schemeClr val="tx2"/>
                </a:solidFill>
              </a:rPr>
              <a:t>Urbanisation</a:t>
            </a:r>
          </a:p>
        </p:txBody>
      </p:sp>
      <p:grpSp>
        <p:nvGrpSpPr>
          <p:cNvPr id="101" name="Groupe 100">
            <a:extLst>
              <a:ext uri="{FF2B5EF4-FFF2-40B4-BE49-F238E27FC236}">
                <a16:creationId xmlns:a16="http://schemas.microsoft.com/office/drawing/2014/main" id="{CAB961EF-A802-0985-0A8B-C03372506CCB}"/>
              </a:ext>
            </a:extLst>
          </p:cNvPr>
          <p:cNvGrpSpPr/>
          <p:nvPr/>
        </p:nvGrpSpPr>
        <p:grpSpPr>
          <a:xfrm>
            <a:off x="1309769" y="1524470"/>
            <a:ext cx="2742848" cy="2051223"/>
            <a:chOff x="671707" y="931288"/>
            <a:chExt cx="3650731" cy="2481980"/>
          </a:xfrm>
        </p:grpSpPr>
        <p:sp>
          <p:nvSpPr>
            <p:cNvPr id="102" name="Rectangle 13">
              <a:extLst>
                <a:ext uri="{FF2B5EF4-FFF2-40B4-BE49-F238E27FC236}">
                  <a16:creationId xmlns:a16="http://schemas.microsoft.com/office/drawing/2014/main" id="{D6B99837-5D23-BFEB-1358-8DB64B627DF7}"/>
                </a:ext>
              </a:extLst>
            </p:cNvPr>
            <p:cNvSpPr>
              <a:spLocks noChangeArrowheads="1"/>
            </p:cNvSpPr>
            <p:nvPr/>
          </p:nvSpPr>
          <p:spPr bwMode="auto">
            <a:xfrm>
              <a:off x="671707" y="2221237"/>
              <a:ext cx="465017" cy="211107"/>
            </a:xfrm>
            <a:prstGeom prst="rect">
              <a:avLst/>
            </a:prstGeom>
            <a:solidFill>
              <a:srgbClr val="FFC000"/>
            </a:solidFill>
            <a:ln w="9525">
              <a:solidFill>
                <a:schemeClr val="bg2"/>
              </a:solidFill>
              <a:miter lim="800000"/>
              <a:headEnd/>
              <a:tailEnd/>
            </a:ln>
            <a:effectLst/>
          </p:spPr>
          <p:txBody>
            <a:bodyPr wrap="none" anchor="ctr"/>
            <a:lstStyle/>
            <a:p>
              <a:endParaRPr lang="fr-FR"/>
            </a:p>
          </p:txBody>
        </p:sp>
        <p:sp>
          <p:nvSpPr>
            <p:cNvPr id="103" name="Rectangle 7">
              <a:extLst>
                <a:ext uri="{FF2B5EF4-FFF2-40B4-BE49-F238E27FC236}">
                  <a16:creationId xmlns:a16="http://schemas.microsoft.com/office/drawing/2014/main" id="{22A89D91-1CBB-1784-29DE-94E54813C776}"/>
                </a:ext>
              </a:extLst>
            </p:cNvPr>
            <p:cNvSpPr>
              <a:spLocks noChangeArrowheads="1"/>
            </p:cNvSpPr>
            <p:nvPr/>
          </p:nvSpPr>
          <p:spPr bwMode="auto">
            <a:xfrm>
              <a:off x="766467" y="1335867"/>
              <a:ext cx="267536" cy="215238"/>
            </a:xfrm>
            <a:prstGeom prst="rect">
              <a:avLst/>
            </a:prstGeom>
            <a:solidFill>
              <a:srgbClr val="FF0000"/>
            </a:solidFill>
            <a:ln w="9525">
              <a:solidFill>
                <a:schemeClr val="bg2"/>
              </a:solidFill>
              <a:miter lim="800000"/>
              <a:headEnd/>
              <a:tailEnd/>
            </a:ln>
            <a:effectLst/>
          </p:spPr>
          <p:txBody>
            <a:bodyPr wrap="none" anchor="ctr"/>
            <a:lstStyle/>
            <a:p>
              <a:endParaRPr lang="fr-FR"/>
            </a:p>
          </p:txBody>
        </p:sp>
        <p:sp>
          <p:nvSpPr>
            <p:cNvPr id="104" name="Triangle isocèle 103">
              <a:extLst>
                <a:ext uri="{FF2B5EF4-FFF2-40B4-BE49-F238E27FC236}">
                  <a16:creationId xmlns:a16="http://schemas.microsoft.com/office/drawing/2014/main" id="{AC2F00BF-0E81-4A9D-E485-904E1E27EDFA}"/>
                </a:ext>
              </a:extLst>
            </p:cNvPr>
            <p:cNvSpPr/>
            <p:nvPr/>
          </p:nvSpPr>
          <p:spPr>
            <a:xfrm>
              <a:off x="755063" y="1115910"/>
              <a:ext cx="287342" cy="219957"/>
            </a:xfrm>
            <a:prstGeom prst="triangle">
              <a:avLst/>
            </a:prstGeom>
            <a:solidFill>
              <a:srgbClr val="00B0F0"/>
            </a:solidFill>
            <a:ln w="9525">
              <a:solidFill>
                <a:schemeClr val="bg2"/>
              </a:solidFill>
              <a:miter lim="800000"/>
              <a:headEnd/>
              <a:tailEnd/>
            </a:ln>
            <a:effectLst/>
          </p:spPr>
          <p:txBody>
            <a:bodyPr wrap="none" anchor="ctr"/>
            <a:lstStyle/>
            <a:p>
              <a:endParaRPr lang="fr-FR">
                <a:solidFill>
                  <a:schemeClr val="tx1"/>
                </a:solidFill>
              </a:endParaRPr>
            </a:p>
          </p:txBody>
        </p:sp>
        <p:sp>
          <p:nvSpPr>
            <p:cNvPr id="105" name="Rectangle 22">
              <a:extLst>
                <a:ext uri="{FF2B5EF4-FFF2-40B4-BE49-F238E27FC236}">
                  <a16:creationId xmlns:a16="http://schemas.microsoft.com/office/drawing/2014/main" id="{EADFA421-910E-EAF2-1CB6-3CB14A786EBB}"/>
                </a:ext>
              </a:extLst>
            </p:cNvPr>
            <p:cNvSpPr>
              <a:spLocks noChangeArrowheads="1"/>
            </p:cNvSpPr>
            <p:nvPr/>
          </p:nvSpPr>
          <p:spPr bwMode="auto">
            <a:xfrm>
              <a:off x="675602" y="2018974"/>
              <a:ext cx="465017" cy="211635"/>
            </a:xfrm>
            <a:prstGeom prst="rect">
              <a:avLst/>
            </a:prstGeom>
            <a:solidFill>
              <a:srgbClr val="FF0000"/>
            </a:solidFill>
            <a:ln w="9525">
              <a:solidFill>
                <a:schemeClr val="bg2"/>
              </a:solidFill>
              <a:miter lim="800000"/>
              <a:headEnd/>
              <a:tailEnd/>
            </a:ln>
            <a:effectLst/>
          </p:spPr>
          <p:txBody>
            <a:bodyPr wrap="none" anchor="ctr"/>
            <a:lstStyle/>
            <a:p>
              <a:endParaRPr lang="fr-FR"/>
            </a:p>
          </p:txBody>
        </p:sp>
        <p:sp>
          <p:nvSpPr>
            <p:cNvPr id="106" name="Triangle isocèle 105">
              <a:extLst>
                <a:ext uri="{FF2B5EF4-FFF2-40B4-BE49-F238E27FC236}">
                  <a16:creationId xmlns:a16="http://schemas.microsoft.com/office/drawing/2014/main" id="{A1AFA6B4-915C-6D25-7A7F-D94C00D030A2}"/>
                </a:ext>
              </a:extLst>
            </p:cNvPr>
            <p:cNvSpPr/>
            <p:nvPr/>
          </p:nvSpPr>
          <p:spPr>
            <a:xfrm>
              <a:off x="1515978" y="1594628"/>
              <a:ext cx="287342" cy="219957"/>
            </a:xfrm>
            <a:prstGeom prst="triangle">
              <a:avLst/>
            </a:prstGeom>
            <a:solidFill>
              <a:srgbClr val="92D050"/>
            </a:solidFill>
            <a:ln w="9525">
              <a:solidFill>
                <a:schemeClr val="bg2"/>
              </a:solidFill>
              <a:miter lim="800000"/>
              <a:headEnd/>
              <a:tailEnd/>
            </a:ln>
            <a:effectLst/>
          </p:spPr>
          <p:txBody>
            <a:bodyPr wrap="none" anchor="ctr"/>
            <a:lstStyle/>
            <a:p>
              <a:endParaRPr lang="fr-FR"/>
            </a:p>
          </p:txBody>
        </p:sp>
        <p:sp>
          <p:nvSpPr>
            <p:cNvPr id="107" name="Triangle isocèle 106">
              <a:extLst>
                <a:ext uri="{FF2B5EF4-FFF2-40B4-BE49-F238E27FC236}">
                  <a16:creationId xmlns:a16="http://schemas.microsoft.com/office/drawing/2014/main" id="{4255D7EC-1D77-055A-A7B9-E4614918CC08}"/>
                </a:ext>
              </a:extLst>
            </p:cNvPr>
            <p:cNvSpPr/>
            <p:nvPr/>
          </p:nvSpPr>
          <p:spPr>
            <a:xfrm>
              <a:off x="1804426" y="1587590"/>
              <a:ext cx="287342" cy="219957"/>
            </a:xfrm>
            <a:prstGeom prst="triangle">
              <a:avLst/>
            </a:prstGeom>
            <a:solidFill>
              <a:srgbClr val="00B0F0"/>
            </a:solidFill>
            <a:ln w="9525">
              <a:solidFill>
                <a:schemeClr val="bg2"/>
              </a:solidFill>
              <a:miter lim="800000"/>
              <a:headEnd/>
              <a:tailEnd/>
            </a:ln>
            <a:effectLst/>
          </p:spPr>
          <p:txBody>
            <a:bodyPr wrap="none" anchor="ctr"/>
            <a:lstStyle/>
            <a:p>
              <a:endParaRPr lang="fr-FR">
                <a:solidFill>
                  <a:schemeClr val="tx1"/>
                </a:solidFill>
              </a:endParaRPr>
            </a:p>
          </p:txBody>
        </p:sp>
        <p:sp>
          <p:nvSpPr>
            <p:cNvPr id="108" name="Rectangle 21">
              <a:extLst>
                <a:ext uri="{FF2B5EF4-FFF2-40B4-BE49-F238E27FC236}">
                  <a16:creationId xmlns:a16="http://schemas.microsoft.com/office/drawing/2014/main" id="{0C0CF34E-319E-3C7D-337A-9578F1261ACA}"/>
                </a:ext>
              </a:extLst>
            </p:cNvPr>
            <p:cNvSpPr>
              <a:spLocks noChangeArrowheads="1"/>
            </p:cNvSpPr>
            <p:nvPr/>
          </p:nvSpPr>
          <p:spPr bwMode="auto">
            <a:xfrm flipV="1">
              <a:off x="1669234" y="1575137"/>
              <a:ext cx="267535" cy="242174"/>
            </a:xfrm>
            <a:prstGeom prst="triangle">
              <a:avLst/>
            </a:prstGeom>
            <a:solidFill>
              <a:srgbClr val="FFFF00"/>
            </a:solidFill>
            <a:ln w="9525">
              <a:solidFill>
                <a:schemeClr val="bg2"/>
              </a:solidFill>
              <a:miter lim="800000"/>
              <a:headEnd/>
              <a:tailEnd/>
            </a:ln>
            <a:effectLst/>
          </p:spPr>
          <p:txBody>
            <a:bodyPr wrap="none" anchor="ctr"/>
            <a:lstStyle/>
            <a:p>
              <a:endParaRPr lang="fr-FR"/>
            </a:p>
          </p:txBody>
        </p:sp>
        <p:sp>
          <p:nvSpPr>
            <p:cNvPr id="109" name="Rectangle 13">
              <a:extLst>
                <a:ext uri="{FF2B5EF4-FFF2-40B4-BE49-F238E27FC236}">
                  <a16:creationId xmlns:a16="http://schemas.microsoft.com/office/drawing/2014/main" id="{CB80454B-E70F-59D2-054A-52E94EEC6AA6}"/>
                </a:ext>
              </a:extLst>
            </p:cNvPr>
            <p:cNvSpPr>
              <a:spLocks noChangeArrowheads="1"/>
            </p:cNvSpPr>
            <p:nvPr/>
          </p:nvSpPr>
          <p:spPr bwMode="auto">
            <a:xfrm>
              <a:off x="1505582" y="2619233"/>
              <a:ext cx="532149" cy="202073"/>
            </a:xfrm>
            <a:prstGeom prst="rect">
              <a:avLst/>
            </a:prstGeom>
            <a:solidFill>
              <a:srgbClr val="FFC000"/>
            </a:solidFill>
            <a:ln w="9525">
              <a:solidFill>
                <a:schemeClr val="bg2"/>
              </a:solidFill>
              <a:miter lim="800000"/>
              <a:headEnd/>
              <a:tailEnd/>
            </a:ln>
            <a:effectLst/>
          </p:spPr>
          <p:txBody>
            <a:bodyPr wrap="none" anchor="ctr"/>
            <a:lstStyle/>
            <a:p>
              <a:endParaRPr lang="fr-FR"/>
            </a:p>
          </p:txBody>
        </p:sp>
        <p:sp>
          <p:nvSpPr>
            <p:cNvPr id="110" name="Losange 109">
              <a:extLst>
                <a:ext uri="{FF2B5EF4-FFF2-40B4-BE49-F238E27FC236}">
                  <a16:creationId xmlns:a16="http://schemas.microsoft.com/office/drawing/2014/main" id="{8970D3BF-7A84-9BD7-813A-32EF0B1AE175}"/>
                </a:ext>
              </a:extLst>
            </p:cNvPr>
            <p:cNvSpPr/>
            <p:nvPr/>
          </p:nvSpPr>
          <p:spPr>
            <a:xfrm>
              <a:off x="1627986" y="2237322"/>
              <a:ext cx="267534" cy="360051"/>
            </a:xfrm>
            <a:prstGeom prst="diamond">
              <a:avLst/>
            </a:prstGeom>
            <a:solidFill>
              <a:srgbClr val="00B0F0"/>
            </a:solidFill>
            <a:ln w="9525">
              <a:solidFill>
                <a:schemeClr val="bg2"/>
              </a:solidFill>
              <a:miter lim="800000"/>
              <a:headEnd/>
              <a:tailEnd/>
            </a:ln>
            <a:effectLst/>
          </p:spPr>
          <p:txBody>
            <a:bodyPr wrap="none" anchor="ctr"/>
            <a:lstStyle/>
            <a:p>
              <a:endParaRPr lang="fr-FR">
                <a:solidFill>
                  <a:schemeClr val="tx1"/>
                </a:solidFill>
              </a:endParaRPr>
            </a:p>
          </p:txBody>
        </p:sp>
        <p:sp>
          <p:nvSpPr>
            <p:cNvPr id="111" name="Triangle isocèle 110">
              <a:extLst>
                <a:ext uri="{FF2B5EF4-FFF2-40B4-BE49-F238E27FC236}">
                  <a16:creationId xmlns:a16="http://schemas.microsoft.com/office/drawing/2014/main" id="{6011EDC8-88D2-FC0C-8E83-480C4727837C}"/>
                </a:ext>
              </a:extLst>
            </p:cNvPr>
            <p:cNvSpPr/>
            <p:nvPr/>
          </p:nvSpPr>
          <p:spPr>
            <a:xfrm>
              <a:off x="1748864" y="2402311"/>
              <a:ext cx="287342" cy="219957"/>
            </a:xfrm>
            <a:prstGeom prst="triangle">
              <a:avLst/>
            </a:prstGeom>
            <a:solidFill>
              <a:srgbClr val="92D050"/>
            </a:solidFill>
            <a:ln w="9525">
              <a:solidFill>
                <a:schemeClr val="bg2"/>
              </a:solidFill>
              <a:miter lim="800000"/>
              <a:headEnd/>
              <a:tailEnd/>
            </a:ln>
            <a:effectLst/>
          </p:spPr>
          <p:txBody>
            <a:bodyPr wrap="none" anchor="ctr"/>
            <a:lstStyle/>
            <a:p>
              <a:endParaRPr lang="fr-FR"/>
            </a:p>
          </p:txBody>
        </p:sp>
        <p:sp>
          <p:nvSpPr>
            <p:cNvPr id="112" name="Losange 111">
              <a:extLst>
                <a:ext uri="{FF2B5EF4-FFF2-40B4-BE49-F238E27FC236}">
                  <a16:creationId xmlns:a16="http://schemas.microsoft.com/office/drawing/2014/main" id="{80355F8D-2AE5-A605-54D0-375A5780B68F}"/>
                </a:ext>
              </a:extLst>
            </p:cNvPr>
            <p:cNvSpPr/>
            <p:nvPr/>
          </p:nvSpPr>
          <p:spPr>
            <a:xfrm>
              <a:off x="908638" y="931288"/>
              <a:ext cx="267534" cy="391943"/>
            </a:xfrm>
            <a:prstGeom prst="diamond">
              <a:avLst/>
            </a:prstGeom>
            <a:solidFill>
              <a:srgbClr val="FFC000"/>
            </a:solidFill>
            <a:ln w="9525">
              <a:solidFill>
                <a:schemeClr val="bg2"/>
              </a:solidFill>
              <a:miter lim="800000"/>
              <a:headEnd/>
              <a:tailEnd/>
            </a:ln>
            <a:effectLst/>
          </p:spPr>
          <p:txBody>
            <a:bodyPr wrap="none" anchor="ctr"/>
            <a:lstStyle/>
            <a:p>
              <a:endParaRPr lang="fr-FR">
                <a:solidFill>
                  <a:schemeClr val="tx1"/>
                </a:solidFill>
              </a:endParaRPr>
            </a:p>
          </p:txBody>
        </p:sp>
        <p:sp>
          <p:nvSpPr>
            <p:cNvPr id="113" name="Rectangle 13">
              <a:extLst>
                <a:ext uri="{FF2B5EF4-FFF2-40B4-BE49-F238E27FC236}">
                  <a16:creationId xmlns:a16="http://schemas.microsoft.com/office/drawing/2014/main" id="{81A90B17-0BA0-3B4C-533E-9B556B6CA148}"/>
                </a:ext>
              </a:extLst>
            </p:cNvPr>
            <p:cNvSpPr>
              <a:spLocks noChangeArrowheads="1"/>
            </p:cNvSpPr>
            <p:nvPr/>
          </p:nvSpPr>
          <p:spPr bwMode="auto">
            <a:xfrm>
              <a:off x="2389880" y="2932484"/>
              <a:ext cx="117089" cy="480784"/>
            </a:xfrm>
            <a:prstGeom prst="rect">
              <a:avLst/>
            </a:prstGeom>
            <a:solidFill>
              <a:srgbClr val="FFC000"/>
            </a:solidFill>
            <a:ln w="9525">
              <a:solidFill>
                <a:schemeClr val="bg2"/>
              </a:solidFill>
              <a:miter lim="800000"/>
              <a:headEnd/>
              <a:tailEnd/>
            </a:ln>
            <a:effectLst/>
          </p:spPr>
          <p:txBody>
            <a:bodyPr wrap="none" anchor="ctr"/>
            <a:lstStyle/>
            <a:p>
              <a:endParaRPr lang="fr-FR"/>
            </a:p>
          </p:txBody>
        </p:sp>
        <p:sp>
          <p:nvSpPr>
            <p:cNvPr id="114" name="Rectangle 22">
              <a:extLst>
                <a:ext uri="{FF2B5EF4-FFF2-40B4-BE49-F238E27FC236}">
                  <a16:creationId xmlns:a16="http://schemas.microsoft.com/office/drawing/2014/main" id="{A91131E9-28BC-9F3A-856D-CC059FD41527}"/>
                </a:ext>
              </a:extLst>
            </p:cNvPr>
            <p:cNvSpPr>
              <a:spLocks noChangeArrowheads="1"/>
            </p:cNvSpPr>
            <p:nvPr/>
          </p:nvSpPr>
          <p:spPr bwMode="auto">
            <a:xfrm>
              <a:off x="2497987" y="2934968"/>
              <a:ext cx="360750" cy="452824"/>
            </a:xfrm>
            <a:prstGeom prst="rect">
              <a:avLst/>
            </a:prstGeom>
            <a:solidFill>
              <a:srgbClr val="FF0000"/>
            </a:solidFill>
            <a:ln w="9525">
              <a:solidFill>
                <a:schemeClr val="bg2"/>
              </a:solidFill>
              <a:miter lim="800000"/>
              <a:headEnd/>
              <a:tailEnd/>
            </a:ln>
            <a:effectLst/>
          </p:spPr>
          <p:txBody>
            <a:bodyPr wrap="none" anchor="ctr"/>
            <a:lstStyle/>
            <a:p>
              <a:endParaRPr lang="fr-FR"/>
            </a:p>
          </p:txBody>
        </p:sp>
        <p:sp>
          <p:nvSpPr>
            <p:cNvPr id="115" name="Losange 114">
              <a:extLst>
                <a:ext uri="{FF2B5EF4-FFF2-40B4-BE49-F238E27FC236}">
                  <a16:creationId xmlns:a16="http://schemas.microsoft.com/office/drawing/2014/main" id="{A8FD654C-D681-D2CD-EE14-925364BE7837}"/>
                </a:ext>
              </a:extLst>
            </p:cNvPr>
            <p:cNvSpPr/>
            <p:nvPr/>
          </p:nvSpPr>
          <p:spPr>
            <a:xfrm>
              <a:off x="2187620" y="1134890"/>
              <a:ext cx="267534" cy="360051"/>
            </a:xfrm>
            <a:prstGeom prst="diamond">
              <a:avLst/>
            </a:prstGeom>
            <a:solidFill>
              <a:srgbClr val="FFC000"/>
            </a:solidFill>
            <a:ln w="9525">
              <a:solidFill>
                <a:schemeClr val="bg2"/>
              </a:solidFill>
              <a:miter lim="800000"/>
              <a:headEnd/>
              <a:tailEnd/>
            </a:ln>
            <a:effectLst/>
          </p:spPr>
          <p:txBody>
            <a:bodyPr wrap="none" anchor="ctr"/>
            <a:lstStyle/>
            <a:p>
              <a:endParaRPr lang="fr-FR">
                <a:solidFill>
                  <a:schemeClr val="tx1"/>
                </a:solidFill>
              </a:endParaRPr>
            </a:p>
          </p:txBody>
        </p:sp>
        <p:sp>
          <p:nvSpPr>
            <p:cNvPr id="116" name="Losange 115">
              <a:extLst>
                <a:ext uri="{FF2B5EF4-FFF2-40B4-BE49-F238E27FC236}">
                  <a16:creationId xmlns:a16="http://schemas.microsoft.com/office/drawing/2014/main" id="{EEB4D915-D787-5FFE-C7CA-9C22A2112AA5}"/>
                </a:ext>
              </a:extLst>
            </p:cNvPr>
            <p:cNvSpPr/>
            <p:nvPr/>
          </p:nvSpPr>
          <p:spPr>
            <a:xfrm>
              <a:off x="2313151" y="1312594"/>
              <a:ext cx="267534" cy="360051"/>
            </a:xfrm>
            <a:prstGeom prst="diamond">
              <a:avLst/>
            </a:prstGeom>
            <a:solidFill>
              <a:srgbClr val="00B0F0"/>
            </a:solidFill>
            <a:ln w="9525">
              <a:solidFill>
                <a:schemeClr val="bg2"/>
              </a:solidFill>
              <a:miter lim="800000"/>
              <a:headEnd/>
              <a:tailEnd/>
            </a:ln>
            <a:effectLst/>
          </p:spPr>
          <p:txBody>
            <a:bodyPr wrap="none" anchor="ctr"/>
            <a:lstStyle/>
            <a:p>
              <a:endParaRPr lang="fr-FR">
                <a:solidFill>
                  <a:schemeClr val="tx1"/>
                </a:solidFill>
              </a:endParaRPr>
            </a:p>
          </p:txBody>
        </p:sp>
        <p:sp>
          <p:nvSpPr>
            <p:cNvPr id="117" name="Triangle isocèle 116">
              <a:extLst>
                <a:ext uri="{FF2B5EF4-FFF2-40B4-BE49-F238E27FC236}">
                  <a16:creationId xmlns:a16="http://schemas.microsoft.com/office/drawing/2014/main" id="{76034F83-7B2F-0F6B-E9E9-33DEDD569B4B}"/>
                </a:ext>
              </a:extLst>
            </p:cNvPr>
            <p:cNvSpPr/>
            <p:nvPr/>
          </p:nvSpPr>
          <p:spPr>
            <a:xfrm>
              <a:off x="3523688" y="2916361"/>
              <a:ext cx="287342" cy="219957"/>
            </a:xfrm>
            <a:prstGeom prst="triangle">
              <a:avLst/>
            </a:prstGeom>
            <a:solidFill>
              <a:srgbClr val="92D050"/>
            </a:solidFill>
            <a:ln w="9525">
              <a:solidFill>
                <a:schemeClr val="bg2"/>
              </a:solidFill>
              <a:miter lim="800000"/>
              <a:headEnd/>
              <a:tailEnd/>
            </a:ln>
            <a:effectLst/>
          </p:spPr>
          <p:txBody>
            <a:bodyPr wrap="none" anchor="ctr"/>
            <a:lstStyle/>
            <a:p>
              <a:endParaRPr lang="fr-FR"/>
            </a:p>
          </p:txBody>
        </p:sp>
        <p:sp>
          <p:nvSpPr>
            <p:cNvPr id="118" name="Rectangle 21">
              <a:extLst>
                <a:ext uri="{FF2B5EF4-FFF2-40B4-BE49-F238E27FC236}">
                  <a16:creationId xmlns:a16="http://schemas.microsoft.com/office/drawing/2014/main" id="{E9683C76-6D8C-4525-D8C4-AC395ED13E1B}"/>
                </a:ext>
              </a:extLst>
            </p:cNvPr>
            <p:cNvSpPr>
              <a:spLocks noChangeArrowheads="1"/>
            </p:cNvSpPr>
            <p:nvPr/>
          </p:nvSpPr>
          <p:spPr bwMode="auto">
            <a:xfrm flipV="1">
              <a:off x="3676944" y="2896870"/>
              <a:ext cx="267535" cy="242174"/>
            </a:xfrm>
            <a:prstGeom prst="triangle">
              <a:avLst/>
            </a:prstGeom>
            <a:solidFill>
              <a:srgbClr val="FFFF00"/>
            </a:solidFill>
            <a:ln w="9525">
              <a:solidFill>
                <a:schemeClr val="bg2"/>
              </a:solidFill>
              <a:miter lim="800000"/>
              <a:headEnd/>
              <a:tailEnd/>
            </a:ln>
            <a:effectLst/>
          </p:spPr>
          <p:txBody>
            <a:bodyPr wrap="none" anchor="ctr"/>
            <a:lstStyle/>
            <a:p>
              <a:endParaRPr lang="fr-FR"/>
            </a:p>
          </p:txBody>
        </p:sp>
        <p:sp>
          <p:nvSpPr>
            <p:cNvPr id="119" name="Rectangle 13">
              <a:extLst>
                <a:ext uri="{FF2B5EF4-FFF2-40B4-BE49-F238E27FC236}">
                  <a16:creationId xmlns:a16="http://schemas.microsoft.com/office/drawing/2014/main" id="{971CCF4E-57B0-4629-3D9B-AC684C71B3B3}"/>
                </a:ext>
              </a:extLst>
            </p:cNvPr>
            <p:cNvSpPr>
              <a:spLocks noChangeArrowheads="1"/>
            </p:cNvSpPr>
            <p:nvPr/>
          </p:nvSpPr>
          <p:spPr bwMode="auto">
            <a:xfrm>
              <a:off x="3676944" y="2755697"/>
              <a:ext cx="267535" cy="141059"/>
            </a:xfrm>
            <a:prstGeom prst="rect">
              <a:avLst/>
            </a:prstGeom>
            <a:solidFill>
              <a:srgbClr val="FFC000"/>
            </a:solidFill>
            <a:ln w="9525">
              <a:solidFill>
                <a:schemeClr val="bg2"/>
              </a:solidFill>
              <a:miter lim="800000"/>
              <a:headEnd/>
              <a:tailEnd/>
            </a:ln>
            <a:effectLst/>
          </p:spPr>
          <p:txBody>
            <a:bodyPr wrap="none" anchor="ctr"/>
            <a:lstStyle/>
            <a:p>
              <a:endParaRPr lang="fr-FR"/>
            </a:p>
          </p:txBody>
        </p:sp>
        <p:sp>
          <p:nvSpPr>
            <p:cNvPr id="120" name="Rectangle 13">
              <a:extLst>
                <a:ext uri="{FF2B5EF4-FFF2-40B4-BE49-F238E27FC236}">
                  <a16:creationId xmlns:a16="http://schemas.microsoft.com/office/drawing/2014/main" id="{11EBBE1A-09A7-8AA2-87D0-E9A96BECCEA3}"/>
                </a:ext>
              </a:extLst>
            </p:cNvPr>
            <p:cNvSpPr>
              <a:spLocks noChangeArrowheads="1"/>
            </p:cNvSpPr>
            <p:nvPr/>
          </p:nvSpPr>
          <p:spPr bwMode="auto">
            <a:xfrm>
              <a:off x="3109533" y="1119968"/>
              <a:ext cx="117089" cy="132905"/>
            </a:xfrm>
            <a:prstGeom prst="rect">
              <a:avLst/>
            </a:prstGeom>
            <a:solidFill>
              <a:srgbClr val="FFC000"/>
            </a:solidFill>
            <a:ln w="9525">
              <a:solidFill>
                <a:schemeClr val="bg2"/>
              </a:solidFill>
              <a:miter lim="800000"/>
              <a:headEnd/>
              <a:tailEnd/>
            </a:ln>
            <a:effectLst/>
          </p:spPr>
          <p:txBody>
            <a:bodyPr wrap="none" anchor="ctr"/>
            <a:lstStyle/>
            <a:p>
              <a:endParaRPr lang="fr-FR"/>
            </a:p>
          </p:txBody>
        </p:sp>
        <p:sp>
          <p:nvSpPr>
            <p:cNvPr id="121" name="Rectangle 22">
              <a:extLst>
                <a:ext uri="{FF2B5EF4-FFF2-40B4-BE49-F238E27FC236}">
                  <a16:creationId xmlns:a16="http://schemas.microsoft.com/office/drawing/2014/main" id="{BDB2EFE1-3ACE-476A-9D00-27C1B0DA6560}"/>
                </a:ext>
              </a:extLst>
            </p:cNvPr>
            <p:cNvSpPr>
              <a:spLocks noChangeArrowheads="1"/>
            </p:cNvSpPr>
            <p:nvPr/>
          </p:nvSpPr>
          <p:spPr bwMode="auto">
            <a:xfrm>
              <a:off x="3217640" y="1122452"/>
              <a:ext cx="360750" cy="125176"/>
            </a:xfrm>
            <a:prstGeom prst="rect">
              <a:avLst/>
            </a:prstGeom>
            <a:solidFill>
              <a:srgbClr val="FF0000"/>
            </a:solidFill>
            <a:ln w="9525">
              <a:solidFill>
                <a:schemeClr val="bg2"/>
              </a:solidFill>
              <a:miter lim="800000"/>
              <a:headEnd/>
              <a:tailEnd/>
            </a:ln>
            <a:effectLst/>
          </p:spPr>
          <p:txBody>
            <a:bodyPr wrap="none" anchor="ctr"/>
            <a:lstStyle/>
            <a:p>
              <a:endParaRPr lang="fr-FR"/>
            </a:p>
          </p:txBody>
        </p:sp>
        <p:sp>
          <p:nvSpPr>
            <p:cNvPr id="122" name="Rectangle 22">
              <a:extLst>
                <a:ext uri="{FF2B5EF4-FFF2-40B4-BE49-F238E27FC236}">
                  <a16:creationId xmlns:a16="http://schemas.microsoft.com/office/drawing/2014/main" id="{88A8E6E2-0F8F-4023-E183-33C8F19D04EF}"/>
                </a:ext>
              </a:extLst>
            </p:cNvPr>
            <p:cNvSpPr>
              <a:spLocks noChangeArrowheads="1"/>
            </p:cNvSpPr>
            <p:nvPr/>
          </p:nvSpPr>
          <p:spPr bwMode="auto">
            <a:xfrm>
              <a:off x="3109533" y="1243973"/>
              <a:ext cx="117089" cy="363705"/>
            </a:xfrm>
            <a:prstGeom prst="rect">
              <a:avLst/>
            </a:prstGeom>
            <a:solidFill>
              <a:srgbClr val="FF0000"/>
            </a:solidFill>
            <a:ln w="9525">
              <a:solidFill>
                <a:schemeClr val="bg2"/>
              </a:solidFill>
              <a:miter lim="800000"/>
              <a:headEnd/>
              <a:tailEnd/>
            </a:ln>
            <a:effectLst/>
          </p:spPr>
          <p:txBody>
            <a:bodyPr wrap="none" anchor="ctr"/>
            <a:lstStyle/>
            <a:p>
              <a:endParaRPr lang="fr-FR"/>
            </a:p>
          </p:txBody>
        </p:sp>
        <p:sp>
          <p:nvSpPr>
            <p:cNvPr id="123" name="Rectangle 13">
              <a:extLst>
                <a:ext uri="{FF2B5EF4-FFF2-40B4-BE49-F238E27FC236}">
                  <a16:creationId xmlns:a16="http://schemas.microsoft.com/office/drawing/2014/main" id="{7CD6F6F9-B5AD-5106-FD8A-B26A9139DE88}"/>
                </a:ext>
              </a:extLst>
            </p:cNvPr>
            <p:cNvSpPr>
              <a:spLocks noChangeArrowheads="1"/>
            </p:cNvSpPr>
            <p:nvPr/>
          </p:nvSpPr>
          <p:spPr bwMode="auto">
            <a:xfrm>
              <a:off x="3221147" y="1252873"/>
              <a:ext cx="357243" cy="345042"/>
            </a:xfrm>
            <a:prstGeom prst="rect">
              <a:avLst/>
            </a:prstGeom>
            <a:solidFill>
              <a:srgbClr val="FFC000"/>
            </a:solidFill>
            <a:ln w="9525">
              <a:solidFill>
                <a:schemeClr val="bg2"/>
              </a:solidFill>
              <a:miter lim="800000"/>
              <a:headEnd/>
              <a:tailEnd/>
            </a:ln>
            <a:effectLst/>
          </p:spPr>
          <p:txBody>
            <a:bodyPr wrap="none" anchor="ctr"/>
            <a:lstStyle/>
            <a:p>
              <a:endParaRPr lang="fr-FR"/>
            </a:p>
          </p:txBody>
        </p:sp>
        <p:sp>
          <p:nvSpPr>
            <p:cNvPr id="124" name="Losange 123">
              <a:extLst>
                <a:ext uri="{FF2B5EF4-FFF2-40B4-BE49-F238E27FC236}">
                  <a16:creationId xmlns:a16="http://schemas.microsoft.com/office/drawing/2014/main" id="{260B43B1-33CB-91D5-A587-C6DF6A6A67D5}"/>
                </a:ext>
              </a:extLst>
            </p:cNvPr>
            <p:cNvSpPr/>
            <p:nvPr/>
          </p:nvSpPr>
          <p:spPr>
            <a:xfrm>
              <a:off x="3178870" y="2218516"/>
              <a:ext cx="267534" cy="360051"/>
            </a:xfrm>
            <a:prstGeom prst="diamond">
              <a:avLst/>
            </a:prstGeom>
            <a:solidFill>
              <a:srgbClr val="FFC000"/>
            </a:solidFill>
            <a:ln w="9525">
              <a:solidFill>
                <a:schemeClr val="bg2"/>
              </a:solidFill>
              <a:miter lim="800000"/>
              <a:headEnd/>
              <a:tailEnd/>
            </a:ln>
            <a:effectLst/>
          </p:spPr>
          <p:txBody>
            <a:bodyPr wrap="none" anchor="ctr"/>
            <a:lstStyle/>
            <a:p>
              <a:endParaRPr lang="fr-FR">
                <a:solidFill>
                  <a:schemeClr val="tx1"/>
                </a:solidFill>
              </a:endParaRPr>
            </a:p>
          </p:txBody>
        </p:sp>
        <p:sp>
          <p:nvSpPr>
            <p:cNvPr id="125" name="Losange 124">
              <a:extLst>
                <a:ext uri="{FF2B5EF4-FFF2-40B4-BE49-F238E27FC236}">
                  <a16:creationId xmlns:a16="http://schemas.microsoft.com/office/drawing/2014/main" id="{C63FE911-54D7-C33C-EA80-4B562B49B7BC}"/>
                </a:ext>
              </a:extLst>
            </p:cNvPr>
            <p:cNvSpPr/>
            <p:nvPr/>
          </p:nvSpPr>
          <p:spPr>
            <a:xfrm>
              <a:off x="3057415" y="2033929"/>
              <a:ext cx="267534" cy="360051"/>
            </a:xfrm>
            <a:prstGeom prst="diamond">
              <a:avLst/>
            </a:prstGeom>
            <a:solidFill>
              <a:srgbClr val="00B0F0"/>
            </a:solidFill>
            <a:ln w="9525">
              <a:solidFill>
                <a:schemeClr val="bg2"/>
              </a:solidFill>
              <a:miter lim="800000"/>
              <a:headEnd/>
              <a:tailEnd/>
            </a:ln>
            <a:effectLst/>
          </p:spPr>
          <p:txBody>
            <a:bodyPr wrap="none" anchor="ctr"/>
            <a:lstStyle/>
            <a:p>
              <a:endParaRPr lang="fr-FR">
                <a:solidFill>
                  <a:schemeClr val="tx1"/>
                </a:solidFill>
              </a:endParaRPr>
            </a:p>
          </p:txBody>
        </p:sp>
        <p:sp>
          <p:nvSpPr>
            <p:cNvPr id="126" name="Triangle isocèle 125">
              <a:extLst>
                <a:ext uri="{FF2B5EF4-FFF2-40B4-BE49-F238E27FC236}">
                  <a16:creationId xmlns:a16="http://schemas.microsoft.com/office/drawing/2014/main" id="{B8E7DCA4-4CFE-B884-5300-E4301AE13EE9}"/>
                </a:ext>
              </a:extLst>
            </p:cNvPr>
            <p:cNvSpPr/>
            <p:nvPr/>
          </p:nvSpPr>
          <p:spPr>
            <a:xfrm>
              <a:off x="2910759" y="2191369"/>
              <a:ext cx="287342" cy="219957"/>
            </a:xfrm>
            <a:prstGeom prst="triangle">
              <a:avLst/>
            </a:prstGeom>
            <a:solidFill>
              <a:srgbClr val="92D050"/>
            </a:solidFill>
            <a:ln w="9525">
              <a:solidFill>
                <a:schemeClr val="bg2"/>
              </a:solidFill>
              <a:miter lim="800000"/>
              <a:headEnd/>
              <a:tailEnd/>
            </a:ln>
            <a:effectLst/>
          </p:spPr>
          <p:txBody>
            <a:bodyPr wrap="none" anchor="ctr"/>
            <a:lstStyle/>
            <a:p>
              <a:endParaRPr lang="fr-FR"/>
            </a:p>
          </p:txBody>
        </p:sp>
        <p:sp>
          <p:nvSpPr>
            <p:cNvPr id="127" name="Rectangle 21">
              <a:extLst>
                <a:ext uri="{FF2B5EF4-FFF2-40B4-BE49-F238E27FC236}">
                  <a16:creationId xmlns:a16="http://schemas.microsoft.com/office/drawing/2014/main" id="{008B1708-F4A4-2F41-8A78-6B2A58995AE6}"/>
                </a:ext>
              </a:extLst>
            </p:cNvPr>
            <p:cNvSpPr>
              <a:spLocks noChangeArrowheads="1"/>
            </p:cNvSpPr>
            <p:nvPr/>
          </p:nvSpPr>
          <p:spPr bwMode="auto">
            <a:xfrm flipV="1">
              <a:off x="2909105" y="2402311"/>
              <a:ext cx="267535" cy="242174"/>
            </a:xfrm>
            <a:prstGeom prst="triangle">
              <a:avLst/>
            </a:prstGeom>
            <a:solidFill>
              <a:srgbClr val="FFFF00"/>
            </a:solidFill>
            <a:ln w="9525">
              <a:solidFill>
                <a:schemeClr val="bg2"/>
              </a:solidFill>
              <a:miter lim="800000"/>
              <a:headEnd/>
              <a:tailEnd/>
            </a:ln>
            <a:effectLst/>
          </p:spPr>
          <p:txBody>
            <a:bodyPr wrap="none" anchor="ctr"/>
            <a:lstStyle/>
            <a:p>
              <a:endParaRPr lang="fr-FR"/>
            </a:p>
          </p:txBody>
        </p:sp>
        <p:sp>
          <p:nvSpPr>
            <p:cNvPr id="128" name="Triangle isocèle 127">
              <a:extLst>
                <a:ext uri="{FF2B5EF4-FFF2-40B4-BE49-F238E27FC236}">
                  <a16:creationId xmlns:a16="http://schemas.microsoft.com/office/drawing/2014/main" id="{90861D99-746A-FFC7-F50F-855ADD3A8472}"/>
                </a:ext>
              </a:extLst>
            </p:cNvPr>
            <p:cNvSpPr/>
            <p:nvPr/>
          </p:nvSpPr>
          <p:spPr>
            <a:xfrm>
              <a:off x="3051726" y="2399276"/>
              <a:ext cx="287342" cy="219957"/>
            </a:xfrm>
            <a:prstGeom prst="triangle">
              <a:avLst/>
            </a:prstGeom>
            <a:solidFill>
              <a:srgbClr val="00B0F0"/>
            </a:solidFill>
            <a:ln w="9525">
              <a:solidFill>
                <a:schemeClr val="bg2"/>
              </a:solidFill>
              <a:miter lim="800000"/>
              <a:headEnd/>
              <a:tailEnd/>
            </a:ln>
            <a:effectLst/>
          </p:spPr>
          <p:txBody>
            <a:bodyPr wrap="none" anchor="ctr"/>
            <a:lstStyle/>
            <a:p>
              <a:endParaRPr lang="fr-FR">
                <a:solidFill>
                  <a:schemeClr val="tx1"/>
                </a:solidFill>
              </a:endParaRPr>
            </a:p>
          </p:txBody>
        </p:sp>
        <p:sp>
          <p:nvSpPr>
            <p:cNvPr id="129" name="Triangle isocèle 128">
              <a:extLst>
                <a:ext uri="{FF2B5EF4-FFF2-40B4-BE49-F238E27FC236}">
                  <a16:creationId xmlns:a16="http://schemas.microsoft.com/office/drawing/2014/main" id="{AC553858-8573-230F-795D-F08FCABC73AF}"/>
                </a:ext>
              </a:extLst>
            </p:cNvPr>
            <p:cNvSpPr/>
            <p:nvPr/>
          </p:nvSpPr>
          <p:spPr>
            <a:xfrm>
              <a:off x="719828" y="3165109"/>
              <a:ext cx="287342" cy="219957"/>
            </a:xfrm>
            <a:prstGeom prst="triangle">
              <a:avLst/>
            </a:prstGeom>
            <a:solidFill>
              <a:srgbClr val="92D050"/>
            </a:solidFill>
            <a:ln w="9525">
              <a:solidFill>
                <a:schemeClr val="bg2"/>
              </a:solidFill>
              <a:miter lim="800000"/>
              <a:headEnd/>
              <a:tailEnd/>
            </a:ln>
            <a:effectLst/>
          </p:spPr>
          <p:txBody>
            <a:bodyPr wrap="none" anchor="ctr"/>
            <a:lstStyle/>
            <a:p>
              <a:endParaRPr lang="fr-FR"/>
            </a:p>
          </p:txBody>
        </p:sp>
        <p:sp>
          <p:nvSpPr>
            <p:cNvPr id="130" name="Triangle isocèle 129">
              <a:extLst>
                <a:ext uri="{FF2B5EF4-FFF2-40B4-BE49-F238E27FC236}">
                  <a16:creationId xmlns:a16="http://schemas.microsoft.com/office/drawing/2014/main" id="{18928126-EDCC-724D-3E29-B3858F7B0FF4}"/>
                </a:ext>
              </a:extLst>
            </p:cNvPr>
            <p:cNvSpPr/>
            <p:nvPr/>
          </p:nvSpPr>
          <p:spPr>
            <a:xfrm>
              <a:off x="1008276" y="3158071"/>
              <a:ext cx="287342" cy="219957"/>
            </a:xfrm>
            <a:prstGeom prst="triangle">
              <a:avLst/>
            </a:prstGeom>
            <a:solidFill>
              <a:srgbClr val="00B0F0"/>
            </a:solidFill>
            <a:ln w="9525">
              <a:solidFill>
                <a:schemeClr val="bg2"/>
              </a:solidFill>
              <a:miter lim="800000"/>
              <a:headEnd/>
              <a:tailEnd/>
            </a:ln>
            <a:effectLst/>
          </p:spPr>
          <p:txBody>
            <a:bodyPr wrap="none" anchor="ctr"/>
            <a:lstStyle/>
            <a:p>
              <a:endParaRPr lang="fr-FR">
                <a:solidFill>
                  <a:schemeClr val="tx1"/>
                </a:solidFill>
              </a:endParaRPr>
            </a:p>
          </p:txBody>
        </p:sp>
        <p:sp>
          <p:nvSpPr>
            <p:cNvPr id="131" name="Rectangle 21">
              <a:extLst>
                <a:ext uri="{FF2B5EF4-FFF2-40B4-BE49-F238E27FC236}">
                  <a16:creationId xmlns:a16="http://schemas.microsoft.com/office/drawing/2014/main" id="{121F063C-50F5-525B-13C0-4439CB584C55}"/>
                </a:ext>
              </a:extLst>
            </p:cNvPr>
            <p:cNvSpPr>
              <a:spLocks noChangeArrowheads="1"/>
            </p:cNvSpPr>
            <p:nvPr/>
          </p:nvSpPr>
          <p:spPr bwMode="auto">
            <a:xfrm flipV="1">
              <a:off x="873084" y="3145618"/>
              <a:ext cx="267535" cy="242174"/>
            </a:xfrm>
            <a:prstGeom prst="triangle">
              <a:avLst/>
            </a:prstGeom>
            <a:solidFill>
              <a:srgbClr val="FFFF00"/>
            </a:solidFill>
            <a:ln w="9525">
              <a:solidFill>
                <a:schemeClr val="bg2"/>
              </a:solidFill>
              <a:miter lim="800000"/>
              <a:headEnd/>
              <a:tailEnd/>
            </a:ln>
            <a:effectLst/>
          </p:spPr>
          <p:txBody>
            <a:bodyPr wrap="none" anchor="ctr"/>
            <a:lstStyle/>
            <a:p>
              <a:endParaRPr lang="fr-FR"/>
            </a:p>
          </p:txBody>
        </p:sp>
        <p:sp>
          <p:nvSpPr>
            <p:cNvPr id="132" name="Rectangle 13">
              <a:extLst>
                <a:ext uri="{FF2B5EF4-FFF2-40B4-BE49-F238E27FC236}">
                  <a16:creationId xmlns:a16="http://schemas.microsoft.com/office/drawing/2014/main" id="{CDE6C869-ED15-D978-AB49-8753547261A7}"/>
                </a:ext>
              </a:extLst>
            </p:cNvPr>
            <p:cNvSpPr>
              <a:spLocks noChangeArrowheads="1"/>
            </p:cNvSpPr>
            <p:nvPr/>
          </p:nvSpPr>
          <p:spPr bwMode="auto">
            <a:xfrm>
              <a:off x="873084" y="3004445"/>
              <a:ext cx="267535" cy="141059"/>
            </a:xfrm>
            <a:prstGeom prst="rect">
              <a:avLst/>
            </a:prstGeom>
            <a:solidFill>
              <a:srgbClr val="FF0000"/>
            </a:solidFill>
            <a:ln w="9525">
              <a:solidFill>
                <a:schemeClr val="bg2"/>
              </a:solidFill>
              <a:miter lim="800000"/>
              <a:headEnd/>
              <a:tailEnd/>
            </a:ln>
            <a:effectLst/>
          </p:spPr>
          <p:txBody>
            <a:bodyPr wrap="none" anchor="ctr"/>
            <a:lstStyle/>
            <a:p>
              <a:endParaRPr lang="fr-FR"/>
            </a:p>
          </p:txBody>
        </p:sp>
        <p:sp>
          <p:nvSpPr>
            <p:cNvPr id="133" name="Losange 132">
              <a:extLst>
                <a:ext uri="{FF2B5EF4-FFF2-40B4-BE49-F238E27FC236}">
                  <a16:creationId xmlns:a16="http://schemas.microsoft.com/office/drawing/2014/main" id="{870DB84F-87FD-F025-1112-876583509909}"/>
                </a:ext>
              </a:extLst>
            </p:cNvPr>
            <p:cNvSpPr/>
            <p:nvPr/>
          </p:nvSpPr>
          <p:spPr>
            <a:xfrm>
              <a:off x="4054904" y="1915553"/>
              <a:ext cx="267534" cy="360051"/>
            </a:xfrm>
            <a:prstGeom prst="diamond">
              <a:avLst/>
            </a:prstGeom>
            <a:solidFill>
              <a:srgbClr val="FFC000"/>
            </a:solidFill>
            <a:ln w="9525">
              <a:solidFill>
                <a:schemeClr val="bg2"/>
              </a:solidFill>
              <a:miter lim="800000"/>
              <a:headEnd/>
              <a:tailEnd/>
            </a:ln>
            <a:effectLst/>
          </p:spPr>
          <p:txBody>
            <a:bodyPr wrap="none" anchor="ctr"/>
            <a:lstStyle/>
            <a:p>
              <a:endParaRPr lang="fr-FR">
                <a:solidFill>
                  <a:schemeClr val="tx1"/>
                </a:solidFill>
              </a:endParaRPr>
            </a:p>
          </p:txBody>
        </p:sp>
        <p:sp>
          <p:nvSpPr>
            <p:cNvPr id="134" name="Losange 133">
              <a:extLst>
                <a:ext uri="{FF2B5EF4-FFF2-40B4-BE49-F238E27FC236}">
                  <a16:creationId xmlns:a16="http://schemas.microsoft.com/office/drawing/2014/main" id="{46A224E3-BE1C-7F2B-2EE2-9E9ED59DA11D}"/>
                </a:ext>
              </a:extLst>
            </p:cNvPr>
            <p:cNvSpPr/>
            <p:nvPr/>
          </p:nvSpPr>
          <p:spPr>
            <a:xfrm>
              <a:off x="3933449" y="1730966"/>
              <a:ext cx="267534" cy="360051"/>
            </a:xfrm>
            <a:prstGeom prst="diamond">
              <a:avLst/>
            </a:prstGeom>
            <a:solidFill>
              <a:srgbClr val="00B0F0"/>
            </a:solidFill>
            <a:ln w="9525">
              <a:solidFill>
                <a:schemeClr val="bg2"/>
              </a:solidFill>
              <a:miter lim="800000"/>
              <a:headEnd/>
              <a:tailEnd/>
            </a:ln>
            <a:effectLst/>
          </p:spPr>
          <p:txBody>
            <a:bodyPr wrap="none" anchor="ctr"/>
            <a:lstStyle/>
            <a:p>
              <a:endParaRPr lang="fr-FR">
                <a:solidFill>
                  <a:schemeClr val="tx1"/>
                </a:solidFill>
              </a:endParaRPr>
            </a:p>
          </p:txBody>
        </p:sp>
        <p:sp>
          <p:nvSpPr>
            <p:cNvPr id="135" name="Triangle isocèle 134">
              <a:extLst>
                <a:ext uri="{FF2B5EF4-FFF2-40B4-BE49-F238E27FC236}">
                  <a16:creationId xmlns:a16="http://schemas.microsoft.com/office/drawing/2014/main" id="{895C3053-69BB-1CC4-1887-50AF9417D635}"/>
                </a:ext>
              </a:extLst>
            </p:cNvPr>
            <p:cNvSpPr/>
            <p:nvPr/>
          </p:nvSpPr>
          <p:spPr>
            <a:xfrm>
              <a:off x="3789778" y="1905940"/>
              <a:ext cx="287342" cy="219957"/>
            </a:xfrm>
            <a:prstGeom prst="triangle">
              <a:avLst/>
            </a:prstGeom>
            <a:solidFill>
              <a:srgbClr val="00B0F0"/>
            </a:solidFill>
            <a:ln w="9525">
              <a:solidFill>
                <a:schemeClr val="bg2"/>
              </a:solidFill>
              <a:miter lim="800000"/>
              <a:headEnd/>
              <a:tailEnd/>
            </a:ln>
            <a:effectLst/>
          </p:spPr>
          <p:txBody>
            <a:bodyPr wrap="none" anchor="ctr"/>
            <a:lstStyle/>
            <a:p>
              <a:endParaRPr lang="fr-FR">
                <a:solidFill>
                  <a:schemeClr val="tx1"/>
                </a:solidFill>
              </a:endParaRPr>
            </a:p>
          </p:txBody>
        </p:sp>
        <p:cxnSp>
          <p:nvCxnSpPr>
            <p:cNvPr id="136" name="Connecteur en arc 303">
              <a:extLst>
                <a:ext uri="{FF2B5EF4-FFF2-40B4-BE49-F238E27FC236}">
                  <a16:creationId xmlns:a16="http://schemas.microsoft.com/office/drawing/2014/main" id="{A494F6C2-E897-ADCA-7CDA-38FE2DAF767D}"/>
                </a:ext>
              </a:extLst>
            </p:cNvPr>
            <p:cNvCxnSpPr>
              <a:stCxn id="111" idx="5"/>
              <a:endCxn id="117" idx="1"/>
            </p:cNvCxnSpPr>
            <p:nvPr/>
          </p:nvCxnSpPr>
          <p:spPr>
            <a:xfrm>
              <a:off x="1964371" y="2512290"/>
              <a:ext cx="1631153" cy="514050"/>
            </a:xfrm>
            <a:prstGeom prst="curvedConnector3">
              <a:avLst/>
            </a:prstGeom>
            <a:ln>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7" name="Connecteur en arc 304">
              <a:extLst>
                <a:ext uri="{FF2B5EF4-FFF2-40B4-BE49-F238E27FC236}">
                  <a16:creationId xmlns:a16="http://schemas.microsoft.com/office/drawing/2014/main" id="{EB3642C4-3A24-2547-B4B9-C19E10054729}"/>
                </a:ext>
              </a:extLst>
            </p:cNvPr>
            <p:cNvCxnSpPr>
              <a:stCxn id="116" idx="3"/>
              <a:endCxn id="135" idx="1"/>
            </p:cNvCxnSpPr>
            <p:nvPr/>
          </p:nvCxnSpPr>
          <p:spPr>
            <a:xfrm>
              <a:off x="2580685" y="1492620"/>
              <a:ext cx="1280929" cy="523299"/>
            </a:xfrm>
            <a:prstGeom prst="curvedConnector3">
              <a:avLst/>
            </a:prstGeom>
            <a:ln>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8" name="Connecteur en arc 307">
              <a:extLst>
                <a:ext uri="{FF2B5EF4-FFF2-40B4-BE49-F238E27FC236}">
                  <a16:creationId xmlns:a16="http://schemas.microsoft.com/office/drawing/2014/main" id="{6A269B45-EE35-38AC-1E7C-AAA716B273BC}"/>
                </a:ext>
              </a:extLst>
            </p:cNvPr>
            <p:cNvCxnSpPr>
              <a:stCxn id="106" idx="1"/>
              <a:endCxn id="125" idx="0"/>
            </p:cNvCxnSpPr>
            <p:nvPr/>
          </p:nvCxnSpPr>
          <p:spPr>
            <a:xfrm rot="10800000" flipH="1" flipV="1">
              <a:off x="1587814" y="1704607"/>
              <a:ext cx="1603368" cy="329322"/>
            </a:xfrm>
            <a:prstGeom prst="curvedConnector4">
              <a:avLst>
                <a:gd name="adj1" fmla="val -14257"/>
                <a:gd name="adj2" fmla="val 66698"/>
              </a:avLst>
            </a:prstGeom>
            <a:ln>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9" name="Connecteur en arc 310">
              <a:extLst>
                <a:ext uri="{FF2B5EF4-FFF2-40B4-BE49-F238E27FC236}">
                  <a16:creationId xmlns:a16="http://schemas.microsoft.com/office/drawing/2014/main" id="{EBAA9DEF-2823-2E5E-627D-957F538F26E4}"/>
                </a:ext>
              </a:extLst>
            </p:cNvPr>
            <p:cNvCxnSpPr>
              <a:stCxn id="112" idx="3"/>
              <a:endCxn id="120" idx="0"/>
            </p:cNvCxnSpPr>
            <p:nvPr/>
          </p:nvCxnSpPr>
          <p:spPr>
            <a:xfrm flipV="1">
              <a:off x="1176172" y="1119968"/>
              <a:ext cx="1991906" cy="7292"/>
            </a:xfrm>
            <a:prstGeom prst="curvedConnector4">
              <a:avLst>
                <a:gd name="adj1" fmla="val 48530"/>
                <a:gd name="adj2" fmla="val 3035820"/>
              </a:avLst>
            </a:prstGeom>
            <a:ln>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0" name="Connecteur en arc 314">
              <a:extLst>
                <a:ext uri="{FF2B5EF4-FFF2-40B4-BE49-F238E27FC236}">
                  <a16:creationId xmlns:a16="http://schemas.microsoft.com/office/drawing/2014/main" id="{07D197A2-84A2-FA49-8928-4573626308B5}"/>
                </a:ext>
              </a:extLst>
            </p:cNvPr>
            <p:cNvCxnSpPr>
              <a:stCxn id="103" idx="3"/>
              <a:endCxn id="108" idx="3"/>
            </p:cNvCxnSpPr>
            <p:nvPr/>
          </p:nvCxnSpPr>
          <p:spPr>
            <a:xfrm>
              <a:off x="1034003" y="1443486"/>
              <a:ext cx="768999" cy="131651"/>
            </a:xfrm>
            <a:prstGeom prst="curvedConnector2">
              <a:avLst/>
            </a:prstGeom>
            <a:ln>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1" name="Connecteur en arc 317">
              <a:extLst>
                <a:ext uri="{FF2B5EF4-FFF2-40B4-BE49-F238E27FC236}">
                  <a16:creationId xmlns:a16="http://schemas.microsoft.com/office/drawing/2014/main" id="{B3258942-94DB-2F99-606D-07BD88D2ECFD}"/>
                </a:ext>
              </a:extLst>
            </p:cNvPr>
            <p:cNvCxnSpPr>
              <a:stCxn id="104" idx="1"/>
            </p:cNvCxnSpPr>
            <p:nvPr/>
          </p:nvCxnSpPr>
          <p:spPr>
            <a:xfrm rot="10800000" flipH="1" flipV="1">
              <a:off x="826898" y="1225889"/>
              <a:ext cx="794169" cy="1179456"/>
            </a:xfrm>
            <a:prstGeom prst="curvedConnector4">
              <a:avLst>
                <a:gd name="adj1" fmla="val -28785"/>
                <a:gd name="adj2" fmla="val 54662"/>
              </a:avLst>
            </a:prstGeom>
            <a:ln>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2" name="Connecteur en arc 319">
              <a:extLst>
                <a:ext uri="{FF2B5EF4-FFF2-40B4-BE49-F238E27FC236}">
                  <a16:creationId xmlns:a16="http://schemas.microsoft.com/office/drawing/2014/main" id="{95E0E6D4-C54E-FA04-7380-5C39A66923FF}"/>
                </a:ext>
              </a:extLst>
            </p:cNvPr>
            <p:cNvCxnSpPr>
              <a:stCxn id="107" idx="4"/>
              <a:endCxn id="122" idx="1"/>
            </p:cNvCxnSpPr>
            <p:nvPr/>
          </p:nvCxnSpPr>
          <p:spPr>
            <a:xfrm rot="5400000" flipH="1" flipV="1">
              <a:off x="2409789" y="1107804"/>
              <a:ext cx="381721" cy="1017765"/>
            </a:xfrm>
            <a:prstGeom prst="curvedConnector4">
              <a:avLst>
                <a:gd name="adj1" fmla="val -59887"/>
                <a:gd name="adj2" fmla="val 50000"/>
              </a:avLst>
            </a:prstGeom>
            <a:ln>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3" name="Connecteur en arc 320">
              <a:extLst>
                <a:ext uri="{FF2B5EF4-FFF2-40B4-BE49-F238E27FC236}">
                  <a16:creationId xmlns:a16="http://schemas.microsoft.com/office/drawing/2014/main" id="{7F3ECE49-CCB4-ECC7-C029-89B715E86314}"/>
                </a:ext>
              </a:extLst>
            </p:cNvPr>
            <p:cNvCxnSpPr>
              <a:stCxn id="134" idx="0"/>
              <a:endCxn id="123" idx="3"/>
            </p:cNvCxnSpPr>
            <p:nvPr/>
          </p:nvCxnSpPr>
          <p:spPr>
            <a:xfrm rot="16200000" flipV="1">
              <a:off x="3670017" y="1333767"/>
              <a:ext cx="305572" cy="488826"/>
            </a:xfrm>
            <a:prstGeom prst="curvedConnector2">
              <a:avLst/>
            </a:prstGeom>
            <a:ln>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4" name="Connecteur en arc 323">
              <a:extLst>
                <a:ext uri="{FF2B5EF4-FFF2-40B4-BE49-F238E27FC236}">
                  <a16:creationId xmlns:a16="http://schemas.microsoft.com/office/drawing/2014/main" id="{237ED0C0-4B46-57D2-43EF-87BDECD7F3E2}"/>
                </a:ext>
              </a:extLst>
            </p:cNvPr>
            <p:cNvCxnSpPr>
              <a:stCxn id="119" idx="0"/>
              <a:endCxn id="123" idx="2"/>
            </p:cNvCxnSpPr>
            <p:nvPr/>
          </p:nvCxnSpPr>
          <p:spPr>
            <a:xfrm rot="16200000" flipV="1">
              <a:off x="3026350" y="1971334"/>
              <a:ext cx="1157782" cy="410943"/>
            </a:xfrm>
            <a:prstGeom prst="curvedConnector3">
              <a:avLst>
                <a:gd name="adj1" fmla="val 50000"/>
              </a:avLst>
            </a:prstGeom>
            <a:ln>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5" name="Connecteur en arc 326">
              <a:extLst>
                <a:ext uri="{FF2B5EF4-FFF2-40B4-BE49-F238E27FC236}">
                  <a16:creationId xmlns:a16="http://schemas.microsoft.com/office/drawing/2014/main" id="{960D30AC-D8E9-B23E-85F5-784B95B6D5E6}"/>
                </a:ext>
              </a:extLst>
            </p:cNvPr>
            <p:cNvCxnSpPr>
              <a:stCxn id="109" idx="2"/>
              <a:endCxn id="114" idx="2"/>
            </p:cNvCxnSpPr>
            <p:nvPr/>
          </p:nvCxnSpPr>
          <p:spPr>
            <a:xfrm rot="16200000" flipH="1">
              <a:off x="1941766" y="2651196"/>
              <a:ext cx="566486" cy="906705"/>
            </a:xfrm>
            <a:prstGeom prst="curvedConnector3">
              <a:avLst>
                <a:gd name="adj1" fmla="val 140354"/>
              </a:avLst>
            </a:prstGeom>
            <a:ln>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6" name="Connecteur en arc 329">
              <a:extLst>
                <a:ext uri="{FF2B5EF4-FFF2-40B4-BE49-F238E27FC236}">
                  <a16:creationId xmlns:a16="http://schemas.microsoft.com/office/drawing/2014/main" id="{F6675403-41D4-B425-C2D4-6B700ED61463}"/>
                </a:ext>
              </a:extLst>
            </p:cNvPr>
            <p:cNvCxnSpPr>
              <a:stCxn id="102" idx="2"/>
              <a:endCxn id="113" idx="1"/>
            </p:cNvCxnSpPr>
            <p:nvPr/>
          </p:nvCxnSpPr>
          <p:spPr>
            <a:xfrm rot="16200000" flipH="1">
              <a:off x="1276782" y="2059778"/>
              <a:ext cx="740532" cy="1485664"/>
            </a:xfrm>
            <a:prstGeom prst="curvedConnector2">
              <a:avLst/>
            </a:prstGeom>
            <a:ln>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7" name="Connecteur en arc 332">
              <a:extLst>
                <a:ext uri="{FF2B5EF4-FFF2-40B4-BE49-F238E27FC236}">
                  <a16:creationId xmlns:a16="http://schemas.microsoft.com/office/drawing/2014/main" id="{CD6B0FDB-A2F5-0974-A342-D68C8D54B923}"/>
                </a:ext>
              </a:extLst>
            </p:cNvPr>
            <p:cNvCxnSpPr>
              <a:stCxn id="132" idx="0"/>
              <a:endCxn id="105" idx="1"/>
            </p:cNvCxnSpPr>
            <p:nvPr/>
          </p:nvCxnSpPr>
          <p:spPr>
            <a:xfrm rot="16200000" flipV="1">
              <a:off x="401401" y="2398994"/>
              <a:ext cx="879653" cy="331250"/>
            </a:xfrm>
            <a:prstGeom prst="curvedConnector4">
              <a:avLst>
                <a:gd name="adj1" fmla="val 43985"/>
                <a:gd name="adj2" fmla="val 169011"/>
              </a:avLst>
            </a:prstGeom>
            <a:ln>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8" name="Connecteur en arc 335">
              <a:extLst>
                <a:ext uri="{FF2B5EF4-FFF2-40B4-BE49-F238E27FC236}">
                  <a16:creationId xmlns:a16="http://schemas.microsoft.com/office/drawing/2014/main" id="{69CC96A9-8E49-4482-BA4F-B09B731405A1}"/>
                </a:ext>
              </a:extLst>
            </p:cNvPr>
            <p:cNvCxnSpPr>
              <a:stCxn id="117" idx="3"/>
              <a:endCxn id="130" idx="3"/>
            </p:cNvCxnSpPr>
            <p:nvPr/>
          </p:nvCxnSpPr>
          <p:spPr>
            <a:xfrm rot="5400000">
              <a:off x="2288798" y="1999467"/>
              <a:ext cx="241710" cy="2515412"/>
            </a:xfrm>
            <a:prstGeom prst="curvedConnector3">
              <a:avLst>
                <a:gd name="adj1" fmla="val 262881"/>
              </a:avLst>
            </a:prstGeom>
            <a:ln>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9" name="Connecteur en arc 339">
              <a:extLst>
                <a:ext uri="{FF2B5EF4-FFF2-40B4-BE49-F238E27FC236}">
                  <a16:creationId xmlns:a16="http://schemas.microsoft.com/office/drawing/2014/main" id="{17C5A9C4-C721-F3EB-A319-F0FD1A4417C5}"/>
                </a:ext>
              </a:extLst>
            </p:cNvPr>
            <p:cNvCxnSpPr>
              <a:stCxn id="133" idx="2"/>
              <a:endCxn id="118" idx="5"/>
            </p:cNvCxnSpPr>
            <p:nvPr/>
          </p:nvCxnSpPr>
          <p:spPr>
            <a:xfrm rot="5400000">
              <a:off x="3661957" y="2491242"/>
              <a:ext cx="742353" cy="311076"/>
            </a:xfrm>
            <a:prstGeom prst="curvedConnector2">
              <a:avLst/>
            </a:prstGeom>
            <a:ln>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50" name="Connecteur en arc 343">
              <a:extLst>
                <a:ext uri="{FF2B5EF4-FFF2-40B4-BE49-F238E27FC236}">
                  <a16:creationId xmlns:a16="http://schemas.microsoft.com/office/drawing/2014/main" id="{9B8658B0-FA59-5BBB-ABB9-705478393203}"/>
                </a:ext>
              </a:extLst>
            </p:cNvPr>
            <p:cNvCxnSpPr>
              <a:stCxn id="126" idx="1"/>
              <a:endCxn id="110" idx="0"/>
            </p:cNvCxnSpPr>
            <p:nvPr/>
          </p:nvCxnSpPr>
          <p:spPr>
            <a:xfrm rot="10800000">
              <a:off x="1761753" y="2237322"/>
              <a:ext cx="1220842" cy="64026"/>
            </a:xfrm>
            <a:prstGeom prst="curvedConnector4">
              <a:avLst>
                <a:gd name="adj1" fmla="val 65505"/>
                <a:gd name="adj2" fmla="val 457042"/>
              </a:avLst>
            </a:prstGeom>
            <a:ln>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51" name="Connecteur en arc 347">
              <a:extLst>
                <a:ext uri="{FF2B5EF4-FFF2-40B4-BE49-F238E27FC236}">
                  <a16:creationId xmlns:a16="http://schemas.microsoft.com/office/drawing/2014/main" id="{55D3EE67-D87C-66A6-E14C-61CA7540F151}"/>
                </a:ext>
              </a:extLst>
            </p:cNvPr>
            <p:cNvCxnSpPr>
              <a:stCxn id="120" idx="1"/>
              <a:endCxn id="114" idx="0"/>
            </p:cNvCxnSpPr>
            <p:nvPr/>
          </p:nvCxnSpPr>
          <p:spPr>
            <a:xfrm rot="10800000" flipV="1">
              <a:off x="2678363" y="1186420"/>
              <a:ext cx="431171" cy="1748547"/>
            </a:xfrm>
            <a:prstGeom prst="curvedConnector2">
              <a:avLst/>
            </a:prstGeom>
            <a:ln>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A329F03E-48EC-6F8C-DC9B-76105AA8202F}"/>
              </a:ext>
            </a:extLst>
          </p:cNvPr>
          <p:cNvSpPr txBox="1"/>
          <p:nvPr/>
        </p:nvSpPr>
        <p:spPr>
          <a:xfrm>
            <a:off x="506712" y="3963819"/>
            <a:ext cx="4281188" cy="2823850"/>
          </a:xfrm>
          <a:prstGeom prst="rect">
            <a:avLst/>
          </a:prstGeom>
          <a:noFill/>
        </p:spPr>
        <p:txBody>
          <a:bodyPr wrap="square" rtlCol="0">
            <a:spAutoFit/>
          </a:bodyPr>
          <a:lstStyle/>
          <a:p>
            <a:pPr algn="just">
              <a:spcBef>
                <a:spcPts val="300"/>
              </a:spcBef>
            </a:pPr>
            <a:r>
              <a:rPr lang="fr-FR" sz="1050">
                <a:latin typeface="Arial" panose="020B0604020202020204" pitchFamily="34" charset="0"/>
                <a:cs typeface="Arial" panose="020B0604020202020204" pitchFamily="34" charset="0"/>
              </a:rPr>
              <a:t>Afin de rester </a:t>
            </a:r>
            <a:r>
              <a:rPr lang="fr-FR" sz="1050" b="1">
                <a:latin typeface="Arial" panose="020B0604020202020204" pitchFamily="34" charset="0"/>
                <a:cs typeface="Arial" panose="020B0604020202020204" pitchFamily="34" charset="0"/>
              </a:rPr>
              <a:t>concurrentielles</a:t>
            </a:r>
            <a:r>
              <a:rPr lang="fr-FR" sz="1050">
                <a:latin typeface="Arial" panose="020B0604020202020204" pitchFamily="34" charset="0"/>
                <a:cs typeface="Arial" panose="020B0604020202020204" pitchFamily="34" charset="0"/>
              </a:rPr>
              <a:t>, les entreprises doivent adopter une stratégie visant à :</a:t>
            </a:r>
          </a:p>
          <a:p>
            <a:pPr marL="285750" indent="-285750" algn="just">
              <a:spcBef>
                <a:spcPts val="300"/>
              </a:spcBef>
              <a:buClr>
                <a:schemeClr val="accent3">
                  <a:lumMod val="75000"/>
                </a:schemeClr>
              </a:buClr>
              <a:buFont typeface="Wingdings" panose="05000000000000000000" pitchFamily="2" charset="2"/>
              <a:buChar char="ü"/>
            </a:pPr>
            <a:r>
              <a:rPr lang="fr-FR" sz="1050">
                <a:latin typeface="Arial" panose="020B0604020202020204" pitchFamily="34" charset="0"/>
                <a:cs typeface="Arial" panose="020B0604020202020204" pitchFamily="34" charset="0"/>
              </a:rPr>
              <a:t>Déployer et </a:t>
            </a:r>
            <a:r>
              <a:rPr lang="fr-FR" sz="1050" b="1">
                <a:solidFill>
                  <a:schemeClr val="accent3">
                    <a:lumMod val="75000"/>
                  </a:schemeClr>
                </a:solidFill>
                <a:latin typeface="Arial" panose="020B0604020202020204" pitchFamily="34" charset="0"/>
                <a:cs typeface="Arial" panose="020B0604020202020204" pitchFamily="34" charset="0"/>
              </a:rPr>
              <a:t>délivrer rapidement </a:t>
            </a:r>
            <a:r>
              <a:rPr lang="fr-FR" sz="1050">
                <a:latin typeface="Arial" panose="020B0604020202020204" pitchFamily="34" charset="0"/>
                <a:cs typeface="Arial" panose="020B0604020202020204" pitchFamily="34" charset="0"/>
              </a:rPr>
              <a:t>de </a:t>
            </a:r>
            <a:r>
              <a:rPr lang="fr-FR" sz="1050" b="1">
                <a:solidFill>
                  <a:schemeClr val="accent3">
                    <a:lumMod val="75000"/>
                  </a:schemeClr>
                </a:solidFill>
                <a:latin typeface="Arial" panose="020B0604020202020204" pitchFamily="34" charset="0"/>
                <a:cs typeface="Arial" panose="020B0604020202020204" pitchFamily="34" charset="0"/>
              </a:rPr>
              <a:t>nouveaux services innovants</a:t>
            </a:r>
          </a:p>
          <a:p>
            <a:pPr marL="285750" indent="-285750" algn="just">
              <a:spcBef>
                <a:spcPts val="300"/>
              </a:spcBef>
              <a:buClr>
                <a:schemeClr val="accent3">
                  <a:lumMod val="75000"/>
                </a:schemeClr>
              </a:buClr>
              <a:buFont typeface="Wingdings" panose="05000000000000000000" pitchFamily="2" charset="2"/>
              <a:buChar char="ü"/>
            </a:pPr>
            <a:r>
              <a:rPr lang="fr-FR" sz="1050">
                <a:latin typeface="Arial" panose="020B0604020202020204" pitchFamily="34" charset="0"/>
                <a:cs typeface="Arial" panose="020B0604020202020204" pitchFamily="34" charset="0"/>
              </a:rPr>
              <a:t>Garantir l’</a:t>
            </a:r>
            <a:r>
              <a:rPr lang="fr-FR" sz="1050" b="1">
                <a:solidFill>
                  <a:schemeClr val="accent3">
                    <a:lumMod val="75000"/>
                  </a:schemeClr>
                </a:solidFill>
                <a:latin typeface="Arial" panose="020B0604020202020204" pitchFamily="34" charset="0"/>
                <a:cs typeface="Arial" panose="020B0604020202020204" pitchFamily="34" charset="0"/>
              </a:rPr>
              <a:t>efficacité </a:t>
            </a:r>
            <a:r>
              <a:rPr lang="fr-FR" sz="1050">
                <a:latin typeface="Arial" panose="020B0604020202020204" pitchFamily="34" charset="0"/>
                <a:cs typeface="Arial" panose="020B0604020202020204" pitchFamily="34" charset="0"/>
              </a:rPr>
              <a:t>de son offre en </a:t>
            </a:r>
            <a:r>
              <a:rPr lang="fr-FR" sz="1050" b="1">
                <a:solidFill>
                  <a:schemeClr val="accent3">
                    <a:lumMod val="75000"/>
                  </a:schemeClr>
                </a:solidFill>
                <a:latin typeface="Arial" panose="020B0604020202020204" pitchFamily="34" charset="0"/>
                <a:cs typeface="Arial" panose="020B0604020202020204" pitchFamily="34" charset="0"/>
              </a:rPr>
              <a:t>adaptant</a:t>
            </a:r>
            <a:r>
              <a:rPr lang="fr-FR" sz="1050">
                <a:latin typeface="Arial" panose="020B0604020202020204" pitchFamily="34" charset="0"/>
                <a:cs typeface="Arial" panose="020B0604020202020204" pitchFamily="34" charset="0"/>
              </a:rPr>
              <a:t> </a:t>
            </a:r>
            <a:r>
              <a:rPr lang="fr-FR" sz="1050" b="1">
                <a:solidFill>
                  <a:schemeClr val="accent3">
                    <a:lumMod val="75000"/>
                  </a:schemeClr>
                </a:solidFill>
                <a:latin typeface="Arial" panose="020B0604020202020204" pitchFamily="34" charset="0"/>
                <a:cs typeface="Arial" panose="020B0604020202020204" pitchFamily="34" charset="0"/>
              </a:rPr>
              <a:t>les services existants</a:t>
            </a:r>
            <a:r>
              <a:rPr lang="fr-FR" sz="1050">
                <a:latin typeface="Arial" panose="020B0604020202020204" pitchFamily="34" charset="0"/>
                <a:cs typeface="Arial" panose="020B0604020202020204" pitchFamily="34" charset="0"/>
              </a:rPr>
              <a:t> aux usages pour fournir une expérience utilisateur </a:t>
            </a:r>
            <a:r>
              <a:rPr lang="fr-FR" sz="1050" b="1">
                <a:solidFill>
                  <a:schemeClr val="accent3">
                    <a:lumMod val="75000"/>
                  </a:schemeClr>
                </a:solidFill>
                <a:latin typeface="Arial" panose="020B0604020202020204" pitchFamily="34" charset="0"/>
                <a:cs typeface="Arial" panose="020B0604020202020204" pitchFamily="34" charset="0"/>
              </a:rPr>
              <a:t>optimale</a:t>
            </a:r>
          </a:p>
          <a:p>
            <a:pPr marL="285750" indent="-285750" algn="just">
              <a:spcBef>
                <a:spcPts val="300"/>
              </a:spcBef>
              <a:buClr>
                <a:schemeClr val="accent3">
                  <a:lumMod val="75000"/>
                </a:schemeClr>
              </a:buClr>
              <a:buFont typeface="Wingdings" panose="05000000000000000000" pitchFamily="2" charset="2"/>
              <a:buChar char="ü"/>
            </a:pPr>
            <a:r>
              <a:rPr lang="fr-FR" sz="1050" b="1">
                <a:solidFill>
                  <a:schemeClr val="accent3">
                    <a:lumMod val="75000"/>
                  </a:schemeClr>
                </a:solidFill>
                <a:latin typeface="Arial" panose="020B0604020202020204" pitchFamily="34" charset="0"/>
                <a:cs typeface="Arial" panose="020B0604020202020204" pitchFamily="34" charset="0"/>
              </a:rPr>
              <a:t>Anticiper</a:t>
            </a:r>
            <a:r>
              <a:rPr lang="fr-FR" sz="1050">
                <a:latin typeface="Arial" panose="020B0604020202020204" pitchFamily="34" charset="0"/>
                <a:cs typeface="Arial" panose="020B0604020202020204" pitchFamily="34" charset="0"/>
              </a:rPr>
              <a:t> les besoins et les tendances grâce à une meilleure connaissance client</a:t>
            </a:r>
          </a:p>
          <a:p>
            <a:pPr marL="285750" indent="-285750" algn="just">
              <a:spcBef>
                <a:spcPts val="300"/>
              </a:spcBef>
              <a:buFont typeface="Arial" panose="020B0604020202020204" pitchFamily="34" charset="0"/>
              <a:buChar char="•"/>
            </a:pPr>
            <a:endParaRPr lang="fr-FR" sz="1050">
              <a:latin typeface="Arial" panose="020B0604020202020204" pitchFamily="34" charset="0"/>
              <a:cs typeface="Arial" panose="020B0604020202020204" pitchFamily="34" charset="0"/>
            </a:endParaRPr>
          </a:p>
          <a:p>
            <a:pPr algn="just">
              <a:spcBef>
                <a:spcPts val="300"/>
              </a:spcBef>
            </a:pPr>
            <a:r>
              <a:rPr lang="fr-FR" sz="1050">
                <a:latin typeface="Arial" panose="020B0604020202020204" pitchFamily="34" charset="0"/>
                <a:cs typeface="Arial" panose="020B0604020202020204" pitchFamily="34" charset="0"/>
              </a:rPr>
              <a:t>Cependant, sans urbanisation, le SI peut vite se transformer en « </a:t>
            </a:r>
            <a:r>
              <a:rPr lang="fr-FR" sz="1050" b="1" i="1">
                <a:solidFill>
                  <a:schemeClr val="accent1">
                    <a:lumMod val="75000"/>
                  </a:schemeClr>
                </a:solidFill>
                <a:latin typeface="Arial" panose="020B0604020202020204" pitchFamily="34" charset="0"/>
                <a:cs typeface="Arial" panose="020B0604020202020204" pitchFamily="34" charset="0"/>
              </a:rPr>
              <a:t>plat de spaghettis</a:t>
            </a:r>
            <a:r>
              <a:rPr lang="fr-FR" sz="1050">
                <a:latin typeface="Arial" panose="020B0604020202020204" pitchFamily="34" charset="0"/>
                <a:cs typeface="Arial" panose="020B0604020202020204" pitchFamily="34" charset="0"/>
              </a:rPr>
              <a:t> », entraînant des limites au niveau de :</a:t>
            </a:r>
          </a:p>
          <a:p>
            <a:pPr marL="285750" indent="-285750" algn="just">
              <a:spcBef>
                <a:spcPts val="300"/>
              </a:spcBef>
              <a:buClr>
                <a:schemeClr val="accent1">
                  <a:lumMod val="75000"/>
                </a:schemeClr>
              </a:buClr>
              <a:buFont typeface="Arial" panose="020B0604020202020204" pitchFamily="34" charset="0"/>
              <a:buChar char="×"/>
            </a:pPr>
            <a:r>
              <a:rPr lang="fr-FR" sz="1050">
                <a:latin typeface="Arial" panose="020B0604020202020204" pitchFamily="34" charset="0"/>
                <a:cs typeface="Arial" panose="020B0604020202020204" pitchFamily="34" charset="0"/>
              </a:rPr>
              <a:t>L’évolutivité</a:t>
            </a:r>
          </a:p>
          <a:p>
            <a:pPr marL="285750" indent="-285750" algn="just">
              <a:spcBef>
                <a:spcPts val="300"/>
              </a:spcBef>
              <a:buClr>
                <a:schemeClr val="accent1">
                  <a:lumMod val="75000"/>
                </a:schemeClr>
              </a:buClr>
              <a:buFont typeface="Arial" panose="020B0604020202020204" pitchFamily="34" charset="0"/>
              <a:buChar char="×"/>
            </a:pPr>
            <a:r>
              <a:rPr lang="fr-FR" sz="1050">
                <a:latin typeface="Arial" panose="020B0604020202020204" pitchFamily="34" charset="0"/>
                <a:cs typeface="Arial" panose="020B0604020202020204" pitchFamily="34" charset="0"/>
              </a:rPr>
              <a:t>La scalabilité</a:t>
            </a:r>
          </a:p>
          <a:p>
            <a:pPr marL="285750" indent="-285750" algn="just">
              <a:spcBef>
                <a:spcPts val="300"/>
              </a:spcBef>
              <a:buClr>
                <a:schemeClr val="accent1">
                  <a:lumMod val="75000"/>
                </a:schemeClr>
              </a:buClr>
              <a:buFont typeface="Arial" panose="020B0604020202020204" pitchFamily="34" charset="0"/>
              <a:buChar char="×"/>
            </a:pPr>
            <a:r>
              <a:rPr lang="fr-FR" sz="1050">
                <a:latin typeface="Arial" panose="020B0604020202020204" pitchFamily="34" charset="0"/>
                <a:cs typeface="Arial" panose="020B0604020202020204" pitchFamily="34" charset="0"/>
              </a:rPr>
              <a:t>La maintenabilité</a:t>
            </a:r>
          </a:p>
        </p:txBody>
      </p:sp>
      <p:sp>
        <p:nvSpPr>
          <p:cNvPr id="153" name="ZoneTexte 152">
            <a:extLst>
              <a:ext uri="{FF2B5EF4-FFF2-40B4-BE49-F238E27FC236}">
                <a16:creationId xmlns:a16="http://schemas.microsoft.com/office/drawing/2014/main" id="{9AD5C200-23D7-D1BA-ECDC-F69D4C581B88}"/>
              </a:ext>
            </a:extLst>
          </p:cNvPr>
          <p:cNvSpPr txBox="1"/>
          <p:nvPr/>
        </p:nvSpPr>
        <p:spPr>
          <a:xfrm>
            <a:off x="5160263" y="2759812"/>
            <a:ext cx="1790112" cy="1046440"/>
          </a:xfrm>
          <a:prstGeom prst="rect">
            <a:avLst/>
          </a:prstGeom>
          <a:noFill/>
        </p:spPr>
        <p:txBody>
          <a:bodyPr wrap="square">
            <a:spAutoFit/>
          </a:bodyPr>
          <a:lstStyle/>
          <a:p>
            <a:pPr algn="ctr"/>
            <a:r>
              <a:rPr lang="fr-FR" sz="1000">
                <a:latin typeface="Arial" panose="020B0604020202020204" pitchFamily="34" charset="0"/>
                <a:cs typeface="Arial" panose="020B0604020202020204" pitchFamily="34" charset="0"/>
                <a:sym typeface="Wingdings" panose="05000000000000000000" pitchFamily="2" charset="2"/>
              </a:rPr>
              <a:t>L’URBANISATION PERMET DE S’</a:t>
            </a:r>
            <a:r>
              <a:rPr lang="fr-FR" sz="1100" b="1">
                <a:solidFill>
                  <a:schemeClr val="tx2"/>
                </a:solidFill>
                <a:latin typeface="Arial" panose="020B0604020202020204" pitchFamily="34" charset="0"/>
                <a:cs typeface="Arial" panose="020B0604020202020204" pitchFamily="34" charset="0"/>
                <a:sym typeface="Wingdings" panose="05000000000000000000" pitchFamily="2" charset="2"/>
              </a:rPr>
              <a:t>ADAPTER </a:t>
            </a:r>
            <a:r>
              <a:rPr lang="fr-FR" sz="1000">
                <a:latin typeface="Arial" panose="020B0604020202020204" pitchFamily="34" charset="0"/>
                <a:cs typeface="Arial" panose="020B0604020202020204" pitchFamily="34" charset="0"/>
                <a:sym typeface="Wingdings" panose="05000000000000000000" pitchFamily="2" charset="2"/>
              </a:rPr>
              <a:t>ET D’</a:t>
            </a:r>
            <a:r>
              <a:rPr lang="fr-FR" sz="1100" b="1">
                <a:solidFill>
                  <a:schemeClr val="tx2"/>
                </a:solidFill>
                <a:latin typeface="Arial" panose="020B0604020202020204" pitchFamily="34" charset="0"/>
                <a:cs typeface="Arial" panose="020B0604020202020204" pitchFamily="34" charset="0"/>
                <a:sym typeface="Wingdings" panose="05000000000000000000" pitchFamily="2" charset="2"/>
              </a:rPr>
              <a:t>ANTICIPER </a:t>
            </a:r>
            <a:r>
              <a:rPr lang="fr-FR" sz="1000">
                <a:latin typeface="Arial" panose="020B0604020202020204" pitchFamily="34" charset="0"/>
                <a:cs typeface="Arial" panose="020B0604020202020204" pitchFamily="34" charset="0"/>
                <a:sym typeface="Wingdings" panose="05000000000000000000" pitchFamily="2" charset="2"/>
              </a:rPr>
              <a:t>LES DIFFÉRENTS CHANGEMENTS DE L’ENTREPRISE</a:t>
            </a:r>
            <a:endParaRPr lang="fr-FR" sz="1000"/>
          </a:p>
        </p:txBody>
      </p:sp>
      <p:sp>
        <p:nvSpPr>
          <p:cNvPr id="193" name="Forme libre : forme 192">
            <a:extLst>
              <a:ext uri="{FF2B5EF4-FFF2-40B4-BE49-F238E27FC236}">
                <a16:creationId xmlns:a16="http://schemas.microsoft.com/office/drawing/2014/main" id="{27AD2698-D526-545C-BFCA-E0E05DA55454}"/>
              </a:ext>
            </a:extLst>
          </p:cNvPr>
          <p:cNvSpPr/>
          <p:nvPr/>
        </p:nvSpPr>
        <p:spPr>
          <a:xfrm>
            <a:off x="5836687" y="5723774"/>
            <a:ext cx="427496" cy="341986"/>
          </a:xfrm>
          <a:custGeom>
            <a:avLst/>
            <a:gdLst>
              <a:gd name="connsiteX0" fmla="*/ 2468958 w 2743278"/>
              <a:gd name="connsiteY0" fmla="*/ 1645920 h 2194550"/>
              <a:gd name="connsiteX1" fmla="*/ 2743278 w 2743278"/>
              <a:gd name="connsiteY1" fmla="*/ 1530226 h 2194550"/>
              <a:gd name="connsiteX2" fmla="*/ 2743278 w 2743278"/>
              <a:gd name="connsiteY2" fmla="*/ 2084832 h 2194550"/>
              <a:gd name="connsiteX3" fmla="*/ 2633560 w 2743278"/>
              <a:gd name="connsiteY3" fmla="*/ 2194550 h 2194550"/>
              <a:gd name="connsiteX4" fmla="*/ 109816 w 2743278"/>
              <a:gd name="connsiteY4" fmla="*/ 2194550 h 2194550"/>
              <a:gd name="connsiteX5" fmla="*/ 98 w 2743278"/>
              <a:gd name="connsiteY5" fmla="*/ 2084832 h 2194550"/>
              <a:gd name="connsiteX6" fmla="*/ 98 w 2743278"/>
              <a:gd name="connsiteY6" fmla="*/ 1530226 h 2194550"/>
              <a:gd name="connsiteX7" fmla="*/ 274418 w 2743278"/>
              <a:gd name="connsiteY7" fmla="*/ 1645920 h 2194550"/>
              <a:gd name="connsiteX8" fmla="*/ 439020 w 2743278"/>
              <a:gd name="connsiteY8" fmla="*/ 1645920 h 2194550"/>
              <a:gd name="connsiteX9" fmla="*/ 439020 w 2743278"/>
              <a:gd name="connsiteY9" fmla="*/ 1865396 h 2194550"/>
              <a:gd name="connsiteX10" fmla="*/ 493903 w 2743278"/>
              <a:gd name="connsiteY10" fmla="*/ 1920279 h 2194550"/>
              <a:gd name="connsiteX11" fmla="*/ 768223 w 2743278"/>
              <a:gd name="connsiteY11" fmla="*/ 1920279 h 2194550"/>
              <a:gd name="connsiteX12" fmla="*/ 823097 w 2743278"/>
              <a:gd name="connsiteY12" fmla="*/ 1865396 h 2194550"/>
              <a:gd name="connsiteX13" fmla="*/ 823097 w 2743278"/>
              <a:gd name="connsiteY13" fmla="*/ 1645920 h 2194550"/>
              <a:gd name="connsiteX14" fmla="*/ 1920377 w 2743278"/>
              <a:gd name="connsiteY14" fmla="*/ 1645920 h 2194550"/>
              <a:gd name="connsiteX15" fmla="*/ 1920377 w 2743278"/>
              <a:gd name="connsiteY15" fmla="*/ 1865396 h 2194550"/>
              <a:gd name="connsiteX16" fmla="*/ 1975261 w 2743278"/>
              <a:gd name="connsiteY16" fmla="*/ 1920279 h 2194550"/>
              <a:gd name="connsiteX17" fmla="*/ 2249581 w 2743278"/>
              <a:gd name="connsiteY17" fmla="*/ 1920279 h 2194550"/>
              <a:gd name="connsiteX18" fmla="*/ 2304455 w 2743278"/>
              <a:gd name="connsiteY18" fmla="*/ 1865396 h 2194550"/>
              <a:gd name="connsiteX19" fmla="*/ 2304455 w 2743278"/>
              <a:gd name="connsiteY19" fmla="*/ 1645920 h 2194550"/>
              <a:gd name="connsiteX20" fmla="*/ 713310 w 2743278"/>
              <a:gd name="connsiteY20" fmla="*/ 1371600 h 2194550"/>
              <a:gd name="connsiteX21" fmla="*/ 548708 w 2743278"/>
              <a:gd name="connsiteY21" fmla="*/ 1371600 h 2194550"/>
              <a:gd name="connsiteX22" fmla="*/ 548708 w 2743278"/>
              <a:gd name="connsiteY22" fmla="*/ 1645920 h 2194550"/>
              <a:gd name="connsiteX23" fmla="*/ 713310 w 2743278"/>
              <a:gd name="connsiteY23" fmla="*/ 1645920 h 2194550"/>
              <a:gd name="connsiteX24" fmla="*/ 548708 w 2743278"/>
              <a:gd name="connsiteY24" fmla="*/ 1810522 h 2194550"/>
              <a:gd name="connsiteX25" fmla="*/ 713310 w 2743278"/>
              <a:gd name="connsiteY25" fmla="*/ 1810522 h 2194550"/>
              <a:gd name="connsiteX26" fmla="*/ 713310 w 2743278"/>
              <a:gd name="connsiteY26" fmla="*/ 1755638 h 2194550"/>
              <a:gd name="connsiteX27" fmla="*/ 548708 w 2743278"/>
              <a:gd name="connsiteY27" fmla="*/ 1755638 h 2194550"/>
              <a:gd name="connsiteX28" fmla="*/ 2030037 w 2743278"/>
              <a:gd name="connsiteY28" fmla="*/ 1810522 h 2194550"/>
              <a:gd name="connsiteX29" fmla="*/ 2194638 w 2743278"/>
              <a:gd name="connsiteY29" fmla="*/ 1810522 h 2194550"/>
              <a:gd name="connsiteX30" fmla="*/ 2194638 w 2743278"/>
              <a:gd name="connsiteY30" fmla="*/ 1755638 h 2194550"/>
              <a:gd name="connsiteX31" fmla="*/ 2030037 w 2743278"/>
              <a:gd name="connsiteY31" fmla="*/ 1755638 h 2194550"/>
              <a:gd name="connsiteX32" fmla="*/ 2743278 w 2743278"/>
              <a:gd name="connsiteY32" fmla="*/ 438922 h 2194550"/>
              <a:gd name="connsiteX33" fmla="*/ 2743278 w 2743278"/>
              <a:gd name="connsiteY33" fmla="*/ 1261882 h 2194550"/>
              <a:gd name="connsiteX34" fmla="*/ 2468958 w 2743278"/>
              <a:gd name="connsiteY34" fmla="*/ 1536202 h 2194550"/>
              <a:gd name="connsiteX35" fmla="*/ 2304357 w 2743278"/>
              <a:gd name="connsiteY35" fmla="*/ 1536202 h 2194550"/>
              <a:gd name="connsiteX36" fmla="*/ 2304357 w 2743278"/>
              <a:gd name="connsiteY36" fmla="*/ 1316765 h 2194550"/>
              <a:gd name="connsiteX37" fmla="*/ 2249473 w 2743278"/>
              <a:gd name="connsiteY37" fmla="*/ 1261882 h 2194550"/>
              <a:gd name="connsiteX38" fmla="*/ 1975153 w 2743278"/>
              <a:gd name="connsiteY38" fmla="*/ 1261882 h 2194550"/>
              <a:gd name="connsiteX39" fmla="*/ 1920279 w 2743278"/>
              <a:gd name="connsiteY39" fmla="*/ 1316765 h 2194550"/>
              <a:gd name="connsiteX40" fmla="*/ 1920279 w 2743278"/>
              <a:gd name="connsiteY40" fmla="*/ 1536202 h 2194550"/>
              <a:gd name="connsiteX41" fmla="*/ 822999 w 2743278"/>
              <a:gd name="connsiteY41" fmla="*/ 1536202 h 2194550"/>
              <a:gd name="connsiteX42" fmla="*/ 822999 w 2743278"/>
              <a:gd name="connsiteY42" fmla="*/ 1316765 h 2194550"/>
              <a:gd name="connsiteX43" fmla="*/ 768116 w 2743278"/>
              <a:gd name="connsiteY43" fmla="*/ 1261882 h 2194550"/>
              <a:gd name="connsiteX44" fmla="*/ 493796 w 2743278"/>
              <a:gd name="connsiteY44" fmla="*/ 1261882 h 2194550"/>
              <a:gd name="connsiteX45" fmla="*/ 438922 w 2743278"/>
              <a:gd name="connsiteY45" fmla="*/ 1316765 h 2194550"/>
              <a:gd name="connsiteX46" fmla="*/ 438922 w 2743278"/>
              <a:gd name="connsiteY46" fmla="*/ 1536202 h 2194550"/>
              <a:gd name="connsiteX47" fmla="*/ 274320 w 2743278"/>
              <a:gd name="connsiteY47" fmla="*/ 1536202 h 2194550"/>
              <a:gd name="connsiteX48" fmla="*/ 0 w 2743278"/>
              <a:gd name="connsiteY48" fmla="*/ 1261882 h 2194550"/>
              <a:gd name="connsiteX49" fmla="*/ 29 w 2743278"/>
              <a:gd name="connsiteY49" fmla="*/ 438922 h 2194550"/>
              <a:gd name="connsiteX50" fmla="*/ 109757 w 2743278"/>
              <a:gd name="connsiteY50" fmla="*/ 329204 h 2194550"/>
              <a:gd name="connsiteX51" fmla="*/ 877824 w 2743278"/>
              <a:gd name="connsiteY51" fmla="*/ 329204 h 2194550"/>
              <a:gd name="connsiteX52" fmla="*/ 877824 w 2743278"/>
              <a:gd name="connsiteY52" fmla="*/ 164602 h 2194550"/>
              <a:gd name="connsiteX53" fmla="*/ 1042426 w 2743278"/>
              <a:gd name="connsiteY53" fmla="*/ 0 h 2194550"/>
              <a:gd name="connsiteX54" fmla="*/ 1700784 w 2743278"/>
              <a:gd name="connsiteY54" fmla="*/ 0 h 2194550"/>
              <a:gd name="connsiteX55" fmla="*/ 1865386 w 2743278"/>
              <a:gd name="connsiteY55" fmla="*/ 164602 h 2194550"/>
              <a:gd name="connsiteX56" fmla="*/ 1865386 w 2743278"/>
              <a:gd name="connsiteY56" fmla="*/ 329204 h 2194550"/>
              <a:gd name="connsiteX57" fmla="*/ 2633472 w 2743278"/>
              <a:gd name="connsiteY57" fmla="*/ 329204 h 2194550"/>
              <a:gd name="connsiteX58" fmla="*/ 2743229 w 2743278"/>
              <a:gd name="connsiteY58" fmla="*/ 438922 h 2194550"/>
              <a:gd name="connsiteX59" fmla="*/ 987630 w 2743278"/>
              <a:gd name="connsiteY59" fmla="*/ 329204 h 2194550"/>
              <a:gd name="connsiteX60" fmla="*/ 1755707 w 2743278"/>
              <a:gd name="connsiteY60" fmla="*/ 329204 h 2194550"/>
              <a:gd name="connsiteX61" fmla="*/ 1755707 w 2743278"/>
              <a:gd name="connsiteY61" fmla="*/ 164602 h 2194550"/>
              <a:gd name="connsiteX62" fmla="*/ 1700823 w 2743278"/>
              <a:gd name="connsiteY62" fmla="*/ 109718 h 2194550"/>
              <a:gd name="connsiteX63" fmla="*/ 1042465 w 2743278"/>
              <a:gd name="connsiteY63" fmla="*/ 109718 h 2194550"/>
              <a:gd name="connsiteX64" fmla="*/ 987591 w 2743278"/>
              <a:gd name="connsiteY64" fmla="*/ 164602 h 2194550"/>
              <a:gd name="connsiteX65" fmla="*/ 2194638 w 2743278"/>
              <a:gd name="connsiteY65" fmla="*/ 1371620 h 2194550"/>
              <a:gd name="connsiteX66" fmla="*/ 2030037 w 2743278"/>
              <a:gd name="connsiteY66" fmla="*/ 1371620 h 2194550"/>
              <a:gd name="connsiteX67" fmla="*/ 2030037 w 2743278"/>
              <a:gd name="connsiteY67" fmla="*/ 1645940 h 2194550"/>
              <a:gd name="connsiteX68" fmla="*/ 2194638 w 2743278"/>
              <a:gd name="connsiteY68" fmla="*/ 1645940 h 219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743278" h="2194550">
                <a:moveTo>
                  <a:pt x="2468958" y="1645920"/>
                </a:moveTo>
                <a:cubicBezTo>
                  <a:pt x="2576384" y="1645920"/>
                  <a:pt x="2673552" y="1601412"/>
                  <a:pt x="2743278" y="1530226"/>
                </a:cubicBezTo>
                <a:lnTo>
                  <a:pt x="2743278" y="2084832"/>
                </a:lnTo>
                <a:cubicBezTo>
                  <a:pt x="2743278" y="2145457"/>
                  <a:pt x="2694175" y="2194550"/>
                  <a:pt x="2633560" y="2194550"/>
                </a:cubicBezTo>
                <a:lnTo>
                  <a:pt x="109816" y="2194550"/>
                </a:lnTo>
                <a:cubicBezTo>
                  <a:pt x="49201" y="2194550"/>
                  <a:pt x="98" y="2145447"/>
                  <a:pt x="98" y="2084832"/>
                </a:cubicBezTo>
                <a:lnTo>
                  <a:pt x="98" y="1530226"/>
                </a:lnTo>
                <a:cubicBezTo>
                  <a:pt x="69903" y="1601441"/>
                  <a:pt x="166992" y="1645920"/>
                  <a:pt x="274418" y="1645920"/>
                </a:cubicBezTo>
                <a:lnTo>
                  <a:pt x="439020" y="1645920"/>
                </a:lnTo>
                <a:lnTo>
                  <a:pt x="439020" y="1865396"/>
                </a:lnTo>
                <a:cubicBezTo>
                  <a:pt x="439020" y="1895669"/>
                  <a:pt x="463591" y="1920279"/>
                  <a:pt x="493903" y="1920279"/>
                </a:cubicBezTo>
                <a:lnTo>
                  <a:pt x="768223" y="1920279"/>
                </a:lnTo>
                <a:cubicBezTo>
                  <a:pt x="798487" y="1920279"/>
                  <a:pt x="823097" y="1895708"/>
                  <a:pt x="823097" y="1865396"/>
                </a:cubicBezTo>
                <a:lnTo>
                  <a:pt x="823097" y="1645920"/>
                </a:lnTo>
                <a:lnTo>
                  <a:pt x="1920377" y="1645920"/>
                </a:lnTo>
                <a:lnTo>
                  <a:pt x="1920377" y="1865396"/>
                </a:lnTo>
                <a:cubicBezTo>
                  <a:pt x="1920377" y="1895669"/>
                  <a:pt x="1944948" y="1920279"/>
                  <a:pt x="1975261" y="1920279"/>
                </a:cubicBezTo>
                <a:lnTo>
                  <a:pt x="2249581" y="1920279"/>
                </a:lnTo>
                <a:cubicBezTo>
                  <a:pt x="2279854" y="1920279"/>
                  <a:pt x="2304455" y="1895708"/>
                  <a:pt x="2304455" y="1865396"/>
                </a:cubicBezTo>
                <a:lnTo>
                  <a:pt x="2304455" y="1645920"/>
                </a:lnTo>
                <a:close/>
                <a:moveTo>
                  <a:pt x="713310" y="1371600"/>
                </a:moveTo>
                <a:lnTo>
                  <a:pt x="548708" y="1371600"/>
                </a:lnTo>
                <a:lnTo>
                  <a:pt x="548708" y="1645920"/>
                </a:lnTo>
                <a:lnTo>
                  <a:pt x="713310" y="1645920"/>
                </a:lnTo>
                <a:close/>
                <a:moveTo>
                  <a:pt x="548708" y="1810522"/>
                </a:moveTo>
                <a:lnTo>
                  <a:pt x="713310" y="1810522"/>
                </a:lnTo>
                <a:lnTo>
                  <a:pt x="713310" y="1755638"/>
                </a:lnTo>
                <a:lnTo>
                  <a:pt x="548708" y="1755638"/>
                </a:lnTo>
                <a:close/>
                <a:moveTo>
                  <a:pt x="2030037" y="1810522"/>
                </a:moveTo>
                <a:lnTo>
                  <a:pt x="2194638" y="1810522"/>
                </a:lnTo>
                <a:lnTo>
                  <a:pt x="2194638" y="1755638"/>
                </a:lnTo>
                <a:lnTo>
                  <a:pt x="2030037" y="1755638"/>
                </a:lnTo>
                <a:close/>
                <a:moveTo>
                  <a:pt x="2743278" y="438922"/>
                </a:moveTo>
                <a:lnTo>
                  <a:pt x="2743278" y="1261882"/>
                </a:lnTo>
                <a:cubicBezTo>
                  <a:pt x="2743278" y="1413356"/>
                  <a:pt x="2620510" y="1536202"/>
                  <a:pt x="2468958" y="1536202"/>
                </a:cubicBezTo>
                <a:lnTo>
                  <a:pt x="2304357" y="1536202"/>
                </a:lnTo>
                <a:lnTo>
                  <a:pt x="2304357" y="1316765"/>
                </a:lnTo>
                <a:cubicBezTo>
                  <a:pt x="2304357" y="1286492"/>
                  <a:pt x="2279786" y="1261882"/>
                  <a:pt x="2249473" y="1261882"/>
                </a:cubicBezTo>
                <a:lnTo>
                  <a:pt x="1975153" y="1261882"/>
                </a:lnTo>
                <a:cubicBezTo>
                  <a:pt x="1944890" y="1261882"/>
                  <a:pt x="1920279" y="1286453"/>
                  <a:pt x="1920279" y="1316765"/>
                </a:cubicBezTo>
                <a:lnTo>
                  <a:pt x="1920279" y="1536202"/>
                </a:lnTo>
                <a:lnTo>
                  <a:pt x="822999" y="1536202"/>
                </a:lnTo>
                <a:lnTo>
                  <a:pt x="822999" y="1316765"/>
                </a:lnTo>
                <a:cubicBezTo>
                  <a:pt x="822999" y="1286492"/>
                  <a:pt x="798428" y="1261882"/>
                  <a:pt x="768116" y="1261882"/>
                </a:cubicBezTo>
                <a:lnTo>
                  <a:pt x="493796" y="1261882"/>
                </a:lnTo>
                <a:cubicBezTo>
                  <a:pt x="463522" y="1261882"/>
                  <a:pt x="438922" y="1286453"/>
                  <a:pt x="438922" y="1316765"/>
                </a:cubicBezTo>
                <a:lnTo>
                  <a:pt x="438922" y="1536202"/>
                </a:lnTo>
                <a:lnTo>
                  <a:pt x="274320" y="1536202"/>
                </a:lnTo>
                <a:cubicBezTo>
                  <a:pt x="122846" y="1536202"/>
                  <a:pt x="0" y="1413356"/>
                  <a:pt x="0" y="1261882"/>
                </a:cubicBezTo>
                <a:lnTo>
                  <a:pt x="29" y="438922"/>
                </a:lnTo>
                <a:cubicBezTo>
                  <a:pt x="29" y="378307"/>
                  <a:pt x="49133" y="329204"/>
                  <a:pt x="109757" y="329204"/>
                </a:cubicBezTo>
                <a:lnTo>
                  <a:pt x="877824" y="329204"/>
                </a:lnTo>
                <a:lnTo>
                  <a:pt x="877824" y="164602"/>
                </a:lnTo>
                <a:cubicBezTo>
                  <a:pt x="877824" y="73861"/>
                  <a:pt x="951694" y="0"/>
                  <a:pt x="1042426" y="0"/>
                </a:cubicBezTo>
                <a:lnTo>
                  <a:pt x="1700784" y="0"/>
                </a:lnTo>
                <a:cubicBezTo>
                  <a:pt x="1791525" y="0"/>
                  <a:pt x="1865386" y="73861"/>
                  <a:pt x="1865386" y="164602"/>
                </a:cubicBezTo>
                <a:lnTo>
                  <a:pt x="1865386" y="329204"/>
                </a:lnTo>
                <a:lnTo>
                  <a:pt x="2633472" y="329204"/>
                </a:lnTo>
                <a:cubicBezTo>
                  <a:pt x="2694126" y="329204"/>
                  <a:pt x="2743229" y="378307"/>
                  <a:pt x="2743229" y="438922"/>
                </a:cubicBezTo>
                <a:close/>
                <a:moveTo>
                  <a:pt x="987630" y="329204"/>
                </a:moveTo>
                <a:lnTo>
                  <a:pt x="1755707" y="329204"/>
                </a:lnTo>
                <a:lnTo>
                  <a:pt x="1755707" y="164602"/>
                </a:lnTo>
                <a:cubicBezTo>
                  <a:pt x="1755707" y="134368"/>
                  <a:pt x="1731057" y="109718"/>
                  <a:pt x="1700823" y="109718"/>
                </a:cubicBezTo>
                <a:lnTo>
                  <a:pt x="1042465" y="109718"/>
                </a:lnTo>
                <a:cubicBezTo>
                  <a:pt x="1012231" y="109718"/>
                  <a:pt x="987591" y="134368"/>
                  <a:pt x="987591" y="164602"/>
                </a:cubicBezTo>
                <a:close/>
                <a:moveTo>
                  <a:pt x="2194638" y="1371620"/>
                </a:moveTo>
                <a:lnTo>
                  <a:pt x="2030037" y="1371620"/>
                </a:lnTo>
                <a:lnTo>
                  <a:pt x="2030037" y="1645940"/>
                </a:lnTo>
                <a:lnTo>
                  <a:pt x="2194638" y="1645940"/>
                </a:lnTo>
                <a:close/>
              </a:path>
            </a:pathLst>
          </a:custGeom>
          <a:solidFill>
            <a:schemeClr val="tx2">
              <a:lumMod val="40000"/>
              <a:lumOff val="60000"/>
            </a:schemeClr>
          </a:solidFill>
          <a:ln w="9797" cap="flat">
            <a:noFill/>
            <a:prstDash val="solid"/>
            <a:miter/>
          </a:ln>
        </p:spPr>
        <p:txBody>
          <a:bodyPr rtlCol="0" anchor="ctr"/>
          <a:lstStyle/>
          <a:p>
            <a:endParaRPr lang="fr-FR"/>
          </a:p>
        </p:txBody>
      </p:sp>
      <p:grpSp>
        <p:nvGrpSpPr>
          <p:cNvPr id="18" name="Graphique 13">
            <a:extLst>
              <a:ext uri="{FF2B5EF4-FFF2-40B4-BE49-F238E27FC236}">
                <a16:creationId xmlns:a16="http://schemas.microsoft.com/office/drawing/2014/main" id="{7B8AE6F5-4EAF-2D2D-F749-737D9C997A45}"/>
              </a:ext>
            </a:extLst>
          </p:cNvPr>
          <p:cNvGrpSpPr/>
          <p:nvPr/>
        </p:nvGrpSpPr>
        <p:grpSpPr>
          <a:xfrm>
            <a:off x="5922106" y="4025326"/>
            <a:ext cx="256658" cy="434206"/>
            <a:chOff x="1745439" y="-463784"/>
            <a:chExt cx="3248560" cy="5495807"/>
          </a:xfrm>
          <a:solidFill>
            <a:schemeClr val="tx2">
              <a:lumMod val="40000"/>
              <a:lumOff val="60000"/>
            </a:schemeClr>
          </a:solidFill>
        </p:grpSpPr>
        <p:sp>
          <p:nvSpPr>
            <p:cNvPr id="19" name="Forme libre : forme 18">
              <a:extLst>
                <a:ext uri="{FF2B5EF4-FFF2-40B4-BE49-F238E27FC236}">
                  <a16:creationId xmlns:a16="http://schemas.microsoft.com/office/drawing/2014/main" id="{31A77038-AE13-9778-F0DC-9D0045900ECE}"/>
                </a:ext>
              </a:extLst>
            </p:cNvPr>
            <p:cNvSpPr/>
            <p:nvPr/>
          </p:nvSpPr>
          <p:spPr>
            <a:xfrm>
              <a:off x="1745498" y="-463784"/>
              <a:ext cx="3248501" cy="5486706"/>
            </a:xfrm>
            <a:custGeom>
              <a:avLst/>
              <a:gdLst>
                <a:gd name="connsiteX0" fmla="*/ 3083896 w 3248501"/>
                <a:gd name="connsiteY0" fmla="*/ 1355830 h 5486706"/>
                <a:gd name="connsiteX1" fmla="*/ 2510645 w 3248501"/>
                <a:gd name="connsiteY1" fmla="*/ 669227 h 5486706"/>
                <a:gd name="connsiteX2" fmla="*/ 2245858 w 3248501"/>
                <a:gd name="connsiteY2" fmla="*/ 352544 h 5486706"/>
                <a:gd name="connsiteX3" fmla="*/ 2177503 w 3248501"/>
                <a:gd name="connsiteY3" fmla="*/ 136203 h 5486706"/>
                <a:gd name="connsiteX4" fmla="*/ 2172340 w 3248501"/>
                <a:gd name="connsiteY4" fmla="*/ 131037 h 5486706"/>
                <a:gd name="connsiteX5" fmla="*/ 2171037 w 3248501"/>
                <a:gd name="connsiteY5" fmla="*/ 129315 h 5486706"/>
                <a:gd name="connsiteX6" fmla="*/ 2171037 w 3248501"/>
                <a:gd name="connsiteY6" fmla="*/ 128894 h 5486706"/>
                <a:gd name="connsiteX7" fmla="*/ 2169313 w 3248501"/>
                <a:gd name="connsiteY7" fmla="*/ 127171 h 5486706"/>
                <a:gd name="connsiteX8" fmla="*/ 2167598 w 3248501"/>
                <a:gd name="connsiteY8" fmla="*/ 124991 h 5486706"/>
                <a:gd name="connsiteX9" fmla="*/ 2164150 w 3248501"/>
                <a:gd name="connsiteY9" fmla="*/ 121546 h 5486706"/>
                <a:gd name="connsiteX10" fmla="*/ 2162425 w 3248501"/>
                <a:gd name="connsiteY10" fmla="*/ 119365 h 5486706"/>
                <a:gd name="connsiteX11" fmla="*/ 2160711 w 3248501"/>
                <a:gd name="connsiteY11" fmla="*/ 117643 h 5486706"/>
                <a:gd name="connsiteX12" fmla="*/ 2158987 w 3248501"/>
                <a:gd name="connsiteY12" fmla="*/ 115461 h 5486706"/>
                <a:gd name="connsiteX13" fmla="*/ 2153392 w 3248501"/>
                <a:gd name="connsiteY13" fmla="*/ 109874 h 5486706"/>
                <a:gd name="connsiteX14" fmla="*/ 2151678 w 3248501"/>
                <a:gd name="connsiteY14" fmla="*/ 107692 h 5486706"/>
                <a:gd name="connsiteX15" fmla="*/ 2149954 w 3248501"/>
                <a:gd name="connsiteY15" fmla="*/ 105970 h 5486706"/>
                <a:gd name="connsiteX16" fmla="*/ 2149533 w 3248501"/>
                <a:gd name="connsiteY16" fmla="*/ 105970 h 5486706"/>
                <a:gd name="connsiteX17" fmla="*/ 2147808 w 3248501"/>
                <a:gd name="connsiteY17" fmla="*/ 103789 h 5486706"/>
                <a:gd name="connsiteX18" fmla="*/ 2143488 w 3248501"/>
                <a:gd name="connsiteY18" fmla="*/ 99464 h 5486706"/>
                <a:gd name="connsiteX19" fmla="*/ 2142185 w 3248501"/>
                <a:gd name="connsiteY19" fmla="*/ 97742 h 5486706"/>
                <a:gd name="connsiteX20" fmla="*/ 2140000 w 3248501"/>
                <a:gd name="connsiteY20" fmla="*/ 96020 h 5486706"/>
                <a:gd name="connsiteX21" fmla="*/ 2137825 w 3248501"/>
                <a:gd name="connsiteY21" fmla="*/ 93838 h 5486706"/>
                <a:gd name="connsiteX22" fmla="*/ 2137404 w 3248501"/>
                <a:gd name="connsiteY22" fmla="*/ 92958 h 5486706"/>
                <a:gd name="connsiteX23" fmla="*/ 2136101 w 3248501"/>
                <a:gd name="connsiteY23" fmla="*/ 91657 h 5486706"/>
                <a:gd name="connsiteX24" fmla="*/ 2133916 w 3248501"/>
                <a:gd name="connsiteY24" fmla="*/ 89935 h 5486706"/>
                <a:gd name="connsiteX25" fmla="*/ 2131741 w 3248501"/>
                <a:gd name="connsiteY25" fmla="*/ 87753 h 5486706"/>
                <a:gd name="connsiteX26" fmla="*/ 2130859 w 3248501"/>
                <a:gd name="connsiteY26" fmla="*/ 86452 h 5486706"/>
                <a:gd name="connsiteX27" fmla="*/ 2127793 w 3248501"/>
                <a:gd name="connsiteY27" fmla="*/ 83391 h 5486706"/>
                <a:gd name="connsiteX28" fmla="*/ 2125618 w 3248501"/>
                <a:gd name="connsiteY28" fmla="*/ 81668 h 5486706"/>
                <a:gd name="connsiteX29" fmla="*/ 2112568 w 3248501"/>
                <a:gd name="connsiteY29" fmla="*/ 68619 h 5486706"/>
                <a:gd name="connsiteX30" fmla="*/ 2109962 w 3248501"/>
                <a:gd name="connsiteY30" fmla="*/ 66437 h 5486706"/>
                <a:gd name="connsiteX31" fmla="*/ 2109541 w 3248501"/>
                <a:gd name="connsiteY31" fmla="*/ 66437 h 5486706"/>
                <a:gd name="connsiteX32" fmla="*/ 2107816 w 3248501"/>
                <a:gd name="connsiteY32" fmla="*/ 64256 h 5486706"/>
                <a:gd name="connsiteX33" fmla="*/ 2105641 w 3248501"/>
                <a:gd name="connsiteY33" fmla="*/ 62074 h 5486706"/>
                <a:gd name="connsiteX34" fmla="*/ 2103035 w 3248501"/>
                <a:gd name="connsiteY34" fmla="*/ 59893 h 5486706"/>
                <a:gd name="connsiteX35" fmla="*/ 2102154 w 3248501"/>
                <a:gd name="connsiteY35" fmla="*/ 59472 h 5486706"/>
                <a:gd name="connsiteX36" fmla="*/ 2100851 w 3248501"/>
                <a:gd name="connsiteY36" fmla="*/ 57750 h 5486706"/>
                <a:gd name="connsiteX37" fmla="*/ 2098675 w 3248501"/>
                <a:gd name="connsiteY37" fmla="*/ 55568 h 5486706"/>
                <a:gd name="connsiteX38" fmla="*/ 2096069 w 3248501"/>
                <a:gd name="connsiteY38" fmla="*/ 53387 h 5486706"/>
                <a:gd name="connsiteX39" fmla="*/ 2093884 w 3248501"/>
                <a:gd name="connsiteY39" fmla="*/ 51205 h 5486706"/>
                <a:gd name="connsiteX40" fmla="*/ 2088682 w 3248501"/>
                <a:gd name="connsiteY40" fmla="*/ 46881 h 5486706"/>
                <a:gd name="connsiteX41" fmla="*/ 2086537 w 3248501"/>
                <a:gd name="connsiteY41" fmla="*/ 44738 h 5486706"/>
                <a:gd name="connsiteX42" fmla="*/ 2083941 w 3248501"/>
                <a:gd name="connsiteY42" fmla="*/ 42556 h 5486706"/>
                <a:gd name="connsiteX43" fmla="*/ 2079150 w 3248501"/>
                <a:gd name="connsiteY43" fmla="*/ 37773 h 5486706"/>
                <a:gd name="connsiteX44" fmla="*/ 2078728 w 3248501"/>
                <a:gd name="connsiteY44" fmla="*/ 37773 h 5486706"/>
                <a:gd name="connsiteX45" fmla="*/ 2076553 w 3248501"/>
                <a:gd name="connsiteY45" fmla="*/ 35591 h 5486706"/>
                <a:gd name="connsiteX46" fmla="*/ 2073948 w 3248501"/>
                <a:gd name="connsiteY46" fmla="*/ 33410 h 5486706"/>
                <a:gd name="connsiteX47" fmla="*/ 2070930 w 3248501"/>
                <a:gd name="connsiteY47" fmla="*/ 30386 h 5486706"/>
                <a:gd name="connsiteX48" fmla="*/ 2068745 w 3248501"/>
                <a:gd name="connsiteY48" fmla="*/ 28664 h 5486706"/>
                <a:gd name="connsiteX49" fmla="*/ 2066139 w 3248501"/>
                <a:gd name="connsiteY49" fmla="*/ 26483 h 5486706"/>
                <a:gd name="connsiteX50" fmla="*/ 2063543 w 3248501"/>
                <a:gd name="connsiteY50" fmla="*/ 23881 h 5486706"/>
                <a:gd name="connsiteX51" fmla="*/ 2062240 w 3248501"/>
                <a:gd name="connsiteY51" fmla="*/ 23000 h 5486706"/>
                <a:gd name="connsiteX52" fmla="*/ 2060516 w 3248501"/>
                <a:gd name="connsiteY52" fmla="*/ 21699 h 5486706"/>
                <a:gd name="connsiteX53" fmla="*/ 2057909 w 3248501"/>
                <a:gd name="connsiteY53" fmla="*/ 19097 h 5486706"/>
                <a:gd name="connsiteX54" fmla="*/ 2055313 w 3248501"/>
                <a:gd name="connsiteY54" fmla="*/ 16915 h 5486706"/>
                <a:gd name="connsiteX55" fmla="*/ 2053589 w 3248501"/>
                <a:gd name="connsiteY55" fmla="*/ 15614 h 5486706"/>
                <a:gd name="connsiteX56" fmla="*/ 2052707 w 3248501"/>
                <a:gd name="connsiteY56" fmla="*/ 14313 h 5486706"/>
                <a:gd name="connsiteX57" fmla="*/ 2049690 w 3248501"/>
                <a:gd name="connsiteY57" fmla="*/ 12132 h 5486706"/>
                <a:gd name="connsiteX58" fmla="*/ 2047084 w 3248501"/>
                <a:gd name="connsiteY58" fmla="*/ 9529 h 5486706"/>
                <a:gd name="connsiteX59" fmla="*/ 2044899 w 3248501"/>
                <a:gd name="connsiteY59" fmla="*/ 7807 h 5486706"/>
                <a:gd name="connsiteX60" fmla="*/ 2044017 w 3248501"/>
                <a:gd name="connsiteY60" fmla="*/ 7386 h 5486706"/>
                <a:gd name="connsiteX61" fmla="*/ 2041421 w 3248501"/>
                <a:gd name="connsiteY61" fmla="*/ 4784 h 5486706"/>
                <a:gd name="connsiteX62" fmla="*/ 2038394 w 3248501"/>
                <a:gd name="connsiteY62" fmla="*/ 2602 h 5486706"/>
                <a:gd name="connsiteX63" fmla="*/ 2035797 w 3248501"/>
                <a:gd name="connsiteY63" fmla="*/ 0 h 5486706"/>
                <a:gd name="connsiteX64" fmla="*/ 2035797 w 3248501"/>
                <a:gd name="connsiteY64" fmla="*/ 6047 h 5486706"/>
                <a:gd name="connsiteX65" fmla="*/ 2036219 w 3248501"/>
                <a:gd name="connsiteY65" fmla="*/ 8228 h 5486706"/>
                <a:gd name="connsiteX66" fmla="*/ 2036219 w 3248501"/>
                <a:gd name="connsiteY66" fmla="*/ 16035 h 5486706"/>
                <a:gd name="connsiteX67" fmla="*/ 2036640 w 3248501"/>
                <a:gd name="connsiteY67" fmla="*/ 17757 h 5486706"/>
                <a:gd name="connsiteX68" fmla="*/ 2036640 w 3248501"/>
                <a:gd name="connsiteY68" fmla="*/ 25565 h 5486706"/>
                <a:gd name="connsiteX69" fmla="*/ 2037061 w 3248501"/>
                <a:gd name="connsiteY69" fmla="*/ 27287 h 5486706"/>
                <a:gd name="connsiteX70" fmla="*/ 2037061 w 3248501"/>
                <a:gd name="connsiteY70" fmla="*/ 37696 h 5486706"/>
                <a:gd name="connsiteX71" fmla="*/ 2037482 w 3248501"/>
                <a:gd name="connsiteY71" fmla="*/ 40298 h 5486706"/>
                <a:gd name="connsiteX72" fmla="*/ 2037482 w 3248501"/>
                <a:gd name="connsiteY72" fmla="*/ 62840 h 5486706"/>
                <a:gd name="connsiteX73" fmla="*/ 2037061 w 3248501"/>
                <a:gd name="connsiteY73" fmla="*/ 65021 h 5486706"/>
                <a:gd name="connsiteX74" fmla="*/ 2037061 w 3248501"/>
                <a:gd name="connsiteY74" fmla="*/ 68465 h 5486706"/>
                <a:gd name="connsiteX75" fmla="*/ 2036640 w 3248501"/>
                <a:gd name="connsiteY75" fmla="*/ 73670 h 5486706"/>
                <a:gd name="connsiteX76" fmla="*/ 2036640 w 3248501"/>
                <a:gd name="connsiteY76" fmla="*/ 75392 h 5486706"/>
                <a:gd name="connsiteX77" fmla="*/ 2036219 w 3248501"/>
                <a:gd name="connsiteY77" fmla="*/ 77114 h 5486706"/>
                <a:gd name="connsiteX78" fmla="*/ 2035797 w 3248501"/>
                <a:gd name="connsiteY78" fmla="*/ 80138 h 5486706"/>
                <a:gd name="connsiteX79" fmla="*/ 2035376 w 3248501"/>
                <a:gd name="connsiteY79" fmla="*/ 81860 h 5486706"/>
                <a:gd name="connsiteX80" fmla="*/ 2035376 w 3248501"/>
                <a:gd name="connsiteY80" fmla="*/ 83582 h 5486706"/>
                <a:gd name="connsiteX81" fmla="*/ 2034955 w 3248501"/>
                <a:gd name="connsiteY81" fmla="*/ 85304 h 5486706"/>
                <a:gd name="connsiteX82" fmla="*/ 2034955 w 3248501"/>
                <a:gd name="connsiteY82" fmla="*/ 86184 h 5486706"/>
                <a:gd name="connsiteX83" fmla="*/ 2034534 w 3248501"/>
                <a:gd name="connsiteY83" fmla="*/ 86605 h 5486706"/>
                <a:gd name="connsiteX84" fmla="*/ 2034112 w 3248501"/>
                <a:gd name="connsiteY84" fmla="*/ 88327 h 5486706"/>
                <a:gd name="connsiteX85" fmla="*/ 2033691 w 3248501"/>
                <a:gd name="connsiteY85" fmla="*/ 91351 h 5486706"/>
                <a:gd name="connsiteX86" fmla="*/ 2033270 w 3248501"/>
                <a:gd name="connsiteY86" fmla="*/ 92652 h 5486706"/>
                <a:gd name="connsiteX87" fmla="*/ 2032848 w 3248501"/>
                <a:gd name="connsiteY87" fmla="*/ 94374 h 5486706"/>
                <a:gd name="connsiteX88" fmla="*/ 2032427 w 3248501"/>
                <a:gd name="connsiteY88" fmla="*/ 95675 h 5486706"/>
                <a:gd name="connsiteX89" fmla="*/ 2030703 w 3248501"/>
                <a:gd name="connsiteY89" fmla="*/ 100420 h 5486706"/>
                <a:gd name="connsiteX90" fmla="*/ 2030703 w 3248501"/>
                <a:gd name="connsiteY90" fmla="*/ 100842 h 5486706"/>
                <a:gd name="connsiteX91" fmla="*/ 2029439 w 3248501"/>
                <a:gd name="connsiteY91" fmla="*/ 103482 h 5486706"/>
                <a:gd name="connsiteX92" fmla="*/ 2029018 w 3248501"/>
                <a:gd name="connsiteY92" fmla="*/ 104784 h 5486706"/>
                <a:gd name="connsiteX93" fmla="*/ 2028136 w 3248501"/>
                <a:gd name="connsiteY93" fmla="*/ 106085 h 5486706"/>
                <a:gd name="connsiteX94" fmla="*/ 2024237 w 3248501"/>
                <a:gd name="connsiteY94" fmla="*/ 113853 h 5486706"/>
                <a:gd name="connsiteX95" fmla="*/ 2023816 w 3248501"/>
                <a:gd name="connsiteY95" fmla="*/ 115154 h 5486706"/>
                <a:gd name="connsiteX96" fmla="*/ 2023394 w 3248501"/>
                <a:gd name="connsiteY96" fmla="*/ 115154 h 5486706"/>
                <a:gd name="connsiteX97" fmla="*/ 2022513 w 3248501"/>
                <a:gd name="connsiteY97" fmla="*/ 116877 h 5486706"/>
                <a:gd name="connsiteX98" fmla="*/ 2020788 w 3248501"/>
                <a:gd name="connsiteY98" fmla="*/ 119900 h 5486706"/>
                <a:gd name="connsiteX99" fmla="*/ 2019916 w 3248501"/>
                <a:gd name="connsiteY99" fmla="*/ 121622 h 5486706"/>
                <a:gd name="connsiteX100" fmla="*/ 2018613 w 3248501"/>
                <a:gd name="connsiteY100" fmla="*/ 122923 h 5486706"/>
                <a:gd name="connsiteX101" fmla="*/ 1982716 w 3248501"/>
                <a:gd name="connsiteY101" fmla="*/ 168350 h 5486706"/>
                <a:gd name="connsiteX102" fmla="*/ 767381 w 3248501"/>
                <a:gd name="connsiteY102" fmla="*/ 402835 h 5486706"/>
                <a:gd name="connsiteX103" fmla="*/ 302281 w 3248501"/>
                <a:gd name="connsiteY103" fmla="*/ 4098903 h 5486706"/>
                <a:gd name="connsiteX104" fmla="*/ 368480 w 3248501"/>
                <a:gd name="connsiteY104" fmla="*/ 4094161 h 5486706"/>
                <a:gd name="connsiteX105" fmla="*/ 952557 w 3248501"/>
                <a:gd name="connsiteY105" fmla="*/ 4094161 h 5486706"/>
                <a:gd name="connsiteX106" fmla="*/ 976364 w 3248501"/>
                <a:gd name="connsiteY106" fmla="*/ 3737212 h 5486706"/>
                <a:gd name="connsiteX107" fmla="*/ 835334 w 3248501"/>
                <a:gd name="connsiteY107" fmla="*/ 3737212 h 5486706"/>
                <a:gd name="connsiteX108" fmla="*/ 835334 w 3248501"/>
                <a:gd name="connsiteY108" fmla="*/ 3409693 h 5486706"/>
                <a:gd name="connsiteX109" fmla="*/ 877314 w 3248501"/>
                <a:gd name="connsiteY109" fmla="*/ 3248766 h 5486706"/>
                <a:gd name="connsiteX110" fmla="*/ 1076314 w 3248501"/>
                <a:gd name="connsiteY110" fmla="*/ 2700165 h 5486706"/>
                <a:gd name="connsiteX111" fmla="*/ 1063343 w 3248501"/>
                <a:gd name="connsiteY111" fmla="*/ 2603683 h 5486706"/>
                <a:gd name="connsiteX112" fmla="*/ 1438466 w 3248501"/>
                <a:gd name="connsiteY112" fmla="*/ 2229020 h 5486706"/>
                <a:gd name="connsiteX113" fmla="*/ 1813588 w 3248501"/>
                <a:gd name="connsiteY113" fmla="*/ 2603683 h 5486706"/>
                <a:gd name="connsiteX114" fmla="*/ 1801038 w 3248501"/>
                <a:gd name="connsiteY114" fmla="*/ 2700165 h 5486706"/>
                <a:gd name="connsiteX115" fmla="*/ 1999626 w 3248501"/>
                <a:gd name="connsiteY115" fmla="*/ 3248766 h 5486706"/>
                <a:gd name="connsiteX116" fmla="*/ 2041607 w 3248501"/>
                <a:gd name="connsiteY116" fmla="*/ 3409693 h 5486706"/>
                <a:gd name="connsiteX117" fmla="*/ 2041607 w 3248501"/>
                <a:gd name="connsiteY117" fmla="*/ 3737212 h 5486706"/>
                <a:gd name="connsiteX118" fmla="*/ 1900577 w 3248501"/>
                <a:gd name="connsiteY118" fmla="*/ 3737212 h 5486706"/>
                <a:gd name="connsiteX119" fmla="*/ 1924384 w 3248501"/>
                <a:gd name="connsiteY119" fmla="*/ 4094161 h 5486706"/>
                <a:gd name="connsiteX120" fmla="*/ 2394686 w 3248501"/>
                <a:gd name="connsiteY120" fmla="*/ 4094161 h 5486706"/>
                <a:gd name="connsiteX121" fmla="*/ 2542222 w 3248501"/>
                <a:gd name="connsiteY121" fmla="*/ 4117968 h 5486706"/>
                <a:gd name="connsiteX122" fmla="*/ 2540037 w 3248501"/>
                <a:gd name="connsiteY122" fmla="*/ 3327956 h 5486706"/>
                <a:gd name="connsiteX123" fmla="*/ 1586922 w 3248501"/>
                <a:gd name="connsiteY123" fmla="*/ 1591314 h 5486706"/>
                <a:gd name="connsiteX124" fmla="*/ 1830047 w 3248501"/>
                <a:gd name="connsiteY124" fmla="*/ 1571828 h 5486706"/>
                <a:gd name="connsiteX125" fmla="*/ 2276964 w 3248501"/>
                <a:gd name="connsiteY125" fmla="*/ 1784690 h 5486706"/>
                <a:gd name="connsiteX126" fmla="*/ 3176008 w 3248501"/>
                <a:gd name="connsiteY126" fmla="*/ 1789021 h 5486706"/>
                <a:gd name="connsiteX127" fmla="*/ 3083857 w 3248501"/>
                <a:gd name="connsiteY127" fmla="*/ 1355497 h 5486706"/>
                <a:gd name="connsiteX128" fmla="*/ 778726 w 3248501"/>
                <a:gd name="connsiteY128" fmla="*/ 5282917 h 5486706"/>
                <a:gd name="connsiteX129" fmla="*/ 786956 w 3248501"/>
                <a:gd name="connsiteY129" fmla="*/ 5282917 h 5486706"/>
                <a:gd name="connsiteX130" fmla="*/ 958709 w 3248501"/>
                <a:gd name="connsiteY130" fmla="*/ 4711391 h 5486706"/>
                <a:gd name="connsiteX131" fmla="*/ 917610 w 3248501"/>
                <a:gd name="connsiteY131" fmla="*/ 4711391 h 5486706"/>
                <a:gd name="connsiteX132" fmla="*/ 870457 w 3248501"/>
                <a:gd name="connsiteY132" fmla="*/ 4664247 h 5486706"/>
                <a:gd name="connsiteX133" fmla="*/ 917610 w 3248501"/>
                <a:gd name="connsiteY133" fmla="*/ 4617094 h 5486706"/>
                <a:gd name="connsiteX134" fmla="*/ 1020598 w 3248501"/>
                <a:gd name="connsiteY134" fmla="*/ 4617094 h 5486706"/>
                <a:gd name="connsiteX135" fmla="*/ 1228248 w 3248501"/>
                <a:gd name="connsiteY135" fmla="*/ 3487483 h 5486706"/>
                <a:gd name="connsiteX136" fmla="*/ 1085465 w 3248501"/>
                <a:gd name="connsiteY136" fmla="*/ 3487483 h 5486706"/>
                <a:gd name="connsiteX137" fmla="*/ 1085465 w 3248501"/>
                <a:gd name="connsiteY137" fmla="*/ 3410026 h 5486706"/>
                <a:gd name="connsiteX138" fmla="*/ 1162921 w 3248501"/>
                <a:gd name="connsiteY138" fmla="*/ 3332149 h 5486706"/>
                <a:gd name="connsiteX139" fmla="*/ 1141299 w 3248501"/>
                <a:gd name="connsiteY139" fmla="*/ 3332149 h 5486706"/>
                <a:gd name="connsiteX140" fmla="*/ 1366711 w 3248501"/>
                <a:gd name="connsiteY140" fmla="*/ 2827253 h 5486706"/>
                <a:gd name="connsiteX141" fmla="*/ 1366711 w 3248501"/>
                <a:gd name="connsiteY141" fmla="*/ 2706131 h 5486706"/>
                <a:gd name="connsiteX142" fmla="*/ 1313474 w 3248501"/>
                <a:gd name="connsiteY142" fmla="*/ 2604025 h 5486706"/>
                <a:gd name="connsiteX143" fmla="*/ 1438505 w 3248501"/>
                <a:gd name="connsiteY143" fmla="*/ 2478994 h 5486706"/>
                <a:gd name="connsiteX144" fmla="*/ 1563536 w 3248501"/>
                <a:gd name="connsiteY144" fmla="*/ 2604025 h 5486706"/>
                <a:gd name="connsiteX145" fmla="*/ 1510759 w 3248501"/>
                <a:gd name="connsiteY145" fmla="*/ 2706131 h 5486706"/>
                <a:gd name="connsiteX146" fmla="*/ 1510759 w 3248501"/>
                <a:gd name="connsiteY146" fmla="*/ 2827253 h 5486706"/>
                <a:gd name="connsiteX147" fmla="*/ 1735750 w 3248501"/>
                <a:gd name="connsiteY147" fmla="*/ 3332149 h 5486706"/>
                <a:gd name="connsiteX148" fmla="*/ 1714128 w 3248501"/>
                <a:gd name="connsiteY148" fmla="*/ 3332149 h 5486706"/>
                <a:gd name="connsiteX149" fmla="*/ 1791594 w 3248501"/>
                <a:gd name="connsiteY149" fmla="*/ 3410026 h 5486706"/>
                <a:gd name="connsiteX150" fmla="*/ 1791594 w 3248501"/>
                <a:gd name="connsiteY150" fmla="*/ 3487483 h 5486706"/>
                <a:gd name="connsiteX151" fmla="*/ 1648810 w 3248501"/>
                <a:gd name="connsiteY151" fmla="*/ 3487483 h 5486706"/>
                <a:gd name="connsiteX152" fmla="*/ 1856461 w 3248501"/>
                <a:gd name="connsiteY152" fmla="*/ 4617094 h 5486706"/>
                <a:gd name="connsiteX153" fmla="*/ 1959869 w 3248501"/>
                <a:gd name="connsiteY153" fmla="*/ 4617094 h 5486706"/>
                <a:gd name="connsiteX154" fmla="*/ 2006592 w 3248501"/>
                <a:gd name="connsiteY154" fmla="*/ 4664247 h 5486706"/>
                <a:gd name="connsiteX155" fmla="*/ 1959869 w 3248501"/>
                <a:gd name="connsiteY155" fmla="*/ 4711391 h 5486706"/>
                <a:gd name="connsiteX156" fmla="*/ 1918339 w 3248501"/>
                <a:gd name="connsiteY156" fmla="*/ 4711391 h 5486706"/>
                <a:gd name="connsiteX157" fmla="*/ 2090093 w 3248501"/>
                <a:gd name="connsiteY157" fmla="*/ 5282917 h 5486706"/>
                <a:gd name="connsiteX158" fmla="*/ 2098323 w 3248501"/>
                <a:gd name="connsiteY158" fmla="*/ 5282917 h 5486706"/>
                <a:gd name="connsiteX159" fmla="*/ 2189182 w 3248501"/>
                <a:gd name="connsiteY159" fmla="*/ 5384601 h 5486706"/>
                <a:gd name="connsiteX160" fmla="*/ 2098323 w 3248501"/>
                <a:gd name="connsiteY160" fmla="*/ 5486707 h 5486706"/>
                <a:gd name="connsiteX161" fmla="*/ 778745 w 3248501"/>
                <a:gd name="connsiteY161" fmla="*/ 5486707 h 5486706"/>
                <a:gd name="connsiteX162" fmla="*/ 687897 w 3248501"/>
                <a:gd name="connsiteY162" fmla="*/ 5384601 h 5486706"/>
                <a:gd name="connsiteX163" fmla="*/ 778745 w 3248501"/>
                <a:gd name="connsiteY163" fmla="*/ 5282917 h 5486706"/>
                <a:gd name="connsiteX164" fmla="*/ 368588 w 3248501"/>
                <a:gd name="connsiteY164" fmla="*/ 4300362 h 5486706"/>
                <a:gd name="connsiteX165" fmla="*/ 903336 w 3248501"/>
                <a:gd name="connsiteY165" fmla="*/ 4300362 h 5486706"/>
                <a:gd name="connsiteX166" fmla="*/ 875629 w 3248501"/>
                <a:gd name="connsiteY166" fmla="*/ 4370010 h 5486706"/>
                <a:gd name="connsiteX167" fmla="*/ 620365 w 3248501"/>
                <a:gd name="connsiteY167" fmla="*/ 4664188 h 5486706"/>
                <a:gd name="connsiteX168" fmla="*/ 638117 w 3248501"/>
                <a:gd name="connsiteY168" fmla="*/ 4765412 h 5486706"/>
                <a:gd name="connsiteX169" fmla="*/ 609147 w 3248501"/>
                <a:gd name="connsiteY169" fmla="*/ 4838548 h 5486706"/>
                <a:gd name="connsiteX170" fmla="*/ 368578 w 3248501"/>
                <a:gd name="connsiteY170" fmla="*/ 4838548 h 5486706"/>
                <a:gd name="connsiteX171" fmla="*/ 99461 w 3248501"/>
                <a:gd name="connsiteY171" fmla="*/ 4569430 h 5486706"/>
                <a:gd name="connsiteX172" fmla="*/ 368578 w 3248501"/>
                <a:gd name="connsiteY172" fmla="*/ 4300313 h 5486706"/>
                <a:gd name="connsiteX173" fmla="*/ 1973752 w 3248501"/>
                <a:gd name="connsiteY173" fmla="*/ 4300362 h 5486706"/>
                <a:gd name="connsiteX174" fmla="*/ 2394725 w 3248501"/>
                <a:gd name="connsiteY174" fmla="*/ 4300362 h 5486706"/>
                <a:gd name="connsiteX175" fmla="*/ 2663843 w 3248501"/>
                <a:gd name="connsiteY175" fmla="*/ 4569479 h 5486706"/>
                <a:gd name="connsiteX176" fmla="*/ 2394725 w 3248501"/>
                <a:gd name="connsiteY176" fmla="*/ 4838597 h 5486706"/>
                <a:gd name="connsiteX177" fmla="*/ 2267970 w 3248501"/>
                <a:gd name="connsiteY177" fmla="*/ 4838597 h 5486706"/>
                <a:gd name="connsiteX178" fmla="*/ 2239000 w 3248501"/>
                <a:gd name="connsiteY178" fmla="*/ 4765461 h 5486706"/>
                <a:gd name="connsiteX179" fmla="*/ 2256752 w 3248501"/>
                <a:gd name="connsiteY179" fmla="*/ 4664237 h 5486706"/>
                <a:gd name="connsiteX180" fmla="*/ 2001497 w 3248501"/>
                <a:gd name="connsiteY180" fmla="*/ 4370058 h 5486706"/>
                <a:gd name="connsiteX181" fmla="*/ 1973782 w 3248501"/>
                <a:gd name="connsiteY181" fmla="*/ 4300411 h 5486706"/>
                <a:gd name="connsiteX182" fmla="*/ 2763343 w 3248501"/>
                <a:gd name="connsiteY182" fmla="*/ 5486698 h 5486706"/>
                <a:gd name="connsiteX183" fmla="*/ 2591589 w 3248501"/>
                <a:gd name="connsiteY183" fmla="*/ 5001279 h 5486706"/>
                <a:gd name="connsiteX184" fmla="*/ 2394725 w 3248501"/>
                <a:gd name="connsiteY184" fmla="*/ 5044562 h 5486706"/>
                <a:gd name="connsiteX185" fmla="*/ 2321168 w 3248501"/>
                <a:gd name="connsiteY185" fmla="*/ 5044562 h 5486706"/>
                <a:gd name="connsiteX186" fmla="*/ 2332426 w 3248501"/>
                <a:gd name="connsiteY186" fmla="*/ 5128906 h 5486706"/>
                <a:gd name="connsiteX187" fmla="*/ 2439273 w 3248501"/>
                <a:gd name="connsiteY187" fmla="*/ 5384592 h 5486706"/>
                <a:gd name="connsiteX188" fmla="*/ 2424578 w 3248501"/>
                <a:gd name="connsiteY188" fmla="*/ 5486698 h 5486706"/>
                <a:gd name="connsiteX189" fmla="*/ 555949 w 3248501"/>
                <a:gd name="connsiteY189" fmla="*/ 5044523 h 5486706"/>
                <a:gd name="connsiteX190" fmla="*/ 368618 w 3248501"/>
                <a:gd name="connsiteY190" fmla="*/ 5044523 h 5486706"/>
                <a:gd name="connsiteX191" fmla="*/ 171754 w 3248501"/>
                <a:gd name="connsiteY191" fmla="*/ 5001239 h 5486706"/>
                <a:gd name="connsiteX192" fmla="*/ 0 w 3248501"/>
                <a:gd name="connsiteY192" fmla="*/ 5486658 h 5486706"/>
                <a:gd name="connsiteX193" fmla="*/ 452540 w 3248501"/>
                <a:gd name="connsiteY193" fmla="*/ 5486658 h 5486706"/>
                <a:gd name="connsiteX194" fmla="*/ 437844 w 3248501"/>
                <a:gd name="connsiteY194" fmla="*/ 5384552 h 5486706"/>
                <a:gd name="connsiteX195" fmla="*/ 544692 w 3248501"/>
                <a:gd name="connsiteY195" fmla="*/ 5128867 h 5486706"/>
                <a:gd name="connsiteX196" fmla="*/ 555939 w 3248501"/>
                <a:gd name="connsiteY196" fmla="*/ 5044523 h 5486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Lst>
              <a:rect l="l" t="t" r="r" b="b"/>
              <a:pathLst>
                <a:path w="3248501" h="5486706">
                  <a:moveTo>
                    <a:pt x="3083896" y="1355830"/>
                  </a:moveTo>
                  <a:cubicBezTo>
                    <a:pt x="2880987" y="1220855"/>
                    <a:pt x="2604521" y="898539"/>
                    <a:pt x="2510645" y="669227"/>
                  </a:cubicBezTo>
                  <a:cubicBezTo>
                    <a:pt x="2438813" y="494446"/>
                    <a:pt x="2329780" y="395367"/>
                    <a:pt x="2245858" y="352544"/>
                  </a:cubicBezTo>
                  <a:cubicBezTo>
                    <a:pt x="2266638" y="285915"/>
                    <a:pt x="2252363" y="223192"/>
                    <a:pt x="2177503" y="136203"/>
                  </a:cubicBezTo>
                  <a:lnTo>
                    <a:pt x="2172340" y="131037"/>
                  </a:lnTo>
                  <a:lnTo>
                    <a:pt x="2171037" y="129315"/>
                  </a:lnTo>
                  <a:lnTo>
                    <a:pt x="2171037" y="128894"/>
                  </a:lnTo>
                  <a:lnTo>
                    <a:pt x="2169313" y="127171"/>
                  </a:lnTo>
                  <a:lnTo>
                    <a:pt x="2167598" y="124991"/>
                  </a:lnTo>
                  <a:lnTo>
                    <a:pt x="2164150" y="121546"/>
                  </a:lnTo>
                  <a:lnTo>
                    <a:pt x="2162425" y="119365"/>
                  </a:lnTo>
                  <a:lnTo>
                    <a:pt x="2160711" y="117643"/>
                  </a:lnTo>
                  <a:lnTo>
                    <a:pt x="2158987" y="115461"/>
                  </a:lnTo>
                  <a:lnTo>
                    <a:pt x="2153392" y="109874"/>
                  </a:lnTo>
                  <a:lnTo>
                    <a:pt x="2151678" y="107692"/>
                  </a:lnTo>
                  <a:lnTo>
                    <a:pt x="2149954" y="105970"/>
                  </a:lnTo>
                  <a:lnTo>
                    <a:pt x="2149533" y="105970"/>
                  </a:lnTo>
                  <a:lnTo>
                    <a:pt x="2147808" y="103789"/>
                  </a:lnTo>
                  <a:lnTo>
                    <a:pt x="2143488" y="99464"/>
                  </a:lnTo>
                  <a:lnTo>
                    <a:pt x="2142185" y="97742"/>
                  </a:lnTo>
                  <a:lnTo>
                    <a:pt x="2140000" y="96020"/>
                  </a:lnTo>
                  <a:lnTo>
                    <a:pt x="2137825" y="93838"/>
                  </a:lnTo>
                  <a:lnTo>
                    <a:pt x="2137404" y="92958"/>
                  </a:lnTo>
                  <a:lnTo>
                    <a:pt x="2136101" y="91657"/>
                  </a:lnTo>
                  <a:lnTo>
                    <a:pt x="2133916" y="89935"/>
                  </a:lnTo>
                  <a:lnTo>
                    <a:pt x="2131741" y="87753"/>
                  </a:lnTo>
                  <a:lnTo>
                    <a:pt x="2130859" y="86452"/>
                  </a:lnTo>
                  <a:lnTo>
                    <a:pt x="2127793" y="83391"/>
                  </a:lnTo>
                  <a:lnTo>
                    <a:pt x="2125618" y="81668"/>
                  </a:lnTo>
                  <a:lnTo>
                    <a:pt x="2112568" y="68619"/>
                  </a:lnTo>
                  <a:lnTo>
                    <a:pt x="2109962" y="66437"/>
                  </a:lnTo>
                  <a:lnTo>
                    <a:pt x="2109541" y="66437"/>
                  </a:lnTo>
                  <a:lnTo>
                    <a:pt x="2107816" y="64256"/>
                  </a:lnTo>
                  <a:lnTo>
                    <a:pt x="2105641" y="62074"/>
                  </a:lnTo>
                  <a:lnTo>
                    <a:pt x="2103035" y="59893"/>
                  </a:lnTo>
                  <a:lnTo>
                    <a:pt x="2102154" y="59472"/>
                  </a:lnTo>
                  <a:lnTo>
                    <a:pt x="2100851" y="57750"/>
                  </a:lnTo>
                  <a:lnTo>
                    <a:pt x="2098675" y="55568"/>
                  </a:lnTo>
                  <a:lnTo>
                    <a:pt x="2096069" y="53387"/>
                  </a:lnTo>
                  <a:lnTo>
                    <a:pt x="2093884" y="51205"/>
                  </a:lnTo>
                  <a:lnTo>
                    <a:pt x="2088682" y="46881"/>
                  </a:lnTo>
                  <a:lnTo>
                    <a:pt x="2086537" y="44738"/>
                  </a:lnTo>
                  <a:lnTo>
                    <a:pt x="2083941" y="42556"/>
                  </a:lnTo>
                  <a:lnTo>
                    <a:pt x="2079150" y="37773"/>
                  </a:lnTo>
                  <a:lnTo>
                    <a:pt x="2078728" y="37773"/>
                  </a:lnTo>
                  <a:lnTo>
                    <a:pt x="2076553" y="35591"/>
                  </a:lnTo>
                  <a:lnTo>
                    <a:pt x="2073948" y="33410"/>
                  </a:lnTo>
                  <a:lnTo>
                    <a:pt x="2070930" y="30386"/>
                  </a:lnTo>
                  <a:lnTo>
                    <a:pt x="2068745" y="28664"/>
                  </a:lnTo>
                  <a:lnTo>
                    <a:pt x="2066139" y="26483"/>
                  </a:lnTo>
                  <a:lnTo>
                    <a:pt x="2063543" y="23881"/>
                  </a:lnTo>
                  <a:lnTo>
                    <a:pt x="2062240" y="23000"/>
                  </a:lnTo>
                  <a:lnTo>
                    <a:pt x="2060516" y="21699"/>
                  </a:lnTo>
                  <a:lnTo>
                    <a:pt x="2057909" y="19097"/>
                  </a:lnTo>
                  <a:lnTo>
                    <a:pt x="2055313" y="16915"/>
                  </a:lnTo>
                  <a:lnTo>
                    <a:pt x="2053589" y="15614"/>
                  </a:lnTo>
                  <a:lnTo>
                    <a:pt x="2052707" y="14313"/>
                  </a:lnTo>
                  <a:lnTo>
                    <a:pt x="2049690" y="12132"/>
                  </a:lnTo>
                  <a:lnTo>
                    <a:pt x="2047084" y="9529"/>
                  </a:lnTo>
                  <a:lnTo>
                    <a:pt x="2044899" y="7807"/>
                  </a:lnTo>
                  <a:lnTo>
                    <a:pt x="2044017" y="7386"/>
                  </a:lnTo>
                  <a:lnTo>
                    <a:pt x="2041421" y="4784"/>
                  </a:lnTo>
                  <a:lnTo>
                    <a:pt x="2038394" y="2602"/>
                  </a:lnTo>
                  <a:lnTo>
                    <a:pt x="2035797" y="0"/>
                  </a:lnTo>
                  <a:lnTo>
                    <a:pt x="2035797" y="6047"/>
                  </a:lnTo>
                  <a:lnTo>
                    <a:pt x="2036219" y="8228"/>
                  </a:lnTo>
                  <a:lnTo>
                    <a:pt x="2036219" y="16035"/>
                  </a:lnTo>
                  <a:lnTo>
                    <a:pt x="2036640" y="17757"/>
                  </a:lnTo>
                  <a:lnTo>
                    <a:pt x="2036640" y="25565"/>
                  </a:lnTo>
                  <a:lnTo>
                    <a:pt x="2037061" y="27287"/>
                  </a:lnTo>
                  <a:lnTo>
                    <a:pt x="2037061" y="37696"/>
                  </a:lnTo>
                  <a:lnTo>
                    <a:pt x="2037482" y="40298"/>
                  </a:lnTo>
                  <a:lnTo>
                    <a:pt x="2037482" y="62840"/>
                  </a:lnTo>
                  <a:lnTo>
                    <a:pt x="2037061" y="65021"/>
                  </a:lnTo>
                  <a:lnTo>
                    <a:pt x="2037061" y="68465"/>
                  </a:lnTo>
                  <a:lnTo>
                    <a:pt x="2036640" y="73670"/>
                  </a:lnTo>
                  <a:lnTo>
                    <a:pt x="2036640" y="75392"/>
                  </a:lnTo>
                  <a:lnTo>
                    <a:pt x="2036219" y="77114"/>
                  </a:lnTo>
                  <a:lnTo>
                    <a:pt x="2035797" y="80138"/>
                  </a:lnTo>
                  <a:lnTo>
                    <a:pt x="2035376" y="81860"/>
                  </a:lnTo>
                  <a:lnTo>
                    <a:pt x="2035376" y="83582"/>
                  </a:lnTo>
                  <a:lnTo>
                    <a:pt x="2034955" y="85304"/>
                  </a:lnTo>
                  <a:lnTo>
                    <a:pt x="2034955" y="86184"/>
                  </a:lnTo>
                  <a:lnTo>
                    <a:pt x="2034534" y="86605"/>
                  </a:lnTo>
                  <a:lnTo>
                    <a:pt x="2034112" y="88327"/>
                  </a:lnTo>
                  <a:lnTo>
                    <a:pt x="2033691" y="91351"/>
                  </a:lnTo>
                  <a:lnTo>
                    <a:pt x="2033270" y="92652"/>
                  </a:lnTo>
                  <a:lnTo>
                    <a:pt x="2032848" y="94374"/>
                  </a:lnTo>
                  <a:lnTo>
                    <a:pt x="2032427" y="95675"/>
                  </a:lnTo>
                  <a:cubicBezTo>
                    <a:pt x="2031545" y="97397"/>
                    <a:pt x="2031124" y="98699"/>
                    <a:pt x="2030703" y="100420"/>
                  </a:cubicBezTo>
                  <a:lnTo>
                    <a:pt x="2030703" y="100842"/>
                  </a:lnTo>
                  <a:lnTo>
                    <a:pt x="2029439" y="103482"/>
                  </a:lnTo>
                  <a:lnTo>
                    <a:pt x="2029018" y="104784"/>
                  </a:lnTo>
                  <a:lnTo>
                    <a:pt x="2028136" y="106085"/>
                  </a:lnTo>
                  <a:cubicBezTo>
                    <a:pt x="2027264" y="108687"/>
                    <a:pt x="2025961" y="111289"/>
                    <a:pt x="2024237" y="113853"/>
                  </a:cubicBezTo>
                  <a:lnTo>
                    <a:pt x="2023816" y="115154"/>
                  </a:lnTo>
                  <a:lnTo>
                    <a:pt x="2023394" y="115154"/>
                  </a:lnTo>
                  <a:lnTo>
                    <a:pt x="2022513" y="116877"/>
                  </a:lnTo>
                  <a:lnTo>
                    <a:pt x="2020788" y="119900"/>
                  </a:lnTo>
                  <a:lnTo>
                    <a:pt x="2019916" y="121622"/>
                  </a:lnTo>
                  <a:lnTo>
                    <a:pt x="2018613" y="122923"/>
                  </a:lnTo>
                  <a:cubicBezTo>
                    <a:pt x="2010384" y="135897"/>
                    <a:pt x="1998715" y="149751"/>
                    <a:pt x="1982716" y="168350"/>
                  </a:cubicBezTo>
                  <a:cubicBezTo>
                    <a:pt x="1656922" y="65823"/>
                    <a:pt x="1133843" y="133295"/>
                    <a:pt x="767381" y="402835"/>
                  </a:cubicBezTo>
                  <a:cubicBezTo>
                    <a:pt x="-164533" y="1089897"/>
                    <a:pt x="-55961" y="3273004"/>
                    <a:pt x="302281" y="4098903"/>
                  </a:cubicBezTo>
                  <a:cubicBezTo>
                    <a:pt x="323903" y="4095885"/>
                    <a:pt x="345986" y="4094161"/>
                    <a:pt x="368480" y="4094161"/>
                  </a:cubicBezTo>
                  <a:lnTo>
                    <a:pt x="952557" y="4094161"/>
                  </a:lnTo>
                  <a:cubicBezTo>
                    <a:pt x="970319" y="3977360"/>
                    <a:pt x="975061" y="3854474"/>
                    <a:pt x="976364" y="3737212"/>
                  </a:cubicBezTo>
                  <a:lnTo>
                    <a:pt x="835334" y="3737212"/>
                  </a:lnTo>
                  <a:lnTo>
                    <a:pt x="835334" y="3409693"/>
                  </a:lnTo>
                  <a:cubicBezTo>
                    <a:pt x="835334" y="3351293"/>
                    <a:pt x="850490" y="3296340"/>
                    <a:pt x="877314" y="3248766"/>
                  </a:cubicBezTo>
                  <a:cubicBezTo>
                    <a:pt x="863461" y="3038509"/>
                    <a:pt x="924929" y="2830819"/>
                    <a:pt x="1076314" y="2700165"/>
                  </a:cubicBezTo>
                  <a:cubicBezTo>
                    <a:pt x="1067673" y="2669010"/>
                    <a:pt x="1063343" y="2636562"/>
                    <a:pt x="1063343" y="2603683"/>
                  </a:cubicBezTo>
                  <a:cubicBezTo>
                    <a:pt x="1063343" y="2396875"/>
                    <a:pt x="1231658" y="2229020"/>
                    <a:pt x="1438466" y="2229020"/>
                  </a:cubicBezTo>
                  <a:cubicBezTo>
                    <a:pt x="1645274" y="2229020"/>
                    <a:pt x="1813588" y="2396875"/>
                    <a:pt x="1813588" y="2603683"/>
                  </a:cubicBezTo>
                  <a:cubicBezTo>
                    <a:pt x="1813588" y="2636562"/>
                    <a:pt x="1809268" y="2669010"/>
                    <a:pt x="1801038" y="2700165"/>
                  </a:cubicBezTo>
                  <a:cubicBezTo>
                    <a:pt x="1952012" y="2830819"/>
                    <a:pt x="2013479" y="3038509"/>
                    <a:pt x="1999626" y="3248766"/>
                  </a:cubicBezTo>
                  <a:cubicBezTo>
                    <a:pt x="2026451" y="3296370"/>
                    <a:pt x="2041607" y="3351293"/>
                    <a:pt x="2041607" y="3409693"/>
                  </a:cubicBezTo>
                  <a:lnTo>
                    <a:pt x="2041607" y="3737212"/>
                  </a:lnTo>
                  <a:lnTo>
                    <a:pt x="1900577" y="3737212"/>
                  </a:lnTo>
                  <a:cubicBezTo>
                    <a:pt x="1901880" y="3854474"/>
                    <a:pt x="1906622" y="3977320"/>
                    <a:pt x="1924384" y="4094161"/>
                  </a:cubicBezTo>
                  <a:lnTo>
                    <a:pt x="2394686" y="4094161"/>
                  </a:lnTo>
                  <a:cubicBezTo>
                    <a:pt x="2446160" y="4094161"/>
                    <a:pt x="2495489" y="4102391"/>
                    <a:pt x="2542222" y="4117968"/>
                  </a:cubicBezTo>
                  <a:cubicBezTo>
                    <a:pt x="2599780" y="3969561"/>
                    <a:pt x="2638283" y="3719499"/>
                    <a:pt x="2540037" y="3327956"/>
                  </a:cubicBezTo>
                  <a:cubicBezTo>
                    <a:pt x="2355312" y="2591142"/>
                    <a:pt x="1576546" y="1971639"/>
                    <a:pt x="1586922" y="1591314"/>
                  </a:cubicBezTo>
                  <a:cubicBezTo>
                    <a:pt x="1589949" y="1474934"/>
                    <a:pt x="1826609" y="1488327"/>
                    <a:pt x="1830047" y="1571828"/>
                  </a:cubicBezTo>
                  <a:cubicBezTo>
                    <a:pt x="1836092" y="1732756"/>
                    <a:pt x="1930429" y="1878145"/>
                    <a:pt x="2276964" y="1784690"/>
                  </a:cubicBezTo>
                  <a:cubicBezTo>
                    <a:pt x="2772327" y="1651008"/>
                    <a:pt x="2813896" y="2485147"/>
                    <a:pt x="3176008" y="1789021"/>
                  </a:cubicBezTo>
                  <a:cubicBezTo>
                    <a:pt x="3260813" y="1625496"/>
                    <a:pt x="3314011" y="1509537"/>
                    <a:pt x="3083857" y="1355497"/>
                  </a:cubicBezTo>
                  <a:close/>
                  <a:moveTo>
                    <a:pt x="778726" y="5282917"/>
                  </a:moveTo>
                  <a:lnTo>
                    <a:pt x="786956" y="5282917"/>
                  </a:lnTo>
                  <a:cubicBezTo>
                    <a:pt x="786956" y="5036304"/>
                    <a:pt x="854458" y="4845945"/>
                    <a:pt x="958709" y="4711391"/>
                  </a:cubicBezTo>
                  <a:lnTo>
                    <a:pt x="917610" y="4711391"/>
                  </a:lnTo>
                  <a:cubicBezTo>
                    <a:pt x="891658" y="4711391"/>
                    <a:pt x="870457" y="4690190"/>
                    <a:pt x="870457" y="4664247"/>
                  </a:cubicBezTo>
                  <a:cubicBezTo>
                    <a:pt x="870457" y="4638295"/>
                    <a:pt x="891658" y="4617094"/>
                    <a:pt x="917610" y="4617094"/>
                  </a:cubicBezTo>
                  <a:lnTo>
                    <a:pt x="1020598" y="4617094"/>
                  </a:lnTo>
                  <a:cubicBezTo>
                    <a:pt x="1246010" y="4299529"/>
                    <a:pt x="1221361" y="3887667"/>
                    <a:pt x="1228248" y="3487483"/>
                  </a:cubicBezTo>
                  <a:lnTo>
                    <a:pt x="1085465" y="3487483"/>
                  </a:lnTo>
                  <a:lnTo>
                    <a:pt x="1085465" y="3410026"/>
                  </a:lnTo>
                  <a:cubicBezTo>
                    <a:pt x="1085465" y="3367203"/>
                    <a:pt x="1120519" y="3332149"/>
                    <a:pt x="1162921" y="3332149"/>
                  </a:cubicBezTo>
                  <a:lnTo>
                    <a:pt x="1141299" y="3332149"/>
                  </a:lnTo>
                  <a:cubicBezTo>
                    <a:pt x="1074668" y="3034061"/>
                    <a:pt x="1207929" y="2865756"/>
                    <a:pt x="1366711" y="2827253"/>
                  </a:cubicBezTo>
                  <a:lnTo>
                    <a:pt x="1366711" y="2706131"/>
                  </a:lnTo>
                  <a:cubicBezTo>
                    <a:pt x="1334675" y="2683627"/>
                    <a:pt x="1313474" y="2646428"/>
                    <a:pt x="1313474" y="2604025"/>
                  </a:cubicBezTo>
                  <a:cubicBezTo>
                    <a:pt x="1313474" y="2535210"/>
                    <a:pt x="1369729" y="2478994"/>
                    <a:pt x="1438505" y="2478994"/>
                  </a:cubicBezTo>
                  <a:cubicBezTo>
                    <a:pt x="1507741" y="2478994"/>
                    <a:pt x="1563536" y="2535249"/>
                    <a:pt x="1563536" y="2604025"/>
                  </a:cubicBezTo>
                  <a:cubicBezTo>
                    <a:pt x="1563536" y="2646428"/>
                    <a:pt x="1542335" y="2683627"/>
                    <a:pt x="1510759" y="2706131"/>
                  </a:cubicBezTo>
                  <a:lnTo>
                    <a:pt x="1510759" y="2827253"/>
                  </a:lnTo>
                  <a:cubicBezTo>
                    <a:pt x="1669541" y="2865746"/>
                    <a:pt x="1802380" y="3034061"/>
                    <a:pt x="1735750" y="3332149"/>
                  </a:cubicBezTo>
                  <a:lnTo>
                    <a:pt x="1714128" y="3332149"/>
                  </a:lnTo>
                  <a:cubicBezTo>
                    <a:pt x="1756961" y="3332149"/>
                    <a:pt x="1791594" y="3367203"/>
                    <a:pt x="1791594" y="3410026"/>
                  </a:cubicBezTo>
                  <a:lnTo>
                    <a:pt x="1791594" y="3487483"/>
                  </a:lnTo>
                  <a:lnTo>
                    <a:pt x="1648810" y="3487483"/>
                  </a:lnTo>
                  <a:cubicBezTo>
                    <a:pt x="1655737" y="3887676"/>
                    <a:pt x="1631048" y="4299578"/>
                    <a:pt x="1856461" y="4617094"/>
                  </a:cubicBezTo>
                  <a:lnTo>
                    <a:pt x="1959869" y="4617094"/>
                  </a:lnTo>
                  <a:cubicBezTo>
                    <a:pt x="1985391" y="4617094"/>
                    <a:pt x="2006592" y="4638295"/>
                    <a:pt x="2006592" y="4664247"/>
                  </a:cubicBezTo>
                  <a:cubicBezTo>
                    <a:pt x="2006592" y="4690190"/>
                    <a:pt x="1985391" y="4711391"/>
                    <a:pt x="1959869" y="4711391"/>
                  </a:cubicBezTo>
                  <a:lnTo>
                    <a:pt x="1918339" y="4711391"/>
                  </a:lnTo>
                  <a:cubicBezTo>
                    <a:pt x="2022630" y="4845945"/>
                    <a:pt x="2090093" y="5036304"/>
                    <a:pt x="2090093" y="5282917"/>
                  </a:cubicBezTo>
                  <a:lnTo>
                    <a:pt x="2098323" y="5282917"/>
                  </a:lnTo>
                  <a:cubicBezTo>
                    <a:pt x="2148494" y="5282917"/>
                    <a:pt x="2189182" y="5328768"/>
                    <a:pt x="2189182" y="5384601"/>
                  </a:cubicBezTo>
                  <a:cubicBezTo>
                    <a:pt x="2189182" y="5440857"/>
                    <a:pt x="2148494" y="5486707"/>
                    <a:pt x="2098323" y="5486707"/>
                  </a:cubicBezTo>
                  <a:lnTo>
                    <a:pt x="778745" y="5486707"/>
                  </a:lnTo>
                  <a:cubicBezTo>
                    <a:pt x="728574" y="5486707"/>
                    <a:pt x="687897" y="5440857"/>
                    <a:pt x="687897" y="5384601"/>
                  </a:cubicBezTo>
                  <a:cubicBezTo>
                    <a:pt x="687897" y="5328807"/>
                    <a:pt x="728574" y="5282917"/>
                    <a:pt x="778745" y="5282917"/>
                  </a:cubicBezTo>
                  <a:close/>
                  <a:moveTo>
                    <a:pt x="368588" y="4300362"/>
                  </a:moveTo>
                  <a:lnTo>
                    <a:pt x="903336" y="4300362"/>
                  </a:lnTo>
                  <a:cubicBezTo>
                    <a:pt x="895106" y="4324169"/>
                    <a:pt x="886034" y="4347515"/>
                    <a:pt x="875629" y="4370010"/>
                  </a:cubicBezTo>
                  <a:cubicBezTo>
                    <a:pt x="731543" y="4390339"/>
                    <a:pt x="620365" y="4514517"/>
                    <a:pt x="620365" y="4664188"/>
                  </a:cubicBezTo>
                  <a:cubicBezTo>
                    <a:pt x="620365" y="4699674"/>
                    <a:pt x="626410" y="4733846"/>
                    <a:pt x="638117" y="4765412"/>
                  </a:cubicBezTo>
                  <a:cubicBezTo>
                    <a:pt x="627291" y="4789641"/>
                    <a:pt x="617798" y="4813869"/>
                    <a:pt x="609147" y="4838548"/>
                  </a:cubicBezTo>
                  <a:lnTo>
                    <a:pt x="368578" y="4838548"/>
                  </a:lnTo>
                  <a:cubicBezTo>
                    <a:pt x="220622" y="4838548"/>
                    <a:pt x="99461" y="4717426"/>
                    <a:pt x="99461" y="4569430"/>
                  </a:cubicBezTo>
                  <a:cubicBezTo>
                    <a:pt x="99461" y="4421474"/>
                    <a:pt x="220583" y="4300313"/>
                    <a:pt x="368578" y="4300313"/>
                  </a:cubicBezTo>
                  <a:close/>
                  <a:moveTo>
                    <a:pt x="1973752" y="4300362"/>
                  </a:moveTo>
                  <a:lnTo>
                    <a:pt x="2394725" y="4300362"/>
                  </a:lnTo>
                  <a:cubicBezTo>
                    <a:pt x="2542682" y="4300362"/>
                    <a:pt x="2663843" y="4421484"/>
                    <a:pt x="2663843" y="4569479"/>
                  </a:cubicBezTo>
                  <a:cubicBezTo>
                    <a:pt x="2663843" y="4717436"/>
                    <a:pt x="2542721" y="4838597"/>
                    <a:pt x="2394725" y="4838597"/>
                  </a:cubicBezTo>
                  <a:lnTo>
                    <a:pt x="2267970" y="4838597"/>
                  </a:lnTo>
                  <a:cubicBezTo>
                    <a:pt x="2259319" y="4813947"/>
                    <a:pt x="2249787" y="4789268"/>
                    <a:pt x="2239000" y="4765461"/>
                  </a:cubicBezTo>
                  <a:cubicBezTo>
                    <a:pt x="2250668" y="4733885"/>
                    <a:pt x="2256752" y="4699713"/>
                    <a:pt x="2256752" y="4664237"/>
                  </a:cubicBezTo>
                  <a:cubicBezTo>
                    <a:pt x="2256752" y="4514527"/>
                    <a:pt x="2145584" y="4390378"/>
                    <a:pt x="2001497" y="4370058"/>
                  </a:cubicBezTo>
                  <a:cubicBezTo>
                    <a:pt x="1991544" y="4347554"/>
                    <a:pt x="1982011" y="4324218"/>
                    <a:pt x="1973782" y="4300411"/>
                  </a:cubicBezTo>
                  <a:close/>
                  <a:moveTo>
                    <a:pt x="2763343" y="5486698"/>
                  </a:moveTo>
                  <a:lnTo>
                    <a:pt x="2591589" y="5001279"/>
                  </a:lnTo>
                  <a:cubicBezTo>
                    <a:pt x="2531464" y="5028985"/>
                    <a:pt x="2464834" y="5044562"/>
                    <a:pt x="2394725" y="5044562"/>
                  </a:cubicBezTo>
                  <a:lnTo>
                    <a:pt x="2321168" y="5044562"/>
                  </a:lnTo>
                  <a:cubicBezTo>
                    <a:pt x="2325920" y="5072690"/>
                    <a:pt x="2329398" y="5100817"/>
                    <a:pt x="2332426" y="5128906"/>
                  </a:cubicBezTo>
                  <a:cubicBezTo>
                    <a:pt x="2398625" y="5193812"/>
                    <a:pt x="2439273" y="5285503"/>
                    <a:pt x="2439273" y="5384592"/>
                  </a:cubicBezTo>
                  <a:cubicBezTo>
                    <a:pt x="2439273" y="5420077"/>
                    <a:pt x="2434522" y="5454249"/>
                    <a:pt x="2424578" y="5486698"/>
                  </a:cubicBezTo>
                  <a:close/>
                  <a:moveTo>
                    <a:pt x="555949" y="5044523"/>
                  </a:moveTo>
                  <a:lnTo>
                    <a:pt x="368618" y="5044523"/>
                  </a:lnTo>
                  <a:cubicBezTo>
                    <a:pt x="298548" y="5044523"/>
                    <a:pt x="231918" y="5028946"/>
                    <a:pt x="171754" y="5001239"/>
                  </a:cubicBezTo>
                  <a:lnTo>
                    <a:pt x="0" y="5486658"/>
                  </a:lnTo>
                  <a:lnTo>
                    <a:pt x="452540" y="5486658"/>
                  </a:lnTo>
                  <a:cubicBezTo>
                    <a:pt x="443007" y="5454200"/>
                    <a:pt x="437844" y="5420028"/>
                    <a:pt x="437844" y="5384552"/>
                  </a:cubicBezTo>
                  <a:cubicBezTo>
                    <a:pt x="437844" y="5285474"/>
                    <a:pt x="478522" y="5193734"/>
                    <a:pt x="544692" y="5128867"/>
                  </a:cubicBezTo>
                  <a:cubicBezTo>
                    <a:pt x="547719" y="5100739"/>
                    <a:pt x="551618" y="5072612"/>
                    <a:pt x="555939" y="5044523"/>
                  </a:cubicBezTo>
                  <a:close/>
                </a:path>
              </a:pathLst>
            </a:custGeom>
            <a:grpFill/>
            <a:ln w="9797" cap="flat">
              <a:noFill/>
              <a:prstDash val="solid"/>
              <a:miter/>
            </a:ln>
          </p:spPr>
          <p:txBody>
            <a:bodyPr rtlCol="0" anchor="ctr"/>
            <a:lstStyle/>
            <a:p>
              <a:endParaRPr lang="fr-FR"/>
            </a:p>
          </p:txBody>
        </p:sp>
        <p:sp>
          <p:nvSpPr>
            <p:cNvPr id="154" name="Forme libre : forme 153">
              <a:extLst>
                <a:ext uri="{FF2B5EF4-FFF2-40B4-BE49-F238E27FC236}">
                  <a16:creationId xmlns:a16="http://schemas.microsoft.com/office/drawing/2014/main" id="{C5B6AF25-6B60-834E-5431-BAF3C3E3E536}"/>
                </a:ext>
              </a:extLst>
            </p:cNvPr>
            <p:cNvSpPr/>
            <p:nvPr/>
          </p:nvSpPr>
          <p:spPr>
            <a:xfrm>
              <a:off x="1745592" y="5027734"/>
              <a:ext cx="1224" cy="1683"/>
            </a:xfrm>
            <a:custGeom>
              <a:avLst/>
              <a:gdLst>
                <a:gd name="connsiteX0" fmla="*/ 1409 w 1224"/>
                <a:gd name="connsiteY0" fmla="*/ 2091 h 1683"/>
                <a:gd name="connsiteX1" fmla="*/ 1256 w 1224"/>
                <a:gd name="connsiteY1" fmla="*/ 2245 h 1683"/>
                <a:gd name="connsiteX2" fmla="*/ 950 w 1224"/>
                <a:gd name="connsiteY2" fmla="*/ 2245 h 1683"/>
                <a:gd name="connsiteX3" fmla="*/ 337 w 1224"/>
                <a:gd name="connsiteY3" fmla="*/ 2091 h 1683"/>
                <a:gd name="connsiteX4" fmla="*/ 184 w 1224"/>
                <a:gd name="connsiteY4" fmla="*/ 1479 h 1683"/>
                <a:gd name="connsiteX5" fmla="*/ 337 w 1224"/>
                <a:gd name="connsiteY5" fmla="*/ 867 h 1683"/>
                <a:gd name="connsiteX6" fmla="*/ 950 w 1224"/>
                <a:gd name="connsiteY6" fmla="*/ 561 h 1683"/>
                <a:gd name="connsiteX7" fmla="*/ 1256 w 1224"/>
                <a:gd name="connsiteY7" fmla="*/ 714 h 1683"/>
                <a:gd name="connsiteX8" fmla="*/ 1409 w 1224"/>
                <a:gd name="connsiteY8" fmla="*/ 714 h 1683"/>
                <a:gd name="connsiteX9" fmla="*/ 1409 w 1224"/>
                <a:gd name="connsiteY9" fmla="*/ 1020 h 1683"/>
                <a:gd name="connsiteX10" fmla="*/ 1256 w 1224"/>
                <a:gd name="connsiteY10" fmla="*/ 1020 h 1683"/>
                <a:gd name="connsiteX11" fmla="*/ 950 w 1224"/>
                <a:gd name="connsiteY11" fmla="*/ 867 h 1683"/>
                <a:gd name="connsiteX12" fmla="*/ 643 w 1224"/>
                <a:gd name="connsiteY12" fmla="*/ 1020 h 1683"/>
                <a:gd name="connsiteX13" fmla="*/ 643 w 1224"/>
                <a:gd name="connsiteY13" fmla="*/ 1479 h 1683"/>
                <a:gd name="connsiteX14" fmla="*/ 643 w 1224"/>
                <a:gd name="connsiteY14" fmla="*/ 1785 h 1683"/>
                <a:gd name="connsiteX15" fmla="*/ 950 w 1224"/>
                <a:gd name="connsiteY15" fmla="*/ 1938 h 1683"/>
                <a:gd name="connsiteX16" fmla="*/ 1256 w 1224"/>
                <a:gd name="connsiteY16" fmla="*/ 1938 h 1683"/>
                <a:gd name="connsiteX17" fmla="*/ 1409 w 1224"/>
                <a:gd name="connsiteY17" fmla="*/ 1785 h 1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 h="1683">
                  <a:moveTo>
                    <a:pt x="1409" y="2091"/>
                  </a:moveTo>
                  <a:cubicBezTo>
                    <a:pt x="1409" y="2206"/>
                    <a:pt x="1332" y="2245"/>
                    <a:pt x="1256" y="2245"/>
                  </a:cubicBezTo>
                  <a:lnTo>
                    <a:pt x="950" y="2245"/>
                  </a:lnTo>
                  <a:cubicBezTo>
                    <a:pt x="720" y="2245"/>
                    <a:pt x="529" y="2206"/>
                    <a:pt x="337" y="2091"/>
                  </a:cubicBezTo>
                  <a:cubicBezTo>
                    <a:pt x="222" y="1900"/>
                    <a:pt x="184" y="1709"/>
                    <a:pt x="184" y="1479"/>
                  </a:cubicBezTo>
                  <a:cubicBezTo>
                    <a:pt x="184" y="1173"/>
                    <a:pt x="222" y="982"/>
                    <a:pt x="337" y="867"/>
                  </a:cubicBezTo>
                  <a:cubicBezTo>
                    <a:pt x="529" y="675"/>
                    <a:pt x="720" y="561"/>
                    <a:pt x="950" y="561"/>
                  </a:cubicBezTo>
                  <a:cubicBezTo>
                    <a:pt x="1026" y="561"/>
                    <a:pt x="1141" y="637"/>
                    <a:pt x="1256" y="714"/>
                  </a:cubicBezTo>
                  <a:lnTo>
                    <a:pt x="1409" y="714"/>
                  </a:lnTo>
                  <a:lnTo>
                    <a:pt x="1409" y="1020"/>
                  </a:lnTo>
                  <a:lnTo>
                    <a:pt x="1256" y="1020"/>
                  </a:lnTo>
                  <a:cubicBezTo>
                    <a:pt x="1141" y="943"/>
                    <a:pt x="1026" y="867"/>
                    <a:pt x="950" y="867"/>
                  </a:cubicBezTo>
                  <a:cubicBezTo>
                    <a:pt x="835" y="867"/>
                    <a:pt x="720" y="943"/>
                    <a:pt x="643" y="1020"/>
                  </a:cubicBezTo>
                  <a:lnTo>
                    <a:pt x="643" y="1479"/>
                  </a:lnTo>
                  <a:lnTo>
                    <a:pt x="643" y="1785"/>
                  </a:lnTo>
                  <a:cubicBezTo>
                    <a:pt x="720" y="1900"/>
                    <a:pt x="835" y="1938"/>
                    <a:pt x="950" y="1938"/>
                  </a:cubicBezTo>
                  <a:lnTo>
                    <a:pt x="1256" y="1938"/>
                  </a:lnTo>
                  <a:cubicBezTo>
                    <a:pt x="1332" y="1938"/>
                    <a:pt x="1409" y="1900"/>
                    <a:pt x="1409" y="1785"/>
                  </a:cubicBezTo>
                  <a:close/>
                </a:path>
              </a:pathLst>
            </a:custGeom>
            <a:grpFill/>
            <a:ln w="9797" cap="flat">
              <a:noFill/>
              <a:prstDash val="solid"/>
              <a:miter/>
            </a:ln>
          </p:spPr>
          <p:txBody>
            <a:bodyPr rtlCol="0" anchor="ctr"/>
            <a:lstStyle/>
            <a:p>
              <a:endParaRPr lang="fr-FR"/>
            </a:p>
          </p:txBody>
        </p:sp>
        <p:sp>
          <p:nvSpPr>
            <p:cNvPr id="155" name="Forme libre : forme 154">
              <a:extLst>
                <a:ext uri="{FF2B5EF4-FFF2-40B4-BE49-F238E27FC236}">
                  <a16:creationId xmlns:a16="http://schemas.microsoft.com/office/drawing/2014/main" id="{0A6E32FA-3A30-02CF-1FBE-D464147CF1DE}"/>
                </a:ext>
              </a:extLst>
            </p:cNvPr>
            <p:cNvSpPr/>
            <p:nvPr/>
          </p:nvSpPr>
          <p:spPr>
            <a:xfrm>
              <a:off x="1747160" y="5028193"/>
              <a:ext cx="918" cy="1224"/>
            </a:xfrm>
            <a:custGeom>
              <a:avLst/>
              <a:gdLst>
                <a:gd name="connsiteX0" fmla="*/ 1103 w 918"/>
                <a:gd name="connsiteY0" fmla="*/ 867 h 1224"/>
                <a:gd name="connsiteX1" fmla="*/ 950 w 918"/>
                <a:gd name="connsiteY1" fmla="*/ 867 h 1224"/>
                <a:gd name="connsiteX2" fmla="*/ 644 w 918"/>
                <a:gd name="connsiteY2" fmla="*/ 1020 h 1224"/>
                <a:gd name="connsiteX3" fmla="*/ 644 w 918"/>
                <a:gd name="connsiteY3" fmla="*/ 1173 h 1224"/>
                <a:gd name="connsiteX4" fmla="*/ 644 w 918"/>
                <a:gd name="connsiteY4" fmla="*/ 1785 h 1224"/>
                <a:gd name="connsiteX5" fmla="*/ 184 w 918"/>
                <a:gd name="connsiteY5" fmla="*/ 1785 h 1224"/>
                <a:gd name="connsiteX6" fmla="*/ 184 w 918"/>
                <a:gd name="connsiteY6" fmla="*/ 561 h 1224"/>
                <a:gd name="connsiteX7" fmla="*/ 644 w 918"/>
                <a:gd name="connsiteY7" fmla="*/ 561 h 1224"/>
                <a:gd name="connsiteX8" fmla="*/ 644 w 918"/>
                <a:gd name="connsiteY8" fmla="*/ 867 h 1224"/>
                <a:gd name="connsiteX9" fmla="*/ 644 w 918"/>
                <a:gd name="connsiteY9" fmla="*/ 714 h 1224"/>
                <a:gd name="connsiteX10" fmla="*/ 950 w 918"/>
                <a:gd name="connsiteY10" fmla="*/ 561 h 1224"/>
                <a:gd name="connsiteX11" fmla="*/ 1103 w 918"/>
                <a:gd name="connsiteY11" fmla="*/ 561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8" h="1224">
                  <a:moveTo>
                    <a:pt x="1103" y="867"/>
                  </a:moveTo>
                  <a:lnTo>
                    <a:pt x="950" y="867"/>
                  </a:lnTo>
                  <a:cubicBezTo>
                    <a:pt x="835" y="867"/>
                    <a:pt x="720" y="943"/>
                    <a:pt x="644" y="1020"/>
                  </a:cubicBezTo>
                  <a:lnTo>
                    <a:pt x="644" y="1173"/>
                  </a:lnTo>
                  <a:lnTo>
                    <a:pt x="644" y="1785"/>
                  </a:lnTo>
                  <a:lnTo>
                    <a:pt x="184" y="1785"/>
                  </a:lnTo>
                  <a:lnTo>
                    <a:pt x="184" y="561"/>
                  </a:lnTo>
                  <a:lnTo>
                    <a:pt x="644" y="561"/>
                  </a:lnTo>
                  <a:lnTo>
                    <a:pt x="644" y="867"/>
                  </a:lnTo>
                  <a:lnTo>
                    <a:pt x="644" y="714"/>
                  </a:lnTo>
                  <a:cubicBezTo>
                    <a:pt x="720" y="637"/>
                    <a:pt x="835" y="561"/>
                    <a:pt x="950" y="561"/>
                  </a:cubicBezTo>
                  <a:lnTo>
                    <a:pt x="1103" y="561"/>
                  </a:lnTo>
                  <a:close/>
                </a:path>
              </a:pathLst>
            </a:custGeom>
            <a:grpFill/>
            <a:ln w="9797" cap="flat">
              <a:noFill/>
              <a:prstDash val="solid"/>
              <a:miter/>
            </a:ln>
          </p:spPr>
          <p:txBody>
            <a:bodyPr rtlCol="0" anchor="ctr"/>
            <a:lstStyle/>
            <a:p>
              <a:endParaRPr lang="fr-FR"/>
            </a:p>
          </p:txBody>
        </p:sp>
        <p:sp>
          <p:nvSpPr>
            <p:cNvPr id="156" name="Forme libre : forme 155">
              <a:extLst>
                <a:ext uri="{FF2B5EF4-FFF2-40B4-BE49-F238E27FC236}">
                  <a16:creationId xmlns:a16="http://schemas.microsoft.com/office/drawing/2014/main" id="{30709137-11A7-086F-9DD1-FA4CABE13532}"/>
                </a:ext>
              </a:extLst>
            </p:cNvPr>
            <p:cNvSpPr/>
            <p:nvPr/>
          </p:nvSpPr>
          <p:spPr>
            <a:xfrm>
              <a:off x="1748238" y="5028193"/>
              <a:ext cx="1224" cy="1224"/>
            </a:xfrm>
            <a:custGeom>
              <a:avLst/>
              <a:gdLst>
                <a:gd name="connsiteX0" fmla="*/ 1409 w 1224"/>
                <a:gd name="connsiteY0" fmla="*/ 1173 h 1224"/>
                <a:gd name="connsiteX1" fmla="*/ 1409 w 1224"/>
                <a:gd name="connsiteY1" fmla="*/ 1326 h 1224"/>
                <a:gd name="connsiteX2" fmla="*/ 491 w 1224"/>
                <a:gd name="connsiteY2" fmla="*/ 1326 h 1224"/>
                <a:gd name="connsiteX3" fmla="*/ 491 w 1224"/>
                <a:gd name="connsiteY3" fmla="*/ 1479 h 1224"/>
                <a:gd name="connsiteX4" fmla="*/ 797 w 1224"/>
                <a:gd name="connsiteY4" fmla="*/ 1479 h 1224"/>
                <a:gd name="connsiteX5" fmla="*/ 1103 w 1224"/>
                <a:gd name="connsiteY5" fmla="*/ 1479 h 1224"/>
                <a:gd name="connsiteX6" fmla="*/ 1409 w 1224"/>
                <a:gd name="connsiteY6" fmla="*/ 1479 h 1224"/>
                <a:gd name="connsiteX7" fmla="*/ 1409 w 1224"/>
                <a:gd name="connsiteY7" fmla="*/ 1785 h 1224"/>
                <a:gd name="connsiteX8" fmla="*/ 1103 w 1224"/>
                <a:gd name="connsiteY8" fmla="*/ 1785 h 1224"/>
                <a:gd name="connsiteX9" fmla="*/ 797 w 1224"/>
                <a:gd name="connsiteY9" fmla="*/ 1785 h 1224"/>
                <a:gd name="connsiteX10" fmla="*/ 338 w 1224"/>
                <a:gd name="connsiteY10" fmla="*/ 1632 h 1224"/>
                <a:gd name="connsiteX11" fmla="*/ 184 w 1224"/>
                <a:gd name="connsiteY11" fmla="*/ 1173 h 1224"/>
                <a:gd name="connsiteX12" fmla="*/ 338 w 1224"/>
                <a:gd name="connsiteY12" fmla="*/ 714 h 1224"/>
                <a:gd name="connsiteX13" fmla="*/ 797 w 1224"/>
                <a:gd name="connsiteY13" fmla="*/ 561 h 1224"/>
                <a:gd name="connsiteX14" fmla="*/ 1256 w 1224"/>
                <a:gd name="connsiteY14" fmla="*/ 714 h 1224"/>
                <a:gd name="connsiteX15" fmla="*/ 1409 w 1224"/>
                <a:gd name="connsiteY15" fmla="*/ 1173 h 1224"/>
                <a:gd name="connsiteX16" fmla="*/ 950 w 1224"/>
                <a:gd name="connsiteY16" fmla="*/ 1020 h 1224"/>
                <a:gd name="connsiteX17" fmla="*/ 950 w 1224"/>
                <a:gd name="connsiteY17" fmla="*/ 867 h 1224"/>
                <a:gd name="connsiteX18" fmla="*/ 797 w 1224"/>
                <a:gd name="connsiteY18" fmla="*/ 867 h 1224"/>
                <a:gd name="connsiteX19" fmla="*/ 491 w 1224"/>
                <a:gd name="connsiteY19" fmla="*/ 867 h 1224"/>
                <a:gd name="connsiteX20" fmla="*/ 491 w 1224"/>
                <a:gd name="connsiteY20" fmla="*/ 1020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24" h="1224">
                  <a:moveTo>
                    <a:pt x="1409" y="1173"/>
                  </a:moveTo>
                  <a:lnTo>
                    <a:pt x="1409" y="1326"/>
                  </a:lnTo>
                  <a:lnTo>
                    <a:pt x="491" y="1326"/>
                  </a:lnTo>
                  <a:lnTo>
                    <a:pt x="491" y="1479"/>
                  </a:lnTo>
                  <a:lnTo>
                    <a:pt x="797" y="1479"/>
                  </a:lnTo>
                  <a:lnTo>
                    <a:pt x="1103" y="1479"/>
                  </a:lnTo>
                  <a:lnTo>
                    <a:pt x="1409" y="1479"/>
                  </a:lnTo>
                  <a:lnTo>
                    <a:pt x="1409" y="1785"/>
                  </a:lnTo>
                  <a:lnTo>
                    <a:pt x="1103" y="1785"/>
                  </a:lnTo>
                  <a:lnTo>
                    <a:pt x="797" y="1785"/>
                  </a:lnTo>
                  <a:cubicBezTo>
                    <a:pt x="567" y="1785"/>
                    <a:pt x="414" y="1747"/>
                    <a:pt x="338" y="1632"/>
                  </a:cubicBezTo>
                  <a:cubicBezTo>
                    <a:pt x="223" y="1556"/>
                    <a:pt x="184" y="1403"/>
                    <a:pt x="184" y="1173"/>
                  </a:cubicBezTo>
                  <a:cubicBezTo>
                    <a:pt x="184" y="982"/>
                    <a:pt x="223" y="829"/>
                    <a:pt x="338" y="714"/>
                  </a:cubicBezTo>
                  <a:cubicBezTo>
                    <a:pt x="414" y="637"/>
                    <a:pt x="567" y="561"/>
                    <a:pt x="797" y="561"/>
                  </a:cubicBezTo>
                  <a:cubicBezTo>
                    <a:pt x="988" y="561"/>
                    <a:pt x="1141" y="637"/>
                    <a:pt x="1256" y="714"/>
                  </a:cubicBezTo>
                  <a:cubicBezTo>
                    <a:pt x="1333" y="829"/>
                    <a:pt x="1409" y="982"/>
                    <a:pt x="1409" y="1173"/>
                  </a:cubicBezTo>
                  <a:close/>
                  <a:moveTo>
                    <a:pt x="950" y="1020"/>
                  </a:moveTo>
                  <a:lnTo>
                    <a:pt x="950" y="867"/>
                  </a:lnTo>
                  <a:lnTo>
                    <a:pt x="797" y="867"/>
                  </a:lnTo>
                  <a:lnTo>
                    <a:pt x="491" y="867"/>
                  </a:lnTo>
                  <a:lnTo>
                    <a:pt x="491" y="1020"/>
                  </a:lnTo>
                  <a:close/>
                </a:path>
              </a:pathLst>
            </a:custGeom>
            <a:grpFill/>
            <a:ln w="9797" cap="flat">
              <a:noFill/>
              <a:prstDash val="solid"/>
              <a:miter/>
            </a:ln>
          </p:spPr>
          <p:txBody>
            <a:bodyPr rtlCol="0" anchor="ctr"/>
            <a:lstStyle/>
            <a:p>
              <a:endParaRPr lang="fr-FR"/>
            </a:p>
          </p:txBody>
        </p:sp>
        <p:sp>
          <p:nvSpPr>
            <p:cNvPr id="157" name="Forme libre : forme 156">
              <a:extLst>
                <a:ext uri="{FF2B5EF4-FFF2-40B4-BE49-F238E27FC236}">
                  <a16:creationId xmlns:a16="http://schemas.microsoft.com/office/drawing/2014/main" id="{EB54BBD7-6E9C-46FA-B499-8235093E5536}"/>
                </a:ext>
              </a:extLst>
            </p:cNvPr>
            <p:cNvSpPr/>
            <p:nvPr/>
          </p:nvSpPr>
          <p:spPr>
            <a:xfrm>
              <a:off x="1749727" y="5028193"/>
              <a:ext cx="1071" cy="1224"/>
            </a:xfrm>
            <a:custGeom>
              <a:avLst/>
              <a:gdLst>
                <a:gd name="connsiteX0" fmla="*/ 797 w 1071"/>
                <a:gd name="connsiteY0" fmla="*/ 1173 h 1224"/>
                <a:gd name="connsiteX1" fmla="*/ 491 w 1071"/>
                <a:gd name="connsiteY1" fmla="*/ 1326 h 1224"/>
                <a:gd name="connsiteX2" fmla="*/ 491 w 1071"/>
                <a:gd name="connsiteY2" fmla="*/ 1479 h 1224"/>
                <a:gd name="connsiteX3" fmla="*/ 644 w 1071"/>
                <a:gd name="connsiteY3" fmla="*/ 1479 h 1224"/>
                <a:gd name="connsiteX4" fmla="*/ 797 w 1071"/>
                <a:gd name="connsiteY4" fmla="*/ 1479 h 1224"/>
                <a:gd name="connsiteX5" fmla="*/ 950 w 1071"/>
                <a:gd name="connsiteY5" fmla="*/ 1326 h 1224"/>
                <a:gd name="connsiteX6" fmla="*/ 950 w 1071"/>
                <a:gd name="connsiteY6" fmla="*/ 1173 h 1224"/>
                <a:gd name="connsiteX7" fmla="*/ 1256 w 1071"/>
                <a:gd name="connsiteY7" fmla="*/ 1173 h 1224"/>
                <a:gd name="connsiteX8" fmla="*/ 1256 w 1071"/>
                <a:gd name="connsiteY8" fmla="*/ 1785 h 1224"/>
                <a:gd name="connsiteX9" fmla="*/ 950 w 1071"/>
                <a:gd name="connsiteY9" fmla="*/ 1785 h 1224"/>
                <a:gd name="connsiteX10" fmla="*/ 950 w 1071"/>
                <a:gd name="connsiteY10" fmla="*/ 1632 h 1224"/>
                <a:gd name="connsiteX11" fmla="*/ 797 w 1071"/>
                <a:gd name="connsiteY11" fmla="*/ 1785 h 1224"/>
                <a:gd name="connsiteX12" fmla="*/ 491 w 1071"/>
                <a:gd name="connsiteY12" fmla="*/ 1785 h 1224"/>
                <a:gd name="connsiteX13" fmla="*/ 185 w 1071"/>
                <a:gd name="connsiteY13" fmla="*/ 1785 h 1224"/>
                <a:gd name="connsiteX14" fmla="*/ 185 w 1071"/>
                <a:gd name="connsiteY14" fmla="*/ 1479 h 1224"/>
                <a:gd name="connsiteX15" fmla="*/ 185 w 1071"/>
                <a:gd name="connsiteY15" fmla="*/ 1173 h 1224"/>
                <a:gd name="connsiteX16" fmla="*/ 644 w 1071"/>
                <a:gd name="connsiteY16" fmla="*/ 1020 h 1224"/>
                <a:gd name="connsiteX17" fmla="*/ 950 w 1071"/>
                <a:gd name="connsiteY17" fmla="*/ 1020 h 1224"/>
                <a:gd name="connsiteX18" fmla="*/ 797 w 1071"/>
                <a:gd name="connsiteY18" fmla="*/ 867 h 1224"/>
                <a:gd name="connsiteX19" fmla="*/ 644 w 1071"/>
                <a:gd name="connsiteY19" fmla="*/ 867 h 1224"/>
                <a:gd name="connsiteX20" fmla="*/ 338 w 1071"/>
                <a:gd name="connsiteY20" fmla="*/ 867 h 1224"/>
                <a:gd name="connsiteX21" fmla="*/ 185 w 1071"/>
                <a:gd name="connsiteY21" fmla="*/ 867 h 1224"/>
                <a:gd name="connsiteX22" fmla="*/ 185 w 1071"/>
                <a:gd name="connsiteY22" fmla="*/ 561 h 1224"/>
                <a:gd name="connsiteX23" fmla="*/ 491 w 1071"/>
                <a:gd name="connsiteY23" fmla="*/ 561 h 1224"/>
                <a:gd name="connsiteX24" fmla="*/ 644 w 1071"/>
                <a:gd name="connsiteY24" fmla="*/ 561 h 1224"/>
                <a:gd name="connsiteX25" fmla="*/ 1103 w 1071"/>
                <a:gd name="connsiteY25" fmla="*/ 714 h 1224"/>
                <a:gd name="connsiteX26" fmla="*/ 1256 w 1071"/>
                <a:gd name="connsiteY26" fmla="*/ 1173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1" h="1224">
                  <a:moveTo>
                    <a:pt x="797" y="1173"/>
                  </a:moveTo>
                  <a:cubicBezTo>
                    <a:pt x="682" y="1173"/>
                    <a:pt x="567" y="1250"/>
                    <a:pt x="491" y="1326"/>
                  </a:cubicBezTo>
                  <a:lnTo>
                    <a:pt x="491" y="1479"/>
                  </a:lnTo>
                  <a:lnTo>
                    <a:pt x="644" y="1479"/>
                  </a:lnTo>
                  <a:lnTo>
                    <a:pt x="797" y="1479"/>
                  </a:lnTo>
                  <a:cubicBezTo>
                    <a:pt x="873" y="1479"/>
                    <a:pt x="950" y="1441"/>
                    <a:pt x="950" y="1326"/>
                  </a:cubicBezTo>
                  <a:lnTo>
                    <a:pt x="950" y="1173"/>
                  </a:lnTo>
                  <a:close/>
                  <a:moveTo>
                    <a:pt x="1256" y="1173"/>
                  </a:moveTo>
                  <a:lnTo>
                    <a:pt x="1256" y="1785"/>
                  </a:lnTo>
                  <a:lnTo>
                    <a:pt x="950" y="1785"/>
                  </a:lnTo>
                  <a:lnTo>
                    <a:pt x="950" y="1632"/>
                  </a:lnTo>
                  <a:cubicBezTo>
                    <a:pt x="950" y="1747"/>
                    <a:pt x="873" y="1785"/>
                    <a:pt x="797" y="1785"/>
                  </a:cubicBezTo>
                  <a:lnTo>
                    <a:pt x="491" y="1785"/>
                  </a:lnTo>
                  <a:lnTo>
                    <a:pt x="185" y="1785"/>
                  </a:lnTo>
                  <a:lnTo>
                    <a:pt x="185" y="1479"/>
                  </a:lnTo>
                  <a:lnTo>
                    <a:pt x="185" y="1173"/>
                  </a:lnTo>
                  <a:cubicBezTo>
                    <a:pt x="261" y="1096"/>
                    <a:pt x="414" y="1020"/>
                    <a:pt x="644" y="1020"/>
                  </a:cubicBezTo>
                  <a:lnTo>
                    <a:pt x="950" y="1020"/>
                  </a:lnTo>
                  <a:cubicBezTo>
                    <a:pt x="950" y="943"/>
                    <a:pt x="873" y="867"/>
                    <a:pt x="797" y="867"/>
                  </a:cubicBezTo>
                  <a:lnTo>
                    <a:pt x="644" y="867"/>
                  </a:lnTo>
                  <a:lnTo>
                    <a:pt x="338" y="867"/>
                  </a:lnTo>
                  <a:lnTo>
                    <a:pt x="185" y="867"/>
                  </a:lnTo>
                  <a:lnTo>
                    <a:pt x="185" y="561"/>
                  </a:lnTo>
                  <a:lnTo>
                    <a:pt x="491" y="561"/>
                  </a:lnTo>
                  <a:lnTo>
                    <a:pt x="644" y="561"/>
                  </a:lnTo>
                  <a:cubicBezTo>
                    <a:pt x="950" y="561"/>
                    <a:pt x="1103" y="637"/>
                    <a:pt x="1103" y="714"/>
                  </a:cubicBezTo>
                  <a:cubicBezTo>
                    <a:pt x="1180" y="829"/>
                    <a:pt x="1256" y="982"/>
                    <a:pt x="1256" y="1173"/>
                  </a:cubicBezTo>
                  <a:close/>
                </a:path>
              </a:pathLst>
            </a:custGeom>
            <a:grpFill/>
            <a:ln w="9797" cap="flat">
              <a:noFill/>
              <a:prstDash val="solid"/>
              <a:miter/>
            </a:ln>
          </p:spPr>
          <p:txBody>
            <a:bodyPr rtlCol="0" anchor="ctr"/>
            <a:lstStyle/>
            <a:p>
              <a:endParaRPr lang="fr-FR"/>
            </a:p>
          </p:txBody>
        </p:sp>
        <p:sp>
          <p:nvSpPr>
            <p:cNvPr id="158" name="Forme libre : forme 157">
              <a:extLst>
                <a:ext uri="{FF2B5EF4-FFF2-40B4-BE49-F238E27FC236}">
                  <a16:creationId xmlns:a16="http://schemas.microsoft.com/office/drawing/2014/main" id="{FB436E36-894C-C49F-BC38-CAB37217FB47}"/>
                </a:ext>
              </a:extLst>
            </p:cNvPr>
            <p:cNvSpPr/>
            <p:nvPr/>
          </p:nvSpPr>
          <p:spPr>
            <a:xfrm>
              <a:off x="1751034" y="5027887"/>
              <a:ext cx="918" cy="1530"/>
            </a:xfrm>
            <a:custGeom>
              <a:avLst/>
              <a:gdLst>
                <a:gd name="connsiteX0" fmla="*/ 797 w 918"/>
                <a:gd name="connsiteY0" fmla="*/ 561 h 1530"/>
                <a:gd name="connsiteX1" fmla="*/ 797 w 918"/>
                <a:gd name="connsiteY1" fmla="*/ 867 h 1530"/>
                <a:gd name="connsiteX2" fmla="*/ 1103 w 918"/>
                <a:gd name="connsiteY2" fmla="*/ 867 h 1530"/>
                <a:gd name="connsiteX3" fmla="*/ 1103 w 918"/>
                <a:gd name="connsiteY3" fmla="*/ 1173 h 1530"/>
                <a:gd name="connsiteX4" fmla="*/ 797 w 918"/>
                <a:gd name="connsiteY4" fmla="*/ 1173 h 1530"/>
                <a:gd name="connsiteX5" fmla="*/ 797 w 918"/>
                <a:gd name="connsiteY5" fmla="*/ 1632 h 1530"/>
                <a:gd name="connsiteX6" fmla="*/ 797 w 918"/>
                <a:gd name="connsiteY6" fmla="*/ 1785 h 1530"/>
                <a:gd name="connsiteX7" fmla="*/ 950 w 918"/>
                <a:gd name="connsiteY7" fmla="*/ 1785 h 1530"/>
                <a:gd name="connsiteX8" fmla="*/ 1103 w 918"/>
                <a:gd name="connsiteY8" fmla="*/ 1785 h 1530"/>
                <a:gd name="connsiteX9" fmla="*/ 1103 w 918"/>
                <a:gd name="connsiteY9" fmla="*/ 2091 h 1530"/>
                <a:gd name="connsiteX10" fmla="*/ 797 w 918"/>
                <a:gd name="connsiteY10" fmla="*/ 2091 h 1530"/>
                <a:gd name="connsiteX11" fmla="*/ 491 w 918"/>
                <a:gd name="connsiteY11" fmla="*/ 2091 h 1530"/>
                <a:gd name="connsiteX12" fmla="*/ 338 w 918"/>
                <a:gd name="connsiteY12" fmla="*/ 1632 h 1530"/>
                <a:gd name="connsiteX13" fmla="*/ 338 w 918"/>
                <a:gd name="connsiteY13" fmla="*/ 1173 h 1530"/>
                <a:gd name="connsiteX14" fmla="*/ 185 w 918"/>
                <a:gd name="connsiteY14" fmla="*/ 1173 h 1530"/>
                <a:gd name="connsiteX15" fmla="*/ 185 w 918"/>
                <a:gd name="connsiteY15" fmla="*/ 867 h 1530"/>
                <a:gd name="connsiteX16" fmla="*/ 338 w 918"/>
                <a:gd name="connsiteY16" fmla="*/ 867 h 1530"/>
                <a:gd name="connsiteX17" fmla="*/ 338 w 918"/>
                <a:gd name="connsiteY17" fmla="*/ 561 h 1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8" h="1530">
                  <a:moveTo>
                    <a:pt x="797" y="561"/>
                  </a:moveTo>
                  <a:lnTo>
                    <a:pt x="797" y="867"/>
                  </a:lnTo>
                  <a:lnTo>
                    <a:pt x="1103" y="867"/>
                  </a:lnTo>
                  <a:lnTo>
                    <a:pt x="1103" y="1173"/>
                  </a:lnTo>
                  <a:lnTo>
                    <a:pt x="797" y="1173"/>
                  </a:lnTo>
                  <a:lnTo>
                    <a:pt x="797" y="1632"/>
                  </a:lnTo>
                  <a:lnTo>
                    <a:pt x="797" y="1785"/>
                  </a:lnTo>
                  <a:lnTo>
                    <a:pt x="950" y="1785"/>
                  </a:lnTo>
                  <a:lnTo>
                    <a:pt x="1103" y="1785"/>
                  </a:lnTo>
                  <a:lnTo>
                    <a:pt x="1103" y="2091"/>
                  </a:lnTo>
                  <a:lnTo>
                    <a:pt x="797" y="2091"/>
                  </a:lnTo>
                  <a:lnTo>
                    <a:pt x="491" y="2091"/>
                  </a:lnTo>
                  <a:cubicBezTo>
                    <a:pt x="376" y="2015"/>
                    <a:pt x="338" y="1862"/>
                    <a:pt x="338" y="1632"/>
                  </a:cubicBezTo>
                  <a:lnTo>
                    <a:pt x="338" y="1173"/>
                  </a:lnTo>
                  <a:lnTo>
                    <a:pt x="185" y="1173"/>
                  </a:lnTo>
                  <a:lnTo>
                    <a:pt x="185" y="867"/>
                  </a:lnTo>
                  <a:lnTo>
                    <a:pt x="338" y="867"/>
                  </a:lnTo>
                  <a:lnTo>
                    <a:pt x="338" y="561"/>
                  </a:lnTo>
                  <a:close/>
                </a:path>
              </a:pathLst>
            </a:custGeom>
            <a:grpFill/>
            <a:ln w="9797" cap="flat">
              <a:noFill/>
              <a:prstDash val="solid"/>
              <a:miter/>
            </a:ln>
          </p:spPr>
          <p:txBody>
            <a:bodyPr rtlCol="0" anchor="ctr"/>
            <a:lstStyle/>
            <a:p>
              <a:endParaRPr lang="fr-FR"/>
            </a:p>
          </p:txBody>
        </p:sp>
        <p:sp>
          <p:nvSpPr>
            <p:cNvPr id="159" name="Forme libre : forme 158">
              <a:extLst>
                <a:ext uri="{FF2B5EF4-FFF2-40B4-BE49-F238E27FC236}">
                  <a16:creationId xmlns:a16="http://schemas.microsoft.com/office/drawing/2014/main" id="{B73A3DE8-2580-29AE-B2BC-C9EFEE6B7D06}"/>
                </a:ext>
              </a:extLst>
            </p:cNvPr>
            <p:cNvSpPr/>
            <p:nvPr/>
          </p:nvSpPr>
          <p:spPr>
            <a:xfrm>
              <a:off x="1752215" y="5028193"/>
              <a:ext cx="1224" cy="1224"/>
            </a:xfrm>
            <a:custGeom>
              <a:avLst/>
              <a:gdLst>
                <a:gd name="connsiteX0" fmla="*/ 1410 w 1224"/>
                <a:gd name="connsiteY0" fmla="*/ 1173 h 1224"/>
                <a:gd name="connsiteX1" fmla="*/ 1410 w 1224"/>
                <a:gd name="connsiteY1" fmla="*/ 1326 h 1224"/>
                <a:gd name="connsiteX2" fmla="*/ 491 w 1224"/>
                <a:gd name="connsiteY2" fmla="*/ 1326 h 1224"/>
                <a:gd name="connsiteX3" fmla="*/ 491 w 1224"/>
                <a:gd name="connsiteY3" fmla="*/ 1479 h 1224"/>
                <a:gd name="connsiteX4" fmla="*/ 797 w 1224"/>
                <a:gd name="connsiteY4" fmla="*/ 1479 h 1224"/>
                <a:gd name="connsiteX5" fmla="*/ 1103 w 1224"/>
                <a:gd name="connsiteY5" fmla="*/ 1479 h 1224"/>
                <a:gd name="connsiteX6" fmla="*/ 1410 w 1224"/>
                <a:gd name="connsiteY6" fmla="*/ 1479 h 1224"/>
                <a:gd name="connsiteX7" fmla="*/ 1410 w 1224"/>
                <a:gd name="connsiteY7" fmla="*/ 1785 h 1224"/>
                <a:gd name="connsiteX8" fmla="*/ 1103 w 1224"/>
                <a:gd name="connsiteY8" fmla="*/ 1785 h 1224"/>
                <a:gd name="connsiteX9" fmla="*/ 797 w 1224"/>
                <a:gd name="connsiteY9" fmla="*/ 1785 h 1224"/>
                <a:gd name="connsiteX10" fmla="*/ 338 w 1224"/>
                <a:gd name="connsiteY10" fmla="*/ 1632 h 1224"/>
                <a:gd name="connsiteX11" fmla="*/ 185 w 1224"/>
                <a:gd name="connsiteY11" fmla="*/ 1173 h 1224"/>
                <a:gd name="connsiteX12" fmla="*/ 338 w 1224"/>
                <a:gd name="connsiteY12" fmla="*/ 714 h 1224"/>
                <a:gd name="connsiteX13" fmla="*/ 797 w 1224"/>
                <a:gd name="connsiteY13" fmla="*/ 561 h 1224"/>
                <a:gd name="connsiteX14" fmla="*/ 1256 w 1224"/>
                <a:gd name="connsiteY14" fmla="*/ 714 h 1224"/>
                <a:gd name="connsiteX15" fmla="*/ 1410 w 1224"/>
                <a:gd name="connsiteY15" fmla="*/ 1173 h 1224"/>
                <a:gd name="connsiteX16" fmla="*/ 950 w 1224"/>
                <a:gd name="connsiteY16" fmla="*/ 1020 h 1224"/>
                <a:gd name="connsiteX17" fmla="*/ 950 w 1224"/>
                <a:gd name="connsiteY17" fmla="*/ 867 h 1224"/>
                <a:gd name="connsiteX18" fmla="*/ 797 w 1224"/>
                <a:gd name="connsiteY18" fmla="*/ 867 h 1224"/>
                <a:gd name="connsiteX19" fmla="*/ 491 w 1224"/>
                <a:gd name="connsiteY19" fmla="*/ 867 h 1224"/>
                <a:gd name="connsiteX20" fmla="*/ 491 w 1224"/>
                <a:gd name="connsiteY20" fmla="*/ 1020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24" h="1224">
                  <a:moveTo>
                    <a:pt x="1410" y="1173"/>
                  </a:moveTo>
                  <a:lnTo>
                    <a:pt x="1410" y="1326"/>
                  </a:lnTo>
                  <a:lnTo>
                    <a:pt x="491" y="1326"/>
                  </a:lnTo>
                  <a:lnTo>
                    <a:pt x="491" y="1479"/>
                  </a:lnTo>
                  <a:lnTo>
                    <a:pt x="797" y="1479"/>
                  </a:lnTo>
                  <a:lnTo>
                    <a:pt x="1103" y="1479"/>
                  </a:lnTo>
                  <a:lnTo>
                    <a:pt x="1410" y="1479"/>
                  </a:lnTo>
                  <a:lnTo>
                    <a:pt x="1410" y="1785"/>
                  </a:lnTo>
                  <a:lnTo>
                    <a:pt x="1103" y="1785"/>
                  </a:lnTo>
                  <a:lnTo>
                    <a:pt x="797" y="1785"/>
                  </a:lnTo>
                  <a:cubicBezTo>
                    <a:pt x="568" y="1785"/>
                    <a:pt x="415" y="1747"/>
                    <a:pt x="338" y="1632"/>
                  </a:cubicBezTo>
                  <a:cubicBezTo>
                    <a:pt x="223" y="1556"/>
                    <a:pt x="185" y="1403"/>
                    <a:pt x="185" y="1173"/>
                  </a:cubicBezTo>
                  <a:cubicBezTo>
                    <a:pt x="185" y="982"/>
                    <a:pt x="223" y="829"/>
                    <a:pt x="338" y="714"/>
                  </a:cubicBezTo>
                  <a:cubicBezTo>
                    <a:pt x="414" y="637"/>
                    <a:pt x="568" y="561"/>
                    <a:pt x="797" y="561"/>
                  </a:cubicBezTo>
                  <a:cubicBezTo>
                    <a:pt x="989" y="561"/>
                    <a:pt x="1142" y="637"/>
                    <a:pt x="1256" y="714"/>
                  </a:cubicBezTo>
                  <a:cubicBezTo>
                    <a:pt x="1333" y="829"/>
                    <a:pt x="1410" y="982"/>
                    <a:pt x="1410" y="1173"/>
                  </a:cubicBezTo>
                  <a:close/>
                  <a:moveTo>
                    <a:pt x="950" y="1020"/>
                  </a:moveTo>
                  <a:lnTo>
                    <a:pt x="950" y="867"/>
                  </a:lnTo>
                  <a:lnTo>
                    <a:pt x="797" y="867"/>
                  </a:lnTo>
                  <a:lnTo>
                    <a:pt x="491" y="867"/>
                  </a:lnTo>
                  <a:lnTo>
                    <a:pt x="491" y="1020"/>
                  </a:lnTo>
                  <a:close/>
                </a:path>
              </a:pathLst>
            </a:custGeom>
            <a:grpFill/>
            <a:ln w="9797" cap="flat">
              <a:noFill/>
              <a:prstDash val="solid"/>
              <a:miter/>
            </a:ln>
          </p:spPr>
          <p:txBody>
            <a:bodyPr rtlCol="0" anchor="ctr"/>
            <a:lstStyle/>
            <a:p>
              <a:endParaRPr lang="fr-FR"/>
            </a:p>
          </p:txBody>
        </p:sp>
        <p:sp>
          <p:nvSpPr>
            <p:cNvPr id="160" name="Forme libre : forme 159">
              <a:extLst>
                <a:ext uri="{FF2B5EF4-FFF2-40B4-BE49-F238E27FC236}">
                  <a16:creationId xmlns:a16="http://schemas.microsoft.com/office/drawing/2014/main" id="{A19E00A2-11B0-9A13-CBD1-5D972CDDB26E}"/>
                </a:ext>
              </a:extLst>
            </p:cNvPr>
            <p:cNvSpPr/>
            <p:nvPr/>
          </p:nvSpPr>
          <p:spPr>
            <a:xfrm>
              <a:off x="1753665" y="5027734"/>
              <a:ext cx="1224" cy="1683"/>
            </a:xfrm>
            <a:custGeom>
              <a:avLst/>
              <a:gdLst>
                <a:gd name="connsiteX0" fmla="*/ 950 w 1224"/>
                <a:gd name="connsiteY0" fmla="*/ 1173 h 1683"/>
                <a:gd name="connsiteX1" fmla="*/ 950 w 1224"/>
                <a:gd name="connsiteY1" fmla="*/ 561 h 1683"/>
                <a:gd name="connsiteX2" fmla="*/ 1410 w 1224"/>
                <a:gd name="connsiteY2" fmla="*/ 561 h 1683"/>
                <a:gd name="connsiteX3" fmla="*/ 1410 w 1224"/>
                <a:gd name="connsiteY3" fmla="*/ 2245 h 1683"/>
                <a:gd name="connsiteX4" fmla="*/ 950 w 1224"/>
                <a:gd name="connsiteY4" fmla="*/ 2245 h 1683"/>
                <a:gd name="connsiteX5" fmla="*/ 950 w 1224"/>
                <a:gd name="connsiteY5" fmla="*/ 2092 h 1683"/>
                <a:gd name="connsiteX6" fmla="*/ 797 w 1224"/>
                <a:gd name="connsiteY6" fmla="*/ 2245 h 1683"/>
                <a:gd name="connsiteX7" fmla="*/ 644 w 1224"/>
                <a:gd name="connsiteY7" fmla="*/ 2245 h 1683"/>
                <a:gd name="connsiteX8" fmla="*/ 185 w 1224"/>
                <a:gd name="connsiteY8" fmla="*/ 2092 h 1683"/>
                <a:gd name="connsiteX9" fmla="*/ 185 w 1224"/>
                <a:gd name="connsiteY9" fmla="*/ 1632 h 1683"/>
                <a:gd name="connsiteX10" fmla="*/ 185 w 1224"/>
                <a:gd name="connsiteY10" fmla="*/ 1173 h 1683"/>
                <a:gd name="connsiteX11" fmla="*/ 644 w 1224"/>
                <a:gd name="connsiteY11" fmla="*/ 1020 h 1683"/>
                <a:gd name="connsiteX12" fmla="*/ 797 w 1224"/>
                <a:gd name="connsiteY12" fmla="*/ 1173 h 1683"/>
                <a:gd name="connsiteX13" fmla="*/ 950 w 1224"/>
                <a:gd name="connsiteY13" fmla="*/ 1173 h 1683"/>
                <a:gd name="connsiteX14" fmla="*/ 797 w 1224"/>
                <a:gd name="connsiteY14" fmla="*/ 1938 h 1683"/>
                <a:gd name="connsiteX15" fmla="*/ 950 w 1224"/>
                <a:gd name="connsiteY15" fmla="*/ 1938 h 1683"/>
                <a:gd name="connsiteX16" fmla="*/ 950 w 1224"/>
                <a:gd name="connsiteY16" fmla="*/ 1632 h 1683"/>
                <a:gd name="connsiteX17" fmla="*/ 950 w 1224"/>
                <a:gd name="connsiteY17" fmla="*/ 1479 h 1683"/>
                <a:gd name="connsiteX18" fmla="*/ 797 w 1224"/>
                <a:gd name="connsiteY18" fmla="*/ 1326 h 1683"/>
                <a:gd name="connsiteX19" fmla="*/ 491 w 1224"/>
                <a:gd name="connsiteY19" fmla="*/ 1479 h 1683"/>
                <a:gd name="connsiteX20" fmla="*/ 491 w 1224"/>
                <a:gd name="connsiteY20" fmla="*/ 1632 h 1683"/>
                <a:gd name="connsiteX21" fmla="*/ 491 w 1224"/>
                <a:gd name="connsiteY21" fmla="*/ 1938 h 1683"/>
                <a:gd name="connsiteX22" fmla="*/ 797 w 1224"/>
                <a:gd name="connsiteY22" fmla="*/ 1938 h 1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24" h="1683">
                  <a:moveTo>
                    <a:pt x="950" y="1173"/>
                  </a:moveTo>
                  <a:lnTo>
                    <a:pt x="950" y="561"/>
                  </a:lnTo>
                  <a:lnTo>
                    <a:pt x="1410" y="561"/>
                  </a:lnTo>
                  <a:lnTo>
                    <a:pt x="1410" y="2245"/>
                  </a:lnTo>
                  <a:lnTo>
                    <a:pt x="950" y="2245"/>
                  </a:lnTo>
                  <a:lnTo>
                    <a:pt x="950" y="2092"/>
                  </a:lnTo>
                  <a:cubicBezTo>
                    <a:pt x="950" y="2206"/>
                    <a:pt x="874" y="2245"/>
                    <a:pt x="797" y="2245"/>
                  </a:cubicBezTo>
                  <a:lnTo>
                    <a:pt x="644" y="2245"/>
                  </a:lnTo>
                  <a:cubicBezTo>
                    <a:pt x="415" y="2245"/>
                    <a:pt x="262" y="2206"/>
                    <a:pt x="185" y="2092"/>
                  </a:cubicBezTo>
                  <a:lnTo>
                    <a:pt x="185" y="1632"/>
                  </a:lnTo>
                  <a:lnTo>
                    <a:pt x="185" y="1173"/>
                  </a:lnTo>
                  <a:cubicBezTo>
                    <a:pt x="262" y="1096"/>
                    <a:pt x="415" y="1020"/>
                    <a:pt x="644" y="1020"/>
                  </a:cubicBezTo>
                  <a:cubicBezTo>
                    <a:pt x="721" y="1020"/>
                    <a:pt x="797" y="1096"/>
                    <a:pt x="797" y="1173"/>
                  </a:cubicBezTo>
                  <a:lnTo>
                    <a:pt x="950" y="1173"/>
                  </a:lnTo>
                  <a:close/>
                  <a:moveTo>
                    <a:pt x="797" y="1938"/>
                  </a:moveTo>
                  <a:lnTo>
                    <a:pt x="950" y="1938"/>
                  </a:lnTo>
                  <a:lnTo>
                    <a:pt x="950" y="1632"/>
                  </a:lnTo>
                  <a:lnTo>
                    <a:pt x="950" y="1479"/>
                  </a:lnTo>
                  <a:cubicBezTo>
                    <a:pt x="950" y="1403"/>
                    <a:pt x="874" y="1326"/>
                    <a:pt x="797" y="1326"/>
                  </a:cubicBezTo>
                  <a:cubicBezTo>
                    <a:pt x="683" y="1326"/>
                    <a:pt x="568" y="1403"/>
                    <a:pt x="491" y="1479"/>
                  </a:cubicBezTo>
                  <a:lnTo>
                    <a:pt x="491" y="1632"/>
                  </a:lnTo>
                  <a:lnTo>
                    <a:pt x="491" y="1938"/>
                  </a:lnTo>
                  <a:lnTo>
                    <a:pt x="797" y="1938"/>
                  </a:lnTo>
                  <a:close/>
                </a:path>
              </a:pathLst>
            </a:custGeom>
            <a:grpFill/>
            <a:ln w="9797" cap="flat">
              <a:noFill/>
              <a:prstDash val="solid"/>
              <a:miter/>
            </a:ln>
          </p:spPr>
          <p:txBody>
            <a:bodyPr rtlCol="0" anchor="ctr"/>
            <a:lstStyle/>
            <a:p>
              <a:endParaRPr lang="fr-FR"/>
            </a:p>
          </p:txBody>
        </p:sp>
        <p:sp>
          <p:nvSpPr>
            <p:cNvPr id="161" name="Forme libre : forme 160">
              <a:extLst>
                <a:ext uri="{FF2B5EF4-FFF2-40B4-BE49-F238E27FC236}">
                  <a16:creationId xmlns:a16="http://schemas.microsoft.com/office/drawing/2014/main" id="{23D57175-DC6D-FE08-5645-891634DB3329}"/>
                </a:ext>
              </a:extLst>
            </p:cNvPr>
            <p:cNvSpPr/>
            <p:nvPr/>
          </p:nvSpPr>
          <p:spPr>
            <a:xfrm>
              <a:off x="1755968" y="5027734"/>
              <a:ext cx="1224" cy="1683"/>
            </a:xfrm>
            <a:custGeom>
              <a:avLst/>
              <a:gdLst>
                <a:gd name="connsiteX0" fmla="*/ 798 w 1224"/>
                <a:gd name="connsiteY0" fmla="*/ 1938 h 1683"/>
                <a:gd name="connsiteX1" fmla="*/ 951 w 1224"/>
                <a:gd name="connsiteY1" fmla="*/ 1938 h 1683"/>
                <a:gd name="connsiteX2" fmla="*/ 1104 w 1224"/>
                <a:gd name="connsiteY2" fmla="*/ 1632 h 1683"/>
                <a:gd name="connsiteX3" fmla="*/ 951 w 1224"/>
                <a:gd name="connsiteY3" fmla="*/ 1479 h 1683"/>
                <a:gd name="connsiteX4" fmla="*/ 798 w 1224"/>
                <a:gd name="connsiteY4" fmla="*/ 1326 h 1683"/>
                <a:gd name="connsiteX5" fmla="*/ 644 w 1224"/>
                <a:gd name="connsiteY5" fmla="*/ 1479 h 1683"/>
                <a:gd name="connsiteX6" fmla="*/ 644 w 1224"/>
                <a:gd name="connsiteY6" fmla="*/ 1632 h 1683"/>
                <a:gd name="connsiteX7" fmla="*/ 644 w 1224"/>
                <a:gd name="connsiteY7" fmla="*/ 1938 h 1683"/>
                <a:gd name="connsiteX8" fmla="*/ 798 w 1224"/>
                <a:gd name="connsiteY8" fmla="*/ 1938 h 1683"/>
                <a:gd name="connsiteX9" fmla="*/ 644 w 1224"/>
                <a:gd name="connsiteY9" fmla="*/ 1173 h 1683"/>
                <a:gd name="connsiteX10" fmla="*/ 798 w 1224"/>
                <a:gd name="connsiteY10" fmla="*/ 1173 h 1683"/>
                <a:gd name="connsiteX11" fmla="*/ 951 w 1224"/>
                <a:gd name="connsiteY11" fmla="*/ 1020 h 1683"/>
                <a:gd name="connsiteX12" fmla="*/ 1257 w 1224"/>
                <a:gd name="connsiteY12" fmla="*/ 1173 h 1683"/>
                <a:gd name="connsiteX13" fmla="*/ 1410 w 1224"/>
                <a:gd name="connsiteY13" fmla="*/ 1632 h 1683"/>
                <a:gd name="connsiteX14" fmla="*/ 1257 w 1224"/>
                <a:gd name="connsiteY14" fmla="*/ 2092 h 1683"/>
                <a:gd name="connsiteX15" fmla="*/ 951 w 1224"/>
                <a:gd name="connsiteY15" fmla="*/ 2245 h 1683"/>
                <a:gd name="connsiteX16" fmla="*/ 798 w 1224"/>
                <a:gd name="connsiteY16" fmla="*/ 2245 h 1683"/>
                <a:gd name="connsiteX17" fmla="*/ 644 w 1224"/>
                <a:gd name="connsiteY17" fmla="*/ 2092 h 1683"/>
                <a:gd name="connsiteX18" fmla="*/ 644 w 1224"/>
                <a:gd name="connsiteY18" fmla="*/ 2245 h 1683"/>
                <a:gd name="connsiteX19" fmla="*/ 185 w 1224"/>
                <a:gd name="connsiteY19" fmla="*/ 2245 h 1683"/>
                <a:gd name="connsiteX20" fmla="*/ 185 w 1224"/>
                <a:gd name="connsiteY20" fmla="*/ 561 h 1683"/>
                <a:gd name="connsiteX21" fmla="*/ 644 w 1224"/>
                <a:gd name="connsiteY21" fmla="*/ 561 h 1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24" h="1683">
                  <a:moveTo>
                    <a:pt x="798" y="1938"/>
                  </a:moveTo>
                  <a:lnTo>
                    <a:pt x="951" y="1938"/>
                  </a:lnTo>
                  <a:cubicBezTo>
                    <a:pt x="1027" y="1862"/>
                    <a:pt x="1104" y="1747"/>
                    <a:pt x="1104" y="1632"/>
                  </a:cubicBezTo>
                  <a:cubicBezTo>
                    <a:pt x="1104" y="1556"/>
                    <a:pt x="1027" y="1479"/>
                    <a:pt x="951" y="1479"/>
                  </a:cubicBezTo>
                  <a:cubicBezTo>
                    <a:pt x="951" y="1403"/>
                    <a:pt x="874" y="1326"/>
                    <a:pt x="798" y="1326"/>
                  </a:cubicBezTo>
                  <a:cubicBezTo>
                    <a:pt x="683" y="1326"/>
                    <a:pt x="644" y="1403"/>
                    <a:pt x="644" y="1479"/>
                  </a:cubicBezTo>
                  <a:lnTo>
                    <a:pt x="644" y="1632"/>
                  </a:lnTo>
                  <a:lnTo>
                    <a:pt x="644" y="1938"/>
                  </a:lnTo>
                  <a:lnTo>
                    <a:pt x="798" y="1938"/>
                  </a:lnTo>
                  <a:close/>
                  <a:moveTo>
                    <a:pt x="644" y="1173"/>
                  </a:moveTo>
                  <a:lnTo>
                    <a:pt x="798" y="1173"/>
                  </a:lnTo>
                  <a:cubicBezTo>
                    <a:pt x="874" y="1096"/>
                    <a:pt x="951" y="1020"/>
                    <a:pt x="951" y="1020"/>
                  </a:cubicBezTo>
                  <a:cubicBezTo>
                    <a:pt x="1142" y="1020"/>
                    <a:pt x="1257" y="1096"/>
                    <a:pt x="1257" y="1173"/>
                  </a:cubicBezTo>
                  <a:cubicBezTo>
                    <a:pt x="1333" y="1288"/>
                    <a:pt x="1410" y="1441"/>
                    <a:pt x="1410" y="1632"/>
                  </a:cubicBezTo>
                  <a:cubicBezTo>
                    <a:pt x="1410" y="1862"/>
                    <a:pt x="1333" y="2015"/>
                    <a:pt x="1257" y="2092"/>
                  </a:cubicBezTo>
                  <a:cubicBezTo>
                    <a:pt x="1257" y="2206"/>
                    <a:pt x="1142" y="2245"/>
                    <a:pt x="951" y="2245"/>
                  </a:cubicBezTo>
                  <a:lnTo>
                    <a:pt x="798" y="2245"/>
                  </a:lnTo>
                  <a:cubicBezTo>
                    <a:pt x="683" y="2245"/>
                    <a:pt x="644" y="2206"/>
                    <a:pt x="644" y="2092"/>
                  </a:cubicBezTo>
                  <a:lnTo>
                    <a:pt x="644" y="2245"/>
                  </a:lnTo>
                  <a:lnTo>
                    <a:pt x="185" y="2245"/>
                  </a:lnTo>
                  <a:lnTo>
                    <a:pt x="185" y="561"/>
                  </a:lnTo>
                  <a:lnTo>
                    <a:pt x="644" y="561"/>
                  </a:lnTo>
                  <a:close/>
                </a:path>
              </a:pathLst>
            </a:custGeom>
            <a:grpFill/>
            <a:ln w="9797" cap="flat">
              <a:noFill/>
              <a:prstDash val="solid"/>
              <a:miter/>
            </a:ln>
          </p:spPr>
          <p:txBody>
            <a:bodyPr rtlCol="0" anchor="ctr"/>
            <a:lstStyle/>
            <a:p>
              <a:endParaRPr lang="fr-FR"/>
            </a:p>
          </p:txBody>
        </p:sp>
        <p:sp>
          <p:nvSpPr>
            <p:cNvPr id="162" name="Forme libre : forme 161">
              <a:extLst>
                <a:ext uri="{FF2B5EF4-FFF2-40B4-BE49-F238E27FC236}">
                  <a16:creationId xmlns:a16="http://schemas.microsoft.com/office/drawing/2014/main" id="{79F2288E-9AC6-F71B-C596-4DF439CD215C}"/>
                </a:ext>
              </a:extLst>
            </p:cNvPr>
            <p:cNvSpPr/>
            <p:nvPr/>
          </p:nvSpPr>
          <p:spPr>
            <a:xfrm>
              <a:off x="1757382" y="5028193"/>
              <a:ext cx="1377" cy="1683"/>
            </a:xfrm>
            <a:custGeom>
              <a:avLst/>
              <a:gdLst>
                <a:gd name="connsiteX0" fmla="*/ 185 w 1377"/>
                <a:gd name="connsiteY0" fmla="*/ 561 h 1683"/>
                <a:gd name="connsiteX1" fmla="*/ 645 w 1377"/>
                <a:gd name="connsiteY1" fmla="*/ 561 h 1683"/>
                <a:gd name="connsiteX2" fmla="*/ 951 w 1377"/>
                <a:gd name="connsiteY2" fmla="*/ 1479 h 1683"/>
                <a:gd name="connsiteX3" fmla="*/ 1104 w 1377"/>
                <a:gd name="connsiteY3" fmla="*/ 561 h 1683"/>
                <a:gd name="connsiteX4" fmla="*/ 1563 w 1377"/>
                <a:gd name="connsiteY4" fmla="*/ 561 h 1683"/>
                <a:gd name="connsiteX5" fmla="*/ 1104 w 1377"/>
                <a:gd name="connsiteY5" fmla="*/ 1938 h 1683"/>
                <a:gd name="connsiteX6" fmla="*/ 798 w 1377"/>
                <a:gd name="connsiteY6" fmla="*/ 2091 h 1683"/>
                <a:gd name="connsiteX7" fmla="*/ 645 w 1377"/>
                <a:gd name="connsiteY7" fmla="*/ 2244 h 1683"/>
                <a:gd name="connsiteX8" fmla="*/ 338 w 1377"/>
                <a:gd name="connsiteY8" fmla="*/ 2244 h 1683"/>
                <a:gd name="connsiteX9" fmla="*/ 338 w 1377"/>
                <a:gd name="connsiteY9" fmla="*/ 1938 h 1683"/>
                <a:gd name="connsiteX10" fmla="*/ 492 w 1377"/>
                <a:gd name="connsiteY10" fmla="*/ 1938 h 1683"/>
                <a:gd name="connsiteX11" fmla="*/ 645 w 1377"/>
                <a:gd name="connsiteY11" fmla="*/ 1938 h 1683"/>
                <a:gd name="connsiteX12" fmla="*/ 798 w 1377"/>
                <a:gd name="connsiteY12" fmla="*/ 1785 h 1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7" h="1683">
                  <a:moveTo>
                    <a:pt x="185" y="561"/>
                  </a:moveTo>
                  <a:lnTo>
                    <a:pt x="645" y="561"/>
                  </a:lnTo>
                  <a:lnTo>
                    <a:pt x="951" y="1479"/>
                  </a:lnTo>
                  <a:lnTo>
                    <a:pt x="1104" y="561"/>
                  </a:lnTo>
                  <a:lnTo>
                    <a:pt x="1563" y="561"/>
                  </a:lnTo>
                  <a:lnTo>
                    <a:pt x="1104" y="1938"/>
                  </a:lnTo>
                  <a:cubicBezTo>
                    <a:pt x="989" y="2015"/>
                    <a:pt x="874" y="2091"/>
                    <a:pt x="798" y="2091"/>
                  </a:cubicBezTo>
                  <a:cubicBezTo>
                    <a:pt x="798" y="2168"/>
                    <a:pt x="721" y="2244"/>
                    <a:pt x="645" y="2244"/>
                  </a:cubicBezTo>
                  <a:lnTo>
                    <a:pt x="338" y="2244"/>
                  </a:lnTo>
                  <a:lnTo>
                    <a:pt x="338" y="1938"/>
                  </a:lnTo>
                  <a:lnTo>
                    <a:pt x="492" y="1938"/>
                  </a:lnTo>
                  <a:lnTo>
                    <a:pt x="645" y="1938"/>
                  </a:lnTo>
                  <a:cubicBezTo>
                    <a:pt x="645" y="1938"/>
                    <a:pt x="683" y="1862"/>
                    <a:pt x="798" y="1785"/>
                  </a:cubicBezTo>
                  <a:close/>
                </a:path>
              </a:pathLst>
            </a:custGeom>
            <a:grpFill/>
            <a:ln w="9797" cap="flat">
              <a:noFill/>
              <a:prstDash val="solid"/>
              <a:miter/>
            </a:ln>
          </p:spPr>
          <p:txBody>
            <a:bodyPr rtlCol="0" anchor="ctr"/>
            <a:lstStyle/>
            <a:p>
              <a:endParaRPr lang="fr-FR"/>
            </a:p>
          </p:txBody>
        </p:sp>
        <p:sp>
          <p:nvSpPr>
            <p:cNvPr id="163" name="Forme libre : forme 162">
              <a:extLst>
                <a:ext uri="{FF2B5EF4-FFF2-40B4-BE49-F238E27FC236}">
                  <a16:creationId xmlns:a16="http://schemas.microsoft.com/office/drawing/2014/main" id="{99E067A9-9EC0-1370-5D0A-EE9A248931AE}"/>
                </a:ext>
              </a:extLst>
            </p:cNvPr>
            <p:cNvSpPr/>
            <p:nvPr/>
          </p:nvSpPr>
          <p:spPr>
            <a:xfrm>
              <a:off x="1759681" y="5028193"/>
              <a:ext cx="1224" cy="1683"/>
            </a:xfrm>
            <a:custGeom>
              <a:avLst/>
              <a:gdLst>
                <a:gd name="connsiteX0" fmla="*/ 645 w 1224"/>
                <a:gd name="connsiteY0" fmla="*/ 1632 h 1683"/>
                <a:gd name="connsiteX1" fmla="*/ 645 w 1224"/>
                <a:gd name="connsiteY1" fmla="*/ 2245 h 1683"/>
                <a:gd name="connsiteX2" fmla="*/ 186 w 1224"/>
                <a:gd name="connsiteY2" fmla="*/ 2245 h 1683"/>
                <a:gd name="connsiteX3" fmla="*/ 186 w 1224"/>
                <a:gd name="connsiteY3" fmla="*/ 561 h 1683"/>
                <a:gd name="connsiteX4" fmla="*/ 645 w 1224"/>
                <a:gd name="connsiteY4" fmla="*/ 561 h 1683"/>
                <a:gd name="connsiteX5" fmla="*/ 645 w 1224"/>
                <a:gd name="connsiteY5" fmla="*/ 714 h 1683"/>
                <a:gd name="connsiteX6" fmla="*/ 798 w 1224"/>
                <a:gd name="connsiteY6" fmla="*/ 714 h 1683"/>
                <a:gd name="connsiteX7" fmla="*/ 951 w 1224"/>
                <a:gd name="connsiteY7" fmla="*/ 561 h 1683"/>
                <a:gd name="connsiteX8" fmla="*/ 1257 w 1224"/>
                <a:gd name="connsiteY8" fmla="*/ 714 h 1683"/>
                <a:gd name="connsiteX9" fmla="*/ 1410 w 1224"/>
                <a:gd name="connsiteY9" fmla="*/ 1173 h 1683"/>
                <a:gd name="connsiteX10" fmla="*/ 1257 w 1224"/>
                <a:gd name="connsiteY10" fmla="*/ 1632 h 1683"/>
                <a:gd name="connsiteX11" fmla="*/ 951 w 1224"/>
                <a:gd name="connsiteY11" fmla="*/ 1785 h 1683"/>
                <a:gd name="connsiteX12" fmla="*/ 798 w 1224"/>
                <a:gd name="connsiteY12" fmla="*/ 1785 h 1683"/>
                <a:gd name="connsiteX13" fmla="*/ 645 w 1224"/>
                <a:gd name="connsiteY13" fmla="*/ 1632 h 1683"/>
                <a:gd name="connsiteX14" fmla="*/ 798 w 1224"/>
                <a:gd name="connsiteY14" fmla="*/ 867 h 1683"/>
                <a:gd name="connsiteX15" fmla="*/ 645 w 1224"/>
                <a:gd name="connsiteY15" fmla="*/ 1020 h 1683"/>
                <a:gd name="connsiteX16" fmla="*/ 645 w 1224"/>
                <a:gd name="connsiteY16" fmla="*/ 1173 h 1683"/>
                <a:gd name="connsiteX17" fmla="*/ 645 w 1224"/>
                <a:gd name="connsiteY17" fmla="*/ 1479 h 1683"/>
                <a:gd name="connsiteX18" fmla="*/ 798 w 1224"/>
                <a:gd name="connsiteY18" fmla="*/ 1479 h 1683"/>
                <a:gd name="connsiteX19" fmla="*/ 951 w 1224"/>
                <a:gd name="connsiteY19" fmla="*/ 1479 h 1683"/>
                <a:gd name="connsiteX20" fmla="*/ 1104 w 1224"/>
                <a:gd name="connsiteY20" fmla="*/ 1173 h 1683"/>
                <a:gd name="connsiteX21" fmla="*/ 951 w 1224"/>
                <a:gd name="connsiteY21" fmla="*/ 1020 h 1683"/>
                <a:gd name="connsiteX22" fmla="*/ 798 w 1224"/>
                <a:gd name="connsiteY22" fmla="*/ 867 h 1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24" h="1683">
                  <a:moveTo>
                    <a:pt x="645" y="1632"/>
                  </a:moveTo>
                  <a:lnTo>
                    <a:pt x="645" y="2245"/>
                  </a:lnTo>
                  <a:lnTo>
                    <a:pt x="186" y="2245"/>
                  </a:lnTo>
                  <a:lnTo>
                    <a:pt x="186" y="561"/>
                  </a:lnTo>
                  <a:lnTo>
                    <a:pt x="645" y="561"/>
                  </a:lnTo>
                  <a:lnTo>
                    <a:pt x="645" y="714"/>
                  </a:lnTo>
                  <a:lnTo>
                    <a:pt x="798" y="714"/>
                  </a:lnTo>
                  <a:cubicBezTo>
                    <a:pt x="874" y="637"/>
                    <a:pt x="951" y="561"/>
                    <a:pt x="951" y="561"/>
                  </a:cubicBezTo>
                  <a:cubicBezTo>
                    <a:pt x="1142" y="561"/>
                    <a:pt x="1257" y="637"/>
                    <a:pt x="1257" y="714"/>
                  </a:cubicBezTo>
                  <a:cubicBezTo>
                    <a:pt x="1334" y="829"/>
                    <a:pt x="1410" y="982"/>
                    <a:pt x="1410" y="1173"/>
                  </a:cubicBezTo>
                  <a:cubicBezTo>
                    <a:pt x="1410" y="1403"/>
                    <a:pt x="1334" y="1556"/>
                    <a:pt x="1257" y="1632"/>
                  </a:cubicBezTo>
                  <a:cubicBezTo>
                    <a:pt x="1257" y="1747"/>
                    <a:pt x="1142" y="1785"/>
                    <a:pt x="951" y="1785"/>
                  </a:cubicBezTo>
                  <a:lnTo>
                    <a:pt x="798" y="1785"/>
                  </a:lnTo>
                  <a:cubicBezTo>
                    <a:pt x="683" y="1785"/>
                    <a:pt x="645" y="1747"/>
                    <a:pt x="645" y="1632"/>
                  </a:cubicBezTo>
                  <a:close/>
                  <a:moveTo>
                    <a:pt x="798" y="867"/>
                  </a:moveTo>
                  <a:cubicBezTo>
                    <a:pt x="683" y="867"/>
                    <a:pt x="645" y="943"/>
                    <a:pt x="645" y="1020"/>
                  </a:cubicBezTo>
                  <a:lnTo>
                    <a:pt x="645" y="1173"/>
                  </a:lnTo>
                  <a:lnTo>
                    <a:pt x="645" y="1479"/>
                  </a:lnTo>
                  <a:lnTo>
                    <a:pt x="798" y="1479"/>
                  </a:lnTo>
                  <a:lnTo>
                    <a:pt x="951" y="1479"/>
                  </a:lnTo>
                  <a:cubicBezTo>
                    <a:pt x="1028" y="1403"/>
                    <a:pt x="1104" y="1288"/>
                    <a:pt x="1104" y="1173"/>
                  </a:cubicBezTo>
                  <a:cubicBezTo>
                    <a:pt x="1104" y="1096"/>
                    <a:pt x="1028" y="1020"/>
                    <a:pt x="951" y="1020"/>
                  </a:cubicBezTo>
                  <a:cubicBezTo>
                    <a:pt x="951" y="943"/>
                    <a:pt x="874" y="867"/>
                    <a:pt x="798" y="867"/>
                  </a:cubicBezTo>
                  <a:close/>
                </a:path>
              </a:pathLst>
            </a:custGeom>
            <a:grpFill/>
            <a:ln w="9797" cap="flat">
              <a:noFill/>
              <a:prstDash val="solid"/>
              <a:miter/>
            </a:ln>
          </p:spPr>
          <p:txBody>
            <a:bodyPr rtlCol="0" anchor="ctr"/>
            <a:lstStyle/>
            <a:p>
              <a:endParaRPr lang="fr-FR"/>
            </a:p>
          </p:txBody>
        </p:sp>
        <p:sp>
          <p:nvSpPr>
            <p:cNvPr id="164" name="Forme libre : forme 163">
              <a:extLst>
                <a:ext uri="{FF2B5EF4-FFF2-40B4-BE49-F238E27FC236}">
                  <a16:creationId xmlns:a16="http://schemas.microsoft.com/office/drawing/2014/main" id="{1141E293-C682-0C87-B0C2-5C65E2EFBCB3}"/>
                </a:ext>
              </a:extLst>
            </p:cNvPr>
            <p:cNvSpPr/>
            <p:nvPr/>
          </p:nvSpPr>
          <p:spPr>
            <a:xfrm>
              <a:off x="1761248" y="5028193"/>
              <a:ext cx="1224" cy="1224"/>
            </a:xfrm>
            <a:custGeom>
              <a:avLst/>
              <a:gdLst>
                <a:gd name="connsiteX0" fmla="*/ 798 w 1224"/>
                <a:gd name="connsiteY0" fmla="*/ 867 h 1224"/>
                <a:gd name="connsiteX1" fmla="*/ 492 w 1224"/>
                <a:gd name="connsiteY1" fmla="*/ 1020 h 1224"/>
                <a:gd name="connsiteX2" fmla="*/ 492 w 1224"/>
                <a:gd name="connsiteY2" fmla="*/ 1173 h 1224"/>
                <a:gd name="connsiteX3" fmla="*/ 492 w 1224"/>
                <a:gd name="connsiteY3" fmla="*/ 1479 h 1224"/>
                <a:gd name="connsiteX4" fmla="*/ 798 w 1224"/>
                <a:gd name="connsiteY4" fmla="*/ 1479 h 1224"/>
                <a:gd name="connsiteX5" fmla="*/ 951 w 1224"/>
                <a:gd name="connsiteY5" fmla="*/ 1479 h 1224"/>
                <a:gd name="connsiteX6" fmla="*/ 1104 w 1224"/>
                <a:gd name="connsiteY6" fmla="*/ 1173 h 1224"/>
                <a:gd name="connsiteX7" fmla="*/ 951 w 1224"/>
                <a:gd name="connsiteY7" fmla="*/ 1020 h 1224"/>
                <a:gd name="connsiteX8" fmla="*/ 798 w 1224"/>
                <a:gd name="connsiteY8" fmla="*/ 867 h 1224"/>
                <a:gd name="connsiteX9" fmla="*/ 798 w 1224"/>
                <a:gd name="connsiteY9" fmla="*/ 561 h 1224"/>
                <a:gd name="connsiteX10" fmla="*/ 1257 w 1224"/>
                <a:gd name="connsiteY10" fmla="*/ 714 h 1224"/>
                <a:gd name="connsiteX11" fmla="*/ 1410 w 1224"/>
                <a:gd name="connsiteY11" fmla="*/ 1173 h 1224"/>
                <a:gd name="connsiteX12" fmla="*/ 1257 w 1224"/>
                <a:gd name="connsiteY12" fmla="*/ 1632 h 1224"/>
                <a:gd name="connsiteX13" fmla="*/ 798 w 1224"/>
                <a:gd name="connsiteY13" fmla="*/ 1785 h 1224"/>
                <a:gd name="connsiteX14" fmla="*/ 339 w 1224"/>
                <a:gd name="connsiteY14" fmla="*/ 1632 h 1224"/>
                <a:gd name="connsiteX15" fmla="*/ 186 w 1224"/>
                <a:gd name="connsiteY15" fmla="*/ 1173 h 1224"/>
                <a:gd name="connsiteX16" fmla="*/ 339 w 1224"/>
                <a:gd name="connsiteY16" fmla="*/ 714 h 1224"/>
                <a:gd name="connsiteX17" fmla="*/ 798 w 1224"/>
                <a:gd name="connsiteY17" fmla="*/ 561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 h="1224">
                  <a:moveTo>
                    <a:pt x="798" y="867"/>
                  </a:moveTo>
                  <a:cubicBezTo>
                    <a:pt x="683" y="867"/>
                    <a:pt x="568" y="943"/>
                    <a:pt x="492" y="1020"/>
                  </a:cubicBezTo>
                  <a:lnTo>
                    <a:pt x="492" y="1173"/>
                  </a:lnTo>
                  <a:lnTo>
                    <a:pt x="492" y="1479"/>
                  </a:lnTo>
                  <a:lnTo>
                    <a:pt x="798" y="1479"/>
                  </a:lnTo>
                  <a:lnTo>
                    <a:pt x="951" y="1479"/>
                  </a:lnTo>
                  <a:cubicBezTo>
                    <a:pt x="1028" y="1403"/>
                    <a:pt x="1104" y="1288"/>
                    <a:pt x="1104" y="1173"/>
                  </a:cubicBezTo>
                  <a:cubicBezTo>
                    <a:pt x="1104" y="1096"/>
                    <a:pt x="1028" y="1020"/>
                    <a:pt x="951" y="1020"/>
                  </a:cubicBezTo>
                  <a:cubicBezTo>
                    <a:pt x="951" y="943"/>
                    <a:pt x="875" y="867"/>
                    <a:pt x="798" y="867"/>
                  </a:cubicBezTo>
                  <a:close/>
                  <a:moveTo>
                    <a:pt x="798" y="561"/>
                  </a:moveTo>
                  <a:cubicBezTo>
                    <a:pt x="989" y="561"/>
                    <a:pt x="1143" y="637"/>
                    <a:pt x="1257" y="714"/>
                  </a:cubicBezTo>
                  <a:cubicBezTo>
                    <a:pt x="1334" y="829"/>
                    <a:pt x="1410" y="982"/>
                    <a:pt x="1410" y="1173"/>
                  </a:cubicBezTo>
                  <a:cubicBezTo>
                    <a:pt x="1410" y="1403"/>
                    <a:pt x="1334" y="1556"/>
                    <a:pt x="1257" y="1632"/>
                  </a:cubicBezTo>
                  <a:cubicBezTo>
                    <a:pt x="1143" y="1747"/>
                    <a:pt x="989" y="1785"/>
                    <a:pt x="798" y="1785"/>
                  </a:cubicBezTo>
                  <a:cubicBezTo>
                    <a:pt x="568" y="1785"/>
                    <a:pt x="415" y="1747"/>
                    <a:pt x="339" y="1632"/>
                  </a:cubicBezTo>
                  <a:cubicBezTo>
                    <a:pt x="224" y="1556"/>
                    <a:pt x="186" y="1403"/>
                    <a:pt x="186" y="1173"/>
                  </a:cubicBezTo>
                  <a:cubicBezTo>
                    <a:pt x="186" y="982"/>
                    <a:pt x="224" y="829"/>
                    <a:pt x="339" y="714"/>
                  </a:cubicBezTo>
                  <a:cubicBezTo>
                    <a:pt x="415" y="637"/>
                    <a:pt x="569" y="561"/>
                    <a:pt x="798" y="561"/>
                  </a:cubicBezTo>
                  <a:close/>
                </a:path>
              </a:pathLst>
            </a:custGeom>
            <a:grpFill/>
            <a:ln w="9797" cap="flat">
              <a:noFill/>
              <a:prstDash val="solid"/>
              <a:miter/>
            </a:ln>
          </p:spPr>
          <p:txBody>
            <a:bodyPr rtlCol="0" anchor="ctr"/>
            <a:lstStyle/>
            <a:p>
              <a:endParaRPr lang="fr-FR"/>
            </a:p>
          </p:txBody>
        </p:sp>
        <p:sp>
          <p:nvSpPr>
            <p:cNvPr id="165" name="Forme libre : forme 164">
              <a:extLst>
                <a:ext uri="{FF2B5EF4-FFF2-40B4-BE49-F238E27FC236}">
                  <a16:creationId xmlns:a16="http://schemas.microsoft.com/office/drawing/2014/main" id="{5DAFEB70-6A4C-EE4C-77FC-DF310DCFEB8C}"/>
                </a:ext>
              </a:extLst>
            </p:cNvPr>
            <p:cNvSpPr/>
            <p:nvPr/>
          </p:nvSpPr>
          <p:spPr>
            <a:xfrm>
              <a:off x="1762737" y="5028193"/>
              <a:ext cx="1224" cy="1683"/>
            </a:xfrm>
            <a:custGeom>
              <a:avLst/>
              <a:gdLst>
                <a:gd name="connsiteX0" fmla="*/ 645 w 1224"/>
                <a:gd name="connsiteY0" fmla="*/ 1632 h 1683"/>
                <a:gd name="connsiteX1" fmla="*/ 645 w 1224"/>
                <a:gd name="connsiteY1" fmla="*/ 2245 h 1683"/>
                <a:gd name="connsiteX2" fmla="*/ 186 w 1224"/>
                <a:gd name="connsiteY2" fmla="*/ 2245 h 1683"/>
                <a:gd name="connsiteX3" fmla="*/ 186 w 1224"/>
                <a:gd name="connsiteY3" fmla="*/ 561 h 1683"/>
                <a:gd name="connsiteX4" fmla="*/ 645 w 1224"/>
                <a:gd name="connsiteY4" fmla="*/ 561 h 1683"/>
                <a:gd name="connsiteX5" fmla="*/ 645 w 1224"/>
                <a:gd name="connsiteY5" fmla="*/ 714 h 1683"/>
                <a:gd name="connsiteX6" fmla="*/ 798 w 1224"/>
                <a:gd name="connsiteY6" fmla="*/ 714 h 1683"/>
                <a:gd name="connsiteX7" fmla="*/ 951 w 1224"/>
                <a:gd name="connsiteY7" fmla="*/ 561 h 1683"/>
                <a:gd name="connsiteX8" fmla="*/ 1258 w 1224"/>
                <a:gd name="connsiteY8" fmla="*/ 714 h 1683"/>
                <a:gd name="connsiteX9" fmla="*/ 1411 w 1224"/>
                <a:gd name="connsiteY9" fmla="*/ 1173 h 1683"/>
                <a:gd name="connsiteX10" fmla="*/ 1258 w 1224"/>
                <a:gd name="connsiteY10" fmla="*/ 1632 h 1683"/>
                <a:gd name="connsiteX11" fmla="*/ 951 w 1224"/>
                <a:gd name="connsiteY11" fmla="*/ 1785 h 1683"/>
                <a:gd name="connsiteX12" fmla="*/ 798 w 1224"/>
                <a:gd name="connsiteY12" fmla="*/ 1785 h 1683"/>
                <a:gd name="connsiteX13" fmla="*/ 645 w 1224"/>
                <a:gd name="connsiteY13" fmla="*/ 1632 h 1683"/>
                <a:gd name="connsiteX14" fmla="*/ 798 w 1224"/>
                <a:gd name="connsiteY14" fmla="*/ 867 h 1683"/>
                <a:gd name="connsiteX15" fmla="*/ 645 w 1224"/>
                <a:gd name="connsiteY15" fmla="*/ 1020 h 1683"/>
                <a:gd name="connsiteX16" fmla="*/ 645 w 1224"/>
                <a:gd name="connsiteY16" fmla="*/ 1173 h 1683"/>
                <a:gd name="connsiteX17" fmla="*/ 645 w 1224"/>
                <a:gd name="connsiteY17" fmla="*/ 1479 h 1683"/>
                <a:gd name="connsiteX18" fmla="*/ 798 w 1224"/>
                <a:gd name="connsiteY18" fmla="*/ 1479 h 1683"/>
                <a:gd name="connsiteX19" fmla="*/ 951 w 1224"/>
                <a:gd name="connsiteY19" fmla="*/ 1479 h 1683"/>
                <a:gd name="connsiteX20" fmla="*/ 1104 w 1224"/>
                <a:gd name="connsiteY20" fmla="*/ 1173 h 1683"/>
                <a:gd name="connsiteX21" fmla="*/ 951 w 1224"/>
                <a:gd name="connsiteY21" fmla="*/ 1020 h 1683"/>
                <a:gd name="connsiteX22" fmla="*/ 798 w 1224"/>
                <a:gd name="connsiteY22" fmla="*/ 867 h 1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24" h="1683">
                  <a:moveTo>
                    <a:pt x="645" y="1632"/>
                  </a:moveTo>
                  <a:lnTo>
                    <a:pt x="645" y="2245"/>
                  </a:lnTo>
                  <a:lnTo>
                    <a:pt x="186" y="2245"/>
                  </a:lnTo>
                  <a:lnTo>
                    <a:pt x="186" y="561"/>
                  </a:lnTo>
                  <a:lnTo>
                    <a:pt x="645" y="561"/>
                  </a:lnTo>
                  <a:lnTo>
                    <a:pt x="645" y="714"/>
                  </a:lnTo>
                  <a:lnTo>
                    <a:pt x="798" y="714"/>
                  </a:lnTo>
                  <a:cubicBezTo>
                    <a:pt x="875" y="637"/>
                    <a:pt x="951" y="561"/>
                    <a:pt x="951" y="561"/>
                  </a:cubicBezTo>
                  <a:cubicBezTo>
                    <a:pt x="1143" y="561"/>
                    <a:pt x="1258" y="637"/>
                    <a:pt x="1258" y="714"/>
                  </a:cubicBezTo>
                  <a:cubicBezTo>
                    <a:pt x="1334" y="829"/>
                    <a:pt x="1411" y="982"/>
                    <a:pt x="1411" y="1173"/>
                  </a:cubicBezTo>
                  <a:cubicBezTo>
                    <a:pt x="1411" y="1403"/>
                    <a:pt x="1334" y="1556"/>
                    <a:pt x="1258" y="1632"/>
                  </a:cubicBezTo>
                  <a:cubicBezTo>
                    <a:pt x="1258" y="1747"/>
                    <a:pt x="1143" y="1785"/>
                    <a:pt x="951" y="1785"/>
                  </a:cubicBezTo>
                  <a:lnTo>
                    <a:pt x="798" y="1785"/>
                  </a:lnTo>
                  <a:cubicBezTo>
                    <a:pt x="683" y="1785"/>
                    <a:pt x="645" y="1747"/>
                    <a:pt x="645" y="1632"/>
                  </a:cubicBezTo>
                  <a:close/>
                  <a:moveTo>
                    <a:pt x="798" y="867"/>
                  </a:moveTo>
                  <a:cubicBezTo>
                    <a:pt x="683" y="867"/>
                    <a:pt x="645" y="943"/>
                    <a:pt x="645" y="1020"/>
                  </a:cubicBezTo>
                  <a:lnTo>
                    <a:pt x="645" y="1173"/>
                  </a:lnTo>
                  <a:lnTo>
                    <a:pt x="645" y="1479"/>
                  </a:lnTo>
                  <a:lnTo>
                    <a:pt x="798" y="1479"/>
                  </a:lnTo>
                  <a:lnTo>
                    <a:pt x="951" y="1479"/>
                  </a:lnTo>
                  <a:cubicBezTo>
                    <a:pt x="1028" y="1403"/>
                    <a:pt x="1104" y="1288"/>
                    <a:pt x="1104" y="1173"/>
                  </a:cubicBezTo>
                  <a:cubicBezTo>
                    <a:pt x="1104" y="1096"/>
                    <a:pt x="1028" y="1020"/>
                    <a:pt x="951" y="1020"/>
                  </a:cubicBezTo>
                  <a:cubicBezTo>
                    <a:pt x="951" y="943"/>
                    <a:pt x="875" y="867"/>
                    <a:pt x="798" y="867"/>
                  </a:cubicBezTo>
                  <a:close/>
                </a:path>
              </a:pathLst>
            </a:custGeom>
            <a:grpFill/>
            <a:ln w="9797" cap="flat">
              <a:noFill/>
              <a:prstDash val="solid"/>
              <a:miter/>
            </a:ln>
          </p:spPr>
          <p:txBody>
            <a:bodyPr rtlCol="0" anchor="ctr"/>
            <a:lstStyle/>
            <a:p>
              <a:endParaRPr lang="fr-FR"/>
            </a:p>
          </p:txBody>
        </p:sp>
        <p:sp>
          <p:nvSpPr>
            <p:cNvPr id="166" name="Forme libre : forme 165">
              <a:extLst>
                <a:ext uri="{FF2B5EF4-FFF2-40B4-BE49-F238E27FC236}">
                  <a16:creationId xmlns:a16="http://schemas.microsoft.com/office/drawing/2014/main" id="{9944AD20-71A1-8B98-6578-8CA58018845F}"/>
                </a:ext>
              </a:extLst>
            </p:cNvPr>
            <p:cNvSpPr/>
            <p:nvPr/>
          </p:nvSpPr>
          <p:spPr>
            <a:xfrm>
              <a:off x="1764266" y="5028193"/>
              <a:ext cx="1071" cy="1224"/>
            </a:xfrm>
            <a:custGeom>
              <a:avLst/>
              <a:gdLst>
                <a:gd name="connsiteX0" fmla="*/ 1258 w 1071"/>
                <a:gd name="connsiteY0" fmla="*/ 561 h 1224"/>
                <a:gd name="connsiteX1" fmla="*/ 1258 w 1071"/>
                <a:gd name="connsiteY1" fmla="*/ 867 h 1224"/>
                <a:gd name="connsiteX2" fmla="*/ 952 w 1071"/>
                <a:gd name="connsiteY2" fmla="*/ 867 h 1224"/>
                <a:gd name="connsiteX3" fmla="*/ 798 w 1071"/>
                <a:gd name="connsiteY3" fmla="*/ 867 h 1224"/>
                <a:gd name="connsiteX4" fmla="*/ 492 w 1071"/>
                <a:gd name="connsiteY4" fmla="*/ 1020 h 1224"/>
                <a:gd name="connsiteX5" fmla="*/ 492 w 1071"/>
                <a:gd name="connsiteY5" fmla="*/ 1173 h 1224"/>
                <a:gd name="connsiteX6" fmla="*/ 492 w 1071"/>
                <a:gd name="connsiteY6" fmla="*/ 1479 h 1224"/>
                <a:gd name="connsiteX7" fmla="*/ 798 w 1071"/>
                <a:gd name="connsiteY7" fmla="*/ 1479 h 1224"/>
                <a:gd name="connsiteX8" fmla="*/ 952 w 1071"/>
                <a:gd name="connsiteY8" fmla="*/ 1479 h 1224"/>
                <a:gd name="connsiteX9" fmla="*/ 1258 w 1071"/>
                <a:gd name="connsiteY9" fmla="*/ 1479 h 1224"/>
                <a:gd name="connsiteX10" fmla="*/ 1258 w 1071"/>
                <a:gd name="connsiteY10" fmla="*/ 1785 h 1224"/>
                <a:gd name="connsiteX11" fmla="*/ 952 w 1071"/>
                <a:gd name="connsiteY11" fmla="*/ 1785 h 1224"/>
                <a:gd name="connsiteX12" fmla="*/ 798 w 1071"/>
                <a:gd name="connsiteY12" fmla="*/ 1785 h 1224"/>
                <a:gd name="connsiteX13" fmla="*/ 339 w 1071"/>
                <a:gd name="connsiteY13" fmla="*/ 1632 h 1224"/>
                <a:gd name="connsiteX14" fmla="*/ 186 w 1071"/>
                <a:gd name="connsiteY14" fmla="*/ 1173 h 1224"/>
                <a:gd name="connsiteX15" fmla="*/ 339 w 1071"/>
                <a:gd name="connsiteY15" fmla="*/ 714 h 1224"/>
                <a:gd name="connsiteX16" fmla="*/ 798 w 1071"/>
                <a:gd name="connsiteY16" fmla="*/ 561 h 1224"/>
                <a:gd name="connsiteX17" fmla="*/ 952 w 1071"/>
                <a:gd name="connsiteY17" fmla="*/ 561 h 1224"/>
                <a:gd name="connsiteX18" fmla="*/ 1258 w 1071"/>
                <a:gd name="connsiteY18" fmla="*/ 561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1" h="1224">
                  <a:moveTo>
                    <a:pt x="1258" y="561"/>
                  </a:moveTo>
                  <a:lnTo>
                    <a:pt x="1258" y="867"/>
                  </a:lnTo>
                  <a:lnTo>
                    <a:pt x="952" y="867"/>
                  </a:lnTo>
                  <a:lnTo>
                    <a:pt x="798" y="867"/>
                  </a:lnTo>
                  <a:cubicBezTo>
                    <a:pt x="684" y="867"/>
                    <a:pt x="569" y="943"/>
                    <a:pt x="492" y="1020"/>
                  </a:cubicBezTo>
                  <a:lnTo>
                    <a:pt x="492" y="1173"/>
                  </a:lnTo>
                  <a:lnTo>
                    <a:pt x="492" y="1479"/>
                  </a:lnTo>
                  <a:lnTo>
                    <a:pt x="798" y="1479"/>
                  </a:lnTo>
                  <a:lnTo>
                    <a:pt x="952" y="1479"/>
                  </a:lnTo>
                  <a:lnTo>
                    <a:pt x="1258" y="1479"/>
                  </a:lnTo>
                  <a:lnTo>
                    <a:pt x="1258" y="1785"/>
                  </a:lnTo>
                  <a:lnTo>
                    <a:pt x="952" y="1785"/>
                  </a:lnTo>
                  <a:lnTo>
                    <a:pt x="798" y="1785"/>
                  </a:lnTo>
                  <a:cubicBezTo>
                    <a:pt x="569" y="1785"/>
                    <a:pt x="416" y="1747"/>
                    <a:pt x="339" y="1632"/>
                  </a:cubicBezTo>
                  <a:cubicBezTo>
                    <a:pt x="224" y="1556"/>
                    <a:pt x="186" y="1403"/>
                    <a:pt x="186" y="1173"/>
                  </a:cubicBezTo>
                  <a:cubicBezTo>
                    <a:pt x="186" y="982"/>
                    <a:pt x="224" y="829"/>
                    <a:pt x="339" y="714"/>
                  </a:cubicBezTo>
                  <a:cubicBezTo>
                    <a:pt x="416" y="637"/>
                    <a:pt x="569" y="561"/>
                    <a:pt x="798" y="561"/>
                  </a:cubicBezTo>
                  <a:lnTo>
                    <a:pt x="952" y="561"/>
                  </a:lnTo>
                  <a:lnTo>
                    <a:pt x="1258" y="561"/>
                  </a:lnTo>
                  <a:close/>
                </a:path>
              </a:pathLst>
            </a:custGeom>
            <a:grpFill/>
            <a:ln w="9797" cap="flat">
              <a:noFill/>
              <a:prstDash val="solid"/>
              <a:miter/>
            </a:ln>
          </p:spPr>
          <p:txBody>
            <a:bodyPr rtlCol="0" anchor="ctr"/>
            <a:lstStyle/>
            <a:p>
              <a:endParaRPr lang="fr-FR"/>
            </a:p>
          </p:txBody>
        </p:sp>
        <p:sp>
          <p:nvSpPr>
            <p:cNvPr id="167" name="Forme libre : forme 166">
              <a:extLst>
                <a:ext uri="{FF2B5EF4-FFF2-40B4-BE49-F238E27FC236}">
                  <a16:creationId xmlns:a16="http://schemas.microsoft.com/office/drawing/2014/main" id="{66AE6A2E-4959-4A1F-B984-5E4D9DFD8EBF}"/>
                </a:ext>
              </a:extLst>
            </p:cNvPr>
            <p:cNvSpPr/>
            <p:nvPr/>
          </p:nvSpPr>
          <p:spPr>
            <a:xfrm>
              <a:off x="1765569" y="5028193"/>
              <a:ext cx="1224" cy="1224"/>
            </a:xfrm>
            <a:custGeom>
              <a:avLst/>
              <a:gdLst>
                <a:gd name="connsiteX0" fmla="*/ 799 w 1224"/>
                <a:gd name="connsiteY0" fmla="*/ 867 h 1224"/>
                <a:gd name="connsiteX1" fmla="*/ 492 w 1224"/>
                <a:gd name="connsiteY1" fmla="*/ 1020 h 1224"/>
                <a:gd name="connsiteX2" fmla="*/ 492 w 1224"/>
                <a:gd name="connsiteY2" fmla="*/ 1173 h 1224"/>
                <a:gd name="connsiteX3" fmla="*/ 492 w 1224"/>
                <a:gd name="connsiteY3" fmla="*/ 1479 h 1224"/>
                <a:gd name="connsiteX4" fmla="*/ 799 w 1224"/>
                <a:gd name="connsiteY4" fmla="*/ 1479 h 1224"/>
                <a:gd name="connsiteX5" fmla="*/ 952 w 1224"/>
                <a:gd name="connsiteY5" fmla="*/ 1479 h 1224"/>
                <a:gd name="connsiteX6" fmla="*/ 1105 w 1224"/>
                <a:gd name="connsiteY6" fmla="*/ 1173 h 1224"/>
                <a:gd name="connsiteX7" fmla="*/ 952 w 1224"/>
                <a:gd name="connsiteY7" fmla="*/ 1020 h 1224"/>
                <a:gd name="connsiteX8" fmla="*/ 799 w 1224"/>
                <a:gd name="connsiteY8" fmla="*/ 867 h 1224"/>
                <a:gd name="connsiteX9" fmla="*/ 799 w 1224"/>
                <a:gd name="connsiteY9" fmla="*/ 561 h 1224"/>
                <a:gd name="connsiteX10" fmla="*/ 1258 w 1224"/>
                <a:gd name="connsiteY10" fmla="*/ 714 h 1224"/>
                <a:gd name="connsiteX11" fmla="*/ 1411 w 1224"/>
                <a:gd name="connsiteY11" fmla="*/ 1173 h 1224"/>
                <a:gd name="connsiteX12" fmla="*/ 1258 w 1224"/>
                <a:gd name="connsiteY12" fmla="*/ 1632 h 1224"/>
                <a:gd name="connsiteX13" fmla="*/ 799 w 1224"/>
                <a:gd name="connsiteY13" fmla="*/ 1785 h 1224"/>
                <a:gd name="connsiteX14" fmla="*/ 339 w 1224"/>
                <a:gd name="connsiteY14" fmla="*/ 1632 h 1224"/>
                <a:gd name="connsiteX15" fmla="*/ 186 w 1224"/>
                <a:gd name="connsiteY15" fmla="*/ 1173 h 1224"/>
                <a:gd name="connsiteX16" fmla="*/ 339 w 1224"/>
                <a:gd name="connsiteY16" fmla="*/ 714 h 1224"/>
                <a:gd name="connsiteX17" fmla="*/ 799 w 1224"/>
                <a:gd name="connsiteY17" fmla="*/ 561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 h="1224">
                  <a:moveTo>
                    <a:pt x="799" y="867"/>
                  </a:moveTo>
                  <a:cubicBezTo>
                    <a:pt x="684" y="867"/>
                    <a:pt x="569" y="943"/>
                    <a:pt x="492" y="1020"/>
                  </a:cubicBezTo>
                  <a:lnTo>
                    <a:pt x="492" y="1173"/>
                  </a:lnTo>
                  <a:lnTo>
                    <a:pt x="492" y="1479"/>
                  </a:lnTo>
                  <a:lnTo>
                    <a:pt x="799" y="1479"/>
                  </a:lnTo>
                  <a:lnTo>
                    <a:pt x="952" y="1479"/>
                  </a:lnTo>
                  <a:cubicBezTo>
                    <a:pt x="1028" y="1403"/>
                    <a:pt x="1105" y="1288"/>
                    <a:pt x="1105" y="1173"/>
                  </a:cubicBezTo>
                  <a:cubicBezTo>
                    <a:pt x="1105" y="1096"/>
                    <a:pt x="1028" y="1020"/>
                    <a:pt x="952" y="1020"/>
                  </a:cubicBezTo>
                  <a:cubicBezTo>
                    <a:pt x="952" y="943"/>
                    <a:pt x="875" y="867"/>
                    <a:pt x="799" y="867"/>
                  </a:cubicBezTo>
                  <a:close/>
                  <a:moveTo>
                    <a:pt x="799" y="561"/>
                  </a:moveTo>
                  <a:cubicBezTo>
                    <a:pt x="990" y="561"/>
                    <a:pt x="1143" y="637"/>
                    <a:pt x="1258" y="714"/>
                  </a:cubicBezTo>
                  <a:cubicBezTo>
                    <a:pt x="1334" y="829"/>
                    <a:pt x="1411" y="982"/>
                    <a:pt x="1411" y="1173"/>
                  </a:cubicBezTo>
                  <a:cubicBezTo>
                    <a:pt x="1411" y="1403"/>
                    <a:pt x="1334" y="1556"/>
                    <a:pt x="1258" y="1632"/>
                  </a:cubicBezTo>
                  <a:cubicBezTo>
                    <a:pt x="1143" y="1747"/>
                    <a:pt x="990" y="1785"/>
                    <a:pt x="799" y="1785"/>
                  </a:cubicBezTo>
                  <a:cubicBezTo>
                    <a:pt x="569" y="1785"/>
                    <a:pt x="416" y="1747"/>
                    <a:pt x="339" y="1632"/>
                  </a:cubicBezTo>
                  <a:cubicBezTo>
                    <a:pt x="225" y="1556"/>
                    <a:pt x="186" y="1403"/>
                    <a:pt x="186" y="1173"/>
                  </a:cubicBezTo>
                  <a:cubicBezTo>
                    <a:pt x="186" y="982"/>
                    <a:pt x="225" y="829"/>
                    <a:pt x="339" y="714"/>
                  </a:cubicBezTo>
                  <a:cubicBezTo>
                    <a:pt x="416" y="637"/>
                    <a:pt x="569" y="561"/>
                    <a:pt x="799" y="561"/>
                  </a:cubicBezTo>
                  <a:close/>
                </a:path>
              </a:pathLst>
            </a:custGeom>
            <a:grpFill/>
            <a:ln w="9797" cap="flat">
              <a:noFill/>
              <a:prstDash val="solid"/>
              <a:miter/>
            </a:ln>
          </p:spPr>
          <p:txBody>
            <a:bodyPr rtlCol="0" anchor="ctr"/>
            <a:lstStyle/>
            <a:p>
              <a:endParaRPr lang="fr-FR"/>
            </a:p>
          </p:txBody>
        </p:sp>
        <p:sp>
          <p:nvSpPr>
            <p:cNvPr id="168" name="Forme libre : forme 167">
              <a:extLst>
                <a:ext uri="{FF2B5EF4-FFF2-40B4-BE49-F238E27FC236}">
                  <a16:creationId xmlns:a16="http://schemas.microsoft.com/office/drawing/2014/main" id="{C059F1AF-9370-D9C5-80AC-759960CB24D8}"/>
                </a:ext>
              </a:extLst>
            </p:cNvPr>
            <p:cNvSpPr/>
            <p:nvPr/>
          </p:nvSpPr>
          <p:spPr>
            <a:xfrm>
              <a:off x="1767029" y="5028193"/>
              <a:ext cx="918" cy="1224"/>
            </a:xfrm>
            <a:custGeom>
              <a:avLst/>
              <a:gdLst>
                <a:gd name="connsiteX0" fmla="*/ 1105 w 918"/>
                <a:gd name="connsiteY0" fmla="*/ 867 h 1224"/>
                <a:gd name="connsiteX1" fmla="*/ 952 w 918"/>
                <a:gd name="connsiteY1" fmla="*/ 867 h 1224"/>
                <a:gd name="connsiteX2" fmla="*/ 646 w 918"/>
                <a:gd name="connsiteY2" fmla="*/ 1020 h 1224"/>
                <a:gd name="connsiteX3" fmla="*/ 646 w 918"/>
                <a:gd name="connsiteY3" fmla="*/ 1173 h 1224"/>
                <a:gd name="connsiteX4" fmla="*/ 646 w 918"/>
                <a:gd name="connsiteY4" fmla="*/ 1785 h 1224"/>
                <a:gd name="connsiteX5" fmla="*/ 186 w 918"/>
                <a:gd name="connsiteY5" fmla="*/ 1785 h 1224"/>
                <a:gd name="connsiteX6" fmla="*/ 186 w 918"/>
                <a:gd name="connsiteY6" fmla="*/ 561 h 1224"/>
                <a:gd name="connsiteX7" fmla="*/ 646 w 918"/>
                <a:gd name="connsiteY7" fmla="*/ 561 h 1224"/>
                <a:gd name="connsiteX8" fmla="*/ 646 w 918"/>
                <a:gd name="connsiteY8" fmla="*/ 867 h 1224"/>
                <a:gd name="connsiteX9" fmla="*/ 646 w 918"/>
                <a:gd name="connsiteY9" fmla="*/ 714 h 1224"/>
                <a:gd name="connsiteX10" fmla="*/ 952 w 918"/>
                <a:gd name="connsiteY10" fmla="*/ 561 h 1224"/>
                <a:gd name="connsiteX11" fmla="*/ 1105 w 918"/>
                <a:gd name="connsiteY11" fmla="*/ 561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8" h="1224">
                  <a:moveTo>
                    <a:pt x="1105" y="867"/>
                  </a:moveTo>
                  <a:lnTo>
                    <a:pt x="952" y="867"/>
                  </a:lnTo>
                  <a:cubicBezTo>
                    <a:pt x="837" y="867"/>
                    <a:pt x="722" y="943"/>
                    <a:pt x="646" y="1020"/>
                  </a:cubicBezTo>
                  <a:lnTo>
                    <a:pt x="646" y="1173"/>
                  </a:lnTo>
                  <a:lnTo>
                    <a:pt x="646" y="1785"/>
                  </a:lnTo>
                  <a:lnTo>
                    <a:pt x="186" y="1785"/>
                  </a:lnTo>
                  <a:lnTo>
                    <a:pt x="186" y="561"/>
                  </a:lnTo>
                  <a:lnTo>
                    <a:pt x="646" y="561"/>
                  </a:lnTo>
                  <a:lnTo>
                    <a:pt x="646" y="867"/>
                  </a:lnTo>
                  <a:lnTo>
                    <a:pt x="646" y="714"/>
                  </a:lnTo>
                  <a:cubicBezTo>
                    <a:pt x="722" y="637"/>
                    <a:pt x="837" y="561"/>
                    <a:pt x="952" y="561"/>
                  </a:cubicBezTo>
                  <a:lnTo>
                    <a:pt x="1105" y="561"/>
                  </a:lnTo>
                  <a:close/>
                </a:path>
              </a:pathLst>
            </a:custGeom>
            <a:grpFill/>
            <a:ln w="9797" cap="flat">
              <a:noFill/>
              <a:prstDash val="solid"/>
              <a:miter/>
            </a:ln>
          </p:spPr>
          <p:txBody>
            <a:bodyPr rtlCol="0" anchor="ctr"/>
            <a:lstStyle/>
            <a:p>
              <a:endParaRPr lang="fr-FR"/>
            </a:p>
          </p:txBody>
        </p:sp>
        <p:sp>
          <p:nvSpPr>
            <p:cNvPr id="169" name="Forme libre : forme 168">
              <a:extLst>
                <a:ext uri="{FF2B5EF4-FFF2-40B4-BE49-F238E27FC236}">
                  <a16:creationId xmlns:a16="http://schemas.microsoft.com/office/drawing/2014/main" id="{6C100090-74B4-6140-9423-41642E8546E9}"/>
                </a:ext>
              </a:extLst>
            </p:cNvPr>
            <p:cNvSpPr/>
            <p:nvPr/>
          </p:nvSpPr>
          <p:spPr>
            <a:xfrm>
              <a:off x="1768096" y="5028193"/>
              <a:ext cx="1224" cy="1224"/>
            </a:xfrm>
            <a:custGeom>
              <a:avLst/>
              <a:gdLst>
                <a:gd name="connsiteX0" fmla="*/ 1411 w 1224"/>
                <a:gd name="connsiteY0" fmla="*/ 1020 h 1224"/>
                <a:gd name="connsiteX1" fmla="*/ 1411 w 1224"/>
                <a:gd name="connsiteY1" fmla="*/ 1785 h 1224"/>
                <a:gd name="connsiteX2" fmla="*/ 952 w 1224"/>
                <a:gd name="connsiteY2" fmla="*/ 1785 h 1224"/>
                <a:gd name="connsiteX3" fmla="*/ 952 w 1224"/>
                <a:gd name="connsiteY3" fmla="*/ 1173 h 1224"/>
                <a:gd name="connsiteX4" fmla="*/ 952 w 1224"/>
                <a:gd name="connsiteY4" fmla="*/ 1020 h 1224"/>
                <a:gd name="connsiteX5" fmla="*/ 952 w 1224"/>
                <a:gd name="connsiteY5" fmla="*/ 867 h 1224"/>
                <a:gd name="connsiteX6" fmla="*/ 799 w 1224"/>
                <a:gd name="connsiteY6" fmla="*/ 867 h 1224"/>
                <a:gd name="connsiteX7" fmla="*/ 646 w 1224"/>
                <a:gd name="connsiteY7" fmla="*/ 1020 h 1224"/>
                <a:gd name="connsiteX8" fmla="*/ 646 w 1224"/>
                <a:gd name="connsiteY8" fmla="*/ 1173 h 1224"/>
                <a:gd name="connsiteX9" fmla="*/ 646 w 1224"/>
                <a:gd name="connsiteY9" fmla="*/ 1785 h 1224"/>
                <a:gd name="connsiteX10" fmla="*/ 186 w 1224"/>
                <a:gd name="connsiteY10" fmla="*/ 1785 h 1224"/>
                <a:gd name="connsiteX11" fmla="*/ 186 w 1224"/>
                <a:gd name="connsiteY11" fmla="*/ 561 h 1224"/>
                <a:gd name="connsiteX12" fmla="*/ 646 w 1224"/>
                <a:gd name="connsiteY12" fmla="*/ 561 h 1224"/>
                <a:gd name="connsiteX13" fmla="*/ 646 w 1224"/>
                <a:gd name="connsiteY13" fmla="*/ 714 h 1224"/>
                <a:gd name="connsiteX14" fmla="*/ 799 w 1224"/>
                <a:gd name="connsiteY14" fmla="*/ 714 h 1224"/>
                <a:gd name="connsiteX15" fmla="*/ 952 w 1224"/>
                <a:gd name="connsiteY15" fmla="*/ 561 h 1224"/>
                <a:gd name="connsiteX16" fmla="*/ 1258 w 1224"/>
                <a:gd name="connsiteY16" fmla="*/ 714 h 1224"/>
                <a:gd name="connsiteX17" fmla="*/ 1411 w 1224"/>
                <a:gd name="connsiteY17" fmla="*/ 1020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 h="1224">
                  <a:moveTo>
                    <a:pt x="1411" y="1020"/>
                  </a:moveTo>
                  <a:lnTo>
                    <a:pt x="1411" y="1785"/>
                  </a:lnTo>
                  <a:lnTo>
                    <a:pt x="952" y="1785"/>
                  </a:lnTo>
                  <a:lnTo>
                    <a:pt x="952" y="1173"/>
                  </a:lnTo>
                  <a:lnTo>
                    <a:pt x="952" y="1020"/>
                  </a:lnTo>
                  <a:lnTo>
                    <a:pt x="952" y="867"/>
                  </a:lnTo>
                  <a:lnTo>
                    <a:pt x="799" y="867"/>
                  </a:lnTo>
                  <a:lnTo>
                    <a:pt x="646" y="1020"/>
                  </a:lnTo>
                  <a:lnTo>
                    <a:pt x="646" y="1173"/>
                  </a:lnTo>
                  <a:lnTo>
                    <a:pt x="646" y="1785"/>
                  </a:lnTo>
                  <a:lnTo>
                    <a:pt x="186" y="1785"/>
                  </a:lnTo>
                  <a:lnTo>
                    <a:pt x="186" y="561"/>
                  </a:lnTo>
                  <a:lnTo>
                    <a:pt x="646" y="561"/>
                  </a:lnTo>
                  <a:lnTo>
                    <a:pt x="646" y="714"/>
                  </a:lnTo>
                  <a:lnTo>
                    <a:pt x="799" y="714"/>
                  </a:lnTo>
                  <a:cubicBezTo>
                    <a:pt x="875" y="637"/>
                    <a:pt x="952" y="561"/>
                    <a:pt x="952" y="561"/>
                  </a:cubicBezTo>
                  <a:cubicBezTo>
                    <a:pt x="1143" y="561"/>
                    <a:pt x="1258" y="637"/>
                    <a:pt x="1258" y="714"/>
                  </a:cubicBezTo>
                  <a:cubicBezTo>
                    <a:pt x="1335" y="829"/>
                    <a:pt x="1411" y="943"/>
                    <a:pt x="1411" y="1020"/>
                  </a:cubicBezTo>
                  <a:close/>
                </a:path>
              </a:pathLst>
            </a:custGeom>
            <a:grpFill/>
            <a:ln w="9797" cap="flat">
              <a:noFill/>
              <a:prstDash val="solid"/>
              <a:miter/>
            </a:ln>
          </p:spPr>
          <p:txBody>
            <a:bodyPr rtlCol="0" anchor="ctr"/>
            <a:lstStyle/>
            <a:p>
              <a:endParaRPr lang="fr-FR"/>
            </a:p>
          </p:txBody>
        </p:sp>
        <p:sp>
          <p:nvSpPr>
            <p:cNvPr id="170" name="Forme libre : forme 169">
              <a:extLst>
                <a:ext uri="{FF2B5EF4-FFF2-40B4-BE49-F238E27FC236}">
                  <a16:creationId xmlns:a16="http://schemas.microsoft.com/office/drawing/2014/main" id="{4EFDFC16-2EBA-D072-6D2D-C58A7BFA6DA8}"/>
                </a:ext>
              </a:extLst>
            </p:cNvPr>
            <p:cNvSpPr/>
            <p:nvPr/>
          </p:nvSpPr>
          <p:spPr>
            <a:xfrm>
              <a:off x="1769664" y="5028193"/>
              <a:ext cx="1071" cy="1224"/>
            </a:xfrm>
            <a:custGeom>
              <a:avLst/>
              <a:gdLst>
                <a:gd name="connsiteX0" fmla="*/ 799 w 1071"/>
                <a:gd name="connsiteY0" fmla="*/ 1173 h 1224"/>
                <a:gd name="connsiteX1" fmla="*/ 493 w 1071"/>
                <a:gd name="connsiteY1" fmla="*/ 1326 h 1224"/>
                <a:gd name="connsiteX2" fmla="*/ 493 w 1071"/>
                <a:gd name="connsiteY2" fmla="*/ 1479 h 1224"/>
                <a:gd name="connsiteX3" fmla="*/ 646 w 1071"/>
                <a:gd name="connsiteY3" fmla="*/ 1479 h 1224"/>
                <a:gd name="connsiteX4" fmla="*/ 799 w 1071"/>
                <a:gd name="connsiteY4" fmla="*/ 1479 h 1224"/>
                <a:gd name="connsiteX5" fmla="*/ 952 w 1071"/>
                <a:gd name="connsiteY5" fmla="*/ 1326 h 1224"/>
                <a:gd name="connsiteX6" fmla="*/ 952 w 1071"/>
                <a:gd name="connsiteY6" fmla="*/ 1173 h 1224"/>
                <a:gd name="connsiteX7" fmla="*/ 1258 w 1071"/>
                <a:gd name="connsiteY7" fmla="*/ 1173 h 1224"/>
                <a:gd name="connsiteX8" fmla="*/ 1258 w 1071"/>
                <a:gd name="connsiteY8" fmla="*/ 1785 h 1224"/>
                <a:gd name="connsiteX9" fmla="*/ 952 w 1071"/>
                <a:gd name="connsiteY9" fmla="*/ 1785 h 1224"/>
                <a:gd name="connsiteX10" fmla="*/ 952 w 1071"/>
                <a:gd name="connsiteY10" fmla="*/ 1632 h 1224"/>
                <a:gd name="connsiteX11" fmla="*/ 799 w 1071"/>
                <a:gd name="connsiteY11" fmla="*/ 1785 h 1224"/>
                <a:gd name="connsiteX12" fmla="*/ 493 w 1071"/>
                <a:gd name="connsiteY12" fmla="*/ 1785 h 1224"/>
                <a:gd name="connsiteX13" fmla="*/ 187 w 1071"/>
                <a:gd name="connsiteY13" fmla="*/ 1785 h 1224"/>
                <a:gd name="connsiteX14" fmla="*/ 187 w 1071"/>
                <a:gd name="connsiteY14" fmla="*/ 1479 h 1224"/>
                <a:gd name="connsiteX15" fmla="*/ 187 w 1071"/>
                <a:gd name="connsiteY15" fmla="*/ 1173 h 1224"/>
                <a:gd name="connsiteX16" fmla="*/ 646 w 1071"/>
                <a:gd name="connsiteY16" fmla="*/ 1020 h 1224"/>
                <a:gd name="connsiteX17" fmla="*/ 952 w 1071"/>
                <a:gd name="connsiteY17" fmla="*/ 1020 h 1224"/>
                <a:gd name="connsiteX18" fmla="*/ 799 w 1071"/>
                <a:gd name="connsiteY18" fmla="*/ 867 h 1224"/>
                <a:gd name="connsiteX19" fmla="*/ 646 w 1071"/>
                <a:gd name="connsiteY19" fmla="*/ 867 h 1224"/>
                <a:gd name="connsiteX20" fmla="*/ 340 w 1071"/>
                <a:gd name="connsiteY20" fmla="*/ 867 h 1224"/>
                <a:gd name="connsiteX21" fmla="*/ 187 w 1071"/>
                <a:gd name="connsiteY21" fmla="*/ 867 h 1224"/>
                <a:gd name="connsiteX22" fmla="*/ 187 w 1071"/>
                <a:gd name="connsiteY22" fmla="*/ 561 h 1224"/>
                <a:gd name="connsiteX23" fmla="*/ 493 w 1071"/>
                <a:gd name="connsiteY23" fmla="*/ 561 h 1224"/>
                <a:gd name="connsiteX24" fmla="*/ 646 w 1071"/>
                <a:gd name="connsiteY24" fmla="*/ 561 h 1224"/>
                <a:gd name="connsiteX25" fmla="*/ 1105 w 1071"/>
                <a:gd name="connsiteY25" fmla="*/ 714 h 1224"/>
                <a:gd name="connsiteX26" fmla="*/ 1258 w 1071"/>
                <a:gd name="connsiteY26" fmla="*/ 1173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1" h="1224">
                  <a:moveTo>
                    <a:pt x="799" y="1173"/>
                  </a:moveTo>
                  <a:cubicBezTo>
                    <a:pt x="684" y="1173"/>
                    <a:pt x="569" y="1250"/>
                    <a:pt x="493" y="1326"/>
                  </a:cubicBezTo>
                  <a:lnTo>
                    <a:pt x="493" y="1479"/>
                  </a:lnTo>
                  <a:lnTo>
                    <a:pt x="646" y="1479"/>
                  </a:lnTo>
                  <a:lnTo>
                    <a:pt x="799" y="1479"/>
                  </a:lnTo>
                  <a:cubicBezTo>
                    <a:pt x="876" y="1479"/>
                    <a:pt x="952" y="1441"/>
                    <a:pt x="952" y="1326"/>
                  </a:cubicBezTo>
                  <a:lnTo>
                    <a:pt x="952" y="1173"/>
                  </a:lnTo>
                  <a:close/>
                  <a:moveTo>
                    <a:pt x="1258" y="1173"/>
                  </a:moveTo>
                  <a:lnTo>
                    <a:pt x="1258" y="1785"/>
                  </a:lnTo>
                  <a:lnTo>
                    <a:pt x="952" y="1785"/>
                  </a:lnTo>
                  <a:lnTo>
                    <a:pt x="952" y="1632"/>
                  </a:lnTo>
                  <a:cubicBezTo>
                    <a:pt x="952" y="1747"/>
                    <a:pt x="876" y="1785"/>
                    <a:pt x="799" y="1785"/>
                  </a:cubicBezTo>
                  <a:lnTo>
                    <a:pt x="493" y="1785"/>
                  </a:lnTo>
                  <a:lnTo>
                    <a:pt x="187" y="1785"/>
                  </a:lnTo>
                  <a:lnTo>
                    <a:pt x="187" y="1479"/>
                  </a:lnTo>
                  <a:lnTo>
                    <a:pt x="187" y="1173"/>
                  </a:lnTo>
                  <a:cubicBezTo>
                    <a:pt x="263" y="1096"/>
                    <a:pt x="416" y="1020"/>
                    <a:pt x="646" y="1020"/>
                  </a:cubicBezTo>
                  <a:lnTo>
                    <a:pt x="952" y="1020"/>
                  </a:lnTo>
                  <a:cubicBezTo>
                    <a:pt x="952" y="943"/>
                    <a:pt x="876" y="867"/>
                    <a:pt x="799" y="867"/>
                  </a:cubicBezTo>
                  <a:lnTo>
                    <a:pt x="646" y="867"/>
                  </a:lnTo>
                  <a:lnTo>
                    <a:pt x="340" y="867"/>
                  </a:lnTo>
                  <a:lnTo>
                    <a:pt x="187" y="867"/>
                  </a:lnTo>
                  <a:lnTo>
                    <a:pt x="187" y="561"/>
                  </a:lnTo>
                  <a:lnTo>
                    <a:pt x="493" y="561"/>
                  </a:lnTo>
                  <a:lnTo>
                    <a:pt x="646" y="561"/>
                  </a:lnTo>
                  <a:cubicBezTo>
                    <a:pt x="952" y="561"/>
                    <a:pt x="1105" y="637"/>
                    <a:pt x="1105" y="714"/>
                  </a:cubicBezTo>
                  <a:cubicBezTo>
                    <a:pt x="1182" y="829"/>
                    <a:pt x="1258" y="982"/>
                    <a:pt x="1258" y="1173"/>
                  </a:cubicBezTo>
                  <a:close/>
                </a:path>
              </a:pathLst>
            </a:custGeom>
            <a:grpFill/>
            <a:ln w="9797" cap="flat">
              <a:noFill/>
              <a:prstDash val="solid"/>
              <a:miter/>
            </a:ln>
          </p:spPr>
          <p:txBody>
            <a:bodyPr rtlCol="0" anchor="ctr"/>
            <a:lstStyle/>
            <a:p>
              <a:endParaRPr lang="fr-FR"/>
            </a:p>
          </p:txBody>
        </p:sp>
        <p:sp>
          <p:nvSpPr>
            <p:cNvPr id="171" name="Forme libre : forme 170">
              <a:extLst>
                <a:ext uri="{FF2B5EF4-FFF2-40B4-BE49-F238E27FC236}">
                  <a16:creationId xmlns:a16="http://schemas.microsoft.com/office/drawing/2014/main" id="{B8DFD3C5-B969-2932-EE37-B03171E42A39}"/>
                </a:ext>
              </a:extLst>
            </p:cNvPr>
            <p:cNvSpPr/>
            <p:nvPr/>
          </p:nvSpPr>
          <p:spPr>
            <a:xfrm>
              <a:off x="1771124" y="5028193"/>
              <a:ext cx="918" cy="1224"/>
            </a:xfrm>
            <a:custGeom>
              <a:avLst/>
              <a:gdLst>
                <a:gd name="connsiteX0" fmla="*/ 1105 w 918"/>
                <a:gd name="connsiteY0" fmla="*/ 867 h 1224"/>
                <a:gd name="connsiteX1" fmla="*/ 952 w 918"/>
                <a:gd name="connsiteY1" fmla="*/ 867 h 1224"/>
                <a:gd name="connsiteX2" fmla="*/ 646 w 918"/>
                <a:gd name="connsiteY2" fmla="*/ 1020 h 1224"/>
                <a:gd name="connsiteX3" fmla="*/ 646 w 918"/>
                <a:gd name="connsiteY3" fmla="*/ 1173 h 1224"/>
                <a:gd name="connsiteX4" fmla="*/ 646 w 918"/>
                <a:gd name="connsiteY4" fmla="*/ 1785 h 1224"/>
                <a:gd name="connsiteX5" fmla="*/ 187 w 918"/>
                <a:gd name="connsiteY5" fmla="*/ 1785 h 1224"/>
                <a:gd name="connsiteX6" fmla="*/ 187 w 918"/>
                <a:gd name="connsiteY6" fmla="*/ 561 h 1224"/>
                <a:gd name="connsiteX7" fmla="*/ 646 w 918"/>
                <a:gd name="connsiteY7" fmla="*/ 561 h 1224"/>
                <a:gd name="connsiteX8" fmla="*/ 646 w 918"/>
                <a:gd name="connsiteY8" fmla="*/ 867 h 1224"/>
                <a:gd name="connsiteX9" fmla="*/ 646 w 918"/>
                <a:gd name="connsiteY9" fmla="*/ 714 h 1224"/>
                <a:gd name="connsiteX10" fmla="*/ 952 w 918"/>
                <a:gd name="connsiteY10" fmla="*/ 561 h 1224"/>
                <a:gd name="connsiteX11" fmla="*/ 1105 w 918"/>
                <a:gd name="connsiteY11" fmla="*/ 561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8" h="1224">
                  <a:moveTo>
                    <a:pt x="1105" y="867"/>
                  </a:moveTo>
                  <a:lnTo>
                    <a:pt x="952" y="867"/>
                  </a:lnTo>
                  <a:cubicBezTo>
                    <a:pt x="837" y="867"/>
                    <a:pt x="723" y="943"/>
                    <a:pt x="646" y="1020"/>
                  </a:cubicBezTo>
                  <a:lnTo>
                    <a:pt x="646" y="1173"/>
                  </a:lnTo>
                  <a:lnTo>
                    <a:pt x="646" y="1785"/>
                  </a:lnTo>
                  <a:lnTo>
                    <a:pt x="187" y="1785"/>
                  </a:lnTo>
                  <a:lnTo>
                    <a:pt x="187" y="561"/>
                  </a:lnTo>
                  <a:lnTo>
                    <a:pt x="646" y="561"/>
                  </a:lnTo>
                  <a:lnTo>
                    <a:pt x="646" y="867"/>
                  </a:lnTo>
                  <a:lnTo>
                    <a:pt x="646" y="714"/>
                  </a:lnTo>
                  <a:cubicBezTo>
                    <a:pt x="723" y="637"/>
                    <a:pt x="837" y="561"/>
                    <a:pt x="952" y="561"/>
                  </a:cubicBezTo>
                  <a:lnTo>
                    <a:pt x="1105" y="561"/>
                  </a:lnTo>
                  <a:close/>
                </a:path>
              </a:pathLst>
            </a:custGeom>
            <a:grpFill/>
            <a:ln w="9797" cap="flat">
              <a:noFill/>
              <a:prstDash val="solid"/>
              <a:miter/>
            </a:ln>
          </p:spPr>
          <p:txBody>
            <a:bodyPr rtlCol="0" anchor="ctr"/>
            <a:lstStyle/>
            <a:p>
              <a:endParaRPr lang="fr-FR"/>
            </a:p>
          </p:txBody>
        </p:sp>
        <p:sp>
          <p:nvSpPr>
            <p:cNvPr id="172" name="Forme libre : forme 171">
              <a:extLst>
                <a:ext uri="{FF2B5EF4-FFF2-40B4-BE49-F238E27FC236}">
                  <a16:creationId xmlns:a16="http://schemas.microsoft.com/office/drawing/2014/main" id="{90F46328-CD51-2D28-E34E-1E4333028600}"/>
                </a:ext>
              </a:extLst>
            </p:cNvPr>
            <p:cNvSpPr/>
            <p:nvPr/>
          </p:nvSpPr>
          <p:spPr>
            <a:xfrm>
              <a:off x="1772039" y="5027887"/>
              <a:ext cx="918" cy="1530"/>
            </a:xfrm>
            <a:custGeom>
              <a:avLst/>
              <a:gdLst>
                <a:gd name="connsiteX0" fmla="*/ 799 w 918"/>
                <a:gd name="connsiteY0" fmla="*/ 561 h 1530"/>
                <a:gd name="connsiteX1" fmla="*/ 799 w 918"/>
                <a:gd name="connsiteY1" fmla="*/ 867 h 1530"/>
                <a:gd name="connsiteX2" fmla="*/ 1105 w 918"/>
                <a:gd name="connsiteY2" fmla="*/ 867 h 1530"/>
                <a:gd name="connsiteX3" fmla="*/ 1105 w 918"/>
                <a:gd name="connsiteY3" fmla="*/ 1173 h 1530"/>
                <a:gd name="connsiteX4" fmla="*/ 799 w 918"/>
                <a:gd name="connsiteY4" fmla="*/ 1173 h 1530"/>
                <a:gd name="connsiteX5" fmla="*/ 799 w 918"/>
                <a:gd name="connsiteY5" fmla="*/ 1632 h 1530"/>
                <a:gd name="connsiteX6" fmla="*/ 799 w 918"/>
                <a:gd name="connsiteY6" fmla="*/ 1785 h 1530"/>
                <a:gd name="connsiteX7" fmla="*/ 952 w 918"/>
                <a:gd name="connsiteY7" fmla="*/ 1785 h 1530"/>
                <a:gd name="connsiteX8" fmla="*/ 1105 w 918"/>
                <a:gd name="connsiteY8" fmla="*/ 1785 h 1530"/>
                <a:gd name="connsiteX9" fmla="*/ 1105 w 918"/>
                <a:gd name="connsiteY9" fmla="*/ 2091 h 1530"/>
                <a:gd name="connsiteX10" fmla="*/ 799 w 918"/>
                <a:gd name="connsiteY10" fmla="*/ 2091 h 1530"/>
                <a:gd name="connsiteX11" fmla="*/ 493 w 918"/>
                <a:gd name="connsiteY11" fmla="*/ 2091 h 1530"/>
                <a:gd name="connsiteX12" fmla="*/ 340 w 918"/>
                <a:gd name="connsiteY12" fmla="*/ 1632 h 1530"/>
                <a:gd name="connsiteX13" fmla="*/ 340 w 918"/>
                <a:gd name="connsiteY13" fmla="*/ 1173 h 1530"/>
                <a:gd name="connsiteX14" fmla="*/ 187 w 918"/>
                <a:gd name="connsiteY14" fmla="*/ 1173 h 1530"/>
                <a:gd name="connsiteX15" fmla="*/ 187 w 918"/>
                <a:gd name="connsiteY15" fmla="*/ 867 h 1530"/>
                <a:gd name="connsiteX16" fmla="*/ 340 w 918"/>
                <a:gd name="connsiteY16" fmla="*/ 867 h 1530"/>
                <a:gd name="connsiteX17" fmla="*/ 340 w 918"/>
                <a:gd name="connsiteY17" fmla="*/ 561 h 1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8" h="1530">
                  <a:moveTo>
                    <a:pt x="799" y="561"/>
                  </a:moveTo>
                  <a:lnTo>
                    <a:pt x="799" y="867"/>
                  </a:lnTo>
                  <a:lnTo>
                    <a:pt x="1105" y="867"/>
                  </a:lnTo>
                  <a:lnTo>
                    <a:pt x="1105" y="1173"/>
                  </a:lnTo>
                  <a:lnTo>
                    <a:pt x="799" y="1173"/>
                  </a:lnTo>
                  <a:lnTo>
                    <a:pt x="799" y="1632"/>
                  </a:lnTo>
                  <a:lnTo>
                    <a:pt x="799" y="1785"/>
                  </a:lnTo>
                  <a:lnTo>
                    <a:pt x="952" y="1785"/>
                  </a:lnTo>
                  <a:lnTo>
                    <a:pt x="1105" y="1785"/>
                  </a:lnTo>
                  <a:lnTo>
                    <a:pt x="1105" y="2091"/>
                  </a:lnTo>
                  <a:lnTo>
                    <a:pt x="799" y="2091"/>
                  </a:lnTo>
                  <a:lnTo>
                    <a:pt x="493" y="2091"/>
                  </a:lnTo>
                  <a:cubicBezTo>
                    <a:pt x="378" y="2015"/>
                    <a:pt x="340" y="1862"/>
                    <a:pt x="340" y="1632"/>
                  </a:cubicBezTo>
                  <a:lnTo>
                    <a:pt x="340" y="1173"/>
                  </a:lnTo>
                  <a:lnTo>
                    <a:pt x="187" y="1173"/>
                  </a:lnTo>
                  <a:lnTo>
                    <a:pt x="187" y="867"/>
                  </a:lnTo>
                  <a:lnTo>
                    <a:pt x="340" y="867"/>
                  </a:lnTo>
                  <a:lnTo>
                    <a:pt x="340" y="561"/>
                  </a:lnTo>
                  <a:close/>
                </a:path>
              </a:pathLst>
            </a:custGeom>
            <a:grpFill/>
            <a:ln w="9797" cap="flat">
              <a:noFill/>
              <a:prstDash val="solid"/>
              <a:miter/>
            </a:ln>
          </p:spPr>
          <p:txBody>
            <a:bodyPr rtlCol="0" anchor="ctr"/>
            <a:lstStyle/>
            <a:p>
              <a:endParaRPr lang="fr-FR"/>
            </a:p>
          </p:txBody>
        </p:sp>
        <p:sp>
          <p:nvSpPr>
            <p:cNvPr id="173" name="Forme libre : forme 172">
              <a:extLst>
                <a:ext uri="{FF2B5EF4-FFF2-40B4-BE49-F238E27FC236}">
                  <a16:creationId xmlns:a16="http://schemas.microsoft.com/office/drawing/2014/main" id="{D5FC7A18-B374-A060-AE8A-88E9425763F0}"/>
                </a:ext>
              </a:extLst>
            </p:cNvPr>
            <p:cNvSpPr/>
            <p:nvPr/>
          </p:nvSpPr>
          <p:spPr>
            <a:xfrm>
              <a:off x="1773230" y="5028193"/>
              <a:ext cx="1071" cy="1224"/>
            </a:xfrm>
            <a:custGeom>
              <a:avLst/>
              <a:gdLst>
                <a:gd name="connsiteX0" fmla="*/ 1106 w 1071"/>
                <a:gd name="connsiteY0" fmla="*/ 561 h 1224"/>
                <a:gd name="connsiteX1" fmla="*/ 1106 w 1071"/>
                <a:gd name="connsiteY1" fmla="*/ 867 h 1224"/>
                <a:gd name="connsiteX2" fmla="*/ 799 w 1071"/>
                <a:gd name="connsiteY2" fmla="*/ 867 h 1224"/>
                <a:gd name="connsiteX3" fmla="*/ 646 w 1071"/>
                <a:gd name="connsiteY3" fmla="*/ 867 h 1224"/>
                <a:gd name="connsiteX4" fmla="*/ 493 w 1071"/>
                <a:gd name="connsiteY4" fmla="*/ 867 h 1224"/>
                <a:gd name="connsiteX5" fmla="*/ 493 w 1071"/>
                <a:gd name="connsiteY5" fmla="*/ 1020 h 1224"/>
                <a:gd name="connsiteX6" fmla="*/ 646 w 1071"/>
                <a:gd name="connsiteY6" fmla="*/ 1020 h 1224"/>
                <a:gd name="connsiteX7" fmla="*/ 799 w 1071"/>
                <a:gd name="connsiteY7" fmla="*/ 1020 h 1224"/>
                <a:gd name="connsiteX8" fmla="*/ 1106 w 1071"/>
                <a:gd name="connsiteY8" fmla="*/ 1173 h 1224"/>
                <a:gd name="connsiteX9" fmla="*/ 1259 w 1071"/>
                <a:gd name="connsiteY9" fmla="*/ 1479 h 1224"/>
                <a:gd name="connsiteX10" fmla="*/ 1106 w 1071"/>
                <a:gd name="connsiteY10" fmla="*/ 1785 h 1224"/>
                <a:gd name="connsiteX11" fmla="*/ 646 w 1071"/>
                <a:gd name="connsiteY11" fmla="*/ 1785 h 1224"/>
                <a:gd name="connsiteX12" fmla="*/ 340 w 1071"/>
                <a:gd name="connsiteY12" fmla="*/ 1785 h 1224"/>
                <a:gd name="connsiteX13" fmla="*/ 187 w 1071"/>
                <a:gd name="connsiteY13" fmla="*/ 1785 h 1224"/>
                <a:gd name="connsiteX14" fmla="*/ 187 w 1071"/>
                <a:gd name="connsiteY14" fmla="*/ 1479 h 1224"/>
                <a:gd name="connsiteX15" fmla="*/ 340 w 1071"/>
                <a:gd name="connsiteY15" fmla="*/ 1479 h 1224"/>
                <a:gd name="connsiteX16" fmla="*/ 646 w 1071"/>
                <a:gd name="connsiteY16" fmla="*/ 1479 h 1224"/>
                <a:gd name="connsiteX17" fmla="*/ 799 w 1071"/>
                <a:gd name="connsiteY17" fmla="*/ 1479 h 1224"/>
                <a:gd name="connsiteX18" fmla="*/ 799 w 1071"/>
                <a:gd name="connsiteY18" fmla="*/ 1326 h 1224"/>
                <a:gd name="connsiteX19" fmla="*/ 646 w 1071"/>
                <a:gd name="connsiteY19" fmla="*/ 1326 h 1224"/>
                <a:gd name="connsiteX20" fmla="*/ 187 w 1071"/>
                <a:gd name="connsiteY20" fmla="*/ 1326 h 1224"/>
                <a:gd name="connsiteX21" fmla="*/ 187 w 1071"/>
                <a:gd name="connsiteY21" fmla="*/ 867 h 1224"/>
                <a:gd name="connsiteX22" fmla="*/ 187 w 1071"/>
                <a:gd name="connsiteY22" fmla="*/ 714 h 1224"/>
                <a:gd name="connsiteX23" fmla="*/ 646 w 1071"/>
                <a:gd name="connsiteY23" fmla="*/ 561 h 1224"/>
                <a:gd name="connsiteX24" fmla="*/ 799 w 1071"/>
                <a:gd name="connsiteY24" fmla="*/ 561 h 1224"/>
                <a:gd name="connsiteX25" fmla="*/ 1106 w 1071"/>
                <a:gd name="connsiteY25" fmla="*/ 561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71" h="1224">
                  <a:moveTo>
                    <a:pt x="1106" y="561"/>
                  </a:moveTo>
                  <a:lnTo>
                    <a:pt x="1106" y="867"/>
                  </a:lnTo>
                  <a:lnTo>
                    <a:pt x="799" y="867"/>
                  </a:lnTo>
                  <a:lnTo>
                    <a:pt x="646" y="867"/>
                  </a:lnTo>
                  <a:lnTo>
                    <a:pt x="493" y="867"/>
                  </a:lnTo>
                  <a:lnTo>
                    <a:pt x="493" y="1020"/>
                  </a:lnTo>
                  <a:lnTo>
                    <a:pt x="646" y="1020"/>
                  </a:lnTo>
                  <a:lnTo>
                    <a:pt x="799" y="1020"/>
                  </a:lnTo>
                  <a:cubicBezTo>
                    <a:pt x="876" y="1020"/>
                    <a:pt x="991" y="1096"/>
                    <a:pt x="1106" y="1173"/>
                  </a:cubicBezTo>
                  <a:cubicBezTo>
                    <a:pt x="1182" y="1173"/>
                    <a:pt x="1259" y="1288"/>
                    <a:pt x="1259" y="1479"/>
                  </a:cubicBezTo>
                  <a:cubicBezTo>
                    <a:pt x="1259" y="1594"/>
                    <a:pt x="1182" y="1709"/>
                    <a:pt x="1106" y="1785"/>
                  </a:cubicBezTo>
                  <a:lnTo>
                    <a:pt x="646" y="1785"/>
                  </a:lnTo>
                  <a:lnTo>
                    <a:pt x="340" y="1785"/>
                  </a:lnTo>
                  <a:lnTo>
                    <a:pt x="187" y="1785"/>
                  </a:lnTo>
                  <a:lnTo>
                    <a:pt x="187" y="1479"/>
                  </a:lnTo>
                  <a:lnTo>
                    <a:pt x="340" y="1479"/>
                  </a:lnTo>
                  <a:lnTo>
                    <a:pt x="646" y="1479"/>
                  </a:lnTo>
                  <a:lnTo>
                    <a:pt x="799" y="1479"/>
                  </a:lnTo>
                  <a:lnTo>
                    <a:pt x="799" y="1326"/>
                  </a:lnTo>
                  <a:lnTo>
                    <a:pt x="646" y="1326"/>
                  </a:lnTo>
                  <a:lnTo>
                    <a:pt x="187" y="1326"/>
                  </a:lnTo>
                  <a:lnTo>
                    <a:pt x="187" y="867"/>
                  </a:lnTo>
                  <a:lnTo>
                    <a:pt x="187" y="714"/>
                  </a:lnTo>
                  <a:cubicBezTo>
                    <a:pt x="264" y="637"/>
                    <a:pt x="417" y="561"/>
                    <a:pt x="646" y="561"/>
                  </a:cubicBezTo>
                  <a:lnTo>
                    <a:pt x="799" y="561"/>
                  </a:lnTo>
                  <a:lnTo>
                    <a:pt x="1106" y="561"/>
                  </a:lnTo>
                  <a:close/>
                </a:path>
              </a:pathLst>
            </a:custGeom>
            <a:grpFill/>
            <a:ln w="9797" cap="flat">
              <a:noFill/>
              <a:prstDash val="solid"/>
              <a:miter/>
            </a:ln>
          </p:spPr>
          <p:txBody>
            <a:bodyPr rtlCol="0" anchor="ctr"/>
            <a:lstStyle/>
            <a:p>
              <a:endParaRPr lang="fr-FR"/>
            </a:p>
          </p:txBody>
        </p:sp>
        <p:sp>
          <p:nvSpPr>
            <p:cNvPr id="174" name="Forme libre : forme 173">
              <a:extLst>
                <a:ext uri="{FF2B5EF4-FFF2-40B4-BE49-F238E27FC236}">
                  <a16:creationId xmlns:a16="http://schemas.microsoft.com/office/drawing/2014/main" id="{6D0E78DF-42ED-92A0-041E-4816E5681CAE}"/>
                </a:ext>
              </a:extLst>
            </p:cNvPr>
            <p:cNvSpPr/>
            <p:nvPr/>
          </p:nvSpPr>
          <p:spPr>
            <a:xfrm>
              <a:off x="1745439" y="5029879"/>
              <a:ext cx="918" cy="1683"/>
            </a:xfrm>
            <a:custGeom>
              <a:avLst/>
              <a:gdLst>
                <a:gd name="connsiteX0" fmla="*/ 1103 w 918"/>
                <a:gd name="connsiteY0" fmla="*/ 561 h 1683"/>
                <a:gd name="connsiteX1" fmla="*/ 1103 w 918"/>
                <a:gd name="connsiteY1" fmla="*/ 867 h 1683"/>
                <a:gd name="connsiteX2" fmla="*/ 950 w 918"/>
                <a:gd name="connsiteY2" fmla="*/ 867 h 1683"/>
                <a:gd name="connsiteX3" fmla="*/ 797 w 918"/>
                <a:gd name="connsiteY3" fmla="*/ 867 h 1683"/>
                <a:gd name="connsiteX4" fmla="*/ 797 w 918"/>
                <a:gd name="connsiteY4" fmla="*/ 1020 h 1683"/>
                <a:gd name="connsiteX5" fmla="*/ 1103 w 918"/>
                <a:gd name="connsiteY5" fmla="*/ 1020 h 1683"/>
                <a:gd name="connsiteX6" fmla="*/ 1103 w 918"/>
                <a:gd name="connsiteY6" fmla="*/ 1326 h 1683"/>
                <a:gd name="connsiteX7" fmla="*/ 797 w 918"/>
                <a:gd name="connsiteY7" fmla="*/ 1326 h 1683"/>
                <a:gd name="connsiteX8" fmla="*/ 797 w 918"/>
                <a:gd name="connsiteY8" fmla="*/ 2245 h 1683"/>
                <a:gd name="connsiteX9" fmla="*/ 490 w 918"/>
                <a:gd name="connsiteY9" fmla="*/ 2245 h 1683"/>
                <a:gd name="connsiteX10" fmla="*/ 490 w 918"/>
                <a:gd name="connsiteY10" fmla="*/ 1326 h 1683"/>
                <a:gd name="connsiteX11" fmla="*/ 184 w 918"/>
                <a:gd name="connsiteY11" fmla="*/ 1326 h 1683"/>
                <a:gd name="connsiteX12" fmla="*/ 184 w 918"/>
                <a:gd name="connsiteY12" fmla="*/ 1020 h 1683"/>
                <a:gd name="connsiteX13" fmla="*/ 490 w 918"/>
                <a:gd name="connsiteY13" fmla="*/ 1020 h 1683"/>
                <a:gd name="connsiteX14" fmla="*/ 490 w 918"/>
                <a:gd name="connsiteY14" fmla="*/ 714 h 1683"/>
                <a:gd name="connsiteX15" fmla="*/ 797 w 918"/>
                <a:gd name="connsiteY15" fmla="*/ 561 h 1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18" h="1683">
                  <a:moveTo>
                    <a:pt x="1103" y="561"/>
                  </a:moveTo>
                  <a:lnTo>
                    <a:pt x="1103" y="867"/>
                  </a:lnTo>
                  <a:lnTo>
                    <a:pt x="950" y="867"/>
                  </a:lnTo>
                  <a:lnTo>
                    <a:pt x="797" y="867"/>
                  </a:lnTo>
                  <a:lnTo>
                    <a:pt x="797" y="1020"/>
                  </a:lnTo>
                  <a:lnTo>
                    <a:pt x="1103" y="1020"/>
                  </a:lnTo>
                  <a:lnTo>
                    <a:pt x="1103" y="1326"/>
                  </a:lnTo>
                  <a:lnTo>
                    <a:pt x="797" y="1326"/>
                  </a:lnTo>
                  <a:lnTo>
                    <a:pt x="797" y="2245"/>
                  </a:lnTo>
                  <a:lnTo>
                    <a:pt x="490" y="2245"/>
                  </a:lnTo>
                  <a:lnTo>
                    <a:pt x="490" y="1326"/>
                  </a:lnTo>
                  <a:lnTo>
                    <a:pt x="184" y="1326"/>
                  </a:lnTo>
                  <a:lnTo>
                    <a:pt x="184" y="1020"/>
                  </a:lnTo>
                  <a:lnTo>
                    <a:pt x="490" y="1020"/>
                  </a:lnTo>
                  <a:lnTo>
                    <a:pt x="490" y="714"/>
                  </a:lnTo>
                  <a:cubicBezTo>
                    <a:pt x="567" y="637"/>
                    <a:pt x="682" y="561"/>
                    <a:pt x="797" y="561"/>
                  </a:cubicBezTo>
                  <a:close/>
                </a:path>
              </a:pathLst>
            </a:custGeom>
            <a:grpFill/>
            <a:ln w="9797" cap="flat">
              <a:noFill/>
              <a:prstDash val="solid"/>
              <a:miter/>
            </a:ln>
          </p:spPr>
          <p:txBody>
            <a:bodyPr rtlCol="0" anchor="ctr"/>
            <a:lstStyle/>
            <a:p>
              <a:endParaRPr lang="fr-FR"/>
            </a:p>
          </p:txBody>
        </p:sp>
        <p:sp>
          <p:nvSpPr>
            <p:cNvPr id="175" name="Forme libre : forme 174">
              <a:extLst>
                <a:ext uri="{FF2B5EF4-FFF2-40B4-BE49-F238E27FC236}">
                  <a16:creationId xmlns:a16="http://schemas.microsoft.com/office/drawing/2014/main" id="{B6FD4991-3B92-8F66-84D2-3F003CB2C004}"/>
                </a:ext>
              </a:extLst>
            </p:cNvPr>
            <p:cNvSpPr/>
            <p:nvPr/>
          </p:nvSpPr>
          <p:spPr>
            <a:xfrm>
              <a:off x="1746553" y="5030339"/>
              <a:ext cx="918" cy="1224"/>
            </a:xfrm>
            <a:custGeom>
              <a:avLst/>
              <a:gdLst>
                <a:gd name="connsiteX0" fmla="*/ 1103 w 918"/>
                <a:gd name="connsiteY0" fmla="*/ 867 h 1224"/>
                <a:gd name="connsiteX1" fmla="*/ 950 w 918"/>
                <a:gd name="connsiteY1" fmla="*/ 867 h 1224"/>
                <a:gd name="connsiteX2" fmla="*/ 644 w 918"/>
                <a:gd name="connsiteY2" fmla="*/ 1020 h 1224"/>
                <a:gd name="connsiteX3" fmla="*/ 644 w 918"/>
                <a:gd name="connsiteY3" fmla="*/ 1173 h 1224"/>
                <a:gd name="connsiteX4" fmla="*/ 644 w 918"/>
                <a:gd name="connsiteY4" fmla="*/ 1786 h 1224"/>
                <a:gd name="connsiteX5" fmla="*/ 184 w 918"/>
                <a:gd name="connsiteY5" fmla="*/ 1786 h 1224"/>
                <a:gd name="connsiteX6" fmla="*/ 184 w 918"/>
                <a:gd name="connsiteY6" fmla="*/ 561 h 1224"/>
                <a:gd name="connsiteX7" fmla="*/ 644 w 918"/>
                <a:gd name="connsiteY7" fmla="*/ 561 h 1224"/>
                <a:gd name="connsiteX8" fmla="*/ 644 w 918"/>
                <a:gd name="connsiteY8" fmla="*/ 867 h 1224"/>
                <a:gd name="connsiteX9" fmla="*/ 644 w 918"/>
                <a:gd name="connsiteY9" fmla="*/ 714 h 1224"/>
                <a:gd name="connsiteX10" fmla="*/ 950 w 918"/>
                <a:gd name="connsiteY10" fmla="*/ 561 h 1224"/>
                <a:gd name="connsiteX11" fmla="*/ 1103 w 918"/>
                <a:gd name="connsiteY11" fmla="*/ 561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8" h="1224">
                  <a:moveTo>
                    <a:pt x="1103" y="867"/>
                  </a:moveTo>
                  <a:lnTo>
                    <a:pt x="950" y="867"/>
                  </a:lnTo>
                  <a:cubicBezTo>
                    <a:pt x="835" y="867"/>
                    <a:pt x="720" y="944"/>
                    <a:pt x="644" y="1020"/>
                  </a:cubicBezTo>
                  <a:lnTo>
                    <a:pt x="644" y="1173"/>
                  </a:lnTo>
                  <a:lnTo>
                    <a:pt x="644" y="1786"/>
                  </a:lnTo>
                  <a:lnTo>
                    <a:pt x="184" y="1786"/>
                  </a:lnTo>
                  <a:lnTo>
                    <a:pt x="184" y="561"/>
                  </a:lnTo>
                  <a:lnTo>
                    <a:pt x="644" y="561"/>
                  </a:lnTo>
                  <a:lnTo>
                    <a:pt x="644" y="867"/>
                  </a:lnTo>
                  <a:lnTo>
                    <a:pt x="644" y="714"/>
                  </a:lnTo>
                  <a:cubicBezTo>
                    <a:pt x="720" y="637"/>
                    <a:pt x="835" y="561"/>
                    <a:pt x="950" y="561"/>
                  </a:cubicBezTo>
                  <a:lnTo>
                    <a:pt x="1103" y="561"/>
                  </a:lnTo>
                  <a:close/>
                </a:path>
              </a:pathLst>
            </a:custGeom>
            <a:grpFill/>
            <a:ln w="9797" cap="flat">
              <a:noFill/>
              <a:prstDash val="solid"/>
              <a:miter/>
            </a:ln>
          </p:spPr>
          <p:txBody>
            <a:bodyPr rtlCol="0" anchor="ctr"/>
            <a:lstStyle/>
            <a:p>
              <a:endParaRPr lang="fr-FR"/>
            </a:p>
          </p:txBody>
        </p:sp>
        <p:sp>
          <p:nvSpPr>
            <p:cNvPr id="176" name="Forme libre : forme 175">
              <a:extLst>
                <a:ext uri="{FF2B5EF4-FFF2-40B4-BE49-F238E27FC236}">
                  <a16:creationId xmlns:a16="http://schemas.microsoft.com/office/drawing/2014/main" id="{71E1A5B7-27BF-7AD5-BC1E-D2589190C996}"/>
                </a:ext>
              </a:extLst>
            </p:cNvPr>
            <p:cNvSpPr/>
            <p:nvPr/>
          </p:nvSpPr>
          <p:spPr>
            <a:xfrm>
              <a:off x="1747581" y="5030339"/>
              <a:ext cx="1224" cy="1224"/>
            </a:xfrm>
            <a:custGeom>
              <a:avLst/>
              <a:gdLst>
                <a:gd name="connsiteX0" fmla="*/ 797 w 1224"/>
                <a:gd name="connsiteY0" fmla="*/ 867 h 1224"/>
                <a:gd name="connsiteX1" fmla="*/ 491 w 1224"/>
                <a:gd name="connsiteY1" fmla="*/ 1020 h 1224"/>
                <a:gd name="connsiteX2" fmla="*/ 491 w 1224"/>
                <a:gd name="connsiteY2" fmla="*/ 1173 h 1224"/>
                <a:gd name="connsiteX3" fmla="*/ 491 w 1224"/>
                <a:gd name="connsiteY3" fmla="*/ 1479 h 1224"/>
                <a:gd name="connsiteX4" fmla="*/ 797 w 1224"/>
                <a:gd name="connsiteY4" fmla="*/ 1479 h 1224"/>
                <a:gd name="connsiteX5" fmla="*/ 950 w 1224"/>
                <a:gd name="connsiteY5" fmla="*/ 1479 h 1224"/>
                <a:gd name="connsiteX6" fmla="*/ 1103 w 1224"/>
                <a:gd name="connsiteY6" fmla="*/ 1173 h 1224"/>
                <a:gd name="connsiteX7" fmla="*/ 950 w 1224"/>
                <a:gd name="connsiteY7" fmla="*/ 1020 h 1224"/>
                <a:gd name="connsiteX8" fmla="*/ 797 w 1224"/>
                <a:gd name="connsiteY8" fmla="*/ 867 h 1224"/>
                <a:gd name="connsiteX9" fmla="*/ 797 w 1224"/>
                <a:gd name="connsiteY9" fmla="*/ 561 h 1224"/>
                <a:gd name="connsiteX10" fmla="*/ 1256 w 1224"/>
                <a:gd name="connsiteY10" fmla="*/ 714 h 1224"/>
                <a:gd name="connsiteX11" fmla="*/ 1409 w 1224"/>
                <a:gd name="connsiteY11" fmla="*/ 1173 h 1224"/>
                <a:gd name="connsiteX12" fmla="*/ 1256 w 1224"/>
                <a:gd name="connsiteY12" fmla="*/ 1632 h 1224"/>
                <a:gd name="connsiteX13" fmla="*/ 797 w 1224"/>
                <a:gd name="connsiteY13" fmla="*/ 1786 h 1224"/>
                <a:gd name="connsiteX14" fmla="*/ 337 w 1224"/>
                <a:gd name="connsiteY14" fmla="*/ 1632 h 1224"/>
                <a:gd name="connsiteX15" fmla="*/ 184 w 1224"/>
                <a:gd name="connsiteY15" fmla="*/ 1173 h 1224"/>
                <a:gd name="connsiteX16" fmla="*/ 337 w 1224"/>
                <a:gd name="connsiteY16" fmla="*/ 714 h 1224"/>
                <a:gd name="connsiteX17" fmla="*/ 797 w 1224"/>
                <a:gd name="connsiteY17" fmla="*/ 561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 h="1224">
                  <a:moveTo>
                    <a:pt x="797" y="867"/>
                  </a:moveTo>
                  <a:cubicBezTo>
                    <a:pt x="682" y="867"/>
                    <a:pt x="567" y="944"/>
                    <a:pt x="491" y="1020"/>
                  </a:cubicBezTo>
                  <a:lnTo>
                    <a:pt x="491" y="1173"/>
                  </a:lnTo>
                  <a:lnTo>
                    <a:pt x="491" y="1479"/>
                  </a:lnTo>
                  <a:lnTo>
                    <a:pt x="797" y="1479"/>
                  </a:lnTo>
                  <a:lnTo>
                    <a:pt x="950" y="1479"/>
                  </a:lnTo>
                  <a:cubicBezTo>
                    <a:pt x="1026" y="1403"/>
                    <a:pt x="1103" y="1288"/>
                    <a:pt x="1103" y="1173"/>
                  </a:cubicBezTo>
                  <a:cubicBezTo>
                    <a:pt x="1103" y="1097"/>
                    <a:pt x="1026" y="1020"/>
                    <a:pt x="950" y="1020"/>
                  </a:cubicBezTo>
                  <a:cubicBezTo>
                    <a:pt x="950" y="944"/>
                    <a:pt x="873" y="867"/>
                    <a:pt x="797" y="867"/>
                  </a:cubicBezTo>
                  <a:close/>
                  <a:moveTo>
                    <a:pt x="797" y="561"/>
                  </a:moveTo>
                  <a:cubicBezTo>
                    <a:pt x="988" y="561"/>
                    <a:pt x="1141" y="637"/>
                    <a:pt x="1256" y="714"/>
                  </a:cubicBezTo>
                  <a:cubicBezTo>
                    <a:pt x="1332" y="829"/>
                    <a:pt x="1409" y="982"/>
                    <a:pt x="1409" y="1173"/>
                  </a:cubicBezTo>
                  <a:cubicBezTo>
                    <a:pt x="1409" y="1403"/>
                    <a:pt x="1332" y="1556"/>
                    <a:pt x="1256" y="1632"/>
                  </a:cubicBezTo>
                  <a:cubicBezTo>
                    <a:pt x="1141" y="1747"/>
                    <a:pt x="988" y="1786"/>
                    <a:pt x="797" y="1786"/>
                  </a:cubicBezTo>
                  <a:cubicBezTo>
                    <a:pt x="567" y="1786"/>
                    <a:pt x="414" y="1747"/>
                    <a:pt x="337" y="1632"/>
                  </a:cubicBezTo>
                  <a:cubicBezTo>
                    <a:pt x="223" y="1556"/>
                    <a:pt x="184" y="1403"/>
                    <a:pt x="184" y="1173"/>
                  </a:cubicBezTo>
                  <a:cubicBezTo>
                    <a:pt x="184" y="982"/>
                    <a:pt x="223" y="829"/>
                    <a:pt x="337" y="714"/>
                  </a:cubicBezTo>
                  <a:cubicBezTo>
                    <a:pt x="414" y="637"/>
                    <a:pt x="567" y="561"/>
                    <a:pt x="797" y="561"/>
                  </a:cubicBezTo>
                  <a:close/>
                </a:path>
              </a:pathLst>
            </a:custGeom>
            <a:grpFill/>
            <a:ln w="9797" cap="flat">
              <a:noFill/>
              <a:prstDash val="solid"/>
              <a:miter/>
            </a:ln>
          </p:spPr>
          <p:txBody>
            <a:bodyPr rtlCol="0" anchor="ctr"/>
            <a:lstStyle/>
            <a:p>
              <a:endParaRPr lang="fr-FR"/>
            </a:p>
          </p:txBody>
        </p:sp>
        <p:sp>
          <p:nvSpPr>
            <p:cNvPr id="177" name="Forme libre : forme 176">
              <a:extLst>
                <a:ext uri="{FF2B5EF4-FFF2-40B4-BE49-F238E27FC236}">
                  <a16:creationId xmlns:a16="http://schemas.microsoft.com/office/drawing/2014/main" id="{8B4077CA-ADE5-D79E-A5A4-95AB41BEF9AF}"/>
                </a:ext>
              </a:extLst>
            </p:cNvPr>
            <p:cNvSpPr/>
            <p:nvPr/>
          </p:nvSpPr>
          <p:spPr>
            <a:xfrm>
              <a:off x="1749080" y="5030339"/>
              <a:ext cx="1990" cy="1224"/>
            </a:xfrm>
            <a:custGeom>
              <a:avLst/>
              <a:gdLst>
                <a:gd name="connsiteX0" fmla="*/ 1256 w 1990"/>
                <a:gd name="connsiteY0" fmla="*/ 867 h 1224"/>
                <a:gd name="connsiteX1" fmla="*/ 1409 w 1990"/>
                <a:gd name="connsiteY1" fmla="*/ 714 h 1224"/>
                <a:gd name="connsiteX2" fmla="*/ 1715 w 1990"/>
                <a:gd name="connsiteY2" fmla="*/ 561 h 1224"/>
                <a:gd name="connsiteX3" fmla="*/ 2022 w 1990"/>
                <a:gd name="connsiteY3" fmla="*/ 714 h 1224"/>
                <a:gd name="connsiteX4" fmla="*/ 2175 w 1990"/>
                <a:gd name="connsiteY4" fmla="*/ 1020 h 1224"/>
                <a:gd name="connsiteX5" fmla="*/ 2175 w 1990"/>
                <a:gd name="connsiteY5" fmla="*/ 1786 h 1224"/>
                <a:gd name="connsiteX6" fmla="*/ 1715 w 1990"/>
                <a:gd name="connsiteY6" fmla="*/ 1786 h 1224"/>
                <a:gd name="connsiteX7" fmla="*/ 1715 w 1990"/>
                <a:gd name="connsiteY7" fmla="*/ 1173 h 1224"/>
                <a:gd name="connsiteX8" fmla="*/ 1715 w 1990"/>
                <a:gd name="connsiteY8" fmla="*/ 1020 h 1224"/>
                <a:gd name="connsiteX9" fmla="*/ 1562 w 1990"/>
                <a:gd name="connsiteY9" fmla="*/ 867 h 1224"/>
                <a:gd name="connsiteX10" fmla="*/ 1409 w 1990"/>
                <a:gd name="connsiteY10" fmla="*/ 1020 h 1224"/>
                <a:gd name="connsiteX11" fmla="*/ 1409 w 1990"/>
                <a:gd name="connsiteY11" fmla="*/ 1173 h 1224"/>
                <a:gd name="connsiteX12" fmla="*/ 1409 w 1990"/>
                <a:gd name="connsiteY12" fmla="*/ 1786 h 1224"/>
                <a:gd name="connsiteX13" fmla="*/ 950 w 1990"/>
                <a:gd name="connsiteY13" fmla="*/ 1786 h 1224"/>
                <a:gd name="connsiteX14" fmla="*/ 950 w 1990"/>
                <a:gd name="connsiteY14" fmla="*/ 1173 h 1224"/>
                <a:gd name="connsiteX15" fmla="*/ 950 w 1990"/>
                <a:gd name="connsiteY15" fmla="*/ 1020 h 1224"/>
                <a:gd name="connsiteX16" fmla="*/ 797 w 1990"/>
                <a:gd name="connsiteY16" fmla="*/ 867 h 1224"/>
                <a:gd name="connsiteX17" fmla="*/ 644 w 1990"/>
                <a:gd name="connsiteY17" fmla="*/ 1020 h 1224"/>
                <a:gd name="connsiteX18" fmla="*/ 644 w 1990"/>
                <a:gd name="connsiteY18" fmla="*/ 1173 h 1224"/>
                <a:gd name="connsiteX19" fmla="*/ 644 w 1990"/>
                <a:gd name="connsiteY19" fmla="*/ 1786 h 1224"/>
                <a:gd name="connsiteX20" fmla="*/ 185 w 1990"/>
                <a:gd name="connsiteY20" fmla="*/ 1786 h 1224"/>
                <a:gd name="connsiteX21" fmla="*/ 185 w 1990"/>
                <a:gd name="connsiteY21" fmla="*/ 561 h 1224"/>
                <a:gd name="connsiteX22" fmla="*/ 644 w 1990"/>
                <a:gd name="connsiteY22" fmla="*/ 561 h 1224"/>
                <a:gd name="connsiteX23" fmla="*/ 644 w 1990"/>
                <a:gd name="connsiteY23" fmla="*/ 714 h 1224"/>
                <a:gd name="connsiteX24" fmla="*/ 950 w 1990"/>
                <a:gd name="connsiteY24" fmla="*/ 561 h 1224"/>
                <a:gd name="connsiteX25" fmla="*/ 1103 w 1990"/>
                <a:gd name="connsiteY25" fmla="*/ 714 h 1224"/>
                <a:gd name="connsiteX26" fmla="*/ 1256 w 1990"/>
                <a:gd name="connsiteY26" fmla="*/ 867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990" h="1224">
                  <a:moveTo>
                    <a:pt x="1256" y="867"/>
                  </a:moveTo>
                  <a:lnTo>
                    <a:pt x="1409" y="714"/>
                  </a:lnTo>
                  <a:cubicBezTo>
                    <a:pt x="1486" y="637"/>
                    <a:pt x="1601" y="561"/>
                    <a:pt x="1715" y="561"/>
                  </a:cubicBezTo>
                  <a:cubicBezTo>
                    <a:pt x="1792" y="561"/>
                    <a:pt x="1907" y="637"/>
                    <a:pt x="2022" y="714"/>
                  </a:cubicBezTo>
                  <a:cubicBezTo>
                    <a:pt x="2098" y="829"/>
                    <a:pt x="2175" y="944"/>
                    <a:pt x="2175" y="1020"/>
                  </a:cubicBezTo>
                  <a:lnTo>
                    <a:pt x="2175" y="1786"/>
                  </a:lnTo>
                  <a:lnTo>
                    <a:pt x="1715" y="1786"/>
                  </a:lnTo>
                  <a:lnTo>
                    <a:pt x="1715" y="1173"/>
                  </a:lnTo>
                  <a:lnTo>
                    <a:pt x="1715" y="1020"/>
                  </a:lnTo>
                  <a:cubicBezTo>
                    <a:pt x="1715" y="944"/>
                    <a:pt x="1639" y="867"/>
                    <a:pt x="1562" y="867"/>
                  </a:cubicBezTo>
                  <a:cubicBezTo>
                    <a:pt x="1447" y="867"/>
                    <a:pt x="1409" y="944"/>
                    <a:pt x="1409" y="1020"/>
                  </a:cubicBezTo>
                  <a:lnTo>
                    <a:pt x="1409" y="1173"/>
                  </a:lnTo>
                  <a:lnTo>
                    <a:pt x="1409" y="1786"/>
                  </a:lnTo>
                  <a:lnTo>
                    <a:pt x="950" y="1786"/>
                  </a:lnTo>
                  <a:lnTo>
                    <a:pt x="950" y="1173"/>
                  </a:lnTo>
                  <a:lnTo>
                    <a:pt x="950" y="1020"/>
                  </a:lnTo>
                  <a:cubicBezTo>
                    <a:pt x="950" y="944"/>
                    <a:pt x="873" y="867"/>
                    <a:pt x="797" y="867"/>
                  </a:cubicBezTo>
                  <a:cubicBezTo>
                    <a:pt x="682" y="867"/>
                    <a:pt x="644" y="944"/>
                    <a:pt x="644" y="1020"/>
                  </a:cubicBezTo>
                  <a:lnTo>
                    <a:pt x="644" y="1173"/>
                  </a:lnTo>
                  <a:lnTo>
                    <a:pt x="644" y="1786"/>
                  </a:lnTo>
                  <a:lnTo>
                    <a:pt x="185" y="1786"/>
                  </a:lnTo>
                  <a:lnTo>
                    <a:pt x="185" y="561"/>
                  </a:lnTo>
                  <a:lnTo>
                    <a:pt x="644" y="561"/>
                  </a:lnTo>
                  <a:lnTo>
                    <a:pt x="644" y="714"/>
                  </a:lnTo>
                  <a:cubicBezTo>
                    <a:pt x="720" y="637"/>
                    <a:pt x="835" y="561"/>
                    <a:pt x="950" y="561"/>
                  </a:cubicBezTo>
                  <a:cubicBezTo>
                    <a:pt x="1026" y="561"/>
                    <a:pt x="1103" y="637"/>
                    <a:pt x="1103" y="714"/>
                  </a:cubicBezTo>
                  <a:cubicBezTo>
                    <a:pt x="1180" y="714"/>
                    <a:pt x="1256" y="791"/>
                    <a:pt x="1256" y="867"/>
                  </a:cubicBezTo>
                  <a:close/>
                </a:path>
              </a:pathLst>
            </a:custGeom>
            <a:grpFill/>
            <a:ln w="9797" cap="flat">
              <a:noFill/>
              <a:prstDash val="solid"/>
              <a:miter/>
            </a:ln>
          </p:spPr>
          <p:txBody>
            <a:bodyPr rtlCol="0" anchor="ctr"/>
            <a:lstStyle/>
            <a:p>
              <a:endParaRPr lang="fr-FR"/>
            </a:p>
          </p:txBody>
        </p:sp>
        <p:sp>
          <p:nvSpPr>
            <p:cNvPr id="178" name="Forme libre : forme 177">
              <a:extLst>
                <a:ext uri="{FF2B5EF4-FFF2-40B4-BE49-F238E27FC236}">
                  <a16:creationId xmlns:a16="http://schemas.microsoft.com/office/drawing/2014/main" id="{AD72003E-19CA-F5F4-3C8E-38927511B582}"/>
                </a:ext>
              </a:extLst>
            </p:cNvPr>
            <p:cNvSpPr/>
            <p:nvPr/>
          </p:nvSpPr>
          <p:spPr>
            <a:xfrm>
              <a:off x="1751945" y="5030033"/>
              <a:ext cx="918" cy="1530"/>
            </a:xfrm>
            <a:custGeom>
              <a:avLst/>
              <a:gdLst>
                <a:gd name="connsiteX0" fmla="*/ 797 w 918"/>
                <a:gd name="connsiteY0" fmla="*/ 561 h 1530"/>
                <a:gd name="connsiteX1" fmla="*/ 797 w 918"/>
                <a:gd name="connsiteY1" fmla="*/ 867 h 1530"/>
                <a:gd name="connsiteX2" fmla="*/ 1103 w 918"/>
                <a:gd name="connsiteY2" fmla="*/ 867 h 1530"/>
                <a:gd name="connsiteX3" fmla="*/ 1103 w 918"/>
                <a:gd name="connsiteY3" fmla="*/ 1173 h 1530"/>
                <a:gd name="connsiteX4" fmla="*/ 797 w 918"/>
                <a:gd name="connsiteY4" fmla="*/ 1173 h 1530"/>
                <a:gd name="connsiteX5" fmla="*/ 797 w 918"/>
                <a:gd name="connsiteY5" fmla="*/ 1632 h 1530"/>
                <a:gd name="connsiteX6" fmla="*/ 797 w 918"/>
                <a:gd name="connsiteY6" fmla="*/ 1786 h 1530"/>
                <a:gd name="connsiteX7" fmla="*/ 950 w 918"/>
                <a:gd name="connsiteY7" fmla="*/ 1786 h 1530"/>
                <a:gd name="connsiteX8" fmla="*/ 1103 w 918"/>
                <a:gd name="connsiteY8" fmla="*/ 1786 h 1530"/>
                <a:gd name="connsiteX9" fmla="*/ 1103 w 918"/>
                <a:gd name="connsiteY9" fmla="*/ 2092 h 1530"/>
                <a:gd name="connsiteX10" fmla="*/ 797 w 918"/>
                <a:gd name="connsiteY10" fmla="*/ 2092 h 1530"/>
                <a:gd name="connsiteX11" fmla="*/ 491 w 918"/>
                <a:gd name="connsiteY11" fmla="*/ 2092 h 1530"/>
                <a:gd name="connsiteX12" fmla="*/ 338 w 918"/>
                <a:gd name="connsiteY12" fmla="*/ 1632 h 1530"/>
                <a:gd name="connsiteX13" fmla="*/ 338 w 918"/>
                <a:gd name="connsiteY13" fmla="*/ 1173 h 1530"/>
                <a:gd name="connsiteX14" fmla="*/ 185 w 918"/>
                <a:gd name="connsiteY14" fmla="*/ 1173 h 1530"/>
                <a:gd name="connsiteX15" fmla="*/ 185 w 918"/>
                <a:gd name="connsiteY15" fmla="*/ 867 h 1530"/>
                <a:gd name="connsiteX16" fmla="*/ 338 w 918"/>
                <a:gd name="connsiteY16" fmla="*/ 867 h 1530"/>
                <a:gd name="connsiteX17" fmla="*/ 338 w 918"/>
                <a:gd name="connsiteY17" fmla="*/ 561 h 1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8" h="1530">
                  <a:moveTo>
                    <a:pt x="797" y="561"/>
                  </a:moveTo>
                  <a:lnTo>
                    <a:pt x="797" y="867"/>
                  </a:lnTo>
                  <a:lnTo>
                    <a:pt x="1103" y="867"/>
                  </a:lnTo>
                  <a:lnTo>
                    <a:pt x="1103" y="1173"/>
                  </a:lnTo>
                  <a:lnTo>
                    <a:pt x="797" y="1173"/>
                  </a:lnTo>
                  <a:lnTo>
                    <a:pt x="797" y="1632"/>
                  </a:lnTo>
                  <a:lnTo>
                    <a:pt x="797" y="1786"/>
                  </a:lnTo>
                  <a:lnTo>
                    <a:pt x="950" y="1786"/>
                  </a:lnTo>
                  <a:lnTo>
                    <a:pt x="1103" y="1786"/>
                  </a:lnTo>
                  <a:lnTo>
                    <a:pt x="1103" y="2092"/>
                  </a:lnTo>
                  <a:lnTo>
                    <a:pt x="797" y="2092"/>
                  </a:lnTo>
                  <a:lnTo>
                    <a:pt x="491" y="2092"/>
                  </a:lnTo>
                  <a:cubicBezTo>
                    <a:pt x="376" y="2015"/>
                    <a:pt x="338" y="1862"/>
                    <a:pt x="338" y="1632"/>
                  </a:cubicBezTo>
                  <a:lnTo>
                    <a:pt x="338" y="1173"/>
                  </a:lnTo>
                  <a:lnTo>
                    <a:pt x="185" y="1173"/>
                  </a:lnTo>
                  <a:lnTo>
                    <a:pt x="185" y="867"/>
                  </a:lnTo>
                  <a:lnTo>
                    <a:pt x="338" y="867"/>
                  </a:lnTo>
                  <a:lnTo>
                    <a:pt x="338" y="561"/>
                  </a:lnTo>
                  <a:close/>
                </a:path>
              </a:pathLst>
            </a:custGeom>
            <a:grpFill/>
            <a:ln w="9797" cap="flat">
              <a:noFill/>
              <a:prstDash val="solid"/>
              <a:miter/>
            </a:ln>
          </p:spPr>
          <p:txBody>
            <a:bodyPr rtlCol="0" anchor="ctr"/>
            <a:lstStyle/>
            <a:p>
              <a:endParaRPr lang="fr-FR"/>
            </a:p>
          </p:txBody>
        </p:sp>
        <p:sp>
          <p:nvSpPr>
            <p:cNvPr id="179" name="Forme libre : forme 178">
              <a:extLst>
                <a:ext uri="{FF2B5EF4-FFF2-40B4-BE49-F238E27FC236}">
                  <a16:creationId xmlns:a16="http://schemas.microsoft.com/office/drawing/2014/main" id="{5EC80F41-0463-C27A-667C-5274B11ABA87}"/>
                </a:ext>
              </a:extLst>
            </p:cNvPr>
            <p:cNvSpPr/>
            <p:nvPr/>
          </p:nvSpPr>
          <p:spPr>
            <a:xfrm>
              <a:off x="1753136" y="5029879"/>
              <a:ext cx="1224" cy="1683"/>
            </a:xfrm>
            <a:custGeom>
              <a:avLst/>
              <a:gdLst>
                <a:gd name="connsiteX0" fmla="*/ 1410 w 1224"/>
                <a:gd name="connsiteY0" fmla="*/ 1479 h 1683"/>
                <a:gd name="connsiteX1" fmla="*/ 1410 w 1224"/>
                <a:gd name="connsiteY1" fmla="*/ 2245 h 1683"/>
                <a:gd name="connsiteX2" fmla="*/ 950 w 1224"/>
                <a:gd name="connsiteY2" fmla="*/ 2245 h 1683"/>
                <a:gd name="connsiteX3" fmla="*/ 950 w 1224"/>
                <a:gd name="connsiteY3" fmla="*/ 1632 h 1683"/>
                <a:gd name="connsiteX4" fmla="*/ 950 w 1224"/>
                <a:gd name="connsiteY4" fmla="*/ 1479 h 1683"/>
                <a:gd name="connsiteX5" fmla="*/ 950 w 1224"/>
                <a:gd name="connsiteY5" fmla="*/ 1326 h 1683"/>
                <a:gd name="connsiteX6" fmla="*/ 797 w 1224"/>
                <a:gd name="connsiteY6" fmla="*/ 1326 h 1683"/>
                <a:gd name="connsiteX7" fmla="*/ 644 w 1224"/>
                <a:gd name="connsiteY7" fmla="*/ 1479 h 1683"/>
                <a:gd name="connsiteX8" fmla="*/ 644 w 1224"/>
                <a:gd name="connsiteY8" fmla="*/ 1632 h 1683"/>
                <a:gd name="connsiteX9" fmla="*/ 644 w 1224"/>
                <a:gd name="connsiteY9" fmla="*/ 2245 h 1683"/>
                <a:gd name="connsiteX10" fmla="*/ 185 w 1224"/>
                <a:gd name="connsiteY10" fmla="*/ 2245 h 1683"/>
                <a:gd name="connsiteX11" fmla="*/ 185 w 1224"/>
                <a:gd name="connsiteY11" fmla="*/ 561 h 1683"/>
                <a:gd name="connsiteX12" fmla="*/ 644 w 1224"/>
                <a:gd name="connsiteY12" fmla="*/ 561 h 1683"/>
                <a:gd name="connsiteX13" fmla="*/ 644 w 1224"/>
                <a:gd name="connsiteY13" fmla="*/ 1173 h 1683"/>
                <a:gd name="connsiteX14" fmla="*/ 797 w 1224"/>
                <a:gd name="connsiteY14" fmla="*/ 1173 h 1683"/>
                <a:gd name="connsiteX15" fmla="*/ 950 w 1224"/>
                <a:gd name="connsiteY15" fmla="*/ 1020 h 1683"/>
                <a:gd name="connsiteX16" fmla="*/ 1257 w 1224"/>
                <a:gd name="connsiteY16" fmla="*/ 1173 h 1683"/>
                <a:gd name="connsiteX17" fmla="*/ 1410 w 1224"/>
                <a:gd name="connsiteY17" fmla="*/ 1479 h 1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 h="1683">
                  <a:moveTo>
                    <a:pt x="1410" y="1479"/>
                  </a:moveTo>
                  <a:lnTo>
                    <a:pt x="1410" y="2245"/>
                  </a:lnTo>
                  <a:lnTo>
                    <a:pt x="950" y="2245"/>
                  </a:lnTo>
                  <a:lnTo>
                    <a:pt x="950" y="1632"/>
                  </a:lnTo>
                  <a:lnTo>
                    <a:pt x="950" y="1479"/>
                  </a:lnTo>
                  <a:lnTo>
                    <a:pt x="950" y="1326"/>
                  </a:lnTo>
                  <a:lnTo>
                    <a:pt x="797" y="1326"/>
                  </a:lnTo>
                  <a:lnTo>
                    <a:pt x="644" y="1479"/>
                  </a:lnTo>
                  <a:lnTo>
                    <a:pt x="644" y="1632"/>
                  </a:lnTo>
                  <a:lnTo>
                    <a:pt x="644" y="2245"/>
                  </a:lnTo>
                  <a:lnTo>
                    <a:pt x="185" y="2245"/>
                  </a:lnTo>
                  <a:lnTo>
                    <a:pt x="185" y="561"/>
                  </a:lnTo>
                  <a:lnTo>
                    <a:pt x="644" y="561"/>
                  </a:lnTo>
                  <a:lnTo>
                    <a:pt x="644" y="1173"/>
                  </a:lnTo>
                  <a:lnTo>
                    <a:pt x="797" y="1173"/>
                  </a:lnTo>
                  <a:cubicBezTo>
                    <a:pt x="874" y="1097"/>
                    <a:pt x="950" y="1020"/>
                    <a:pt x="950" y="1020"/>
                  </a:cubicBezTo>
                  <a:cubicBezTo>
                    <a:pt x="1142" y="1020"/>
                    <a:pt x="1257" y="1097"/>
                    <a:pt x="1257" y="1173"/>
                  </a:cubicBezTo>
                  <a:cubicBezTo>
                    <a:pt x="1333" y="1288"/>
                    <a:pt x="1410" y="1403"/>
                    <a:pt x="1410" y="1479"/>
                  </a:cubicBezTo>
                  <a:close/>
                </a:path>
              </a:pathLst>
            </a:custGeom>
            <a:grpFill/>
            <a:ln w="9797" cap="flat">
              <a:noFill/>
              <a:prstDash val="solid"/>
              <a:miter/>
            </a:ln>
          </p:spPr>
          <p:txBody>
            <a:bodyPr rtlCol="0" anchor="ctr"/>
            <a:lstStyle/>
            <a:p>
              <a:endParaRPr lang="fr-FR"/>
            </a:p>
          </p:txBody>
        </p:sp>
        <p:sp>
          <p:nvSpPr>
            <p:cNvPr id="180" name="Forme libre : forme 179">
              <a:extLst>
                <a:ext uri="{FF2B5EF4-FFF2-40B4-BE49-F238E27FC236}">
                  <a16:creationId xmlns:a16="http://schemas.microsoft.com/office/drawing/2014/main" id="{A5DA279A-2FFD-DB87-EAC8-E6FFA60C83EE}"/>
                </a:ext>
              </a:extLst>
            </p:cNvPr>
            <p:cNvSpPr/>
            <p:nvPr/>
          </p:nvSpPr>
          <p:spPr>
            <a:xfrm>
              <a:off x="1754665" y="5030339"/>
              <a:ext cx="1224" cy="1224"/>
            </a:xfrm>
            <a:custGeom>
              <a:avLst/>
              <a:gdLst>
                <a:gd name="connsiteX0" fmla="*/ 1410 w 1224"/>
                <a:gd name="connsiteY0" fmla="*/ 1173 h 1224"/>
                <a:gd name="connsiteX1" fmla="*/ 1410 w 1224"/>
                <a:gd name="connsiteY1" fmla="*/ 1326 h 1224"/>
                <a:gd name="connsiteX2" fmla="*/ 491 w 1224"/>
                <a:gd name="connsiteY2" fmla="*/ 1326 h 1224"/>
                <a:gd name="connsiteX3" fmla="*/ 491 w 1224"/>
                <a:gd name="connsiteY3" fmla="*/ 1479 h 1224"/>
                <a:gd name="connsiteX4" fmla="*/ 797 w 1224"/>
                <a:gd name="connsiteY4" fmla="*/ 1479 h 1224"/>
                <a:gd name="connsiteX5" fmla="*/ 1104 w 1224"/>
                <a:gd name="connsiteY5" fmla="*/ 1479 h 1224"/>
                <a:gd name="connsiteX6" fmla="*/ 1410 w 1224"/>
                <a:gd name="connsiteY6" fmla="*/ 1479 h 1224"/>
                <a:gd name="connsiteX7" fmla="*/ 1410 w 1224"/>
                <a:gd name="connsiteY7" fmla="*/ 1786 h 1224"/>
                <a:gd name="connsiteX8" fmla="*/ 1104 w 1224"/>
                <a:gd name="connsiteY8" fmla="*/ 1786 h 1224"/>
                <a:gd name="connsiteX9" fmla="*/ 797 w 1224"/>
                <a:gd name="connsiteY9" fmla="*/ 1786 h 1224"/>
                <a:gd name="connsiteX10" fmla="*/ 338 w 1224"/>
                <a:gd name="connsiteY10" fmla="*/ 1632 h 1224"/>
                <a:gd name="connsiteX11" fmla="*/ 185 w 1224"/>
                <a:gd name="connsiteY11" fmla="*/ 1173 h 1224"/>
                <a:gd name="connsiteX12" fmla="*/ 338 w 1224"/>
                <a:gd name="connsiteY12" fmla="*/ 714 h 1224"/>
                <a:gd name="connsiteX13" fmla="*/ 797 w 1224"/>
                <a:gd name="connsiteY13" fmla="*/ 561 h 1224"/>
                <a:gd name="connsiteX14" fmla="*/ 1257 w 1224"/>
                <a:gd name="connsiteY14" fmla="*/ 714 h 1224"/>
                <a:gd name="connsiteX15" fmla="*/ 1410 w 1224"/>
                <a:gd name="connsiteY15" fmla="*/ 1173 h 1224"/>
                <a:gd name="connsiteX16" fmla="*/ 951 w 1224"/>
                <a:gd name="connsiteY16" fmla="*/ 1020 h 1224"/>
                <a:gd name="connsiteX17" fmla="*/ 951 w 1224"/>
                <a:gd name="connsiteY17" fmla="*/ 867 h 1224"/>
                <a:gd name="connsiteX18" fmla="*/ 797 w 1224"/>
                <a:gd name="connsiteY18" fmla="*/ 867 h 1224"/>
                <a:gd name="connsiteX19" fmla="*/ 491 w 1224"/>
                <a:gd name="connsiteY19" fmla="*/ 867 h 1224"/>
                <a:gd name="connsiteX20" fmla="*/ 491 w 1224"/>
                <a:gd name="connsiteY20" fmla="*/ 1020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24" h="1224">
                  <a:moveTo>
                    <a:pt x="1410" y="1173"/>
                  </a:moveTo>
                  <a:lnTo>
                    <a:pt x="1410" y="1326"/>
                  </a:lnTo>
                  <a:lnTo>
                    <a:pt x="491" y="1326"/>
                  </a:lnTo>
                  <a:lnTo>
                    <a:pt x="491" y="1479"/>
                  </a:lnTo>
                  <a:lnTo>
                    <a:pt x="797" y="1479"/>
                  </a:lnTo>
                  <a:lnTo>
                    <a:pt x="1104" y="1479"/>
                  </a:lnTo>
                  <a:lnTo>
                    <a:pt x="1410" y="1479"/>
                  </a:lnTo>
                  <a:lnTo>
                    <a:pt x="1410" y="1786"/>
                  </a:lnTo>
                  <a:lnTo>
                    <a:pt x="1104" y="1786"/>
                  </a:lnTo>
                  <a:lnTo>
                    <a:pt x="797" y="1786"/>
                  </a:lnTo>
                  <a:cubicBezTo>
                    <a:pt x="568" y="1786"/>
                    <a:pt x="415" y="1747"/>
                    <a:pt x="338" y="1632"/>
                  </a:cubicBezTo>
                  <a:cubicBezTo>
                    <a:pt x="223" y="1556"/>
                    <a:pt x="185" y="1403"/>
                    <a:pt x="185" y="1173"/>
                  </a:cubicBezTo>
                  <a:cubicBezTo>
                    <a:pt x="185" y="982"/>
                    <a:pt x="223" y="829"/>
                    <a:pt x="338" y="714"/>
                  </a:cubicBezTo>
                  <a:cubicBezTo>
                    <a:pt x="415" y="637"/>
                    <a:pt x="568" y="561"/>
                    <a:pt x="797" y="561"/>
                  </a:cubicBezTo>
                  <a:cubicBezTo>
                    <a:pt x="989" y="561"/>
                    <a:pt x="1142" y="637"/>
                    <a:pt x="1257" y="714"/>
                  </a:cubicBezTo>
                  <a:cubicBezTo>
                    <a:pt x="1333" y="829"/>
                    <a:pt x="1410" y="982"/>
                    <a:pt x="1410" y="1173"/>
                  </a:cubicBezTo>
                  <a:close/>
                  <a:moveTo>
                    <a:pt x="951" y="1020"/>
                  </a:moveTo>
                  <a:lnTo>
                    <a:pt x="951" y="867"/>
                  </a:lnTo>
                  <a:lnTo>
                    <a:pt x="797" y="867"/>
                  </a:lnTo>
                  <a:lnTo>
                    <a:pt x="491" y="867"/>
                  </a:lnTo>
                  <a:lnTo>
                    <a:pt x="491" y="1020"/>
                  </a:lnTo>
                  <a:close/>
                </a:path>
              </a:pathLst>
            </a:custGeom>
            <a:grpFill/>
            <a:ln w="9797" cap="flat">
              <a:noFill/>
              <a:prstDash val="solid"/>
              <a:miter/>
            </a:ln>
          </p:spPr>
          <p:txBody>
            <a:bodyPr rtlCol="0" anchor="ctr"/>
            <a:lstStyle/>
            <a:p>
              <a:endParaRPr lang="fr-FR"/>
            </a:p>
          </p:txBody>
        </p:sp>
        <p:sp>
          <p:nvSpPr>
            <p:cNvPr id="181" name="Forme libre : forme 180">
              <a:extLst>
                <a:ext uri="{FF2B5EF4-FFF2-40B4-BE49-F238E27FC236}">
                  <a16:creationId xmlns:a16="http://schemas.microsoft.com/office/drawing/2014/main" id="{9CDFA53B-D355-361C-8AD6-27838DD73E8F}"/>
                </a:ext>
              </a:extLst>
            </p:cNvPr>
            <p:cNvSpPr/>
            <p:nvPr/>
          </p:nvSpPr>
          <p:spPr>
            <a:xfrm>
              <a:off x="1756889" y="5030033"/>
              <a:ext cx="1530" cy="1530"/>
            </a:xfrm>
            <a:custGeom>
              <a:avLst/>
              <a:gdLst>
                <a:gd name="connsiteX0" fmla="*/ 185 w 1530"/>
                <a:gd name="connsiteY0" fmla="*/ 561 h 1530"/>
                <a:gd name="connsiteX1" fmla="*/ 645 w 1530"/>
                <a:gd name="connsiteY1" fmla="*/ 561 h 1530"/>
                <a:gd name="connsiteX2" fmla="*/ 1257 w 1530"/>
                <a:gd name="connsiteY2" fmla="*/ 1632 h 1530"/>
                <a:gd name="connsiteX3" fmla="*/ 1257 w 1530"/>
                <a:gd name="connsiteY3" fmla="*/ 561 h 1530"/>
                <a:gd name="connsiteX4" fmla="*/ 1716 w 1530"/>
                <a:gd name="connsiteY4" fmla="*/ 561 h 1530"/>
                <a:gd name="connsiteX5" fmla="*/ 1716 w 1530"/>
                <a:gd name="connsiteY5" fmla="*/ 2092 h 1530"/>
                <a:gd name="connsiteX6" fmla="*/ 1257 w 1530"/>
                <a:gd name="connsiteY6" fmla="*/ 2092 h 1530"/>
                <a:gd name="connsiteX7" fmla="*/ 645 w 1530"/>
                <a:gd name="connsiteY7" fmla="*/ 1020 h 1530"/>
                <a:gd name="connsiteX8" fmla="*/ 645 w 1530"/>
                <a:gd name="connsiteY8" fmla="*/ 2092 h 1530"/>
                <a:gd name="connsiteX9" fmla="*/ 185 w 1530"/>
                <a:gd name="connsiteY9" fmla="*/ 2092 h 1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30" h="1530">
                  <a:moveTo>
                    <a:pt x="185" y="561"/>
                  </a:moveTo>
                  <a:lnTo>
                    <a:pt x="645" y="561"/>
                  </a:lnTo>
                  <a:lnTo>
                    <a:pt x="1257" y="1632"/>
                  </a:lnTo>
                  <a:lnTo>
                    <a:pt x="1257" y="561"/>
                  </a:lnTo>
                  <a:lnTo>
                    <a:pt x="1716" y="561"/>
                  </a:lnTo>
                  <a:lnTo>
                    <a:pt x="1716" y="2092"/>
                  </a:lnTo>
                  <a:lnTo>
                    <a:pt x="1257" y="2092"/>
                  </a:lnTo>
                  <a:lnTo>
                    <a:pt x="645" y="1020"/>
                  </a:lnTo>
                  <a:lnTo>
                    <a:pt x="645" y="2092"/>
                  </a:lnTo>
                  <a:lnTo>
                    <a:pt x="185" y="2092"/>
                  </a:lnTo>
                  <a:close/>
                </a:path>
              </a:pathLst>
            </a:custGeom>
            <a:grpFill/>
            <a:ln w="9797" cap="flat">
              <a:noFill/>
              <a:prstDash val="solid"/>
              <a:miter/>
            </a:ln>
          </p:spPr>
          <p:txBody>
            <a:bodyPr rtlCol="0" anchor="ctr"/>
            <a:lstStyle/>
            <a:p>
              <a:endParaRPr lang="fr-FR"/>
            </a:p>
          </p:txBody>
        </p:sp>
        <p:sp>
          <p:nvSpPr>
            <p:cNvPr id="182" name="Forme libre : forme 181">
              <a:extLst>
                <a:ext uri="{FF2B5EF4-FFF2-40B4-BE49-F238E27FC236}">
                  <a16:creationId xmlns:a16="http://schemas.microsoft.com/office/drawing/2014/main" id="{C49A3DD6-6DB7-B6E0-3EF5-9FEE8E3ABF5A}"/>
                </a:ext>
              </a:extLst>
            </p:cNvPr>
            <p:cNvSpPr/>
            <p:nvPr/>
          </p:nvSpPr>
          <p:spPr>
            <a:xfrm>
              <a:off x="1758681" y="5030339"/>
              <a:ext cx="1224" cy="1224"/>
            </a:xfrm>
            <a:custGeom>
              <a:avLst/>
              <a:gdLst>
                <a:gd name="connsiteX0" fmla="*/ 798 w 1224"/>
                <a:gd name="connsiteY0" fmla="*/ 867 h 1224"/>
                <a:gd name="connsiteX1" fmla="*/ 492 w 1224"/>
                <a:gd name="connsiteY1" fmla="*/ 1020 h 1224"/>
                <a:gd name="connsiteX2" fmla="*/ 492 w 1224"/>
                <a:gd name="connsiteY2" fmla="*/ 1173 h 1224"/>
                <a:gd name="connsiteX3" fmla="*/ 492 w 1224"/>
                <a:gd name="connsiteY3" fmla="*/ 1479 h 1224"/>
                <a:gd name="connsiteX4" fmla="*/ 798 w 1224"/>
                <a:gd name="connsiteY4" fmla="*/ 1479 h 1224"/>
                <a:gd name="connsiteX5" fmla="*/ 951 w 1224"/>
                <a:gd name="connsiteY5" fmla="*/ 1479 h 1224"/>
                <a:gd name="connsiteX6" fmla="*/ 1104 w 1224"/>
                <a:gd name="connsiteY6" fmla="*/ 1173 h 1224"/>
                <a:gd name="connsiteX7" fmla="*/ 951 w 1224"/>
                <a:gd name="connsiteY7" fmla="*/ 1020 h 1224"/>
                <a:gd name="connsiteX8" fmla="*/ 798 w 1224"/>
                <a:gd name="connsiteY8" fmla="*/ 867 h 1224"/>
                <a:gd name="connsiteX9" fmla="*/ 798 w 1224"/>
                <a:gd name="connsiteY9" fmla="*/ 561 h 1224"/>
                <a:gd name="connsiteX10" fmla="*/ 1257 w 1224"/>
                <a:gd name="connsiteY10" fmla="*/ 714 h 1224"/>
                <a:gd name="connsiteX11" fmla="*/ 1410 w 1224"/>
                <a:gd name="connsiteY11" fmla="*/ 1173 h 1224"/>
                <a:gd name="connsiteX12" fmla="*/ 1257 w 1224"/>
                <a:gd name="connsiteY12" fmla="*/ 1632 h 1224"/>
                <a:gd name="connsiteX13" fmla="*/ 798 w 1224"/>
                <a:gd name="connsiteY13" fmla="*/ 1786 h 1224"/>
                <a:gd name="connsiteX14" fmla="*/ 339 w 1224"/>
                <a:gd name="connsiteY14" fmla="*/ 1632 h 1224"/>
                <a:gd name="connsiteX15" fmla="*/ 186 w 1224"/>
                <a:gd name="connsiteY15" fmla="*/ 1173 h 1224"/>
                <a:gd name="connsiteX16" fmla="*/ 339 w 1224"/>
                <a:gd name="connsiteY16" fmla="*/ 714 h 1224"/>
                <a:gd name="connsiteX17" fmla="*/ 798 w 1224"/>
                <a:gd name="connsiteY17" fmla="*/ 561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 h="1224">
                  <a:moveTo>
                    <a:pt x="798" y="867"/>
                  </a:moveTo>
                  <a:cubicBezTo>
                    <a:pt x="683" y="867"/>
                    <a:pt x="568" y="944"/>
                    <a:pt x="492" y="1020"/>
                  </a:cubicBezTo>
                  <a:lnTo>
                    <a:pt x="492" y="1173"/>
                  </a:lnTo>
                  <a:lnTo>
                    <a:pt x="492" y="1479"/>
                  </a:lnTo>
                  <a:lnTo>
                    <a:pt x="798" y="1479"/>
                  </a:lnTo>
                  <a:lnTo>
                    <a:pt x="951" y="1479"/>
                  </a:lnTo>
                  <a:cubicBezTo>
                    <a:pt x="1027" y="1403"/>
                    <a:pt x="1104" y="1288"/>
                    <a:pt x="1104" y="1173"/>
                  </a:cubicBezTo>
                  <a:cubicBezTo>
                    <a:pt x="1104" y="1097"/>
                    <a:pt x="1027" y="1020"/>
                    <a:pt x="951" y="1020"/>
                  </a:cubicBezTo>
                  <a:cubicBezTo>
                    <a:pt x="951" y="944"/>
                    <a:pt x="874" y="867"/>
                    <a:pt x="798" y="867"/>
                  </a:cubicBezTo>
                  <a:close/>
                  <a:moveTo>
                    <a:pt x="798" y="561"/>
                  </a:moveTo>
                  <a:cubicBezTo>
                    <a:pt x="989" y="561"/>
                    <a:pt x="1142" y="637"/>
                    <a:pt x="1257" y="714"/>
                  </a:cubicBezTo>
                  <a:cubicBezTo>
                    <a:pt x="1334" y="829"/>
                    <a:pt x="1410" y="982"/>
                    <a:pt x="1410" y="1173"/>
                  </a:cubicBezTo>
                  <a:cubicBezTo>
                    <a:pt x="1410" y="1403"/>
                    <a:pt x="1334" y="1556"/>
                    <a:pt x="1257" y="1632"/>
                  </a:cubicBezTo>
                  <a:cubicBezTo>
                    <a:pt x="1142" y="1747"/>
                    <a:pt x="989" y="1786"/>
                    <a:pt x="798" y="1786"/>
                  </a:cubicBezTo>
                  <a:cubicBezTo>
                    <a:pt x="568" y="1786"/>
                    <a:pt x="415" y="1747"/>
                    <a:pt x="339" y="1632"/>
                  </a:cubicBezTo>
                  <a:cubicBezTo>
                    <a:pt x="224" y="1556"/>
                    <a:pt x="186" y="1403"/>
                    <a:pt x="186" y="1173"/>
                  </a:cubicBezTo>
                  <a:cubicBezTo>
                    <a:pt x="186" y="982"/>
                    <a:pt x="224" y="829"/>
                    <a:pt x="339" y="714"/>
                  </a:cubicBezTo>
                  <a:cubicBezTo>
                    <a:pt x="415" y="637"/>
                    <a:pt x="568" y="561"/>
                    <a:pt x="798" y="561"/>
                  </a:cubicBezTo>
                  <a:close/>
                </a:path>
              </a:pathLst>
            </a:custGeom>
            <a:grpFill/>
            <a:ln w="9797" cap="flat">
              <a:noFill/>
              <a:prstDash val="solid"/>
              <a:miter/>
            </a:ln>
          </p:spPr>
          <p:txBody>
            <a:bodyPr rtlCol="0" anchor="ctr"/>
            <a:lstStyle/>
            <a:p>
              <a:endParaRPr lang="fr-FR"/>
            </a:p>
          </p:txBody>
        </p:sp>
        <p:sp>
          <p:nvSpPr>
            <p:cNvPr id="183" name="Forme libre : forme 182">
              <a:extLst>
                <a:ext uri="{FF2B5EF4-FFF2-40B4-BE49-F238E27FC236}">
                  <a16:creationId xmlns:a16="http://schemas.microsoft.com/office/drawing/2014/main" id="{1CE7BE7B-0BD9-0FAF-0131-826E08646C69}"/>
                </a:ext>
              </a:extLst>
            </p:cNvPr>
            <p:cNvSpPr/>
            <p:nvPr/>
          </p:nvSpPr>
          <p:spPr>
            <a:xfrm>
              <a:off x="1760180" y="5030339"/>
              <a:ext cx="1224" cy="1224"/>
            </a:xfrm>
            <a:custGeom>
              <a:avLst/>
              <a:gdLst>
                <a:gd name="connsiteX0" fmla="*/ 186 w 1224"/>
                <a:gd name="connsiteY0" fmla="*/ 1326 h 1224"/>
                <a:gd name="connsiteX1" fmla="*/ 186 w 1224"/>
                <a:gd name="connsiteY1" fmla="*/ 561 h 1224"/>
                <a:gd name="connsiteX2" fmla="*/ 645 w 1224"/>
                <a:gd name="connsiteY2" fmla="*/ 561 h 1224"/>
                <a:gd name="connsiteX3" fmla="*/ 645 w 1224"/>
                <a:gd name="connsiteY3" fmla="*/ 714 h 1224"/>
                <a:gd name="connsiteX4" fmla="*/ 645 w 1224"/>
                <a:gd name="connsiteY4" fmla="*/ 1020 h 1224"/>
                <a:gd name="connsiteX5" fmla="*/ 645 w 1224"/>
                <a:gd name="connsiteY5" fmla="*/ 1173 h 1224"/>
                <a:gd name="connsiteX6" fmla="*/ 645 w 1224"/>
                <a:gd name="connsiteY6" fmla="*/ 1479 h 1224"/>
                <a:gd name="connsiteX7" fmla="*/ 798 w 1224"/>
                <a:gd name="connsiteY7" fmla="*/ 1479 h 1224"/>
                <a:gd name="connsiteX8" fmla="*/ 951 w 1224"/>
                <a:gd name="connsiteY8" fmla="*/ 1479 h 1224"/>
                <a:gd name="connsiteX9" fmla="*/ 951 w 1224"/>
                <a:gd name="connsiteY9" fmla="*/ 1173 h 1224"/>
                <a:gd name="connsiteX10" fmla="*/ 951 w 1224"/>
                <a:gd name="connsiteY10" fmla="*/ 561 h 1224"/>
                <a:gd name="connsiteX11" fmla="*/ 1410 w 1224"/>
                <a:gd name="connsiteY11" fmla="*/ 561 h 1224"/>
                <a:gd name="connsiteX12" fmla="*/ 1410 w 1224"/>
                <a:gd name="connsiteY12" fmla="*/ 1786 h 1224"/>
                <a:gd name="connsiteX13" fmla="*/ 951 w 1224"/>
                <a:gd name="connsiteY13" fmla="*/ 1786 h 1224"/>
                <a:gd name="connsiteX14" fmla="*/ 951 w 1224"/>
                <a:gd name="connsiteY14" fmla="*/ 1632 h 1224"/>
                <a:gd name="connsiteX15" fmla="*/ 798 w 1224"/>
                <a:gd name="connsiteY15" fmla="*/ 1786 h 1224"/>
                <a:gd name="connsiteX16" fmla="*/ 645 w 1224"/>
                <a:gd name="connsiteY16" fmla="*/ 1786 h 1224"/>
                <a:gd name="connsiteX17" fmla="*/ 186 w 1224"/>
                <a:gd name="connsiteY17" fmla="*/ 1632 h 1224"/>
                <a:gd name="connsiteX18" fmla="*/ 186 w 1224"/>
                <a:gd name="connsiteY18" fmla="*/ 1326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24" h="1224">
                  <a:moveTo>
                    <a:pt x="186" y="1326"/>
                  </a:moveTo>
                  <a:lnTo>
                    <a:pt x="186" y="561"/>
                  </a:lnTo>
                  <a:lnTo>
                    <a:pt x="645" y="561"/>
                  </a:lnTo>
                  <a:lnTo>
                    <a:pt x="645" y="714"/>
                  </a:lnTo>
                  <a:lnTo>
                    <a:pt x="645" y="1020"/>
                  </a:lnTo>
                  <a:lnTo>
                    <a:pt x="645" y="1173"/>
                  </a:lnTo>
                  <a:lnTo>
                    <a:pt x="645" y="1479"/>
                  </a:lnTo>
                  <a:lnTo>
                    <a:pt x="798" y="1479"/>
                  </a:lnTo>
                  <a:lnTo>
                    <a:pt x="951" y="1479"/>
                  </a:lnTo>
                  <a:lnTo>
                    <a:pt x="951" y="1173"/>
                  </a:lnTo>
                  <a:lnTo>
                    <a:pt x="951" y="561"/>
                  </a:lnTo>
                  <a:lnTo>
                    <a:pt x="1410" y="561"/>
                  </a:lnTo>
                  <a:lnTo>
                    <a:pt x="1410" y="1786"/>
                  </a:lnTo>
                  <a:lnTo>
                    <a:pt x="951" y="1786"/>
                  </a:lnTo>
                  <a:lnTo>
                    <a:pt x="951" y="1632"/>
                  </a:lnTo>
                  <a:cubicBezTo>
                    <a:pt x="951" y="1747"/>
                    <a:pt x="875" y="1786"/>
                    <a:pt x="798" y="1786"/>
                  </a:cubicBezTo>
                  <a:lnTo>
                    <a:pt x="645" y="1786"/>
                  </a:lnTo>
                  <a:cubicBezTo>
                    <a:pt x="415" y="1786"/>
                    <a:pt x="262" y="1747"/>
                    <a:pt x="186" y="1632"/>
                  </a:cubicBezTo>
                  <a:lnTo>
                    <a:pt x="186" y="1326"/>
                  </a:lnTo>
                  <a:close/>
                </a:path>
              </a:pathLst>
            </a:custGeom>
            <a:grpFill/>
            <a:ln w="9797" cap="flat">
              <a:noFill/>
              <a:prstDash val="solid"/>
              <a:miter/>
            </a:ln>
          </p:spPr>
          <p:txBody>
            <a:bodyPr rtlCol="0" anchor="ctr"/>
            <a:lstStyle/>
            <a:p>
              <a:endParaRPr lang="fr-FR"/>
            </a:p>
          </p:txBody>
        </p:sp>
        <p:sp>
          <p:nvSpPr>
            <p:cNvPr id="184" name="Forme libre : forme 183">
              <a:extLst>
                <a:ext uri="{FF2B5EF4-FFF2-40B4-BE49-F238E27FC236}">
                  <a16:creationId xmlns:a16="http://schemas.microsoft.com/office/drawing/2014/main" id="{C9D11FC1-68A1-0F18-651C-F04105F5484A}"/>
                </a:ext>
              </a:extLst>
            </p:cNvPr>
            <p:cNvSpPr/>
            <p:nvPr/>
          </p:nvSpPr>
          <p:spPr>
            <a:xfrm>
              <a:off x="1761748" y="5030339"/>
              <a:ext cx="1224" cy="1224"/>
            </a:xfrm>
            <a:custGeom>
              <a:avLst/>
              <a:gdLst>
                <a:gd name="connsiteX0" fmla="*/ 1410 w 1224"/>
                <a:gd name="connsiteY0" fmla="*/ 1020 h 1224"/>
                <a:gd name="connsiteX1" fmla="*/ 1410 w 1224"/>
                <a:gd name="connsiteY1" fmla="*/ 1786 h 1224"/>
                <a:gd name="connsiteX2" fmla="*/ 951 w 1224"/>
                <a:gd name="connsiteY2" fmla="*/ 1786 h 1224"/>
                <a:gd name="connsiteX3" fmla="*/ 951 w 1224"/>
                <a:gd name="connsiteY3" fmla="*/ 1173 h 1224"/>
                <a:gd name="connsiteX4" fmla="*/ 951 w 1224"/>
                <a:gd name="connsiteY4" fmla="*/ 1020 h 1224"/>
                <a:gd name="connsiteX5" fmla="*/ 951 w 1224"/>
                <a:gd name="connsiteY5" fmla="*/ 867 h 1224"/>
                <a:gd name="connsiteX6" fmla="*/ 798 w 1224"/>
                <a:gd name="connsiteY6" fmla="*/ 867 h 1224"/>
                <a:gd name="connsiteX7" fmla="*/ 645 w 1224"/>
                <a:gd name="connsiteY7" fmla="*/ 1020 h 1224"/>
                <a:gd name="connsiteX8" fmla="*/ 645 w 1224"/>
                <a:gd name="connsiteY8" fmla="*/ 1173 h 1224"/>
                <a:gd name="connsiteX9" fmla="*/ 645 w 1224"/>
                <a:gd name="connsiteY9" fmla="*/ 1786 h 1224"/>
                <a:gd name="connsiteX10" fmla="*/ 186 w 1224"/>
                <a:gd name="connsiteY10" fmla="*/ 1786 h 1224"/>
                <a:gd name="connsiteX11" fmla="*/ 186 w 1224"/>
                <a:gd name="connsiteY11" fmla="*/ 561 h 1224"/>
                <a:gd name="connsiteX12" fmla="*/ 645 w 1224"/>
                <a:gd name="connsiteY12" fmla="*/ 561 h 1224"/>
                <a:gd name="connsiteX13" fmla="*/ 645 w 1224"/>
                <a:gd name="connsiteY13" fmla="*/ 714 h 1224"/>
                <a:gd name="connsiteX14" fmla="*/ 798 w 1224"/>
                <a:gd name="connsiteY14" fmla="*/ 714 h 1224"/>
                <a:gd name="connsiteX15" fmla="*/ 951 w 1224"/>
                <a:gd name="connsiteY15" fmla="*/ 561 h 1224"/>
                <a:gd name="connsiteX16" fmla="*/ 1257 w 1224"/>
                <a:gd name="connsiteY16" fmla="*/ 714 h 1224"/>
                <a:gd name="connsiteX17" fmla="*/ 1410 w 1224"/>
                <a:gd name="connsiteY17" fmla="*/ 1020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 h="1224">
                  <a:moveTo>
                    <a:pt x="1410" y="1020"/>
                  </a:moveTo>
                  <a:lnTo>
                    <a:pt x="1410" y="1786"/>
                  </a:lnTo>
                  <a:lnTo>
                    <a:pt x="951" y="1786"/>
                  </a:lnTo>
                  <a:lnTo>
                    <a:pt x="951" y="1173"/>
                  </a:lnTo>
                  <a:lnTo>
                    <a:pt x="951" y="1020"/>
                  </a:lnTo>
                  <a:lnTo>
                    <a:pt x="951" y="867"/>
                  </a:lnTo>
                  <a:lnTo>
                    <a:pt x="798" y="867"/>
                  </a:lnTo>
                  <a:lnTo>
                    <a:pt x="645" y="1020"/>
                  </a:lnTo>
                  <a:lnTo>
                    <a:pt x="645" y="1173"/>
                  </a:lnTo>
                  <a:lnTo>
                    <a:pt x="645" y="1786"/>
                  </a:lnTo>
                  <a:lnTo>
                    <a:pt x="186" y="1786"/>
                  </a:lnTo>
                  <a:lnTo>
                    <a:pt x="186" y="561"/>
                  </a:lnTo>
                  <a:lnTo>
                    <a:pt x="645" y="561"/>
                  </a:lnTo>
                  <a:lnTo>
                    <a:pt x="645" y="714"/>
                  </a:lnTo>
                  <a:lnTo>
                    <a:pt x="798" y="714"/>
                  </a:lnTo>
                  <a:cubicBezTo>
                    <a:pt x="875" y="637"/>
                    <a:pt x="951" y="561"/>
                    <a:pt x="951" y="561"/>
                  </a:cubicBezTo>
                  <a:cubicBezTo>
                    <a:pt x="1143" y="561"/>
                    <a:pt x="1257" y="637"/>
                    <a:pt x="1257" y="714"/>
                  </a:cubicBezTo>
                  <a:cubicBezTo>
                    <a:pt x="1334" y="829"/>
                    <a:pt x="1410" y="944"/>
                    <a:pt x="1410" y="1020"/>
                  </a:cubicBezTo>
                  <a:close/>
                </a:path>
              </a:pathLst>
            </a:custGeom>
            <a:grpFill/>
            <a:ln w="9797" cap="flat">
              <a:noFill/>
              <a:prstDash val="solid"/>
              <a:miter/>
            </a:ln>
          </p:spPr>
          <p:txBody>
            <a:bodyPr rtlCol="0" anchor="ctr"/>
            <a:lstStyle/>
            <a:p>
              <a:endParaRPr lang="fr-FR"/>
            </a:p>
          </p:txBody>
        </p:sp>
        <p:sp>
          <p:nvSpPr>
            <p:cNvPr id="185" name="Forme libre : forme 184">
              <a:extLst>
                <a:ext uri="{FF2B5EF4-FFF2-40B4-BE49-F238E27FC236}">
                  <a16:creationId xmlns:a16="http://schemas.microsoft.com/office/drawing/2014/main" id="{C3E26123-7D41-2CE0-4B8F-FA2F5DB9B162}"/>
                </a:ext>
              </a:extLst>
            </p:cNvPr>
            <p:cNvSpPr/>
            <p:nvPr/>
          </p:nvSpPr>
          <p:spPr>
            <a:xfrm>
              <a:off x="1764001" y="5030033"/>
              <a:ext cx="1377" cy="1530"/>
            </a:xfrm>
            <a:custGeom>
              <a:avLst/>
              <a:gdLst>
                <a:gd name="connsiteX0" fmla="*/ 186 w 1377"/>
                <a:gd name="connsiteY0" fmla="*/ 561 h 1530"/>
                <a:gd name="connsiteX1" fmla="*/ 951 w 1377"/>
                <a:gd name="connsiteY1" fmla="*/ 561 h 1530"/>
                <a:gd name="connsiteX2" fmla="*/ 1411 w 1377"/>
                <a:gd name="connsiteY2" fmla="*/ 714 h 1530"/>
                <a:gd name="connsiteX3" fmla="*/ 1564 w 1377"/>
                <a:gd name="connsiteY3" fmla="*/ 1020 h 1530"/>
                <a:gd name="connsiteX4" fmla="*/ 1411 w 1377"/>
                <a:gd name="connsiteY4" fmla="*/ 1479 h 1530"/>
                <a:gd name="connsiteX5" fmla="*/ 951 w 1377"/>
                <a:gd name="connsiteY5" fmla="*/ 1479 h 1530"/>
                <a:gd name="connsiteX6" fmla="*/ 645 w 1377"/>
                <a:gd name="connsiteY6" fmla="*/ 1479 h 1530"/>
                <a:gd name="connsiteX7" fmla="*/ 645 w 1377"/>
                <a:gd name="connsiteY7" fmla="*/ 2092 h 1530"/>
                <a:gd name="connsiteX8" fmla="*/ 186 w 1377"/>
                <a:gd name="connsiteY8" fmla="*/ 2092 h 1530"/>
                <a:gd name="connsiteX9" fmla="*/ 645 w 1377"/>
                <a:gd name="connsiteY9" fmla="*/ 867 h 1530"/>
                <a:gd name="connsiteX10" fmla="*/ 645 w 1377"/>
                <a:gd name="connsiteY10" fmla="*/ 1173 h 1530"/>
                <a:gd name="connsiteX11" fmla="*/ 951 w 1377"/>
                <a:gd name="connsiteY11" fmla="*/ 1173 h 1530"/>
                <a:gd name="connsiteX12" fmla="*/ 1105 w 1377"/>
                <a:gd name="connsiteY12" fmla="*/ 1020 h 1530"/>
                <a:gd name="connsiteX13" fmla="*/ 951 w 1377"/>
                <a:gd name="connsiteY13" fmla="*/ 867 h 1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7" h="1530">
                  <a:moveTo>
                    <a:pt x="186" y="561"/>
                  </a:moveTo>
                  <a:lnTo>
                    <a:pt x="951" y="561"/>
                  </a:lnTo>
                  <a:cubicBezTo>
                    <a:pt x="1143" y="561"/>
                    <a:pt x="1296" y="637"/>
                    <a:pt x="1411" y="714"/>
                  </a:cubicBezTo>
                  <a:cubicBezTo>
                    <a:pt x="1487" y="714"/>
                    <a:pt x="1564" y="829"/>
                    <a:pt x="1564" y="1020"/>
                  </a:cubicBezTo>
                  <a:cubicBezTo>
                    <a:pt x="1564" y="1250"/>
                    <a:pt x="1487" y="1403"/>
                    <a:pt x="1411" y="1479"/>
                  </a:cubicBezTo>
                  <a:lnTo>
                    <a:pt x="951" y="1479"/>
                  </a:lnTo>
                  <a:lnTo>
                    <a:pt x="645" y="1479"/>
                  </a:lnTo>
                  <a:lnTo>
                    <a:pt x="645" y="2092"/>
                  </a:lnTo>
                  <a:lnTo>
                    <a:pt x="186" y="2092"/>
                  </a:lnTo>
                  <a:close/>
                  <a:moveTo>
                    <a:pt x="645" y="867"/>
                  </a:moveTo>
                  <a:lnTo>
                    <a:pt x="645" y="1173"/>
                  </a:lnTo>
                  <a:lnTo>
                    <a:pt x="951" y="1173"/>
                  </a:lnTo>
                  <a:cubicBezTo>
                    <a:pt x="1028" y="1173"/>
                    <a:pt x="1105" y="1135"/>
                    <a:pt x="1105" y="1020"/>
                  </a:cubicBezTo>
                  <a:cubicBezTo>
                    <a:pt x="1105" y="944"/>
                    <a:pt x="1028" y="867"/>
                    <a:pt x="951" y="867"/>
                  </a:cubicBezTo>
                  <a:close/>
                </a:path>
              </a:pathLst>
            </a:custGeom>
            <a:grpFill/>
            <a:ln w="9797" cap="flat">
              <a:noFill/>
              <a:prstDash val="solid"/>
              <a:miter/>
            </a:ln>
          </p:spPr>
          <p:txBody>
            <a:bodyPr rtlCol="0" anchor="ctr"/>
            <a:lstStyle/>
            <a:p>
              <a:endParaRPr lang="fr-FR"/>
            </a:p>
          </p:txBody>
        </p:sp>
        <p:sp>
          <p:nvSpPr>
            <p:cNvPr id="186" name="Forme libre : forme 185">
              <a:extLst>
                <a:ext uri="{FF2B5EF4-FFF2-40B4-BE49-F238E27FC236}">
                  <a16:creationId xmlns:a16="http://schemas.microsoft.com/office/drawing/2014/main" id="{70D59A6B-8A46-4241-2073-617C34465621}"/>
                </a:ext>
              </a:extLst>
            </p:cNvPr>
            <p:cNvSpPr/>
            <p:nvPr/>
          </p:nvSpPr>
          <p:spPr>
            <a:xfrm>
              <a:off x="1765608" y="5030339"/>
              <a:ext cx="918" cy="1224"/>
            </a:xfrm>
            <a:custGeom>
              <a:avLst/>
              <a:gdLst>
                <a:gd name="connsiteX0" fmla="*/ 1105 w 918"/>
                <a:gd name="connsiteY0" fmla="*/ 867 h 1224"/>
                <a:gd name="connsiteX1" fmla="*/ 952 w 918"/>
                <a:gd name="connsiteY1" fmla="*/ 867 h 1224"/>
                <a:gd name="connsiteX2" fmla="*/ 645 w 918"/>
                <a:gd name="connsiteY2" fmla="*/ 1020 h 1224"/>
                <a:gd name="connsiteX3" fmla="*/ 645 w 918"/>
                <a:gd name="connsiteY3" fmla="*/ 1173 h 1224"/>
                <a:gd name="connsiteX4" fmla="*/ 645 w 918"/>
                <a:gd name="connsiteY4" fmla="*/ 1786 h 1224"/>
                <a:gd name="connsiteX5" fmla="*/ 186 w 918"/>
                <a:gd name="connsiteY5" fmla="*/ 1786 h 1224"/>
                <a:gd name="connsiteX6" fmla="*/ 186 w 918"/>
                <a:gd name="connsiteY6" fmla="*/ 561 h 1224"/>
                <a:gd name="connsiteX7" fmla="*/ 645 w 918"/>
                <a:gd name="connsiteY7" fmla="*/ 561 h 1224"/>
                <a:gd name="connsiteX8" fmla="*/ 645 w 918"/>
                <a:gd name="connsiteY8" fmla="*/ 867 h 1224"/>
                <a:gd name="connsiteX9" fmla="*/ 645 w 918"/>
                <a:gd name="connsiteY9" fmla="*/ 714 h 1224"/>
                <a:gd name="connsiteX10" fmla="*/ 952 w 918"/>
                <a:gd name="connsiteY10" fmla="*/ 561 h 1224"/>
                <a:gd name="connsiteX11" fmla="*/ 1105 w 918"/>
                <a:gd name="connsiteY11" fmla="*/ 561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8" h="1224">
                  <a:moveTo>
                    <a:pt x="1105" y="867"/>
                  </a:moveTo>
                  <a:lnTo>
                    <a:pt x="952" y="867"/>
                  </a:lnTo>
                  <a:cubicBezTo>
                    <a:pt x="837" y="867"/>
                    <a:pt x="722" y="944"/>
                    <a:pt x="645" y="1020"/>
                  </a:cubicBezTo>
                  <a:lnTo>
                    <a:pt x="645" y="1173"/>
                  </a:lnTo>
                  <a:lnTo>
                    <a:pt x="645" y="1786"/>
                  </a:lnTo>
                  <a:lnTo>
                    <a:pt x="186" y="1786"/>
                  </a:lnTo>
                  <a:lnTo>
                    <a:pt x="186" y="561"/>
                  </a:lnTo>
                  <a:lnTo>
                    <a:pt x="645" y="561"/>
                  </a:lnTo>
                  <a:lnTo>
                    <a:pt x="645" y="867"/>
                  </a:lnTo>
                  <a:lnTo>
                    <a:pt x="645" y="714"/>
                  </a:lnTo>
                  <a:cubicBezTo>
                    <a:pt x="722" y="637"/>
                    <a:pt x="837" y="561"/>
                    <a:pt x="952" y="561"/>
                  </a:cubicBezTo>
                  <a:lnTo>
                    <a:pt x="1105" y="561"/>
                  </a:lnTo>
                  <a:close/>
                </a:path>
              </a:pathLst>
            </a:custGeom>
            <a:grpFill/>
            <a:ln w="9797" cap="flat">
              <a:noFill/>
              <a:prstDash val="solid"/>
              <a:miter/>
            </a:ln>
          </p:spPr>
          <p:txBody>
            <a:bodyPr rtlCol="0" anchor="ctr"/>
            <a:lstStyle/>
            <a:p>
              <a:endParaRPr lang="fr-FR"/>
            </a:p>
          </p:txBody>
        </p:sp>
        <p:sp>
          <p:nvSpPr>
            <p:cNvPr id="187" name="Forme libre : forme 186">
              <a:extLst>
                <a:ext uri="{FF2B5EF4-FFF2-40B4-BE49-F238E27FC236}">
                  <a16:creationId xmlns:a16="http://schemas.microsoft.com/office/drawing/2014/main" id="{E129DFC0-004C-50A9-6880-336E030E4549}"/>
                </a:ext>
              </a:extLst>
            </p:cNvPr>
            <p:cNvSpPr/>
            <p:nvPr/>
          </p:nvSpPr>
          <p:spPr>
            <a:xfrm>
              <a:off x="1766686" y="5030339"/>
              <a:ext cx="1224" cy="1224"/>
            </a:xfrm>
            <a:custGeom>
              <a:avLst/>
              <a:gdLst>
                <a:gd name="connsiteX0" fmla="*/ 799 w 1224"/>
                <a:gd name="connsiteY0" fmla="*/ 867 h 1224"/>
                <a:gd name="connsiteX1" fmla="*/ 493 w 1224"/>
                <a:gd name="connsiteY1" fmla="*/ 1020 h 1224"/>
                <a:gd name="connsiteX2" fmla="*/ 493 w 1224"/>
                <a:gd name="connsiteY2" fmla="*/ 1173 h 1224"/>
                <a:gd name="connsiteX3" fmla="*/ 493 w 1224"/>
                <a:gd name="connsiteY3" fmla="*/ 1479 h 1224"/>
                <a:gd name="connsiteX4" fmla="*/ 799 w 1224"/>
                <a:gd name="connsiteY4" fmla="*/ 1479 h 1224"/>
                <a:gd name="connsiteX5" fmla="*/ 952 w 1224"/>
                <a:gd name="connsiteY5" fmla="*/ 1479 h 1224"/>
                <a:gd name="connsiteX6" fmla="*/ 1105 w 1224"/>
                <a:gd name="connsiteY6" fmla="*/ 1173 h 1224"/>
                <a:gd name="connsiteX7" fmla="*/ 952 w 1224"/>
                <a:gd name="connsiteY7" fmla="*/ 1020 h 1224"/>
                <a:gd name="connsiteX8" fmla="*/ 799 w 1224"/>
                <a:gd name="connsiteY8" fmla="*/ 867 h 1224"/>
                <a:gd name="connsiteX9" fmla="*/ 799 w 1224"/>
                <a:gd name="connsiteY9" fmla="*/ 561 h 1224"/>
                <a:gd name="connsiteX10" fmla="*/ 1258 w 1224"/>
                <a:gd name="connsiteY10" fmla="*/ 714 h 1224"/>
                <a:gd name="connsiteX11" fmla="*/ 1411 w 1224"/>
                <a:gd name="connsiteY11" fmla="*/ 1173 h 1224"/>
                <a:gd name="connsiteX12" fmla="*/ 1258 w 1224"/>
                <a:gd name="connsiteY12" fmla="*/ 1632 h 1224"/>
                <a:gd name="connsiteX13" fmla="*/ 799 w 1224"/>
                <a:gd name="connsiteY13" fmla="*/ 1786 h 1224"/>
                <a:gd name="connsiteX14" fmla="*/ 339 w 1224"/>
                <a:gd name="connsiteY14" fmla="*/ 1632 h 1224"/>
                <a:gd name="connsiteX15" fmla="*/ 186 w 1224"/>
                <a:gd name="connsiteY15" fmla="*/ 1173 h 1224"/>
                <a:gd name="connsiteX16" fmla="*/ 339 w 1224"/>
                <a:gd name="connsiteY16" fmla="*/ 714 h 1224"/>
                <a:gd name="connsiteX17" fmla="*/ 799 w 1224"/>
                <a:gd name="connsiteY17" fmla="*/ 561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4" h="1224">
                  <a:moveTo>
                    <a:pt x="799" y="867"/>
                  </a:moveTo>
                  <a:cubicBezTo>
                    <a:pt x="684" y="867"/>
                    <a:pt x="569" y="944"/>
                    <a:pt x="493" y="1020"/>
                  </a:cubicBezTo>
                  <a:lnTo>
                    <a:pt x="493" y="1173"/>
                  </a:lnTo>
                  <a:lnTo>
                    <a:pt x="493" y="1479"/>
                  </a:lnTo>
                  <a:lnTo>
                    <a:pt x="799" y="1479"/>
                  </a:lnTo>
                  <a:lnTo>
                    <a:pt x="952" y="1479"/>
                  </a:lnTo>
                  <a:cubicBezTo>
                    <a:pt x="1028" y="1403"/>
                    <a:pt x="1105" y="1288"/>
                    <a:pt x="1105" y="1173"/>
                  </a:cubicBezTo>
                  <a:cubicBezTo>
                    <a:pt x="1105" y="1097"/>
                    <a:pt x="1028" y="1020"/>
                    <a:pt x="952" y="1020"/>
                  </a:cubicBezTo>
                  <a:cubicBezTo>
                    <a:pt x="952" y="944"/>
                    <a:pt x="875" y="867"/>
                    <a:pt x="799" y="867"/>
                  </a:cubicBezTo>
                  <a:close/>
                  <a:moveTo>
                    <a:pt x="799" y="561"/>
                  </a:moveTo>
                  <a:cubicBezTo>
                    <a:pt x="990" y="561"/>
                    <a:pt x="1143" y="637"/>
                    <a:pt x="1258" y="714"/>
                  </a:cubicBezTo>
                  <a:cubicBezTo>
                    <a:pt x="1334" y="829"/>
                    <a:pt x="1411" y="982"/>
                    <a:pt x="1411" y="1173"/>
                  </a:cubicBezTo>
                  <a:cubicBezTo>
                    <a:pt x="1411" y="1403"/>
                    <a:pt x="1334" y="1556"/>
                    <a:pt x="1258" y="1632"/>
                  </a:cubicBezTo>
                  <a:cubicBezTo>
                    <a:pt x="1143" y="1747"/>
                    <a:pt x="990" y="1786"/>
                    <a:pt x="799" y="1786"/>
                  </a:cubicBezTo>
                  <a:cubicBezTo>
                    <a:pt x="569" y="1786"/>
                    <a:pt x="416" y="1747"/>
                    <a:pt x="339" y="1632"/>
                  </a:cubicBezTo>
                  <a:cubicBezTo>
                    <a:pt x="225" y="1556"/>
                    <a:pt x="186" y="1403"/>
                    <a:pt x="186" y="1173"/>
                  </a:cubicBezTo>
                  <a:cubicBezTo>
                    <a:pt x="186" y="982"/>
                    <a:pt x="225" y="829"/>
                    <a:pt x="339" y="714"/>
                  </a:cubicBezTo>
                  <a:cubicBezTo>
                    <a:pt x="416" y="637"/>
                    <a:pt x="569" y="561"/>
                    <a:pt x="799" y="561"/>
                  </a:cubicBezTo>
                  <a:close/>
                </a:path>
              </a:pathLst>
            </a:custGeom>
            <a:grpFill/>
            <a:ln w="9797" cap="flat">
              <a:noFill/>
              <a:prstDash val="solid"/>
              <a:miter/>
            </a:ln>
          </p:spPr>
          <p:txBody>
            <a:bodyPr rtlCol="0" anchor="ctr"/>
            <a:lstStyle/>
            <a:p>
              <a:endParaRPr lang="fr-FR"/>
            </a:p>
          </p:txBody>
        </p:sp>
        <p:sp>
          <p:nvSpPr>
            <p:cNvPr id="188" name="Forme libre : forme 187">
              <a:extLst>
                <a:ext uri="{FF2B5EF4-FFF2-40B4-BE49-F238E27FC236}">
                  <a16:creationId xmlns:a16="http://schemas.microsoft.com/office/drawing/2014/main" id="{736171E7-D010-93DB-77A8-355ED487975D}"/>
                </a:ext>
              </a:extLst>
            </p:cNvPr>
            <p:cNvSpPr/>
            <p:nvPr/>
          </p:nvSpPr>
          <p:spPr>
            <a:xfrm>
              <a:off x="1768022" y="5029879"/>
              <a:ext cx="612" cy="2143"/>
            </a:xfrm>
            <a:custGeom>
              <a:avLst/>
              <a:gdLst>
                <a:gd name="connsiteX0" fmla="*/ 340 w 612"/>
                <a:gd name="connsiteY0" fmla="*/ 1020 h 2143"/>
                <a:gd name="connsiteX1" fmla="*/ 799 w 612"/>
                <a:gd name="connsiteY1" fmla="*/ 1020 h 2143"/>
                <a:gd name="connsiteX2" fmla="*/ 799 w 612"/>
                <a:gd name="connsiteY2" fmla="*/ 2245 h 2143"/>
                <a:gd name="connsiteX3" fmla="*/ 646 w 612"/>
                <a:gd name="connsiteY3" fmla="*/ 2551 h 2143"/>
                <a:gd name="connsiteX4" fmla="*/ 340 w 612"/>
                <a:gd name="connsiteY4" fmla="*/ 2704 h 2143"/>
                <a:gd name="connsiteX5" fmla="*/ 187 w 612"/>
                <a:gd name="connsiteY5" fmla="*/ 2704 h 2143"/>
                <a:gd name="connsiteX6" fmla="*/ 187 w 612"/>
                <a:gd name="connsiteY6" fmla="*/ 2398 h 2143"/>
                <a:gd name="connsiteX7" fmla="*/ 340 w 612"/>
                <a:gd name="connsiteY7" fmla="*/ 2398 h 2143"/>
                <a:gd name="connsiteX8" fmla="*/ 340 w 612"/>
                <a:gd name="connsiteY8" fmla="*/ 2245 h 2143"/>
                <a:gd name="connsiteX9" fmla="*/ 340 w 612"/>
                <a:gd name="connsiteY9" fmla="*/ 561 h 2143"/>
                <a:gd name="connsiteX10" fmla="*/ 799 w 612"/>
                <a:gd name="connsiteY10" fmla="*/ 561 h 2143"/>
                <a:gd name="connsiteX11" fmla="*/ 799 w 612"/>
                <a:gd name="connsiteY11" fmla="*/ 867 h 2143"/>
                <a:gd name="connsiteX12" fmla="*/ 340 w 612"/>
                <a:gd name="connsiteY12" fmla="*/ 867 h 2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2" h="2143">
                  <a:moveTo>
                    <a:pt x="340" y="1020"/>
                  </a:moveTo>
                  <a:lnTo>
                    <a:pt x="799" y="1020"/>
                  </a:lnTo>
                  <a:lnTo>
                    <a:pt x="799" y="2245"/>
                  </a:lnTo>
                  <a:cubicBezTo>
                    <a:pt x="799" y="2321"/>
                    <a:pt x="722" y="2436"/>
                    <a:pt x="646" y="2551"/>
                  </a:cubicBezTo>
                  <a:cubicBezTo>
                    <a:pt x="531" y="2627"/>
                    <a:pt x="416" y="2704"/>
                    <a:pt x="340" y="2704"/>
                  </a:cubicBezTo>
                  <a:lnTo>
                    <a:pt x="187" y="2704"/>
                  </a:lnTo>
                  <a:lnTo>
                    <a:pt x="187" y="2398"/>
                  </a:lnTo>
                  <a:lnTo>
                    <a:pt x="340" y="2398"/>
                  </a:lnTo>
                  <a:lnTo>
                    <a:pt x="340" y="2245"/>
                  </a:lnTo>
                  <a:close/>
                  <a:moveTo>
                    <a:pt x="340" y="561"/>
                  </a:moveTo>
                  <a:lnTo>
                    <a:pt x="799" y="561"/>
                  </a:lnTo>
                  <a:lnTo>
                    <a:pt x="799" y="867"/>
                  </a:lnTo>
                  <a:lnTo>
                    <a:pt x="340" y="867"/>
                  </a:lnTo>
                  <a:close/>
                </a:path>
              </a:pathLst>
            </a:custGeom>
            <a:grpFill/>
            <a:ln w="9797" cap="flat">
              <a:noFill/>
              <a:prstDash val="solid"/>
              <a:miter/>
            </a:ln>
          </p:spPr>
          <p:txBody>
            <a:bodyPr rtlCol="0" anchor="ctr"/>
            <a:lstStyle/>
            <a:p>
              <a:endParaRPr lang="fr-FR"/>
            </a:p>
          </p:txBody>
        </p:sp>
        <p:sp>
          <p:nvSpPr>
            <p:cNvPr id="189" name="Forme libre : forme 188">
              <a:extLst>
                <a:ext uri="{FF2B5EF4-FFF2-40B4-BE49-F238E27FC236}">
                  <a16:creationId xmlns:a16="http://schemas.microsoft.com/office/drawing/2014/main" id="{A738F00F-0E27-86B1-104A-5982852DF58F}"/>
                </a:ext>
              </a:extLst>
            </p:cNvPr>
            <p:cNvSpPr/>
            <p:nvPr/>
          </p:nvSpPr>
          <p:spPr>
            <a:xfrm>
              <a:off x="1768900" y="5030339"/>
              <a:ext cx="1224" cy="1224"/>
            </a:xfrm>
            <a:custGeom>
              <a:avLst/>
              <a:gdLst>
                <a:gd name="connsiteX0" fmla="*/ 1411 w 1224"/>
                <a:gd name="connsiteY0" fmla="*/ 1173 h 1224"/>
                <a:gd name="connsiteX1" fmla="*/ 1411 w 1224"/>
                <a:gd name="connsiteY1" fmla="*/ 1326 h 1224"/>
                <a:gd name="connsiteX2" fmla="*/ 493 w 1224"/>
                <a:gd name="connsiteY2" fmla="*/ 1326 h 1224"/>
                <a:gd name="connsiteX3" fmla="*/ 493 w 1224"/>
                <a:gd name="connsiteY3" fmla="*/ 1479 h 1224"/>
                <a:gd name="connsiteX4" fmla="*/ 799 w 1224"/>
                <a:gd name="connsiteY4" fmla="*/ 1479 h 1224"/>
                <a:gd name="connsiteX5" fmla="*/ 1105 w 1224"/>
                <a:gd name="connsiteY5" fmla="*/ 1479 h 1224"/>
                <a:gd name="connsiteX6" fmla="*/ 1411 w 1224"/>
                <a:gd name="connsiteY6" fmla="*/ 1479 h 1224"/>
                <a:gd name="connsiteX7" fmla="*/ 1411 w 1224"/>
                <a:gd name="connsiteY7" fmla="*/ 1786 h 1224"/>
                <a:gd name="connsiteX8" fmla="*/ 1105 w 1224"/>
                <a:gd name="connsiteY8" fmla="*/ 1786 h 1224"/>
                <a:gd name="connsiteX9" fmla="*/ 799 w 1224"/>
                <a:gd name="connsiteY9" fmla="*/ 1786 h 1224"/>
                <a:gd name="connsiteX10" fmla="*/ 340 w 1224"/>
                <a:gd name="connsiteY10" fmla="*/ 1632 h 1224"/>
                <a:gd name="connsiteX11" fmla="*/ 187 w 1224"/>
                <a:gd name="connsiteY11" fmla="*/ 1173 h 1224"/>
                <a:gd name="connsiteX12" fmla="*/ 340 w 1224"/>
                <a:gd name="connsiteY12" fmla="*/ 714 h 1224"/>
                <a:gd name="connsiteX13" fmla="*/ 799 w 1224"/>
                <a:gd name="connsiteY13" fmla="*/ 561 h 1224"/>
                <a:gd name="connsiteX14" fmla="*/ 1258 w 1224"/>
                <a:gd name="connsiteY14" fmla="*/ 714 h 1224"/>
                <a:gd name="connsiteX15" fmla="*/ 1411 w 1224"/>
                <a:gd name="connsiteY15" fmla="*/ 1173 h 1224"/>
                <a:gd name="connsiteX16" fmla="*/ 952 w 1224"/>
                <a:gd name="connsiteY16" fmla="*/ 1020 h 1224"/>
                <a:gd name="connsiteX17" fmla="*/ 952 w 1224"/>
                <a:gd name="connsiteY17" fmla="*/ 867 h 1224"/>
                <a:gd name="connsiteX18" fmla="*/ 799 w 1224"/>
                <a:gd name="connsiteY18" fmla="*/ 867 h 1224"/>
                <a:gd name="connsiteX19" fmla="*/ 493 w 1224"/>
                <a:gd name="connsiteY19" fmla="*/ 867 h 1224"/>
                <a:gd name="connsiteX20" fmla="*/ 493 w 1224"/>
                <a:gd name="connsiteY20" fmla="*/ 1020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24" h="1224">
                  <a:moveTo>
                    <a:pt x="1411" y="1173"/>
                  </a:moveTo>
                  <a:lnTo>
                    <a:pt x="1411" y="1326"/>
                  </a:lnTo>
                  <a:lnTo>
                    <a:pt x="493" y="1326"/>
                  </a:lnTo>
                  <a:lnTo>
                    <a:pt x="493" y="1479"/>
                  </a:lnTo>
                  <a:lnTo>
                    <a:pt x="799" y="1479"/>
                  </a:lnTo>
                  <a:lnTo>
                    <a:pt x="1105" y="1479"/>
                  </a:lnTo>
                  <a:lnTo>
                    <a:pt x="1411" y="1479"/>
                  </a:lnTo>
                  <a:lnTo>
                    <a:pt x="1411" y="1786"/>
                  </a:lnTo>
                  <a:lnTo>
                    <a:pt x="1105" y="1786"/>
                  </a:lnTo>
                  <a:lnTo>
                    <a:pt x="799" y="1786"/>
                  </a:lnTo>
                  <a:cubicBezTo>
                    <a:pt x="569" y="1786"/>
                    <a:pt x="416" y="1747"/>
                    <a:pt x="340" y="1632"/>
                  </a:cubicBezTo>
                  <a:cubicBezTo>
                    <a:pt x="225" y="1556"/>
                    <a:pt x="187" y="1403"/>
                    <a:pt x="187" y="1173"/>
                  </a:cubicBezTo>
                  <a:cubicBezTo>
                    <a:pt x="187" y="982"/>
                    <a:pt x="225" y="829"/>
                    <a:pt x="340" y="714"/>
                  </a:cubicBezTo>
                  <a:cubicBezTo>
                    <a:pt x="416" y="637"/>
                    <a:pt x="569" y="561"/>
                    <a:pt x="799" y="561"/>
                  </a:cubicBezTo>
                  <a:cubicBezTo>
                    <a:pt x="990" y="561"/>
                    <a:pt x="1143" y="637"/>
                    <a:pt x="1258" y="714"/>
                  </a:cubicBezTo>
                  <a:cubicBezTo>
                    <a:pt x="1335" y="829"/>
                    <a:pt x="1411" y="982"/>
                    <a:pt x="1411" y="1173"/>
                  </a:cubicBezTo>
                  <a:close/>
                  <a:moveTo>
                    <a:pt x="952" y="1020"/>
                  </a:moveTo>
                  <a:lnTo>
                    <a:pt x="952" y="867"/>
                  </a:lnTo>
                  <a:lnTo>
                    <a:pt x="799" y="867"/>
                  </a:lnTo>
                  <a:lnTo>
                    <a:pt x="493" y="867"/>
                  </a:lnTo>
                  <a:lnTo>
                    <a:pt x="493" y="1020"/>
                  </a:lnTo>
                  <a:close/>
                </a:path>
              </a:pathLst>
            </a:custGeom>
            <a:grpFill/>
            <a:ln w="9797" cap="flat">
              <a:noFill/>
              <a:prstDash val="solid"/>
              <a:miter/>
            </a:ln>
          </p:spPr>
          <p:txBody>
            <a:bodyPr rtlCol="0" anchor="ctr"/>
            <a:lstStyle/>
            <a:p>
              <a:endParaRPr lang="fr-FR"/>
            </a:p>
          </p:txBody>
        </p:sp>
        <p:sp>
          <p:nvSpPr>
            <p:cNvPr id="190" name="Forme libre : forme 189">
              <a:extLst>
                <a:ext uri="{FF2B5EF4-FFF2-40B4-BE49-F238E27FC236}">
                  <a16:creationId xmlns:a16="http://schemas.microsoft.com/office/drawing/2014/main" id="{E633131D-01BE-14EA-436F-578B4CAE9D2F}"/>
                </a:ext>
              </a:extLst>
            </p:cNvPr>
            <p:cNvSpPr/>
            <p:nvPr/>
          </p:nvSpPr>
          <p:spPr>
            <a:xfrm>
              <a:off x="1770360" y="5030339"/>
              <a:ext cx="1071" cy="1224"/>
            </a:xfrm>
            <a:custGeom>
              <a:avLst/>
              <a:gdLst>
                <a:gd name="connsiteX0" fmla="*/ 1258 w 1071"/>
                <a:gd name="connsiteY0" fmla="*/ 561 h 1224"/>
                <a:gd name="connsiteX1" fmla="*/ 1258 w 1071"/>
                <a:gd name="connsiteY1" fmla="*/ 867 h 1224"/>
                <a:gd name="connsiteX2" fmla="*/ 952 w 1071"/>
                <a:gd name="connsiteY2" fmla="*/ 867 h 1224"/>
                <a:gd name="connsiteX3" fmla="*/ 799 w 1071"/>
                <a:gd name="connsiteY3" fmla="*/ 867 h 1224"/>
                <a:gd name="connsiteX4" fmla="*/ 493 w 1071"/>
                <a:gd name="connsiteY4" fmla="*/ 1020 h 1224"/>
                <a:gd name="connsiteX5" fmla="*/ 493 w 1071"/>
                <a:gd name="connsiteY5" fmla="*/ 1173 h 1224"/>
                <a:gd name="connsiteX6" fmla="*/ 493 w 1071"/>
                <a:gd name="connsiteY6" fmla="*/ 1479 h 1224"/>
                <a:gd name="connsiteX7" fmla="*/ 799 w 1071"/>
                <a:gd name="connsiteY7" fmla="*/ 1479 h 1224"/>
                <a:gd name="connsiteX8" fmla="*/ 952 w 1071"/>
                <a:gd name="connsiteY8" fmla="*/ 1479 h 1224"/>
                <a:gd name="connsiteX9" fmla="*/ 1258 w 1071"/>
                <a:gd name="connsiteY9" fmla="*/ 1479 h 1224"/>
                <a:gd name="connsiteX10" fmla="*/ 1258 w 1071"/>
                <a:gd name="connsiteY10" fmla="*/ 1786 h 1224"/>
                <a:gd name="connsiteX11" fmla="*/ 952 w 1071"/>
                <a:gd name="connsiteY11" fmla="*/ 1786 h 1224"/>
                <a:gd name="connsiteX12" fmla="*/ 799 w 1071"/>
                <a:gd name="connsiteY12" fmla="*/ 1786 h 1224"/>
                <a:gd name="connsiteX13" fmla="*/ 340 w 1071"/>
                <a:gd name="connsiteY13" fmla="*/ 1632 h 1224"/>
                <a:gd name="connsiteX14" fmla="*/ 187 w 1071"/>
                <a:gd name="connsiteY14" fmla="*/ 1173 h 1224"/>
                <a:gd name="connsiteX15" fmla="*/ 340 w 1071"/>
                <a:gd name="connsiteY15" fmla="*/ 714 h 1224"/>
                <a:gd name="connsiteX16" fmla="*/ 799 w 1071"/>
                <a:gd name="connsiteY16" fmla="*/ 561 h 1224"/>
                <a:gd name="connsiteX17" fmla="*/ 952 w 1071"/>
                <a:gd name="connsiteY17" fmla="*/ 561 h 1224"/>
                <a:gd name="connsiteX18" fmla="*/ 1258 w 1071"/>
                <a:gd name="connsiteY18" fmla="*/ 561 h 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1" h="1224">
                  <a:moveTo>
                    <a:pt x="1258" y="561"/>
                  </a:moveTo>
                  <a:lnTo>
                    <a:pt x="1258" y="867"/>
                  </a:lnTo>
                  <a:lnTo>
                    <a:pt x="952" y="867"/>
                  </a:lnTo>
                  <a:lnTo>
                    <a:pt x="799" y="867"/>
                  </a:lnTo>
                  <a:cubicBezTo>
                    <a:pt x="684" y="867"/>
                    <a:pt x="569" y="944"/>
                    <a:pt x="493" y="1020"/>
                  </a:cubicBezTo>
                  <a:lnTo>
                    <a:pt x="493" y="1173"/>
                  </a:lnTo>
                  <a:lnTo>
                    <a:pt x="493" y="1479"/>
                  </a:lnTo>
                  <a:lnTo>
                    <a:pt x="799" y="1479"/>
                  </a:lnTo>
                  <a:lnTo>
                    <a:pt x="952" y="1479"/>
                  </a:lnTo>
                  <a:lnTo>
                    <a:pt x="1258" y="1479"/>
                  </a:lnTo>
                  <a:lnTo>
                    <a:pt x="1258" y="1786"/>
                  </a:lnTo>
                  <a:lnTo>
                    <a:pt x="952" y="1786"/>
                  </a:lnTo>
                  <a:lnTo>
                    <a:pt x="799" y="1786"/>
                  </a:lnTo>
                  <a:cubicBezTo>
                    <a:pt x="569" y="1786"/>
                    <a:pt x="416" y="1747"/>
                    <a:pt x="340" y="1632"/>
                  </a:cubicBezTo>
                  <a:cubicBezTo>
                    <a:pt x="225" y="1556"/>
                    <a:pt x="187" y="1403"/>
                    <a:pt x="187" y="1173"/>
                  </a:cubicBezTo>
                  <a:cubicBezTo>
                    <a:pt x="187" y="982"/>
                    <a:pt x="225" y="829"/>
                    <a:pt x="340" y="714"/>
                  </a:cubicBezTo>
                  <a:cubicBezTo>
                    <a:pt x="416" y="637"/>
                    <a:pt x="569" y="561"/>
                    <a:pt x="799" y="561"/>
                  </a:cubicBezTo>
                  <a:lnTo>
                    <a:pt x="952" y="561"/>
                  </a:lnTo>
                  <a:lnTo>
                    <a:pt x="1258" y="561"/>
                  </a:lnTo>
                  <a:close/>
                </a:path>
              </a:pathLst>
            </a:custGeom>
            <a:grpFill/>
            <a:ln w="9797" cap="flat">
              <a:noFill/>
              <a:prstDash val="solid"/>
              <a:miter/>
            </a:ln>
          </p:spPr>
          <p:txBody>
            <a:bodyPr rtlCol="0" anchor="ctr"/>
            <a:lstStyle/>
            <a:p>
              <a:endParaRPr lang="fr-FR"/>
            </a:p>
          </p:txBody>
        </p:sp>
        <p:sp>
          <p:nvSpPr>
            <p:cNvPr id="191" name="Forme libre : forme 190">
              <a:extLst>
                <a:ext uri="{FF2B5EF4-FFF2-40B4-BE49-F238E27FC236}">
                  <a16:creationId xmlns:a16="http://schemas.microsoft.com/office/drawing/2014/main" id="{683AE37F-A371-3D5D-C535-40CC3F9BAB08}"/>
                </a:ext>
              </a:extLst>
            </p:cNvPr>
            <p:cNvSpPr/>
            <p:nvPr/>
          </p:nvSpPr>
          <p:spPr>
            <a:xfrm>
              <a:off x="1771500" y="5030033"/>
              <a:ext cx="918" cy="1530"/>
            </a:xfrm>
            <a:custGeom>
              <a:avLst/>
              <a:gdLst>
                <a:gd name="connsiteX0" fmla="*/ 799 w 918"/>
                <a:gd name="connsiteY0" fmla="*/ 561 h 1530"/>
                <a:gd name="connsiteX1" fmla="*/ 799 w 918"/>
                <a:gd name="connsiteY1" fmla="*/ 867 h 1530"/>
                <a:gd name="connsiteX2" fmla="*/ 1105 w 918"/>
                <a:gd name="connsiteY2" fmla="*/ 867 h 1530"/>
                <a:gd name="connsiteX3" fmla="*/ 1105 w 918"/>
                <a:gd name="connsiteY3" fmla="*/ 1173 h 1530"/>
                <a:gd name="connsiteX4" fmla="*/ 799 w 918"/>
                <a:gd name="connsiteY4" fmla="*/ 1173 h 1530"/>
                <a:gd name="connsiteX5" fmla="*/ 799 w 918"/>
                <a:gd name="connsiteY5" fmla="*/ 1632 h 1530"/>
                <a:gd name="connsiteX6" fmla="*/ 799 w 918"/>
                <a:gd name="connsiteY6" fmla="*/ 1786 h 1530"/>
                <a:gd name="connsiteX7" fmla="*/ 952 w 918"/>
                <a:gd name="connsiteY7" fmla="*/ 1786 h 1530"/>
                <a:gd name="connsiteX8" fmla="*/ 1105 w 918"/>
                <a:gd name="connsiteY8" fmla="*/ 1786 h 1530"/>
                <a:gd name="connsiteX9" fmla="*/ 1105 w 918"/>
                <a:gd name="connsiteY9" fmla="*/ 2092 h 1530"/>
                <a:gd name="connsiteX10" fmla="*/ 799 w 918"/>
                <a:gd name="connsiteY10" fmla="*/ 2092 h 1530"/>
                <a:gd name="connsiteX11" fmla="*/ 493 w 918"/>
                <a:gd name="connsiteY11" fmla="*/ 2092 h 1530"/>
                <a:gd name="connsiteX12" fmla="*/ 340 w 918"/>
                <a:gd name="connsiteY12" fmla="*/ 1632 h 1530"/>
                <a:gd name="connsiteX13" fmla="*/ 340 w 918"/>
                <a:gd name="connsiteY13" fmla="*/ 1173 h 1530"/>
                <a:gd name="connsiteX14" fmla="*/ 187 w 918"/>
                <a:gd name="connsiteY14" fmla="*/ 1173 h 1530"/>
                <a:gd name="connsiteX15" fmla="*/ 187 w 918"/>
                <a:gd name="connsiteY15" fmla="*/ 867 h 1530"/>
                <a:gd name="connsiteX16" fmla="*/ 340 w 918"/>
                <a:gd name="connsiteY16" fmla="*/ 867 h 1530"/>
                <a:gd name="connsiteX17" fmla="*/ 340 w 918"/>
                <a:gd name="connsiteY17" fmla="*/ 561 h 1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8" h="1530">
                  <a:moveTo>
                    <a:pt x="799" y="561"/>
                  </a:moveTo>
                  <a:lnTo>
                    <a:pt x="799" y="867"/>
                  </a:lnTo>
                  <a:lnTo>
                    <a:pt x="1105" y="867"/>
                  </a:lnTo>
                  <a:lnTo>
                    <a:pt x="1105" y="1173"/>
                  </a:lnTo>
                  <a:lnTo>
                    <a:pt x="799" y="1173"/>
                  </a:lnTo>
                  <a:lnTo>
                    <a:pt x="799" y="1632"/>
                  </a:lnTo>
                  <a:lnTo>
                    <a:pt x="799" y="1786"/>
                  </a:lnTo>
                  <a:lnTo>
                    <a:pt x="952" y="1786"/>
                  </a:lnTo>
                  <a:lnTo>
                    <a:pt x="1105" y="1786"/>
                  </a:lnTo>
                  <a:lnTo>
                    <a:pt x="1105" y="2092"/>
                  </a:lnTo>
                  <a:lnTo>
                    <a:pt x="799" y="2092"/>
                  </a:lnTo>
                  <a:lnTo>
                    <a:pt x="493" y="2092"/>
                  </a:lnTo>
                  <a:cubicBezTo>
                    <a:pt x="378" y="2015"/>
                    <a:pt x="340" y="1862"/>
                    <a:pt x="340" y="1632"/>
                  </a:cubicBezTo>
                  <a:lnTo>
                    <a:pt x="340" y="1173"/>
                  </a:lnTo>
                  <a:lnTo>
                    <a:pt x="187" y="1173"/>
                  </a:lnTo>
                  <a:lnTo>
                    <a:pt x="187" y="867"/>
                  </a:lnTo>
                  <a:lnTo>
                    <a:pt x="340" y="867"/>
                  </a:lnTo>
                  <a:lnTo>
                    <a:pt x="340" y="561"/>
                  </a:lnTo>
                  <a:close/>
                </a:path>
              </a:pathLst>
            </a:custGeom>
            <a:grpFill/>
            <a:ln w="9797" cap="flat">
              <a:noFill/>
              <a:prstDash val="solid"/>
              <a:miter/>
            </a:ln>
          </p:spPr>
          <p:txBody>
            <a:bodyPr rtlCol="0" anchor="ctr"/>
            <a:lstStyle/>
            <a:p>
              <a:endParaRPr lang="fr-FR"/>
            </a:p>
          </p:txBody>
        </p:sp>
      </p:grpSp>
      <p:sp>
        <p:nvSpPr>
          <p:cNvPr id="17" name="Graphique 15">
            <a:extLst>
              <a:ext uri="{FF2B5EF4-FFF2-40B4-BE49-F238E27FC236}">
                <a16:creationId xmlns:a16="http://schemas.microsoft.com/office/drawing/2014/main" id="{5908BD02-0EDE-B174-AD6C-8CB6BDBFC2B4}"/>
              </a:ext>
            </a:extLst>
          </p:cNvPr>
          <p:cNvSpPr/>
          <p:nvPr/>
        </p:nvSpPr>
        <p:spPr>
          <a:xfrm>
            <a:off x="5833131" y="4920914"/>
            <a:ext cx="434609" cy="341479"/>
          </a:xfrm>
          <a:custGeom>
            <a:avLst/>
            <a:gdLst>
              <a:gd name="connsiteX0" fmla="*/ 1680134 w 1680133"/>
              <a:gd name="connsiteY0" fmla="*/ 960076 h 1320105"/>
              <a:gd name="connsiteX1" fmla="*/ 1680134 w 1680133"/>
              <a:gd name="connsiteY1" fmla="*/ 1200096 h 1320105"/>
              <a:gd name="connsiteX2" fmla="*/ 1644988 w 1680133"/>
              <a:gd name="connsiteY2" fmla="*/ 1284959 h 1320105"/>
              <a:gd name="connsiteX3" fmla="*/ 1560124 w 1680133"/>
              <a:gd name="connsiteY3" fmla="*/ 1320105 h 1320105"/>
              <a:gd name="connsiteX4" fmla="*/ 1320105 w 1680133"/>
              <a:gd name="connsiteY4" fmla="*/ 1320105 h 1320105"/>
              <a:gd name="connsiteX5" fmla="*/ 1235241 w 1680133"/>
              <a:gd name="connsiteY5" fmla="*/ 1284959 h 1320105"/>
              <a:gd name="connsiteX6" fmla="*/ 1200096 w 1680133"/>
              <a:gd name="connsiteY6" fmla="*/ 1200096 h 1320105"/>
              <a:gd name="connsiteX7" fmla="*/ 1200096 w 1680133"/>
              <a:gd name="connsiteY7" fmla="*/ 960076 h 1320105"/>
              <a:gd name="connsiteX8" fmla="*/ 1235241 w 1680133"/>
              <a:gd name="connsiteY8" fmla="*/ 875213 h 1320105"/>
              <a:gd name="connsiteX9" fmla="*/ 1320105 w 1680133"/>
              <a:gd name="connsiteY9" fmla="*/ 840067 h 1320105"/>
              <a:gd name="connsiteX10" fmla="*/ 1380110 w 1680133"/>
              <a:gd name="connsiteY10" fmla="*/ 840067 h 1320105"/>
              <a:gd name="connsiteX11" fmla="*/ 1380110 w 1680133"/>
              <a:gd name="connsiteY11" fmla="*/ 720057 h 1320105"/>
              <a:gd name="connsiteX12" fmla="*/ 900072 w 1680133"/>
              <a:gd name="connsiteY12" fmla="*/ 720057 h 1320105"/>
              <a:gd name="connsiteX13" fmla="*/ 900072 w 1680133"/>
              <a:gd name="connsiteY13" fmla="*/ 840067 h 1320105"/>
              <a:gd name="connsiteX14" fmla="*/ 960076 w 1680133"/>
              <a:gd name="connsiteY14" fmla="*/ 840067 h 1320105"/>
              <a:gd name="connsiteX15" fmla="*/ 1044940 w 1680133"/>
              <a:gd name="connsiteY15" fmla="*/ 875213 h 1320105"/>
              <a:gd name="connsiteX16" fmla="*/ 1080086 w 1680133"/>
              <a:gd name="connsiteY16" fmla="*/ 960076 h 1320105"/>
              <a:gd name="connsiteX17" fmla="*/ 1080086 w 1680133"/>
              <a:gd name="connsiteY17" fmla="*/ 1200096 h 1320105"/>
              <a:gd name="connsiteX18" fmla="*/ 1044940 w 1680133"/>
              <a:gd name="connsiteY18" fmla="*/ 1284959 h 1320105"/>
              <a:gd name="connsiteX19" fmla="*/ 960076 w 1680133"/>
              <a:gd name="connsiteY19" fmla="*/ 1320105 h 1320105"/>
              <a:gd name="connsiteX20" fmla="*/ 720057 w 1680133"/>
              <a:gd name="connsiteY20" fmla="*/ 1320105 h 1320105"/>
              <a:gd name="connsiteX21" fmla="*/ 635193 w 1680133"/>
              <a:gd name="connsiteY21" fmla="*/ 1284959 h 1320105"/>
              <a:gd name="connsiteX22" fmla="*/ 600048 w 1680133"/>
              <a:gd name="connsiteY22" fmla="*/ 1200096 h 1320105"/>
              <a:gd name="connsiteX23" fmla="*/ 600048 w 1680133"/>
              <a:gd name="connsiteY23" fmla="*/ 960076 h 1320105"/>
              <a:gd name="connsiteX24" fmla="*/ 635193 w 1680133"/>
              <a:gd name="connsiteY24" fmla="*/ 875213 h 1320105"/>
              <a:gd name="connsiteX25" fmla="*/ 720057 w 1680133"/>
              <a:gd name="connsiteY25" fmla="*/ 840067 h 1320105"/>
              <a:gd name="connsiteX26" fmla="*/ 780062 w 1680133"/>
              <a:gd name="connsiteY26" fmla="*/ 840067 h 1320105"/>
              <a:gd name="connsiteX27" fmla="*/ 780062 w 1680133"/>
              <a:gd name="connsiteY27" fmla="*/ 720057 h 1320105"/>
              <a:gd name="connsiteX28" fmla="*/ 300024 w 1680133"/>
              <a:gd name="connsiteY28" fmla="*/ 720057 h 1320105"/>
              <a:gd name="connsiteX29" fmla="*/ 300024 w 1680133"/>
              <a:gd name="connsiteY29" fmla="*/ 840067 h 1320105"/>
              <a:gd name="connsiteX30" fmla="*/ 360029 w 1680133"/>
              <a:gd name="connsiteY30" fmla="*/ 840067 h 1320105"/>
              <a:gd name="connsiteX31" fmla="*/ 444893 w 1680133"/>
              <a:gd name="connsiteY31" fmla="*/ 875213 h 1320105"/>
              <a:gd name="connsiteX32" fmla="*/ 480038 w 1680133"/>
              <a:gd name="connsiteY32" fmla="*/ 960076 h 1320105"/>
              <a:gd name="connsiteX33" fmla="*/ 480038 w 1680133"/>
              <a:gd name="connsiteY33" fmla="*/ 1200096 h 1320105"/>
              <a:gd name="connsiteX34" fmla="*/ 444893 w 1680133"/>
              <a:gd name="connsiteY34" fmla="*/ 1284959 h 1320105"/>
              <a:gd name="connsiteX35" fmla="*/ 360029 w 1680133"/>
              <a:gd name="connsiteY35" fmla="*/ 1320105 h 1320105"/>
              <a:gd name="connsiteX36" fmla="*/ 120010 w 1680133"/>
              <a:gd name="connsiteY36" fmla="*/ 1320105 h 1320105"/>
              <a:gd name="connsiteX37" fmla="*/ 35146 w 1680133"/>
              <a:gd name="connsiteY37" fmla="*/ 1284959 h 1320105"/>
              <a:gd name="connsiteX38" fmla="*/ 0 w 1680133"/>
              <a:gd name="connsiteY38" fmla="*/ 1200096 h 1320105"/>
              <a:gd name="connsiteX39" fmla="*/ 0 w 1680133"/>
              <a:gd name="connsiteY39" fmla="*/ 960076 h 1320105"/>
              <a:gd name="connsiteX40" fmla="*/ 35146 w 1680133"/>
              <a:gd name="connsiteY40" fmla="*/ 875213 h 1320105"/>
              <a:gd name="connsiteX41" fmla="*/ 120010 w 1680133"/>
              <a:gd name="connsiteY41" fmla="*/ 840067 h 1320105"/>
              <a:gd name="connsiteX42" fmla="*/ 180014 w 1680133"/>
              <a:gd name="connsiteY42" fmla="*/ 840067 h 1320105"/>
              <a:gd name="connsiteX43" fmla="*/ 180014 w 1680133"/>
              <a:gd name="connsiteY43" fmla="*/ 720057 h 1320105"/>
              <a:gd name="connsiteX44" fmla="*/ 215160 w 1680133"/>
              <a:gd name="connsiteY44" fmla="*/ 635193 h 1320105"/>
              <a:gd name="connsiteX45" fmla="*/ 300024 w 1680133"/>
              <a:gd name="connsiteY45" fmla="*/ 600048 h 1320105"/>
              <a:gd name="connsiteX46" fmla="*/ 780062 w 1680133"/>
              <a:gd name="connsiteY46" fmla="*/ 600048 h 1320105"/>
              <a:gd name="connsiteX47" fmla="*/ 780062 w 1680133"/>
              <a:gd name="connsiteY47" fmla="*/ 480038 h 1320105"/>
              <a:gd name="connsiteX48" fmla="*/ 720057 w 1680133"/>
              <a:gd name="connsiteY48" fmla="*/ 480038 h 1320105"/>
              <a:gd name="connsiteX49" fmla="*/ 635193 w 1680133"/>
              <a:gd name="connsiteY49" fmla="*/ 444893 h 1320105"/>
              <a:gd name="connsiteX50" fmla="*/ 600048 w 1680133"/>
              <a:gd name="connsiteY50" fmla="*/ 360029 h 1320105"/>
              <a:gd name="connsiteX51" fmla="*/ 600048 w 1680133"/>
              <a:gd name="connsiteY51" fmla="*/ 120010 h 1320105"/>
              <a:gd name="connsiteX52" fmla="*/ 635193 w 1680133"/>
              <a:gd name="connsiteY52" fmla="*/ 35146 h 1320105"/>
              <a:gd name="connsiteX53" fmla="*/ 720057 w 1680133"/>
              <a:gd name="connsiteY53" fmla="*/ 0 h 1320105"/>
              <a:gd name="connsiteX54" fmla="*/ 960076 w 1680133"/>
              <a:gd name="connsiteY54" fmla="*/ 0 h 1320105"/>
              <a:gd name="connsiteX55" fmla="*/ 1044940 w 1680133"/>
              <a:gd name="connsiteY55" fmla="*/ 35146 h 1320105"/>
              <a:gd name="connsiteX56" fmla="*/ 1080086 w 1680133"/>
              <a:gd name="connsiteY56" fmla="*/ 120010 h 1320105"/>
              <a:gd name="connsiteX57" fmla="*/ 1080086 w 1680133"/>
              <a:gd name="connsiteY57" fmla="*/ 360029 h 1320105"/>
              <a:gd name="connsiteX58" fmla="*/ 1044940 w 1680133"/>
              <a:gd name="connsiteY58" fmla="*/ 444893 h 1320105"/>
              <a:gd name="connsiteX59" fmla="*/ 960076 w 1680133"/>
              <a:gd name="connsiteY59" fmla="*/ 480038 h 1320105"/>
              <a:gd name="connsiteX60" fmla="*/ 900072 w 1680133"/>
              <a:gd name="connsiteY60" fmla="*/ 480038 h 1320105"/>
              <a:gd name="connsiteX61" fmla="*/ 900072 w 1680133"/>
              <a:gd name="connsiteY61" fmla="*/ 600048 h 1320105"/>
              <a:gd name="connsiteX62" fmla="*/ 1380110 w 1680133"/>
              <a:gd name="connsiteY62" fmla="*/ 600048 h 1320105"/>
              <a:gd name="connsiteX63" fmla="*/ 1464974 w 1680133"/>
              <a:gd name="connsiteY63" fmla="*/ 635193 h 1320105"/>
              <a:gd name="connsiteX64" fmla="*/ 1500119 w 1680133"/>
              <a:gd name="connsiteY64" fmla="*/ 720057 h 1320105"/>
              <a:gd name="connsiteX65" fmla="*/ 1500119 w 1680133"/>
              <a:gd name="connsiteY65" fmla="*/ 840067 h 1320105"/>
              <a:gd name="connsiteX66" fmla="*/ 1560124 w 1680133"/>
              <a:gd name="connsiteY66" fmla="*/ 840067 h 1320105"/>
              <a:gd name="connsiteX67" fmla="*/ 1644988 w 1680133"/>
              <a:gd name="connsiteY67" fmla="*/ 875213 h 1320105"/>
              <a:gd name="connsiteX68" fmla="*/ 1680134 w 1680133"/>
              <a:gd name="connsiteY68" fmla="*/ 960076 h 1320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680133" h="1320105">
                <a:moveTo>
                  <a:pt x="1680134" y="960076"/>
                </a:moveTo>
                <a:lnTo>
                  <a:pt x="1680134" y="1200096"/>
                </a:lnTo>
                <a:cubicBezTo>
                  <a:pt x="1680134" y="1231919"/>
                  <a:pt x="1667488" y="1262446"/>
                  <a:pt x="1644988" y="1284959"/>
                </a:cubicBezTo>
                <a:cubicBezTo>
                  <a:pt x="1622474" y="1307460"/>
                  <a:pt x="1591947" y="1320105"/>
                  <a:pt x="1560124" y="1320105"/>
                </a:cubicBezTo>
                <a:lnTo>
                  <a:pt x="1320105" y="1320105"/>
                </a:lnTo>
                <a:cubicBezTo>
                  <a:pt x="1288282" y="1320105"/>
                  <a:pt x="1257755" y="1307460"/>
                  <a:pt x="1235241" y="1284959"/>
                </a:cubicBezTo>
                <a:cubicBezTo>
                  <a:pt x="1212741" y="1262446"/>
                  <a:pt x="1200096" y="1231919"/>
                  <a:pt x="1200096" y="1200096"/>
                </a:cubicBezTo>
                <a:lnTo>
                  <a:pt x="1200096" y="960076"/>
                </a:lnTo>
                <a:cubicBezTo>
                  <a:pt x="1200096" y="928253"/>
                  <a:pt x="1212741" y="897726"/>
                  <a:pt x="1235241" y="875213"/>
                </a:cubicBezTo>
                <a:cubicBezTo>
                  <a:pt x="1257755" y="852712"/>
                  <a:pt x="1288282" y="840067"/>
                  <a:pt x="1320105" y="840067"/>
                </a:cubicBezTo>
                <a:lnTo>
                  <a:pt x="1380110" y="840067"/>
                </a:lnTo>
                <a:lnTo>
                  <a:pt x="1380110" y="720057"/>
                </a:lnTo>
                <a:lnTo>
                  <a:pt x="900072" y="720057"/>
                </a:lnTo>
                <a:lnTo>
                  <a:pt x="900072" y="840067"/>
                </a:lnTo>
                <a:lnTo>
                  <a:pt x="960076" y="840067"/>
                </a:lnTo>
                <a:cubicBezTo>
                  <a:pt x="991900" y="840067"/>
                  <a:pt x="1022427" y="852712"/>
                  <a:pt x="1044940" y="875213"/>
                </a:cubicBezTo>
                <a:cubicBezTo>
                  <a:pt x="1067440" y="897726"/>
                  <a:pt x="1080086" y="928253"/>
                  <a:pt x="1080086" y="960076"/>
                </a:cubicBezTo>
                <a:lnTo>
                  <a:pt x="1080086" y="1200096"/>
                </a:lnTo>
                <a:cubicBezTo>
                  <a:pt x="1080086" y="1231919"/>
                  <a:pt x="1067440" y="1262446"/>
                  <a:pt x="1044940" y="1284959"/>
                </a:cubicBezTo>
                <a:cubicBezTo>
                  <a:pt x="1022427" y="1307460"/>
                  <a:pt x="991900" y="1320105"/>
                  <a:pt x="960076" y="1320105"/>
                </a:cubicBezTo>
                <a:lnTo>
                  <a:pt x="720057" y="1320105"/>
                </a:lnTo>
                <a:cubicBezTo>
                  <a:pt x="688234" y="1320105"/>
                  <a:pt x="657707" y="1307460"/>
                  <a:pt x="635193" y="1284959"/>
                </a:cubicBezTo>
                <a:cubicBezTo>
                  <a:pt x="612693" y="1262446"/>
                  <a:pt x="600048" y="1231919"/>
                  <a:pt x="600048" y="1200096"/>
                </a:cubicBezTo>
                <a:lnTo>
                  <a:pt x="600048" y="960076"/>
                </a:lnTo>
                <a:cubicBezTo>
                  <a:pt x="600048" y="928253"/>
                  <a:pt x="612693" y="897726"/>
                  <a:pt x="635193" y="875213"/>
                </a:cubicBezTo>
                <a:cubicBezTo>
                  <a:pt x="657707" y="852712"/>
                  <a:pt x="688234" y="840067"/>
                  <a:pt x="720057" y="840067"/>
                </a:cubicBezTo>
                <a:lnTo>
                  <a:pt x="780062" y="840067"/>
                </a:lnTo>
                <a:lnTo>
                  <a:pt x="780062" y="720057"/>
                </a:lnTo>
                <a:lnTo>
                  <a:pt x="300024" y="720057"/>
                </a:lnTo>
                <a:lnTo>
                  <a:pt x="300024" y="840067"/>
                </a:lnTo>
                <a:lnTo>
                  <a:pt x="360029" y="840067"/>
                </a:lnTo>
                <a:cubicBezTo>
                  <a:pt x="391852" y="840067"/>
                  <a:pt x="422379" y="852712"/>
                  <a:pt x="444893" y="875213"/>
                </a:cubicBezTo>
                <a:cubicBezTo>
                  <a:pt x="467393" y="897726"/>
                  <a:pt x="480038" y="928253"/>
                  <a:pt x="480038" y="960076"/>
                </a:cubicBezTo>
                <a:lnTo>
                  <a:pt x="480038" y="1200096"/>
                </a:lnTo>
                <a:cubicBezTo>
                  <a:pt x="480038" y="1231919"/>
                  <a:pt x="467393" y="1262446"/>
                  <a:pt x="444893" y="1284959"/>
                </a:cubicBezTo>
                <a:cubicBezTo>
                  <a:pt x="422379" y="1307460"/>
                  <a:pt x="391852" y="1320105"/>
                  <a:pt x="360029" y="1320105"/>
                </a:cubicBezTo>
                <a:lnTo>
                  <a:pt x="120010" y="1320105"/>
                </a:lnTo>
                <a:cubicBezTo>
                  <a:pt x="88186" y="1320105"/>
                  <a:pt x="57659" y="1307460"/>
                  <a:pt x="35146" y="1284959"/>
                </a:cubicBezTo>
                <a:cubicBezTo>
                  <a:pt x="12646" y="1262446"/>
                  <a:pt x="0" y="1231919"/>
                  <a:pt x="0" y="1200096"/>
                </a:cubicBezTo>
                <a:lnTo>
                  <a:pt x="0" y="960076"/>
                </a:lnTo>
                <a:cubicBezTo>
                  <a:pt x="0" y="928253"/>
                  <a:pt x="12646" y="897726"/>
                  <a:pt x="35146" y="875213"/>
                </a:cubicBezTo>
                <a:cubicBezTo>
                  <a:pt x="57659" y="852712"/>
                  <a:pt x="88186" y="840067"/>
                  <a:pt x="120010" y="840067"/>
                </a:cubicBezTo>
                <a:lnTo>
                  <a:pt x="180014" y="840067"/>
                </a:lnTo>
                <a:lnTo>
                  <a:pt x="180014" y="720057"/>
                </a:lnTo>
                <a:cubicBezTo>
                  <a:pt x="180014" y="688234"/>
                  <a:pt x="192660" y="657707"/>
                  <a:pt x="215160" y="635193"/>
                </a:cubicBezTo>
                <a:cubicBezTo>
                  <a:pt x="237674" y="612693"/>
                  <a:pt x="268201" y="600048"/>
                  <a:pt x="300024" y="600048"/>
                </a:cubicBezTo>
                <a:lnTo>
                  <a:pt x="780062" y="600048"/>
                </a:lnTo>
                <a:lnTo>
                  <a:pt x="780062" y="480038"/>
                </a:lnTo>
                <a:lnTo>
                  <a:pt x="720057" y="480038"/>
                </a:lnTo>
                <a:cubicBezTo>
                  <a:pt x="688234" y="480038"/>
                  <a:pt x="657707" y="467393"/>
                  <a:pt x="635193" y="444893"/>
                </a:cubicBezTo>
                <a:cubicBezTo>
                  <a:pt x="612693" y="422379"/>
                  <a:pt x="600048" y="391852"/>
                  <a:pt x="600048" y="360029"/>
                </a:cubicBezTo>
                <a:lnTo>
                  <a:pt x="600048" y="120010"/>
                </a:lnTo>
                <a:cubicBezTo>
                  <a:pt x="600048" y="88186"/>
                  <a:pt x="612693" y="57659"/>
                  <a:pt x="635193" y="35146"/>
                </a:cubicBezTo>
                <a:cubicBezTo>
                  <a:pt x="657707" y="12644"/>
                  <a:pt x="688234" y="0"/>
                  <a:pt x="720057" y="0"/>
                </a:cubicBezTo>
                <a:lnTo>
                  <a:pt x="960076" y="0"/>
                </a:lnTo>
                <a:cubicBezTo>
                  <a:pt x="991900" y="0"/>
                  <a:pt x="1022427" y="12644"/>
                  <a:pt x="1044940" y="35146"/>
                </a:cubicBezTo>
                <a:cubicBezTo>
                  <a:pt x="1067440" y="57659"/>
                  <a:pt x="1080086" y="88186"/>
                  <a:pt x="1080086" y="120010"/>
                </a:cubicBezTo>
                <a:lnTo>
                  <a:pt x="1080086" y="360029"/>
                </a:lnTo>
                <a:cubicBezTo>
                  <a:pt x="1080086" y="391852"/>
                  <a:pt x="1067440" y="422379"/>
                  <a:pt x="1044940" y="444893"/>
                </a:cubicBezTo>
                <a:cubicBezTo>
                  <a:pt x="1022427" y="467393"/>
                  <a:pt x="991900" y="480038"/>
                  <a:pt x="960076" y="480038"/>
                </a:cubicBezTo>
                <a:lnTo>
                  <a:pt x="900072" y="480038"/>
                </a:lnTo>
                <a:lnTo>
                  <a:pt x="900072" y="600048"/>
                </a:lnTo>
                <a:lnTo>
                  <a:pt x="1380110" y="600048"/>
                </a:lnTo>
                <a:cubicBezTo>
                  <a:pt x="1411933" y="600048"/>
                  <a:pt x="1442460" y="612693"/>
                  <a:pt x="1464974" y="635193"/>
                </a:cubicBezTo>
                <a:cubicBezTo>
                  <a:pt x="1487474" y="657707"/>
                  <a:pt x="1500119" y="688234"/>
                  <a:pt x="1500119" y="720057"/>
                </a:cubicBezTo>
                <a:lnTo>
                  <a:pt x="1500119" y="840067"/>
                </a:lnTo>
                <a:lnTo>
                  <a:pt x="1560124" y="840067"/>
                </a:lnTo>
                <a:cubicBezTo>
                  <a:pt x="1591947" y="840067"/>
                  <a:pt x="1622474" y="852712"/>
                  <a:pt x="1644988" y="875213"/>
                </a:cubicBezTo>
                <a:cubicBezTo>
                  <a:pt x="1667488" y="897726"/>
                  <a:pt x="1680134" y="928253"/>
                  <a:pt x="1680134" y="960076"/>
                </a:cubicBezTo>
                <a:close/>
              </a:path>
            </a:pathLst>
          </a:custGeom>
          <a:solidFill>
            <a:schemeClr val="tx2">
              <a:lumMod val="40000"/>
              <a:lumOff val="60000"/>
            </a:schemeClr>
          </a:solidFill>
          <a:ln w="3415" cap="flat">
            <a:noFill/>
            <a:prstDash val="solid"/>
            <a:miter/>
          </a:ln>
        </p:spPr>
        <p:txBody>
          <a:bodyPr rtlCol="0" anchor="ctr"/>
          <a:lstStyle/>
          <a:p>
            <a:endParaRPr lang="fr-FR"/>
          </a:p>
        </p:txBody>
      </p:sp>
      <p:sp>
        <p:nvSpPr>
          <p:cNvPr id="235" name="ZoneTexte 234">
            <a:extLst>
              <a:ext uri="{FF2B5EF4-FFF2-40B4-BE49-F238E27FC236}">
                <a16:creationId xmlns:a16="http://schemas.microsoft.com/office/drawing/2014/main" id="{E39E27D4-061E-7EFA-82A4-C8696F4D101D}"/>
              </a:ext>
            </a:extLst>
          </p:cNvPr>
          <p:cNvSpPr txBox="1"/>
          <p:nvPr/>
        </p:nvSpPr>
        <p:spPr>
          <a:xfrm>
            <a:off x="5268811" y="4458813"/>
            <a:ext cx="1563248" cy="230832"/>
          </a:xfrm>
          <a:prstGeom prst="rect">
            <a:avLst/>
          </a:prstGeom>
          <a:noFill/>
        </p:spPr>
        <p:txBody>
          <a:bodyPr wrap="none" rtlCol="0">
            <a:spAutoFit/>
          </a:bodyPr>
          <a:lstStyle/>
          <a:p>
            <a:pPr algn="ctr"/>
            <a:r>
              <a:rPr lang="fr-FR" sz="900" i="1">
                <a:solidFill>
                  <a:schemeClr val="bg1">
                    <a:lumMod val="50000"/>
                  </a:schemeClr>
                </a:solidFill>
                <a:latin typeface="Arial" panose="020B0604020202020204" pitchFamily="34" charset="0"/>
                <a:cs typeface="Arial" panose="020B0604020202020204" pitchFamily="34" charset="0"/>
              </a:rPr>
              <a:t>Changements stratégiques</a:t>
            </a:r>
            <a:endParaRPr lang="fr-FR" sz="1400" i="1">
              <a:solidFill>
                <a:schemeClr val="bg1">
                  <a:lumMod val="50000"/>
                </a:schemeClr>
              </a:solidFill>
              <a:latin typeface="Arial" panose="020B0604020202020204" pitchFamily="34" charset="0"/>
              <a:cs typeface="Arial" panose="020B0604020202020204" pitchFamily="34" charset="0"/>
            </a:endParaRPr>
          </a:p>
        </p:txBody>
      </p:sp>
      <p:sp>
        <p:nvSpPr>
          <p:cNvPr id="236" name="ZoneTexte 235">
            <a:extLst>
              <a:ext uri="{FF2B5EF4-FFF2-40B4-BE49-F238E27FC236}">
                <a16:creationId xmlns:a16="http://schemas.microsoft.com/office/drawing/2014/main" id="{2DE5042A-3BA3-669C-F187-F899E4ACE804}"/>
              </a:ext>
            </a:extLst>
          </p:cNvPr>
          <p:cNvSpPr txBox="1"/>
          <p:nvPr/>
        </p:nvSpPr>
        <p:spPr>
          <a:xfrm>
            <a:off x="5163013" y="5257805"/>
            <a:ext cx="1774846" cy="230832"/>
          </a:xfrm>
          <a:prstGeom prst="rect">
            <a:avLst/>
          </a:prstGeom>
          <a:noFill/>
        </p:spPr>
        <p:txBody>
          <a:bodyPr wrap="none" rtlCol="0">
            <a:spAutoFit/>
          </a:bodyPr>
          <a:lstStyle/>
          <a:p>
            <a:pPr algn="ctr"/>
            <a:r>
              <a:rPr lang="fr-FR" sz="900" i="1">
                <a:solidFill>
                  <a:schemeClr val="bg1">
                    <a:lumMod val="50000"/>
                  </a:schemeClr>
                </a:solidFill>
                <a:latin typeface="Arial" panose="020B0604020202020204" pitchFamily="34" charset="0"/>
                <a:cs typeface="Arial" panose="020B0604020202020204" pitchFamily="34" charset="0"/>
              </a:rPr>
              <a:t>Changements organisationnels</a:t>
            </a:r>
            <a:endParaRPr lang="fr-FR" sz="1400" i="1">
              <a:solidFill>
                <a:schemeClr val="bg1">
                  <a:lumMod val="50000"/>
                </a:schemeClr>
              </a:solidFill>
              <a:latin typeface="Arial" panose="020B0604020202020204" pitchFamily="34" charset="0"/>
              <a:cs typeface="Arial" panose="020B0604020202020204" pitchFamily="34" charset="0"/>
            </a:endParaRPr>
          </a:p>
        </p:txBody>
      </p:sp>
      <p:sp>
        <p:nvSpPr>
          <p:cNvPr id="237" name="ZoneTexte 236">
            <a:extLst>
              <a:ext uri="{FF2B5EF4-FFF2-40B4-BE49-F238E27FC236}">
                <a16:creationId xmlns:a16="http://schemas.microsoft.com/office/drawing/2014/main" id="{D3E43CE2-019E-66B1-1550-03257A9A4A49}"/>
              </a:ext>
            </a:extLst>
          </p:cNvPr>
          <p:cNvSpPr txBox="1"/>
          <p:nvPr/>
        </p:nvSpPr>
        <p:spPr>
          <a:xfrm>
            <a:off x="5419950" y="6074931"/>
            <a:ext cx="1255472" cy="230832"/>
          </a:xfrm>
          <a:prstGeom prst="rect">
            <a:avLst/>
          </a:prstGeom>
          <a:noFill/>
        </p:spPr>
        <p:txBody>
          <a:bodyPr wrap="none" rtlCol="0">
            <a:spAutoFit/>
          </a:bodyPr>
          <a:lstStyle/>
          <a:p>
            <a:pPr algn="ctr"/>
            <a:r>
              <a:rPr lang="fr-FR" sz="900" i="1">
                <a:solidFill>
                  <a:schemeClr val="bg1">
                    <a:lumMod val="50000"/>
                  </a:schemeClr>
                </a:solidFill>
                <a:latin typeface="Arial" panose="020B0604020202020204" pitchFamily="34" charset="0"/>
                <a:cs typeface="Arial" panose="020B0604020202020204" pitchFamily="34" charset="0"/>
              </a:rPr>
              <a:t>Changements métier</a:t>
            </a:r>
            <a:endParaRPr lang="fr-FR" sz="1400" i="1">
              <a:solidFill>
                <a:schemeClr val="bg1">
                  <a:lumMod val="50000"/>
                </a:schemeClr>
              </a:solidFill>
              <a:latin typeface="Arial" panose="020B0604020202020204" pitchFamily="34" charset="0"/>
              <a:cs typeface="Arial" panose="020B0604020202020204" pitchFamily="34" charset="0"/>
            </a:endParaRPr>
          </a:p>
        </p:txBody>
      </p:sp>
      <p:sp>
        <p:nvSpPr>
          <p:cNvPr id="3" name="ZoneTexte 2">
            <a:extLst>
              <a:ext uri="{FF2B5EF4-FFF2-40B4-BE49-F238E27FC236}">
                <a16:creationId xmlns:a16="http://schemas.microsoft.com/office/drawing/2014/main" id="{B9C047FD-AD53-F01A-0856-2024BE1AD4B6}"/>
              </a:ext>
            </a:extLst>
          </p:cNvPr>
          <p:cNvSpPr txBox="1"/>
          <p:nvPr/>
        </p:nvSpPr>
        <p:spPr>
          <a:xfrm>
            <a:off x="7416883" y="4520866"/>
            <a:ext cx="4281188" cy="1415772"/>
          </a:xfrm>
          <a:prstGeom prst="rect">
            <a:avLst/>
          </a:prstGeom>
          <a:noFill/>
        </p:spPr>
        <p:txBody>
          <a:bodyPr wrap="square" rtlCol="0">
            <a:spAutoFit/>
          </a:bodyPr>
          <a:lstStyle/>
          <a:p>
            <a:pPr algn="just">
              <a:spcBef>
                <a:spcPts val="300"/>
              </a:spcBef>
            </a:pPr>
            <a:r>
              <a:rPr lang="fr-FR" sz="1050">
                <a:latin typeface="Arial" panose="020B0604020202020204" pitchFamily="34" charset="0"/>
                <a:cs typeface="Arial" panose="020B0604020202020204" pitchFamily="34" charset="0"/>
              </a:rPr>
              <a:t>L’urbanisation consiste à mettre en place un espace de collaboration incluant :</a:t>
            </a:r>
          </a:p>
          <a:p>
            <a:pPr marL="171450" indent="-171450" algn="just">
              <a:spcBef>
                <a:spcPts val="300"/>
              </a:spcBef>
              <a:buFont typeface="Wingdings" pitchFamily="2" charset="2"/>
              <a:buChar char="ü"/>
            </a:pPr>
            <a:r>
              <a:rPr lang="fr-FR" sz="1050">
                <a:latin typeface="Arial" panose="020B0604020202020204" pitchFamily="34" charset="0"/>
                <a:cs typeface="Arial" panose="020B0604020202020204" pitchFamily="34" charset="0"/>
              </a:rPr>
              <a:t>Des patterns d’architecture, </a:t>
            </a:r>
          </a:p>
          <a:p>
            <a:pPr marL="171450" indent="-171450" algn="just">
              <a:spcBef>
                <a:spcPts val="300"/>
              </a:spcBef>
              <a:buFont typeface="Wingdings" pitchFamily="2" charset="2"/>
              <a:buChar char="ü"/>
            </a:pPr>
            <a:r>
              <a:rPr lang="fr-FR" sz="1050">
                <a:latin typeface="Arial" panose="020B0604020202020204" pitchFamily="34" charset="0"/>
                <a:cs typeface="Arial" panose="020B0604020202020204" pitchFamily="34" charset="0"/>
              </a:rPr>
              <a:t>Des méthodologies, principes de gouvernance</a:t>
            </a:r>
          </a:p>
          <a:p>
            <a:pPr marL="171450" indent="-171450" algn="just">
              <a:spcBef>
                <a:spcPts val="300"/>
              </a:spcBef>
              <a:buFont typeface="Wingdings" pitchFamily="2" charset="2"/>
              <a:buChar char="ü"/>
            </a:pPr>
            <a:r>
              <a:rPr lang="fr-FR" sz="1050">
                <a:latin typeface="Arial" panose="020B0604020202020204" pitchFamily="34" charset="0"/>
                <a:cs typeface="Arial" panose="020B0604020202020204" pitchFamily="34" charset="0"/>
              </a:rPr>
              <a:t>Les composants de socle et référentiels des services</a:t>
            </a:r>
          </a:p>
          <a:p>
            <a:pPr marL="171450" indent="-171450" algn="just">
              <a:spcBef>
                <a:spcPts val="300"/>
              </a:spcBef>
              <a:buFont typeface="Wingdings" pitchFamily="2" charset="2"/>
              <a:buChar char="ü"/>
            </a:pPr>
            <a:r>
              <a:rPr lang="fr-FR" sz="1050">
                <a:latin typeface="Arial" panose="020B0604020202020204" pitchFamily="34" charset="0"/>
                <a:cs typeface="Arial" panose="020B0604020202020204" pitchFamily="34" charset="0"/>
              </a:rPr>
              <a:t>Contractualisation, Meta données métiers, ... </a:t>
            </a:r>
          </a:p>
          <a:p>
            <a:pPr algn="just">
              <a:spcBef>
                <a:spcPts val="300"/>
              </a:spcBef>
            </a:pPr>
            <a:endParaRPr lang="fr-FR" sz="105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151386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2EDA6835-0EE1-4952-93C9-61AD072F42F3}"/>
              </a:ext>
            </a:extLst>
          </p:cNvPr>
          <p:cNvSpPr txBox="1"/>
          <p:nvPr/>
        </p:nvSpPr>
        <p:spPr>
          <a:xfrm>
            <a:off x="5590732" y="3556610"/>
            <a:ext cx="1010536" cy="523220"/>
          </a:xfrm>
          <a:prstGeom prst="rect">
            <a:avLst/>
          </a:prstGeom>
          <a:noFill/>
        </p:spPr>
        <p:txBody>
          <a:bodyPr wrap="square" rtlCol="0">
            <a:spAutoFit/>
          </a:bodyPr>
          <a:lstStyle/>
          <a:p>
            <a:pPr algn="ctr"/>
            <a:r>
              <a:rPr lang="fr-FR" sz="1400">
                <a:latin typeface="Arial" panose="020B0604020202020204" pitchFamily="34" charset="0"/>
                <a:cs typeface="Arial" panose="020B0604020202020204" pitchFamily="34" charset="0"/>
              </a:rPr>
              <a:t>Liste des ventes</a:t>
            </a:r>
          </a:p>
        </p:txBody>
      </p:sp>
      <p:sp>
        <p:nvSpPr>
          <p:cNvPr id="153" name="ZoneTexte 152">
            <a:extLst>
              <a:ext uri="{FF2B5EF4-FFF2-40B4-BE49-F238E27FC236}">
                <a16:creationId xmlns:a16="http://schemas.microsoft.com/office/drawing/2014/main" id="{430C865C-F16C-DB61-7BBA-8ED16FD463FE}"/>
              </a:ext>
            </a:extLst>
          </p:cNvPr>
          <p:cNvSpPr txBox="1"/>
          <p:nvPr/>
        </p:nvSpPr>
        <p:spPr>
          <a:xfrm>
            <a:off x="5590732" y="2270356"/>
            <a:ext cx="1010536" cy="307777"/>
          </a:xfrm>
          <a:prstGeom prst="rect">
            <a:avLst/>
          </a:prstGeom>
          <a:noFill/>
        </p:spPr>
        <p:txBody>
          <a:bodyPr wrap="square" rtlCol="0" anchor="ctr">
            <a:spAutoFit/>
          </a:bodyPr>
          <a:lstStyle/>
          <a:p>
            <a:pPr algn="ctr"/>
            <a:r>
              <a:rPr lang="fr-FR" sz="1400">
                <a:solidFill>
                  <a:schemeClr val="bg1"/>
                </a:solidFill>
                <a:latin typeface="Arial" panose="020B0604020202020204" pitchFamily="34" charset="0"/>
                <a:cs typeface="Arial" panose="020B0604020202020204" pitchFamily="34" charset="0"/>
              </a:rPr>
              <a:t>Stocks</a:t>
            </a:r>
          </a:p>
        </p:txBody>
      </p:sp>
      <p:sp>
        <p:nvSpPr>
          <p:cNvPr id="190" name="Rectangle 189">
            <a:extLst>
              <a:ext uri="{FF2B5EF4-FFF2-40B4-BE49-F238E27FC236}">
                <a16:creationId xmlns:a16="http://schemas.microsoft.com/office/drawing/2014/main" id="{6A98533A-1BBA-44EC-86C4-9F6883141045}"/>
              </a:ext>
            </a:extLst>
          </p:cNvPr>
          <p:cNvSpPr/>
          <p:nvPr/>
        </p:nvSpPr>
        <p:spPr>
          <a:xfrm>
            <a:off x="6682009" y="5918200"/>
            <a:ext cx="5509991" cy="939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Partons d’une donnée… </a:t>
            </a:r>
          </a:p>
        </p:txBody>
      </p:sp>
      <p:sp>
        <p:nvSpPr>
          <p:cNvPr id="197" name="Espace réservé du texte 3">
            <a:extLst>
              <a:ext uri="{FF2B5EF4-FFF2-40B4-BE49-F238E27FC236}">
                <a16:creationId xmlns:a16="http://schemas.microsoft.com/office/drawing/2014/main" id="{6E5529E7-3D4D-0850-D48E-4C39F604AB99}"/>
              </a:ext>
            </a:extLst>
          </p:cNvPr>
          <p:cNvSpPr>
            <a:spLocks noGrp="1"/>
          </p:cNvSpPr>
          <p:nvPr>
            <p:ph type="body" sz="quarter" idx="35"/>
          </p:nvPr>
        </p:nvSpPr>
        <p:spPr>
          <a:xfrm>
            <a:off x="337931" y="922713"/>
            <a:ext cx="11433654" cy="273879"/>
          </a:xfrm>
        </p:spPr>
        <p:txBody>
          <a:bodyPr/>
          <a:lstStyle/>
          <a:p>
            <a:r>
              <a:rPr lang="fr-FR"/>
              <a:t>Rappels</a:t>
            </a:r>
          </a:p>
        </p:txBody>
      </p:sp>
      <p:sp>
        <p:nvSpPr>
          <p:cNvPr id="198" name="Espace réservé du texte 1">
            <a:extLst>
              <a:ext uri="{FF2B5EF4-FFF2-40B4-BE49-F238E27FC236}">
                <a16:creationId xmlns:a16="http://schemas.microsoft.com/office/drawing/2014/main" id="{F6320B2D-BCB2-B87D-EC33-81B0E96AD76B}"/>
              </a:ext>
            </a:extLst>
          </p:cNvPr>
          <p:cNvSpPr>
            <a:spLocks noGrp="1"/>
          </p:cNvSpPr>
          <p:nvPr>
            <p:ph type="body" sz="quarter" idx="10"/>
          </p:nvPr>
        </p:nvSpPr>
        <p:spPr>
          <a:xfrm>
            <a:off x="337933" y="564022"/>
            <a:ext cx="11433652" cy="358691"/>
          </a:xfrm>
        </p:spPr>
        <p:txBody>
          <a:bodyPr/>
          <a:lstStyle/>
          <a:p>
            <a:r>
              <a:rPr lang="fr-FR"/>
              <a:t>Médiation &amp; Urbanisation</a:t>
            </a:r>
          </a:p>
        </p:txBody>
      </p:sp>
    </p:spTree>
    <p:extLst>
      <p:ext uri="{BB962C8B-B14F-4D97-AF65-F5344CB8AC3E}">
        <p14:creationId xmlns:p14="http://schemas.microsoft.com/office/powerpoint/2010/main" val="8816071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ylindre 5">
            <a:extLst>
              <a:ext uri="{FF2B5EF4-FFF2-40B4-BE49-F238E27FC236}">
                <a16:creationId xmlns:a16="http://schemas.microsoft.com/office/drawing/2014/main" id="{8DCE2117-9C50-FE5B-2BE6-E182A96074B0}"/>
              </a:ext>
            </a:extLst>
          </p:cNvPr>
          <p:cNvSpPr/>
          <p:nvPr/>
        </p:nvSpPr>
        <p:spPr>
          <a:xfrm>
            <a:off x="5509991" y="3199658"/>
            <a:ext cx="1172018" cy="1056712"/>
          </a:xfrm>
          <a:prstGeom prst="ca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2EDA6835-0EE1-4952-93C9-61AD072F42F3}"/>
              </a:ext>
            </a:extLst>
          </p:cNvPr>
          <p:cNvSpPr txBox="1"/>
          <p:nvPr/>
        </p:nvSpPr>
        <p:spPr>
          <a:xfrm>
            <a:off x="5590732" y="3556610"/>
            <a:ext cx="1010536" cy="523220"/>
          </a:xfrm>
          <a:prstGeom prst="rect">
            <a:avLst/>
          </a:prstGeom>
          <a:noFill/>
        </p:spPr>
        <p:txBody>
          <a:bodyPr wrap="square" rtlCol="0">
            <a:spAutoFit/>
          </a:bodyPr>
          <a:lstStyle/>
          <a:p>
            <a:pPr algn="ctr"/>
            <a:r>
              <a:rPr lang="fr-FR" sz="1400">
                <a:solidFill>
                  <a:schemeClr val="bg1"/>
                </a:solidFill>
                <a:latin typeface="Arial" panose="020B0604020202020204" pitchFamily="34" charset="0"/>
                <a:cs typeface="Arial" panose="020B0604020202020204" pitchFamily="34" charset="0"/>
              </a:rPr>
              <a:t>Liste des ventes</a:t>
            </a:r>
          </a:p>
        </p:txBody>
      </p:sp>
      <p:sp>
        <p:nvSpPr>
          <p:cNvPr id="153" name="ZoneTexte 152">
            <a:extLst>
              <a:ext uri="{FF2B5EF4-FFF2-40B4-BE49-F238E27FC236}">
                <a16:creationId xmlns:a16="http://schemas.microsoft.com/office/drawing/2014/main" id="{430C865C-F16C-DB61-7BBA-8ED16FD463FE}"/>
              </a:ext>
            </a:extLst>
          </p:cNvPr>
          <p:cNvSpPr txBox="1"/>
          <p:nvPr/>
        </p:nvSpPr>
        <p:spPr>
          <a:xfrm>
            <a:off x="5590732" y="2270356"/>
            <a:ext cx="1010536" cy="307777"/>
          </a:xfrm>
          <a:prstGeom prst="rect">
            <a:avLst/>
          </a:prstGeom>
          <a:noFill/>
        </p:spPr>
        <p:txBody>
          <a:bodyPr wrap="square" rtlCol="0" anchor="ctr">
            <a:spAutoFit/>
          </a:bodyPr>
          <a:lstStyle/>
          <a:p>
            <a:pPr algn="ctr"/>
            <a:r>
              <a:rPr lang="fr-FR" sz="1400">
                <a:solidFill>
                  <a:schemeClr val="bg1"/>
                </a:solidFill>
                <a:latin typeface="Arial" panose="020B0604020202020204" pitchFamily="34" charset="0"/>
                <a:cs typeface="Arial" panose="020B0604020202020204" pitchFamily="34" charset="0"/>
              </a:rPr>
              <a:t>Stocks</a:t>
            </a:r>
          </a:p>
        </p:txBody>
      </p:sp>
      <p:sp>
        <p:nvSpPr>
          <p:cNvPr id="23" name="Rectangle 22">
            <a:extLst>
              <a:ext uri="{FF2B5EF4-FFF2-40B4-BE49-F238E27FC236}">
                <a16:creationId xmlns:a16="http://schemas.microsoft.com/office/drawing/2014/main" id="{43ED0688-54C7-293C-2F10-DFEC0F6E54BB}"/>
              </a:ext>
            </a:extLst>
          </p:cNvPr>
          <p:cNvSpPr/>
          <p:nvPr/>
        </p:nvSpPr>
        <p:spPr>
          <a:xfrm>
            <a:off x="6682009" y="5918200"/>
            <a:ext cx="5509991" cy="939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 dans une base de données.</a:t>
            </a:r>
          </a:p>
        </p:txBody>
      </p:sp>
      <p:sp>
        <p:nvSpPr>
          <p:cNvPr id="28" name="Espace réservé du texte 3">
            <a:extLst>
              <a:ext uri="{FF2B5EF4-FFF2-40B4-BE49-F238E27FC236}">
                <a16:creationId xmlns:a16="http://schemas.microsoft.com/office/drawing/2014/main" id="{357439EA-99B8-CD81-FE8C-065229B108A7}"/>
              </a:ext>
            </a:extLst>
          </p:cNvPr>
          <p:cNvSpPr>
            <a:spLocks noGrp="1"/>
          </p:cNvSpPr>
          <p:nvPr>
            <p:ph type="body" sz="quarter" idx="35"/>
          </p:nvPr>
        </p:nvSpPr>
        <p:spPr>
          <a:xfrm>
            <a:off x="337931" y="922713"/>
            <a:ext cx="11433654" cy="273879"/>
          </a:xfrm>
        </p:spPr>
        <p:txBody>
          <a:bodyPr/>
          <a:lstStyle/>
          <a:p>
            <a:r>
              <a:rPr lang="fr-FR"/>
              <a:t>Rappels</a:t>
            </a:r>
          </a:p>
        </p:txBody>
      </p:sp>
      <p:sp>
        <p:nvSpPr>
          <p:cNvPr id="29" name="Espace réservé du texte 1">
            <a:extLst>
              <a:ext uri="{FF2B5EF4-FFF2-40B4-BE49-F238E27FC236}">
                <a16:creationId xmlns:a16="http://schemas.microsoft.com/office/drawing/2014/main" id="{BA4B0F4F-46D9-53A9-539B-1D953B721077}"/>
              </a:ext>
            </a:extLst>
          </p:cNvPr>
          <p:cNvSpPr>
            <a:spLocks noGrp="1"/>
          </p:cNvSpPr>
          <p:nvPr>
            <p:ph type="body" sz="quarter" idx="10"/>
          </p:nvPr>
        </p:nvSpPr>
        <p:spPr>
          <a:xfrm>
            <a:off x="337933" y="564022"/>
            <a:ext cx="11433652" cy="358691"/>
          </a:xfrm>
        </p:spPr>
        <p:txBody>
          <a:bodyPr/>
          <a:lstStyle/>
          <a:p>
            <a:r>
              <a:rPr lang="fr-FR"/>
              <a:t>Médiation &amp; Urbanisation</a:t>
            </a:r>
          </a:p>
        </p:txBody>
      </p:sp>
    </p:spTree>
    <p:extLst>
      <p:ext uri="{BB962C8B-B14F-4D97-AF65-F5344CB8AC3E}">
        <p14:creationId xmlns:p14="http://schemas.microsoft.com/office/powerpoint/2010/main" val="8906291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ylindre 5">
            <a:extLst>
              <a:ext uri="{FF2B5EF4-FFF2-40B4-BE49-F238E27FC236}">
                <a16:creationId xmlns:a16="http://schemas.microsoft.com/office/drawing/2014/main" id="{8DCE2117-9C50-FE5B-2BE6-E182A96074B0}"/>
              </a:ext>
            </a:extLst>
          </p:cNvPr>
          <p:cNvSpPr/>
          <p:nvPr/>
        </p:nvSpPr>
        <p:spPr>
          <a:xfrm>
            <a:off x="5509991" y="3199658"/>
            <a:ext cx="1172018" cy="1056712"/>
          </a:xfrm>
          <a:prstGeom prst="ca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2EDA6835-0EE1-4952-93C9-61AD072F42F3}"/>
              </a:ext>
            </a:extLst>
          </p:cNvPr>
          <p:cNvSpPr txBox="1"/>
          <p:nvPr/>
        </p:nvSpPr>
        <p:spPr>
          <a:xfrm>
            <a:off x="5590732" y="3556610"/>
            <a:ext cx="1010536" cy="523220"/>
          </a:xfrm>
          <a:prstGeom prst="rect">
            <a:avLst/>
          </a:prstGeom>
          <a:noFill/>
        </p:spPr>
        <p:txBody>
          <a:bodyPr wrap="square" rtlCol="0">
            <a:spAutoFit/>
          </a:bodyPr>
          <a:lstStyle/>
          <a:p>
            <a:pPr algn="ctr"/>
            <a:r>
              <a:rPr lang="fr-FR" sz="1400">
                <a:solidFill>
                  <a:schemeClr val="bg1"/>
                </a:solidFill>
                <a:latin typeface="Arial" panose="020B0604020202020204" pitchFamily="34" charset="0"/>
                <a:cs typeface="Arial" panose="020B0604020202020204" pitchFamily="34" charset="0"/>
              </a:rPr>
              <a:t>Liste des ventes</a:t>
            </a:r>
          </a:p>
        </p:txBody>
      </p:sp>
      <p:sp>
        <p:nvSpPr>
          <p:cNvPr id="153" name="ZoneTexte 152">
            <a:extLst>
              <a:ext uri="{FF2B5EF4-FFF2-40B4-BE49-F238E27FC236}">
                <a16:creationId xmlns:a16="http://schemas.microsoft.com/office/drawing/2014/main" id="{430C865C-F16C-DB61-7BBA-8ED16FD463FE}"/>
              </a:ext>
            </a:extLst>
          </p:cNvPr>
          <p:cNvSpPr txBox="1"/>
          <p:nvPr/>
        </p:nvSpPr>
        <p:spPr>
          <a:xfrm>
            <a:off x="5590732" y="2270356"/>
            <a:ext cx="1010536" cy="307777"/>
          </a:xfrm>
          <a:prstGeom prst="rect">
            <a:avLst/>
          </a:prstGeom>
          <a:noFill/>
        </p:spPr>
        <p:txBody>
          <a:bodyPr wrap="square" rtlCol="0" anchor="ctr">
            <a:spAutoFit/>
          </a:bodyPr>
          <a:lstStyle/>
          <a:p>
            <a:pPr algn="ctr"/>
            <a:r>
              <a:rPr lang="fr-FR" sz="1400">
                <a:solidFill>
                  <a:schemeClr val="bg1"/>
                </a:solidFill>
                <a:latin typeface="Arial" panose="020B0604020202020204" pitchFamily="34" charset="0"/>
                <a:cs typeface="Arial" panose="020B0604020202020204" pitchFamily="34" charset="0"/>
              </a:rPr>
              <a:t>Stocks</a:t>
            </a:r>
          </a:p>
        </p:txBody>
      </p:sp>
      <p:sp>
        <p:nvSpPr>
          <p:cNvPr id="10" name="Rectangle 9">
            <a:extLst>
              <a:ext uri="{FF2B5EF4-FFF2-40B4-BE49-F238E27FC236}">
                <a16:creationId xmlns:a16="http://schemas.microsoft.com/office/drawing/2014/main" id="{B01230B9-40C1-FE80-04E0-A90889124DB9}"/>
              </a:ext>
            </a:extLst>
          </p:cNvPr>
          <p:cNvSpPr/>
          <p:nvPr/>
        </p:nvSpPr>
        <p:spPr>
          <a:xfrm>
            <a:off x="1752600" y="2270356"/>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Suivi des ventes</a:t>
            </a:r>
          </a:p>
        </p:txBody>
      </p:sp>
      <p:sp>
        <p:nvSpPr>
          <p:cNvPr id="11" name="Rectangle : avec coins arrondis en haut 10">
            <a:extLst>
              <a:ext uri="{FF2B5EF4-FFF2-40B4-BE49-F238E27FC236}">
                <a16:creationId xmlns:a16="http://schemas.microsoft.com/office/drawing/2014/main" id="{74171731-8C9A-C4D8-22B9-8F0EAC6F4DE8}"/>
              </a:ext>
            </a:extLst>
          </p:cNvPr>
          <p:cNvSpPr/>
          <p:nvPr/>
        </p:nvSpPr>
        <p:spPr>
          <a:xfrm rot="16200000">
            <a:off x="1339234" y="2449028"/>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endParaRPr lang="fr-FR">
              <a:latin typeface="+mj-lt"/>
            </a:endParaRPr>
          </a:p>
        </p:txBody>
      </p:sp>
      <p:cxnSp>
        <p:nvCxnSpPr>
          <p:cNvPr id="168" name="Connecteur droit avec flèche 167">
            <a:extLst>
              <a:ext uri="{FF2B5EF4-FFF2-40B4-BE49-F238E27FC236}">
                <a16:creationId xmlns:a16="http://schemas.microsoft.com/office/drawing/2014/main" id="{654071EF-F38A-470A-8071-BFB52BBDA1F6}"/>
              </a:ext>
            </a:extLst>
          </p:cNvPr>
          <p:cNvCxnSpPr>
            <a:cxnSpLocks/>
            <a:stCxn id="10" idx="3"/>
            <a:endCxn id="6" idx="2"/>
          </p:cNvCxnSpPr>
          <p:nvPr/>
        </p:nvCxnSpPr>
        <p:spPr>
          <a:xfrm>
            <a:off x="3271800" y="2566376"/>
            <a:ext cx="2238191" cy="1161638"/>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8E9DA052-9663-046B-1210-23AC93CB0A8E}"/>
              </a:ext>
            </a:extLst>
          </p:cNvPr>
          <p:cNvSpPr/>
          <p:nvPr/>
        </p:nvSpPr>
        <p:spPr>
          <a:xfrm>
            <a:off x="6682009" y="5918200"/>
            <a:ext cx="5509991" cy="939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Pour y accéder, une application.</a:t>
            </a:r>
          </a:p>
        </p:txBody>
      </p:sp>
      <p:sp>
        <p:nvSpPr>
          <p:cNvPr id="47" name="Espace réservé du texte 3">
            <a:extLst>
              <a:ext uri="{FF2B5EF4-FFF2-40B4-BE49-F238E27FC236}">
                <a16:creationId xmlns:a16="http://schemas.microsoft.com/office/drawing/2014/main" id="{BEB7E050-FDA1-503F-4968-48685E328412}"/>
              </a:ext>
            </a:extLst>
          </p:cNvPr>
          <p:cNvSpPr>
            <a:spLocks noGrp="1"/>
          </p:cNvSpPr>
          <p:nvPr>
            <p:ph type="body" sz="quarter" idx="35"/>
          </p:nvPr>
        </p:nvSpPr>
        <p:spPr>
          <a:xfrm>
            <a:off x="337931" y="922713"/>
            <a:ext cx="11433654" cy="273879"/>
          </a:xfrm>
        </p:spPr>
        <p:txBody>
          <a:bodyPr/>
          <a:lstStyle/>
          <a:p>
            <a:r>
              <a:rPr lang="fr-FR"/>
              <a:t>Rappels</a:t>
            </a:r>
          </a:p>
        </p:txBody>
      </p:sp>
      <p:sp>
        <p:nvSpPr>
          <p:cNvPr id="48" name="Espace réservé du texte 1">
            <a:extLst>
              <a:ext uri="{FF2B5EF4-FFF2-40B4-BE49-F238E27FC236}">
                <a16:creationId xmlns:a16="http://schemas.microsoft.com/office/drawing/2014/main" id="{DA75F4A0-EA7B-7213-68B5-5CAD3E38BB5E}"/>
              </a:ext>
            </a:extLst>
          </p:cNvPr>
          <p:cNvSpPr>
            <a:spLocks noGrp="1"/>
          </p:cNvSpPr>
          <p:nvPr>
            <p:ph type="body" sz="quarter" idx="10"/>
          </p:nvPr>
        </p:nvSpPr>
        <p:spPr>
          <a:xfrm>
            <a:off x="337933" y="564022"/>
            <a:ext cx="11433652" cy="358691"/>
          </a:xfrm>
        </p:spPr>
        <p:txBody>
          <a:bodyPr/>
          <a:lstStyle/>
          <a:p>
            <a:r>
              <a:rPr lang="fr-FR"/>
              <a:t>Médiation &amp; Urbanisation</a:t>
            </a:r>
          </a:p>
        </p:txBody>
      </p:sp>
    </p:spTree>
    <p:extLst>
      <p:ext uri="{BB962C8B-B14F-4D97-AF65-F5344CB8AC3E}">
        <p14:creationId xmlns:p14="http://schemas.microsoft.com/office/powerpoint/2010/main" val="222237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ylindre 5">
            <a:extLst>
              <a:ext uri="{FF2B5EF4-FFF2-40B4-BE49-F238E27FC236}">
                <a16:creationId xmlns:a16="http://schemas.microsoft.com/office/drawing/2014/main" id="{8DCE2117-9C50-FE5B-2BE6-E182A96074B0}"/>
              </a:ext>
            </a:extLst>
          </p:cNvPr>
          <p:cNvSpPr/>
          <p:nvPr/>
        </p:nvSpPr>
        <p:spPr>
          <a:xfrm>
            <a:off x="5509991" y="3199658"/>
            <a:ext cx="1172018" cy="1056712"/>
          </a:xfrm>
          <a:prstGeom prst="ca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2EDA6835-0EE1-4952-93C9-61AD072F42F3}"/>
              </a:ext>
            </a:extLst>
          </p:cNvPr>
          <p:cNvSpPr txBox="1"/>
          <p:nvPr/>
        </p:nvSpPr>
        <p:spPr>
          <a:xfrm>
            <a:off x="5590732" y="3556610"/>
            <a:ext cx="1010536" cy="523220"/>
          </a:xfrm>
          <a:prstGeom prst="rect">
            <a:avLst/>
          </a:prstGeom>
          <a:noFill/>
        </p:spPr>
        <p:txBody>
          <a:bodyPr wrap="square" rtlCol="0">
            <a:spAutoFit/>
          </a:bodyPr>
          <a:lstStyle/>
          <a:p>
            <a:pPr algn="ctr"/>
            <a:r>
              <a:rPr lang="fr-FR" sz="1400">
                <a:solidFill>
                  <a:schemeClr val="bg1"/>
                </a:solidFill>
                <a:latin typeface="Arial" panose="020B0604020202020204" pitchFamily="34" charset="0"/>
                <a:cs typeface="Arial" panose="020B0604020202020204" pitchFamily="34" charset="0"/>
              </a:rPr>
              <a:t>Liste des ventes</a:t>
            </a:r>
          </a:p>
        </p:txBody>
      </p:sp>
      <p:sp>
        <p:nvSpPr>
          <p:cNvPr id="153" name="ZoneTexte 152">
            <a:extLst>
              <a:ext uri="{FF2B5EF4-FFF2-40B4-BE49-F238E27FC236}">
                <a16:creationId xmlns:a16="http://schemas.microsoft.com/office/drawing/2014/main" id="{430C865C-F16C-DB61-7BBA-8ED16FD463FE}"/>
              </a:ext>
            </a:extLst>
          </p:cNvPr>
          <p:cNvSpPr txBox="1"/>
          <p:nvPr/>
        </p:nvSpPr>
        <p:spPr>
          <a:xfrm>
            <a:off x="5590732" y="2270356"/>
            <a:ext cx="1010536" cy="307777"/>
          </a:xfrm>
          <a:prstGeom prst="rect">
            <a:avLst/>
          </a:prstGeom>
          <a:noFill/>
        </p:spPr>
        <p:txBody>
          <a:bodyPr wrap="square" rtlCol="0" anchor="ctr">
            <a:spAutoFit/>
          </a:bodyPr>
          <a:lstStyle/>
          <a:p>
            <a:pPr algn="ctr"/>
            <a:r>
              <a:rPr lang="fr-FR" sz="1400">
                <a:solidFill>
                  <a:schemeClr val="bg1"/>
                </a:solidFill>
                <a:latin typeface="Arial" panose="020B0604020202020204" pitchFamily="34" charset="0"/>
                <a:cs typeface="Arial" panose="020B0604020202020204" pitchFamily="34" charset="0"/>
              </a:rPr>
              <a:t>Stocks</a:t>
            </a:r>
          </a:p>
        </p:txBody>
      </p:sp>
      <p:sp>
        <p:nvSpPr>
          <p:cNvPr id="154" name="Cylindre 153">
            <a:extLst>
              <a:ext uri="{FF2B5EF4-FFF2-40B4-BE49-F238E27FC236}">
                <a16:creationId xmlns:a16="http://schemas.microsoft.com/office/drawing/2014/main" id="{3BCC031A-F7A3-DAE1-D677-C6FA30DA74F0}"/>
              </a:ext>
            </a:extLst>
          </p:cNvPr>
          <p:cNvSpPr/>
          <p:nvPr/>
        </p:nvSpPr>
        <p:spPr>
          <a:xfrm>
            <a:off x="5509991" y="4593633"/>
            <a:ext cx="1172018" cy="1056712"/>
          </a:xfrm>
          <a:prstGeom prst="can">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ZoneTexte 154">
            <a:extLst>
              <a:ext uri="{FF2B5EF4-FFF2-40B4-BE49-F238E27FC236}">
                <a16:creationId xmlns:a16="http://schemas.microsoft.com/office/drawing/2014/main" id="{44C675EE-B98C-7E58-32D6-92BA6A70F6C4}"/>
              </a:ext>
            </a:extLst>
          </p:cNvPr>
          <p:cNvSpPr txBox="1"/>
          <p:nvPr/>
        </p:nvSpPr>
        <p:spPr>
          <a:xfrm>
            <a:off x="5590732" y="4950585"/>
            <a:ext cx="1010536" cy="523220"/>
          </a:xfrm>
          <a:prstGeom prst="rect">
            <a:avLst/>
          </a:prstGeom>
          <a:noFill/>
        </p:spPr>
        <p:txBody>
          <a:bodyPr wrap="square" rtlCol="0" anchor="ctr">
            <a:spAutoFit/>
          </a:bodyPr>
          <a:lstStyle/>
          <a:p>
            <a:pPr algn="ctr"/>
            <a:r>
              <a:rPr lang="fr-FR" sz="1400">
                <a:solidFill>
                  <a:schemeClr val="bg1"/>
                </a:solidFill>
                <a:latin typeface="Arial" panose="020B0604020202020204" pitchFamily="34" charset="0"/>
                <a:cs typeface="Arial" panose="020B0604020202020204" pitchFamily="34" charset="0"/>
              </a:rPr>
              <a:t>Liste des clients</a:t>
            </a:r>
          </a:p>
        </p:txBody>
      </p:sp>
      <p:sp>
        <p:nvSpPr>
          <p:cNvPr id="10" name="Rectangle 9">
            <a:extLst>
              <a:ext uri="{FF2B5EF4-FFF2-40B4-BE49-F238E27FC236}">
                <a16:creationId xmlns:a16="http://schemas.microsoft.com/office/drawing/2014/main" id="{B01230B9-40C1-FE80-04E0-A90889124DB9}"/>
              </a:ext>
            </a:extLst>
          </p:cNvPr>
          <p:cNvSpPr/>
          <p:nvPr/>
        </p:nvSpPr>
        <p:spPr>
          <a:xfrm>
            <a:off x="1752600" y="2270356"/>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Suivi des ventes</a:t>
            </a:r>
          </a:p>
        </p:txBody>
      </p:sp>
      <p:sp>
        <p:nvSpPr>
          <p:cNvPr id="11" name="Rectangle : avec coins arrondis en haut 10">
            <a:extLst>
              <a:ext uri="{FF2B5EF4-FFF2-40B4-BE49-F238E27FC236}">
                <a16:creationId xmlns:a16="http://schemas.microsoft.com/office/drawing/2014/main" id="{74171731-8C9A-C4D8-22B9-8F0EAC6F4DE8}"/>
              </a:ext>
            </a:extLst>
          </p:cNvPr>
          <p:cNvSpPr/>
          <p:nvPr/>
        </p:nvSpPr>
        <p:spPr>
          <a:xfrm rot="16200000">
            <a:off x="1339234" y="2449028"/>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endParaRPr lang="fr-FR">
              <a:latin typeface="+mj-lt"/>
            </a:endParaRPr>
          </a:p>
        </p:txBody>
      </p:sp>
      <p:sp>
        <p:nvSpPr>
          <p:cNvPr id="158" name="Rectangle 157">
            <a:extLst>
              <a:ext uri="{FF2B5EF4-FFF2-40B4-BE49-F238E27FC236}">
                <a16:creationId xmlns:a16="http://schemas.microsoft.com/office/drawing/2014/main" id="{FE53DD3B-C4CA-20DC-0176-56DE497E91F4}"/>
              </a:ext>
            </a:extLst>
          </p:cNvPr>
          <p:cNvSpPr/>
          <p:nvPr/>
        </p:nvSpPr>
        <p:spPr>
          <a:xfrm>
            <a:off x="1752600" y="3435651"/>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Application fidélité</a:t>
            </a:r>
          </a:p>
        </p:txBody>
      </p:sp>
      <p:sp>
        <p:nvSpPr>
          <p:cNvPr id="159" name="Rectangle : avec coins arrondis en haut 158">
            <a:extLst>
              <a:ext uri="{FF2B5EF4-FFF2-40B4-BE49-F238E27FC236}">
                <a16:creationId xmlns:a16="http://schemas.microsoft.com/office/drawing/2014/main" id="{D318B59F-4023-E1E0-EFBE-F19FD2F96818}"/>
              </a:ext>
            </a:extLst>
          </p:cNvPr>
          <p:cNvSpPr/>
          <p:nvPr/>
        </p:nvSpPr>
        <p:spPr>
          <a:xfrm rot="16200000">
            <a:off x="1339234" y="3614323"/>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cxnSp>
        <p:nvCxnSpPr>
          <p:cNvPr id="168" name="Connecteur droit avec flèche 167">
            <a:extLst>
              <a:ext uri="{FF2B5EF4-FFF2-40B4-BE49-F238E27FC236}">
                <a16:creationId xmlns:a16="http://schemas.microsoft.com/office/drawing/2014/main" id="{654071EF-F38A-470A-8071-BFB52BBDA1F6}"/>
              </a:ext>
            </a:extLst>
          </p:cNvPr>
          <p:cNvCxnSpPr>
            <a:cxnSpLocks/>
            <a:stCxn id="10" idx="3"/>
            <a:endCxn id="6" idx="2"/>
          </p:cNvCxnSpPr>
          <p:nvPr/>
        </p:nvCxnSpPr>
        <p:spPr>
          <a:xfrm>
            <a:off x="3271800" y="2566376"/>
            <a:ext cx="2238191" cy="1161638"/>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Connecteur droit avec flèche 168">
            <a:extLst>
              <a:ext uri="{FF2B5EF4-FFF2-40B4-BE49-F238E27FC236}">
                <a16:creationId xmlns:a16="http://schemas.microsoft.com/office/drawing/2014/main" id="{EA6C20CA-74C5-8B4C-1E15-04BC9F5424D2}"/>
              </a:ext>
            </a:extLst>
          </p:cNvPr>
          <p:cNvCxnSpPr>
            <a:cxnSpLocks/>
            <a:stCxn id="158" idx="3"/>
            <a:endCxn id="6" idx="2"/>
          </p:cNvCxnSpPr>
          <p:nvPr/>
        </p:nvCxnSpPr>
        <p:spPr>
          <a:xfrm flipV="1">
            <a:off x="3271800" y="3728014"/>
            <a:ext cx="2238191" cy="3657"/>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Connecteur droit avec flèche 169">
            <a:extLst>
              <a:ext uri="{FF2B5EF4-FFF2-40B4-BE49-F238E27FC236}">
                <a16:creationId xmlns:a16="http://schemas.microsoft.com/office/drawing/2014/main" id="{75A15C3E-F1A5-7D49-8467-EE56CB0EA9C9}"/>
              </a:ext>
            </a:extLst>
          </p:cNvPr>
          <p:cNvCxnSpPr>
            <a:cxnSpLocks/>
            <a:stCxn id="158" idx="3"/>
            <a:endCxn id="154" idx="2"/>
          </p:cNvCxnSpPr>
          <p:nvPr/>
        </p:nvCxnSpPr>
        <p:spPr>
          <a:xfrm>
            <a:off x="3271800" y="3731671"/>
            <a:ext cx="2238191" cy="1390318"/>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3D6637E7-CB1F-BFB3-9A82-306CC6C5CAE8}"/>
              </a:ext>
            </a:extLst>
          </p:cNvPr>
          <p:cNvSpPr/>
          <p:nvPr/>
        </p:nvSpPr>
        <p:spPr>
          <a:xfrm>
            <a:off x="6682009" y="5918200"/>
            <a:ext cx="5509991" cy="939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D’autres besoins apparaissent…</a:t>
            </a:r>
          </a:p>
        </p:txBody>
      </p:sp>
      <p:sp>
        <p:nvSpPr>
          <p:cNvPr id="48" name="Espace réservé du texte 3">
            <a:extLst>
              <a:ext uri="{FF2B5EF4-FFF2-40B4-BE49-F238E27FC236}">
                <a16:creationId xmlns:a16="http://schemas.microsoft.com/office/drawing/2014/main" id="{95B43E9B-48C5-CFD8-0F49-6E4B10065E76}"/>
              </a:ext>
            </a:extLst>
          </p:cNvPr>
          <p:cNvSpPr>
            <a:spLocks noGrp="1"/>
          </p:cNvSpPr>
          <p:nvPr>
            <p:ph type="body" sz="quarter" idx="35"/>
          </p:nvPr>
        </p:nvSpPr>
        <p:spPr>
          <a:xfrm>
            <a:off x="337931" y="922713"/>
            <a:ext cx="11433654" cy="273879"/>
          </a:xfrm>
        </p:spPr>
        <p:txBody>
          <a:bodyPr/>
          <a:lstStyle/>
          <a:p>
            <a:r>
              <a:rPr lang="fr-FR"/>
              <a:t>Rappels</a:t>
            </a:r>
          </a:p>
        </p:txBody>
      </p:sp>
      <p:sp>
        <p:nvSpPr>
          <p:cNvPr id="49" name="Espace réservé du texte 1">
            <a:extLst>
              <a:ext uri="{FF2B5EF4-FFF2-40B4-BE49-F238E27FC236}">
                <a16:creationId xmlns:a16="http://schemas.microsoft.com/office/drawing/2014/main" id="{523354E9-31B8-9540-1979-FA2070D8A79D}"/>
              </a:ext>
            </a:extLst>
          </p:cNvPr>
          <p:cNvSpPr>
            <a:spLocks noGrp="1"/>
          </p:cNvSpPr>
          <p:nvPr>
            <p:ph type="body" sz="quarter" idx="10"/>
          </p:nvPr>
        </p:nvSpPr>
        <p:spPr>
          <a:xfrm>
            <a:off x="337933" y="564022"/>
            <a:ext cx="11433652" cy="358691"/>
          </a:xfrm>
        </p:spPr>
        <p:txBody>
          <a:bodyPr/>
          <a:lstStyle/>
          <a:p>
            <a:r>
              <a:rPr lang="fr-FR"/>
              <a:t>Médiation &amp; Urbanisation</a:t>
            </a:r>
          </a:p>
        </p:txBody>
      </p:sp>
    </p:spTree>
    <p:extLst>
      <p:ext uri="{BB962C8B-B14F-4D97-AF65-F5344CB8AC3E}">
        <p14:creationId xmlns:p14="http://schemas.microsoft.com/office/powerpoint/2010/main" val="26376536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ylindre 5">
            <a:extLst>
              <a:ext uri="{FF2B5EF4-FFF2-40B4-BE49-F238E27FC236}">
                <a16:creationId xmlns:a16="http://schemas.microsoft.com/office/drawing/2014/main" id="{8DCE2117-9C50-FE5B-2BE6-E182A96074B0}"/>
              </a:ext>
            </a:extLst>
          </p:cNvPr>
          <p:cNvSpPr/>
          <p:nvPr/>
        </p:nvSpPr>
        <p:spPr>
          <a:xfrm>
            <a:off x="5509991" y="3199658"/>
            <a:ext cx="1172018" cy="1056712"/>
          </a:xfrm>
          <a:prstGeom prst="ca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2EDA6835-0EE1-4952-93C9-61AD072F42F3}"/>
              </a:ext>
            </a:extLst>
          </p:cNvPr>
          <p:cNvSpPr txBox="1"/>
          <p:nvPr/>
        </p:nvSpPr>
        <p:spPr>
          <a:xfrm>
            <a:off x="5590732" y="3556610"/>
            <a:ext cx="1010536" cy="523220"/>
          </a:xfrm>
          <a:prstGeom prst="rect">
            <a:avLst/>
          </a:prstGeom>
          <a:noFill/>
        </p:spPr>
        <p:txBody>
          <a:bodyPr wrap="square" rtlCol="0">
            <a:spAutoFit/>
          </a:bodyPr>
          <a:lstStyle/>
          <a:p>
            <a:pPr algn="ctr"/>
            <a:r>
              <a:rPr lang="fr-FR" sz="1400">
                <a:solidFill>
                  <a:schemeClr val="bg1"/>
                </a:solidFill>
                <a:latin typeface="Arial" panose="020B0604020202020204" pitchFamily="34" charset="0"/>
                <a:cs typeface="Arial" panose="020B0604020202020204" pitchFamily="34" charset="0"/>
              </a:rPr>
              <a:t>Liste des ventes</a:t>
            </a:r>
          </a:p>
        </p:txBody>
      </p:sp>
      <p:sp>
        <p:nvSpPr>
          <p:cNvPr id="152" name="Cylindre 151">
            <a:extLst>
              <a:ext uri="{FF2B5EF4-FFF2-40B4-BE49-F238E27FC236}">
                <a16:creationId xmlns:a16="http://schemas.microsoft.com/office/drawing/2014/main" id="{F2C97B6F-1D7F-28A1-FE23-A83218EA60BD}"/>
              </a:ext>
            </a:extLst>
          </p:cNvPr>
          <p:cNvSpPr/>
          <p:nvPr/>
        </p:nvSpPr>
        <p:spPr>
          <a:xfrm>
            <a:off x="5509991" y="1805683"/>
            <a:ext cx="1172018" cy="1056712"/>
          </a:xfrm>
          <a:prstGeom prst="can">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ZoneTexte 152">
            <a:extLst>
              <a:ext uri="{FF2B5EF4-FFF2-40B4-BE49-F238E27FC236}">
                <a16:creationId xmlns:a16="http://schemas.microsoft.com/office/drawing/2014/main" id="{430C865C-F16C-DB61-7BBA-8ED16FD463FE}"/>
              </a:ext>
            </a:extLst>
          </p:cNvPr>
          <p:cNvSpPr txBox="1"/>
          <p:nvPr/>
        </p:nvSpPr>
        <p:spPr>
          <a:xfrm>
            <a:off x="5590732" y="2270356"/>
            <a:ext cx="1010536" cy="307777"/>
          </a:xfrm>
          <a:prstGeom prst="rect">
            <a:avLst/>
          </a:prstGeom>
          <a:noFill/>
        </p:spPr>
        <p:txBody>
          <a:bodyPr wrap="square" rtlCol="0" anchor="ctr">
            <a:spAutoFit/>
          </a:bodyPr>
          <a:lstStyle/>
          <a:p>
            <a:pPr algn="ctr"/>
            <a:r>
              <a:rPr lang="fr-FR" sz="1400">
                <a:solidFill>
                  <a:schemeClr val="bg1"/>
                </a:solidFill>
                <a:latin typeface="Arial" panose="020B0604020202020204" pitchFamily="34" charset="0"/>
                <a:cs typeface="Arial" panose="020B0604020202020204" pitchFamily="34" charset="0"/>
              </a:rPr>
              <a:t>Stocks</a:t>
            </a:r>
          </a:p>
        </p:txBody>
      </p:sp>
      <p:sp>
        <p:nvSpPr>
          <p:cNvPr id="154" name="Cylindre 153">
            <a:extLst>
              <a:ext uri="{FF2B5EF4-FFF2-40B4-BE49-F238E27FC236}">
                <a16:creationId xmlns:a16="http://schemas.microsoft.com/office/drawing/2014/main" id="{3BCC031A-F7A3-DAE1-D677-C6FA30DA74F0}"/>
              </a:ext>
            </a:extLst>
          </p:cNvPr>
          <p:cNvSpPr/>
          <p:nvPr/>
        </p:nvSpPr>
        <p:spPr>
          <a:xfrm>
            <a:off x="5509991" y="4593633"/>
            <a:ext cx="1172018" cy="1056712"/>
          </a:xfrm>
          <a:prstGeom prst="can">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ZoneTexte 154">
            <a:extLst>
              <a:ext uri="{FF2B5EF4-FFF2-40B4-BE49-F238E27FC236}">
                <a16:creationId xmlns:a16="http://schemas.microsoft.com/office/drawing/2014/main" id="{44C675EE-B98C-7E58-32D6-92BA6A70F6C4}"/>
              </a:ext>
            </a:extLst>
          </p:cNvPr>
          <p:cNvSpPr txBox="1"/>
          <p:nvPr/>
        </p:nvSpPr>
        <p:spPr>
          <a:xfrm>
            <a:off x="5590732" y="4950585"/>
            <a:ext cx="1010536" cy="523220"/>
          </a:xfrm>
          <a:prstGeom prst="rect">
            <a:avLst/>
          </a:prstGeom>
          <a:noFill/>
        </p:spPr>
        <p:txBody>
          <a:bodyPr wrap="square" rtlCol="0" anchor="ctr">
            <a:spAutoFit/>
          </a:bodyPr>
          <a:lstStyle/>
          <a:p>
            <a:pPr algn="ctr"/>
            <a:r>
              <a:rPr lang="fr-FR" sz="1400">
                <a:solidFill>
                  <a:schemeClr val="bg1"/>
                </a:solidFill>
                <a:latin typeface="Arial" panose="020B0604020202020204" pitchFamily="34" charset="0"/>
                <a:cs typeface="Arial" panose="020B0604020202020204" pitchFamily="34" charset="0"/>
              </a:rPr>
              <a:t>Liste des clients</a:t>
            </a:r>
          </a:p>
        </p:txBody>
      </p:sp>
      <p:sp>
        <p:nvSpPr>
          <p:cNvPr id="10" name="Rectangle 9">
            <a:extLst>
              <a:ext uri="{FF2B5EF4-FFF2-40B4-BE49-F238E27FC236}">
                <a16:creationId xmlns:a16="http://schemas.microsoft.com/office/drawing/2014/main" id="{B01230B9-40C1-FE80-04E0-A90889124DB9}"/>
              </a:ext>
            </a:extLst>
          </p:cNvPr>
          <p:cNvSpPr/>
          <p:nvPr/>
        </p:nvSpPr>
        <p:spPr>
          <a:xfrm>
            <a:off x="1752600" y="2270356"/>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Suivi des ventes</a:t>
            </a:r>
          </a:p>
        </p:txBody>
      </p:sp>
      <p:sp>
        <p:nvSpPr>
          <p:cNvPr id="11" name="Rectangle : avec coins arrondis en haut 10">
            <a:extLst>
              <a:ext uri="{FF2B5EF4-FFF2-40B4-BE49-F238E27FC236}">
                <a16:creationId xmlns:a16="http://schemas.microsoft.com/office/drawing/2014/main" id="{74171731-8C9A-C4D8-22B9-8F0EAC6F4DE8}"/>
              </a:ext>
            </a:extLst>
          </p:cNvPr>
          <p:cNvSpPr/>
          <p:nvPr/>
        </p:nvSpPr>
        <p:spPr>
          <a:xfrm rot="16200000">
            <a:off x="1339234" y="2449028"/>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endParaRPr lang="fr-FR">
              <a:latin typeface="+mj-lt"/>
            </a:endParaRPr>
          </a:p>
        </p:txBody>
      </p:sp>
      <p:sp>
        <p:nvSpPr>
          <p:cNvPr id="158" name="Rectangle 157">
            <a:extLst>
              <a:ext uri="{FF2B5EF4-FFF2-40B4-BE49-F238E27FC236}">
                <a16:creationId xmlns:a16="http://schemas.microsoft.com/office/drawing/2014/main" id="{FE53DD3B-C4CA-20DC-0176-56DE497E91F4}"/>
              </a:ext>
            </a:extLst>
          </p:cNvPr>
          <p:cNvSpPr/>
          <p:nvPr/>
        </p:nvSpPr>
        <p:spPr>
          <a:xfrm>
            <a:off x="1752600" y="3435651"/>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Application fidélité</a:t>
            </a:r>
          </a:p>
        </p:txBody>
      </p:sp>
      <p:sp>
        <p:nvSpPr>
          <p:cNvPr id="159" name="Rectangle : avec coins arrondis en haut 158">
            <a:extLst>
              <a:ext uri="{FF2B5EF4-FFF2-40B4-BE49-F238E27FC236}">
                <a16:creationId xmlns:a16="http://schemas.microsoft.com/office/drawing/2014/main" id="{D318B59F-4023-E1E0-EFBE-F19FD2F96818}"/>
              </a:ext>
            </a:extLst>
          </p:cNvPr>
          <p:cNvSpPr/>
          <p:nvPr/>
        </p:nvSpPr>
        <p:spPr>
          <a:xfrm rot="16200000">
            <a:off x="1339234" y="3614323"/>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sp>
        <p:nvSpPr>
          <p:cNvPr id="166" name="Rectangle 165">
            <a:extLst>
              <a:ext uri="{FF2B5EF4-FFF2-40B4-BE49-F238E27FC236}">
                <a16:creationId xmlns:a16="http://schemas.microsoft.com/office/drawing/2014/main" id="{94C8D605-9A5E-F04E-31BF-3CE91EA1C31B}"/>
              </a:ext>
            </a:extLst>
          </p:cNvPr>
          <p:cNvSpPr/>
          <p:nvPr/>
        </p:nvSpPr>
        <p:spPr>
          <a:xfrm>
            <a:off x="7918704" y="4055433"/>
            <a:ext cx="152049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Vente par correspondance</a:t>
            </a:r>
          </a:p>
        </p:txBody>
      </p:sp>
      <p:sp>
        <p:nvSpPr>
          <p:cNvPr id="167" name="Rectangle : avec coins arrondis en haut 166">
            <a:extLst>
              <a:ext uri="{FF2B5EF4-FFF2-40B4-BE49-F238E27FC236}">
                <a16:creationId xmlns:a16="http://schemas.microsoft.com/office/drawing/2014/main" id="{2044E91D-D90B-D1D1-D1E2-656EE0B1F330}"/>
              </a:ext>
            </a:extLst>
          </p:cNvPr>
          <p:cNvSpPr/>
          <p:nvPr/>
        </p:nvSpPr>
        <p:spPr>
          <a:xfrm rot="5400000">
            <a:off x="9260521" y="4234105"/>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cxnSp>
        <p:nvCxnSpPr>
          <p:cNvPr id="14" name="Connecteur droit avec flèche 13">
            <a:extLst>
              <a:ext uri="{FF2B5EF4-FFF2-40B4-BE49-F238E27FC236}">
                <a16:creationId xmlns:a16="http://schemas.microsoft.com/office/drawing/2014/main" id="{29DEA0F9-8AC0-E0CB-2155-4B6792D56A81}"/>
              </a:ext>
            </a:extLst>
          </p:cNvPr>
          <p:cNvCxnSpPr>
            <a:stCxn id="10" idx="3"/>
            <a:endCxn id="152" idx="2"/>
          </p:cNvCxnSpPr>
          <p:nvPr/>
        </p:nvCxnSpPr>
        <p:spPr>
          <a:xfrm flipV="1">
            <a:off x="3271800" y="2334039"/>
            <a:ext cx="2238191" cy="232337"/>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Connecteur droit avec flèche 167">
            <a:extLst>
              <a:ext uri="{FF2B5EF4-FFF2-40B4-BE49-F238E27FC236}">
                <a16:creationId xmlns:a16="http://schemas.microsoft.com/office/drawing/2014/main" id="{654071EF-F38A-470A-8071-BFB52BBDA1F6}"/>
              </a:ext>
            </a:extLst>
          </p:cNvPr>
          <p:cNvCxnSpPr>
            <a:cxnSpLocks/>
            <a:stCxn id="10" idx="3"/>
            <a:endCxn id="6" idx="2"/>
          </p:cNvCxnSpPr>
          <p:nvPr/>
        </p:nvCxnSpPr>
        <p:spPr>
          <a:xfrm>
            <a:off x="3271800" y="2566376"/>
            <a:ext cx="2238191" cy="1161638"/>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Connecteur droit avec flèche 168">
            <a:extLst>
              <a:ext uri="{FF2B5EF4-FFF2-40B4-BE49-F238E27FC236}">
                <a16:creationId xmlns:a16="http://schemas.microsoft.com/office/drawing/2014/main" id="{EA6C20CA-74C5-8B4C-1E15-04BC9F5424D2}"/>
              </a:ext>
            </a:extLst>
          </p:cNvPr>
          <p:cNvCxnSpPr>
            <a:cxnSpLocks/>
            <a:stCxn id="158" idx="3"/>
            <a:endCxn id="6" idx="2"/>
          </p:cNvCxnSpPr>
          <p:nvPr/>
        </p:nvCxnSpPr>
        <p:spPr>
          <a:xfrm flipV="1">
            <a:off x="3271800" y="3728014"/>
            <a:ext cx="2238191" cy="3657"/>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Connecteur droit avec flèche 169">
            <a:extLst>
              <a:ext uri="{FF2B5EF4-FFF2-40B4-BE49-F238E27FC236}">
                <a16:creationId xmlns:a16="http://schemas.microsoft.com/office/drawing/2014/main" id="{75A15C3E-F1A5-7D49-8467-EE56CB0EA9C9}"/>
              </a:ext>
            </a:extLst>
          </p:cNvPr>
          <p:cNvCxnSpPr>
            <a:cxnSpLocks/>
            <a:stCxn id="158" idx="3"/>
            <a:endCxn id="154" idx="2"/>
          </p:cNvCxnSpPr>
          <p:nvPr/>
        </p:nvCxnSpPr>
        <p:spPr>
          <a:xfrm>
            <a:off x="3271800" y="3731671"/>
            <a:ext cx="2238191" cy="1390318"/>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Connecteur droit avec flèche 182">
            <a:extLst>
              <a:ext uri="{FF2B5EF4-FFF2-40B4-BE49-F238E27FC236}">
                <a16:creationId xmlns:a16="http://schemas.microsoft.com/office/drawing/2014/main" id="{4500A8E2-FB8D-0DB1-3DA8-096E6C684EFC}"/>
              </a:ext>
            </a:extLst>
          </p:cNvPr>
          <p:cNvCxnSpPr>
            <a:cxnSpLocks/>
            <a:stCxn id="166" idx="1"/>
            <a:endCxn id="6" idx="4"/>
          </p:cNvCxnSpPr>
          <p:nvPr/>
        </p:nvCxnSpPr>
        <p:spPr>
          <a:xfrm flipH="1" flipV="1">
            <a:off x="6682009" y="3728014"/>
            <a:ext cx="1236695" cy="623439"/>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Connecteur droit avec flèche 185">
            <a:extLst>
              <a:ext uri="{FF2B5EF4-FFF2-40B4-BE49-F238E27FC236}">
                <a16:creationId xmlns:a16="http://schemas.microsoft.com/office/drawing/2014/main" id="{A03CE71D-139D-CD5A-10FA-D7C71459B10B}"/>
              </a:ext>
            </a:extLst>
          </p:cNvPr>
          <p:cNvCxnSpPr>
            <a:cxnSpLocks/>
            <a:stCxn id="166" idx="1"/>
            <a:endCxn id="154" idx="4"/>
          </p:cNvCxnSpPr>
          <p:nvPr/>
        </p:nvCxnSpPr>
        <p:spPr>
          <a:xfrm flipH="1">
            <a:off x="6682009" y="4351453"/>
            <a:ext cx="1236695" cy="770536"/>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7BF20EAA-2DC7-FE77-1DDB-638A3C2FC8DB}"/>
              </a:ext>
            </a:extLst>
          </p:cNvPr>
          <p:cNvSpPr/>
          <p:nvPr/>
        </p:nvSpPr>
        <p:spPr>
          <a:xfrm>
            <a:off x="6682009" y="5918200"/>
            <a:ext cx="5509991" cy="939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Encore…</a:t>
            </a:r>
          </a:p>
        </p:txBody>
      </p:sp>
      <p:sp>
        <p:nvSpPr>
          <p:cNvPr id="48" name="Espace réservé du texte 3">
            <a:extLst>
              <a:ext uri="{FF2B5EF4-FFF2-40B4-BE49-F238E27FC236}">
                <a16:creationId xmlns:a16="http://schemas.microsoft.com/office/drawing/2014/main" id="{92B5A12C-AD69-70E6-373C-F201124784FE}"/>
              </a:ext>
            </a:extLst>
          </p:cNvPr>
          <p:cNvSpPr>
            <a:spLocks noGrp="1"/>
          </p:cNvSpPr>
          <p:nvPr>
            <p:ph type="body" sz="quarter" idx="35"/>
          </p:nvPr>
        </p:nvSpPr>
        <p:spPr>
          <a:xfrm>
            <a:off x="337931" y="922713"/>
            <a:ext cx="11433654" cy="273879"/>
          </a:xfrm>
        </p:spPr>
        <p:txBody>
          <a:bodyPr/>
          <a:lstStyle/>
          <a:p>
            <a:r>
              <a:rPr lang="fr-FR"/>
              <a:t>Rappels</a:t>
            </a:r>
          </a:p>
        </p:txBody>
      </p:sp>
      <p:sp>
        <p:nvSpPr>
          <p:cNvPr id="49" name="Espace réservé du texte 1">
            <a:extLst>
              <a:ext uri="{FF2B5EF4-FFF2-40B4-BE49-F238E27FC236}">
                <a16:creationId xmlns:a16="http://schemas.microsoft.com/office/drawing/2014/main" id="{5886146B-F0CD-329C-7A41-213CC4F35075}"/>
              </a:ext>
            </a:extLst>
          </p:cNvPr>
          <p:cNvSpPr>
            <a:spLocks noGrp="1"/>
          </p:cNvSpPr>
          <p:nvPr>
            <p:ph type="body" sz="quarter" idx="10"/>
          </p:nvPr>
        </p:nvSpPr>
        <p:spPr>
          <a:xfrm>
            <a:off x="337933" y="564022"/>
            <a:ext cx="11433652" cy="358691"/>
          </a:xfrm>
        </p:spPr>
        <p:txBody>
          <a:bodyPr/>
          <a:lstStyle/>
          <a:p>
            <a:r>
              <a:rPr lang="fr-FR"/>
              <a:t>Médiation &amp; Urbanisation</a:t>
            </a:r>
          </a:p>
        </p:txBody>
      </p:sp>
    </p:spTree>
    <p:extLst>
      <p:ext uri="{BB962C8B-B14F-4D97-AF65-F5344CB8AC3E}">
        <p14:creationId xmlns:p14="http://schemas.microsoft.com/office/powerpoint/2010/main" val="42775479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ylindre 5">
            <a:extLst>
              <a:ext uri="{FF2B5EF4-FFF2-40B4-BE49-F238E27FC236}">
                <a16:creationId xmlns:a16="http://schemas.microsoft.com/office/drawing/2014/main" id="{8DCE2117-9C50-FE5B-2BE6-E182A96074B0}"/>
              </a:ext>
            </a:extLst>
          </p:cNvPr>
          <p:cNvSpPr/>
          <p:nvPr/>
        </p:nvSpPr>
        <p:spPr>
          <a:xfrm>
            <a:off x="5509991" y="3199658"/>
            <a:ext cx="1172018" cy="1056712"/>
          </a:xfrm>
          <a:prstGeom prst="ca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2EDA6835-0EE1-4952-93C9-61AD072F42F3}"/>
              </a:ext>
            </a:extLst>
          </p:cNvPr>
          <p:cNvSpPr txBox="1"/>
          <p:nvPr/>
        </p:nvSpPr>
        <p:spPr>
          <a:xfrm>
            <a:off x="5590732" y="3556610"/>
            <a:ext cx="1010536" cy="523220"/>
          </a:xfrm>
          <a:prstGeom prst="rect">
            <a:avLst/>
          </a:prstGeom>
          <a:noFill/>
        </p:spPr>
        <p:txBody>
          <a:bodyPr wrap="square" rtlCol="0">
            <a:spAutoFit/>
          </a:bodyPr>
          <a:lstStyle/>
          <a:p>
            <a:pPr algn="ctr"/>
            <a:r>
              <a:rPr lang="fr-FR" sz="1400">
                <a:solidFill>
                  <a:schemeClr val="bg1"/>
                </a:solidFill>
                <a:latin typeface="Arial" panose="020B0604020202020204" pitchFamily="34" charset="0"/>
                <a:cs typeface="Arial" panose="020B0604020202020204" pitchFamily="34" charset="0"/>
              </a:rPr>
              <a:t>Liste des ventes</a:t>
            </a:r>
          </a:p>
        </p:txBody>
      </p:sp>
      <p:sp>
        <p:nvSpPr>
          <p:cNvPr id="152" name="Cylindre 151">
            <a:extLst>
              <a:ext uri="{FF2B5EF4-FFF2-40B4-BE49-F238E27FC236}">
                <a16:creationId xmlns:a16="http://schemas.microsoft.com/office/drawing/2014/main" id="{F2C97B6F-1D7F-28A1-FE23-A83218EA60BD}"/>
              </a:ext>
            </a:extLst>
          </p:cNvPr>
          <p:cNvSpPr/>
          <p:nvPr/>
        </p:nvSpPr>
        <p:spPr>
          <a:xfrm>
            <a:off x="5509991" y="1805683"/>
            <a:ext cx="1172018" cy="1056712"/>
          </a:xfrm>
          <a:prstGeom prst="can">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ZoneTexte 152">
            <a:extLst>
              <a:ext uri="{FF2B5EF4-FFF2-40B4-BE49-F238E27FC236}">
                <a16:creationId xmlns:a16="http://schemas.microsoft.com/office/drawing/2014/main" id="{430C865C-F16C-DB61-7BBA-8ED16FD463FE}"/>
              </a:ext>
            </a:extLst>
          </p:cNvPr>
          <p:cNvSpPr txBox="1"/>
          <p:nvPr/>
        </p:nvSpPr>
        <p:spPr>
          <a:xfrm>
            <a:off x="5590732" y="2270356"/>
            <a:ext cx="1010536" cy="307777"/>
          </a:xfrm>
          <a:prstGeom prst="rect">
            <a:avLst/>
          </a:prstGeom>
          <a:noFill/>
        </p:spPr>
        <p:txBody>
          <a:bodyPr wrap="square" rtlCol="0" anchor="ctr">
            <a:spAutoFit/>
          </a:bodyPr>
          <a:lstStyle/>
          <a:p>
            <a:pPr algn="ctr"/>
            <a:r>
              <a:rPr lang="fr-FR" sz="1400">
                <a:solidFill>
                  <a:schemeClr val="bg1"/>
                </a:solidFill>
                <a:latin typeface="Arial" panose="020B0604020202020204" pitchFamily="34" charset="0"/>
                <a:cs typeface="Arial" panose="020B0604020202020204" pitchFamily="34" charset="0"/>
              </a:rPr>
              <a:t>Stocks</a:t>
            </a:r>
          </a:p>
        </p:txBody>
      </p:sp>
      <p:sp>
        <p:nvSpPr>
          <p:cNvPr id="154" name="Cylindre 153">
            <a:extLst>
              <a:ext uri="{FF2B5EF4-FFF2-40B4-BE49-F238E27FC236}">
                <a16:creationId xmlns:a16="http://schemas.microsoft.com/office/drawing/2014/main" id="{3BCC031A-F7A3-DAE1-D677-C6FA30DA74F0}"/>
              </a:ext>
            </a:extLst>
          </p:cNvPr>
          <p:cNvSpPr/>
          <p:nvPr/>
        </p:nvSpPr>
        <p:spPr>
          <a:xfrm>
            <a:off x="5509991" y="4593633"/>
            <a:ext cx="1172018" cy="1056712"/>
          </a:xfrm>
          <a:prstGeom prst="can">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ZoneTexte 154">
            <a:extLst>
              <a:ext uri="{FF2B5EF4-FFF2-40B4-BE49-F238E27FC236}">
                <a16:creationId xmlns:a16="http://schemas.microsoft.com/office/drawing/2014/main" id="{44C675EE-B98C-7E58-32D6-92BA6A70F6C4}"/>
              </a:ext>
            </a:extLst>
          </p:cNvPr>
          <p:cNvSpPr txBox="1"/>
          <p:nvPr/>
        </p:nvSpPr>
        <p:spPr>
          <a:xfrm>
            <a:off x="5590732" y="4950585"/>
            <a:ext cx="1010536" cy="523220"/>
          </a:xfrm>
          <a:prstGeom prst="rect">
            <a:avLst/>
          </a:prstGeom>
          <a:noFill/>
        </p:spPr>
        <p:txBody>
          <a:bodyPr wrap="square" rtlCol="0" anchor="ctr">
            <a:spAutoFit/>
          </a:bodyPr>
          <a:lstStyle/>
          <a:p>
            <a:pPr algn="ctr"/>
            <a:r>
              <a:rPr lang="fr-FR" sz="1400">
                <a:solidFill>
                  <a:schemeClr val="bg1"/>
                </a:solidFill>
                <a:latin typeface="Arial" panose="020B0604020202020204" pitchFamily="34" charset="0"/>
                <a:cs typeface="Arial" panose="020B0604020202020204" pitchFamily="34" charset="0"/>
              </a:rPr>
              <a:t>Liste des clients</a:t>
            </a:r>
          </a:p>
        </p:txBody>
      </p:sp>
      <p:sp>
        <p:nvSpPr>
          <p:cNvPr id="10" name="Rectangle 9">
            <a:extLst>
              <a:ext uri="{FF2B5EF4-FFF2-40B4-BE49-F238E27FC236}">
                <a16:creationId xmlns:a16="http://schemas.microsoft.com/office/drawing/2014/main" id="{B01230B9-40C1-FE80-04E0-A90889124DB9}"/>
              </a:ext>
            </a:extLst>
          </p:cNvPr>
          <p:cNvSpPr/>
          <p:nvPr/>
        </p:nvSpPr>
        <p:spPr>
          <a:xfrm>
            <a:off x="1752600" y="2270356"/>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Suivi des ventes</a:t>
            </a:r>
          </a:p>
        </p:txBody>
      </p:sp>
      <p:sp>
        <p:nvSpPr>
          <p:cNvPr id="11" name="Rectangle : avec coins arrondis en haut 10">
            <a:extLst>
              <a:ext uri="{FF2B5EF4-FFF2-40B4-BE49-F238E27FC236}">
                <a16:creationId xmlns:a16="http://schemas.microsoft.com/office/drawing/2014/main" id="{74171731-8C9A-C4D8-22B9-8F0EAC6F4DE8}"/>
              </a:ext>
            </a:extLst>
          </p:cNvPr>
          <p:cNvSpPr/>
          <p:nvPr/>
        </p:nvSpPr>
        <p:spPr>
          <a:xfrm rot="16200000">
            <a:off x="1339234" y="2449028"/>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endParaRPr lang="fr-FR">
              <a:latin typeface="+mj-lt"/>
            </a:endParaRPr>
          </a:p>
        </p:txBody>
      </p:sp>
      <p:sp>
        <p:nvSpPr>
          <p:cNvPr id="158" name="Rectangle 157">
            <a:extLst>
              <a:ext uri="{FF2B5EF4-FFF2-40B4-BE49-F238E27FC236}">
                <a16:creationId xmlns:a16="http://schemas.microsoft.com/office/drawing/2014/main" id="{FE53DD3B-C4CA-20DC-0176-56DE497E91F4}"/>
              </a:ext>
            </a:extLst>
          </p:cNvPr>
          <p:cNvSpPr/>
          <p:nvPr/>
        </p:nvSpPr>
        <p:spPr>
          <a:xfrm>
            <a:off x="1752600" y="3435651"/>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Application fidélité</a:t>
            </a:r>
          </a:p>
        </p:txBody>
      </p:sp>
      <p:sp>
        <p:nvSpPr>
          <p:cNvPr id="159" name="Rectangle : avec coins arrondis en haut 158">
            <a:extLst>
              <a:ext uri="{FF2B5EF4-FFF2-40B4-BE49-F238E27FC236}">
                <a16:creationId xmlns:a16="http://schemas.microsoft.com/office/drawing/2014/main" id="{D318B59F-4023-E1E0-EFBE-F19FD2F96818}"/>
              </a:ext>
            </a:extLst>
          </p:cNvPr>
          <p:cNvSpPr/>
          <p:nvPr/>
        </p:nvSpPr>
        <p:spPr>
          <a:xfrm rot="16200000">
            <a:off x="1339234" y="3614323"/>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sp>
        <p:nvSpPr>
          <p:cNvPr id="160" name="Rectangle 159">
            <a:extLst>
              <a:ext uri="{FF2B5EF4-FFF2-40B4-BE49-F238E27FC236}">
                <a16:creationId xmlns:a16="http://schemas.microsoft.com/office/drawing/2014/main" id="{5C60FE03-2D63-5047-AD55-D228C89BBC46}"/>
              </a:ext>
            </a:extLst>
          </p:cNvPr>
          <p:cNvSpPr/>
          <p:nvPr/>
        </p:nvSpPr>
        <p:spPr>
          <a:xfrm>
            <a:off x="1752600" y="4492663"/>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Service client</a:t>
            </a:r>
          </a:p>
        </p:txBody>
      </p:sp>
      <p:sp>
        <p:nvSpPr>
          <p:cNvPr id="161" name="Rectangle : avec coins arrondis en haut 160">
            <a:extLst>
              <a:ext uri="{FF2B5EF4-FFF2-40B4-BE49-F238E27FC236}">
                <a16:creationId xmlns:a16="http://schemas.microsoft.com/office/drawing/2014/main" id="{8C9847AB-5890-3092-2C8B-1B63FDE961D6}"/>
              </a:ext>
            </a:extLst>
          </p:cNvPr>
          <p:cNvSpPr/>
          <p:nvPr/>
        </p:nvSpPr>
        <p:spPr>
          <a:xfrm rot="16200000">
            <a:off x="1339234" y="4671335"/>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sp>
        <p:nvSpPr>
          <p:cNvPr id="166" name="Rectangle 165">
            <a:extLst>
              <a:ext uri="{FF2B5EF4-FFF2-40B4-BE49-F238E27FC236}">
                <a16:creationId xmlns:a16="http://schemas.microsoft.com/office/drawing/2014/main" id="{94C8D605-9A5E-F04E-31BF-3CE91EA1C31B}"/>
              </a:ext>
            </a:extLst>
          </p:cNvPr>
          <p:cNvSpPr/>
          <p:nvPr/>
        </p:nvSpPr>
        <p:spPr>
          <a:xfrm>
            <a:off x="7918704" y="4055433"/>
            <a:ext cx="152049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Vente par correspondance</a:t>
            </a:r>
          </a:p>
        </p:txBody>
      </p:sp>
      <p:sp>
        <p:nvSpPr>
          <p:cNvPr id="167" name="Rectangle : avec coins arrondis en haut 166">
            <a:extLst>
              <a:ext uri="{FF2B5EF4-FFF2-40B4-BE49-F238E27FC236}">
                <a16:creationId xmlns:a16="http://schemas.microsoft.com/office/drawing/2014/main" id="{2044E91D-D90B-D1D1-D1E2-656EE0B1F330}"/>
              </a:ext>
            </a:extLst>
          </p:cNvPr>
          <p:cNvSpPr/>
          <p:nvPr/>
        </p:nvSpPr>
        <p:spPr>
          <a:xfrm rot="5400000">
            <a:off x="9260521" y="4234105"/>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cxnSp>
        <p:nvCxnSpPr>
          <p:cNvPr id="14" name="Connecteur droit avec flèche 13">
            <a:extLst>
              <a:ext uri="{FF2B5EF4-FFF2-40B4-BE49-F238E27FC236}">
                <a16:creationId xmlns:a16="http://schemas.microsoft.com/office/drawing/2014/main" id="{29DEA0F9-8AC0-E0CB-2155-4B6792D56A81}"/>
              </a:ext>
            </a:extLst>
          </p:cNvPr>
          <p:cNvCxnSpPr>
            <a:stCxn id="10" idx="3"/>
            <a:endCxn id="152" idx="2"/>
          </p:cNvCxnSpPr>
          <p:nvPr/>
        </p:nvCxnSpPr>
        <p:spPr>
          <a:xfrm flipV="1">
            <a:off x="3271800" y="2334039"/>
            <a:ext cx="2238191" cy="232337"/>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Connecteur droit avec flèche 167">
            <a:extLst>
              <a:ext uri="{FF2B5EF4-FFF2-40B4-BE49-F238E27FC236}">
                <a16:creationId xmlns:a16="http://schemas.microsoft.com/office/drawing/2014/main" id="{654071EF-F38A-470A-8071-BFB52BBDA1F6}"/>
              </a:ext>
            </a:extLst>
          </p:cNvPr>
          <p:cNvCxnSpPr>
            <a:cxnSpLocks/>
            <a:stCxn id="10" idx="3"/>
            <a:endCxn id="6" idx="2"/>
          </p:cNvCxnSpPr>
          <p:nvPr/>
        </p:nvCxnSpPr>
        <p:spPr>
          <a:xfrm>
            <a:off x="3271800" y="2566376"/>
            <a:ext cx="2238191" cy="1161638"/>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Connecteur droit avec flèche 168">
            <a:extLst>
              <a:ext uri="{FF2B5EF4-FFF2-40B4-BE49-F238E27FC236}">
                <a16:creationId xmlns:a16="http://schemas.microsoft.com/office/drawing/2014/main" id="{EA6C20CA-74C5-8B4C-1E15-04BC9F5424D2}"/>
              </a:ext>
            </a:extLst>
          </p:cNvPr>
          <p:cNvCxnSpPr>
            <a:cxnSpLocks/>
            <a:stCxn id="158" idx="3"/>
            <a:endCxn id="6" idx="2"/>
          </p:cNvCxnSpPr>
          <p:nvPr/>
        </p:nvCxnSpPr>
        <p:spPr>
          <a:xfrm flipV="1">
            <a:off x="3271800" y="3728014"/>
            <a:ext cx="2238191" cy="3657"/>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Connecteur droit avec flèche 169">
            <a:extLst>
              <a:ext uri="{FF2B5EF4-FFF2-40B4-BE49-F238E27FC236}">
                <a16:creationId xmlns:a16="http://schemas.microsoft.com/office/drawing/2014/main" id="{75A15C3E-F1A5-7D49-8467-EE56CB0EA9C9}"/>
              </a:ext>
            </a:extLst>
          </p:cNvPr>
          <p:cNvCxnSpPr>
            <a:cxnSpLocks/>
            <a:stCxn id="158" idx="3"/>
            <a:endCxn id="154" idx="2"/>
          </p:cNvCxnSpPr>
          <p:nvPr/>
        </p:nvCxnSpPr>
        <p:spPr>
          <a:xfrm>
            <a:off x="3271800" y="3731671"/>
            <a:ext cx="2238191" cy="1390318"/>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3" name="Connecteur droit avec flèche 172">
            <a:extLst>
              <a:ext uri="{FF2B5EF4-FFF2-40B4-BE49-F238E27FC236}">
                <a16:creationId xmlns:a16="http://schemas.microsoft.com/office/drawing/2014/main" id="{9BB36781-E4A1-FDD9-8F7B-5D51D857D80E}"/>
              </a:ext>
            </a:extLst>
          </p:cNvPr>
          <p:cNvCxnSpPr>
            <a:cxnSpLocks/>
            <a:stCxn id="160" idx="3"/>
            <a:endCxn id="6" idx="2"/>
          </p:cNvCxnSpPr>
          <p:nvPr/>
        </p:nvCxnSpPr>
        <p:spPr>
          <a:xfrm flipV="1">
            <a:off x="3271800" y="3728014"/>
            <a:ext cx="2238191" cy="1060669"/>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Connecteur droit avec flèche 175">
            <a:extLst>
              <a:ext uri="{FF2B5EF4-FFF2-40B4-BE49-F238E27FC236}">
                <a16:creationId xmlns:a16="http://schemas.microsoft.com/office/drawing/2014/main" id="{A7ADCBBD-F6D7-EF67-1FEC-C4FDF7DB7664}"/>
              </a:ext>
            </a:extLst>
          </p:cNvPr>
          <p:cNvCxnSpPr>
            <a:cxnSpLocks/>
            <a:stCxn id="160" idx="3"/>
            <a:endCxn id="154" idx="2"/>
          </p:cNvCxnSpPr>
          <p:nvPr/>
        </p:nvCxnSpPr>
        <p:spPr>
          <a:xfrm>
            <a:off x="3271800" y="4788683"/>
            <a:ext cx="2238191" cy="333306"/>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Connecteur droit avec flèche 182">
            <a:extLst>
              <a:ext uri="{FF2B5EF4-FFF2-40B4-BE49-F238E27FC236}">
                <a16:creationId xmlns:a16="http://schemas.microsoft.com/office/drawing/2014/main" id="{4500A8E2-FB8D-0DB1-3DA8-096E6C684EFC}"/>
              </a:ext>
            </a:extLst>
          </p:cNvPr>
          <p:cNvCxnSpPr>
            <a:cxnSpLocks/>
            <a:stCxn id="166" idx="1"/>
            <a:endCxn id="6" idx="4"/>
          </p:cNvCxnSpPr>
          <p:nvPr/>
        </p:nvCxnSpPr>
        <p:spPr>
          <a:xfrm flipH="1" flipV="1">
            <a:off x="6682009" y="3728014"/>
            <a:ext cx="1236695" cy="623439"/>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Connecteur droit avec flèche 185">
            <a:extLst>
              <a:ext uri="{FF2B5EF4-FFF2-40B4-BE49-F238E27FC236}">
                <a16:creationId xmlns:a16="http://schemas.microsoft.com/office/drawing/2014/main" id="{A03CE71D-139D-CD5A-10FA-D7C71459B10B}"/>
              </a:ext>
            </a:extLst>
          </p:cNvPr>
          <p:cNvCxnSpPr>
            <a:cxnSpLocks/>
            <a:stCxn id="166" idx="1"/>
            <a:endCxn id="154" idx="4"/>
          </p:cNvCxnSpPr>
          <p:nvPr/>
        </p:nvCxnSpPr>
        <p:spPr>
          <a:xfrm flipH="1">
            <a:off x="6682009" y="4351453"/>
            <a:ext cx="1236695" cy="770536"/>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C376D652-BDF8-B87F-7463-8D69CFFF090E}"/>
              </a:ext>
            </a:extLst>
          </p:cNvPr>
          <p:cNvSpPr/>
          <p:nvPr/>
        </p:nvSpPr>
        <p:spPr>
          <a:xfrm>
            <a:off x="6682009" y="5918200"/>
            <a:ext cx="5509991" cy="939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Et encore…</a:t>
            </a:r>
          </a:p>
        </p:txBody>
      </p:sp>
      <p:sp>
        <p:nvSpPr>
          <p:cNvPr id="48" name="Espace réservé du texte 3">
            <a:extLst>
              <a:ext uri="{FF2B5EF4-FFF2-40B4-BE49-F238E27FC236}">
                <a16:creationId xmlns:a16="http://schemas.microsoft.com/office/drawing/2014/main" id="{F133D4F1-35D1-19FB-8101-05217A12C510}"/>
              </a:ext>
            </a:extLst>
          </p:cNvPr>
          <p:cNvSpPr>
            <a:spLocks noGrp="1"/>
          </p:cNvSpPr>
          <p:nvPr>
            <p:ph type="body" sz="quarter" idx="35"/>
          </p:nvPr>
        </p:nvSpPr>
        <p:spPr>
          <a:xfrm>
            <a:off x="337931" y="922713"/>
            <a:ext cx="11433654" cy="273879"/>
          </a:xfrm>
        </p:spPr>
        <p:txBody>
          <a:bodyPr/>
          <a:lstStyle/>
          <a:p>
            <a:r>
              <a:rPr lang="fr-FR"/>
              <a:t>Rappels</a:t>
            </a:r>
          </a:p>
        </p:txBody>
      </p:sp>
      <p:sp>
        <p:nvSpPr>
          <p:cNvPr id="49" name="Espace réservé du texte 1">
            <a:extLst>
              <a:ext uri="{FF2B5EF4-FFF2-40B4-BE49-F238E27FC236}">
                <a16:creationId xmlns:a16="http://schemas.microsoft.com/office/drawing/2014/main" id="{F4FA994E-491F-C3BF-D5E9-C5B445D7E8F1}"/>
              </a:ext>
            </a:extLst>
          </p:cNvPr>
          <p:cNvSpPr>
            <a:spLocks noGrp="1"/>
          </p:cNvSpPr>
          <p:nvPr>
            <p:ph type="body" sz="quarter" idx="10"/>
          </p:nvPr>
        </p:nvSpPr>
        <p:spPr>
          <a:xfrm>
            <a:off x="337933" y="564022"/>
            <a:ext cx="11433652" cy="358691"/>
          </a:xfrm>
        </p:spPr>
        <p:txBody>
          <a:bodyPr/>
          <a:lstStyle/>
          <a:p>
            <a:r>
              <a:rPr lang="fr-FR"/>
              <a:t>Médiation &amp; Urbanisation</a:t>
            </a:r>
          </a:p>
        </p:txBody>
      </p:sp>
    </p:spTree>
    <p:extLst>
      <p:ext uri="{BB962C8B-B14F-4D97-AF65-F5344CB8AC3E}">
        <p14:creationId xmlns:p14="http://schemas.microsoft.com/office/powerpoint/2010/main" val="10229661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ylindre 5">
            <a:extLst>
              <a:ext uri="{FF2B5EF4-FFF2-40B4-BE49-F238E27FC236}">
                <a16:creationId xmlns:a16="http://schemas.microsoft.com/office/drawing/2014/main" id="{8DCE2117-9C50-FE5B-2BE6-E182A96074B0}"/>
              </a:ext>
            </a:extLst>
          </p:cNvPr>
          <p:cNvSpPr/>
          <p:nvPr/>
        </p:nvSpPr>
        <p:spPr>
          <a:xfrm>
            <a:off x="5509991" y="3199658"/>
            <a:ext cx="1172018" cy="1056712"/>
          </a:xfrm>
          <a:prstGeom prst="ca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2EDA6835-0EE1-4952-93C9-61AD072F42F3}"/>
              </a:ext>
            </a:extLst>
          </p:cNvPr>
          <p:cNvSpPr txBox="1"/>
          <p:nvPr/>
        </p:nvSpPr>
        <p:spPr>
          <a:xfrm>
            <a:off x="5590732" y="3556610"/>
            <a:ext cx="1010536" cy="523220"/>
          </a:xfrm>
          <a:prstGeom prst="rect">
            <a:avLst/>
          </a:prstGeom>
          <a:noFill/>
        </p:spPr>
        <p:txBody>
          <a:bodyPr wrap="square" rtlCol="0">
            <a:spAutoFit/>
          </a:bodyPr>
          <a:lstStyle/>
          <a:p>
            <a:pPr algn="ctr"/>
            <a:r>
              <a:rPr lang="fr-FR" sz="1400">
                <a:solidFill>
                  <a:schemeClr val="bg1"/>
                </a:solidFill>
                <a:latin typeface="Arial" panose="020B0604020202020204" pitchFamily="34" charset="0"/>
                <a:cs typeface="Arial" panose="020B0604020202020204" pitchFamily="34" charset="0"/>
              </a:rPr>
              <a:t>Liste des ventes</a:t>
            </a:r>
          </a:p>
        </p:txBody>
      </p:sp>
      <p:sp>
        <p:nvSpPr>
          <p:cNvPr id="152" name="Cylindre 151">
            <a:extLst>
              <a:ext uri="{FF2B5EF4-FFF2-40B4-BE49-F238E27FC236}">
                <a16:creationId xmlns:a16="http://schemas.microsoft.com/office/drawing/2014/main" id="{F2C97B6F-1D7F-28A1-FE23-A83218EA60BD}"/>
              </a:ext>
            </a:extLst>
          </p:cNvPr>
          <p:cNvSpPr/>
          <p:nvPr/>
        </p:nvSpPr>
        <p:spPr>
          <a:xfrm>
            <a:off x="5509991" y="1805683"/>
            <a:ext cx="1172018" cy="1056712"/>
          </a:xfrm>
          <a:prstGeom prst="can">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ZoneTexte 152">
            <a:extLst>
              <a:ext uri="{FF2B5EF4-FFF2-40B4-BE49-F238E27FC236}">
                <a16:creationId xmlns:a16="http://schemas.microsoft.com/office/drawing/2014/main" id="{430C865C-F16C-DB61-7BBA-8ED16FD463FE}"/>
              </a:ext>
            </a:extLst>
          </p:cNvPr>
          <p:cNvSpPr txBox="1"/>
          <p:nvPr/>
        </p:nvSpPr>
        <p:spPr>
          <a:xfrm>
            <a:off x="5590732" y="2270356"/>
            <a:ext cx="1010536" cy="307777"/>
          </a:xfrm>
          <a:prstGeom prst="rect">
            <a:avLst/>
          </a:prstGeom>
          <a:noFill/>
        </p:spPr>
        <p:txBody>
          <a:bodyPr wrap="square" rtlCol="0" anchor="ctr">
            <a:spAutoFit/>
          </a:bodyPr>
          <a:lstStyle/>
          <a:p>
            <a:pPr algn="ctr"/>
            <a:r>
              <a:rPr lang="fr-FR" sz="1400">
                <a:solidFill>
                  <a:schemeClr val="bg1"/>
                </a:solidFill>
                <a:latin typeface="Arial" panose="020B0604020202020204" pitchFamily="34" charset="0"/>
                <a:cs typeface="Arial" panose="020B0604020202020204" pitchFamily="34" charset="0"/>
              </a:rPr>
              <a:t>Stocks</a:t>
            </a:r>
          </a:p>
        </p:txBody>
      </p:sp>
      <p:sp>
        <p:nvSpPr>
          <p:cNvPr id="154" name="Cylindre 153">
            <a:extLst>
              <a:ext uri="{FF2B5EF4-FFF2-40B4-BE49-F238E27FC236}">
                <a16:creationId xmlns:a16="http://schemas.microsoft.com/office/drawing/2014/main" id="{3BCC031A-F7A3-DAE1-D677-C6FA30DA74F0}"/>
              </a:ext>
            </a:extLst>
          </p:cNvPr>
          <p:cNvSpPr/>
          <p:nvPr/>
        </p:nvSpPr>
        <p:spPr>
          <a:xfrm>
            <a:off x="5509991" y="4593633"/>
            <a:ext cx="1172018" cy="1056712"/>
          </a:xfrm>
          <a:prstGeom prst="can">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ZoneTexte 154">
            <a:extLst>
              <a:ext uri="{FF2B5EF4-FFF2-40B4-BE49-F238E27FC236}">
                <a16:creationId xmlns:a16="http://schemas.microsoft.com/office/drawing/2014/main" id="{44C675EE-B98C-7E58-32D6-92BA6A70F6C4}"/>
              </a:ext>
            </a:extLst>
          </p:cNvPr>
          <p:cNvSpPr txBox="1"/>
          <p:nvPr/>
        </p:nvSpPr>
        <p:spPr>
          <a:xfrm>
            <a:off x="5590732" y="4950585"/>
            <a:ext cx="1010536" cy="523220"/>
          </a:xfrm>
          <a:prstGeom prst="rect">
            <a:avLst/>
          </a:prstGeom>
          <a:noFill/>
        </p:spPr>
        <p:txBody>
          <a:bodyPr wrap="square" rtlCol="0" anchor="ctr">
            <a:spAutoFit/>
          </a:bodyPr>
          <a:lstStyle/>
          <a:p>
            <a:pPr algn="ctr"/>
            <a:r>
              <a:rPr lang="fr-FR" sz="1400">
                <a:solidFill>
                  <a:schemeClr val="bg1"/>
                </a:solidFill>
                <a:latin typeface="Arial" panose="020B0604020202020204" pitchFamily="34" charset="0"/>
                <a:cs typeface="Arial" panose="020B0604020202020204" pitchFamily="34" charset="0"/>
              </a:rPr>
              <a:t>Liste des clients</a:t>
            </a:r>
          </a:p>
        </p:txBody>
      </p:sp>
      <p:sp>
        <p:nvSpPr>
          <p:cNvPr id="10" name="Rectangle 9">
            <a:extLst>
              <a:ext uri="{FF2B5EF4-FFF2-40B4-BE49-F238E27FC236}">
                <a16:creationId xmlns:a16="http://schemas.microsoft.com/office/drawing/2014/main" id="{B01230B9-40C1-FE80-04E0-A90889124DB9}"/>
              </a:ext>
            </a:extLst>
          </p:cNvPr>
          <p:cNvSpPr/>
          <p:nvPr/>
        </p:nvSpPr>
        <p:spPr>
          <a:xfrm>
            <a:off x="1752600" y="2270356"/>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Suivi des ventes</a:t>
            </a:r>
          </a:p>
        </p:txBody>
      </p:sp>
      <p:sp>
        <p:nvSpPr>
          <p:cNvPr id="11" name="Rectangle : avec coins arrondis en haut 10">
            <a:extLst>
              <a:ext uri="{FF2B5EF4-FFF2-40B4-BE49-F238E27FC236}">
                <a16:creationId xmlns:a16="http://schemas.microsoft.com/office/drawing/2014/main" id="{74171731-8C9A-C4D8-22B9-8F0EAC6F4DE8}"/>
              </a:ext>
            </a:extLst>
          </p:cNvPr>
          <p:cNvSpPr/>
          <p:nvPr/>
        </p:nvSpPr>
        <p:spPr>
          <a:xfrm rot="16200000">
            <a:off x="1339234" y="2449028"/>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endParaRPr lang="fr-FR">
              <a:latin typeface="+mj-lt"/>
            </a:endParaRPr>
          </a:p>
        </p:txBody>
      </p:sp>
      <p:sp>
        <p:nvSpPr>
          <p:cNvPr id="158" name="Rectangle 157">
            <a:extLst>
              <a:ext uri="{FF2B5EF4-FFF2-40B4-BE49-F238E27FC236}">
                <a16:creationId xmlns:a16="http://schemas.microsoft.com/office/drawing/2014/main" id="{FE53DD3B-C4CA-20DC-0176-56DE497E91F4}"/>
              </a:ext>
            </a:extLst>
          </p:cNvPr>
          <p:cNvSpPr/>
          <p:nvPr/>
        </p:nvSpPr>
        <p:spPr>
          <a:xfrm>
            <a:off x="1752600" y="3435651"/>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Application fidélité</a:t>
            </a:r>
          </a:p>
        </p:txBody>
      </p:sp>
      <p:sp>
        <p:nvSpPr>
          <p:cNvPr id="159" name="Rectangle : avec coins arrondis en haut 158">
            <a:extLst>
              <a:ext uri="{FF2B5EF4-FFF2-40B4-BE49-F238E27FC236}">
                <a16:creationId xmlns:a16="http://schemas.microsoft.com/office/drawing/2014/main" id="{D318B59F-4023-E1E0-EFBE-F19FD2F96818}"/>
              </a:ext>
            </a:extLst>
          </p:cNvPr>
          <p:cNvSpPr/>
          <p:nvPr/>
        </p:nvSpPr>
        <p:spPr>
          <a:xfrm rot="16200000">
            <a:off x="1339234" y="3614323"/>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sp>
        <p:nvSpPr>
          <p:cNvPr id="160" name="Rectangle 159">
            <a:extLst>
              <a:ext uri="{FF2B5EF4-FFF2-40B4-BE49-F238E27FC236}">
                <a16:creationId xmlns:a16="http://schemas.microsoft.com/office/drawing/2014/main" id="{5C60FE03-2D63-5047-AD55-D228C89BBC46}"/>
              </a:ext>
            </a:extLst>
          </p:cNvPr>
          <p:cNvSpPr/>
          <p:nvPr/>
        </p:nvSpPr>
        <p:spPr>
          <a:xfrm>
            <a:off x="1752600" y="4492663"/>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Service client</a:t>
            </a:r>
          </a:p>
        </p:txBody>
      </p:sp>
      <p:sp>
        <p:nvSpPr>
          <p:cNvPr id="161" name="Rectangle : avec coins arrondis en haut 160">
            <a:extLst>
              <a:ext uri="{FF2B5EF4-FFF2-40B4-BE49-F238E27FC236}">
                <a16:creationId xmlns:a16="http://schemas.microsoft.com/office/drawing/2014/main" id="{8C9847AB-5890-3092-2C8B-1B63FDE961D6}"/>
              </a:ext>
            </a:extLst>
          </p:cNvPr>
          <p:cNvSpPr/>
          <p:nvPr/>
        </p:nvSpPr>
        <p:spPr>
          <a:xfrm rot="16200000">
            <a:off x="1339234" y="4671335"/>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sp>
        <p:nvSpPr>
          <p:cNvPr id="164" name="Rectangle 163">
            <a:extLst>
              <a:ext uri="{FF2B5EF4-FFF2-40B4-BE49-F238E27FC236}">
                <a16:creationId xmlns:a16="http://schemas.microsoft.com/office/drawing/2014/main" id="{26A66308-60B4-8164-D5A3-8823D1823C50}"/>
              </a:ext>
            </a:extLst>
          </p:cNvPr>
          <p:cNvSpPr/>
          <p:nvPr/>
        </p:nvSpPr>
        <p:spPr>
          <a:xfrm>
            <a:off x="7918704" y="2029193"/>
            <a:ext cx="152049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Production</a:t>
            </a:r>
          </a:p>
        </p:txBody>
      </p:sp>
      <p:sp>
        <p:nvSpPr>
          <p:cNvPr id="165" name="Rectangle : avec coins arrondis en haut 164">
            <a:extLst>
              <a:ext uri="{FF2B5EF4-FFF2-40B4-BE49-F238E27FC236}">
                <a16:creationId xmlns:a16="http://schemas.microsoft.com/office/drawing/2014/main" id="{AA3233C2-8B5A-3401-02ED-862500A2790F}"/>
              </a:ext>
            </a:extLst>
          </p:cNvPr>
          <p:cNvSpPr/>
          <p:nvPr/>
        </p:nvSpPr>
        <p:spPr>
          <a:xfrm rot="5400000">
            <a:off x="9260521" y="2207865"/>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sp>
        <p:nvSpPr>
          <p:cNvPr id="166" name="Rectangle 165">
            <a:extLst>
              <a:ext uri="{FF2B5EF4-FFF2-40B4-BE49-F238E27FC236}">
                <a16:creationId xmlns:a16="http://schemas.microsoft.com/office/drawing/2014/main" id="{94C8D605-9A5E-F04E-31BF-3CE91EA1C31B}"/>
              </a:ext>
            </a:extLst>
          </p:cNvPr>
          <p:cNvSpPr/>
          <p:nvPr/>
        </p:nvSpPr>
        <p:spPr>
          <a:xfrm>
            <a:off x="7918704" y="4055433"/>
            <a:ext cx="152049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Vente par correspondance</a:t>
            </a:r>
          </a:p>
        </p:txBody>
      </p:sp>
      <p:sp>
        <p:nvSpPr>
          <p:cNvPr id="167" name="Rectangle : avec coins arrondis en haut 166">
            <a:extLst>
              <a:ext uri="{FF2B5EF4-FFF2-40B4-BE49-F238E27FC236}">
                <a16:creationId xmlns:a16="http://schemas.microsoft.com/office/drawing/2014/main" id="{2044E91D-D90B-D1D1-D1E2-656EE0B1F330}"/>
              </a:ext>
            </a:extLst>
          </p:cNvPr>
          <p:cNvSpPr/>
          <p:nvPr/>
        </p:nvSpPr>
        <p:spPr>
          <a:xfrm rot="5400000">
            <a:off x="9260521" y="4234105"/>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cxnSp>
        <p:nvCxnSpPr>
          <p:cNvPr id="14" name="Connecteur droit avec flèche 13">
            <a:extLst>
              <a:ext uri="{FF2B5EF4-FFF2-40B4-BE49-F238E27FC236}">
                <a16:creationId xmlns:a16="http://schemas.microsoft.com/office/drawing/2014/main" id="{29DEA0F9-8AC0-E0CB-2155-4B6792D56A81}"/>
              </a:ext>
            </a:extLst>
          </p:cNvPr>
          <p:cNvCxnSpPr>
            <a:stCxn id="10" idx="3"/>
            <a:endCxn id="152" idx="2"/>
          </p:cNvCxnSpPr>
          <p:nvPr/>
        </p:nvCxnSpPr>
        <p:spPr>
          <a:xfrm flipV="1">
            <a:off x="3271800" y="2334039"/>
            <a:ext cx="2238191" cy="232337"/>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Connecteur droit avec flèche 167">
            <a:extLst>
              <a:ext uri="{FF2B5EF4-FFF2-40B4-BE49-F238E27FC236}">
                <a16:creationId xmlns:a16="http://schemas.microsoft.com/office/drawing/2014/main" id="{654071EF-F38A-470A-8071-BFB52BBDA1F6}"/>
              </a:ext>
            </a:extLst>
          </p:cNvPr>
          <p:cNvCxnSpPr>
            <a:cxnSpLocks/>
            <a:stCxn id="10" idx="3"/>
            <a:endCxn id="6" idx="2"/>
          </p:cNvCxnSpPr>
          <p:nvPr/>
        </p:nvCxnSpPr>
        <p:spPr>
          <a:xfrm>
            <a:off x="3271800" y="2566376"/>
            <a:ext cx="2238191" cy="1161638"/>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Connecteur droit avec flèche 168">
            <a:extLst>
              <a:ext uri="{FF2B5EF4-FFF2-40B4-BE49-F238E27FC236}">
                <a16:creationId xmlns:a16="http://schemas.microsoft.com/office/drawing/2014/main" id="{EA6C20CA-74C5-8B4C-1E15-04BC9F5424D2}"/>
              </a:ext>
            </a:extLst>
          </p:cNvPr>
          <p:cNvCxnSpPr>
            <a:cxnSpLocks/>
            <a:stCxn id="158" idx="3"/>
            <a:endCxn id="6" idx="2"/>
          </p:cNvCxnSpPr>
          <p:nvPr/>
        </p:nvCxnSpPr>
        <p:spPr>
          <a:xfrm flipV="1">
            <a:off x="3271800" y="3728014"/>
            <a:ext cx="2238191" cy="3657"/>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Connecteur droit avec flèche 169">
            <a:extLst>
              <a:ext uri="{FF2B5EF4-FFF2-40B4-BE49-F238E27FC236}">
                <a16:creationId xmlns:a16="http://schemas.microsoft.com/office/drawing/2014/main" id="{75A15C3E-F1A5-7D49-8467-EE56CB0EA9C9}"/>
              </a:ext>
            </a:extLst>
          </p:cNvPr>
          <p:cNvCxnSpPr>
            <a:cxnSpLocks/>
            <a:stCxn id="158" idx="3"/>
            <a:endCxn id="154" idx="2"/>
          </p:cNvCxnSpPr>
          <p:nvPr/>
        </p:nvCxnSpPr>
        <p:spPr>
          <a:xfrm>
            <a:off x="3271800" y="3731671"/>
            <a:ext cx="2238191" cy="1390318"/>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3" name="Connecteur droit avec flèche 172">
            <a:extLst>
              <a:ext uri="{FF2B5EF4-FFF2-40B4-BE49-F238E27FC236}">
                <a16:creationId xmlns:a16="http://schemas.microsoft.com/office/drawing/2014/main" id="{9BB36781-E4A1-FDD9-8F7B-5D51D857D80E}"/>
              </a:ext>
            </a:extLst>
          </p:cNvPr>
          <p:cNvCxnSpPr>
            <a:cxnSpLocks/>
            <a:stCxn id="160" idx="3"/>
            <a:endCxn id="6" idx="2"/>
          </p:cNvCxnSpPr>
          <p:nvPr/>
        </p:nvCxnSpPr>
        <p:spPr>
          <a:xfrm flipV="1">
            <a:off x="3271800" y="3728014"/>
            <a:ext cx="2238191" cy="1060669"/>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Connecteur droit avec flèche 175">
            <a:extLst>
              <a:ext uri="{FF2B5EF4-FFF2-40B4-BE49-F238E27FC236}">
                <a16:creationId xmlns:a16="http://schemas.microsoft.com/office/drawing/2014/main" id="{A7ADCBBD-F6D7-EF67-1FEC-C4FDF7DB7664}"/>
              </a:ext>
            </a:extLst>
          </p:cNvPr>
          <p:cNvCxnSpPr>
            <a:cxnSpLocks/>
            <a:stCxn id="160" idx="3"/>
            <a:endCxn id="154" idx="2"/>
          </p:cNvCxnSpPr>
          <p:nvPr/>
        </p:nvCxnSpPr>
        <p:spPr>
          <a:xfrm>
            <a:off x="3271800" y="4788683"/>
            <a:ext cx="2238191" cy="333306"/>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Connecteur droit avec flèche 178">
            <a:extLst>
              <a:ext uri="{FF2B5EF4-FFF2-40B4-BE49-F238E27FC236}">
                <a16:creationId xmlns:a16="http://schemas.microsoft.com/office/drawing/2014/main" id="{FA5A7CF1-C3F4-395A-909E-46DD4FC68A4D}"/>
              </a:ext>
            </a:extLst>
          </p:cNvPr>
          <p:cNvCxnSpPr>
            <a:cxnSpLocks/>
            <a:stCxn id="164" idx="1"/>
            <a:endCxn id="152" idx="4"/>
          </p:cNvCxnSpPr>
          <p:nvPr/>
        </p:nvCxnSpPr>
        <p:spPr>
          <a:xfrm flipH="1">
            <a:off x="6682009" y="2325213"/>
            <a:ext cx="1236695" cy="8826"/>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Connecteur droit avec flèche 182">
            <a:extLst>
              <a:ext uri="{FF2B5EF4-FFF2-40B4-BE49-F238E27FC236}">
                <a16:creationId xmlns:a16="http://schemas.microsoft.com/office/drawing/2014/main" id="{4500A8E2-FB8D-0DB1-3DA8-096E6C684EFC}"/>
              </a:ext>
            </a:extLst>
          </p:cNvPr>
          <p:cNvCxnSpPr>
            <a:cxnSpLocks/>
            <a:stCxn id="166" idx="1"/>
            <a:endCxn id="6" idx="4"/>
          </p:cNvCxnSpPr>
          <p:nvPr/>
        </p:nvCxnSpPr>
        <p:spPr>
          <a:xfrm flipH="1" flipV="1">
            <a:off x="6682009" y="3728014"/>
            <a:ext cx="1236695" cy="623439"/>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Connecteur droit avec flèche 185">
            <a:extLst>
              <a:ext uri="{FF2B5EF4-FFF2-40B4-BE49-F238E27FC236}">
                <a16:creationId xmlns:a16="http://schemas.microsoft.com/office/drawing/2014/main" id="{A03CE71D-139D-CD5A-10FA-D7C71459B10B}"/>
              </a:ext>
            </a:extLst>
          </p:cNvPr>
          <p:cNvCxnSpPr>
            <a:cxnSpLocks/>
            <a:stCxn id="166" idx="1"/>
            <a:endCxn id="154" idx="4"/>
          </p:cNvCxnSpPr>
          <p:nvPr/>
        </p:nvCxnSpPr>
        <p:spPr>
          <a:xfrm flipH="1">
            <a:off x="6682009" y="4351453"/>
            <a:ext cx="1236695" cy="770536"/>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1C7B5116-E132-5133-C736-F568D97A8C88}"/>
              </a:ext>
            </a:extLst>
          </p:cNvPr>
          <p:cNvSpPr/>
          <p:nvPr/>
        </p:nvSpPr>
        <p:spPr>
          <a:xfrm>
            <a:off x="6682009" y="5918200"/>
            <a:ext cx="5509991" cy="939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Et les problèmes commencent.</a:t>
            </a:r>
          </a:p>
        </p:txBody>
      </p:sp>
      <p:sp>
        <p:nvSpPr>
          <p:cNvPr id="7" name="Bulle narrative : ronde 6">
            <a:extLst>
              <a:ext uri="{FF2B5EF4-FFF2-40B4-BE49-F238E27FC236}">
                <a16:creationId xmlns:a16="http://schemas.microsoft.com/office/drawing/2014/main" id="{D482DD50-2153-A354-E9EC-7F4DB59F98DE}"/>
              </a:ext>
            </a:extLst>
          </p:cNvPr>
          <p:cNvSpPr/>
          <p:nvPr/>
        </p:nvSpPr>
        <p:spPr>
          <a:xfrm>
            <a:off x="6227651" y="1174345"/>
            <a:ext cx="1943100" cy="612648"/>
          </a:xfrm>
          <a:prstGeom prst="wedgeEllipseCallout">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Qui est maître de la donnée ?</a:t>
            </a:r>
          </a:p>
        </p:txBody>
      </p:sp>
      <p:sp>
        <p:nvSpPr>
          <p:cNvPr id="48" name="Bulle narrative : ronde 47">
            <a:extLst>
              <a:ext uri="{FF2B5EF4-FFF2-40B4-BE49-F238E27FC236}">
                <a16:creationId xmlns:a16="http://schemas.microsoft.com/office/drawing/2014/main" id="{FC620A39-E4BA-C1C5-B611-25131BC061F2}"/>
              </a:ext>
            </a:extLst>
          </p:cNvPr>
          <p:cNvSpPr/>
          <p:nvPr/>
        </p:nvSpPr>
        <p:spPr>
          <a:xfrm>
            <a:off x="3566891" y="1464876"/>
            <a:ext cx="1943100" cy="612648"/>
          </a:xfrm>
          <a:prstGeom prst="wedgeEllipseCallout">
            <a:avLst>
              <a:gd name="adj1" fmla="val 15115"/>
              <a:gd name="adj2" fmla="val 72865"/>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Fiabilité des données ?</a:t>
            </a:r>
          </a:p>
        </p:txBody>
      </p:sp>
      <p:sp>
        <p:nvSpPr>
          <p:cNvPr id="49" name="Bulle narrative : ronde 48">
            <a:extLst>
              <a:ext uri="{FF2B5EF4-FFF2-40B4-BE49-F238E27FC236}">
                <a16:creationId xmlns:a16="http://schemas.microsoft.com/office/drawing/2014/main" id="{720193CB-0C7C-C75D-86ED-0202435A9268}"/>
              </a:ext>
            </a:extLst>
          </p:cNvPr>
          <p:cNvSpPr/>
          <p:nvPr/>
        </p:nvSpPr>
        <p:spPr>
          <a:xfrm>
            <a:off x="7054482" y="3088920"/>
            <a:ext cx="1943100" cy="612648"/>
          </a:xfrm>
          <a:prstGeom prst="wedgeEllipseCallout">
            <a:avLst>
              <a:gd name="adj1" fmla="val 8579"/>
              <a:gd name="adj2" fmla="val 66646"/>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Répartition des responsabilités ?</a:t>
            </a:r>
          </a:p>
        </p:txBody>
      </p:sp>
      <p:sp>
        <p:nvSpPr>
          <p:cNvPr id="50" name="Bulle narrative : ronde 49">
            <a:extLst>
              <a:ext uri="{FF2B5EF4-FFF2-40B4-BE49-F238E27FC236}">
                <a16:creationId xmlns:a16="http://schemas.microsoft.com/office/drawing/2014/main" id="{89B0F3DD-E969-31F8-5A54-6B64CCD48496}"/>
              </a:ext>
            </a:extLst>
          </p:cNvPr>
          <p:cNvSpPr/>
          <p:nvPr/>
        </p:nvSpPr>
        <p:spPr>
          <a:xfrm>
            <a:off x="196482" y="5325248"/>
            <a:ext cx="1943100" cy="612648"/>
          </a:xfrm>
          <a:prstGeom prst="wedgeEllipseCallout">
            <a:avLst>
              <a:gd name="adj1" fmla="val 30148"/>
              <a:gd name="adj2" fmla="val -61878"/>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Couplage lâche ?</a:t>
            </a:r>
          </a:p>
        </p:txBody>
      </p:sp>
      <p:sp>
        <p:nvSpPr>
          <p:cNvPr id="51" name="Bulle narrative : ronde 50">
            <a:extLst>
              <a:ext uri="{FF2B5EF4-FFF2-40B4-BE49-F238E27FC236}">
                <a16:creationId xmlns:a16="http://schemas.microsoft.com/office/drawing/2014/main" id="{9DF0FC42-76C0-B1FF-475C-31CA930FDFC2}"/>
              </a:ext>
            </a:extLst>
          </p:cNvPr>
          <p:cNvSpPr/>
          <p:nvPr/>
        </p:nvSpPr>
        <p:spPr>
          <a:xfrm>
            <a:off x="3973713" y="5798690"/>
            <a:ext cx="2238191" cy="612648"/>
          </a:xfrm>
          <a:prstGeom prst="wedgeEllipseCallout">
            <a:avLst>
              <a:gd name="adj1" fmla="val 30148"/>
              <a:gd name="adj2" fmla="val -61878"/>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Performance des bases de données ?</a:t>
            </a:r>
          </a:p>
        </p:txBody>
      </p:sp>
      <p:sp>
        <p:nvSpPr>
          <p:cNvPr id="53" name="Bulle narrative : ronde 52">
            <a:extLst>
              <a:ext uri="{FF2B5EF4-FFF2-40B4-BE49-F238E27FC236}">
                <a16:creationId xmlns:a16="http://schemas.microsoft.com/office/drawing/2014/main" id="{F9AF6AC4-0FC0-FB7F-D482-C6D0A13D8C6E}"/>
              </a:ext>
            </a:extLst>
          </p:cNvPr>
          <p:cNvSpPr/>
          <p:nvPr/>
        </p:nvSpPr>
        <p:spPr>
          <a:xfrm>
            <a:off x="9673887" y="1480669"/>
            <a:ext cx="1943100" cy="612648"/>
          </a:xfrm>
          <a:prstGeom prst="wedgeEllipseCallout">
            <a:avLst>
              <a:gd name="adj1" fmla="val -27369"/>
              <a:gd name="adj2" fmla="val 72865"/>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Evolutivité du modèle ?</a:t>
            </a:r>
          </a:p>
        </p:txBody>
      </p:sp>
      <p:sp>
        <p:nvSpPr>
          <p:cNvPr id="58" name="Espace réservé du texte 3">
            <a:extLst>
              <a:ext uri="{FF2B5EF4-FFF2-40B4-BE49-F238E27FC236}">
                <a16:creationId xmlns:a16="http://schemas.microsoft.com/office/drawing/2014/main" id="{0F828BB4-815B-A56A-EE4E-AA4D85B219BA}"/>
              </a:ext>
            </a:extLst>
          </p:cNvPr>
          <p:cNvSpPr>
            <a:spLocks noGrp="1"/>
          </p:cNvSpPr>
          <p:nvPr>
            <p:ph type="body" sz="quarter" idx="35"/>
          </p:nvPr>
        </p:nvSpPr>
        <p:spPr>
          <a:xfrm>
            <a:off x="337931" y="922713"/>
            <a:ext cx="11433654" cy="273879"/>
          </a:xfrm>
        </p:spPr>
        <p:txBody>
          <a:bodyPr/>
          <a:lstStyle/>
          <a:p>
            <a:r>
              <a:rPr lang="fr-FR"/>
              <a:t>Rappels</a:t>
            </a:r>
          </a:p>
        </p:txBody>
      </p:sp>
      <p:sp>
        <p:nvSpPr>
          <p:cNvPr id="59" name="Espace réservé du texte 1">
            <a:extLst>
              <a:ext uri="{FF2B5EF4-FFF2-40B4-BE49-F238E27FC236}">
                <a16:creationId xmlns:a16="http://schemas.microsoft.com/office/drawing/2014/main" id="{6C6D3D28-23E2-E32B-9434-9CE941178480}"/>
              </a:ext>
            </a:extLst>
          </p:cNvPr>
          <p:cNvSpPr>
            <a:spLocks noGrp="1"/>
          </p:cNvSpPr>
          <p:nvPr>
            <p:ph type="body" sz="quarter" idx="10"/>
          </p:nvPr>
        </p:nvSpPr>
        <p:spPr>
          <a:xfrm>
            <a:off x="337933" y="564022"/>
            <a:ext cx="11433652" cy="358691"/>
          </a:xfrm>
        </p:spPr>
        <p:txBody>
          <a:bodyPr/>
          <a:lstStyle/>
          <a:p>
            <a:r>
              <a:rPr lang="fr-FR"/>
              <a:t>Médiation &amp; Urbanisation</a:t>
            </a:r>
          </a:p>
        </p:txBody>
      </p:sp>
      <p:sp>
        <p:nvSpPr>
          <p:cNvPr id="2" name="Forme libre : forme 229">
            <a:extLst>
              <a:ext uri="{FF2B5EF4-FFF2-40B4-BE49-F238E27FC236}">
                <a16:creationId xmlns:a16="http://schemas.microsoft.com/office/drawing/2014/main" id="{A9D3BC93-B9F0-7FDE-1578-B426FDF7020A}"/>
              </a:ext>
            </a:extLst>
          </p:cNvPr>
          <p:cNvSpPr/>
          <p:nvPr/>
        </p:nvSpPr>
        <p:spPr>
          <a:xfrm rot="2685545">
            <a:off x="4995270" y="1849231"/>
            <a:ext cx="381600" cy="381600"/>
          </a:xfrm>
          <a:custGeom>
            <a:avLst/>
            <a:gdLst>
              <a:gd name="connsiteX0" fmla="*/ 4180049 w 4180049"/>
              <a:gd name="connsiteY0" fmla="*/ 2090025 h 4180048"/>
              <a:gd name="connsiteX1" fmla="*/ 3567728 w 4180049"/>
              <a:gd name="connsiteY1" fmla="*/ 612321 h 4180048"/>
              <a:gd name="connsiteX2" fmla="*/ 2090025 w 4180049"/>
              <a:gd name="connsiteY2" fmla="*/ 0 h 4180048"/>
              <a:gd name="connsiteX3" fmla="*/ 612321 w 4180049"/>
              <a:gd name="connsiteY3" fmla="*/ 612321 h 4180048"/>
              <a:gd name="connsiteX4" fmla="*/ 0 w 4180049"/>
              <a:gd name="connsiteY4" fmla="*/ 2090025 h 4180048"/>
              <a:gd name="connsiteX5" fmla="*/ 612321 w 4180049"/>
              <a:gd name="connsiteY5" fmla="*/ 3567728 h 4180048"/>
              <a:gd name="connsiteX6" fmla="*/ 2090025 w 4180049"/>
              <a:gd name="connsiteY6" fmla="*/ 4180049 h 4180048"/>
              <a:gd name="connsiteX7" fmla="*/ 3567728 w 4180049"/>
              <a:gd name="connsiteY7" fmla="*/ 3567728 h 4180048"/>
              <a:gd name="connsiteX8" fmla="*/ 4180049 w 4180049"/>
              <a:gd name="connsiteY8" fmla="*/ 2090025 h 4180048"/>
              <a:gd name="connsiteX9" fmla="*/ 1743794 w 4180049"/>
              <a:gd name="connsiteY9" fmla="*/ 693932 h 4180048"/>
              <a:gd name="connsiteX10" fmla="*/ 1743794 w 4180049"/>
              <a:gd name="connsiteY10" fmla="*/ 1649153 h 4180048"/>
              <a:gd name="connsiteX11" fmla="*/ 730573 w 4180049"/>
              <a:gd name="connsiteY11" fmla="*/ 1649153 h 4180048"/>
              <a:gd name="connsiteX12" fmla="*/ 730573 w 4180049"/>
              <a:gd name="connsiteY12" fmla="*/ 2401123 h 4180048"/>
              <a:gd name="connsiteX13" fmla="*/ 1743794 w 4180049"/>
              <a:gd name="connsiteY13" fmla="*/ 2401123 h 4180048"/>
              <a:gd name="connsiteX14" fmla="*/ 1743794 w 4180049"/>
              <a:gd name="connsiteY14" fmla="*/ 3414344 h 4180048"/>
              <a:gd name="connsiteX15" fmla="*/ 2495764 w 4180049"/>
              <a:gd name="connsiteY15" fmla="*/ 3414344 h 4180048"/>
              <a:gd name="connsiteX16" fmla="*/ 2495764 w 4180049"/>
              <a:gd name="connsiteY16" fmla="*/ 2401123 h 4180048"/>
              <a:gd name="connsiteX17" fmla="*/ 3508984 w 4180049"/>
              <a:gd name="connsiteY17" fmla="*/ 2401123 h 4180048"/>
              <a:gd name="connsiteX18" fmla="*/ 3508984 w 4180049"/>
              <a:gd name="connsiteY18" fmla="*/ 1649153 h 4180048"/>
              <a:gd name="connsiteX19" fmla="*/ 2495764 w 4180049"/>
              <a:gd name="connsiteY19" fmla="*/ 1649153 h 4180048"/>
              <a:gd name="connsiteX20" fmla="*/ 2495764 w 4180049"/>
              <a:gd name="connsiteY20" fmla="*/ 635933 h 4180048"/>
              <a:gd name="connsiteX21" fmla="*/ 1743794 w 4180049"/>
              <a:gd name="connsiteY21" fmla="*/ 635933 h 4180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8">
                <a:moveTo>
                  <a:pt x="4180049" y="2090025"/>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5"/>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5"/>
                </a:cubicBezTo>
                <a:close/>
                <a:moveTo>
                  <a:pt x="1743794" y="693932"/>
                </a:moveTo>
                <a:lnTo>
                  <a:pt x="1743794" y="1649153"/>
                </a:lnTo>
                <a:lnTo>
                  <a:pt x="730573" y="1649153"/>
                </a:lnTo>
                <a:lnTo>
                  <a:pt x="730573" y="2401123"/>
                </a:lnTo>
                <a:lnTo>
                  <a:pt x="1743794" y="2401123"/>
                </a:lnTo>
                <a:lnTo>
                  <a:pt x="1743794" y="3414344"/>
                </a:lnTo>
                <a:lnTo>
                  <a:pt x="2495764" y="3414344"/>
                </a:lnTo>
                <a:lnTo>
                  <a:pt x="2495764" y="2401123"/>
                </a:lnTo>
                <a:lnTo>
                  <a:pt x="3508984" y="2401123"/>
                </a:lnTo>
                <a:lnTo>
                  <a:pt x="3508984" y="1649153"/>
                </a:lnTo>
                <a:lnTo>
                  <a:pt x="2495764" y="1649153"/>
                </a:lnTo>
                <a:lnTo>
                  <a:pt x="2495764" y="635933"/>
                </a:lnTo>
                <a:lnTo>
                  <a:pt x="1743794" y="635933"/>
                </a:lnTo>
                <a:close/>
              </a:path>
            </a:pathLst>
          </a:custGeom>
          <a:solidFill>
            <a:schemeClr val="accent1"/>
          </a:solidFill>
          <a:ln w="9797" cap="flat">
            <a:noFill/>
            <a:prstDash val="solid"/>
            <a:miter/>
          </a:ln>
        </p:spPr>
        <p:txBody>
          <a:bodyPr rtlCol="0" anchor="ctr"/>
          <a:lstStyle/>
          <a:p>
            <a:endParaRPr lang="fr-FR"/>
          </a:p>
        </p:txBody>
      </p:sp>
      <p:sp>
        <p:nvSpPr>
          <p:cNvPr id="4" name="Forme libre : forme 229">
            <a:extLst>
              <a:ext uri="{FF2B5EF4-FFF2-40B4-BE49-F238E27FC236}">
                <a16:creationId xmlns:a16="http://schemas.microsoft.com/office/drawing/2014/main" id="{3DF4ECC9-F412-8C18-CD5A-864A5A844857}"/>
              </a:ext>
            </a:extLst>
          </p:cNvPr>
          <p:cNvSpPr/>
          <p:nvPr/>
        </p:nvSpPr>
        <p:spPr>
          <a:xfrm rot="2685545">
            <a:off x="7710122" y="1517821"/>
            <a:ext cx="381600" cy="381600"/>
          </a:xfrm>
          <a:custGeom>
            <a:avLst/>
            <a:gdLst>
              <a:gd name="connsiteX0" fmla="*/ 4180049 w 4180049"/>
              <a:gd name="connsiteY0" fmla="*/ 2090025 h 4180048"/>
              <a:gd name="connsiteX1" fmla="*/ 3567728 w 4180049"/>
              <a:gd name="connsiteY1" fmla="*/ 612321 h 4180048"/>
              <a:gd name="connsiteX2" fmla="*/ 2090025 w 4180049"/>
              <a:gd name="connsiteY2" fmla="*/ 0 h 4180048"/>
              <a:gd name="connsiteX3" fmla="*/ 612321 w 4180049"/>
              <a:gd name="connsiteY3" fmla="*/ 612321 h 4180048"/>
              <a:gd name="connsiteX4" fmla="*/ 0 w 4180049"/>
              <a:gd name="connsiteY4" fmla="*/ 2090025 h 4180048"/>
              <a:gd name="connsiteX5" fmla="*/ 612321 w 4180049"/>
              <a:gd name="connsiteY5" fmla="*/ 3567728 h 4180048"/>
              <a:gd name="connsiteX6" fmla="*/ 2090025 w 4180049"/>
              <a:gd name="connsiteY6" fmla="*/ 4180049 h 4180048"/>
              <a:gd name="connsiteX7" fmla="*/ 3567728 w 4180049"/>
              <a:gd name="connsiteY7" fmla="*/ 3567728 h 4180048"/>
              <a:gd name="connsiteX8" fmla="*/ 4180049 w 4180049"/>
              <a:gd name="connsiteY8" fmla="*/ 2090025 h 4180048"/>
              <a:gd name="connsiteX9" fmla="*/ 1743794 w 4180049"/>
              <a:gd name="connsiteY9" fmla="*/ 693932 h 4180048"/>
              <a:gd name="connsiteX10" fmla="*/ 1743794 w 4180049"/>
              <a:gd name="connsiteY10" fmla="*/ 1649153 h 4180048"/>
              <a:gd name="connsiteX11" fmla="*/ 730573 w 4180049"/>
              <a:gd name="connsiteY11" fmla="*/ 1649153 h 4180048"/>
              <a:gd name="connsiteX12" fmla="*/ 730573 w 4180049"/>
              <a:gd name="connsiteY12" fmla="*/ 2401123 h 4180048"/>
              <a:gd name="connsiteX13" fmla="*/ 1743794 w 4180049"/>
              <a:gd name="connsiteY13" fmla="*/ 2401123 h 4180048"/>
              <a:gd name="connsiteX14" fmla="*/ 1743794 w 4180049"/>
              <a:gd name="connsiteY14" fmla="*/ 3414344 h 4180048"/>
              <a:gd name="connsiteX15" fmla="*/ 2495764 w 4180049"/>
              <a:gd name="connsiteY15" fmla="*/ 3414344 h 4180048"/>
              <a:gd name="connsiteX16" fmla="*/ 2495764 w 4180049"/>
              <a:gd name="connsiteY16" fmla="*/ 2401123 h 4180048"/>
              <a:gd name="connsiteX17" fmla="*/ 3508984 w 4180049"/>
              <a:gd name="connsiteY17" fmla="*/ 2401123 h 4180048"/>
              <a:gd name="connsiteX18" fmla="*/ 3508984 w 4180049"/>
              <a:gd name="connsiteY18" fmla="*/ 1649153 h 4180048"/>
              <a:gd name="connsiteX19" fmla="*/ 2495764 w 4180049"/>
              <a:gd name="connsiteY19" fmla="*/ 1649153 h 4180048"/>
              <a:gd name="connsiteX20" fmla="*/ 2495764 w 4180049"/>
              <a:gd name="connsiteY20" fmla="*/ 635933 h 4180048"/>
              <a:gd name="connsiteX21" fmla="*/ 1743794 w 4180049"/>
              <a:gd name="connsiteY21" fmla="*/ 635933 h 4180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8">
                <a:moveTo>
                  <a:pt x="4180049" y="2090025"/>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5"/>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5"/>
                </a:cubicBezTo>
                <a:close/>
                <a:moveTo>
                  <a:pt x="1743794" y="693932"/>
                </a:moveTo>
                <a:lnTo>
                  <a:pt x="1743794" y="1649153"/>
                </a:lnTo>
                <a:lnTo>
                  <a:pt x="730573" y="1649153"/>
                </a:lnTo>
                <a:lnTo>
                  <a:pt x="730573" y="2401123"/>
                </a:lnTo>
                <a:lnTo>
                  <a:pt x="1743794" y="2401123"/>
                </a:lnTo>
                <a:lnTo>
                  <a:pt x="1743794" y="3414344"/>
                </a:lnTo>
                <a:lnTo>
                  <a:pt x="2495764" y="3414344"/>
                </a:lnTo>
                <a:lnTo>
                  <a:pt x="2495764" y="2401123"/>
                </a:lnTo>
                <a:lnTo>
                  <a:pt x="3508984" y="2401123"/>
                </a:lnTo>
                <a:lnTo>
                  <a:pt x="3508984" y="1649153"/>
                </a:lnTo>
                <a:lnTo>
                  <a:pt x="2495764" y="1649153"/>
                </a:lnTo>
                <a:lnTo>
                  <a:pt x="2495764" y="635933"/>
                </a:lnTo>
                <a:lnTo>
                  <a:pt x="1743794" y="635933"/>
                </a:lnTo>
                <a:close/>
              </a:path>
            </a:pathLst>
          </a:custGeom>
          <a:solidFill>
            <a:schemeClr val="accent1"/>
          </a:solidFill>
          <a:ln w="9797" cap="flat">
            <a:noFill/>
            <a:prstDash val="solid"/>
            <a:miter/>
          </a:ln>
        </p:spPr>
        <p:txBody>
          <a:bodyPr rtlCol="0" anchor="ctr"/>
          <a:lstStyle/>
          <a:p>
            <a:endParaRPr lang="fr-FR"/>
          </a:p>
        </p:txBody>
      </p:sp>
      <p:sp>
        <p:nvSpPr>
          <p:cNvPr id="8" name="Forme libre : forme 229">
            <a:extLst>
              <a:ext uri="{FF2B5EF4-FFF2-40B4-BE49-F238E27FC236}">
                <a16:creationId xmlns:a16="http://schemas.microsoft.com/office/drawing/2014/main" id="{6B7D7409-554F-824F-A78C-8A3AD400ECEA}"/>
              </a:ext>
            </a:extLst>
          </p:cNvPr>
          <p:cNvSpPr/>
          <p:nvPr/>
        </p:nvSpPr>
        <p:spPr>
          <a:xfrm rot="2685545">
            <a:off x="11006965" y="1840289"/>
            <a:ext cx="381600" cy="381600"/>
          </a:xfrm>
          <a:custGeom>
            <a:avLst/>
            <a:gdLst>
              <a:gd name="connsiteX0" fmla="*/ 4180049 w 4180049"/>
              <a:gd name="connsiteY0" fmla="*/ 2090025 h 4180048"/>
              <a:gd name="connsiteX1" fmla="*/ 3567728 w 4180049"/>
              <a:gd name="connsiteY1" fmla="*/ 612321 h 4180048"/>
              <a:gd name="connsiteX2" fmla="*/ 2090025 w 4180049"/>
              <a:gd name="connsiteY2" fmla="*/ 0 h 4180048"/>
              <a:gd name="connsiteX3" fmla="*/ 612321 w 4180049"/>
              <a:gd name="connsiteY3" fmla="*/ 612321 h 4180048"/>
              <a:gd name="connsiteX4" fmla="*/ 0 w 4180049"/>
              <a:gd name="connsiteY4" fmla="*/ 2090025 h 4180048"/>
              <a:gd name="connsiteX5" fmla="*/ 612321 w 4180049"/>
              <a:gd name="connsiteY5" fmla="*/ 3567728 h 4180048"/>
              <a:gd name="connsiteX6" fmla="*/ 2090025 w 4180049"/>
              <a:gd name="connsiteY6" fmla="*/ 4180049 h 4180048"/>
              <a:gd name="connsiteX7" fmla="*/ 3567728 w 4180049"/>
              <a:gd name="connsiteY7" fmla="*/ 3567728 h 4180048"/>
              <a:gd name="connsiteX8" fmla="*/ 4180049 w 4180049"/>
              <a:gd name="connsiteY8" fmla="*/ 2090025 h 4180048"/>
              <a:gd name="connsiteX9" fmla="*/ 1743794 w 4180049"/>
              <a:gd name="connsiteY9" fmla="*/ 693932 h 4180048"/>
              <a:gd name="connsiteX10" fmla="*/ 1743794 w 4180049"/>
              <a:gd name="connsiteY10" fmla="*/ 1649153 h 4180048"/>
              <a:gd name="connsiteX11" fmla="*/ 730573 w 4180049"/>
              <a:gd name="connsiteY11" fmla="*/ 1649153 h 4180048"/>
              <a:gd name="connsiteX12" fmla="*/ 730573 w 4180049"/>
              <a:gd name="connsiteY12" fmla="*/ 2401123 h 4180048"/>
              <a:gd name="connsiteX13" fmla="*/ 1743794 w 4180049"/>
              <a:gd name="connsiteY13" fmla="*/ 2401123 h 4180048"/>
              <a:gd name="connsiteX14" fmla="*/ 1743794 w 4180049"/>
              <a:gd name="connsiteY14" fmla="*/ 3414344 h 4180048"/>
              <a:gd name="connsiteX15" fmla="*/ 2495764 w 4180049"/>
              <a:gd name="connsiteY15" fmla="*/ 3414344 h 4180048"/>
              <a:gd name="connsiteX16" fmla="*/ 2495764 w 4180049"/>
              <a:gd name="connsiteY16" fmla="*/ 2401123 h 4180048"/>
              <a:gd name="connsiteX17" fmla="*/ 3508984 w 4180049"/>
              <a:gd name="connsiteY17" fmla="*/ 2401123 h 4180048"/>
              <a:gd name="connsiteX18" fmla="*/ 3508984 w 4180049"/>
              <a:gd name="connsiteY18" fmla="*/ 1649153 h 4180048"/>
              <a:gd name="connsiteX19" fmla="*/ 2495764 w 4180049"/>
              <a:gd name="connsiteY19" fmla="*/ 1649153 h 4180048"/>
              <a:gd name="connsiteX20" fmla="*/ 2495764 w 4180049"/>
              <a:gd name="connsiteY20" fmla="*/ 635933 h 4180048"/>
              <a:gd name="connsiteX21" fmla="*/ 1743794 w 4180049"/>
              <a:gd name="connsiteY21" fmla="*/ 635933 h 4180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8">
                <a:moveTo>
                  <a:pt x="4180049" y="2090025"/>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5"/>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5"/>
                </a:cubicBezTo>
                <a:close/>
                <a:moveTo>
                  <a:pt x="1743794" y="693932"/>
                </a:moveTo>
                <a:lnTo>
                  <a:pt x="1743794" y="1649153"/>
                </a:lnTo>
                <a:lnTo>
                  <a:pt x="730573" y="1649153"/>
                </a:lnTo>
                <a:lnTo>
                  <a:pt x="730573" y="2401123"/>
                </a:lnTo>
                <a:lnTo>
                  <a:pt x="1743794" y="2401123"/>
                </a:lnTo>
                <a:lnTo>
                  <a:pt x="1743794" y="3414344"/>
                </a:lnTo>
                <a:lnTo>
                  <a:pt x="2495764" y="3414344"/>
                </a:lnTo>
                <a:lnTo>
                  <a:pt x="2495764" y="2401123"/>
                </a:lnTo>
                <a:lnTo>
                  <a:pt x="3508984" y="2401123"/>
                </a:lnTo>
                <a:lnTo>
                  <a:pt x="3508984" y="1649153"/>
                </a:lnTo>
                <a:lnTo>
                  <a:pt x="2495764" y="1649153"/>
                </a:lnTo>
                <a:lnTo>
                  <a:pt x="2495764" y="635933"/>
                </a:lnTo>
                <a:lnTo>
                  <a:pt x="1743794" y="635933"/>
                </a:lnTo>
                <a:close/>
              </a:path>
            </a:pathLst>
          </a:custGeom>
          <a:solidFill>
            <a:schemeClr val="accent1"/>
          </a:solidFill>
          <a:ln w="9797" cap="flat">
            <a:noFill/>
            <a:prstDash val="solid"/>
            <a:miter/>
          </a:ln>
        </p:spPr>
        <p:txBody>
          <a:bodyPr rtlCol="0" anchor="ctr"/>
          <a:lstStyle/>
          <a:p>
            <a:endParaRPr lang="fr-FR"/>
          </a:p>
        </p:txBody>
      </p:sp>
      <p:sp>
        <p:nvSpPr>
          <p:cNvPr id="9" name="Forme libre : forme 229">
            <a:extLst>
              <a:ext uri="{FF2B5EF4-FFF2-40B4-BE49-F238E27FC236}">
                <a16:creationId xmlns:a16="http://schemas.microsoft.com/office/drawing/2014/main" id="{C5B8078D-8536-1507-DEA1-2796DC162EF1}"/>
              </a:ext>
            </a:extLst>
          </p:cNvPr>
          <p:cNvSpPr/>
          <p:nvPr/>
        </p:nvSpPr>
        <p:spPr>
          <a:xfrm rot="2685545">
            <a:off x="8627951" y="3339890"/>
            <a:ext cx="381600" cy="381600"/>
          </a:xfrm>
          <a:custGeom>
            <a:avLst/>
            <a:gdLst>
              <a:gd name="connsiteX0" fmla="*/ 4180049 w 4180049"/>
              <a:gd name="connsiteY0" fmla="*/ 2090025 h 4180048"/>
              <a:gd name="connsiteX1" fmla="*/ 3567728 w 4180049"/>
              <a:gd name="connsiteY1" fmla="*/ 612321 h 4180048"/>
              <a:gd name="connsiteX2" fmla="*/ 2090025 w 4180049"/>
              <a:gd name="connsiteY2" fmla="*/ 0 h 4180048"/>
              <a:gd name="connsiteX3" fmla="*/ 612321 w 4180049"/>
              <a:gd name="connsiteY3" fmla="*/ 612321 h 4180048"/>
              <a:gd name="connsiteX4" fmla="*/ 0 w 4180049"/>
              <a:gd name="connsiteY4" fmla="*/ 2090025 h 4180048"/>
              <a:gd name="connsiteX5" fmla="*/ 612321 w 4180049"/>
              <a:gd name="connsiteY5" fmla="*/ 3567728 h 4180048"/>
              <a:gd name="connsiteX6" fmla="*/ 2090025 w 4180049"/>
              <a:gd name="connsiteY6" fmla="*/ 4180049 h 4180048"/>
              <a:gd name="connsiteX7" fmla="*/ 3567728 w 4180049"/>
              <a:gd name="connsiteY7" fmla="*/ 3567728 h 4180048"/>
              <a:gd name="connsiteX8" fmla="*/ 4180049 w 4180049"/>
              <a:gd name="connsiteY8" fmla="*/ 2090025 h 4180048"/>
              <a:gd name="connsiteX9" fmla="*/ 1743794 w 4180049"/>
              <a:gd name="connsiteY9" fmla="*/ 693932 h 4180048"/>
              <a:gd name="connsiteX10" fmla="*/ 1743794 w 4180049"/>
              <a:gd name="connsiteY10" fmla="*/ 1649153 h 4180048"/>
              <a:gd name="connsiteX11" fmla="*/ 730573 w 4180049"/>
              <a:gd name="connsiteY11" fmla="*/ 1649153 h 4180048"/>
              <a:gd name="connsiteX12" fmla="*/ 730573 w 4180049"/>
              <a:gd name="connsiteY12" fmla="*/ 2401123 h 4180048"/>
              <a:gd name="connsiteX13" fmla="*/ 1743794 w 4180049"/>
              <a:gd name="connsiteY13" fmla="*/ 2401123 h 4180048"/>
              <a:gd name="connsiteX14" fmla="*/ 1743794 w 4180049"/>
              <a:gd name="connsiteY14" fmla="*/ 3414344 h 4180048"/>
              <a:gd name="connsiteX15" fmla="*/ 2495764 w 4180049"/>
              <a:gd name="connsiteY15" fmla="*/ 3414344 h 4180048"/>
              <a:gd name="connsiteX16" fmla="*/ 2495764 w 4180049"/>
              <a:gd name="connsiteY16" fmla="*/ 2401123 h 4180048"/>
              <a:gd name="connsiteX17" fmla="*/ 3508984 w 4180049"/>
              <a:gd name="connsiteY17" fmla="*/ 2401123 h 4180048"/>
              <a:gd name="connsiteX18" fmla="*/ 3508984 w 4180049"/>
              <a:gd name="connsiteY18" fmla="*/ 1649153 h 4180048"/>
              <a:gd name="connsiteX19" fmla="*/ 2495764 w 4180049"/>
              <a:gd name="connsiteY19" fmla="*/ 1649153 h 4180048"/>
              <a:gd name="connsiteX20" fmla="*/ 2495764 w 4180049"/>
              <a:gd name="connsiteY20" fmla="*/ 635933 h 4180048"/>
              <a:gd name="connsiteX21" fmla="*/ 1743794 w 4180049"/>
              <a:gd name="connsiteY21" fmla="*/ 635933 h 4180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8">
                <a:moveTo>
                  <a:pt x="4180049" y="2090025"/>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5"/>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5"/>
                </a:cubicBezTo>
                <a:close/>
                <a:moveTo>
                  <a:pt x="1743794" y="693932"/>
                </a:moveTo>
                <a:lnTo>
                  <a:pt x="1743794" y="1649153"/>
                </a:lnTo>
                <a:lnTo>
                  <a:pt x="730573" y="1649153"/>
                </a:lnTo>
                <a:lnTo>
                  <a:pt x="730573" y="2401123"/>
                </a:lnTo>
                <a:lnTo>
                  <a:pt x="1743794" y="2401123"/>
                </a:lnTo>
                <a:lnTo>
                  <a:pt x="1743794" y="3414344"/>
                </a:lnTo>
                <a:lnTo>
                  <a:pt x="2495764" y="3414344"/>
                </a:lnTo>
                <a:lnTo>
                  <a:pt x="2495764" y="2401123"/>
                </a:lnTo>
                <a:lnTo>
                  <a:pt x="3508984" y="2401123"/>
                </a:lnTo>
                <a:lnTo>
                  <a:pt x="3508984" y="1649153"/>
                </a:lnTo>
                <a:lnTo>
                  <a:pt x="2495764" y="1649153"/>
                </a:lnTo>
                <a:lnTo>
                  <a:pt x="2495764" y="635933"/>
                </a:lnTo>
                <a:lnTo>
                  <a:pt x="1743794" y="635933"/>
                </a:lnTo>
                <a:close/>
              </a:path>
            </a:pathLst>
          </a:custGeom>
          <a:solidFill>
            <a:schemeClr val="accent1"/>
          </a:solidFill>
          <a:ln w="9797" cap="flat">
            <a:noFill/>
            <a:prstDash val="solid"/>
            <a:miter/>
          </a:ln>
        </p:spPr>
        <p:txBody>
          <a:bodyPr rtlCol="0" anchor="ctr"/>
          <a:lstStyle/>
          <a:p>
            <a:endParaRPr lang="fr-FR"/>
          </a:p>
        </p:txBody>
      </p:sp>
      <p:sp>
        <p:nvSpPr>
          <p:cNvPr id="12" name="Forme libre : forme 229">
            <a:extLst>
              <a:ext uri="{FF2B5EF4-FFF2-40B4-BE49-F238E27FC236}">
                <a16:creationId xmlns:a16="http://schemas.microsoft.com/office/drawing/2014/main" id="{213FC1D1-C109-F179-5AC0-7C46565C50F7}"/>
              </a:ext>
            </a:extLst>
          </p:cNvPr>
          <p:cNvSpPr/>
          <p:nvPr/>
        </p:nvSpPr>
        <p:spPr>
          <a:xfrm rot="2685545">
            <a:off x="5767021" y="6066638"/>
            <a:ext cx="381600" cy="381600"/>
          </a:xfrm>
          <a:custGeom>
            <a:avLst/>
            <a:gdLst>
              <a:gd name="connsiteX0" fmla="*/ 4180049 w 4180049"/>
              <a:gd name="connsiteY0" fmla="*/ 2090025 h 4180048"/>
              <a:gd name="connsiteX1" fmla="*/ 3567728 w 4180049"/>
              <a:gd name="connsiteY1" fmla="*/ 612321 h 4180048"/>
              <a:gd name="connsiteX2" fmla="*/ 2090025 w 4180049"/>
              <a:gd name="connsiteY2" fmla="*/ 0 h 4180048"/>
              <a:gd name="connsiteX3" fmla="*/ 612321 w 4180049"/>
              <a:gd name="connsiteY3" fmla="*/ 612321 h 4180048"/>
              <a:gd name="connsiteX4" fmla="*/ 0 w 4180049"/>
              <a:gd name="connsiteY4" fmla="*/ 2090025 h 4180048"/>
              <a:gd name="connsiteX5" fmla="*/ 612321 w 4180049"/>
              <a:gd name="connsiteY5" fmla="*/ 3567728 h 4180048"/>
              <a:gd name="connsiteX6" fmla="*/ 2090025 w 4180049"/>
              <a:gd name="connsiteY6" fmla="*/ 4180049 h 4180048"/>
              <a:gd name="connsiteX7" fmla="*/ 3567728 w 4180049"/>
              <a:gd name="connsiteY7" fmla="*/ 3567728 h 4180048"/>
              <a:gd name="connsiteX8" fmla="*/ 4180049 w 4180049"/>
              <a:gd name="connsiteY8" fmla="*/ 2090025 h 4180048"/>
              <a:gd name="connsiteX9" fmla="*/ 1743794 w 4180049"/>
              <a:gd name="connsiteY9" fmla="*/ 693932 h 4180048"/>
              <a:gd name="connsiteX10" fmla="*/ 1743794 w 4180049"/>
              <a:gd name="connsiteY10" fmla="*/ 1649153 h 4180048"/>
              <a:gd name="connsiteX11" fmla="*/ 730573 w 4180049"/>
              <a:gd name="connsiteY11" fmla="*/ 1649153 h 4180048"/>
              <a:gd name="connsiteX12" fmla="*/ 730573 w 4180049"/>
              <a:gd name="connsiteY12" fmla="*/ 2401123 h 4180048"/>
              <a:gd name="connsiteX13" fmla="*/ 1743794 w 4180049"/>
              <a:gd name="connsiteY13" fmla="*/ 2401123 h 4180048"/>
              <a:gd name="connsiteX14" fmla="*/ 1743794 w 4180049"/>
              <a:gd name="connsiteY14" fmla="*/ 3414344 h 4180048"/>
              <a:gd name="connsiteX15" fmla="*/ 2495764 w 4180049"/>
              <a:gd name="connsiteY15" fmla="*/ 3414344 h 4180048"/>
              <a:gd name="connsiteX16" fmla="*/ 2495764 w 4180049"/>
              <a:gd name="connsiteY16" fmla="*/ 2401123 h 4180048"/>
              <a:gd name="connsiteX17" fmla="*/ 3508984 w 4180049"/>
              <a:gd name="connsiteY17" fmla="*/ 2401123 h 4180048"/>
              <a:gd name="connsiteX18" fmla="*/ 3508984 w 4180049"/>
              <a:gd name="connsiteY18" fmla="*/ 1649153 h 4180048"/>
              <a:gd name="connsiteX19" fmla="*/ 2495764 w 4180049"/>
              <a:gd name="connsiteY19" fmla="*/ 1649153 h 4180048"/>
              <a:gd name="connsiteX20" fmla="*/ 2495764 w 4180049"/>
              <a:gd name="connsiteY20" fmla="*/ 635933 h 4180048"/>
              <a:gd name="connsiteX21" fmla="*/ 1743794 w 4180049"/>
              <a:gd name="connsiteY21" fmla="*/ 635933 h 4180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8">
                <a:moveTo>
                  <a:pt x="4180049" y="2090025"/>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5"/>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5"/>
                </a:cubicBezTo>
                <a:close/>
                <a:moveTo>
                  <a:pt x="1743794" y="693932"/>
                </a:moveTo>
                <a:lnTo>
                  <a:pt x="1743794" y="1649153"/>
                </a:lnTo>
                <a:lnTo>
                  <a:pt x="730573" y="1649153"/>
                </a:lnTo>
                <a:lnTo>
                  <a:pt x="730573" y="2401123"/>
                </a:lnTo>
                <a:lnTo>
                  <a:pt x="1743794" y="2401123"/>
                </a:lnTo>
                <a:lnTo>
                  <a:pt x="1743794" y="3414344"/>
                </a:lnTo>
                <a:lnTo>
                  <a:pt x="2495764" y="3414344"/>
                </a:lnTo>
                <a:lnTo>
                  <a:pt x="2495764" y="2401123"/>
                </a:lnTo>
                <a:lnTo>
                  <a:pt x="3508984" y="2401123"/>
                </a:lnTo>
                <a:lnTo>
                  <a:pt x="3508984" y="1649153"/>
                </a:lnTo>
                <a:lnTo>
                  <a:pt x="2495764" y="1649153"/>
                </a:lnTo>
                <a:lnTo>
                  <a:pt x="2495764" y="635933"/>
                </a:lnTo>
                <a:lnTo>
                  <a:pt x="1743794" y="635933"/>
                </a:lnTo>
                <a:close/>
              </a:path>
            </a:pathLst>
          </a:custGeom>
          <a:solidFill>
            <a:schemeClr val="accent1"/>
          </a:solidFill>
          <a:ln w="9797" cap="flat">
            <a:noFill/>
            <a:prstDash val="solid"/>
            <a:miter/>
          </a:ln>
        </p:spPr>
        <p:txBody>
          <a:bodyPr rtlCol="0" anchor="ctr"/>
          <a:lstStyle/>
          <a:p>
            <a:endParaRPr lang="fr-FR"/>
          </a:p>
        </p:txBody>
      </p:sp>
      <p:sp>
        <p:nvSpPr>
          <p:cNvPr id="13" name="Forme libre : forme 229">
            <a:extLst>
              <a:ext uri="{FF2B5EF4-FFF2-40B4-BE49-F238E27FC236}">
                <a16:creationId xmlns:a16="http://schemas.microsoft.com/office/drawing/2014/main" id="{12D88F3F-9E33-4AD2-9D04-7DD82954E46B}"/>
              </a:ext>
            </a:extLst>
          </p:cNvPr>
          <p:cNvSpPr/>
          <p:nvPr/>
        </p:nvSpPr>
        <p:spPr>
          <a:xfrm rot="2685545">
            <a:off x="1714282" y="5607890"/>
            <a:ext cx="381600" cy="381600"/>
          </a:xfrm>
          <a:custGeom>
            <a:avLst/>
            <a:gdLst>
              <a:gd name="connsiteX0" fmla="*/ 4180049 w 4180049"/>
              <a:gd name="connsiteY0" fmla="*/ 2090025 h 4180048"/>
              <a:gd name="connsiteX1" fmla="*/ 3567728 w 4180049"/>
              <a:gd name="connsiteY1" fmla="*/ 612321 h 4180048"/>
              <a:gd name="connsiteX2" fmla="*/ 2090025 w 4180049"/>
              <a:gd name="connsiteY2" fmla="*/ 0 h 4180048"/>
              <a:gd name="connsiteX3" fmla="*/ 612321 w 4180049"/>
              <a:gd name="connsiteY3" fmla="*/ 612321 h 4180048"/>
              <a:gd name="connsiteX4" fmla="*/ 0 w 4180049"/>
              <a:gd name="connsiteY4" fmla="*/ 2090025 h 4180048"/>
              <a:gd name="connsiteX5" fmla="*/ 612321 w 4180049"/>
              <a:gd name="connsiteY5" fmla="*/ 3567728 h 4180048"/>
              <a:gd name="connsiteX6" fmla="*/ 2090025 w 4180049"/>
              <a:gd name="connsiteY6" fmla="*/ 4180049 h 4180048"/>
              <a:gd name="connsiteX7" fmla="*/ 3567728 w 4180049"/>
              <a:gd name="connsiteY7" fmla="*/ 3567728 h 4180048"/>
              <a:gd name="connsiteX8" fmla="*/ 4180049 w 4180049"/>
              <a:gd name="connsiteY8" fmla="*/ 2090025 h 4180048"/>
              <a:gd name="connsiteX9" fmla="*/ 1743794 w 4180049"/>
              <a:gd name="connsiteY9" fmla="*/ 693932 h 4180048"/>
              <a:gd name="connsiteX10" fmla="*/ 1743794 w 4180049"/>
              <a:gd name="connsiteY10" fmla="*/ 1649153 h 4180048"/>
              <a:gd name="connsiteX11" fmla="*/ 730573 w 4180049"/>
              <a:gd name="connsiteY11" fmla="*/ 1649153 h 4180048"/>
              <a:gd name="connsiteX12" fmla="*/ 730573 w 4180049"/>
              <a:gd name="connsiteY12" fmla="*/ 2401123 h 4180048"/>
              <a:gd name="connsiteX13" fmla="*/ 1743794 w 4180049"/>
              <a:gd name="connsiteY13" fmla="*/ 2401123 h 4180048"/>
              <a:gd name="connsiteX14" fmla="*/ 1743794 w 4180049"/>
              <a:gd name="connsiteY14" fmla="*/ 3414344 h 4180048"/>
              <a:gd name="connsiteX15" fmla="*/ 2495764 w 4180049"/>
              <a:gd name="connsiteY15" fmla="*/ 3414344 h 4180048"/>
              <a:gd name="connsiteX16" fmla="*/ 2495764 w 4180049"/>
              <a:gd name="connsiteY16" fmla="*/ 2401123 h 4180048"/>
              <a:gd name="connsiteX17" fmla="*/ 3508984 w 4180049"/>
              <a:gd name="connsiteY17" fmla="*/ 2401123 h 4180048"/>
              <a:gd name="connsiteX18" fmla="*/ 3508984 w 4180049"/>
              <a:gd name="connsiteY18" fmla="*/ 1649153 h 4180048"/>
              <a:gd name="connsiteX19" fmla="*/ 2495764 w 4180049"/>
              <a:gd name="connsiteY19" fmla="*/ 1649153 h 4180048"/>
              <a:gd name="connsiteX20" fmla="*/ 2495764 w 4180049"/>
              <a:gd name="connsiteY20" fmla="*/ 635933 h 4180048"/>
              <a:gd name="connsiteX21" fmla="*/ 1743794 w 4180049"/>
              <a:gd name="connsiteY21" fmla="*/ 635933 h 4180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8">
                <a:moveTo>
                  <a:pt x="4180049" y="2090025"/>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5"/>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5"/>
                </a:cubicBezTo>
                <a:close/>
                <a:moveTo>
                  <a:pt x="1743794" y="693932"/>
                </a:moveTo>
                <a:lnTo>
                  <a:pt x="1743794" y="1649153"/>
                </a:lnTo>
                <a:lnTo>
                  <a:pt x="730573" y="1649153"/>
                </a:lnTo>
                <a:lnTo>
                  <a:pt x="730573" y="2401123"/>
                </a:lnTo>
                <a:lnTo>
                  <a:pt x="1743794" y="2401123"/>
                </a:lnTo>
                <a:lnTo>
                  <a:pt x="1743794" y="3414344"/>
                </a:lnTo>
                <a:lnTo>
                  <a:pt x="2495764" y="3414344"/>
                </a:lnTo>
                <a:lnTo>
                  <a:pt x="2495764" y="2401123"/>
                </a:lnTo>
                <a:lnTo>
                  <a:pt x="3508984" y="2401123"/>
                </a:lnTo>
                <a:lnTo>
                  <a:pt x="3508984" y="1649153"/>
                </a:lnTo>
                <a:lnTo>
                  <a:pt x="2495764" y="1649153"/>
                </a:lnTo>
                <a:lnTo>
                  <a:pt x="2495764" y="635933"/>
                </a:lnTo>
                <a:lnTo>
                  <a:pt x="1743794" y="635933"/>
                </a:lnTo>
                <a:close/>
              </a:path>
            </a:pathLst>
          </a:custGeom>
          <a:solidFill>
            <a:schemeClr val="accent1"/>
          </a:solidFill>
          <a:ln w="9797" cap="flat">
            <a:noFill/>
            <a:prstDash val="solid"/>
            <a:miter/>
          </a:ln>
        </p:spPr>
        <p:txBody>
          <a:bodyPr rtlCol="0" anchor="ctr"/>
          <a:lstStyle/>
          <a:p>
            <a:endParaRPr lang="fr-FR"/>
          </a:p>
        </p:txBody>
      </p:sp>
    </p:spTree>
    <p:extLst>
      <p:ext uri="{BB962C8B-B14F-4D97-AF65-F5344CB8AC3E}">
        <p14:creationId xmlns:p14="http://schemas.microsoft.com/office/powerpoint/2010/main" val="34371252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fade">
                                      <p:cBhvr>
                                        <p:cTn id="11" dur="500"/>
                                        <p:tgtEl>
                                          <p:spTgt spid="4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fade">
                                      <p:cBhvr>
                                        <p:cTn id="15" dur="500"/>
                                        <p:tgtEl>
                                          <p:spTgt spid="49"/>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fade">
                                      <p:cBhvr>
                                        <p:cTn id="19" dur="500"/>
                                        <p:tgtEl>
                                          <p:spTgt spid="53"/>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50"/>
                                        </p:tgtEl>
                                        <p:attrNameLst>
                                          <p:attrName>style.visibility</p:attrName>
                                        </p:attrNameLst>
                                      </p:cBhvr>
                                      <p:to>
                                        <p:strVal val="visible"/>
                                      </p:to>
                                    </p:set>
                                    <p:animEffect transition="in" filter="fade">
                                      <p:cBhvr>
                                        <p:cTn id="23" dur="500"/>
                                        <p:tgtEl>
                                          <p:spTgt spid="50"/>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8" grpId="0" animBg="1"/>
      <p:bldP spid="49" grpId="0" animBg="1"/>
      <p:bldP spid="50" grpId="0" animBg="1"/>
      <p:bldP spid="51" grpId="0" animBg="1"/>
      <p:bldP spid="5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ylindre 5">
            <a:extLst>
              <a:ext uri="{FF2B5EF4-FFF2-40B4-BE49-F238E27FC236}">
                <a16:creationId xmlns:a16="http://schemas.microsoft.com/office/drawing/2014/main" id="{8DCE2117-9C50-FE5B-2BE6-E182A96074B0}"/>
              </a:ext>
            </a:extLst>
          </p:cNvPr>
          <p:cNvSpPr/>
          <p:nvPr/>
        </p:nvSpPr>
        <p:spPr>
          <a:xfrm>
            <a:off x="10634899" y="3199658"/>
            <a:ext cx="1172018" cy="1056712"/>
          </a:xfrm>
          <a:prstGeom prst="ca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2EDA6835-0EE1-4952-93C9-61AD072F42F3}"/>
              </a:ext>
            </a:extLst>
          </p:cNvPr>
          <p:cNvSpPr txBox="1"/>
          <p:nvPr/>
        </p:nvSpPr>
        <p:spPr>
          <a:xfrm>
            <a:off x="10715640" y="3556610"/>
            <a:ext cx="1010536" cy="523220"/>
          </a:xfrm>
          <a:prstGeom prst="rect">
            <a:avLst/>
          </a:prstGeom>
          <a:noFill/>
        </p:spPr>
        <p:txBody>
          <a:bodyPr wrap="square" rtlCol="0">
            <a:spAutoFit/>
          </a:bodyPr>
          <a:lstStyle/>
          <a:p>
            <a:pPr algn="ctr"/>
            <a:r>
              <a:rPr lang="fr-FR" sz="1400">
                <a:solidFill>
                  <a:schemeClr val="bg1"/>
                </a:solidFill>
                <a:latin typeface="Arial" panose="020B0604020202020204" pitchFamily="34" charset="0"/>
                <a:cs typeface="Arial" panose="020B0604020202020204" pitchFamily="34" charset="0"/>
              </a:rPr>
              <a:t>Liste des ventes</a:t>
            </a:r>
          </a:p>
        </p:txBody>
      </p:sp>
      <p:sp>
        <p:nvSpPr>
          <p:cNvPr id="152" name="Cylindre 151">
            <a:extLst>
              <a:ext uri="{FF2B5EF4-FFF2-40B4-BE49-F238E27FC236}">
                <a16:creationId xmlns:a16="http://schemas.microsoft.com/office/drawing/2014/main" id="{F2C97B6F-1D7F-28A1-FE23-A83218EA60BD}"/>
              </a:ext>
            </a:extLst>
          </p:cNvPr>
          <p:cNvSpPr/>
          <p:nvPr/>
        </p:nvSpPr>
        <p:spPr>
          <a:xfrm>
            <a:off x="10634899" y="1805683"/>
            <a:ext cx="1172018" cy="1056712"/>
          </a:xfrm>
          <a:prstGeom prst="can">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ZoneTexte 152">
            <a:extLst>
              <a:ext uri="{FF2B5EF4-FFF2-40B4-BE49-F238E27FC236}">
                <a16:creationId xmlns:a16="http://schemas.microsoft.com/office/drawing/2014/main" id="{430C865C-F16C-DB61-7BBA-8ED16FD463FE}"/>
              </a:ext>
            </a:extLst>
          </p:cNvPr>
          <p:cNvSpPr txBox="1"/>
          <p:nvPr/>
        </p:nvSpPr>
        <p:spPr>
          <a:xfrm>
            <a:off x="10715640" y="2270356"/>
            <a:ext cx="1010536" cy="307777"/>
          </a:xfrm>
          <a:prstGeom prst="rect">
            <a:avLst/>
          </a:prstGeom>
          <a:noFill/>
        </p:spPr>
        <p:txBody>
          <a:bodyPr wrap="square" rtlCol="0" anchor="ctr">
            <a:spAutoFit/>
          </a:bodyPr>
          <a:lstStyle/>
          <a:p>
            <a:pPr algn="ctr"/>
            <a:r>
              <a:rPr lang="fr-FR" sz="1400">
                <a:solidFill>
                  <a:schemeClr val="bg1"/>
                </a:solidFill>
                <a:latin typeface="Arial" panose="020B0604020202020204" pitchFamily="34" charset="0"/>
                <a:cs typeface="Arial" panose="020B0604020202020204" pitchFamily="34" charset="0"/>
              </a:rPr>
              <a:t>Stocks</a:t>
            </a:r>
          </a:p>
        </p:txBody>
      </p:sp>
      <p:sp>
        <p:nvSpPr>
          <p:cNvPr id="154" name="Cylindre 153">
            <a:extLst>
              <a:ext uri="{FF2B5EF4-FFF2-40B4-BE49-F238E27FC236}">
                <a16:creationId xmlns:a16="http://schemas.microsoft.com/office/drawing/2014/main" id="{3BCC031A-F7A3-DAE1-D677-C6FA30DA74F0}"/>
              </a:ext>
            </a:extLst>
          </p:cNvPr>
          <p:cNvSpPr/>
          <p:nvPr/>
        </p:nvSpPr>
        <p:spPr>
          <a:xfrm>
            <a:off x="10634899" y="4593633"/>
            <a:ext cx="1172018" cy="1056712"/>
          </a:xfrm>
          <a:prstGeom prst="can">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ZoneTexte 154">
            <a:extLst>
              <a:ext uri="{FF2B5EF4-FFF2-40B4-BE49-F238E27FC236}">
                <a16:creationId xmlns:a16="http://schemas.microsoft.com/office/drawing/2014/main" id="{44C675EE-B98C-7E58-32D6-92BA6A70F6C4}"/>
              </a:ext>
            </a:extLst>
          </p:cNvPr>
          <p:cNvSpPr txBox="1"/>
          <p:nvPr/>
        </p:nvSpPr>
        <p:spPr>
          <a:xfrm>
            <a:off x="10715640" y="4950585"/>
            <a:ext cx="1010536" cy="523220"/>
          </a:xfrm>
          <a:prstGeom prst="rect">
            <a:avLst/>
          </a:prstGeom>
          <a:noFill/>
        </p:spPr>
        <p:txBody>
          <a:bodyPr wrap="square" rtlCol="0" anchor="ctr">
            <a:spAutoFit/>
          </a:bodyPr>
          <a:lstStyle/>
          <a:p>
            <a:pPr algn="ctr"/>
            <a:r>
              <a:rPr lang="fr-FR" sz="1400">
                <a:solidFill>
                  <a:schemeClr val="bg1"/>
                </a:solidFill>
                <a:latin typeface="Arial" panose="020B0604020202020204" pitchFamily="34" charset="0"/>
                <a:cs typeface="Arial" panose="020B0604020202020204" pitchFamily="34" charset="0"/>
              </a:rPr>
              <a:t>Liste des clients</a:t>
            </a:r>
          </a:p>
        </p:txBody>
      </p:sp>
      <p:sp>
        <p:nvSpPr>
          <p:cNvPr id="10" name="Rectangle 9">
            <a:extLst>
              <a:ext uri="{FF2B5EF4-FFF2-40B4-BE49-F238E27FC236}">
                <a16:creationId xmlns:a16="http://schemas.microsoft.com/office/drawing/2014/main" id="{B01230B9-40C1-FE80-04E0-A90889124DB9}"/>
              </a:ext>
            </a:extLst>
          </p:cNvPr>
          <p:cNvSpPr/>
          <p:nvPr/>
        </p:nvSpPr>
        <p:spPr>
          <a:xfrm>
            <a:off x="7491413" y="3429000"/>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Suivi des ventes</a:t>
            </a:r>
          </a:p>
        </p:txBody>
      </p:sp>
      <p:sp>
        <p:nvSpPr>
          <p:cNvPr id="11" name="Rectangle : avec coins arrondis en haut 10">
            <a:extLst>
              <a:ext uri="{FF2B5EF4-FFF2-40B4-BE49-F238E27FC236}">
                <a16:creationId xmlns:a16="http://schemas.microsoft.com/office/drawing/2014/main" id="{74171731-8C9A-C4D8-22B9-8F0EAC6F4DE8}"/>
              </a:ext>
            </a:extLst>
          </p:cNvPr>
          <p:cNvSpPr/>
          <p:nvPr/>
        </p:nvSpPr>
        <p:spPr>
          <a:xfrm rot="16200000">
            <a:off x="7078047" y="3607672"/>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endParaRPr lang="fr-FR">
              <a:latin typeface="+mj-lt"/>
            </a:endParaRPr>
          </a:p>
        </p:txBody>
      </p:sp>
      <p:sp>
        <p:nvSpPr>
          <p:cNvPr id="158" name="Rectangle 157">
            <a:extLst>
              <a:ext uri="{FF2B5EF4-FFF2-40B4-BE49-F238E27FC236}">
                <a16:creationId xmlns:a16="http://schemas.microsoft.com/office/drawing/2014/main" id="{FE53DD3B-C4CA-20DC-0176-56DE497E91F4}"/>
              </a:ext>
            </a:extLst>
          </p:cNvPr>
          <p:cNvSpPr/>
          <p:nvPr/>
        </p:nvSpPr>
        <p:spPr>
          <a:xfrm>
            <a:off x="5358240" y="4076421"/>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Application fidélité</a:t>
            </a:r>
          </a:p>
        </p:txBody>
      </p:sp>
      <p:sp>
        <p:nvSpPr>
          <p:cNvPr id="159" name="Rectangle : avec coins arrondis en haut 158">
            <a:extLst>
              <a:ext uri="{FF2B5EF4-FFF2-40B4-BE49-F238E27FC236}">
                <a16:creationId xmlns:a16="http://schemas.microsoft.com/office/drawing/2014/main" id="{D318B59F-4023-E1E0-EFBE-F19FD2F96818}"/>
              </a:ext>
            </a:extLst>
          </p:cNvPr>
          <p:cNvSpPr/>
          <p:nvPr/>
        </p:nvSpPr>
        <p:spPr>
          <a:xfrm rot="16200000">
            <a:off x="4944874" y="4255093"/>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sp>
        <p:nvSpPr>
          <p:cNvPr id="160" name="Rectangle 159">
            <a:extLst>
              <a:ext uri="{FF2B5EF4-FFF2-40B4-BE49-F238E27FC236}">
                <a16:creationId xmlns:a16="http://schemas.microsoft.com/office/drawing/2014/main" id="{5C60FE03-2D63-5047-AD55-D228C89BBC46}"/>
              </a:ext>
            </a:extLst>
          </p:cNvPr>
          <p:cNvSpPr/>
          <p:nvPr/>
        </p:nvSpPr>
        <p:spPr>
          <a:xfrm>
            <a:off x="5362380" y="4828890"/>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Service client</a:t>
            </a:r>
          </a:p>
        </p:txBody>
      </p:sp>
      <p:sp>
        <p:nvSpPr>
          <p:cNvPr id="161" name="Rectangle : avec coins arrondis en haut 160">
            <a:extLst>
              <a:ext uri="{FF2B5EF4-FFF2-40B4-BE49-F238E27FC236}">
                <a16:creationId xmlns:a16="http://schemas.microsoft.com/office/drawing/2014/main" id="{8C9847AB-5890-3092-2C8B-1B63FDE961D6}"/>
              </a:ext>
            </a:extLst>
          </p:cNvPr>
          <p:cNvSpPr/>
          <p:nvPr/>
        </p:nvSpPr>
        <p:spPr>
          <a:xfrm rot="16200000">
            <a:off x="4949014" y="5007562"/>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sp>
        <p:nvSpPr>
          <p:cNvPr id="164" name="Rectangle 163">
            <a:extLst>
              <a:ext uri="{FF2B5EF4-FFF2-40B4-BE49-F238E27FC236}">
                <a16:creationId xmlns:a16="http://schemas.microsoft.com/office/drawing/2014/main" id="{26A66308-60B4-8164-D5A3-8823D1823C50}"/>
              </a:ext>
            </a:extLst>
          </p:cNvPr>
          <p:cNvSpPr/>
          <p:nvPr/>
        </p:nvSpPr>
        <p:spPr>
          <a:xfrm>
            <a:off x="5935833" y="1547995"/>
            <a:ext cx="152049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Production</a:t>
            </a:r>
          </a:p>
        </p:txBody>
      </p:sp>
      <p:sp>
        <p:nvSpPr>
          <p:cNvPr id="165" name="Rectangle : avec coins arrondis en haut 164">
            <a:extLst>
              <a:ext uri="{FF2B5EF4-FFF2-40B4-BE49-F238E27FC236}">
                <a16:creationId xmlns:a16="http://schemas.microsoft.com/office/drawing/2014/main" id="{AA3233C2-8B5A-3401-02ED-862500A2790F}"/>
              </a:ext>
            </a:extLst>
          </p:cNvPr>
          <p:cNvSpPr/>
          <p:nvPr/>
        </p:nvSpPr>
        <p:spPr>
          <a:xfrm rot="16200000">
            <a:off x="5522467" y="1733956"/>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sp>
        <p:nvSpPr>
          <p:cNvPr id="166" name="Rectangle 165">
            <a:extLst>
              <a:ext uri="{FF2B5EF4-FFF2-40B4-BE49-F238E27FC236}">
                <a16:creationId xmlns:a16="http://schemas.microsoft.com/office/drawing/2014/main" id="{94C8D605-9A5E-F04E-31BF-3CE91EA1C31B}"/>
              </a:ext>
            </a:extLst>
          </p:cNvPr>
          <p:cNvSpPr/>
          <p:nvPr/>
        </p:nvSpPr>
        <p:spPr>
          <a:xfrm>
            <a:off x="2985990" y="4070747"/>
            <a:ext cx="152049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Vente par correspondance</a:t>
            </a:r>
          </a:p>
        </p:txBody>
      </p:sp>
      <p:sp>
        <p:nvSpPr>
          <p:cNvPr id="167" name="Rectangle : avec coins arrondis en haut 166">
            <a:extLst>
              <a:ext uri="{FF2B5EF4-FFF2-40B4-BE49-F238E27FC236}">
                <a16:creationId xmlns:a16="http://schemas.microsoft.com/office/drawing/2014/main" id="{2044E91D-D90B-D1D1-D1E2-656EE0B1F330}"/>
              </a:ext>
            </a:extLst>
          </p:cNvPr>
          <p:cNvSpPr/>
          <p:nvPr/>
        </p:nvSpPr>
        <p:spPr>
          <a:xfrm rot="16200000">
            <a:off x="2575207" y="4249419"/>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cxnSp>
        <p:nvCxnSpPr>
          <p:cNvPr id="168" name="Connecteur droit avec flèche 167">
            <a:extLst>
              <a:ext uri="{FF2B5EF4-FFF2-40B4-BE49-F238E27FC236}">
                <a16:creationId xmlns:a16="http://schemas.microsoft.com/office/drawing/2014/main" id="{654071EF-F38A-470A-8071-BFB52BBDA1F6}"/>
              </a:ext>
            </a:extLst>
          </p:cNvPr>
          <p:cNvCxnSpPr>
            <a:cxnSpLocks/>
            <a:stCxn id="10" idx="3"/>
            <a:endCxn id="6" idx="2"/>
          </p:cNvCxnSpPr>
          <p:nvPr/>
        </p:nvCxnSpPr>
        <p:spPr>
          <a:xfrm>
            <a:off x="9010613" y="3725020"/>
            <a:ext cx="1624286" cy="2994"/>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Connecteur droit avec flèche 175">
            <a:extLst>
              <a:ext uri="{FF2B5EF4-FFF2-40B4-BE49-F238E27FC236}">
                <a16:creationId xmlns:a16="http://schemas.microsoft.com/office/drawing/2014/main" id="{A7ADCBBD-F6D7-EF67-1FEC-C4FDF7DB7664}"/>
              </a:ext>
            </a:extLst>
          </p:cNvPr>
          <p:cNvCxnSpPr>
            <a:cxnSpLocks/>
            <a:stCxn id="160" idx="3"/>
            <a:endCxn id="154" idx="2"/>
          </p:cNvCxnSpPr>
          <p:nvPr/>
        </p:nvCxnSpPr>
        <p:spPr>
          <a:xfrm flipV="1">
            <a:off x="6881580" y="5121989"/>
            <a:ext cx="3753319" cy="2921"/>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Bulle narrative : ronde 6">
            <a:extLst>
              <a:ext uri="{FF2B5EF4-FFF2-40B4-BE49-F238E27FC236}">
                <a16:creationId xmlns:a16="http://schemas.microsoft.com/office/drawing/2014/main" id="{D482DD50-2153-A354-E9EC-7F4DB59F98DE}"/>
              </a:ext>
            </a:extLst>
          </p:cNvPr>
          <p:cNvSpPr/>
          <p:nvPr/>
        </p:nvSpPr>
        <p:spPr>
          <a:xfrm>
            <a:off x="337931" y="1315251"/>
            <a:ext cx="1943100" cy="612648"/>
          </a:xfrm>
          <a:prstGeom prst="wedgeEllipseCallout">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Qui est maître de la donnée ?</a:t>
            </a:r>
          </a:p>
        </p:txBody>
      </p:sp>
      <p:sp>
        <p:nvSpPr>
          <p:cNvPr id="48" name="Bulle narrative : ronde 47">
            <a:extLst>
              <a:ext uri="{FF2B5EF4-FFF2-40B4-BE49-F238E27FC236}">
                <a16:creationId xmlns:a16="http://schemas.microsoft.com/office/drawing/2014/main" id="{FC620A39-E4BA-C1C5-B611-25131BC061F2}"/>
              </a:ext>
            </a:extLst>
          </p:cNvPr>
          <p:cNvSpPr/>
          <p:nvPr/>
        </p:nvSpPr>
        <p:spPr>
          <a:xfrm>
            <a:off x="337931" y="2143883"/>
            <a:ext cx="1943100" cy="612648"/>
          </a:xfrm>
          <a:prstGeom prst="wedgeEllipseCallout">
            <a:avLst>
              <a:gd name="adj1" fmla="val 15115"/>
              <a:gd name="adj2" fmla="val 72865"/>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Fiabilité des données ?</a:t>
            </a:r>
          </a:p>
        </p:txBody>
      </p:sp>
      <p:sp>
        <p:nvSpPr>
          <p:cNvPr id="49" name="Bulle narrative : ronde 48">
            <a:extLst>
              <a:ext uri="{FF2B5EF4-FFF2-40B4-BE49-F238E27FC236}">
                <a16:creationId xmlns:a16="http://schemas.microsoft.com/office/drawing/2014/main" id="{720193CB-0C7C-C75D-86ED-0202435A9268}"/>
              </a:ext>
            </a:extLst>
          </p:cNvPr>
          <p:cNvSpPr/>
          <p:nvPr/>
        </p:nvSpPr>
        <p:spPr>
          <a:xfrm>
            <a:off x="337931" y="2982441"/>
            <a:ext cx="1943100" cy="612648"/>
          </a:xfrm>
          <a:prstGeom prst="wedgeEllipseCallout">
            <a:avLst>
              <a:gd name="adj1" fmla="val 8579"/>
              <a:gd name="adj2" fmla="val 66646"/>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Répartition des responsabilités ?</a:t>
            </a:r>
          </a:p>
        </p:txBody>
      </p:sp>
      <p:sp>
        <p:nvSpPr>
          <p:cNvPr id="50" name="Bulle narrative : ronde 49">
            <a:extLst>
              <a:ext uri="{FF2B5EF4-FFF2-40B4-BE49-F238E27FC236}">
                <a16:creationId xmlns:a16="http://schemas.microsoft.com/office/drawing/2014/main" id="{89B0F3DD-E969-31F8-5A54-6B64CCD48496}"/>
              </a:ext>
            </a:extLst>
          </p:cNvPr>
          <p:cNvSpPr/>
          <p:nvPr/>
        </p:nvSpPr>
        <p:spPr>
          <a:xfrm>
            <a:off x="338872" y="4808281"/>
            <a:ext cx="1943100" cy="612648"/>
          </a:xfrm>
          <a:prstGeom prst="wedgeEllipseCallout">
            <a:avLst>
              <a:gd name="adj1" fmla="val 30148"/>
              <a:gd name="adj2" fmla="val -61878"/>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Couplage lâche ?</a:t>
            </a:r>
          </a:p>
        </p:txBody>
      </p:sp>
      <p:sp>
        <p:nvSpPr>
          <p:cNvPr id="51" name="Bulle narrative : ronde 50">
            <a:extLst>
              <a:ext uri="{FF2B5EF4-FFF2-40B4-BE49-F238E27FC236}">
                <a16:creationId xmlns:a16="http://schemas.microsoft.com/office/drawing/2014/main" id="{9DF0FC42-76C0-B1FF-475C-31CA930FDFC2}"/>
              </a:ext>
            </a:extLst>
          </p:cNvPr>
          <p:cNvSpPr/>
          <p:nvPr/>
        </p:nvSpPr>
        <p:spPr>
          <a:xfrm>
            <a:off x="190385" y="5730486"/>
            <a:ext cx="2238191" cy="612648"/>
          </a:xfrm>
          <a:prstGeom prst="wedgeEllipseCallout">
            <a:avLst>
              <a:gd name="adj1" fmla="val 30148"/>
              <a:gd name="adj2" fmla="val -61878"/>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Performance des bases de données ?</a:t>
            </a:r>
          </a:p>
        </p:txBody>
      </p:sp>
      <p:sp>
        <p:nvSpPr>
          <p:cNvPr id="53" name="Bulle narrative : ronde 52">
            <a:extLst>
              <a:ext uri="{FF2B5EF4-FFF2-40B4-BE49-F238E27FC236}">
                <a16:creationId xmlns:a16="http://schemas.microsoft.com/office/drawing/2014/main" id="{F9AF6AC4-0FC0-FB7F-D482-C6D0A13D8C6E}"/>
              </a:ext>
            </a:extLst>
          </p:cNvPr>
          <p:cNvSpPr/>
          <p:nvPr/>
        </p:nvSpPr>
        <p:spPr>
          <a:xfrm>
            <a:off x="337931" y="3886076"/>
            <a:ext cx="1943100" cy="612648"/>
          </a:xfrm>
          <a:prstGeom prst="wedgeEllipseCallout">
            <a:avLst>
              <a:gd name="adj1" fmla="val -27369"/>
              <a:gd name="adj2" fmla="val 72865"/>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Evolutivité du modèle ?</a:t>
            </a:r>
          </a:p>
        </p:txBody>
      </p:sp>
      <p:sp>
        <p:nvSpPr>
          <p:cNvPr id="80" name="Rectangle 79">
            <a:extLst>
              <a:ext uri="{FF2B5EF4-FFF2-40B4-BE49-F238E27FC236}">
                <a16:creationId xmlns:a16="http://schemas.microsoft.com/office/drawing/2014/main" id="{EA13A7C3-9DC8-E7E4-A91E-C1D8B83641CD}"/>
              </a:ext>
            </a:extLst>
          </p:cNvPr>
          <p:cNvSpPr/>
          <p:nvPr/>
        </p:nvSpPr>
        <p:spPr>
          <a:xfrm>
            <a:off x="8810409" y="2038997"/>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Gestion des stocks</a:t>
            </a:r>
          </a:p>
        </p:txBody>
      </p:sp>
      <p:sp>
        <p:nvSpPr>
          <p:cNvPr id="81" name="Rectangle : avec coins arrondis en haut 80">
            <a:extLst>
              <a:ext uri="{FF2B5EF4-FFF2-40B4-BE49-F238E27FC236}">
                <a16:creationId xmlns:a16="http://schemas.microsoft.com/office/drawing/2014/main" id="{82E73F58-12CC-AAB2-3AF9-616CFB0F4B8D}"/>
              </a:ext>
            </a:extLst>
          </p:cNvPr>
          <p:cNvSpPr/>
          <p:nvPr/>
        </p:nvSpPr>
        <p:spPr>
          <a:xfrm rot="16200000">
            <a:off x="8397043" y="2217669"/>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endParaRPr lang="fr-FR">
              <a:latin typeface="+mj-lt"/>
            </a:endParaRPr>
          </a:p>
        </p:txBody>
      </p:sp>
      <p:cxnSp>
        <p:nvCxnSpPr>
          <p:cNvPr id="82" name="Connecteur droit avec flèche 81">
            <a:extLst>
              <a:ext uri="{FF2B5EF4-FFF2-40B4-BE49-F238E27FC236}">
                <a16:creationId xmlns:a16="http://schemas.microsoft.com/office/drawing/2014/main" id="{4F137EDF-E8E3-B7CF-99EA-F12D7AF1706C}"/>
              </a:ext>
            </a:extLst>
          </p:cNvPr>
          <p:cNvCxnSpPr>
            <a:cxnSpLocks/>
            <a:stCxn id="80" idx="3"/>
            <a:endCxn id="152" idx="2"/>
          </p:cNvCxnSpPr>
          <p:nvPr/>
        </p:nvCxnSpPr>
        <p:spPr>
          <a:xfrm flipV="1">
            <a:off x="10329609" y="2334039"/>
            <a:ext cx="305290" cy="978"/>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eur : en angle 69">
            <a:extLst>
              <a:ext uri="{FF2B5EF4-FFF2-40B4-BE49-F238E27FC236}">
                <a16:creationId xmlns:a16="http://schemas.microsoft.com/office/drawing/2014/main" id="{3755CFAE-D91D-8C18-5DF1-42B934783103}"/>
              </a:ext>
            </a:extLst>
          </p:cNvPr>
          <p:cNvCxnSpPr>
            <a:stCxn id="164" idx="3"/>
            <a:endCxn id="81" idx="3"/>
          </p:cNvCxnSpPr>
          <p:nvPr/>
        </p:nvCxnSpPr>
        <p:spPr>
          <a:xfrm>
            <a:off x="7456323" y="1844015"/>
            <a:ext cx="1119393" cy="491000"/>
          </a:xfrm>
          <a:prstGeom prst="bentConnector3">
            <a:avLst>
              <a:gd name="adj1" fmla="val 70422"/>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6" name="Connecteur : en angle 95">
            <a:extLst>
              <a:ext uri="{FF2B5EF4-FFF2-40B4-BE49-F238E27FC236}">
                <a16:creationId xmlns:a16="http://schemas.microsoft.com/office/drawing/2014/main" id="{1B6E29CF-D4C5-7128-832D-1B97FBB5F2B5}"/>
              </a:ext>
            </a:extLst>
          </p:cNvPr>
          <p:cNvCxnSpPr>
            <a:cxnSpLocks/>
            <a:stCxn id="10" idx="0"/>
            <a:endCxn id="81" idx="3"/>
          </p:cNvCxnSpPr>
          <p:nvPr/>
        </p:nvCxnSpPr>
        <p:spPr>
          <a:xfrm rot="5400000" flipH="1" flipV="1">
            <a:off x="7866372" y="2719657"/>
            <a:ext cx="1093985" cy="324703"/>
          </a:xfrm>
          <a:prstGeom prst="bentConnector2">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Connecteur : en angle 105">
            <a:extLst>
              <a:ext uri="{FF2B5EF4-FFF2-40B4-BE49-F238E27FC236}">
                <a16:creationId xmlns:a16="http://schemas.microsoft.com/office/drawing/2014/main" id="{BF73B67C-528F-BE18-974B-34F1584B49BB}"/>
              </a:ext>
            </a:extLst>
          </p:cNvPr>
          <p:cNvCxnSpPr>
            <a:cxnSpLocks/>
            <a:stCxn id="160" idx="3"/>
            <a:endCxn id="140" idx="2"/>
          </p:cNvCxnSpPr>
          <p:nvPr/>
        </p:nvCxnSpPr>
        <p:spPr>
          <a:xfrm flipV="1">
            <a:off x="6881580" y="4039986"/>
            <a:ext cx="1749964" cy="1084924"/>
          </a:xfrm>
          <a:prstGeom prst="bentConnector2">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Connecteur droit avec flèche 118">
            <a:extLst>
              <a:ext uri="{FF2B5EF4-FFF2-40B4-BE49-F238E27FC236}">
                <a16:creationId xmlns:a16="http://schemas.microsoft.com/office/drawing/2014/main" id="{1C9257CA-B083-AFCB-4BDF-936740D2946D}"/>
              </a:ext>
            </a:extLst>
          </p:cNvPr>
          <p:cNvCxnSpPr>
            <a:cxnSpLocks/>
            <a:stCxn id="158" idx="2"/>
            <a:endCxn id="160" idx="0"/>
          </p:cNvCxnSpPr>
          <p:nvPr/>
        </p:nvCxnSpPr>
        <p:spPr>
          <a:xfrm>
            <a:off x="6117840" y="4668460"/>
            <a:ext cx="4140" cy="160430"/>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9" name="Rectangle 138">
            <a:extLst>
              <a:ext uri="{FF2B5EF4-FFF2-40B4-BE49-F238E27FC236}">
                <a16:creationId xmlns:a16="http://schemas.microsoft.com/office/drawing/2014/main" id="{3A6257D1-6F7A-E813-BDD7-A50B0227FB1F}"/>
              </a:ext>
            </a:extLst>
          </p:cNvPr>
          <p:cNvSpPr/>
          <p:nvPr/>
        </p:nvSpPr>
        <p:spPr>
          <a:xfrm>
            <a:off x="7488333" y="3427338"/>
            <a:ext cx="762680" cy="612648"/>
          </a:xfrm>
          <a:prstGeom prst="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a:solidFill>
                <a:schemeClr val="tx1"/>
              </a:solidFill>
            </a:endParaRPr>
          </a:p>
        </p:txBody>
      </p:sp>
      <p:sp>
        <p:nvSpPr>
          <p:cNvPr id="140" name="Rectangle 139">
            <a:extLst>
              <a:ext uri="{FF2B5EF4-FFF2-40B4-BE49-F238E27FC236}">
                <a16:creationId xmlns:a16="http://schemas.microsoft.com/office/drawing/2014/main" id="{51669706-5574-26A8-3257-F915B1E7A62F}"/>
              </a:ext>
            </a:extLst>
          </p:cNvPr>
          <p:cNvSpPr/>
          <p:nvPr/>
        </p:nvSpPr>
        <p:spPr>
          <a:xfrm>
            <a:off x="8250204" y="3427338"/>
            <a:ext cx="762680" cy="612648"/>
          </a:xfrm>
          <a:prstGeom prst="rect">
            <a:avLst/>
          </a:prstGeom>
          <a:no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a:solidFill>
                <a:schemeClr val="tx1"/>
              </a:solidFill>
            </a:endParaRPr>
          </a:p>
        </p:txBody>
      </p:sp>
      <p:cxnSp>
        <p:nvCxnSpPr>
          <p:cNvPr id="143" name="Connecteur : en angle 142">
            <a:extLst>
              <a:ext uri="{FF2B5EF4-FFF2-40B4-BE49-F238E27FC236}">
                <a16:creationId xmlns:a16="http://schemas.microsoft.com/office/drawing/2014/main" id="{612644AD-2222-33DA-2011-E47974DE7844}"/>
              </a:ext>
            </a:extLst>
          </p:cNvPr>
          <p:cNvCxnSpPr>
            <a:cxnSpLocks/>
            <a:stCxn id="166" idx="2"/>
            <a:endCxn id="161" idx="3"/>
          </p:cNvCxnSpPr>
          <p:nvPr/>
        </p:nvCxnSpPr>
        <p:spPr>
          <a:xfrm rot="16200000" flipH="1">
            <a:off x="4205900" y="4203121"/>
            <a:ext cx="462122" cy="1381452"/>
          </a:xfrm>
          <a:prstGeom prst="bentConnector2">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1" name="Forme libre : forme 190">
            <a:extLst>
              <a:ext uri="{FF2B5EF4-FFF2-40B4-BE49-F238E27FC236}">
                <a16:creationId xmlns:a16="http://schemas.microsoft.com/office/drawing/2014/main" id="{A42F1879-3245-A4AE-9A25-D2FFF994B56D}"/>
              </a:ext>
            </a:extLst>
          </p:cNvPr>
          <p:cNvSpPr/>
          <p:nvPr/>
        </p:nvSpPr>
        <p:spPr>
          <a:xfrm>
            <a:off x="1829497" y="1599704"/>
            <a:ext cx="383159" cy="383159"/>
          </a:xfrm>
          <a:custGeom>
            <a:avLst/>
            <a:gdLst>
              <a:gd name="connsiteX0" fmla="*/ 1517675 w 4180049"/>
              <a:gd name="connsiteY0" fmla="*/ 2480264 h 4180049"/>
              <a:gd name="connsiteX1" fmla="*/ 3141552 w 4180049"/>
              <a:gd name="connsiteY1" fmla="*/ 856388 h 4180049"/>
              <a:gd name="connsiteX2" fmla="*/ 3240327 w 4180049"/>
              <a:gd name="connsiteY2" fmla="*/ 856388 h 4180049"/>
              <a:gd name="connsiteX3" fmla="*/ 3518742 w 4180049"/>
              <a:gd name="connsiteY3" fmla="*/ 1134803 h 4180049"/>
              <a:gd name="connsiteX4" fmla="*/ 3518742 w 4180049"/>
              <a:gd name="connsiteY4" fmla="*/ 1233578 h 4180049"/>
              <a:gd name="connsiteX5" fmla="*/ 1568327 w 4180049"/>
              <a:gd name="connsiteY5" fmla="*/ 3183993 h 4180049"/>
              <a:gd name="connsiteX6" fmla="*/ 1469552 w 4180049"/>
              <a:gd name="connsiteY6" fmla="*/ 3183993 h 4180049"/>
              <a:gd name="connsiteX7" fmla="*/ 578012 w 4180049"/>
              <a:gd name="connsiteY7" fmla="*/ 2292453 h 4180049"/>
              <a:gd name="connsiteX8" fmla="*/ 578012 w 4180049"/>
              <a:gd name="connsiteY8" fmla="*/ 2193678 h 4180049"/>
              <a:gd name="connsiteX9" fmla="*/ 582107 w 4180049"/>
              <a:gd name="connsiteY9" fmla="*/ 2190425 h 4180049"/>
              <a:gd name="connsiteX10" fmla="*/ 854781 w 4180049"/>
              <a:gd name="connsiteY10" fmla="*/ 1916105 h 4180049"/>
              <a:gd name="connsiteX11" fmla="*/ 953556 w 4180049"/>
              <a:gd name="connsiteY11" fmla="*/ 1916105 h 4180049"/>
              <a:gd name="connsiteX12" fmla="*/ 1518498 w 4180049"/>
              <a:gd name="connsiteY12" fmla="*/ 2481048 h 4180049"/>
              <a:gd name="connsiteX13" fmla="*/ 4180049 w 4180049"/>
              <a:gd name="connsiteY13" fmla="*/ 2090024 h 4180049"/>
              <a:gd name="connsiteX14" fmla="*/ 3567728 w 4180049"/>
              <a:gd name="connsiteY14" fmla="*/ 612321 h 4180049"/>
              <a:gd name="connsiteX15" fmla="*/ 2090025 w 4180049"/>
              <a:gd name="connsiteY15" fmla="*/ 0 h 4180049"/>
              <a:gd name="connsiteX16" fmla="*/ 612321 w 4180049"/>
              <a:gd name="connsiteY16" fmla="*/ 612321 h 4180049"/>
              <a:gd name="connsiteX17" fmla="*/ 0 w 4180049"/>
              <a:gd name="connsiteY17" fmla="*/ 2090024 h 4180049"/>
              <a:gd name="connsiteX18" fmla="*/ 612321 w 4180049"/>
              <a:gd name="connsiteY18" fmla="*/ 3567728 h 4180049"/>
              <a:gd name="connsiteX19" fmla="*/ 2090025 w 4180049"/>
              <a:gd name="connsiteY19" fmla="*/ 4180049 h 4180049"/>
              <a:gd name="connsiteX20" fmla="*/ 3567728 w 4180049"/>
              <a:gd name="connsiteY20" fmla="*/ 3567728 h 4180049"/>
              <a:gd name="connsiteX21" fmla="*/ 4180049 w 4180049"/>
              <a:gd name="connsiteY21" fmla="*/ 2090024 h 4180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9">
                <a:moveTo>
                  <a:pt x="1517675" y="2480264"/>
                </a:moveTo>
                <a:lnTo>
                  <a:pt x="3141552" y="856388"/>
                </a:lnTo>
                <a:cubicBezTo>
                  <a:pt x="3168494" y="829446"/>
                  <a:pt x="3212581" y="829446"/>
                  <a:pt x="3240327" y="856388"/>
                </a:cubicBezTo>
                <a:lnTo>
                  <a:pt x="3518742" y="1134803"/>
                </a:lnTo>
                <a:cubicBezTo>
                  <a:pt x="3545684" y="1161745"/>
                  <a:pt x="3545684" y="1205832"/>
                  <a:pt x="3518742" y="1233578"/>
                </a:cubicBezTo>
                <a:lnTo>
                  <a:pt x="1568327" y="3183993"/>
                </a:lnTo>
                <a:cubicBezTo>
                  <a:pt x="1541385" y="3210935"/>
                  <a:pt x="1497297" y="3210935"/>
                  <a:pt x="1469552" y="3183993"/>
                </a:cubicBezTo>
                <a:lnTo>
                  <a:pt x="578012" y="2292453"/>
                </a:lnTo>
                <a:cubicBezTo>
                  <a:pt x="551070" y="2265511"/>
                  <a:pt x="551070" y="2221424"/>
                  <a:pt x="578012" y="2193678"/>
                </a:cubicBezTo>
                <a:cubicBezTo>
                  <a:pt x="578816" y="2192875"/>
                  <a:pt x="580461" y="2191229"/>
                  <a:pt x="582107" y="2190425"/>
                </a:cubicBezTo>
                <a:lnTo>
                  <a:pt x="854781" y="1916105"/>
                </a:lnTo>
                <a:cubicBezTo>
                  <a:pt x="881723" y="1889163"/>
                  <a:pt x="925810" y="1888360"/>
                  <a:pt x="953556" y="1916105"/>
                </a:cubicBezTo>
                <a:lnTo>
                  <a:pt x="1518498" y="2481048"/>
                </a:lnTo>
                <a:close/>
                <a:moveTo>
                  <a:pt x="4180049" y="2090024"/>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4"/>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4"/>
                </a:cubicBezTo>
                <a:close/>
              </a:path>
            </a:pathLst>
          </a:custGeom>
          <a:solidFill>
            <a:schemeClr val="accent3"/>
          </a:solidFill>
          <a:ln w="9797" cap="flat">
            <a:noFill/>
            <a:prstDash val="solid"/>
            <a:miter/>
          </a:ln>
        </p:spPr>
        <p:txBody>
          <a:bodyPr rtlCol="0" anchor="ctr"/>
          <a:lstStyle/>
          <a:p>
            <a:endParaRPr lang="fr-FR"/>
          </a:p>
        </p:txBody>
      </p:sp>
      <p:sp>
        <p:nvSpPr>
          <p:cNvPr id="225" name="Forme libre : forme 224">
            <a:extLst>
              <a:ext uri="{FF2B5EF4-FFF2-40B4-BE49-F238E27FC236}">
                <a16:creationId xmlns:a16="http://schemas.microsoft.com/office/drawing/2014/main" id="{12C2ACEE-28E8-D175-1B75-4B54801D6987}"/>
              </a:ext>
            </a:extLst>
          </p:cNvPr>
          <p:cNvSpPr/>
          <p:nvPr/>
        </p:nvSpPr>
        <p:spPr>
          <a:xfrm>
            <a:off x="1829497" y="2442273"/>
            <a:ext cx="383159" cy="383159"/>
          </a:xfrm>
          <a:custGeom>
            <a:avLst/>
            <a:gdLst>
              <a:gd name="connsiteX0" fmla="*/ 1517675 w 4180049"/>
              <a:gd name="connsiteY0" fmla="*/ 2480264 h 4180049"/>
              <a:gd name="connsiteX1" fmla="*/ 3141552 w 4180049"/>
              <a:gd name="connsiteY1" fmla="*/ 856388 h 4180049"/>
              <a:gd name="connsiteX2" fmla="*/ 3240327 w 4180049"/>
              <a:gd name="connsiteY2" fmla="*/ 856388 h 4180049"/>
              <a:gd name="connsiteX3" fmla="*/ 3518742 w 4180049"/>
              <a:gd name="connsiteY3" fmla="*/ 1134803 h 4180049"/>
              <a:gd name="connsiteX4" fmla="*/ 3518742 w 4180049"/>
              <a:gd name="connsiteY4" fmla="*/ 1233578 h 4180049"/>
              <a:gd name="connsiteX5" fmla="*/ 1568327 w 4180049"/>
              <a:gd name="connsiteY5" fmla="*/ 3183993 h 4180049"/>
              <a:gd name="connsiteX6" fmla="*/ 1469552 w 4180049"/>
              <a:gd name="connsiteY6" fmla="*/ 3183993 h 4180049"/>
              <a:gd name="connsiteX7" fmla="*/ 578012 w 4180049"/>
              <a:gd name="connsiteY7" fmla="*/ 2292453 h 4180049"/>
              <a:gd name="connsiteX8" fmla="*/ 578012 w 4180049"/>
              <a:gd name="connsiteY8" fmla="*/ 2193678 h 4180049"/>
              <a:gd name="connsiteX9" fmla="*/ 582107 w 4180049"/>
              <a:gd name="connsiteY9" fmla="*/ 2190425 h 4180049"/>
              <a:gd name="connsiteX10" fmla="*/ 854781 w 4180049"/>
              <a:gd name="connsiteY10" fmla="*/ 1916105 h 4180049"/>
              <a:gd name="connsiteX11" fmla="*/ 953556 w 4180049"/>
              <a:gd name="connsiteY11" fmla="*/ 1916105 h 4180049"/>
              <a:gd name="connsiteX12" fmla="*/ 1518498 w 4180049"/>
              <a:gd name="connsiteY12" fmla="*/ 2481048 h 4180049"/>
              <a:gd name="connsiteX13" fmla="*/ 4180049 w 4180049"/>
              <a:gd name="connsiteY13" fmla="*/ 2090024 h 4180049"/>
              <a:gd name="connsiteX14" fmla="*/ 3567728 w 4180049"/>
              <a:gd name="connsiteY14" fmla="*/ 612321 h 4180049"/>
              <a:gd name="connsiteX15" fmla="*/ 2090025 w 4180049"/>
              <a:gd name="connsiteY15" fmla="*/ 0 h 4180049"/>
              <a:gd name="connsiteX16" fmla="*/ 612321 w 4180049"/>
              <a:gd name="connsiteY16" fmla="*/ 612321 h 4180049"/>
              <a:gd name="connsiteX17" fmla="*/ 0 w 4180049"/>
              <a:gd name="connsiteY17" fmla="*/ 2090024 h 4180049"/>
              <a:gd name="connsiteX18" fmla="*/ 612321 w 4180049"/>
              <a:gd name="connsiteY18" fmla="*/ 3567728 h 4180049"/>
              <a:gd name="connsiteX19" fmla="*/ 2090025 w 4180049"/>
              <a:gd name="connsiteY19" fmla="*/ 4180049 h 4180049"/>
              <a:gd name="connsiteX20" fmla="*/ 3567728 w 4180049"/>
              <a:gd name="connsiteY20" fmla="*/ 3567728 h 4180049"/>
              <a:gd name="connsiteX21" fmla="*/ 4180049 w 4180049"/>
              <a:gd name="connsiteY21" fmla="*/ 2090024 h 4180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9">
                <a:moveTo>
                  <a:pt x="1517675" y="2480264"/>
                </a:moveTo>
                <a:lnTo>
                  <a:pt x="3141552" y="856388"/>
                </a:lnTo>
                <a:cubicBezTo>
                  <a:pt x="3168494" y="829446"/>
                  <a:pt x="3212581" y="829446"/>
                  <a:pt x="3240327" y="856388"/>
                </a:cubicBezTo>
                <a:lnTo>
                  <a:pt x="3518742" y="1134803"/>
                </a:lnTo>
                <a:cubicBezTo>
                  <a:pt x="3545684" y="1161745"/>
                  <a:pt x="3545684" y="1205832"/>
                  <a:pt x="3518742" y="1233578"/>
                </a:cubicBezTo>
                <a:lnTo>
                  <a:pt x="1568327" y="3183993"/>
                </a:lnTo>
                <a:cubicBezTo>
                  <a:pt x="1541385" y="3210935"/>
                  <a:pt x="1497297" y="3210935"/>
                  <a:pt x="1469552" y="3183993"/>
                </a:cubicBezTo>
                <a:lnTo>
                  <a:pt x="578012" y="2292453"/>
                </a:lnTo>
                <a:cubicBezTo>
                  <a:pt x="551070" y="2265511"/>
                  <a:pt x="551070" y="2221424"/>
                  <a:pt x="578012" y="2193678"/>
                </a:cubicBezTo>
                <a:cubicBezTo>
                  <a:pt x="578816" y="2192875"/>
                  <a:pt x="580461" y="2191229"/>
                  <a:pt x="582107" y="2190425"/>
                </a:cubicBezTo>
                <a:lnTo>
                  <a:pt x="854781" y="1916105"/>
                </a:lnTo>
                <a:cubicBezTo>
                  <a:pt x="881723" y="1889163"/>
                  <a:pt x="925810" y="1888360"/>
                  <a:pt x="953556" y="1916105"/>
                </a:cubicBezTo>
                <a:lnTo>
                  <a:pt x="1518498" y="2481048"/>
                </a:lnTo>
                <a:close/>
                <a:moveTo>
                  <a:pt x="4180049" y="2090024"/>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4"/>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4"/>
                </a:cubicBezTo>
                <a:close/>
              </a:path>
            </a:pathLst>
          </a:custGeom>
          <a:solidFill>
            <a:schemeClr val="accent3"/>
          </a:solidFill>
          <a:ln w="9797" cap="flat">
            <a:noFill/>
            <a:prstDash val="solid"/>
            <a:miter/>
          </a:ln>
        </p:spPr>
        <p:txBody>
          <a:bodyPr rtlCol="0" anchor="ctr"/>
          <a:lstStyle/>
          <a:p>
            <a:endParaRPr lang="fr-FR"/>
          </a:p>
        </p:txBody>
      </p:sp>
      <p:sp>
        <p:nvSpPr>
          <p:cNvPr id="230" name="Forme libre : forme 229">
            <a:extLst>
              <a:ext uri="{FF2B5EF4-FFF2-40B4-BE49-F238E27FC236}">
                <a16:creationId xmlns:a16="http://schemas.microsoft.com/office/drawing/2014/main" id="{B160677B-8322-A89E-30FC-45A5540C6A9B}"/>
              </a:ext>
            </a:extLst>
          </p:cNvPr>
          <p:cNvSpPr/>
          <p:nvPr/>
        </p:nvSpPr>
        <p:spPr>
          <a:xfrm rot="2685545">
            <a:off x="1822472" y="4180501"/>
            <a:ext cx="381600" cy="381600"/>
          </a:xfrm>
          <a:custGeom>
            <a:avLst/>
            <a:gdLst>
              <a:gd name="connsiteX0" fmla="*/ 4180049 w 4180049"/>
              <a:gd name="connsiteY0" fmla="*/ 2090025 h 4180048"/>
              <a:gd name="connsiteX1" fmla="*/ 3567728 w 4180049"/>
              <a:gd name="connsiteY1" fmla="*/ 612321 h 4180048"/>
              <a:gd name="connsiteX2" fmla="*/ 2090025 w 4180049"/>
              <a:gd name="connsiteY2" fmla="*/ 0 h 4180048"/>
              <a:gd name="connsiteX3" fmla="*/ 612321 w 4180049"/>
              <a:gd name="connsiteY3" fmla="*/ 612321 h 4180048"/>
              <a:gd name="connsiteX4" fmla="*/ 0 w 4180049"/>
              <a:gd name="connsiteY4" fmla="*/ 2090025 h 4180048"/>
              <a:gd name="connsiteX5" fmla="*/ 612321 w 4180049"/>
              <a:gd name="connsiteY5" fmla="*/ 3567728 h 4180048"/>
              <a:gd name="connsiteX6" fmla="*/ 2090025 w 4180049"/>
              <a:gd name="connsiteY6" fmla="*/ 4180049 h 4180048"/>
              <a:gd name="connsiteX7" fmla="*/ 3567728 w 4180049"/>
              <a:gd name="connsiteY7" fmla="*/ 3567728 h 4180048"/>
              <a:gd name="connsiteX8" fmla="*/ 4180049 w 4180049"/>
              <a:gd name="connsiteY8" fmla="*/ 2090025 h 4180048"/>
              <a:gd name="connsiteX9" fmla="*/ 1743794 w 4180049"/>
              <a:gd name="connsiteY9" fmla="*/ 693932 h 4180048"/>
              <a:gd name="connsiteX10" fmla="*/ 1743794 w 4180049"/>
              <a:gd name="connsiteY10" fmla="*/ 1649153 h 4180048"/>
              <a:gd name="connsiteX11" fmla="*/ 730573 w 4180049"/>
              <a:gd name="connsiteY11" fmla="*/ 1649153 h 4180048"/>
              <a:gd name="connsiteX12" fmla="*/ 730573 w 4180049"/>
              <a:gd name="connsiteY12" fmla="*/ 2401123 h 4180048"/>
              <a:gd name="connsiteX13" fmla="*/ 1743794 w 4180049"/>
              <a:gd name="connsiteY13" fmla="*/ 2401123 h 4180048"/>
              <a:gd name="connsiteX14" fmla="*/ 1743794 w 4180049"/>
              <a:gd name="connsiteY14" fmla="*/ 3414344 h 4180048"/>
              <a:gd name="connsiteX15" fmla="*/ 2495764 w 4180049"/>
              <a:gd name="connsiteY15" fmla="*/ 3414344 h 4180048"/>
              <a:gd name="connsiteX16" fmla="*/ 2495764 w 4180049"/>
              <a:gd name="connsiteY16" fmla="*/ 2401123 h 4180048"/>
              <a:gd name="connsiteX17" fmla="*/ 3508984 w 4180049"/>
              <a:gd name="connsiteY17" fmla="*/ 2401123 h 4180048"/>
              <a:gd name="connsiteX18" fmla="*/ 3508984 w 4180049"/>
              <a:gd name="connsiteY18" fmla="*/ 1649153 h 4180048"/>
              <a:gd name="connsiteX19" fmla="*/ 2495764 w 4180049"/>
              <a:gd name="connsiteY19" fmla="*/ 1649153 h 4180048"/>
              <a:gd name="connsiteX20" fmla="*/ 2495764 w 4180049"/>
              <a:gd name="connsiteY20" fmla="*/ 635933 h 4180048"/>
              <a:gd name="connsiteX21" fmla="*/ 1743794 w 4180049"/>
              <a:gd name="connsiteY21" fmla="*/ 635933 h 4180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8">
                <a:moveTo>
                  <a:pt x="4180049" y="2090025"/>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5"/>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5"/>
                </a:cubicBezTo>
                <a:close/>
                <a:moveTo>
                  <a:pt x="1743794" y="693932"/>
                </a:moveTo>
                <a:lnTo>
                  <a:pt x="1743794" y="1649153"/>
                </a:lnTo>
                <a:lnTo>
                  <a:pt x="730573" y="1649153"/>
                </a:lnTo>
                <a:lnTo>
                  <a:pt x="730573" y="2401123"/>
                </a:lnTo>
                <a:lnTo>
                  <a:pt x="1743794" y="2401123"/>
                </a:lnTo>
                <a:lnTo>
                  <a:pt x="1743794" y="3414344"/>
                </a:lnTo>
                <a:lnTo>
                  <a:pt x="2495764" y="3414344"/>
                </a:lnTo>
                <a:lnTo>
                  <a:pt x="2495764" y="2401123"/>
                </a:lnTo>
                <a:lnTo>
                  <a:pt x="3508984" y="2401123"/>
                </a:lnTo>
                <a:lnTo>
                  <a:pt x="3508984" y="1649153"/>
                </a:lnTo>
                <a:lnTo>
                  <a:pt x="2495764" y="1649153"/>
                </a:lnTo>
                <a:lnTo>
                  <a:pt x="2495764" y="635933"/>
                </a:lnTo>
                <a:lnTo>
                  <a:pt x="1743794" y="635933"/>
                </a:lnTo>
                <a:close/>
              </a:path>
            </a:pathLst>
          </a:custGeom>
          <a:solidFill>
            <a:schemeClr val="accent1"/>
          </a:solidFill>
          <a:ln w="9797" cap="flat">
            <a:noFill/>
            <a:prstDash val="solid"/>
            <a:miter/>
          </a:ln>
        </p:spPr>
        <p:txBody>
          <a:bodyPr rtlCol="0" anchor="ctr"/>
          <a:lstStyle/>
          <a:p>
            <a:endParaRPr lang="fr-FR"/>
          </a:p>
        </p:txBody>
      </p:sp>
      <p:sp>
        <p:nvSpPr>
          <p:cNvPr id="264" name="Forme libre : forme 263">
            <a:extLst>
              <a:ext uri="{FF2B5EF4-FFF2-40B4-BE49-F238E27FC236}">
                <a16:creationId xmlns:a16="http://schemas.microsoft.com/office/drawing/2014/main" id="{5C97059E-3AE7-2B63-014C-4B068A308C52}"/>
              </a:ext>
            </a:extLst>
          </p:cNvPr>
          <p:cNvSpPr/>
          <p:nvPr/>
        </p:nvSpPr>
        <p:spPr>
          <a:xfrm rot="2685545">
            <a:off x="1820402" y="5194401"/>
            <a:ext cx="381600" cy="381600"/>
          </a:xfrm>
          <a:custGeom>
            <a:avLst/>
            <a:gdLst>
              <a:gd name="connsiteX0" fmla="*/ 4180049 w 4180049"/>
              <a:gd name="connsiteY0" fmla="*/ 2090025 h 4180048"/>
              <a:gd name="connsiteX1" fmla="*/ 3567728 w 4180049"/>
              <a:gd name="connsiteY1" fmla="*/ 612321 h 4180048"/>
              <a:gd name="connsiteX2" fmla="*/ 2090025 w 4180049"/>
              <a:gd name="connsiteY2" fmla="*/ 0 h 4180048"/>
              <a:gd name="connsiteX3" fmla="*/ 612321 w 4180049"/>
              <a:gd name="connsiteY3" fmla="*/ 612321 h 4180048"/>
              <a:gd name="connsiteX4" fmla="*/ 0 w 4180049"/>
              <a:gd name="connsiteY4" fmla="*/ 2090025 h 4180048"/>
              <a:gd name="connsiteX5" fmla="*/ 612321 w 4180049"/>
              <a:gd name="connsiteY5" fmla="*/ 3567728 h 4180048"/>
              <a:gd name="connsiteX6" fmla="*/ 2090025 w 4180049"/>
              <a:gd name="connsiteY6" fmla="*/ 4180049 h 4180048"/>
              <a:gd name="connsiteX7" fmla="*/ 3567728 w 4180049"/>
              <a:gd name="connsiteY7" fmla="*/ 3567728 h 4180048"/>
              <a:gd name="connsiteX8" fmla="*/ 4180049 w 4180049"/>
              <a:gd name="connsiteY8" fmla="*/ 2090025 h 4180048"/>
              <a:gd name="connsiteX9" fmla="*/ 1743794 w 4180049"/>
              <a:gd name="connsiteY9" fmla="*/ 693932 h 4180048"/>
              <a:gd name="connsiteX10" fmla="*/ 1743794 w 4180049"/>
              <a:gd name="connsiteY10" fmla="*/ 1649153 h 4180048"/>
              <a:gd name="connsiteX11" fmla="*/ 730573 w 4180049"/>
              <a:gd name="connsiteY11" fmla="*/ 1649153 h 4180048"/>
              <a:gd name="connsiteX12" fmla="*/ 730573 w 4180049"/>
              <a:gd name="connsiteY12" fmla="*/ 2401123 h 4180048"/>
              <a:gd name="connsiteX13" fmla="*/ 1743794 w 4180049"/>
              <a:gd name="connsiteY13" fmla="*/ 2401123 h 4180048"/>
              <a:gd name="connsiteX14" fmla="*/ 1743794 w 4180049"/>
              <a:gd name="connsiteY14" fmla="*/ 3414344 h 4180048"/>
              <a:gd name="connsiteX15" fmla="*/ 2495764 w 4180049"/>
              <a:gd name="connsiteY15" fmla="*/ 3414344 h 4180048"/>
              <a:gd name="connsiteX16" fmla="*/ 2495764 w 4180049"/>
              <a:gd name="connsiteY16" fmla="*/ 2401123 h 4180048"/>
              <a:gd name="connsiteX17" fmla="*/ 3508984 w 4180049"/>
              <a:gd name="connsiteY17" fmla="*/ 2401123 h 4180048"/>
              <a:gd name="connsiteX18" fmla="*/ 3508984 w 4180049"/>
              <a:gd name="connsiteY18" fmla="*/ 1649153 h 4180048"/>
              <a:gd name="connsiteX19" fmla="*/ 2495764 w 4180049"/>
              <a:gd name="connsiteY19" fmla="*/ 1649153 h 4180048"/>
              <a:gd name="connsiteX20" fmla="*/ 2495764 w 4180049"/>
              <a:gd name="connsiteY20" fmla="*/ 635933 h 4180048"/>
              <a:gd name="connsiteX21" fmla="*/ 1743794 w 4180049"/>
              <a:gd name="connsiteY21" fmla="*/ 635933 h 4180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8">
                <a:moveTo>
                  <a:pt x="4180049" y="2090025"/>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5"/>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5"/>
                </a:cubicBezTo>
                <a:close/>
                <a:moveTo>
                  <a:pt x="1743794" y="693932"/>
                </a:moveTo>
                <a:lnTo>
                  <a:pt x="1743794" y="1649153"/>
                </a:lnTo>
                <a:lnTo>
                  <a:pt x="730573" y="1649153"/>
                </a:lnTo>
                <a:lnTo>
                  <a:pt x="730573" y="2401123"/>
                </a:lnTo>
                <a:lnTo>
                  <a:pt x="1743794" y="2401123"/>
                </a:lnTo>
                <a:lnTo>
                  <a:pt x="1743794" y="3414344"/>
                </a:lnTo>
                <a:lnTo>
                  <a:pt x="2495764" y="3414344"/>
                </a:lnTo>
                <a:lnTo>
                  <a:pt x="2495764" y="2401123"/>
                </a:lnTo>
                <a:lnTo>
                  <a:pt x="3508984" y="2401123"/>
                </a:lnTo>
                <a:lnTo>
                  <a:pt x="3508984" y="1649153"/>
                </a:lnTo>
                <a:lnTo>
                  <a:pt x="2495764" y="1649153"/>
                </a:lnTo>
                <a:lnTo>
                  <a:pt x="2495764" y="635933"/>
                </a:lnTo>
                <a:lnTo>
                  <a:pt x="1743794" y="635933"/>
                </a:lnTo>
                <a:close/>
              </a:path>
            </a:pathLst>
          </a:custGeom>
          <a:solidFill>
            <a:schemeClr val="accent1"/>
          </a:solidFill>
          <a:ln w="9797" cap="flat">
            <a:noFill/>
            <a:prstDash val="solid"/>
            <a:miter/>
          </a:ln>
        </p:spPr>
        <p:txBody>
          <a:bodyPr rtlCol="0" anchor="ctr"/>
          <a:lstStyle/>
          <a:p>
            <a:endParaRPr lang="fr-FR"/>
          </a:p>
        </p:txBody>
      </p:sp>
      <p:sp>
        <p:nvSpPr>
          <p:cNvPr id="265" name="Forme libre : forme 264">
            <a:extLst>
              <a:ext uri="{FF2B5EF4-FFF2-40B4-BE49-F238E27FC236}">
                <a16:creationId xmlns:a16="http://schemas.microsoft.com/office/drawing/2014/main" id="{BC9CF770-DCCD-0E69-7C8E-B7A9E51FEE6A}"/>
              </a:ext>
            </a:extLst>
          </p:cNvPr>
          <p:cNvSpPr/>
          <p:nvPr/>
        </p:nvSpPr>
        <p:spPr>
          <a:xfrm>
            <a:off x="1829497" y="6185885"/>
            <a:ext cx="383159" cy="383159"/>
          </a:xfrm>
          <a:custGeom>
            <a:avLst/>
            <a:gdLst>
              <a:gd name="connsiteX0" fmla="*/ 1517675 w 4180049"/>
              <a:gd name="connsiteY0" fmla="*/ 2480264 h 4180049"/>
              <a:gd name="connsiteX1" fmla="*/ 3141552 w 4180049"/>
              <a:gd name="connsiteY1" fmla="*/ 856388 h 4180049"/>
              <a:gd name="connsiteX2" fmla="*/ 3240327 w 4180049"/>
              <a:gd name="connsiteY2" fmla="*/ 856388 h 4180049"/>
              <a:gd name="connsiteX3" fmla="*/ 3518742 w 4180049"/>
              <a:gd name="connsiteY3" fmla="*/ 1134803 h 4180049"/>
              <a:gd name="connsiteX4" fmla="*/ 3518742 w 4180049"/>
              <a:gd name="connsiteY4" fmla="*/ 1233578 h 4180049"/>
              <a:gd name="connsiteX5" fmla="*/ 1568327 w 4180049"/>
              <a:gd name="connsiteY5" fmla="*/ 3183993 h 4180049"/>
              <a:gd name="connsiteX6" fmla="*/ 1469552 w 4180049"/>
              <a:gd name="connsiteY6" fmla="*/ 3183993 h 4180049"/>
              <a:gd name="connsiteX7" fmla="*/ 578012 w 4180049"/>
              <a:gd name="connsiteY7" fmla="*/ 2292453 h 4180049"/>
              <a:gd name="connsiteX8" fmla="*/ 578012 w 4180049"/>
              <a:gd name="connsiteY8" fmla="*/ 2193678 h 4180049"/>
              <a:gd name="connsiteX9" fmla="*/ 582107 w 4180049"/>
              <a:gd name="connsiteY9" fmla="*/ 2190425 h 4180049"/>
              <a:gd name="connsiteX10" fmla="*/ 854781 w 4180049"/>
              <a:gd name="connsiteY10" fmla="*/ 1916105 h 4180049"/>
              <a:gd name="connsiteX11" fmla="*/ 953556 w 4180049"/>
              <a:gd name="connsiteY11" fmla="*/ 1916105 h 4180049"/>
              <a:gd name="connsiteX12" fmla="*/ 1518498 w 4180049"/>
              <a:gd name="connsiteY12" fmla="*/ 2481048 h 4180049"/>
              <a:gd name="connsiteX13" fmla="*/ 4180049 w 4180049"/>
              <a:gd name="connsiteY13" fmla="*/ 2090024 h 4180049"/>
              <a:gd name="connsiteX14" fmla="*/ 3567728 w 4180049"/>
              <a:gd name="connsiteY14" fmla="*/ 612321 h 4180049"/>
              <a:gd name="connsiteX15" fmla="*/ 2090025 w 4180049"/>
              <a:gd name="connsiteY15" fmla="*/ 0 h 4180049"/>
              <a:gd name="connsiteX16" fmla="*/ 612321 w 4180049"/>
              <a:gd name="connsiteY16" fmla="*/ 612321 h 4180049"/>
              <a:gd name="connsiteX17" fmla="*/ 0 w 4180049"/>
              <a:gd name="connsiteY17" fmla="*/ 2090024 h 4180049"/>
              <a:gd name="connsiteX18" fmla="*/ 612321 w 4180049"/>
              <a:gd name="connsiteY18" fmla="*/ 3567728 h 4180049"/>
              <a:gd name="connsiteX19" fmla="*/ 2090025 w 4180049"/>
              <a:gd name="connsiteY19" fmla="*/ 4180049 h 4180049"/>
              <a:gd name="connsiteX20" fmla="*/ 3567728 w 4180049"/>
              <a:gd name="connsiteY20" fmla="*/ 3567728 h 4180049"/>
              <a:gd name="connsiteX21" fmla="*/ 4180049 w 4180049"/>
              <a:gd name="connsiteY21" fmla="*/ 2090024 h 4180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9">
                <a:moveTo>
                  <a:pt x="1517675" y="2480264"/>
                </a:moveTo>
                <a:lnTo>
                  <a:pt x="3141552" y="856388"/>
                </a:lnTo>
                <a:cubicBezTo>
                  <a:pt x="3168494" y="829446"/>
                  <a:pt x="3212581" y="829446"/>
                  <a:pt x="3240327" y="856388"/>
                </a:cubicBezTo>
                <a:lnTo>
                  <a:pt x="3518742" y="1134803"/>
                </a:lnTo>
                <a:cubicBezTo>
                  <a:pt x="3545684" y="1161745"/>
                  <a:pt x="3545684" y="1205832"/>
                  <a:pt x="3518742" y="1233578"/>
                </a:cubicBezTo>
                <a:lnTo>
                  <a:pt x="1568327" y="3183993"/>
                </a:lnTo>
                <a:cubicBezTo>
                  <a:pt x="1541385" y="3210935"/>
                  <a:pt x="1497297" y="3210935"/>
                  <a:pt x="1469552" y="3183993"/>
                </a:cubicBezTo>
                <a:lnTo>
                  <a:pt x="578012" y="2292453"/>
                </a:lnTo>
                <a:cubicBezTo>
                  <a:pt x="551070" y="2265511"/>
                  <a:pt x="551070" y="2221424"/>
                  <a:pt x="578012" y="2193678"/>
                </a:cubicBezTo>
                <a:cubicBezTo>
                  <a:pt x="578816" y="2192875"/>
                  <a:pt x="580461" y="2191229"/>
                  <a:pt x="582107" y="2190425"/>
                </a:cubicBezTo>
                <a:lnTo>
                  <a:pt x="854781" y="1916105"/>
                </a:lnTo>
                <a:cubicBezTo>
                  <a:pt x="881723" y="1889163"/>
                  <a:pt x="925810" y="1888360"/>
                  <a:pt x="953556" y="1916105"/>
                </a:cubicBezTo>
                <a:lnTo>
                  <a:pt x="1518498" y="2481048"/>
                </a:lnTo>
                <a:close/>
                <a:moveTo>
                  <a:pt x="4180049" y="2090024"/>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4"/>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4"/>
                </a:cubicBezTo>
                <a:close/>
              </a:path>
            </a:pathLst>
          </a:custGeom>
          <a:solidFill>
            <a:schemeClr val="accent3"/>
          </a:solidFill>
          <a:ln w="9797" cap="flat">
            <a:noFill/>
            <a:prstDash val="solid"/>
            <a:miter/>
          </a:ln>
        </p:spPr>
        <p:txBody>
          <a:bodyPr rtlCol="0" anchor="ctr"/>
          <a:lstStyle/>
          <a:p>
            <a:endParaRPr lang="fr-FR"/>
          </a:p>
        </p:txBody>
      </p:sp>
      <p:sp>
        <p:nvSpPr>
          <p:cNvPr id="268" name="Forme libre : forme 267">
            <a:extLst>
              <a:ext uri="{FF2B5EF4-FFF2-40B4-BE49-F238E27FC236}">
                <a16:creationId xmlns:a16="http://schemas.microsoft.com/office/drawing/2014/main" id="{16F97A66-7CA8-D995-367B-4B3EC2F834D4}"/>
              </a:ext>
            </a:extLst>
          </p:cNvPr>
          <p:cNvSpPr/>
          <p:nvPr/>
        </p:nvSpPr>
        <p:spPr>
          <a:xfrm rot="2685545">
            <a:off x="1820401" y="3382182"/>
            <a:ext cx="381600" cy="381600"/>
          </a:xfrm>
          <a:custGeom>
            <a:avLst/>
            <a:gdLst>
              <a:gd name="connsiteX0" fmla="*/ 4180049 w 4180049"/>
              <a:gd name="connsiteY0" fmla="*/ 2090025 h 4180048"/>
              <a:gd name="connsiteX1" fmla="*/ 3567728 w 4180049"/>
              <a:gd name="connsiteY1" fmla="*/ 612321 h 4180048"/>
              <a:gd name="connsiteX2" fmla="*/ 2090025 w 4180049"/>
              <a:gd name="connsiteY2" fmla="*/ 0 h 4180048"/>
              <a:gd name="connsiteX3" fmla="*/ 612321 w 4180049"/>
              <a:gd name="connsiteY3" fmla="*/ 612321 h 4180048"/>
              <a:gd name="connsiteX4" fmla="*/ 0 w 4180049"/>
              <a:gd name="connsiteY4" fmla="*/ 2090025 h 4180048"/>
              <a:gd name="connsiteX5" fmla="*/ 612321 w 4180049"/>
              <a:gd name="connsiteY5" fmla="*/ 3567728 h 4180048"/>
              <a:gd name="connsiteX6" fmla="*/ 2090025 w 4180049"/>
              <a:gd name="connsiteY6" fmla="*/ 4180049 h 4180048"/>
              <a:gd name="connsiteX7" fmla="*/ 3567728 w 4180049"/>
              <a:gd name="connsiteY7" fmla="*/ 3567728 h 4180048"/>
              <a:gd name="connsiteX8" fmla="*/ 4180049 w 4180049"/>
              <a:gd name="connsiteY8" fmla="*/ 2090025 h 4180048"/>
              <a:gd name="connsiteX9" fmla="*/ 1743794 w 4180049"/>
              <a:gd name="connsiteY9" fmla="*/ 693932 h 4180048"/>
              <a:gd name="connsiteX10" fmla="*/ 1743794 w 4180049"/>
              <a:gd name="connsiteY10" fmla="*/ 1649153 h 4180048"/>
              <a:gd name="connsiteX11" fmla="*/ 730573 w 4180049"/>
              <a:gd name="connsiteY11" fmla="*/ 1649153 h 4180048"/>
              <a:gd name="connsiteX12" fmla="*/ 730573 w 4180049"/>
              <a:gd name="connsiteY12" fmla="*/ 2401123 h 4180048"/>
              <a:gd name="connsiteX13" fmla="*/ 1743794 w 4180049"/>
              <a:gd name="connsiteY13" fmla="*/ 2401123 h 4180048"/>
              <a:gd name="connsiteX14" fmla="*/ 1743794 w 4180049"/>
              <a:gd name="connsiteY14" fmla="*/ 3414344 h 4180048"/>
              <a:gd name="connsiteX15" fmla="*/ 2495764 w 4180049"/>
              <a:gd name="connsiteY15" fmla="*/ 3414344 h 4180048"/>
              <a:gd name="connsiteX16" fmla="*/ 2495764 w 4180049"/>
              <a:gd name="connsiteY16" fmla="*/ 2401123 h 4180048"/>
              <a:gd name="connsiteX17" fmla="*/ 3508984 w 4180049"/>
              <a:gd name="connsiteY17" fmla="*/ 2401123 h 4180048"/>
              <a:gd name="connsiteX18" fmla="*/ 3508984 w 4180049"/>
              <a:gd name="connsiteY18" fmla="*/ 1649153 h 4180048"/>
              <a:gd name="connsiteX19" fmla="*/ 2495764 w 4180049"/>
              <a:gd name="connsiteY19" fmla="*/ 1649153 h 4180048"/>
              <a:gd name="connsiteX20" fmla="*/ 2495764 w 4180049"/>
              <a:gd name="connsiteY20" fmla="*/ 635933 h 4180048"/>
              <a:gd name="connsiteX21" fmla="*/ 1743794 w 4180049"/>
              <a:gd name="connsiteY21" fmla="*/ 635933 h 4180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8">
                <a:moveTo>
                  <a:pt x="4180049" y="2090025"/>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5"/>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5"/>
                </a:cubicBezTo>
                <a:close/>
                <a:moveTo>
                  <a:pt x="1743794" y="693932"/>
                </a:moveTo>
                <a:lnTo>
                  <a:pt x="1743794" y="1649153"/>
                </a:lnTo>
                <a:lnTo>
                  <a:pt x="730573" y="1649153"/>
                </a:lnTo>
                <a:lnTo>
                  <a:pt x="730573" y="2401123"/>
                </a:lnTo>
                <a:lnTo>
                  <a:pt x="1743794" y="2401123"/>
                </a:lnTo>
                <a:lnTo>
                  <a:pt x="1743794" y="3414344"/>
                </a:lnTo>
                <a:lnTo>
                  <a:pt x="2495764" y="3414344"/>
                </a:lnTo>
                <a:lnTo>
                  <a:pt x="2495764" y="2401123"/>
                </a:lnTo>
                <a:lnTo>
                  <a:pt x="3508984" y="2401123"/>
                </a:lnTo>
                <a:lnTo>
                  <a:pt x="3508984" y="1649153"/>
                </a:lnTo>
                <a:lnTo>
                  <a:pt x="2495764" y="1649153"/>
                </a:lnTo>
                <a:lnTo>
                  <a:pt x="2495764" y="635933"/>
                </a:lnTo>
                <a:lnTo>
                  <a:pt x="1743794" y="635933"/>
                </a:lnTo>
                <a:close/>
              </a:path>
            </a:pathLst>
          </a:custGeom>
          <a:solidFill>
            <a:schemeClr val="accent1"/>
          </a:solidFill>
          <a:ln w="9797" cap="flat">
            <a:noFill/>
            <a:prstDash val="solid"/>
            <a:miter/>
          </a:ln>
        </p:spPr>
        <p:txBody>
          <a:bodyPr rtlCol="0" anchor="ctr"/>
          <a:lstStyle/>
          <a:p>
            <a:endParaRPr lang="fr-FR"/>
          </a:p>
        </p:txBody>
      </p:sp>
      <p:sp>
        <p:nvSpPr>
          <p:cNvPr id="66" name="Espace réservé du texte 3">
            <a:extLst>
              <a:ext uri="{FF2B5EF4-FFF2-40B4-BE49-F238E27FC236}">
                <a16:creationId xmlns:a16="http://schemas.microsoft.com/office/drawing/2014/main" id="{9D5DB5CF-BF2A-27C4-DE33-D75B704FD3CD}"/>
              </a:ext>
            </a:extLst>
          </p:cNvPr>
          <p:cNvSpPr>
            <a:spLocks noGrp="1"/>
          </p:cNvSpPr>
          <p:nvPr>
            <p:ph type="body" sz="quarter" idx="35"/>
          </p:nvPr>
        </p:nvSpPr>
        <p:spPr>
          <a:xfrm>
            <a:off x="337931" y="922713"/>
            <a:ext cx="11433654" cy="273879"/>
          </a:xfrm>
        </p:spPr>
        <p:txBody>
          <a:bodyPr/>
          <a:lstStyle/>
          <a:p>
            <a:r>
              <a:rPr lang="fr-FR"/>
              <a:t>Rappels</a:t>
            </a:r>
          </a:p>
        </p:txBody>
      </p:sp>
      <p:sp>
        <p:nvSpPr>
          <p:cNvPr id="67" name="Espace réservé du texte 1">
            <a:extLst>
              <a:ext uri="{FF2B5EF4-FFF2-40B4-BE49-F238E27FC236}">
                <a16:creationId xmlns:a16="http://schemas.microsoft.com/office/drawing/2014/main" id="{0113A6BF-7F94-40A6-B1F4-B2E6A53C24C7}"/>
              </a:ext>
            </a:extLst>
          </p:cNvPr>
          <p:cNvSpPr>
            <a:spLocks noGrp="1"/>
          </p:cNvSpPr>
          <p:nvPr>
            <p:ph type="body" sz="quarter" idx="10"/>
          </p:nvPr>
        </p:nvSpPr>
        <p:spPr>
          <a:xfrm>
            <a:off x="337933" y="564022"/>
            <a:ext cx="11433652" cy="358691"/>
          </a:xfrm>
        </p:spPr>
        <p:txBody>
          <a:bodyPr/>
          <a:lstStyle/>
          <a:p>
            <a:r>
              <a:rPr lang="fr-FR"/>
              <a:t>Médiation &amp; Urbanisation</a:t>
            </a:r>
          </a:p>
        </p:txBody>
      </p:sp>
      <p:sp>
        <p:nvSpPr>
          <p:cNvPr id="2" name="Rectangle 1">
            <a:extLst>
              <a:ext uri="{FF2B5EF4-FFF2-40B4-BE49-F238E27FC236}">
                <a16:creationId xmlns:a16="http://schemas.microsoft.com/office/drawing/2014/main" id="{F480B031-B853-542B-1F48-5C1D7AB237A6}"/>
              </a:ext>
            </a:extLst>
          </p:cNvPr>
          <p:cNvSpPr/>
          <p:nvPr/>
        </p:nvSpPr>
        <p:spPr>
          <a:xfrm>
            <a:off x="6682009" y="5918200"/>
            <a:ext cx="5509991" cy="939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En ajoutant des référentiels et une couche système permettant d’y accéder, on répond à certains problèmes, mais d’autres persistent…</a:t>
            </a:r>
          </a:p>
        </p:txBody>
      </p:sp>
    </p:spTree>
    <p:extLst>
      <p:ext uri="{BB962C8B-B14F-4D97-AF65-F5344CB8AC3E}">
        <p14:creationId xmlns:p14="http://schemas.microsoft.com/office/powerpoint/2010/main" val="213032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ylindre 5">
            <a:extLst>
              <a:ext uri="{FF2B5EF4-FFF2-40B4-BE49-F238E27FC236}">
                <a16:creationId xmlns:a16="http://schemas.microsoft.com/office/drawing/2014/main" id="{8DCE2117-9C50-FE5B-2BE6-E182A96074B0}"/>
              </a:ext>
            </a:extLst>
          </p:cNvPr>
          <p:cNvSpPr/>
          <p:nvPr/>
        </p:nvSpPr>
        <p:spPr>
          <a:xfrm>
            <a:off x="10850799" y="3378869"/>
            <a:ext cx="1172018" cy="1056712"/>
          </a:xfrm>
          <a:prstGeom prst="ca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2EDA6835-0EE1-4952-93C9-61AD072F42F3}"/>
              </a:ext>
            </a:extLst>
          </p:cNvPr>
          <p:cNvSpPr txBox="1"/>
          <p:nvPr/>
        </p:nvSpPr>
        <p:spPr>
          <a:xfrm>
            <a:off x="10931540" y="3735821"/>
            <a:ext cx="1010536" cy="523220"/>
          </a:xfrm>
          <a:prstGeom prst="rect">
            <a:avLst/>
          </a:prstGeom>
          <a:noFill/>
        </p:spPr>
        <p:txBody>
          <a:bodyPr wrap="square" rtlCol="0">
            <a:spAutoFit/>
          </a:bodyPr>
          <a:lstStyle/>
          <a:p>
            <a:pPr algn="ctr"/>
            <a:r>
              <a:rPr lang="fr-FR" sz="1400">
                <a:solidFill>
                  <a:schemeClr val="bg1"/>
                </a:solidFill>
                <a:latin typeface="Arial" panose="020B0604020202020204" pitchFamily="34" charset="0"/>
                <a:cs typeface="Arial" panose="020B0604020202020204" pitchFamily="34" charset="0"/>
              </a:rPr>
              <a:t>Liste des ventes</a:t>
            </a:r>
          </a:p>
        </p:txBody>
      </p:sp>
      <p:sp>
        <p:nvSpPr>
          <p:cNvPr id="152" name="Cylindre 151">
            <a:extLst>
              <a:ext uri="{FF2B5EF4-FFF2-40B4-BE49-F238E27FC236}">
                <a16:creationId xmlns:a16="http://schemas.microsoft.com/office/drawing/2014/main" id="{F2C97B6F-1D7F-28A1-FE23-A83218EA60BD}"/>
              </a:ext>
            </a:extLst>
          </p:cNvPr>
          <p:cNvSpPr/>
          <p:nvPr/>
        </p:nvSpPr>
        <p:spPr>
          <a:xfrm>
            <a:off x="9137119" y="1914598"/>
            <a:ext cx="1172018" cy="1056712"/>
          </a:xfrm>
          <a:prstGeom prst="can">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ZoneTexte 152">
            <a:extLst>
              <a:ext uri="{FF2B5EF4-FFF2-40B4-BE49-F238E27FC236}">
                <a16:creationId xmlns:a16="http://schemas.microsoft.com/office/drawing/2014/main" id="{430C865C-F16C-DB61-7BBA-8ED16FD463FE}"/>
              </a:ext>
            </a:extLst>
          </p:cNvPr>
          <p:cNvSpPr txBox="1"/>
          <p:nvPr/>
        </p:nvSpPr>
        <p:spPr>
          <a:xfrm>
            <a:off x="9217860" y="2379271"/>
            <a:ext cx="1010536" cy="307777"/>
          </a:xfrm>
          <a:prstGeom prst="rect">
            <a:avLst/>
          </a:prstGeom>
          <a:noFill/>
        </p:spPr>
        <p:txBody>
          <a:bodyPr wrap="square" rtlCol="0" anchor="ctr">
            <a:spAutoFit/>
          </a:bodyPr>
          <a:lstStyle/>
          <a:p>
            <a:pPr algn="ctr"/>
            <a:r>
              <a:rPr lang="fr-FR" sz="1400">
                <a:solidFill>
                  <a:schemeClr val="bg1"/>
                </a:solidFill>
                <a:latin typeface="Arial" panose="020B0604020202020204" pitchFamily="34" charset="0"/>
                <a:cs typeface="Arial" panose="020B0604020202020204" pitchFamily="34" charset="0"/>
              </a:rPr>
              <a:t>Stocks</a:t>
            </a:r>
          </a:p>
        </p:txBody>
      </p:sp>
      <p:sp>
        <p:nvSpPr>
          <p:cNvPr id="154" name="Cylindre 153">
            <a:extLst>
              <a:ext uri="{FF2B5EF4-FFF2-40B4-BE49-F238E27FC236}">
                <a16:creationId xmlns:a16="http://schemas.microsoft.com/office/drawing/2014/main" id="{3BCC031A-F7A3-DAE1-D677-C6FA30DA74F0}"/>
              </a:ext>
            </a:extLst>
          </p:cNvPr>
          <p:cNvSpPr/>
          <p:nvPr/>
        </p:nvSpPr>
        <p:spPr>
          <a:xfrm>
            <a:off x="9143396" y="4778267"/>
            <a:ext cx="1172018" cy="1056712"/>
          </a:xfrm>
          <a:prstGeom prst="can">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ZoneTexte 154">
            <a:extLst>
              <a:ext uri="{FF2B5EF4-FFF2-40B4-BE49-F238E27FC236}">
                <a16:creationId xmlns:a16="http://schemas.microsoft.com/office/drawing/2014/main" id="{44C675EE-B98C-7E58-32D6-92BA6A70F6C4}"/>
              </a:ext>
            </a:extLst>
          </p:cNvPr>
          <p:cNvSpPr txBox="1"/>
          <p:nvPr/>
        </p:nvSpPr>
        <p:spPr>
          <a:xfrm>
            <a:off x="9224137" y="5135219"/>
            <a:ext cx="1010536" cy="523220"/>
          </a:xfrm>
          <a:prstGeom prst="rect">
            <a:avLst/>
          </a:prstGeom>
          <a:noFill/>
        </p:spPr>
        <p:txBody>
          <a:bodyPr wrap="square" rtlCol="0" anchor="ctr">
            <a:spAutoFit/>
          </a:bodyPr>
          <a:lstStyle/>
          <a:p>
            <a:pPr algn="ctr"/>
            <a:r>
              <a:rPr lang="fr-FR" sz="1400">
                <a:solidFill>
                  <a:schemeClr val="bg1"/>
                </a:solidFill>
                <a:latin typeface="Arial" panose="020B0604020202020204" pitchFamily="34" charset="0"/>
                <a:cs typeface="Arial" panose="020B0604020202020204" pitchFamily="34" charset="0"/>
              </a:rPr>
              <a:t>Liste des clients</a:t>
            </a:r>
          </a:p>
        </p:txBody>
      </p:sp>
      <p:sp>
        <p:nvSpPr>
          <p:cNvPr id="10" name="Rectangle 9">
            <a:extLst>
              <a:ext uri="{FF2B5EF4-FFF2-40B4-BE49-F238E27FC236}">
                <a16:creationId xmlns:a16="http://schemas.microsoft.com/office/drawing/2014/main" id="{B01230B9-40C1-FE80-04E0-A90889124DB9}"/>
              </a:ext>
            </a:extLst>
          </p:cNvPr>
          <p:cNvSpPr/>
          <p:nvPr/>
        </p:nvSpPr>
        <p:spPr>
          <a:xfrm>
            <a:off x="8694171" y="3607373"/>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Suivi des ventes</a:t>
            </a:r>
          </a:p>
        </p:txBody>
      </p:sp>
      <p:sp>
        <p:nvSpPr>
          <p:cNvPr id="11" name="Rectangle : avec coins arrondis en haut 10">
            <a:extLst>
              <a:ext uri="{FF2B5EF4-FFF2-40B4-BE49-F238E27FC236}">
                <a16:creationId xmlns:a16="http://schemas.microsoft.com/office/drawing/2014/main" id="{74171731-8C9A-C4D8-22B9-8F0EAC6F4DE8}"/>
              </a:ext>
            </a:extLst>
          </p:cNvPr>
          <p:cNvSpPr/>
          <p:nvPr/>
        </p:nvSpPr>
        <p:spPr>
          <a:xfrm rot="16200000">
            <a:off x="8280805" y="3786045"/>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endParaRPr lang="fr-FR">
              <a:latin typeface="+mj-lt"/>
            </a:endParaRPr>
          </a:p>
        </p:txBody>
      </p:sp>
      <p:sp>
        <p:nvSpPr>
          <p:cNvPr id="158" name="Rectangle 157">
            <a:extLst>
              <a:ext uri="{FF2B5EF4-FFF2-40B4-BE49-F238E27FC236}">
                <a16:creationId xmlns:a16="http://schemas.microsoft.com/office/drawing/2014/main" id="{FE53DD3B-C4CA-20DC-0176-56DE497E91F4}"/>
              </a:ext>
            </a:extLst>
          </p:cNvPr>
          <p:cNvSpPr/>
          <p:nvPr/>
        </p:nvSpPr>
        <p:spPr>
          <a:xfrm>
            <a:off x="4009465" y="4998859"/>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Application fidélité</a:t>
            </a:r>
          </a:p>
        </p:txBody>
      </p:sp>
      <p:sp>
        <p:nvSpPr>
          <p:cNvPr id="159" name="Rectangle : avec coins arrondis en haut 158">
            <a:extLst>
              <a:ext uri="{FF2B5EF4-FFF2-40B4-BE49-F238E27FC236}">
                <a16:creationId xmlns:a16="http://schemas.microsoft.com/office/drawing/2014/main" id="{D318B59F-4023-E1E0-EFBE-F19FD2F96818}"/>
              </a:ext>
            </a:extLst>
          </p:cNvPr>
          <p:cNvSpPr/>
          <p:nvPr/>
        </p:nvSpPr>
        <p:spPr>
          <a:xfrm rot="16200000">
            <a:off x="3596099" y="5177531"/>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sp>
        <p:nvSpPr>
          <p:cNvPr id="160" name="Rectangle 159">
            <a:extLst>
              <a:ext uri="{FF2B5EF4-FFF2-40B4-BE49-F238E27FC236}">
                <a16:creationId xmlns:a16="http://schemas.microsoft.com/office/drawing/2014/main" id="{5C60FE03-2D63-5047-AD55-D228C89BBC46}"/>
              </a:ext>
            </a:extLst>
          </p:cNvPr>
          <p:cNvSpPr/>
          <p:nvPr/>
        </p:nvSpPr>
        <p:spPr>
          <a:xfrm>
            <a:off x="6028278" y="5009587"/>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Service client</a:t>
            </a:r>
          </a:p>
        </p:txBody>
      </p:sp>
      <p:sp>
        <p:nvSpPr>
          <p:cNvPr id="161" name="Rectangle : avec coins arrondis en haut 160">
            <a:extLst>
              <a:ext uri="{FF2B5EF4-FFF2-40B4-BE49-F238E27FC236}">
                <a16:creationId xmlns:a16="http://schemas.microsoft.com/office/drawing/2014/main" id="{8C9847AB-5890-3092-2C8B-1B63FDE961D6}"/>
              </a:ext>
            </a:extLst>
          </p:cNvPr>
          <p:cNvSpPr/>
          <p:nvPr/>
        </p:nvSpPr>
        <p:spPr>
          <a:xfrm rot="16200000">
            <a:off x="5614912" y="5188259"/>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sp>
        <p:nvSpPr>
          <p:cNvPr id="164" name="Rectangle 163">
            <a:extLst>
              <a:ext uri="{FF2B5EF4-FFF2-40B4-BE49-F238E27FC236}">
                <a16:creationId xmlns:a16="http://schemas.microsoft.com/office/drawing/2014/main" id="{26A66308-60B4-8164-D5A3-8823D1823C50}"/>
              </a:ext>
            </a:extLst>
          </p:cNvPr>
          <p:cNvSpPr/>
          <p:nvPr/>
        </p:nvSpPr>
        <p:spPr>
          <a:xfrm>
            <a:off x="4957856" y="2134770"/>
            <a:ext cx="152049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Production</a:t>
            </a:r>
          </a:p>
        </p:txBody>
      </p:sp>
      <p:sp>
        <p:nvSpPr>
          <p:cNvPr id="165" name="Rectangle : avec coins arrondis en haut 164">
            <a:extLst>
              <a:ext uri="{FF2B5EF4-FFF2-40B4-BE49-F238E27FC236}">
                <a16:creationId xmlns:a16="http://schemas.microsoft.com/office/drawing/2014/main" id="{AA3233C2-8B5A-3401-02ED-862500A2790F}"/>
              </a:ext>
            </a:extLst>
          </p:cNvPr>
          <p:cNvSpPr/>
          <p:nvPr/>
        </p:nvSpPr>
        <p:spPr>
          <a:xfrm rot="16200000">
            <a:off x="4544490" y="2320731"/>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sp>
        <p:nvSpPr>
          <p:cNvPr id="166" name="Rectangle 165">
            <a:extLst>
              <a:ext uri="{FF2B5EF4-FFF2-40B4-BE49-F238E27FC236}">
                <a16:creationId xmlns:a16="http://schemas.microsoft.com/office/drawing/2014/main" id="{94C8D605-9A5E-F04E-31BF-3CE91EA1C31B}"/>
              </a:ext>
            </a:extLst>
          </p:cNvPr>
          <p:cNvSpPr/>
          <p:nvPr/>
        </p:nvSpPr>
        <p:spPr>
          <a:xfrm>
            <a:off x="2954075" y="2139483"/>
            <a:ext cx="152049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Vente par correspondance</a:t>
            </a:r>
          </a:p>
        </p:txBody>
      </p:sp>
      <p:sp>
        <p:nvSpPr>
          <p:cNvPr id="167" name="Rectangle : avec coins arrondis en haut 166">
            <a:extLst>
              <a:ext uri="{FF2B5EF4-FFF2-40B4-BE49-F238E27FC236}">
                <a16:creationId xmlns:a16="http://schemas.microsoft.com/office/drawing/2014/main" id="{2044E91D-D90B-D1D1-D1E2-656EE0B1F330}"/>
              </a:ext>
            </a:extLst>
          </p:cNvPr>
          <p:cNvSpPr/>
          <p:nvPr/>
        </p:nvSpPr>
        <p:spPr>
          <a:xfrm rot="16200000">
            <a:off x="2543292" y="2318155"/>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cxnSp>
        <p:nvCxnSpPr>
          <p:cNvPr id="168" name="Connecteur droit avec flèche 167">
            <a:extLst>
              <a:ext uri="{FF2B5EF4-FFF2-40B4-BE49-F238E27FC236}">
                <a16:creationId xmlns:a16="http://schemas.microsoft.com/office/drawing/2014/main" id="{654071EF-F38A-470A-8071-BFB52BBDA1F6}"/>
              </a:ext>
            </a:extLst>
          </p:cNvPr>
          <p:cNvCxnSpPr>
            <a:cxnSpLocks/>
            <a:stCxn id="10" idx="3"/>
            <a:endCxn id="6" idx="2"/>
          </p:cNvCxnSpPr>
          <p:nvPr/>
        </p:nvCxnSpPr>
        <p:spPr>
          <a:xfrm>
            <a:off x="10213371" y="3903393"/>
            <a:ext cx="637428" cy="3832"/>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Connecteur droit avec flèche 175">
            <a:extLst>
              <a:ext uri="{FF2B5EF4-FFF2-40B4-BE49-F238E27FC236}">
                <a16:creationId xmlns:a16="http://schemas.microsoft.com/office/drawing/2014/main" id="{A7ADCBBD-F6D7-EF67-1FEC-C4FDF7DB7664}"/>
              </a:ext>
            </a:extLst>
          </p:cNvPr>
          <p:cNvCxnSpPr>
            <a:cxnSpLocks/>
            <a:stCxn id="160" idx="3"/>
            <a:endCxn id="154" idx="2"/>
          </p:cNvCxnSpPr>
          <p:nvPr/>
        </p:nvCxnSpPr>
        <p:spPr>
          <a:xfrm>
            <a:off x="7547478" y="5305607"/>
            <a:ext cx="1595918" cy="1016"/>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Bulle narrative : ronde 6">
            <a:extLst>
              <a:ext uri="{FF2B5EF4-FFF2-40B4-BE49-F238E27FC236}">
                <a16:creationId xmlns:a16="http://schemas.microsoft.com/office/drawing/2014/main" id="{D482DD50-2153-A354-E9EC-7F4DB59F98DE}"/>
              </a:ext>
            </a:extLst>
          </p:cNvPr>
          <p:cNvSpPr/>
          <p:nvPr/>
        </p:nvSpPr>
        <p:spPr>
          <a:xfrm>
            <a:off x="337931" y="1315251"/>
            <a:ext cx="1943100" cy="612648"/>
          </a:xfrm>
          <a:prstGeom prst="wedgeEllipseCallout">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Qui est maître de la donnée ?</a:t>
            </a:r>
          </a:p>
        </p:txBody>
      </p:sp>
      <p:sp>
        <p:nvSpPr>
          <p:cNvPr id="48" name="Bulle narrative : ronde 47">
            <a:extLst>
              <a:ext uri="{FF2B5EF4-FFF2-40B4-BE49-F238E27FC236}">
                <a16:creationId xmlns:a16="http://schemas.microsoft.com/office/drawing/2014/main" id="{FC620A39-E4BA-C1C5-B611-25131BC061F2}"/>
              </a:ext>
            </a:extLst>
          </p:cNvPr>
          <p:cNvSpPr/>
          <p:nvPr/>
        </p:nvSpPr>
        <p:spPr>
          <a:xfrm>
            <a:off x="337931" y="2143883"/>
            <a:ext cx="1943100" cy="612648"/>
          </a:xfrm>
          <a:prstGeom prst="wedgeEllipseCallout">
            <a:avLst>
              <a:gd name="adj1" fmla="val 15115"/>
              <a:gd name="adj2" fmla="val 72865"/>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Fiabilité des données ?</a:t>
            </a:r>
          </a:p>
        </p:txBody>
      </p:sp>
      <p:sp>
        <p:nvSpPr>
          <p:cNvPr id="49" name="Bulle narrative : ronde 48">
            <a:extLst>
              <a:ext uri="{FF2B5EF4-FFF2-40B4-BE49-F238E27FC236}">
                <a16:creationId xmlns:a16="http://schemas.microsoft.com/office/drawing/2014/main" id="{720193CB-0C7C-C75D-86ED-0202435A9268}"/>
              </a:ext>
            </a:extLst>
          </p:cNvPr>
          <p:cNvSpPr/>
          <p:nvPr/>
        </p:nvSpPr>
        <p:spPr>
          <a:xfrm>
            <a:off x="337931" y="2982441"/>
            <a:ext cx="1943100" cy="612648"/>
          </a:xfrm>
          <a:prstGeom prst="wedgeEllipseCallout">
            <a:avLst>
              <a:gd name="adj1" fmla="val 8579"/>
              <a:gd name="adj2" fmla="val 66646"/>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Répartition des responsabilités ?</a:t>
            </a:r>
          </a:p>
        </p:txBody>
      </p:sp>
      <p:sp>
        <p:nvSpPr>
          <p:cNvPr id="50" name="Bulle narrative : ronde 49">
            <a:extLst>
              <a:ext uri="{FF2B5EF4-FFF2-40B4-BE49-F238E27FC236}">
                <a16:creationId xmlns:a16="http://schemas.microsoft.com/office/drawing/2014/main" id="{89B0F3DD-E969-31F8-5A54-6B64CCD48496}"/>
              </a:ext>
            </a:extLst>
          </p:cNvPr>
          <p:cNvSpPr/>
          <p:nvPr/>
        </p:nvSpPr>
        <p:spPr>
          <a:xfrm>
            <a:off x="338872" y="4808281"/>
            <a:ext cx="1943100" cy="612648"/>
          </a:xfrm>
          <a:prstGeom prst="wedgeEllipseCallout">
            <a:avLst>
              <a:gd name="adj1" fmla="val 30148"/>
              <a:gd name="adj2" fmla="val -61878"/>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Couplage lâche ?</a:t>
            </a:r>
          </a:p>
        </p:txBody>
      </p:sp>
      <p:sp>
        <p:nvSpPr>
          <p:cNvPr id="51" name="Bulle narrative : ronde 50">
            <a:extLst>
              <a:ext uri="{FF2B5EF4-FFF2-40B4-BE49-F238E27FC236}">
                <a16:creationId xmlns:a16="http://schemas.microsoft.com/office/drawing/2014/main" id="{9DF0FC42-76C0-B1FF-475C-31CA930FDFC2}"/>
              </a:ext>
            </a:extLst>
          </p:cNvPr>
          <p:cNvSpPr/>
          <p:nvPr/>
        </p:nvSpPr>
        <p:spPr>
          <a:xfrm>
            <a:off x="190385" y="5730486"/>
            <a:ext cx="2238191" cy="612648"/>
          </a:xfrm>
          <a:prstGeom prst="wedgeEllipseCallout">
            <a:avLst>
              <a:gd name="adj1" fmla="val 30148"/>
              <a:gd name="adj2" fmla="val -61878"/>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Performance des bases de données ?</a:t>
            </a:r>
          </a:p>
        </p:txBody>
      </p:sp>
      <p:sp>
        <p:nvSpPr>
          <p:cNvPr id="53" name="Bulle narrative : ronde 52">
            <a:extLst>
              <a:ext uri="{FF2B5EF4-FFF2-40B4-BE49-F238E27FC236}">
                <a16:creationId xmlns:a16="http://schemas.microsoft.com/office/drawing/2014/main" id="{F9AF6AC4-0FC0-FB7F-D482-C6D0A13D8C6E}"/>
              </a:ext>
            </a:extLst>
          </p:cNvPr>
          <p:cNvSpPr/>
          <p:nvPr/>
        </p:nvSpPr>
        <p:spPr>
          <a:xfrm>
            <a:off x="337931" y="3886076"/>
            <a:ext cx="1943100" cy="612648"/>
          </a:xfrm>
          <a:prstGeom prst="wedgeEllipseCallout">
            <a:avLst>
              <a:gd name="adj1" fmla="val -27369"/>
              <a:gd name="adj2" fmla="val 72865"/>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Evolutivité du modèle ?</a:t>
            </a:r>
          </a:p>
        </p:txBody>
      </p:sp>
      <p:sp>
        <p:nvSpPr>
          <p:cNvPr id="80" name="Rectangle 79">
            <a:extLst>
              <a:ext uri="{FF2B5EF4-FFF2-40B4-BE49-F238E27FC236}">
                <a16:creationId xmlns:a16="http://schemas.microsoft.com/office/drawing/2014/main" id="{EA13A7C3-9DC8-E7E4-A91E-C1D8B83641CD}"/>
              </a:ext>
            </a:extLst>
          </p:cNvPr>
          <p:cNvSpPr/>
          <p:nvPr/>
        </p:nvSpPr>
        <p:spPr>
          <a:xfrm>
            <a:off x="6988594" y="2141822"/>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Gestion des stocks</a:t>
            </a:r>
          </a:p>
        </p:txBody>
      </p:sp>
      <p:sp>
        <p:nvSpPr>
          <p:cNvPr id="81" name="Rectangle : avec coins arrondis en haut 80">
            <a:extLst>
              <a:ext uri="{FF2B5EF4-FFF2-40B4-BE49-F238E27FC236}">
                <a16:creationId xmlns:a16="http://schemas.microsoft.com/office/drawing/2014/main" id="{82E73F58-12CC-AAB2-3AF9-616CFB0F4B8D}"/>
              </a:ext>
            </a:extLst>
          </p:cNvPr>
          <p:cNvSpPr/>
          <p:nvPr/>
        </p:nvSpPr>
        <p:spPr>
          <a:xfrm rot="16200000">
            <a:off x="6575228" y="2320494"/>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endParaRPr lang="fr-FR">
              <a:latin typeface="+mj-lt"/>
            </a:endParaRPr>
          </a:p>
        </p:txBody>
      </p:sp>
      <p:cxnSp>
        <p:nvCxnSpPr>
          <p:cNvPr id="82" name="Connecteur droit avec flèche 81">
            <a:extLst>
              <a:ext uri="{FF2B5EF4-FFF2-40B4-BE49-F238E27FC236}">
                <a16:creationId xmlns:a16="http://schemas.microsoft.com/office/drawing/2014/main" id="{4F137EDF-E8E3-B7CF-99EA-F12D7AF1706C}"/>
              </a:ext>
            </a:extLst>
          </p:cNvPr>
          <p:cNvCxnSpPr>
            <a:cxnSpLocks/>
            <a:stCxn id="80" idx="3"/>
            <a:endCxn id="152" idx="2"/>
          </p:cNvCxnSpPr>
          <p:nvPr/>
        </p:nvCxnSpPr>
        <p:spPr>
          <a:xfrm>
            <a:off x="8507794" y="2437842"/>
            <a:ext cx="629325" cy="5112"/>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eur : en angle 69">
            <a:extLst>
              <a:ext uri="{FF2B5EF4-FFF2-40B4-BE49-F238E27FC236}">
                <a16:creationId xmlns:a16="http://schemas.microsoft.com/office/drawing/2014/main" id="{3755CFAE-D91D-8C18-5DF1-42B934783103}"/>
              </a:ext>
            </a:extLst>
          </p:cNvPr>
          <p:cNvCxnSpPr>
            <a:cxnSpLocks/>
          </p:cNvCxnSpPr>
          <p:nvPr/>
        </p:nvCxnSpPr>
        <p:spPr>
          <a:xfrm>
            <a:off x="5718101" y="2735540"/>
            <a:ext cx="0" cy="746138"/>
          </a:xfrm>
          <a:prstGeom prst="straightConnector1">
            <a:avLst/>
          </a:prstGeom>
          <a:ln w="1905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6" name="Connecteur : en angle 95">
            <a:extLst>
              <a:ext uri="{FF2B5EF4-FFF2-40B4-BE49-F238E27FC236}">
                <a16:creationId xmlns:a16="http://schemas.microsoft.com/office/drawing/2014/main" id="{1B6E29CF-D4C5-7128-832D-1B97FBB5F2B5}"/>
              </a:ext>
            </a:extLst>
          </p:cNvPr>
          <p:cNvCxnSpPr>
            <a:cxnSpLocks/>
            <a:endCxn id="80" idx="2"/>
          </p:cNvCxnSpPr>
          <p:nvPr/>
        </p:nvCxnSpPr>
        <p:spPr>
          <a:xfrm flipV="1">
            <a:off x="7748194" y="2733861"/>
            <a:ext cx="0" cy="747817"/>
          </a:xfrm>
          <a:prstGeom prst="straightConnector1">
            <a:avLst/>
          </a:prstGeom>
          <a:ln w="1905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6" name="Connecteur : en angle 105">
            <a:extLst>
              <a:ext uri="{FF2B5EF4-FFF2-40B4-BE49-F238E27FC236}">
                <a16:creationId xmlns:a16="http://schemas.microsoft.com/office/drawing/2014/main" id="{BF73B67C-528F-BE18-974B-34F1584B49BB}"/>
              </a:ext>
            </a:extLst>
          </p:cNvPr>
          <p:cNvCxnSpPr>
            <a:cxnSpLocks/>
            <a:stCxn id="269" idx="3"/>
            <a:endCxn id="11" idx="3"/>
          </p:cNvCxnSpPr>
          <p:nvPr/>
        </p:nvCxnSpPr>
        <p:spPr>
          <a:xfrm flipV="1">
            <a:off x="8085573" y="3903391"/>
            <a:ext cx="373905" cy="3294"/>
          </a:xfrm>
          <a:prstGeom prst="straightConnector1">
            <a:avLst/>
          </a:prstGeom>
          <a:ln w="1905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2" name="Connecteur : en angle 111">
            <a:extLst>
              <a:ext uri="{FF2B5EF4-FFF2-40B4-BE49-F238E27FC236}">
                <a16:creationId xmlns:a16="http://schemas.microsoft.com/office/drawing/2014/main" id="{87C2D520-9C2C-61FF-9044-A071C4351906}"/>
              </a:ext>
            </a:extLst>
          </p:cNvPr>
          <p:cNvCxnSpPr>
            <a:cxnSpLocks/>
            <a:stCxn id="158" idx="0"/>
          </p:cNvCxnSpPr>
          <p:nvPr/>
        </p:nvCxnSpPr>
        <p:spPr>
          <a:xfrm rot="16200000" flipV="1">
            <a:off x="4427731" y="4657525"/>
            <a:ext cx="681862" cy="806"/>
          </a:xfrm>
          <a:prstGeom prst="bentConnector3">
            <a:avLst>
              <a:gd name="adj1" fmla="val 50000"/>
            </a:avLst>
          </a:prstGeom>
          <a:ln w="1905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9" name="Connecteur droit avec flèche 118">
            <a:extLst>
              <a:ext uri="{FF2B5EF4-FFF2-40B4-BE49-F238E27FC236}">
                <a16:creationId xmlns:a16="http://schemas.microsoft.com/office/drawing/2014/main" id="{1C9257CA-B083-AFCB-4BDF-936740D2946D}"/>
              </a:ext>
            </a:extLst>
          </p:cNvPr>
          <p:cNvCxnSpPr>
            <a:cxnSpLocks/>
            <a:endCxn id="160" idx="0"/>
          </p:cNvCxnSpPr>
          <p:nvPr/>
        </p:nvCxnSpPr>
        <p:spPr>
          <a:xfrm>
            <a:off x="6787878" y="4316996"/>
            <a:ext cx="0" cy="692591"/>
          </a:xfrm>
          <a:prstGeom prst="straightConnector1">
            <a:avLst/>
          </a:prstGeom>
          <a:ln w="1905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3" name="Connecteur : en angle 142">
            <a:extLst>
              <a:ext uri="{FF2B5EF4-FFF2-40B4-BE49-F238E27FC236}">
                <a16:creationId xmlns:a16="http://schemas.microsoft.com/office/drawing/2014/main" id="{612644AD-2222-33DA-2011-E47974DE7844}"/>
              </a:ext>
            </a:extLst>
          </p:cNvPr>
          <p:cNvCxnSpPr>
            <a:cxnSpLocks/>
          </p:cNvCxnSpPr>
          <p:nvPr/>
        </p:nvCxnSpPr>
        <p:spPr>
          <a:xfrm>
            <a:off x="3714158" y="2731522"/>
            <a:ext cx="0" cy="764851"/>
          </a:xfrm>
          <a:prstGeom prst="straightConnector1">
            <a:avLst/>
          </a:prstGeom>
          <a:ln w="1905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1" name="Forme libre : forme 190">
            <a:extLst>
              <a:ext uri="{FF2B5EF4-FFF2-40B4-BE49-F238E27FC236}">
                <a16:creationId xmlns:a16="http://schemas.microsoft.com/office/drawing/2014/main" id="{A42F1879-3245-A4AE-9A25-D2FFF994B56D}"/>
              </a:ext>
            </a:extLst>
          </p:cNvPr>
          <p:cNvSpPr/>
          <p:nvPr/>
        </p:nvSpPr>
        <p:spPr>
          <a:xfrm>
            <a:off x="1829497" y="1599704"/>
            <a:ext cx="383159" cy="383159"/>
          </a:xfrm>
          <a:custGeom>
            <a:avLst/>
            <a:gdLst>
              <a:gd name="connsiteX0" fmla="*/ 1517675 w 4180049"/>
              <a:gd name="connsiteY0" fmla="*/ 2480264 h 4180049"/>
              <a:gd name="connsiteX1" fmla="*/ 3141552 w 4180049"/>
              <a:gd name="connsiteY1" fmla="*/ 856388 h 4180049"/>
              <a:gd name="connsiteX2" fmla="*/ 3240327 w 4180049"/>
              <a:gd name="connsiteY2" fmla="*/ 856388 h 4180049"/>
              <a:gd name="connsiteX3" fmla="*/ 3518742 w 4180049"/>
              <a:gd name="connsiteY3" fmla="*/ 1134803 h 4180049"/>
              <a:gd name="connsiteX4" fmla="*/ 3518742 w 4180049"/>
              <a:gd name="connsiteY4" fmla="*/ 1233578 h 4180049"/>
              <a:gd name="connsiteX5" fmla="*/ 1568327 w 4180049"/>
              <a:gd name="connsiteY5" fmla="*/ 3183993 h 4180049"/>
              <a:gd name="connsiteX6" fmla="*/ 1469552 w 4180049"/>
              <a:gd name="connsiteY6" fmla="*/ 3183993 h 4180049"/>
              <a:gd name="connsiteX7" fmla="*/ 578012 w 4180049"/>
              <a:gd name="connsiteY7" fmla="*/ 2292453 h 4180049"/>
              <a:gd name="connsiteX8" fmla="*/ 578012 w 4180049"/>
              <a:gd name="connsiteY8" fmla="*/ 2193678 h 4180049"/>
              <a:gd name="connsiteX9" fmla="*/ 582107 w 4180049"/>
              <a:gd name="connsiteY9" fmla="*/ 2190425 h 4180049"/>
              <a:gd name="connsiteX10" fmla="*/ 854781 w 4180049"/>
              <a:gd name="connsiteY10" fmla="*/ 1916105 h 4180049"/>
              <a:gd name="connsiteX11" fmla="*/ 953556 w 4180049"/>
              <a:gd name="connsiteY11" fmla="*/ 1916105 h 4180049"/>
              <a:gd name="connsiteX12" fmla="*/ 1518498 w 4180049"/>
              <a:gd name="connsiteY12" fmla="*/ 2481048 h 4180049"/>
              <a:gd name="connsiteX13" fmla="*/ 4180049 w 4180049"/>
              <a:gd name="connsiteY13" fmla="*/ 2090024 h 4180049"/>
              <a:gd name="connsiteX14" fmla="*/ 3567728 w 4180049"/>
              <a:gd name="connsiteY14" fmla="*/ 612321 h 4180049"/>
              <a:gd name="connsiteX15" fmla="*/ 2090025 w 4180049"/>
              <a:gd name="connsiteY15" fmla="*/ 0 h 4180049"/>
              <a:gd name="connsiteX16" fmla="*/ 612321 w 4180049"/>
              <a:gd name="connsiteY16" fmla="*/ 612321 h 4180049"/>
              <a:gd name="connsiteX17" fmla="*/ 0 w 4180049"/>
              <a:gd name="connsiteY17" fmla="*/ 2090024 h 4180049"/>
              <a:gd name="connsiteX18" fmla="*/ 612321 w 4180049"/>
              <a:gd name="connsiteY18" fmla="*/ 3567728 h 4180049"/>
              <a:gd name="connsiteX19" fmla="*/ 2090025 w 4180049"/>
              <a:gd name="connsiteY19" fmla="*/ 4180049 h 4180049"/>
              <a:gd name="connsiteX20" fmla="*/ 3567728 w 4180049"/>
              <a:gd name="connsiteY20" fmla="*/ 3567728 h 4180049"/>
              <a:gd name="connsiteX21" fmla="*/ 4180049 w 4180049"/>
              <a:gd name="connsiteY21" fmla="*/ 2090024 h 4180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9">
                <a:moveTo>
                  <a:pt x="1517675" y="2480264"/>
                </a:moveTo>
                <a:lnTo>
                  <a:pt x="3141552" y="856388"/>
                </a:lnTo>
                <a:cubicBezTo>
                  <a:pt x="3168494" y="829446"/>
                  <a:pt x="3212581" y="829446"/>
                  <a:pt x="3240327" y="856388"/>
                </a:cubicBezTo>
                <a:lnTo>
                  <a:pt x="3518742" y="1134803"/>
                </a:lnTo>
                <a:cubicBezTo>
                  <a:pt x="3545684" y="1161745"/>
                  <a:pt x="3545684" y="1205832"/>
                  <a:pt x="3518742" y="1233578"/>
                </a:cubicBezTo>
                <a:lnTo>
                  <a:pt x="1568327" y="3183993"/>
                </a:lnTo>
                <a:cubicBezTo>
                  <a:pt x="1541385" y="3210935"/>
                  <a:pt x="1497297" y="3210935"/>
                  <a:pt x="1469552" y="3183993"/>
                </a:cubicBezTo>
                <a:lnTo>
                  <a:pt x="578012" y="2292453"/>
                </a:lnTo>
                <a:cubicBezTo>
                  <a:pt x="551070" y="2265511"/>
                  <a:pt x="551070" y="2221424"/>
                  <a:pt x="578012" y="2193678"/>
                </a:cubicBezTo>
                <a:cubicBezTo>
                  <a:pt x="578816" y="2192875"/>
                  <a:pt x="580461" y="2191229"/>
                  <a:pt x="582107" y="2190425"/>
                </a:cubicBezTo>
                <a:lnTo>
                  <a:pt x="854781" y="1916105"/>
                </a:lnTo>
                <a:cubicBezTo>
                  <a:pt x="881723" y="1889163"/>
                  <a:pt x="925810" y="1888360"/>
                  <a:pt x="953556" y="1916105"/>
                </a:cubicBezTo>
                <a:lnTo>
                  <a:pt x="1518498" y="2481048"/>
                </a:lnTo>
                <a:close/>
                <a:moveTo>
                  <a:pt x="4180049" y="2090024"/>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4"/>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4"/>
                </a:cubicBezTo>
                <a:close/>
              </a:path>
            </a:pathLst>
          </a:custGeom>
          <a:solidFill>
            <a:schemeClr val="accent3"/>
          </a:solidFill>
          <a:ln w="9797" cap="flat">
            <a:noFill/>
            <a:prstDash val="solid"/>
            <a:miter/>
          </a:ln>
        </p:spPr>
        <p:txBody>
          <a:bodyPr rtlCol="0" anchor="ctr"/>
          <a:lstStyle/>
          <a:p>
            <a:endParaRPr lang="fr-FR"/>
          </a:p>
        </p:txBody>
      </p:sp>
      <p:sp>
        <p:nvSpPr>
          <p:cNvPr id="225" name="Forme libre : forme 224">
            <a:extLst>
              <a:ext uri="{FF2B5EF4-FFF2-40B4-BE49-F238E27FC236}">
                <a16:creationId xmlns:a16="http://schemas.microsoft.com/office/drawing/2014/main" id="{12C2ACEE-28E8-D175-1B75-4B54801D6987}"/>
              </a:ext>
            </a:extLst>
          </p:cNvPr>
          <p:cNvSpPr/>
          <p:nvPr/>
        </p:nvSpPr>
        <p:spPr>
          <a:xfrm>
            <a:off x="1829497" y="2442273"/>
            <a:ext cx="383159" cy="383159"/>
          </a:xfrm>
          <a:custGeom>
            <a:avLst/>
            <a:gdLst>
              <a:gd name="connsiteX0" fmla="*/ 1517675 w 4180049"/>
              <a:gd name="connsiteY0" fmla="*/ 2480264 h 4180049"/>
              <a:gd name="connsiteX1" fmla="*/ 3141552 w 4180049"/>
              <a:gd name="connsiteY1" fmla="*/ 856388 h 4180049"/>
              <a:gd name="connsiteX2" fmla="*/ 3240327 w 4180049"/>
              <a:gd name="connsiteY2" fmla="*/ 856388 h 4180049"/>
              <a:gd name="connsiteX3" fmla="*/ 3518742 w 4180049"/>
              <a:gd name="connsiteY3" fmla="*/ 1134803 h 4180049"/>
              <a:gd name="connsiteX4" fmla="*/ 3518742 w 4180049"/>
              <a:gd name="connsiteY4" fmla="*/ 1233578 h 4180049"/>
              <a:gd name="connsiteX5" fmla="*/ 1568327 w 4180049"/>
              <a:gd name="connsiteY5" fmla="*/ 3183993 h 4180049"/>
              <a:gd name="connsiteX6" fmla="*/ 1469552 w 4180049"/>
              <a:gd name="connsiteY6" fmla="*/ 3183993 h 4180049"/>
              <a:gd name="connsiteX7" fmla="*/ 578012 w 4180049"/>
              <a:gd name="connsiteY7" fmla="*/ 2292453 h 4180049"/>
              <a:gd name="connsiteX8" fmla="*/ 578012 w 4180049"/>
              <a:gd name="connsiteY8" fmla="*/ 2193678 h 4180049"/>
              <a:gd name="connsiteX9" fmla="*/ 582107 w 4180049"/>
              <a:gd name="connsiteY9" fmla="*/ 2190425 h 4180049"/>
              <a:gd name="connsiteX10" fmla="*/ 854781 w 4180049"/>
              <a:gd name="connsiteY10" fmla="*/ 1916105 h 4180049"/>
              <a:gd name="connsiteX11" fmla="*/ 953556 w 4180049"/>
              <a:gd name="connsiteY11" fmla="*/ 1916105 h 4180049"/>
              <a:gd name="connsiteX12" fmla="*/ 1518498 w 4180049"/>
              <a:gd name="connsiteY12" fmla="*/ 2481048 h 4180049"/>
              <a:gd name="connsiteX13" fmla="*/ 4180049 w 4180049"/>
              <a:gd name="connsiteY13" fmla="*/ 2090024 h 4180049"/>
              <a:gd name="connsiteX14" fmla="*/ 3567728 w 4180049"/>
              <a:gd name="connsiteY14" fmla="*/ 612321 h 4180049"/>
              <a:gd name="connsiteX15" fmla="*/ 2090025 w 4180049"/>
              <a:gd name="connsiteY15" fmla="*/ 0 h 4180049"/>
              <a:gd name="connsiteX16" fmla="*/ 612321 w 4180049"/>
              <a:gd name="connsiteY16" fmla="*/ 612321 h 4180049"/>
              <a:gd name="connsiteX17" fmla="*/ 0 w 4180049"/>
              <a:gd name="connsiteY17" fmla="*/ 2090024 h 4180049"/>
              <a:gd name="connsiteX18" fmla="*/ 612321 w 4180049"/>
              <a:gd name="connsiteY18" fmla="*/ 3567728 h 4180049"/>
              <a:gd name="connsiteX19" fmla="*/ 2090025 w 4180049"/>
              <a:gd name="connsiteY19" fmla="*/ 4180049 h 4180049"/>
              <a:gd name="connsiteX20" fmla="*/ 3567728 w 4180049"/>
              <a:gd name="connsiteY20" fmla="*/ 3567728 h 4180049"/>
              <a:gd name="connsiteX21" fmla="*/ 4180049 w 4180049"/>
              <a:gd name="connsiteY21" fmla="*/ 2090024 h 4180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9">
                <a:moveTo>
                  <a:pt x="1517675" y="2480264"/>
                </a:moveTo>
                <a:lnTo>
                  <a:pt x="3141552" y="856388"/>
                </a:lnTo>
                <a:cubicBezTo>
                  <a:pt x="3168494" y="829446"/>
                  <a:pt x="3212581" y="829446"/>
                  <a:pt x="3240327" y="856388"/>
                </a:cubicBezTo>
                <a:lnTo>
                  <a:pt x="3518742" y="1134803"/>
                </a:lnTo>
                <a:cubicBezTo>
                  <a:pt x="3545684" y="1161745"/>
                  <a:pt x="3545684" y="1205832"/>
                  <a:pt x="3518742" y="1233578"/>
                </a:cubicBezTo>
                <a:lnTo>
                  <a:pt x="1568327" y="3183993"/>
                </a:lnTo>
                <a:cubicBezTo>
                  <a:pt x="1541385" y="3210935"/>
                  <a:pt x="1497297" y="3210935"/>
                  <a:pt x="1469552" y="3183993"/>
                </a:cubicBezTo>
                <a:lnTo>
                  <a:pt x="578012" y="2292453"/>
                </a:lnTo>
                <a:cubicBezTo>
                  <a:pt x="551070" y="2265511"/>
                  <a:pt x="551070" y="2221424"/>
                  <a:pt x="578012" y="2193678"/>
                </a:cubicBezTo>
                <a:cubicBezTo>
                  <a:pt x="578816" y="2192875"/>
                  <a:pt x="580461" y="2191229"/>
                  <a:pt x="582107" y="2190425"/>
                </a:cubicBezTo>
                <a:lnTo>
                  <a:pt x="854781" y="1916105"/>
                </a:lnTo>
                <a:cubicBezTo>
                  <a:pt x="881723" y="1889163"/>
                  <a:pt x="925810" y="1888360"/>
                  <a:pt x="953556" y="1916105"/>
                </a:cubicBezTo>
                <a:lnTo>
                  <a:pt x="1518498" y="2481048"/>
                </a:lnTo>
                <a:close/>
                <a:moveTo>
                  <a:pt x="4180049" y="2090024"/>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4"/>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4"/>
                </a:cubicBezTo>
                <a:close/>
              </a:path>
            </a:pathLst>
          </a:custGeom>
          <a:solidFill>
            <a:schemeClr val="accent3"/>
          </a:solidFill>
          <a:ln w="9797" cap="flat">
            <a:noFill/>
            <a:prstDash val="solid"/>
            <a:miter/>
          </a:ln>
        </p:spPr>
        <p:txBody>
          <a:bodyPr rtlCol="0" anchor="ctr"/>
          <a:lstStyle/>
          <a:p>
            <a:endParaRPr lang="fr-FR"/>
          </a:p>
        </p:txBody>
      </p:sp>
      <p:sp>
        <p:nvSpPr>
          <p:cNvPr id="265" name="Forme libre : forme 264">
            <a:extLst>
              <a:ext uri="{FF2B5EF4-FFF2-40B4-BE49-F238E27FC236}">
                <a16:creationId xmlns:a16="http://schemas.microsoft.com/office/drawing/2014/main" id="{BC9CF770-DCCD-0E69-7C8E-B7A9E51FEE6A}"/>
              </a:ext>
            </a:extLst>
          </p:cNvPr>
          <p:cNvSpPr/>
          <p:nvPr/>
        </p:nvSpPr>
        <p:spPr>
          <a:xfrm>
            <a:off x="1829497" y="6185885"/>
            <a:ext cx="383159" cy="383159"/>
          </a:xfrm>
          <a:custGeom>
            <a:avLst/>
            <a:gdLst>
              <a:gd name="connsiteX0" fmla="*/ 1517675 w 4180049"/>
              <a:gd name="connsiteY0" fmla="*/ 2480264 h 4180049"/>
              <a:gd name="connsiteX1" fmla="*/ 3141552 w 4180049"/>
              <a:gd name="connsiteY1" fmla="*/ 856388 h 4180049"/>
              <a:gd name="connsiteX2" fmla="*/ 3240327 w 4180049"/>
              <a:gd name="connsiteY2" fmla="*/ 856388 h 4180049"/>
              <a:gd name="connsiteX3" fmla="*/ 3518742 w 4180049"/>
              <a:gd name="connsiteY3" fmla="*/ 1134803 h 4180049"/>
              <a:gd name="connsiteX4" fmla="*/ 3518742 w 4180049"/>
              <a:gd name="connsiteY4" fmla="*/ 1233578 h 4180049"/>
              <a:gd name="connsiteX5" fmla="*/ 1568327 w 4180049"/>
              <a:gd name="connsiteY5" fmla="*/ 3183993 h 4180049"/>
              <a:gd name="connsiteX6" fmla="*/ 1469552 w 4180049"/>
              <a:gd name="connsiteY6" fmla="*/ 3183993 h 4180049"/>
              <a:gd name="connsiteX7" fmla="*/ 578012 w 4180049"/>
              <a:gd name="connsiteY7" fmla="*/ 2292453 h 4180049"/>
              <a:gd name="connsiteX8" fmla="*/ 578012 w 4180049"/>
              <a:gd name="connsiteY8" fmla="*/ 2193678 h 4180049"/>
              <a:gd name="connsiteX9" fmla="*/ 582107 w 4180049"/>
              <a:gd name="connsiteY9" fmla="*/ 2190425 h 4180049"/>
              <a:gd name="connsiteX10" fmla="*/ 854781 w 4180049"/>
              <a:gd name="connsiteY10" fmla="*/ 1916105 h 4180049"/>
              <a:gd name="connsiteX11" fmla="*/ 953556 w 4180049"/>
              <a:gd name="connsiteY11" fmla="*/ 1916105 h 4180049"/>
              <a:gd name="connsiteX12" fmla="*/ 1518498 w 4180049"/>
              <a:gd name="connsiteY12" fmla="*/ 2481048 h 4180049"/>
              <a:gd name="connsiteX13" fmla="*/ 4180049 w 4180049"/>
              <a:gd name="connsiteY13" fmla="*/ 2090024 h 4180049"/>
              <a:gd name="connsiteX14" fmla="*/ 3567728 w 4180049"/>
              <a:gd name="connsiteY14" fmla="*/ 612321 h 4180049"/>
              <a:gd name="connsiteX15" fmla="*/ 2090025 w 4180049"/>
              <a:gd name="connsiteY15" fmla="*/ 0 h 4180049"/>
              <a:gd name="connsiteX16" fmla="*/ 612321 w 4180049"/>
              <a:gd name="connsiteY16" fmla="*/ 612321 h 4180049"/>
              <a:gd name="connsiteX17" fmla="*/ 0 w 4180049"/>
              <a:gd name="connsiteY17" fmla="*/ 2090024 h 4180049"/>
              <a:gd name="connsiteX18" fmla="*/ 612321 w 4180049"/>
              <a:gd name="connsiteY18" fmla="*/ 3567728 h 4180049"/>
              <a:gd name="connsiteX19" fmla="*/ 2090025 w 4180049"/>
              <a:gd name="connsiteY19" fmla="*/ 4180049 h 4180049"/>
              <a:gd name="connsiteX20" fmla="*/ 3567728 w 4180049"/>
              <a:gd name="connsiteY20" fmla="*/ 3567728 h 4180049"/>
              <a:gd name="connsiteX21" fmla="*/ 4180049 w 4180049"/>
              <a:gd name="connsiteY21" fmla="*/ 2090024 h 4180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9">
                <a:moveTo>
                  <a:pt x="1517675" y="2480264"/>
                </a:moveTo>
                <a:lnTo>
                  <a:pt x="3141552" y="856388"/>
                </a:lnTo>
                <a:cubicBezTo>
                  <a:pt x="3168494" y="829446"/>
                  <a:pt x="3212581" y="829446"/>
                  <a:pt x="3240327" y="856388"/>
                </a:cubicBezTo>
                <a:lnTo>
                  <a:pt x="3518742" y="1134803"/>
                </a:lnTo>
                <a:cubicBezTo>
                  <a:pt x="3545684" y="1161745"/>
                  <a:pt x="3545684" y="1205832"/>
                  <a:pt x="3518742" y="1233578"/>
                </a:cubicBezTo>
                <a:lnTo>
                  <a:pt x="1568327" y="3183993"/>
                </a:lnTo>
                <a:cubicBezTo>
                  <a:pt x="1541385" y="3210935"/>
                  <a:pt x="1497297" y="3210935"/>
                  <a:pt x="1469552" y="3183993"/>
                </a:cubicBezTo>
                <a:lnTo>
                  <a:pt x="578012" y="2292453"/>
                </a:lnTo>
                <a:cubicBezTo>
                  <a:pt x="551070" y="2265511"/>
                  <a:pt x="551070" y="2221424"/>
                  <a:pt x="578012" y="2193678"/>
                </a:cubicBezTo>
                <a:cubicBezTo>
                  <a:pt x="578816" y="2192875"/>
                  <a:pt x="580461" y="2191229"/>
                  <a:pt x="582107" y="2190425"/>
                </a:cubicBezTo>
                <a:lnTo>
                  <a:pt x="854781" y="1916105"/>
                </a:lnTo>
                <a:cubicBezTo>
                  <a:pt x="881723" y="1889163"/>
                  <a:pt x="925810" y="1888360"/>
                  <a:pt x="953556" y="1916105"/>
                </a:cubicBezTo>
                <a:lnTo>
                  <a:pt x="1518498" y="2481048"/>
                </a:lnTo>
                <a:close/>
                <a:moveTo>
                  <a:pt x="4180049" y="2090024"/>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4"/>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4"/>
                </a:cubicBezTo>
                <a:close/>
              </a:path>
            </a:pathLst>
          </a:custGeom>
          <a:solidFill>
            <a:schemeClr val="accent3"/>
          </a:solidFill>
          <a:ln w="9797" cap="flat">
            <a:noFill/>
            <a:prstDash val="solid"/>
            <a:miter/>
          </a:ln>
        </p:spPr>
        <p:txBody>
          <a:bodyPr rtlCol="0" anchor="ctr"/>
          <a:lstStyle/>
          <a:p>
            <a:endParaRPr lang="fr-FR"/>
          </a:p>
        </p:txBody>
      </p:sp>
      <p:sp>
        <p:nvSpPr>
          <p:cNvPr id="268" name="Forme libre : forme 267">
            <a:extLst>
              <a:ext uri="{FF2B5EF4-FFF2-40B4-BE49-F238E27FC236}">
                <a16:creationId xmlns:a16="http://schemas.microsoft.com/office/drawing/2014/main" id="{16F97A66-7CA8-D995-367B-4B3EC2F834D4}"/>
              </a:ext>
            </a:extLst>
          </p:cNvPr>
          <p:cNvSpPr/>
          <p:nvPr/>
        </p:nvSpPr>
        <p:spPr>
          <a:xfrm rot="2685545">
            <a:off x="1820401" y="3382182"/>
            <a:ext cx="381600" cy="381600"/>
          </a:xfrm>
          <a:custGeom>
            <a:avLst/>
            <a:gdLst>
              <a:gd name="connsiteX0" fmla="*/ 4180049 w 4180049"/>
              <a:gd name="connsiteY0" fmla="*/ 2090025 h 4180048"/>
              <a:gd name="connsiteX1" fmla="*/ 3567728 w 4180049"/>
              <a:gd name="connsiteY1" fmla="*/ 612321 h 4180048"/>
              <a:gd name="connsiteX2" fmla="*/ 2090025 w 4180049"/>
              <a:gd name="connsiteY2" fmla="*/ 0 h 4180048"/>
              <a:gd name="connsiteX3" fmla="*/ 612321 w 4180049"/>
              <a:gd name="connsiteY3" fmla="*/ 612321 h 4180048"/>
              <a:gd name="connsiteX4" fmla="*/ 0 w 4180049"/>
              <a:gd name="connsiteY4" fmla="*/ 2090025 h 4180048"/>
              <a:gd name="connsiteX5" fmla="*/ 612321 w 4180049"/>
              <a:gd name="connsiteY5" fmla="*/ 3567728 h 4180048"/>
              <a:gd name="connsiteX6" fmla="*/ 2090025 w 4180049"/>
              <a:gd name="connsiteY6" fmla="*/ 4180049 h 4180048"/>
              <a:gd name="connsiteX7" fmla="*/ 3567728 w 4180049"/>
              <a:gd name="connsiteY7" fmla="*/ 3567728 h 4180048"/>
              <a:gd name="connsiteX8" fmla="*/ 4180049 w 4180049"/>
              <a:gd name="connsiteY8" fmla="*/ 2090025 h 4180048"/>
              <a:gd name="connsiteX9" fmla="*/ 1743794 w 4180049"/>
              <a:gd name="connsiteY9" fmla="*/ 693932 h 4180048"/>
              <a:gd name="connsiteX10" fmla="*/ 1743794 w 4180049"/>
              <a:gd name="connsiteY10" fmla="*/ 1649153 h 4180048"/>
              <a:gd name="connsiteX11" fmla="*/ 730573 w 4180049"/>
              <a:gd name="connsiteY11" fmla="*/ 1649153 h 4180048"/>
              <a:gd name="connsiteX12" fmla="*/ 730573 w 4180049"/>
              <a:gd name="connsiteY12" fmla="*/ 2401123 h 4180048"/>
              <a:gd name="connsiteX13" fmla="*/ 1743794 w 4180049"/>
              <a:gd name="connsiteY13" fmla="*/ 2401123 h 4180048"/>
              <a:gd name="connsiteX14" fmla="*/ 1743794 w 4180049"/>
              <a:gd name="connsiteY14" fmla="*/ 3414344 h 4180048"/>
              <a:gd name="connsiteX15" fmla="*/ 2495764 w 4180049"/>
              <a:gd name="connsiteY15" fmla="*/ 3414344 h 4180048"/>
              <a:gd name="connsiteX16" fmla="*/ 2495764 w 4180049"/>
              <a:gd name="connsiteY16" fmla="*/ 2401123 h 4180048"/>
              <a:gd name="connsiteX17" fmla="*/ 3508984 w 4180049"/>
              <a:gd name="connsiteY17" fmla="*/ 2401123 h 4180048"/>
              <a:gd name="connsiteX18" fmla="*/ 3508984 w 4180049"/>
              <a:gd name="connsiteY18" fmla="*/ 1649153 h 4180048"/>
              <a:gd name="connsiteX19" fmla="*/ 2495764 w 4180049"/>
              <a:gd name="connsiteY19" fmla="*/ 1649153 h 4180048"/>
              <a:gd name="connsiteX20" fmla="*/ 2495764 w 4180049"/>
              <a:gd name="connsiteY20" fmla="*/ 635933 h 4180048"/>
              <a:gd name="connsiteX21" fmla="*/ 1743794 w 4180049"/>
              <a:gd name="connsiteY21" fmla="*/ 635933 h 4180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8">
                <a:moveTo>
                  <a:pt x="4180049" y="2090025"/>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5"/>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5"/>
                </a:cubicBezTo>
                <a:close/>
                <a:moveTo>
                  <a:pt x="1743794" y="693932"/>
                </a:moveTo>
                <a:lnTo>
                  <a:pt x="1743794" y="1649153"/>
                </a:lnTo>
                <a:lnTo>
                  <a:pt x="730573" y="1649153"/>
                </a:lnTo>
                <a:lnTo>
                  <a:pt x="730573" y="2401123"/>
                </a:lnTo>
                <a:lnTo>
                  <a:pt x="1743794" y="2401123"/>
                </a:lnTo>
                <a:lnTo>
                  <a:pt x="1743794" y="3414344"/>
                </a:lnTo>
                <a:lnTo>
                  <a:pt x="2495764" y="3414344"/>
                </a:lnTo>
                <a:lnTo>
                  <a:pt x="2495764" y="2401123"/>
                </a:lnTo>
                <a:lnTo>
                  <a:pt x="3508984" y="2401123"/>
                </a:lnTo>
                <a:lnTo>
                  <a:pt x="3508984" y="1649153"/>
                </a:lnTo>
                <a:lnTo>
                  <a:pt x="2495764" y="1649153"/>
                </a:lnTo>
                <a:lnTo>
                  <a:pt x="2495764" y="635933"/>
                </a:lnTo>
                <a:lnTo>
                  <a:pt x="1743794" y="635933"/>
                </a:lnTo>
                <a:close/>
              </a:path>
            </a:pathLst>
          </a:custGeom>
          <a:solidFill>
            <a:schemeClr val="accent1"/>
          </a:solidFill>
          <a:ln w="9797" cap="flat">
            <a:noFill/>
            <a:prstDash val="solid"/>
            <a:miter/>
          </a:ln>
        </p:spPr>
        <p:txBody>
          <a:bodyPr rtlCol="0" anchor="ctr"/>
          <a:lstStyle/>
          <a:p>
            <a:endParaRPr lang="fr-FR"/>
          </a:p>
        </p:txBody>
      </p:sp>
      <p:sp>
        <p:nvSpPr>
          <p:cNvPr id="269" name="Rectangle 268">
            <a:extLst>
              <a:ext uri="{FF2B5EF4-FFF2-40B4-BE49-F238E27FC236}">
                <a16:creationId xmlns:a16="http://schemas.microsoft.com/office/drawing/2014/main" id="{AC80E461-C8B8-1003-7CAE-A499BC23A544}"/>
              </a:ext>
            </a:extLst>
          </p:cNvPr>
          <p:cNvSpPr/>
          <p:nvPr/>
        </p:nvSpPr>
        <p:spPr>
          <a:xfrm>
            <a:off x="3491837" y="3496373"/>
            <a:ext cx="4593736" cy="820624"/>
          </a:xfrm>
          <a:prstGeom prst="rect">
            <a:avLst/>
          </a:prstGeom>
          <a:solidFill>
            <a:schemeClr val="bg2"/>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a:solidFill>
                  <a:schemeClr val="tx1"/>
                </a:solidFill>
                <a:latin typeface="+mj-lt"/>
              </a:rPr>
              <a:t>ZONE D’ÉCHANGES</a:t>
            </a:r>
          </a:p>
          <a:p>
            <a:pPr algn="ctr"/>
            <a:r>
              <a:rPr lang="fr-FR" sz="1100">
                <a:solidFill>
                  <a:schemeClr val="tx1"/>
                </a:solidFill>
              </a:rPr>
              <a:t>Plateformes de médiation</a:t>
            </a:r>
          </a:p>
        </p:txBody>
      </p:sp>
      <p:sp>
        <p:nvSpPr>
          <p:cNvPr id="316" name="Forme libre : forme 315">
            <a:extLst>
              <a:ext uri="{FF2B5EF4-FFF2-40B4-BE49-F238E27FC236}">
                <a16:creationId xmlns:a16="http://schemas.microsoft.com/office/drawing/2014/main" id="{77B32849-3BFB-8388-7667-263098A5507C}"/>
              </a:ext>
            </a:extLst>
          </p:cNvPr>
          <p:cNvSpPr/>
          <p:nvPr/>
        </p:nvSpPr>
        <p:spPr>
          <a:xfrm>
            <a:off x="1829497" y="4219523"/>
            <a:ext cx="383159" cy="383159"/>
          </a:xfrm>
          <a:custGeom>
            <a:avLst/>
            <a:gdLst>
              <a:gd name="connsiteX0" fmla="*/ 1517675 w 4180049"/>
              <a:gd name="connsiteY0" fmla="*/ 2480264 h 4180049"/>
              <a:gd name="connsiteX1" fmla="*/ 3141552 w 4180049"/>
              <a:gd name="connsiteY1" fmla="*/ 856388 h 4180049"/>
              <a:gd name="connsiteX2" fmla="*/ 3240327 w 4180049"/>
              <a:gd name="connsiteY2" fmla="*/ 856388 h 4180049"/>
              <a:gd name="connsiteX3" fmla="*/ 3518742 w 4180049"/>
              <a:gd name="connsiteY3" fmla="*/ 1134803 h 4180049"/>
              <a:gd name="connsiteX4" fmla="*/ 3518742 w 4180049"/>
              <a:gd name="connsiteY4" fmla="*/ 1233578 h 4180049"/>
              <a:gd name="connsiteX5" fmla="*/ 1568327 w 4180049"/>
              <a:gd name="connsiteY5" fmla="*/ 3183993 h 4180049"/>
              <a:gd name="connsiteX6" fmla="*/ 1469552 w 4180049"/>
              <a:gd name="connsiteY6" fmla="*/ 3183993 h 4180049"/>
              <a:gd name="connsiteX7" fmla="*/ 578012 w 4180049"/>
              <a:gd name="connsiteY7" fmla="*/ 2292453 h 4180049"/>
              <a:gd name="connsiteX8" fmla="*/ 578012 w 4180049"/>
              <a:gd name="connsiteY8" fmla="*/ 2193678 h 4180049"/>
              <a:gd name="connsiteX9" fmla="*/ 582107 w 4180049"/>
              <a:gd name="connsiteY9" fmla="*/ 2190425 h 4180049"/>
              <a:gd name="connsiteX10" fmla="*/ 854781 w 4180049"/>
              <a:gd name="connsiteY10" fmla="*/ 1916105 h 4180049"/>
              <a:gd name="connsiteX11" fmla="*/ 953556 w 4180049"/>
              <a:gd name="connsiteY11" fmla="*/ 1916105 h 4180049"/>
              <a:gd name="connsiteX12" fmla="*/ 1518498 w 4180049"/>
              <a:gd name="connsiteY12" fmla="*/ 2481048 h 4180049"/>
              <a:gd name="connsiteX13" fmla="*/ 4180049 w 4180049"/>
              <a:gd name="connsiteY13" fmla="*/ 2090024 h 4180049"/>
              <a:gd name="connsiteX14" fmla="*/ 3567728 w 4180049"/>
              <a:gd name="connsiteY14" fmla="*/ 612321 h 4180049"/>
              <a:gd name="connsiteX15" fmla="*/ 2090025 w 4180049"/>
              <a:gd name="connsiteY15" fmla="*/ 0 h 4180049"/>
              <a:gd name="connsiteX16" fmla="*/ 612321 w 4180049"/>
              <a:gd name="connsiteY16" fmla="*/ 612321 h 4180049"/>
              <a:gd name="connsiteX17" fmla="*/ 0 w 4180049"/>
              <a:gd name="connsiteY17" fmla="*/ 2090024 h 4180049"/>
              <a:gd name="connsiteX18" fmla="*/ 612321 w 4180049"/>
              <a:gd name="connsiteY18" fmla="*/ 3567728 h 4180049"/>
              <a:gd name="connsiteX19" fmla="*/ 2090025 w 4180049"/>
              <a:gd name="connsiteY19" fmla="*/ 4180049 h 4180049"/>
              <a:gd name="connsiteX20" fmla="*/ 3567728 w 4180049"/>
              <a:gd name="connsiteY20" fmla="*/ 3567728 h 4180049"/>
              <a:gd name="connsiteX21" fmla="*/ 4180049 w 4180049"/>
              <a:gd name="connsiteY21" fmla="*/ 2090024 h 4180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9">
                <a:moveTo>
                  <a:pt x="1517675" y="2480264"/>
                </a:moveTo>
                <a:lnTo>
                  <a:pt x="3141552" y="856388"/>
                </a:lnTo>
                <a:cubicBezTo>
                  <a:pt x="3168494" y="829446"/>
                  <a:pt x="3212581" y="829446"/>
                  <a:pt x="3240327" y="856388"/>
                </a:cubicBezTo>
                <a:lnTo>
                  <a:pt x="3518742" y="1134803"/>
                </a:lnTo>
                <a:cubicBezTo>
                  <a:pt x="3545684" y="1161745"/>
                  <a:pt x="3545684" y="1205832"/>
                  <a:pt x="3518742" y="1233578"/>
                </a:cubicBezTo>
                <a:lnTo>
                  <a:pt x="1568327" y="3183993"/>
                </a:lnTo>
                <a:cubicBezTo>
                  <a:pt x="1541385" y="3210935"/>
                  <a:pt x="1497297" y="3210935"/>
                  <a:pt x="1469552" y="3183993"/>
                </a:cubicBezTo>
                <a:lnTo>
                  <a:pt x="578012" y="2292453"/>
                </a:lnTo>
                <a:cubicBezTo>
                  <a:pt x="551070" y="2265511"/>
                  <a:pt x="551070" y="2221424"/>
                  <a:pt x="578012" y="2193678"/>
                </a:cubicBezTo>
                <a:cubicBezTo>
                  <a:pt x="578816" y="2192875"/>
                  <a:pt x="580461" y="2191229"/>
                  <a:pt x="582107" y="2190425"/>
                </a:cubicBezTo>
                <a:lnTo>
                  <a:pt x="854781" y="1916105"/>
                </a:lnTo>
                <a:cubicBezTo>
                  <a:pt x="881723" y="1889163"/>
                  <a:pt x="925810" y="1888360"/>
                  <a:pt x="953556" y="1916105"/>
                </a:cubicBezTo>
                <a:lnTo>
                  <a:pt x="1518498" y="2481048"/>
                </a:lnTo>
                <a:close/>
                <a:moveTo>
                  <a:pt x="4180049" y="2090024"/>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4"/>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4"/>
                </a:cubicBezTo>
                <a:close/>
              </a:path>
            </a:pathLst>
          </a:custGeom>
          <a:solidFill>
            <a:schemeClr val="accent3"/>
          </a:solidFill>
          <a:ln w="9797" cap="flat">
            <a:noFill/>
            <a:prstDash val="solid"/>
            <a:miter/>
          </a:ln>
        </p:spPr>
        <p:txBody>
          <a:bodyPr rtlCol="0" anchor="ctr"/>
          <a:lstStyle/>
          <a:p>
            <a:endParaRPr lang="fr-FR"/>
          </a:p>
        </p:txBody>
      </p:sp>
      <p:sp>
        <p:nvSpPr>
          <p:cNvPr id="317" name="Forme libre : forme 316">
            <a:extLst>
              <a:ext uri="{FF2B5EF4-FFF2-40B4-BE49-F238E27FC236}">
                <a16:creationId xmlns:a16="http://schemas.microsoft.com/office/drawing/2014/main" id="{6DC45B1B-50F3-E5C5-0C5A-B96A1AB16AC2}"/>
              </a:ext>
            </a:extLst>
          </p:cNvPr>
          <p:cNvSpPr/>
          <p:nvPr/>
        </p:nvSpPr>
        <p:spPr>
          <a:xfrm>
            <a:off x="1829497" y="5159326"/>
            <a:ext cx="383159" cy="383159"/>
          </a:xfrm>
          <a:custGeom>
            <a:avLst/>
            <a:gdLst>
              <a:gd name="connsiteX0" fmla="*/ 1517675 w 4180049"/>
              <a:gd name="connsiteY0" fmla="*/ 2480264 h 4180049"/>
              <a:gd name="connsiteX1" fmla="*/ 3141552 w 4180049"/>
              <a:gd name="connsiteY1" fmla="*/ 856388 h 4180049"/>
              <a:gd name="connsiteX2" fmla="*/ 3240327 w 4180049"/>
              <a:gd name="connsiteY2" fmla="*/ 856388 h 4180049"/>
              <a:gd name="connsiteX3" fmla="*/ 3518742 w 4180049"/>
              <a:gd name="connsiteY3" fmla="*/ 1134803 h 4180049"/>
              <a:gd name="connsiteX4" fmla="*/ 3518742 w 4180049"/>
              <a:gd name="connsiteY4" fmla="*/ 1233578 h 4180049"/>
              <a:gd name="connsiteX5" fmla="*/ 1568327 w 4180049"/>
              <a:gd name="connsiteY5" fmla="*/ 3183993 h 4180049"/>
              <a:gd name="connsiteX6" fmla="*/ 1469552 w 4180049"/>
              <a:gd name="connsiteY6" fmla="*/ 3183993 h 4180049"/>
              <a:gd name="connsiteX7" fmla="*/ 578012 w 4180049"/>
              <a:gd name="connsiteY7" fmla="*/ 2292453 h 4180049"/>
              <a:gd name="connsiteX8" fmla="*/ 578012 w 4180049"/>
              <a:gd name="connsiteY8" fmla="*/ 2193678 h 4180049"/>
              <a:gd name="connsiteX9" fmla="*/ 582107 w 4180049"/>
              <a:gd name="connsiteY9" fmla="*/ 2190425 h 4180049"/>
              <a:gd name="connsiteX10" fmla="*/ 854781 w 4180049"/>
              <a:gd name="connsiteY10" fmla="*/ 1916105 h 4180049"/>
              <a:gd name="connsiteX11" fmla="*/ 953556 w 4180049"/>
              <a:gd name="connsiteY11" fmla="*/ 1916105 h 4180049"/>
              <a:gd name="connsiteX12" fmla="*/ 1518498 w 4180049"/>
              <a:gd name="connsiteY12" fmla="*/ 2481048 h 4180049"/>
              <a:gd name="connsiteX13" fmla="*/ 4180049 w 4180049"/>
              <a:gd name="connsiteY13" fmla="*/ 2090024 h 4180049"/>
              <a:gd name="connsiteX14" fmla="*/ 3567728 w 4180049"/>
              <a:gd name="connsiteY14" fmla="*/ 612321 h 4180049"/>
              <a:gd name="connsiteX15" fmla="*/ 2090025 w 4180049"/>
              <a:gd name="connsiteY15" fmla="*/ 0 h 4180049"/>
              <a:gd name="connsiteX16" fmla="*/ 612321 w 4180049"/>
              <a:gd name="connsiteY16" fmla="*/ 612321 h 4180049"/>
              <a:gd name="connsiteX17" fmla="*/ 0 w 4180049"/>
              <a:gd name="connsiteY17" fmla="*/ 2090024 h 4180049"/>
              <a:gd name="connsiteX18" fmla="*/ 612321 w 4180049"/>
              <a:gd name="connsiteY18" fmla="*/ 3567728 h 4180049"/>
              <a:gd name="connsiteX19" fmla="*/ 2090025 w 4180049"/>
              <a:gd name="connsiteY19" fmla="*/ 4180049 h 4180049"/>
              <a:gd name="connsiteX20" fmla="*/ 3567728 w 4180049"/>
              <a:gd name="connsiteY20" fmla="*/ 3567728 h 4180049"/>
              <a:gd name="connsiteX21" fmla="*/ 4180049 w 4180049"/>
              <a:gd name="connsiteY21" fmla="*/ 2090024 h 4180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9">
                <a:moveTo>
                  <a:pt x="1517675" y="2480264"/>
                </a:moveTo>
                <a:lnTo>
                  <a:pt x="3141552" y="856388"/>
                </a:lnTo>
                <a:cubicBezTo>
                  <a:pt x="3168494" y="829446"/>
                  <a:pt x="3212581" y="829446"/>
                  <a:pt x="3240327" y="856388"/>
                </a:cubicBezTo>
                <a:lnTo>
                  <a:pt x="3518742" y="1134803"/>
                </a:lnTo>
                <a:cubicBezTo>
                  <a:pt x="3545684" y="1161745"/>
                  <a:pt x="3545684" y="1205832"/>
                  <a:pt x="3518742" y="1233578"/>
                </a:cubicBezTo>
                <a:lnTo>
                  <a:pt x="1568327" y="3183993"/>
                </a:lnTo>
                <a:cubicBezTo>
                  <a:pt x="1541385" y="3210935"/>
                  <a:pt x="1497297" y="3210935"/>
                  <a:pt x="1469552" y="3183993"/>
                </a:cubicBezTo>
                <a:lnTo>
                  <a:pt x="578012" y="2292453"/>
                </a:lnTo>
                <a:cubicBezTo>
                  <a:pt x="551070" y="2265511"/>
                  <a:pt x="551070" y="2221424"/>
                  <a:pt x="578012" y="2193678"/>
                </a:cubicBezTo>
                <a:cubicBezTo>
                  <a:pt x="578816" y="2192875"/>
                  <a:pt x="580461" y="2191229"/>
                  <a:pt x="582107" y="2190425"/>
                </a:cubicBezTo>
                <a:lnTo>
                  <a:pt x="854781" y="1916105"/>
                </a:lnTo>
                <a:cubicBezTo>
                  <a:pt x="881723" y="1889163"/>
                  <a:pt x="925810" y="1888360"/>
                  <a:pt x="953556" y="1916105"/>
                </a:cubicBezTo>
                <a:lnTo>
                  <a:pt x="1518498" y="2481048"/>
                </a:lnTo>
                <a:close/>
                <a:moveTo>
                  <a:pt x="4180049" y="2090024"/>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4"/>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4"/>
                </a:cubicBezTo>
                <a:close/>
              </a:path>
            </a:pathLst>
          </a:custGeom>
          <a:solidFill>
            <a:schemeClr val="accent3"/>
          </a:solidFill>
          <a:ln w="9797" cap="flat">
            <a:noFill/>
            <a:prstDash val="solid"/>
            <a:miter/>
          </a:ln>
        </p:spPr>
        <p:txBody>
          <a:bodyPr rtlCol="0" anchor="ctr"/>
          <a:lstStyle/>
          <a:p>
            <a:endParaRPr lang="fr-FR"/>
          </a:p>
        </p:txBody>
      </p:sp>
      <p:sp>
        <p:nvSpPr>
          <p:cNvPr id="322" name="Espace réservé du texte 3">
            <a:extLst>
              <a:ext uri="{FF2B5EF4-FFF2-40B4-BE49-F238E27FC236}">
                <a16:creationId xmlns:a16="http://schemas.microsoft.com/office/drawing/2014/main" id="{D1FA91BE-961B-EF94-91DE-4AB43025E54B}"/>
              </a:ext>
            </a:extLst>
          </p:cNvPr>
          <p:cNvSpPr>
            <a:spLocks noGrp="1"/>
          </p:cNvSpPr>
          <p:nvPr>
            <p:ph type="body" sz="quarter" idx="35"/>
          </p:nvPr>
        </p:nvSpPr>
        <p:spPr>
          <a:xfrm>
            <a:off x="337931" y="922713"/>
            <a:ext cx="11433654" cy="273879"/>
          </a:xfrm>
        </p:spPr>
        <p:txBody>
          <a:bodyPr/>
          <a:lstStyle/>
          <a:p>
            <a:r>
              <a:rPr lang="fr-FR"/>
              <a:t>Rappels</a:t>
            </a:r>
          </a:p>
        </p:txBody>
      </p:sp>
      <p:sp>
        <p:nvSpPr>
          <p:cNvPr id="323" name="Espace réservé du texte 1">
            <a:extLst>
              <a:ext uri="{FF2B5EF4-FFF2-40B4-BE49-F238E27FC236}">
                <a16:creationId xmlns:a16="http://schemas.microsoft.com/office/drawing/2014/main" id="{644B803D-861B-99F4-69C2-43D9757512A2}"/>
              </a:ext>
            </a:extLst>
          </p:cNvPr>
          <p:cNvSpPr>
            <a:spLocks noGrp="1"/>
          </p:cNvSpPr>
          <p:nvPr>
            <p:ph type="body" sz="quarter" idx="10"/>
          </p:nvPr>
        </p:nvSpPr>
        <p:spPr>
          <a:xfrm>
            <a:off x="337933" y="564022"/>
            <a:ext cx="11433652" cy="358691"/>
          </a:xfrm>
        </p:spPr>
        <p:txBody>
          <a:bodyPr/>
          <a:lstStyle/>
          <a:p>
            <a:r>
              <a:rPr lang="fr-FR"/>
              <a:t>Médiation &amp; Urbanisation</a:t>
            </a:r>
          </a:p>
        </p:txBody>
      </p:sp>
      <p:sp>
        <p:nvSpPr>
          <p:cNvPr id="2" name="Rectangle 1">
            <a:extLst>
              <a:ext uri="{FF2B5EF4-FFF2-40B4-BE49-F238E27FC236}">
                <a16:creationId xmlns:a16="http://schemas.microsoft.com/office/drawing/2014/main" id="{8A4DE62D-46FD-FD0F-7CFA-0667A977E65F}"/>
              </a:ext>
            </a:extLst>
          </p:cNvPr>
          <p:cNvSpPr/>
          <p:nvPr/>
        </p:nvSpPr>
        <p:spPr>
          <a:xfrm>
            <a:off x="6682009" y="5918200"/>
            <a:ext cx="5509991" cy="939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Une zone d’échange garantit en plus un couplage lâche des  applications permettant de favoriser l’évolutivité par le biais de contrats d’interfaces</a:t>
            </a:r>
          </a:p>
        </p:txBody>
      </p:sp>
    </p:spTree>
    <p:extLst>
      <p:ext uri="{BB962C8B-B14F-4D97-AF65-F5344CB8AC3E}">
        <p14:creationId xmlns:p14="http://schemas.microsoft.com/office/powerpoint/2010/main" val="34512582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ylindre 5">
            <a:extLst>
              <a:ext uri="{FF2B5EF4-FFF2-40B4-BE49-F238E27FC236}">
                <a16:creationId xmlns:a16="http://schemas.microsoft.com/office/drawing/2014/main" id="{8DCE2117-9C50-FE5B-2BE6-E182A96074B0}"/>
              </a:ext>
            </a:extLst>
          </p:cNvPr>
          <p:cNvSpPr/>
          <p:nvPr/>
        </p:nvSpPr>
        <p:spPr>
          <a:xfrm>
            <a:off x="10850799" y="3518569"/>
            <a:ext cx="1172018" cy="1056712"/>
          </a:xfrm>
          <a:prstGeom prst="ca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2EDA6835-0EE1-4952-93C9-61AD072F42F3}"/>
              </a:ext>
            </a:extLst>
          </p:cNvPr>
          <p:cNvSpPr txBox="1"/>
          <p:nvPr/>
        </p:nvSpPr>
        <p:spPr>
          <a:xfrm>
            <a:off x="10931540" y="3875521"/>
            <a:ext cx="1010536" cy="523220"/>
          </a:xfrm>
          <a:prstGeom prst="rect">
            <a:avLst/>
          </a:prstGeom>
          <a:noFill/>
        </p:spPr>
        <p:txBody>
          <a:bodyPr wrap="square" rtlCol="0">
            <a:spAutoFit/>
          </a:bodyPr>
          <a:lstStyle/>
          <a:p>
            <a:pPr algn="ctr"/>
            <a:r>
              <a:rPr lang="fr-FR" sz="1400">
                <a:solidFill>
                  <a:schemeClr val="bg1"/>
                </a:solidFill>
                <a:latin typeface="Arial" panose="020B0604020202020204" pitchFamily="34" charset="0"/>
                <a:cs typeface="Arial" panose="020B0604020202020204" pitchFamily="34" charset="0"/>
              </a:rPr>
              <a:t>Liste des ventes</a:t>
            </a:r>
          </a:p>
        </p:txBody>
      </p:sp>
      <p:sp>
        <p:nvSpPr>
          <p:cNvPr id="152" name="Cylindre 151">
            <a:extLst>
              <a:ext uri="{FF2B5EF4-FFF2-40B4-BE49-F238E27FC236}">
                <a16:creationId xmlns:a16="http://schemas.microsoft.com/office/drawing/2014/main" id="{F2C97B6F-1D7F-28A1-FE23-A83218EA60BD}"/>
              </a:ext>
            </a:extLst>
          </p:cNvPr>
          <p:cNvSpPr/>
          <p:nvPr/>
        </p:nvSpPr>
        <p:spPr>
          <a:xfrm>
            <a:off x="6944560" y="1457682"/>
            <a:ext cx="1172018" cy="1056712"/>
          </a:xfrm>
          <a:prstGeom prst="can">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ZoneTexte 152">
            <a:extLst>
              <a:ext uri="{FF2B5EF4-FFF2-40B4-BE49-F238E27FC236}">
                <a16:creationId xmlns:a16="http://schemas.microsoft.com/office/drawing/2014/main" id="{430C865C-F16C-DB61-7BBA-8ED16FD463FE}"/>
              </a:ext>
            </a:extLst>
          </p:cNvPr>
          <p:cNvSpPr txBox="1"/>
          <p:nvPr/>
        </p:nvSpPr>
        <p:spPr>
          <a:xfrm>
            <a:off x="7025301" y="1922355"/>
            <a:ext cx="1010536" cy="307777"/>
          </a:xfrm>
          <a:prstGeom prst="rect">
            <a:avLst/>
          </a:prstGeom>
          <a:noFill/>
        </p:spPr>
        <p:txBody>
          <a:bodyPr wrap="square" rtlCol="0" anchor="ctr">
            <a:spAutoFit/>
          </a:bodyPr>
          <a:lstStyle/>
          <a:p>
            <a:pPr algn="ctr"/>
            <a:r>
              <a:rPr lang="fr-FR" sz="1400">
                <a:solidFill>
                  <a:schemeClr val="bg1"/>
                </a:solidFill>
                <a:latin typeface="Arial" panose="020B0604020202020204" pitchFamily="34" charset="0"/>
                <a:cs typeface="Arial" panose="020B0604020202020204" pitchFamily="34" charset="0"/>
              </a:rPr>
              <a:t>Stocks</a:t>
            </a:r>
          </a:p>
        </p:txBody>
      </p:sp>
      <p:sp>
        <p:nvSpPr>
          <p:cNvPr id="154" name="Cylindre 153">
            <a:extLst>
              <a:ext uri="{FF2B5EF4-FFF2-40B4-BE49-F238E27FC236}">
                <a16:creationId xmlns:a16="http://schemas.microsoft.com/office/drawing/2014/main" id="{3BCC031A-F7A3-DAE1-D677-C6FA30DA74F0}"/>
              </a:ext>
            </a:extLst>
          </p:cNvPr>
          <p:cNvSpPr/>
          <p:nvPr/>
        </p:nvSpPr>
        <p:spPr>
          <a:xfrm>
            <a:off x="7263173" y="5295662"/>
            <a:ext cx="1172018" cy="1056712"/>
          </a:xfrm>
          <a:prstGeom prst="can">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ZoneTexte 154">
            <a:extLst>
              <a:ext uri="{FF2B5EF4-FFF2-40B4-BE49-F238E27FC236}">
                <a16:creationId xmlns:a16="http://schemas.microsoft.com/office/drawing/2014/main" id="{44C675EE-B98C-7E58-32D6-92BA6A70F6C4}"/>
              </a:ext>
            </a:extLst>
          </p:cNvPr>
          <p:cNvSpPr txBox="1"/>
          <p:nvPr/>
        </p:nvSpPr>
        <p:spPr>
          <a:xfrm>
            <a:off x="7343914" y="5652614"/>
            <a:ext cx="1010536" cy="523220"/>
          </a:xfrm>
          <a:prstGeom prst="rect">
            <a:avLst/>
          </a:prstGeom>
          <a:noFill/>
        </p:spPr>
        <p:txBody>
          <a:bodyPr wrap="square" rtlCol="0" anchor="ctr">
            <a:spAutoFit/>
          </a:bodyPr>
          <a:lstStyle/>
          <a:p>
            <a:pPr algn="ctr"/>
            <a:r>
              <a:rPr lang="fr-FR" sz="1400">
                <a:solidFill>
                  <a:schemeClr val="bg1"/>
                </a:solidFill>
                <a:latin typeface="Arial" panose="020B0604020202020204" pitchFamily="34" charset="0"/>
                <a:cs typeface="Arial" panose="020B0604020202020204" pitchFamily="34" charset="0"/>
              </a:rPr>
              <a:t>Liste des clients</a:t>
            </a:r>
          </a:p>
        </p:txBody>
      </p:sp>
      <p:sp>
        <p:nvSpPr>
          <p:cNvPr id="10" name="Rectangle 9">
            <a:extLst>
              <a:ext uri="{FF2B5EF4-FFF2-40B4-BE49-F238E27FC236}">
                <a16:creationId xmlns:a16="http://schemas.microsoft.com/office/drawing/2014/main" id="{B01230B9-40C1-FE80-04E0-A90889124DB9}"/>
              </a:ext>
            </a:extLst>
          </p:cNvPr>
          <p:cNvSpPr/>
          <p:nvPr/>
        </p:nvSpPr>
        <p:spPr>
          <a:xfrm>
            <a:off x="9087871" y="3747073"/>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Suivi des ventes</a:t>
            </a:r>
          </a:p>
        </p:txBody>
      </p:sp>
      <p:sp>
        <p:nvSpPr>
          <p:cNvPr id="11" name="Rectangle : avec coins arrondis en haut 10">
            <a:extLst>
              <a:ext uri="{FF2B5EF4-FFF2-40B4-BE49-F238E27FC236}">
                <a16:creationId xmlns:a16="http://schemas.microsoft.com/office/drawing/2014/main" id="{74171731-8C9A-C4D8-22B9-8F0EAC6F4DE8}"/>
              </a:ext>
            </a:extLst>
          </p:cNvPr>
          <p:cNvSpPr/>
          <p:nvPr/>
        </p:nvSpPr>
        <p:spPr>
          <a:xfrm rot="16200000">
            <a:off x="8674505" y="3925745"/>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endParaRPr lang="fr-FR">
              <a:latin typeface="+mj-lt"/>
            </a:endParaRPr>
          </a:p>
        </p:txBody>
      </p:sp>
      <p:sp>
        <p:nvSpPr>
          <p:cNvPr id="158" name="Rectangle 157">
            <a:extLst>
              <a:ext uri="{FF2B5EF4-FFF2-40B4-BE49-F238E27FC236}">
                <a16:creationId xmlns:a16="http://schemas.microsoft.com/office/drawing/2014/main" id="{FE53DD3B-C4CA-20DC-0176-56DE497E91F4}"/>
              </a:ext>
            </a:extLst>
          </p:cNvPr>
          <p:cNvSpPr/>
          <p:nvPr/>
        </p:nvSpPr>
        <p:spPr>
          <a:xfrm>
            <a:off x="3342102" y="5526980"/>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Application fidélité</a:t>
            </a:r>
          </a:p>
        </p:txBody>
      </p:sp>
      <p:sp>
        <p:nvSpPr>
          <p:cNvPr id="159" name="Rectangle : avec coins arrondis en haut 158">
            <a:extLst>
              <a:ext uri="{FF2B5EF4-FFF2-40B4-BE49-F238E27FC236}">
                <a16:creationId xmlns:a16="http://schemas.microsoft.com/office/drawing/2014/main" id="{D318B59F-4023-E1E0-EFBE-F19FD2F96818}"/>
              </a:ext>
            </a:extLst>
          </p:cNvPr>
          <p:cNvSpPr/>
          <p:nvPr/>
        </p:nvSpPr>
        <p:spPr>
          <a:xfrm rot="16200000">
            <a:off x="2928736" y="5705652"/>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sp>
        <p:nvSpPr>
          <p:cNvPr id="160" name="Rectangle 159">
            <a:extLst>
              <a:ext uri="{FF2B5EF4-FFF2-40B4-BE49-F238E27FC236}">
                <a16:creationId xmlns:a16="http://schemas.microsoft.com/office/drawing/2014/main" id="{5C60FE03-2D63-5047-AD55-D228C89BBC46}"/>
              </a:ext>
            </a:extLst>
          </p:cNvPr>
          <p:cNvSpPr/>
          <p:nvPr/>
        </p:nvSpPr>
        <p:spPr>
          <a:xfrm>
            <a:off x="5443455" y="5526982"/>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Service client</a:t>
            </a:r>
          </a:p>
        </p:txBody>
      </p:sp>
      <p:sp>
        <p:nvSpPr>
          <p:cNvPr id="161" name="Rectangle : avec coins arrondis en haut 160">
            <a:extLst>
              <a:ext uri="{FF2B5EF4-FFF2-40B4-BE49-F238E27FC236}">
                <a16:creationId xmlns:a16="http://schemas.microsoft.com/office/drawing/2014/main" id="{8C9847AB-5890-3092-2C8B-1B63FDE961D6}"/>
              </a:ext>
            </a:extLst>
          </p:cNvPr>
          <p:cNvSpPr/>
          <p:nvPr/>
        </p:nvSpPr>
        <p:spPr>
          <a:xfrm rot="16200000">
            <a:off x="5030089" y="5705654"/>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sp>
        <p:nvSpPr>
          <p:cNvPr id="164" name="Rectangle 163">
            <a:extLst>
              <a:ext uri="{FF2B5EF4-FFF2-40B4-BE49-F238E27FC236}">
                <a16:creationId xmlns:a16="http://schemas.microsoft.com/office/drawing/2014/main" id="{26A66308-60B4-8164-D5A3-8823D1823C50}"/>
              </a:ext>
            </a:extLst>
          </p:cNvPr>
          <p:cNvSpPr/>
          <p:nvPr/>
        </p:nvSpPr>
        <p:spPr>
          <a:xfrm>
            <a:off x="3185376" y="1681891"/>
            <a:ext cx="152049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Production</a:t>
            </a:r>
          </a:p>
        </p:txBody>
      </p:sp>
      <p:sp>
        <p:nvSpPr>
          <p:cNvPr id="165" name="Rectangle : avec coins arrondis en haut 164">
            <a:extLst>
              <a:ext uri="{FF2B5EF4-FFF2-40B4-BE49-F238E27FC236}">
                <a16:creationId xmlns:a16="http://schemas.microsoft.com/office/drawing/2014/main" id="{AA3233C2-8B5A-3401-02ED-862500A2790F}"/>
              </a:ext>
            </a:extLst>
          </p:cNvPr>
          <p:cNvSpPr/>
          <p:nvPr/>
        </p:nvSpPr>
        <p:spPr>
          <a:xfrm rot="16200000">
            <a:off x="2772010" y="1867852"/>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sp>
        <p:nvSpPr>
          <p:cNvPr id="166" name="Rectangle 165">
            <a:extLst>
              <a:ext uri="{FF2B5EF4-FFF2-40B4-BE49-F238E27FC236}">
                <a16:creationId xmlns:a16="http://schemas.microsoft.com/office/drawing/2014/main" id="{94C8D605-9A5E-F04E-31BF-3CE91EA1C31B}"/>
              </a:ext>
            </a:extLst>
          </p:cNvPr>
          <p:cNvSpPr/>
          <p:nvPr/>
        </p:nvSpPr>
        <p:spPr>
          <a:xfrm>
            <a:off x="9087871" y="2965529"/>
            <a:ext cx="152049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Vente par correspondance</a:t>
            </a:r>
          </a:p>
        </p:txBody>
      </p:sp>
      <p:sp>
        <p:nvSpPr>
          <p:cNvPr id="167" name="Rectangle : avec coins arrondis en haut 166">
            <a:extLst>
              <a:ext uri="{FF2B5EF4-FFF2-40B4-BE49-F238E27FC236}">
                <a16:creationId xmlns:a16="http://schemas.microsoft.com/office/drawing/2014/main" id="{2044E91D-D90B-D1D1-D1E2-656EE0B1F330}"/>
              </a:ext>
            </a:extLst>
          </p:cNvPr>
          <p:cNvSpPr/>
          <p:nvPr/>
        </p:nvSpPr>
        <p:spPr>
          <a:xfrm rot="16200000">
            <a:off x="8677088" y="3144201"/>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p>
        </p:txBody>
      </p:sp>
      <p:cxnSp>
        <p:nvCxnSpPr>
          <p:cNvPr id="168" name="Connecteur droit avec flèche 167">
            <a:extLst>
              <a:ext uri="{FF2B5EF4-FFF2-40B4-BE49-F238E27FC236}">
                <a16:creationId xmlns:a16="http://schemas.microsoft.com/office/drawing/2014/main" id="{654071EF-F38A-470A-8071-BFB52BBDA1F6}"/>
              </a:ext>
            </a:extLst>
          </p:cNvPr>
          <p:cNvCxnSpPr>
            <a:cxnSpLocks/>
            <a:stCxn id="10" idx="3"/>
            <a:endCxn id="6" idx="2"/>
          </p:cNvCxnSpPr>
          <p:nvPr/>
        </p:nvCxnSpPr>
        <p:spPr>
          <a:xfrm>
            <a:off x="10607071" y="4043093"/>
            <a:ext cx="243728" cy="3832"/>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Connecteur droit avec flèche 175">
            <a:extLst>
              <a:ext uri="{FF2B5EF4-FFF2-40B4-BE49-F238E27FC236}">
                <a16:creationId xmlns:a16="http://schemas.microsoft.com/office/drawing/2014/main" id="{A7ADCBBD-F6D7-EF67-1FEC-C4FDF7DB7664}"/>
              </a:ext>
            </a:extLst>
          </p:cNvPr>
          <p:cNvCxnSpPr>
            <a:cxnSpLocks/>
            <a:stCxn id="160" idx="3"/>
            <a:endCxn id="154" idx="2"/>
          </p:cNvCxnSpPr>
          <p:nvPr/>
        </p:nvCxnSpPr>
        <p:spPr>
          <a:xfrm>
            <a:off x="6962655" y="5823002"/>
            <a:ext cx="300518" cy="1016"/>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Bulle narrative : ronde 6">
            <a:extLst>
              <a:ext uri="{FF2B5EF4-FFF2-40B4-BE49-F238E27FC236}">
                <a16:creationId xmlns:a16="http://schemas.microsoft.com/office/drawing/2014/main" id="{D482DD50-2153-A354-E9EC-7F4DB59F98DE}"/>
              </a:ext>
            </a:extLst>
          </p:cNvPr>
          <p:cNvSpPr/>
          <p:nvPr/>
        </p:nvSpPr>
        <p:spPr>
          <a:xfrm>
            <a:off x="337931" y="1315251"/>
            <a:ext cx="1943100" cy="612648"/>
          </a:xfrm>
          <a:prstGeom prst="wedgeEllipseCallout">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Qui est maître de la donnée ?</a:t>
            </a:r>
          </a:p>
        </p:txBody>
      </p:sp>
      <p:sp>
        <p:nvSpPr>
          <p:cNvPr id="48" name="Bulle narrative : ronde 47">
            <a:extLst>
              <a:ext uri="{FF2B5EF4-FFF2-40B4-BE49-F238E27FC236}">
                <a16:creationId xmlns:a16="http://schemas.microsoft.com/office/drawing/2014/main" id="{FC620A39-E4BA-C1C5-B611-25131BC061F2}"/>
              </a:ext>
            </a:extLst>
          </p:cNvPr>
          <p:cNvSpPr/>
          <p:nvPr/>
        </p:nvSpPr>
        <p:spPr>
          <a:xfrm>
            <a:off x="337931" y="2143883"/>
            <a:ext cx="1943100" cy="612648"/>
          </a:xfrm>
          <a:prstGeom prst="wedgeEllipseCallout">
            <a:avLst>
              <a:gd name="adj1" fmla="val 15115"/>
              <a:gd name="adj2" fmla="val 72865"/>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Fiabilité des données ?</a:t>
            </a:r>
          </a:p>
        </p:txBody>
      </p:sp>
      <p:sp>
        <p:nvSpPr>
          <p:cNvPr id="49" name="Bulle narrative : ronde 48">
            <a:extLst>
              <a:ext uri="{FF2B5EF4-FFF2-40B4-BE49-F238E27FC236}">
                <a16:creationId xmlns:a16="http://schemas.microsoft.com/office/drawing/2014/main" id="{720193CB-0C7C-C75D-86ED-0202435A9268}"/>
              </a:ext>
            </a:extLst>
          </p:cNvPr>
          <p:cNvSpPr/>
          <p:nvPr/>
        </p:nvSpPr>
        <p:spPr>
          <a:xfrm>
            <a:off x="337931" y="2982441"/>
            <a:ext cx="1943100" cy="612648"/>
          </a:xfrm>
          <a:prstGeom prst="wedgeEllipseCallout">
            <a:avLst>
              <a:gd name="adj1" fmla="val 8579"/>
              <a:gd name="adj2" fmla="val 66646"/>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Répartition des responsabilités ?</a:t>
            </a:r>
          </a:p>
        </p:txBody>
      </p:sp>
      <p:sp>
        <p:nvSpPr>
          <p:cNvPr id="50" name="Bulle narrative : ronde 49">
            <a:extLst>
              <a:ext uri="{FF2B5EF4-FFF2-40B4-BE49-F238E27FC236}">
                <a16:creationId xmlns:a16="http://schemas.microsoft.com/office/drawing/2014/main" id="{89B0F3DD-E969-31F8-5A54-6B64CCD48496}"/>
              </a:ext>
            </a:extLst>
          </p:cNvPr>
          <p:cNvSpPr/>
          <p:nvPr/>
        </p:nvSpPr>
        <p:spPr>
          <a:xfrm>
            <a:off x="338872" y="4808281"/>
            <a:ext cx="1943100" cy="612648"/>
          </a:xfrm>
          <a:prstGeom prst="wedgeEllipseCallout">
            <a:avLst>
              <a:gd name="adj1" fmla="val 30148"/>
              <a:gd name="adj2" fmla="val -61878"/>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Couplage lâche ?</a:t>
            </a:r>
          </a:p>
        </p:txBody>
      </p:sp>
      <p:sp>
        <p:nvSpPr>
          <p:cNvPr id="51" name="Bulle narrative : ronde 50">
            <a:extLst>
              <a:ext uri="{FF2B5EF4-FFF2-40B4-BE49-F238E27FC236}">
                <a16:creationId xmlns:a16="http://schemas.microsoft.com/office/drawing/2014/main" id="{9DF0FC42-76C0-B1FF-475C-31CA930FDFC2}"/>
              </a:ext>
            </a:extLst>
          </p:cNvPr>
          <p:cNvSpPr/>
          <p:nvPr/>
        </p:nvSpPr>
        <p:spPr>
          <a:xfrm>
            <a:off x="190385" y="5730486"/>
            <a:ext cx="2238191" cy="612648"/>
          </a:xfrm>
          <a:prstGeom prst="wedgeEllipseCallout">
            <a:avLst>
              <a:gd name="adj1" fmla="val 30148"/>
              <a:gd name="adj2" fmla="val -61878"/>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Performance des bases de données ?</a:t>
            </a:r>
          </a:p>
        </p:txBody>
      </p:sp>
      <p:sp>
        <p:nvSpPr>
          <p:cNvPr id="53" name="Bulle narrative : ronde 52">
            <a:extLst>
              <a:ext uri="{FF2B5EF4-FFF2-40B4-BE49-F238E27FC236}">
                <a16:creationId xmlns:a16="http://schemas.microsoft.com/office/drawing/2014/main" id="{F9AF6AC4-0FC0-FB7F-D482-C6D0A13D8C6E}"/>
              </a:ext>
            </a:extLst>
          </p:cNvPr>
          <p:cNvSpPr/>
          <p:nvPr/>
        </p:nvSpPr>
        <p:spPr>
          <a:xfrm>
            <a:off x="337931" y="3886076"/>
            <a:ext cx="1943100" cy="612648"/>
          </a:xfrm>
          <a:prstGeom prst="wedgeEllipseCallout">
            <a:avLst>
              <a:gd name="adj1" fmla="val -27369"/>
              <a:gd name="adj2" fmla="val 72865"/>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Evolutivité du modèle ?</a:t>
            </a:r>
          </a:p>
        </p:txBody>
      </p:sp>
      <p:sp>
        <p:nvSpPr>
          <p:cNvPr id="80" name="Rectangle 79">
            <a:extLst>
              <a:ext uri="{FF2B5EF4-FFF2-40B4-BE49-F238E27FC236}">
                <a16:creationId xmlns:a16="http://schemas.microsoft.com/office/drawing/2014/main" id="{EA13A7C3-9DC8-E7E4-A91E-C1D8B83641CD}"/>
              </a:ext>
            </a:extLst>
          </p:cNvPr>
          <p:cNvSpPr/>
          <p:nvPr/>
        </p:nvSpPr>
        <p:spPr>
          <a:xfrm>
            <a:off x="5138935" y="1684906"/>
            <a:ext cx="1519200" cy="592039"/>
          </a:xfrm>
          <a:prstGeom prst="rect">
            <a:avLst/>
          </a:prstGeom>
          <a:solidFill>
            <a:schemeClr val="bg1"/>
          </a:solidFill>
          <a:ln>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Gestion des stocks</a:t>
            </a:r>
          </a:p>
        </p:txBody>
      </p:sp>
      <p:sp>
        <p:nvSpPr>
          <p:cNvPr id="81" name="Rectangle : avec coins arrondis en haut 80">
            <a:extLst>
              <a:ext uri="{FF2B5EF4-FFF2-40B4-BE49-F238E27FC236}">
                <a16:creationId xmlns:a16="http://schemas.microsoft.com/office/drawing/2014/main" id="{82E73F58-12CC-AAB2-3AF9-616CFB0F4B8D}"/>
              </a:ext>
            </a:extLst>
          </p:cNvPr>
          <p:cNvSpPr/>
          <p:nvPr/>
        </p:nvSpPr>
        <p:spPr>
          <a:xfrm rot="16200000">
            <a:off x="4725569" y="1863578"/>
            <a:ext cx="592039" cy="23469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latin typeface="+mj-lt"/>
              </a:rPr>
              <a:t>APP</a:t>
            </a:r>
            <a:endParaRPr lang="fr-FR">
              <a:latin typeface="+mj-lt"/>
            </a:endParaRPr>
          </a:p>
        </p:txBody>
      </p:sp>
      <p:cxnSp>
        <p:nvCxnSpPr>
          <p:cNvPr id="82" name="Connecteur droit avec flèche 81">
            <a:extLst>
              <a:ext uri="{FF2B5EF4-FFF2-40B4-BE49-F238E27FC236}">
                <a16:creationId xmlns:a16="http://schemas.microsoft.com/office/drawing/2014/main" id="{4F137EDF-E8E3-B7CF-99EA-F12D7AF1706C}"/>
              </a:ext>
            </a:extLst>
          </p:cNvPr>
          <p:cNvCxnSpPr>
            <a:cxnSpLocks/>
            <a:stCxn id="80" idx="3"/>
            <a:endCxn id="152" idx="2"/>
          </p:cNvCxnSpPr>
          <p:nvPr/>
        </p:nvCxnSpPr>
        <p:spPr>
          <a:xfrm>
            <a:off x="6658135" y="1980926"/>
            <a:ext cx="286425" cy="5112"/>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eur : en angle 69">
            <a:extLst>
              <a:ext uri="{FF2B5EF4-FFF2-40B4-BE49-F238E27FC236}">
                <a16:creationId xmlns:a16="http://schemas.microsoft.com/office/drawing/2014/main" id="{3755CFAE-D91D-8C18-5DF1-42B934783103}"/>
              </a:ext>
            </a:extLst>
          </p:cNvPr>
          <p:cNvCxnSpPr>
            <a:cxnSpLocks/>
            <a:stCxn id="164" idx="3"/>
            <a:endCxn id="81" idx="3"/>
          </p:cNvCxnSpPr>
          <p:nvPr/>
        </p:nvCxnSpPr>
        <p:spPr>
          <a:xfrm>
            <a:off x="4705866" y="1977911"/>
            <a:ext cx="198376" cy="3013"/>
          </a:xfrm>
          <a:prstGeom prst="straightConnector1">
            <a:avLst/>
          </a:prstGeom>
          <a:ln w="190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6" name="Connecteur : en angle 95">
            <a:extLst>
              <a:ext uri="{FF2B5EF4-FFF2-40B4-BE49-F238E27FC236}">
                <a16:creationId xmlns:a16="http://schemas.microsoft.com/office/drawing/2014/main" id="{1B6E29CF-D4C5-7128-832D-1B97FBB5F2B5}"/>
              </a:ext>
            </a:extLst>
          </p:cNvPr>
          <p:cNvCxnSpPr>
            <a:cxnSpLocks/>
            <a:endCxn id="16" idx="2"/>
          </p:cNvCxnSpPr>
          <p:nvPr/>
        </p:nvCxnSpPr>
        <p:spPr>
          <a:xfrm flipV="1">
            <a:off x="5563969" y="2704307"/>
            <a:ext cx="0" cy="820624"/>
          </a:xfrm>
          <a:prstGeom prst="straightConnector1">
            <a:avLst/>
          </a:prstGeom>
          <a:ln w="1905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6" name="Connecteur : en angle 105">
            <a:extLst>
              <a:ext uri="{FF2B5EF4-FFF2-40B4-BE49-F238E27FC236}">
                <a16:creationId xmlns:a16="http://schemas.microsoft.com/office/drawing/2014/main" id="{BF73B67C-528F-BE18-974B-34F1584B49BB}"/>
              </a:ext>
            </a:extLst>
          </p:cNvPr>
          <p:cNvCxnSpPr>
            <a:cxnSpLocks/>
            <a:stCxn id="269" idx="3"/>
          </p:cNvCxnSpPr>
          <p:nvPr/>
        </p:nvCxnSpPr>
        <p:spPr>
          <a:xfrm>
            <a:off x="8085573" y="3906685"/>
            <a:ext cx="477237" cy="0"/>
          </a:xfrm>
          <a:prstGeom prst="straightConnector1">
            <a:avLst/>
          </a:prstGeom>
          <a:ln w="1905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2" name="Connecteur : en angle 111">
            <a:extLst>
              <a:ext uri="{FF2B5EF4-FFF2-40B4-BE49-F238E27FC236}">
                <a16:creationId xmlns:a16="http://schemas.microsoft.com/office/drawing/2014/main" id="{87C2D520-9C2C-61FF-9044-A071C4351906}"/>
              </a:ext>
            </a:extLst>
          </p:cNvPr>
          <p:cNvCxnSpPr>
            <a:cxnSpLocks/>
            <a:stCxn id="158" idx="3"/>
            <a:endCxn id="161" idx="3"/>
          </p:cNvCxnSpPr>
          <p:nvPr/>
        </p:nvCxnSpPr>
        <p:spPr>
          <a:xfrm>
            <a:off x="4861302" y="5823000"/>
            <a:ext cx="347460" cy="0"/>
          </a:xfrm>
          <a:prstGeom prst="straightConnector1">
            <a:avLst/>
          </a:prstGeom>
          <a:ln w="190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9" name="Connecteur droit avec flèche 118">
            <a:extLst>
              <a:ext uri="{FF2B5EF4-FFF2-40B4-BE49-F238E27FC236}">
                <a16:creationId xmlns:a16="http://schemas.microsoft.com/office/drawing/2014/main" id="{1C9257CA-B083-AFCB-4BDF-936740D2946D}"/>
              </a:ext>
            </a:extLst>
          </p:cNvPr>
          <p:cNvCxnSpPr>
            <a:cxnSpLocks/>
            <a:stCxn id="269" idx="2"/>
            <a:endCxn id="75" idx="0"/>
          </p:cNvCxnSpPr>
          <p:nvPr/>
        </p:nvCxnSpPr>
        <p:spPr>
          <a:xfrm>
            <a:off x="5788705" y="4316997"/>
            <a:ext cx="4635" cy="718961"/>
          </a:xfrm>
          <a:prstGeom prst="straightConnector1">
            <a:avLst/>
          </a:prstGeom>
          <a:ln w="1905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3" name="Connecteur : en angle 142">
            <a:extLst>
              <a:ext uri="{FF2B5EF4-FFF2-40B4-BE49-F238E27FC236}">
                <a16:creationId xmlns:a16="http://schemas.microsoft.com/office/drawing/2014/main" id="{612644AD-2222-33DA-2011-E47974DE7844}"/>
              </a:ext>
            </a:extLst>
          </p:cNvPr>
          <p:cNvCxnSpPr>
            <a:cxnSpLocks/>
            <a:stCxn id="166" idx="2"/>
            <a:endCxn id="10" idx="0"/>
          </p:cNvCxnSpPr>
          <p:nvPr/>
        </p:nvCxnSpPr>
        <p:spPr>
          <a:xfrm flipH="1">
            <a:off x="9847471" y="3557568"/>
            <a:ext cx="645" cy="189505"/>
          </a:xfrm>
          <a:prstGeom prst="straightConnector1">
            <a:avLst/>
          </a:prstGeom>
          <a:ln w="19050">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1" name="Forme libre : forme 190">
            <a:extLst>
              <a:ext uri="{FF2B5EF4-FFF2-40B4-BE49-F238E27FC236}">
                <a16:creationId xmlns:a16="http://schemas.microsoft.com/office/drawing/2014/main" id="{A42F1879-3245-A4AE-9A25-D2FFF994B56D}"/>
              </a:ext>
            </a:extLst>
          </p:cNvPr>
          <p:cNvSpPr/>
          <p:nvPr/>
        </p:nvSpPr>
        <p:spPr>
          <a:xfrm>
            <a:off x="1829497" y="1599704"/>
            <a:ext cx="383159" cy="383159"/>
          </a:xfrm>
          <a:custGeom>
            <a:avLst/>
            <a:gdLst>
              <a:gd name="connsiteX0" fmla="*/ 1517675 w 4180049"/>
              <a:gd name="connsiteY0" fmla="*/ 2480264 h 4180049"/>
              <a:gd name="connsiteX1" fmla="*/ 3141552 w 4180049"/>
              <a:gd name="connsiteY1" fmla="*/ 856388 h 4180049"/>
              <a:gd name="connsiteX2" fmla="*/ 3240327 w 4180049"/>
              <a:gd name="connsiteY2" fmla="*/ 856388 h 4180049"/>
              <a:gd name="connsiteX3" fmla="*/ 3518742 w 4180049"/>
              <a:gd name="connsiteY3" fmla="*/ 1134803 h 4180049"/>
              <a:gd name="connsiteX4" fmla="*/ 3518742 w 4180049"/>
              <a:gd name="connsiteY4" fmla="*/ 1233578 h 4180049"/>
              <a:gd name="connsiteX5" fmla="*/ 1568327 w 4180049"/>
              <a:gd name="connsiteY5" fmla="*/ 3183993 h 4180049"/>
              <a:gd name="connsiteX6" fmla="*/ 1469552 w 4180049"/>
              <a:gd name="connsiteY6" fmla="*/ 3183993 h 4180049"/>
              <a:gd name="connsiteX7" fmla="*/ 578012 w 4180049"/>
              <a:gd name="connsiteY7" fmla="*/ 2292453 h 4180049"/>
              <a:gd name="connsiteX8" fmla="*/ 578012 w 4180049"/>
              <a:gd name="connsiteY8" fmla="*/ 2193678 h 4180049"/>
              <a:gd name="connsiteX9" fmla="*/ 582107 w 4180049"/>
              <a:gd name="connsiteY9" fmla="*/ 2190425 h 4180049"/>
              <a:gd name="connsiteX10" fmla="*/ 854781 w 4180049"/>
              <a:gd name="connsiteY10" fmla="*/ 1916105 h 4180049"/>
              <a:gd name="connsiteX11" fmla="*/ 953556 w 4180049"/>
              <a:gd name="connsiteY11" fmla="*/ 1916105 h 4180049"/>
              <a:gd name="connsiteX12" fmla="*/ 1518498 w 4180049"/>
              <a:gd name="connsiteY12" fmla="*/ 2481048 h 4180049"/>
              <a:gd name="connsiteX13" fmla="*/ 4180049 w 4180049"/>
              <a:gd name="connsiteY13" fmla="*/ 2090024 h 4180049"/>
              <a:gd name="connsiteX14" fmla="*/ 3567728 w 4180049"/>
              <a:gd name="connsiteY14" fmla="*/ 612321 h 4180049"/>
              <a:gd name="connsiteX15" fmla="*/ 2090025 w 4180049"/>
              <a:gd name="connsiteY15" fmla="*/ 0 h 4180049"/>
              <a:gd name="connsiteX16" fmla="*/ 612321 w 4180049"/>
              <a:gd name="connsiteY16" fmla="*/ 612321 h 4180049"/>
              <a:gd name="connsiteX17" fmla="*/ 0 w 4180049"/>
              <a:gd name="connsiteY17" fmla="*/ 2090024 h 4180049"/>
              <a:gd name="connsiteX18" fmla="*/ 612321 w 4180049"/>
              <a:gd name="connsiteY18" fmla="*/ 3567728 h 4180049"/>
              <a:gd name="connsiteX19" fmla="*/ 2090025 w 4180049"/>
              <a:gd name="connsiteY19" fmla="*/ 4180049 h 4180049"/>
              <a:gd name="connsiteX20" fmla="*/ 3567728 w 4180049"/>
              <a:gd name="connsiteY20" fmla="*/ 3567728 h 4180049"/>
              <a:gd name="connsiteX21" fmla="*/ 4180049 w 4180049"/>
              <a:gd name="connsiteY21" fmla="*/ 2090024 h 4180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9">
                <a:moveTo>
                  <a:pt x="1517675" y="2480264"/>
                </a:moveTo>
                <a:lnTo>
                  <a:pt x="3141552" y="856388"/>
                </a:lnTo>
                <a:cubicBezTo>
                  <a:pt x="3168494" y="829446"/>
                  <a:pt x="3212581" y="829446"/>
                  <a:pt x="3240327" y="856388"/>
                </a:cubicBezTo>
                <a:lnTo>
                  <a:pt x="3518742" y="1134803"/>
                </a:lnTo>
                <a:cubicBezTo>
                  <a:pt x="3545684" y="1161745"/>
                  <a:pt x="3545684" y="1205832"/>
                  <a:pt x="3518742" y="1233578"/>
                </a:cubicBezTo>
                <a:lnTo>
                  <a:pt x="1568327" y="3183993"/>
                </a:lnTo>
                <a:cubicBezTo>
                  <a:pt x="1541385" y="3210935"/>
                  <a:pt x="1497297" y="3210935"/>
                  <a:pt x="1469552" y="3183993"/>
                </a:cubicBezTo>
                <a:lnTo>
                  <a:pt x="578012" y="2292453"/>
                </a:lnTo>
                <a:cubicBezTo>
                  <a:pt x="551070" y="2265511"/>
                  <a:pt x="551070" y="2221424"/>
                  <a:pt x="578012" y="2193678"/>
                </a:cubicBezTo>
                <a:cubicBezTo>
                  <a:pt x="578816" y="2192875"/>
                  <a:pt x="580461" y="2191229"/>
                  <a:pt x="582107" y="2190425"/>
                </a:cubicBezTo>
                <a:lnTo>
                  <a:pt x="854781" y="1916105"/>
                </a:lnTo>
                <a:cubicBezTo>
                  <a:pt x="881723" y="1889163"/>
                  <a:pt x="925810" y="1888360"/>
                  <a:pt x="953556" y="1916105"/>
                </a:cubicBezTo>
                <a:lnTo>
                  <a:pt x="1518498" y="2481048"/>
                </a:lnTo>
                <a:close/>
                <a:moveTo>
                  <a:pt x="4180049" y="2090024"/>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4"/>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4"/>
                </a:cubicBezTo>
                <a:close/>
              </a:path>
            </a:pathLst>
          </a:custGeom>
          <a:solidFill>
            <a:schemeClr val="accent3"/>
          </a:solidFill>
          <a:ln w="9797" cap="flat">
            <a:noFill/>
            <a:prstDash val="solid"/>
            <a:miter/>
          </a:ln>
        </p:spPr>
        <p:txBody>
          <a:bodyPr rtlCol="0" anchor="ctr"/>
          <a:lstStyle/>
          <a:p>
            <a:endParaRPr lang="fr-FR"/>
          </a:p>
        </p:txBody>
      </p:sp>
      <p:sp>
        <p:nvSpPr>
          <p:cNvPr id="225" name="Forme libre : forme 224">
            <a:extLst>
              <a:ext uri="{FF2B5EF4-FFF2-40B4-BE49-F238E27FC236}">
                <a16:creationId xmlns:a16="http://schemas.microsoft.com/office/drawing/2014/main" id="{12C2ACEE-28E8-D175-1B75-4B54801D6987}"/>
              </a:ext>
            </a:extLst>
          </p:cNvPr>
          <p:cNvSpPr/>
          <p:nvPr/>
        </p:nvSpPr>
        <p:spPr>
          <a:xfrm>
            <a:off x="1829497" y="2442273"/>
            <a:ext cx="383159" cy="383159"/>
          </a:xfrm>
          <a:custGeom>
            <a:avLst/>
            <a:gdLst>
              <a:gd name="connsiteX0" fmla="*/ 1517675 w 4180049"/>
              <a:gd name="connsiteY0" fmla="*/ 2480264 h 4180049"/>
              <a:gd name="connsiteX1" fmla="*/ 3141552 w 4180049"/>
              <a:gd name="connsiteY1" fmla="*/ 856388 h 4180049"/>
              <a:gd name="connsiteX2" fmla="*/ 3240327 w 4180049"/>
              <a:gd name="connsiteY2" fmla="*/ 856388 h 4180049"/>
              <a:gd name="connsiteX3" fmla="*/ 3518742 w 4180049"/>
              <a:gd name="connsiteY3" fmla="*/ 1134803 h 4180049"/>
              <a:gd name="connsiteX4" fmla="*/ 3518742 w 4180049"/>
              <a:gd name="connsiteY4" fmla="*/ 1233578 h 4180049"/>
              <a:gd name="connsiteX5" fmla="*/ 1568327 w 4180049"/>
              <a:gd name="connsiteY5" fmla="*/ 3183993 h 4180049"/>
              <a:gd name="connsiteX6" fmla="*/ 1469552 w 4180049"/>
              <a:gd name="connsiteY6" fmla="*/ 3183993 h 4180049"/>
              <a:gd name="connsiteX7" fmla="*/ 578012 w 4180049"/>
              <a:gd name="connsiteY7" fmla="*/ 2292453 h 4180049"/>
              <a:gd name="connsiteX8" fmla="*/ 578012 w 4180049"/>
              <a:gd name="connsiteY8" fmla="*/ 2193678 h 4180049"/>
              <a:gd name="connsiteX9" fmla="*/ 582107 w 4180049"/>
              <a:gd name="connsiteY9" fmla="*/ 2190425 h 4180049"/>
              <a:gd name="connsiteX10" fmla="*/ 854781 w 4180049"/>
              <a:gd name="connsiteY10" fmla="*/ 1916105 h 4180049"/>
              <a:gd name="connsiteX11" fmla="*/ 953556 w 4180049"/>
              <a:gd name="connsiteY11" fmla="*/ 1916105 h 4180049"/>
              <a:gd name="connsiteX12" fmla="*/ 1518498 w 4180049"/>
              <a:gd name="connsiteY12" fmla="*/ 2481048 h 4180049"/>
              <a:gd name="connsiteX13" fmla="*/ 4180049 w 4180049"/>
              <a:gd name="connsiteY13" fmla="*/ 2090024 h 4180049"/>
              <a:gd name="connsiteX14" fmla="*/ 3567728 w 4180049"/>
              <a:gd name="connsiteY14" fmla="*/ 612321 h 4180049"/>
              <a:gd name="connsiteX15" fmla="*/ 2090025 w 4180049"/>
              <a:gd name="connsiteY15" fmla="*/ 0 h 4180049"/>
              <a:gd name="connsiteX16" fmla="*/ 612321 w 4180049"/>
              <a:gd name="connsiteY16" fmla="*/ 612321 h 4180049"/>
              <a:gd name="connsiteX17" fmla="*/ 0 w 4180049"/>
              <a:gd name="connsiteY17" fmla="*/ 2090024 h 4180049"/>
              <a:gd name="connsiteX18" fmla="*/ 612321 w 4180049"/>
              <a:gd name="connsiteY18" fmla="*/ 3567728 h 4180049"/>
              <a:gd name="connsiteX19" fmla="*/ 2090025 w 4180049"/>
              <a:gd name="connsiteY19" fmla="*/ 4180049 h 4180049"/>
              <a:gd name="connsiteX20" fmla="*/ 3567728 w 4180049"/>
              <a:gd name="connsiteY20" fmla="*/ 3567728 h 4180049"/>
              <a:gd name="connsiteX21" fmla="*/ 4180049 w 4180049"/>
              <a:gd name="connsiteY21" fmla="*/ 2090024 h 4180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9">
                <a:moveTo>
                  <a:pt x="1517675" y="2480264"/>
                </a:moveTo>
                <a:lnTo>
                  <a:pt x="3141552" y="856388"/>
                </a:lnTo>
                <a:cubicBezTo>
                  <a:pt x="3168494" y="829446"/>
                  <a:pt x="3212581" y="829446"/>
                  <a:pt x="3240327" y="856388"/>
                </a:cubicBezTo>
                <a:lnTo>
                  <a:pt x="3518742" y="1134803"/>
                </a:lnTo>
                <a:cubicBezTo>
                  <a:pt x="3545684" y="1161745"/>
                  <a:pt x="3545684" y="1205832"/>
                  <a:pt x="3518742" y="1233578"/>
                </a:cubicBezTo>
                <a:lnTo>
                  <a:pt x="1568327" y="3183993"/>
                </a:lnTo>
                <a:cubicBezTo>
                  <a:pt x="1541385" y="3210935"/>
                  <a:pt x="1497297" y="3210935"/>
                  <a:pt x="1469552" y="3183993"/>
                </a:cubicBezTo>
                <a:lnTo>
                  <a:pt x="578012" y="2292453"/>
                </a:lnTo>
                <a:cubicBezTo>
                  <a:pt x="551070" y="2265511"/>
                  <a:pt x="551070" y="2221424"/>
                  <a:pt x="578012" y="2193678"/>
                </a:cubicBezTo>
                <a:cubicBezTo>
                  <a:pt x="578816" y="2192875"/>
                  <a:pt x="580461" y="2191229"/>
                  <a:pt x="582107" y="2190425"/>
                </a:cubicBezTo>
                <a:lnTo>
                  <a:pt x="854781" y="1916105"/>
                </a:lnTo>
                <a:cubicBezTo>
                  <a:pt x="881723" y="1889163"/>
                  <a:pt x="925810" y="1888360"/>
                  <a:pt x="953556" y="1916105"/>
                </a:cubicBezTo>
                <a:lnTo>
                  <a:pt x="1518498" y="2481048"/>
                </a:lnTo>
                <a:close/>
                <a:moveTo>
                  <a:pt x="4180049" y="2090024"/>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4"/>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4"/>
                </a:cubicBezTo>
                <a:close/>
              </a:path>
            </a:pathLst>
          </a:custGeom>
          <a:solidFill>
            <a:schemeClr val="accent3"/>
          </a:solidFill>
          <a:ln w="9797" cap="flat">
            <a:noFill/>
            <a:prstDash val="solid"/>
            <a:miter/>
          </a:ln>
        </p:spPr>
        <p:txBody>
          <a:bodyPr rtlCol="0" anchor="ctr"/>
          <a:lstStyle/>
          <a:p>
            <a:endParaRPr lang="fr-FR"/>
          </a:p>
        </p:txBody>
      </p:sp>
      <p:sp>
        <p:nvSpPr>
          <p:cNvPr id="265" name="Forme libre : forme 264">
            <a:extLst>
              <a:ext uri="{FF2B5EF4-FFF2-40B4-BE49-F238E27FC236}">
                <a16:creationId xmlns:a16="http://schemas.microsoft.com/office/drawing/2014/main" id="{BC9CF770-DCCD-0E69-7C8E-B7A9E51FEE6A}"/>
              </a:ext>
            </a:extLst>
          </p:cNvPr>
          <p:cNvSpPr/>
          <p:nvPr/>
        </p:nvSpPr>
        <p:spPr>
          <a:xfrm>
            <a:off x="1829497" y="6185885"/>
            <a:ext cx="383159" cy="383159"/>
          </a:xfrm>
          <a:custGeom>
            <a:avLst/>
            <a:gdLst>
              <a:gd name="connsiteX0" fmla="*/ 1517675 w 4180049"/>
              <a:gd name="connsiteY0" fmla="*/ 2480264 h 4180049"/>
              <a:gd name="connsiteX1" fmla="*/ 3141552 w 4180049"/>
              <a:gd name="connsiteY1" fmla="*/ 856388 h 4180049"/>
              <a:gd name="connsiteX2" fmla="*/ 3240327 w 4180049"/>
              <a:gd name="connsiteY2" fmla="*/ 856388 h 4180049"/>
              <a:gd name="connsiteX3" fmla="*/ 3518742 w 4180049"/>
              <a:gd name="connsiteY3" fmla="*/ 1134803 h 4180049"/>
              <a:gd name="connsiteX4" fmla="*/ 3518742 w 4180049"/>
              <a:gd name="connsiteY4" fmla="*/ 1233578 h 4180049"/>
              <a:gd name="connsiteX5" fmla="*/ 1568327 w 4180049"/>
              <a:gd name="connsiteY5" fmla="*/ 3183993 h 4180049"/>
              <a:gd name="connsiteX6" fmla="*/ 1469552 w 4180049"/>
              <a:gd name="connsiteY6" fmla="*/ 3183993 h 4180049"/>
              <a:gd name="connsiteX7" fmla="*/ 578012 w 4180049"/>
              <a:gd name="connsiteY7" fmla="*/ 2292453 h 4180049"/>
              <a:gd name="connsiteX8" fmla="*/ 578012 w 4180049"/>
              <a:gd name="connsiteY8" fmla="*/ 2193678 h 4180049"/>
              <a:gd name="connsiteX9" fmla="*/ 582107 w 4180049"/>
              <a:gd name="connsiteY9" fmla="*/ 2190425 h 4180049"/>
              <a:gd name="connsiteX10" fmla="*/ 854781 w 4180049"/>
              <a:gd name="connsiteY10" fmla="*/ 1916105 h 4180049"/>
              <a:gd name="connsiteX11" fmla="*/ 953556 w 4180049"/>
              <a:gd name="connsiteY11" fmla="*/ 1916105 h 4180049"/>
              <a:gd name="connsiteX12" fmla="*/ 1518498 w 4180049"/>
              <a:gd name="connsiteY12" fmla="*/ 2481048 h 4180049"/>
              <a:gd name="connsiteX13" fmla="*/ 4180049 w 4180049"/>
              <a:gd name="connsiteY13" fmla="*/ 2090024 h 4180049"/>
              <a:gd name="connsiteX14" fmla="*/ 3567728 w 4180049"/>
              <a:gd name="connsiteY14" fmla="*/ 612321 h 4180049"/>
              <a:gd name="connsiteX15" fmla="*/ 2090025 w 4180049"/>
              <a:gd name="connsiteY15" fmla="*/ 0 h 4180049"/>
              <a:gd name="connsiteX16" fmla="*/ 612321 w 4180049"/>
              <a:gd name="connsiteY16" fmla="*/ 612321 h 4180049"/>
              <a:gd name="connsiteX17" fmla="*/ 0 w 4180049"/>
              <a:gd name="connsiteY17" fmla="*/ 2090024 h 4180049"/>
              <a:gd name="connsiteX18" fmla="*/ 612321 w 4180049"/>
              <a:gd name="connsiteY18" fmla="*/ 3567728 h 4180049"/>
              <a:gd name="connsiteX19" fmla="*/ 2090025 w 4180049"/>
              <a:gd name="connsiteY19" fmla="*/ 4180049 h 4180049"/>
              <a:gd name="connsiteX20" fmla="*/ 3567728 w 4180049"/>
              <a:gd name="connsiteY20" fmla="*/ 3567728 h 4180049"/>
              <a:gd name="connsiteX21" fmla="*/ 4180049 w 4180049"/>
              <a:gd name="connsiteY21" fmla="*/ 2090024 h 4180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9">
                <a:moveTo>
                  <a:pt x="1517675" y="2480264"/>
                </a:moveTo>
                <a:lnTo>
                  <a:pt x="3141552" y="856388"/>
                </a:lnTo>
                <a:cubicBezTo>
                  <a:pt x="3168494" y="829446"/>
                  <a:pt x="3212581" y="829446"/>
                  <a:pt x="3240327" y="856388"/>
                </a:cubicBezTo>
                <a:lnTo>
                  <a:pt x="3518742" y="1134803"/>
                </a:lnTo>
                <a:cubicBezTo>
                  <a:pt x="3545684" y="1161745"/>
                  <a:pt x="3545684" y="1205832"/>
                  <a:pt x="3518742" y="1233578"/>
                </a:cubicBezTo>
                <a:lnTo>
                  <a:pt x="1568327" y="3183993"/>
                </a:lnTo>
                <a:cubicBezTo>
                  <a:pt x="1541385" y="3210935"/>
                  <a:pt x="1497297" y="3210935"/>
                  <a:pt x="1469552" y="3183993"/>
                </a:cubicBezTo>
                <a:lnTo>
                  <a:pt x="578012" y="2292453"/>
                </a:lnTo>
                <a:cubicBezTo>
                  <a:pt x="551070" y="2265511"/>
                  <a:pt x="551070" y="2221424"/>
                  <a:pt x="578012" y="2193678"/>
                </a:cubicBezTo>
                <a:cubicBezTo>
                  <a:pt x="578816" y="2192875"/>
                  <a:pt x="580461" y="2191229"/>
                  <a:pt x="582107" y="2190425"/>
                </a:cubicBezTo>
                <a:lnTo>
                  <a:pt x="854781" y="1916105"/>
                </a:lnTo>
                <a:cubicBezTo>
                  <a:pt x="881723" y="1889163"/>
                  <a:pt x="925810" y="1888360"/>
                  <a:pt x="953556" y="1916105"/>
                </a:cubicBezTo>
                <a:lnTo>
                  <a:pt x="1518498" y="2481048"/>
                </a:lnTo>
                <a:close/>
                <a:moveTo>
                  <a:pt x="4180049" y="2090024"/>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4"/>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4"/>
                </a:cubicBezTo>
                <a:close/>
              </a:path>
            </a:pathLst>
          </a:custGeom>
          <a:solidFill>
            <a:schemeClr val="accent3"/>
          </a:solidFill>
          <a:ln w="9797" cap="flat">
            <a:noFill/>
            <a:prstDash val="solid"/>
            <a:miter/>
          </a:ln>
        </p:spPr>
        <p:txBody>
          <a:bodyPr rtlCol="0" anchor="ctr"/>
          <a:lstStyle/>
          <a:p>
            <a:endParaRPr lang="fr-FR"/>
          </a:p>
        </p:txBody>
      </p:sp>
      <p:sp>
        <p:nvSpPr>
          <p:cNvPr id="269" name="Rectangle 268">
            <a:extLst>
              <a:ext uri="{FF2B5EF4-FFF2-40B4-BE49-F238E27FC236}">
                <a16:creationId xmlns:a16="http://schemas.microsoft.com/office/drawing/2014/main" id="{AC80E461-C8B8-1003-7CAE-A499BC23A544}"/>
              </a:ext>
            </a:extLst>
          </p:cNvPr>
          <p:cNvSpPr/>
          <p:nvPr/>
        </p:nvSpPr>
        <p:spPr>
          <a:xfrm>
            <a:off x="3491837" y="3496373"/>
            <a:ext cx="4593736" cy="820624"/>
          </a:xfrm>
          <a:prstGeom prst="rect">
            <a:avLst/>
          </a:prstGeom>
          <a:solidFill>
            <a:schemeClr val="bg2"/>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a:solidFill>
                  <a:schemeClr val="tx1"/>
                </a:solidFill>
                <a:latin typeface="+mj-lt"/>
              </a:rPr>
              <a:t>ZONE D’ÉCHANGES</a:t>
            </a:r>
          </a:p>
          <a:p>
            <a:pPr algn="ctr"/>
            <a:r>
              <a:rPr lang="fr-FR" sz="1100">
                <a:solidFill>
                  <a:schemeClr val="tx1"/>
                </a:solidFill>
              </a:rPr>
              <a:t>Plateformes de médiation</a:t>
            </a:r>
          </a:p>
        </p:txBody>
      </p:sp>
      <p:sp>
        <p:nvSpPr>
          <p:cNvPr id="316" name="Forme libre : forme 315">
            <a:extLst>
              <a:ext uri="{FF2B5EF4-FFF2-40B4-BE49-F238E27FC236}">
                <a16:creationId xmlns:a16="http://schemas.microsoft.com/office/drawing/2014/main" id="{77B32849-3BFB-8388-7667-263098A5507C}"/>
              </a:ext>
            </a:extLst>
          </p:cNvPr>
          <p:cNvSpPr/>
          <p:nvPr/>
        </p:nvSpPr>
        <p:spPr>
          <a:xfrm>
            <a:off x="1829497" y="4219523"/>
            <a:ext cx="383159" cy="383159"/>
          </a:xfrm>
          <a:custGeom>
            <a:avLst/>
            <a:gdLst>
              <a:gd name="connsiteX0" fmla="*/ 1517675 w 4180049"/>
              <a:gd name="connsiteY0" fmla="*/ 2480264 h 4180049"/>
              <a:gd name="connsiteX1" fmla="*/ 3141552 w 4180049"/>
              <a:gd name="connsiteY1" fmla="*/ 856388 h 4180049"/>
              <a:gd name="connsiteX2" fmla="*/ 3240327 w 4180049"/>
              <a:gd name="connsiteY2" fmla="*/ 856388 h 4180049"/>
              <a:gd name="connsiteX3" fmla="*/ 3518742 w 4180049"/>
              <a:gd name="connsiteY3" fmla="*/ 1134803 h 4180049"/>
              <a:gd name="connsiteX4" fmla="*/ 3518742 w 4180049"/>
              <a:gd name="connsiteY4" fmla="*/ 1233578 h 4180049"/>
              <a:gd name="connsiteX5" fmla="*/ 1568327 w 4180049"/>
              <a:gd name="connsiteY5" fmla="*/ 3183993 h 4180049"/>
              <a:gd name="connsiteX6" fmla="*/ 1469552 w 4180049"/>
              <a:gd name="connsiteY6" fmla="*/ 3183993 h 4180049"/>
              <a:gd name="connsiteX7" fmla="*/ 578012 w 4180049"/>
              <a:gd name="connsiteY7" fmla="*/ 2292453 h 4180049"/>
              <a:gd name="connsiteX8" fmla="*/ 578012 w 4180049"/>
              <a:gd name="connsiteY8" fmla="*/ 2193678 h 4180049"/>
              <a:gd name="connsiteX9" fmla="*/ 582107 w 4180049"/>
              <a:gd name="connsiteY9" fmla="*/ 2190425 h 4180049"/>
              <a:gd name="connsiteX10" fmla="*/ 854781 w 4180049"/>
              <a:gd name="connsiteY10" fmla="*/ 1916105 h 4180049"/>
              <a:gd name="connsiteX11" fmla="*/ 953556 w 4180049"/>
              <a:gd name="connsiteY11" fmla="*/ 1916105 h 4180049"/>
              <a:gd name="connsiteX12" fmla="*/ 1518498 w 4180049"/>
              <a:gd name="connsiteY12" fmla="*/ 2481048 h 4180049"/>
              <a:gd name="connsiteX13" fmla="*/ 4180049 w 4180049"/>
              <a:gd name="connsiteY13" fmla="*/ 2090024 h 4180049"/>
              <a:gd name="connsiteX14" fmla="*/ 3567728 w 4180049"/>
              <a:gd name="connsiteY14" fmla="*/ 612321 h 4180049"/>
              <a:gd name="connsiteX15" fmla="*/ 2090025 w 4180049"/>
              <a:gd name="connsiteY15" fmla="*/ 0 h 4180049"/>
              <a:gd name="connsiteX16" fmla="*/ 612321 w 4180049"/>
              <a:gd name="connsiteY16" fmla="*/ 612321 h 4180049"/>
              <a:gd name="connsiteX17" fmla="*/ 0 w 4180049"/>
              <a:gd name="connsiteY17" fmla="*/ 2090024 h 4180049"/>
              <a:gd name="connsiteX18" fmla="*/ 612321 w 4180049"/>
              <a:gd name="connsiteY18" fmla="*/ 3567728 h 4180049"/>
              <a:gd name="connsiteX19" fmla="*/ 2090025 w 4180049"/>
              <a:gd name="connsiteY19" fmla="*/ 4180049 h 4180049"/>
              <a:gd name="connsiteX20" fmla="*/ 3567728 w 4180049"/>
              <a:gd name="connsiteY20" fmla="*/ 3567728 h 4180049"/>
              <a:gd name="connsiteX21" fmla="*/ 4180049 w 4180049"/>
              <a:gd name="connsiteY21" fmla="*/ 2090024 h 4180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9">
                <a:moveTo>
                  <a:pt x="1517675" y="2480264"/>
                </a:moveTo>
                <a:lnTo>
                  <a:pt x="3141552" y="856388"/>
                </a:lnTo>
                <a:cubicBezTo>
                  <a:pt x="3168494" y="829446"/>
                  <a:pt x="3212581" y="829446"/>
                  <a:pt x="3240327" y="856388"/>
                </a:cubicBezTo>
                <a:lnTo>
                  <a:pt x="3518742" y="1134803"/>
                </a:lnTo>
                <a:cubicBezTo>
                  <a:pt x="3545684" y="1161745"/>
                  <a:pt x="3545684" y="1205832"/>
                  <a:pt x="3518742" y="1233578"/>
                </a:cubicBezTo>
                <a:lnTo>
                  <a:pt x="1568327" y="3183993"/>
                </a:lnTo>
                <a:cubicBezTo>
                  <a:pt x="1541385" y="3210935"/>
                  <a:pt x="1497297" y="3210935"/>
                  <a:pt x="1469552" y="3183993"/>
                </a:cubicBezTo>
                <a:lnTo>
                  <a:pt x="578012" y="2292453"/>
                </a:lnTo>
                <a:cubicBezTo>
                  <a:pt x="551070" y="2265511"/>
                  <a:pt x="551070" y="2221424"/>
                  <a:pt x="578012" y="2193678"/>
                </a:cubicBezTo>
                <a:cubicBezTo>
                  <a:pt x="578816" y="2192875"/>
                  <a:pt x="580461" y="2191229"/>
                  <a:pt x="582107" y="2190425"/>
                </a:cubicBezTo>
                <a:lnTo>
                  <a:pt x="854781" y="1916105"/>
                </a:lnTo>
                <a:cubicBezTo>
                  <a:pt x="881723" y="1889163"/>
                  <a:pt x="925810" y="1888360"/>
                  <a:pt x="953556" y="1916105"/>
                </a:cubicBezTo>
                <a:lnTo>
                  <a:pt x="1518498" y="2481048"/>
                </a:lnTo>
                <a:close/>
                <a:moveTo>
                  <a:pt x="4180049" y="2090024"/>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4"/>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4"/>
                </a:cubicBezTo>
                <a:close/>
              </a:path>
            </a:pathLst>
          </a:custGeom>
          <a:solidFill>
            <a:schemeClr val="accent3"/>
          </a:solidFill>
          <a:ln w="9797" cap="flat">
            <a:noFill/>
            <a:prstDash val="solid"/>
            <a:miter/>
          </a:ln>
        </p:spPr>
        <p:txBody>
          <a:bodyPr rtlCol="0" anchor="ctr"/>
          <a:lstStyle/>
          <a:p>
            <a:endParaRPr lang="fr-FR"/>
          </a:p>
        </p:txBody>
      </p:sp>
      <p:sp>
        <p:nvSpPr>
          <p:cNvPr id="317" name="Forme libre : forme 316">
            <a:extLst>
              <a:ext uri="{FF2B5EF4-FFF2-40B4-BE49-F238E27FC236}">
                <a16:creationId xmlns:a16="http://schemas.microsoft.com/office/drawing/2014/main" id="{6DC45B1B-50F3-E5C5-0C5A-B96A1AB16AC2}"/>
              </a:ext>
            </a:extLst>
          </p:cNvPr>
          <p:cNvSpPr/>
          <p:nvPr/>
        </p:nvSpPr>
        <p:spPr>
          <a:xfrm>
            <a:off x="1829497" y="5159326"/>
            <a:ext cx="383159" cy="383159"/>
          </a:xfrm>
          <a:custGeom>
            <a:avLst/>
            <a:gdLst>
              <a:gd name="connsiteX0" fmla="*/ 1517675 w 4180049"/>
              <a:gd name="connsiteY0" fmla="*/ 2480264 h 4180049"/>
              <a:gd name="connsiteX1" fmla="*/ 3141552 w 4180049"/>
              <a:gd name="connsiteY1" fmla="*/ 856388 h 4180049"/>
              <a:gd name="connsiteX2" fmla="*/ 3240327 w 4180049"/>
              <a:gd name="connsiteY2" fmla="*/ 856388 h 4180049"/>
              <a:gd name="connsiteX3" fmla="*/ 3518742 w 4180049"/>
              <a:gd name="connsiteY3" fmla="*/ 1134803 h 4180049"/>
              <a:gd name="connsiteX4" fmla="*/ 3518742 w 4180049"/>
              <a:gd name="connsiteY4" fmla="*/ 1233578 h 4180049"/>
              <a:gd name="connsiteX5" fmla="*/ 1568327 w 4180049"/>
              <a:gd name="connsiteY5" fmla="*/ 3183993 h 4180049"/>
              <a:gd name="connsiteX6" fmla="*/ 1469552 w 4180049"/>
              <a:gd name="connsiteY6" fmla="*/ 3183993 h 4180049"/>
              <a:gd name="connsiteX7" fmla="*/ 578012 w 4180049"/>
              <a:gd name="connsiteY7" fmla="*/ 2292453 h 4180049"/>
              <a:gd name="connsiteX8" fmla="*/ 578012 w 4180049"/>
              <a:gd name="connsiteY8" fmla="*/ 2193678 h 4180049"/>
              <a:gd name="connsiteX9" fmla="*/ 582107 w 4180049"/>
              <a:gd name="connsiteY9" fmla="*/ 2190425 h 4180049"/>
              <a:gd name="connsiteX10" fmla="*/ 854781 w 4180049"/>
              <a:gd name="connsiteY10" fmla="*/ 1916105 h 4180049"/>
              <a:gd name="connsiteX11" fmla="*/ 953556 w 4180049"/>
              <a:gd name="connsiteY11" fmla="*/ 1916105 h 4180049"/>
              <a:gd name="connsiteX12" fmla="*/ 1518498 w 4180049"/>
              <a:gd name="connsiteY12" fmla="*/ 2481048 h 4180049"/>
              <a:gd name="connsiteX13" fmla="*/ 4180049 w 4180049"/>
              <a:gd name="connsiteY13" fmla="*/ 2090024 h 4180049"/>
              <a:gd name="connsiteX14" fmla="*/ 3567728 w 4180049"/>
              <a:gd name="connsiteY14" fmla="*/ 612321 h 4180049"/>
              <a:gd name="connsiteX15" fmla="*/ 2090025 w 4180049"/>
              <a:gd name="connsiteY15" fmla="*/ 0 h 4180049"/>
              <a:gd name="connsiteX16" fmla="*/ 612321 w 4180049"/>
              <a:gd name="connsiteY16" fmla="*/ 612321 h 4180049"/>
              <a:gd name="connsiteX17" fmla="*/ 0 w 4180049"/>
              <a:gd name="connsiteY17" fmla="*/ 2090024 h 4180049"/>
              <a:gd name="connsiteX18" fmla="*/ 612321 w 4180049"/>
              <a:gd name="connsiteY18" fmla="*/ 3567728 h 4180049"/>
              <a:gd name="connsiteX19" fmla="*/ 2090025 w 4180049"/>
              <a:gd name="connsiteY19" fmla="*/ 4180049 h 4180049"/>
              <a:gd name="connsiteX20" fmla="*/ 3567728 w 4180049"/>
              <a:gd name="connsiteY20" fmla="*/ 3567728 h 4180049"/>
              <a:gd name="connsiteX21" fmla="*/ 4180049 w 4180049"/>
              <a:gd name="connsiteY21" fmla="*/ 2090024 h 4180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9">
                <a:moveTo>
                  <a:pt x="1517675" y="2480264"/>
                </a:moveTo>
                <a:lnTo>
                  <a:pt x="3141552" y="856388"/>
                </a:lnTo>
                <a:cubicBezTo>
                  <a:pt x="3168494" y="829446"/>
                  <a:pt x="3212581" y="829446"/>
                  <a:pt x="3240327" y="856388"/>
                </a:cubicBezTo>
                <a:lnTo>
                  <a:pt x="3518742" y="1134803"/>
                </a:lnTo>
                <a:cubicBezTo>
                  <a:pt x="3545684" y="1161745"/>
                  <a:pt x="3545684" y="1205832"/>
                  <a:pt x="3518742" y="1233578"/>
                </a:cubicBezTo>
                <a:lnTo>
                  <a:pt x="1568327" y="3183993"/>
                </a:lnTo>
                <a:cubicBezTo>
                  <a:pt x="1541385" y="3210935"/>
                  <a:pt x="1497297" y="3210935"/>
                  <a:pt x="1469552" y="3183993"/>
                </a:cubicBezTo>
                <a:lnTo>
                  <a:pt x="578012" y="2292453"/>
                </a:lnTo>
                <a:cubicBezTo>
                  <a:pt x="551070" y="2265511"/>
                  <a:pt x="551070" y="2221424"/>
                  <a:pt x="578012" y="2193678"/>
                </a:cubicBezTo>
                <a:cubicBezTo>
                  <a:pt x="578816" y="2192875"/>
                  <a:pt x="580461" y="2191229"/>
                  <a:pt x="582107" y="2190425"/>
                </a:cubicBezTo>
                <a:lnTo>
                  <a:pt x="854781" y="1916105"/>
                </a:lnTo>
                <a:cubicBezTo>
                  <a:pt x="881723" y="1889163"/>
                  <a:pt x="925810" y="1888360"/>
                  <a:pt x="953556" y="1916105"/>
                </a:cubicBezTo>
                <a:lnTo>
                  <a:pt x="1518498" y="2481048"/>
                </a:lnTo>
                <a:close/>
                <a:moveTo>
                  <a:pt x="4180049" y="2090024"/>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4"/>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4"/>
                </a:cubicBezTo>
                <a:close/>
              </a:path>
            </a:pathLst>
          </a:custGeom>
          <a:solidFill>
            <a:schemeClr val="accent3"/>
          </a:solidFill>
          <a:ln w="9797" cap="flat">
            <a:noFill/>
            <a:prstDash val="solid"/>
            <a:miter/>
          </a:ln>
        </p:spPr>
        <p:txBody>
          <a:bodyPr rtlCol="0" anchor="ctr"/>
          <a:lstStyle/>
          <a:p>
            <a:endParaRPr lang="fr-FR"/>
          </a:p>
        </p:txBody>
      </p:sp>
      <p:sp>
        <p:nvSpPr>
          <p:cNvPr id="322" name="Espace réservé du texte 3">
            <a:extLst>
              <a:ext uri="{FF2B5EF4-FFF2-40B4-BE49-F238E27FC236}">
                <a16:creationId xmlns:a16="http://schemas.microsoft.com/office/drawing/2014/main" id="{D1FA91BE-961B-EF94-91DE-4AB43025E54B}"/>
              </a:ext>
            </a:extLst>
          </p:cNvPr>
          <p:cNvSpPr>
            <a:spLocks noGrp="1"/>
          </p:cNvSpPr>
          <p:nvPr>
            <p:ph type="body" sz="quarter" idx="35"/>
          </p:nvPr>
        </p:nvSpPr>
        <p:spPr>
          <a:xfrm>
            <a:off x="337931" y="922713"/>
            <a:ext cx="11433654" cy="273879"/>
          </a:xfrm>
        </p:spPr>
        <p:txBody>
          <a:bodyPr/>
          <a:lstStyle/>
          <a:p>
            <a:r>
              <a:rPr lang="fr-FR"/>
              <a:t>Rappels</a:t>
            </a:r>
          </a:p>
        </p:txBody>
      </p:sp>
      <p:sp>
        <p:nvSpPr>
          <p:cNvPr id="323" name="Espace réservé du texte 1">
            <a:extLst>
              <a:ext uri="{FF2B5EF4-FFF2-40B4-BE49-F238E27FC236}">
                <a16:creationId xmlns:a16="http://schemas.microsoft.com/office/drawing/2014/main" id="{644B803D-861B-99F4-69C2-43D9757512A2}"/>
              </a:ext>
            </a:extLst>
          </p:cNvPr>
          <p:cNvSpPr>
            <a:spLocks noGrp="1"/>
          </p:cNvSpPr>
          <p:nvPr>
            <p:ph type="body" sz="quarter" idx="10"/>
          </p:nvPr>
        </p:nvSpPr>
        <p:spPr>
          <a:xfrm>
            <a:off x="337933" y="564022"/>
            <a:ext cx="11433652" cy="358691"/>
          </a:xfrm>
        </p:spPr>
        <p:txBody>
          <a:bodyPr/>
          <a:lstStyle/>
          <a:p>
            <a:r>
              <a:rPr lang="fr-FR"/>
              <a:t>Médiation &amp; Urbanisation</a:t>
            </a:r>
          </a:p>
        </p:txBody>
      </p:sp>
      <p:sp>
        <p:nvSpPr>
          <p:cNvPr id="60" name="Forme libre : forme 59">
            <a:extLst>
              <a:ext uri="{FF2B5EF4-FFF2-40B4-BE49-F238E27FC236}">
                <a16:creationId xmlns:a16="http://schemas.microsoft.com/office/drawing/2014/main" id="{F29E9028-B516-BD26-108A-CBECC2E36C62}"/>
              </a:ext>
            </a:extLst>
          </p:cNvPr>
          <p:cNvSpPr/>
          <p:nvPr/>
        </p:nvSpPr>
        <p:spPr>
          <a:xfrm>
            <a:off x="1849176" y="3368939"/>
            <a:ext cx="383159" cy="383159"/>
          </a:xfrm>
          <a:custGeom>
            <a:avLst/>
            <a:gdLst>
              <a:gd name="connsiteX0" fmla="*/ 1517675 w 4180049"/>
              <a:gd name="connsiteY0" fmla="*/ 2480264 h 4180049"/>
              <a:gd name="connsiteX1" fmla="*/ 3141552 w 4180049"/>
              <a:gd name="connsiteY1" fmla="*/ 856388 h 4180049"/>
              <a:gd name="connsiteX2" fmla="*/ 3240327 w 4180049"/>
              <a:gd name="connsiteY2" fmla="*/ 856388 h 4180049"/>
              <a:gd name="connsiteX3" fmla="*/ 3518742 w 4180049"/>
              <a:gd name="connsiteY3" fmla="*/ 1134803 h 4180049"/>
              <a:gd name="connsiteX4" fmla="*/ 3518742 w 4180049"/>
              <a:gd name="connsiteY4" fmla="*/ 1233578 h 4180049"/>
              <a:gd name="connsiteX5" fmla="*/ 1568327 w 4180049"/>
              <a:gd name="connsiteY5" fmla="*/ 3183993 h 4180049"/>
              <a:gd name="connsiteX6" fmla="*/ 1469552 w 4180049"/>
              <a:gd name="connsiteY6" fmla="*/ 3183993 h 4180049"/>
              <a:gd name="connsiteX7" fmla="*/ 578012 w 4180049"/>
              <a:gd name="connsiteY7" fmla="*/ 2292453 h 4180049"/>
              <a:gd name="connsiteX8" fmla="*/ 578012 w 4180049"/>
              <a:gd name="connsiteY8" fmla="*/ 2193678 h 4180049"/>
              <a:gd name="connsiteX9" fmla="*/ 582107 w 4180049"/>
              <a:gd name="connsiteY9" fmla="*/ 2190425 h 4180049"/>
              <a:gd name="connsiteX10" fmla="*/ 854781 w 4180049"/>
              <a:gd name="connsiteY10" fmla="*/ 1916105 h 4180049"/>
              <a:gd name="connsiteX11" fmla="*/ 953556 w 4180049"/>
              <a:gd name="connsiteY11" fmla="*/ 1916105 h 4180049"/>
              <a:gd name="connsiteX12" fmla="*/ 1518498 w 4180049"/>
              <a:gd name="connsiteY12" fmla="*/ 2481048 h 4180049"/>
              <a:gd name="connsiteX13" fmla="*/ 4180049 w 4180049"/>
              <a:gd name="connsiteY13" fmla="*/ 2090024 h 4180049"/>
              <a:gd name="connsiteX14" fmla="*/ 3567728 w 4180049"/>
              <a:gd name="connsiteY14" fmla="*/ 612321 h 4180049"/>
              <a:gd name="connsiteX15" fmla="*/ 2090025 w 4180049"/>
              <a:gd name="connsiteY15" fmla="*/ 0 h 4180049"/>
              <a:gd name="connsiteX16" fmla="*/ 612321 w 4180049"/>
              <a:gd name="connsiteY16" fmla="*/ 612321 h 4180049"/>
              <a:gd name="connsiteX17" fmla="*/ 0 w 4180049"/>
              <a:gd name="connsiteY17" fmla="*/ 2090024 h 4180049"/>
              <a:gd name="connsiteX18" fmla="*/ 612321 w 4180049"/>
              <a:gd name="connsiteY18" fmla="*/ 3567728 h 4180049"/>
              <a:gd name="connsiteX19" fmla="*/ 2090025 w 4180049"/>
              <a:gd name="connsiteY19" fmla="*/ 4180049 h 4180049"/>
              <a:gd name="connsiteX20" fmla="*/ 3567728 w 4180049"/>
              <a:gd name="connsiteY20" fmla="*/ 3567728 h 4180049"/>
              <a:gd name="connsiteX21" fmla="*/ 4180049 w 4180049"/>
              <a:gd name="connsiteY21" fmla="*/ 2090024 h 4180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80049" h="4180049">
                <a:moveTo>
                  <a:pt x="1517675" y="2480264"/>
                </a:moveTo>
                <a:lnTo>
                  <a:pt x="3141552" y="856388"/>
                </a:lnTo>
                <a:cubicBezTo>
                  <a:pt x="3168494" y="829446"/>
                  <a:pt x="3212581" y="829446"/>
                  <a:pt x="3240327" y="856388"/>
                </a:cubicBezTo>
                <a:lnTo>
                  <a:pt x="3518742" y="1134803"/>
                </a:lnTo>
                <a:cubicBezTo>
                  <a:pt x="3545684" y="1161745"/>
                  <a:pt x="3545684" y="1205832"/>
                  <a:pt x="3518742" y="1233578"/>
                </a:cubicBezTo>
                <a:lnTo>
                  <a:pt x="1568327" y="3183993"/>
                </a:lnTo>
                <a:cubicBezTo>
                  <a:pt x="1541385" y="3210935"/>
                  <a:pt x="1497297" y="3210935"/>
                  <a:pt x="1469552" y="3183993"/>
                </a:cubicBezTo>
                <a:lnTo>
                  <a:pt x="578012" y="2292453"/>
                </a:lnTo>
                <a:cubicBezTo>
                  <a:pt x="551070" y="2265511"/>
                  <a:pt x="551070" y="2221424"/>
                  <a:pt x="578012" y="2193678"/>
                </a:cubicBezTo>
                <a:cubicBezTo>
                  <a:pt x="578816" y="2192875"/>
                  <a:pt x="580461" y="2191229"/>
                  <a:pt x="582107" y="2190425"/>
                </a:cubicBezTo>
                <a:lnTo>
                  <a:pt x="854781" y="1916105"/>
                </a:lnTo>
                <a:cubicBezTo>
                  <a:pt x="881723" y="1889163"/>
                  <a:pt x="925810" y="1888360"/>
                  <a:pt x="953556" y="1916105"/>
                </a:cubicBezTo>
                <a:lnTo>
                  <a:pt x="1518498" y="2481048"/>
                </a:lnTo>
                <a:close/>
                <a:moveTo>
                  <a:pt x="4180049" y="2090024"/>
                </a:moveTo>
                <a:cubicBezTo>
                  <a:pt x="4180049" y="1512797"/>
                  <a:pt x="3945721" y="990295"/>
                  <a:pt x="3567728" y="612321"/>
                </a:cubicBezTo>
                <a:cubicBezTo>
                  <a:pt x="3189734" y="234348"/>
                  <a:pt x="2667194" y="0"/>
                  <a:pt x="2090025" y="0"/>
                </a:cubicBezTo>
                <a:cubicBezTo>
                  <a:pt x="1512797" y="0"/>
                  <a:pt x="990295" y="234328"/>
                  <a:pt x="612321" y="612321"/>
                </a:cubicBezTo>
                <a:cubicBezTo>
                  <a:pt x="234348" y="990315"/>
                  <a:pt x="0" y="1512855"/>
                  <a:pt x="0" y="2090024"/>
                </a:cubicBezTo>
                <a:cubicBezTo>
                  <a:pt x="0" y="2667253"/>
                  <a:pt x="234328" y="3189754"/>
                  <a:pt x="612321" y="3567728"/>
                </a:cubicBezTo>
                <a:cubicBezTo>
                  <a:pt x="990315" y="3945701"/>
                  <a:pt x="1512855" y="4180049"/>
                  <a:pt x="2090025" y="4180049"/>
                </a:cubicBezTo>
                <a:cubicBezTo>
                  <a:pt x="2667253" y="4180049"/>
                  <a:pt x="3189754" y="3945721"/>
                  <a:pt x="3567728" y="3567728"/>
                </a:cubicBezTo>
                <a:cubicBezTo>
                  <a:pt x="3945701" y="3189734"/>
                  <a:pt x="4180049" y="2667194"/>
                  <a:pt x="4180049" y="2090024"/>
                </a:cubicBezTo>
                <a:close/>
              </a:path>
            </a:pathLst>
          </a:custGeom>
          <a:solidFill>
            <a:schemeClr val="accent3"/>
          </a:solidFill>
          <a:ln w="9797" cap="flat">
            <a:noFill/>
            <a:prstDash val="solid"/>
            <a:miter/>
          </a:ln>
        </p:spPr>
        <p:txBody>
          <a:bodyPr rtlCol="0" anchor="ctr"/>
          <a:lstStyle/>
          <a:p>
            <a:endParaRPr lang="fr-FR"/>
          </a:p>
        </p:txBody>
      </p:sp>
      <p:sp>
        <p:nvSpPr>
          <p:cNvPr id="16" name="Rectangle 15">
            <a:extLst>
              <a:ext uri="{FF2B5EF4-FFF2-40B4-BE49-F238E27FC236}">
                <a16:creationId xmlns:a16="http://schemas.microsoft.com/office/drawing/2014/main" id="{901E4911-6F57-C9E9-115A-38B8749F435B}"/>
              </a:ext>
            </a:extLst>
          </p:cNvPr>
          <p:cNvSpPr/>
          <p:nvPr/>
        </p:nvSpPr>
        <p:spPr>
          <a:xfrm>
            <a:off x="2692401" y="1315251"/>
            <a:ext cx="5743136" cy="1389056"/>
          </a:xfrm>
          <a:prstGeom prst="rect">
            <a:avLst/>
          </a:prstGeom>
          <a:noFill/>
          <a:ln w="38100">
            <a:solidFill>
              <a:schemeClr val="tx1">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b="1" i="1">
                <a:solidFill>
                  <a:schemeClr val="tx1">
                    <a:lumMod val="90000"/>
                    <a:lumOff val="10000"/>
                  </a:schemeClr>
                </a:solidFill>
              </a:rPr>
              <a:t>DOMAINE FONCTIONNEL PRODUIT</a:t>
            </a:r>
            <a:endParaRPr lang="fr-FR" b="1" i="1">
              <a:solidFill>
                <a:schemeClr val="tx1">
                  <a:lumMod val="90000"/>
                  <a:lumOff val="10000"/>
                </a:schemeClr>
              </a:solidFill>
            </a:endParaRPr>
          </a:p>
        </p:txBody>
      </p:sp>
      <p:sp>
        <p:nvSpPr>
          <p:cNvPr id="73" name="Rectangle 72">
            <a:extLst>
              <a:ext uri="{FF2B5EF4-FFF2-40B4-BE49-F238E27FC236}">
                <a16:creationId xmlns:a16="http://schemas.microsoft.com/office/drawing/2014/main" id="{BDC4AE62-2DE9-CDD5-FC33-52AC2A7CBEB8}"/>
              </a:ext>
            </a:extLst>
          </p:cNvPr>
          <p:cNvSpPr/>
          <p:nvPr/>
        </p:nvSpPr>
        <p:spPr>
          <a:xfrm>
            <a:off x="8562810" y="2581972"/>
            <a:ext cx="3591090" cy="2276931"/>
          </a:xfrm>
          <a:prstGeom prst="rect">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b="1" i="1">
                <a:solidFill>
                  <a:schemeClr val="accent5"/>
                </a:solidFill>
              </a:rPr>
              <a:t>DOMAINE FONCTIONNEL VENTES</a:t>
            </a:r>
            <a:endParaRPr lang="fr-FR" b="1" i="1">
              <a:solidFill>
                <a:schemeClr val="accent5"/>
              </a:solidFill>
            </a:endParaRPr>
          </a:p>
        </p:txBody>
      </p:sp>
      <p:sp>
        <p:nvSpPr>
          <p:cNvPr id="75" name="Rectangle 74">
            <a:extLst>
              <a:ext uri="{FF2B5EF4-FFF2-40B4-BE49-F238E27FC236}">
                <a16:creationId xmlns:a16="http://schemas.microsoft.com/office/drawing/2014/main" id="{A2A2C66E-D90E-0D23-FA95-F464D9585F01}"/>
              </a:ext>
            </a:extLst>
          </p:cNvPr>
          <p:cNvSpPr/>
          <p:nvPr/>
        </p:nvSpPr>
        <p:spPr>
          <a:xfrm>
            <a:off x="2921772" y="5035958"/>
            <a:ext cx="5743136" cy="1389056"/>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fr-FR" sz="1200" b="1" i="1">
                <a:solidFill>
                  <a:schemeClr val="accent6"/>
                </a:solidFill>
              </a:rPr>
              <a:t>DOMAINE FONCTIONNEL RELATION CLIENT</a:t>
            </a:r>
            <a:endParaRPr lang="fr-FR" b="1" i="1">
              <a:solidFill>
                <a:schemeClr val="accent6"/>
              </a:solidFill>
            </a:endParaRPr>
          </a:p>
        </p:txBody>
      </p:sp>
      <p:sp>
        <p:nvSpPr>
          <p:cNvPr id="78" name="Rectangle à coins arrondis 3">
            <a:extLst>
              <a:ext uri="{FF2B5EF4-FFF2-40B4-BE49-F238E27FC236}">
                <a16:creationId xmlns:a16="http://schemas.microsoft.com/office/drawing/2014/main" id="{7BEB57EE-9C86-24C1-AC05-AC724E58F92E}"/>
              </a:ext>
            </a:extLst>
          </p:cNvPr>
          <p:cNvSpPr/>
          <p:nvPr>
            <p:custDataLst>
              <p:tags r:id="rId1"/>
            </p:custDataLst>
          </p:nvPr>
        </p:nvSpPr>
        <p:spPr bwMode="auto">
          <a:xfrm>
            <a:off x="9303831" y="1256731"/>
            <a:ext cx="2170529" cy="593625"/>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a:solidFill>
                  <a:schemeClr val="tx1"/>
                </a:solidFill>
              </a:rPr>
              <a:t>Chaque domaine expose des services / APIs</a:t>
            </a:r>
          </a:p>
        </p:txBody>
      </p:sp>
      <p:sp>
        <p:nvSpPr>
          <p:cNvPr id="2" name="Rectangle 1">
            <a:extLst>
              <a:ext uri="{FF2B5EF4-FFF2-40B4-BE49-F238E27FC236}">
                <a16:creationId xmlns:a16="http://schemas.microsoft.com/office/drawing/2014/main" id="{028B7EDC-D382-B178-4610-D99679226BC1}"/>
              </a:ext>
            </a:extLst>
          </p:cNvPr>
          <p:cNvSpPr/>
          <p:nvPr/>
        </p:nvSpPr>
        <p:spPr>
          <a:xfrm>
            <a:off x="5138935" y="6518162"/>
            <a:ext cx="7053065" cy="33983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Segmentation par domaines pour les responsabilités fonctionnelles </a:t>
            </a:r>
          </a:p>
        </p:txBody>
      </p:sp>
    </p:spTree>
    <p:extLst>
      <p:ext uri="{BB962C8B-B14F-4D97-AF65-F5344CB8AC3E}">
        <p14:creationId xmlns:p14="http://schemas.microsoft.com/office/powerpoint/2010/main" val="25885935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wipe(left)">
                                      <p:cBhvr>
                                        <p:cTn id="7"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Bulle narrative : ronde 48">
            <a:extLst>
              <a:ext uri="{FF2B5EF4-FFF2-40B4-BE49-F238E27FC236}">
                <a16:creationId xmlns:a16="http://schemas.microsoft.com/office/drawing/2014/main" id="{AD10AE78-654B-8493-AC71-8123C7B8BC38}"/>
              </a:ext>
            </a:extLst>
          </p:cNvPr>
          <p:cNvSpPr/>
          <p:nvPr/>
        </p:nvSpPr>
        <p:spPr>
          <a:xfrm>
            <a:off x="6453396" y="6140698"/>
            <a:ext cx="1943100" cy="504000"/>
          </a:xfrm>
          <a:prstGeom prst="wedgeEllipseCallout">
            <a:avLst>
              <a:gd name="adj1" fmla="val -27450"/>
              <a:gd name="adj2" fmla="val -60921"/>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Répartition des responsabilités ?</a:t>
            </a:r>
          </a:p>
        </p:txBody>
      </p:sp>
      <p:sp>
        <p:nvSpPr>
          <p:cNvPr id="16" name="Bulle narrative : ronde 52">
            <a:extLst>
              <a:ext uri="{FF2B5EF4-FFF2-40B4-BE49-F238E27FC236}">
                <a16:creationId xmlns:a16="http://schemas.microsoft.com/office/drawing/2014/main" id="{96B66610-D439-2D84-9440-B5438F8BA397}"/>
              </a:ext>
            </a:extLst>
          </p:cNvPr>
          <p:cNvSpPr/>
          <p:nvPr/>
        </p:nvSpPr>
        <p:spPr>
          <a:xfrm>
            <a:off x="3795506" y="6148833"/>
            <a:ext cx="1943100" cy="504000"/>
          </a:xfrm>
          <a:prstGeom prst="wedgeEllipseCallout">
            <a:avLst>
              <a:gd name="adj1" fmla="val 17484"/>
              <a:gd name="adj2" fmla="val -60371"/>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Evolutivité du modèle ?</a:t>
            </a:r>
          </a:p>
        </p:txBody>
      </p:sp>
      <p:sp>
        <p:nvSpPr>
          <p:cNvPr id="62" name="Espace réservé du texte 61">
            <a:extLst>
              <a:ext uri="{FF2B5EF4-FFF2-40B4-BE49-F238E27FC236}">
                <a16:creationId xmlns:a16="http://schemas.microsoft.com/office/drawing/2014/main" id="{0AEE2888-F31A-7CB5-ABAF-984E276E8520}"/>
              </a:ext>
            </a:extLst>
          </p:cNvPr>
          <p:cNvSpPr>
            <a:spLocks noGrp="1"/>
          </p:cNvSpPr>
          <p:nvPr>
            <p:ph type="body" sz="quarter" idx="35"/>
          </p:nvPr>
        </p:nvSpPr>
        <p:spPr/>
        <p:txBody>
          <a:bodyPr/>
          <a:lstStyle/>
          <a:p>
            <a:r>
              <a:rPr lang="fr-FR"/>
              <a:t>Pourquoi l’Urbanisation pour BYCN IT ?</a:t>
            </a:r>
          </a:p>
        </p:txBody>
      </p:sp>
      <p:sp>
        <p:nvSpPr>
          <p:cNvPr id="198" name="Espace réservé du texte 1">
            <a:extLst>
              <a:ext uri="{FF2B5EF4-FFF2-40B4-BE49-F238E27FC236}">
                <a16:creationId xmlns:a16="http://schemas.microsoft.com/office/drawing/2014/main" id="{F6320B2D-BCB2-B87D-EC33-81B0E96AD76B}"/>
              </a:ext>
            </a:extLst>
          </p:cNvPr>
          <p:cNvSpPr>
            <a:spLocks noGrp="1"/>
          </p:cNvSpPr>
          <p:nvPr>
            <p:ph type="body" sz="quarter" idx="10"/>
          </p:nvPr>
        </p:nvSpPr>
        <p:spPr/>
        <p:txBody>
          <a:bodyPr/>
          <a:lstStyle/>
          <a:p>
            <a:r>
              <a:rPr lang="fr-FR"/>
              <a:t>Médiation &amp; Urbanisation</a:t>
            </a:r>
          </a:p>
        </p:txBody>
      </p:sp>
      <p:graphicFrame>
        <p:nvGraphicFramePr>
          <p:cNvPr id="2" name="Diagramme 1">
            <a:extLst>
              <a:ext uri="{FF2B5EF4-FFF2-40B4-BE49-F238E27FC236}">
                <a16:creationId xmlns:a16="http://schemas.microsoft.com/office/drawing/2014/main" id="{172D4209-9528-098C-DBFC-1669B8DC4A4A}"/>
              </a:ext>
            </a:extLst>
          </p:cNvPr>
          <p:cNvGraphicFramePr/>
          <p:nvPr>
            <p:extLst>
              <p:ext uri="{D42A27DB-BD31-4B8C-83A1-F6EECF244321}">
                <p14:modId xmlns:p14="http://schemas.microsoft.com/office/powerpoint/2010/main" val="60967711"/>
              </p:ext>
            </p:extLst>
          </p:nvPr>
        </p:nvGraphicFramePr>
        <p:xfrm>
          <a:off x="471489" y="1321220"/>
          <a:ext cx="11558586" cy="471428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Graphique 4" descr="Flèche en cercle avec un remplissage uni">
            <a:extLst>
              <a:ext uri="{FF2B5EF4-FFF2-40B4-BE49-F238E27FC236}">
                <a16:creationId xmlns:a16="http://schemas.microsoft.com/office/drawing/2014/main" id="{99C4B4BB-C570-E6E0-E72F-B818946AF60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4151" y="1270621"/>
            <a:ext cx="1090660" cy="1090660"/>
          </a:xfrm>
          <a:prstGeom prst="rect">
            <a:avLst/>
          </a:prstGeom>
        </p:spPr>
      </p:pic>
      <p:pic>
        <p:nvPicPr>
          <p:cNvPr id="8" name="Graphique 7" descr="Œil avec un remplissage uni">
            <a:extLst>
              <a:ext uri="{FF2B5EF4-FFF2-40B4-BE49-F238E27FC236}">
                <a16:creationId xmlns:a16="http://schemas.microsoft.com/office/drawing/2014/main" id="{0EE14D72-B665-03B6-D004-9C422E051DB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64168" y="2597703"/>
            <a:ext cx="914400" cy="914400"/>
          </a:xfrm>
          <a:prstGeom prst="rect">
            <a:avLst/>
          </a:prstGeom>
        </p:spPr>
      </p:pic>
      <p:pic>
        <p:nvPicPr>
          <p:cNvPr id="10" name="Image 9">
            <a:extLst>
              <a:ext uri="{FF2B5EF4-FFF2-40B4-BE49-F238E27FC236}">
                <a16:creationId xmlns:a16="http://schemas.microsoft.com/office/drawing/2014/main" id="{9409BE82-A8B2-AC46-8C36-D0FF33496F7F}"/>
              </a:ext>
            </a:extLst>
          </p:cNvPr>
          <p:cNvPicPr>
            <a:picLocks noChangeAspect="1"/>
          </p:cNvPicPr>
          <p:nvPr/>
        </p:nvPicPr>
        <p:blipFill>
          <a:blip r:embed="rId13"/>
          <a:stretch>
            <a:fillRect/>
          </a:stretch>
        </p:blipFill>
        <p:spPr>
          <a:xfrm>
            <a:off x="900545" y="3946541"/>
            <a:ext cx="660349" cy="660349"/>
          </a:xfrm>
          <a:prstGeom prst="rect">
            <a:avLst/>
          </a:prstGeom>
        </p:spPr>
      </p:pic>
      <p:sp>
        <p:nvSpPr>
          <p:cNvPr id="12" name="Bulle narrative : ronde 47">
            <a:extLst>
              <a:ext uri="{FF2B5EF4-FFF2-40B4-BE49-F238E27FC236}">
                <a16:creationId xmlns:a16="http://schemas.microsoft.com/office/drawing/2014/main" id="{14D54B5C-4004-5720-0328-1D60F0D249F5}"/>
              </a:ext>
            </a:extLst>
          </p:cNvPr>
          <p:cNvSpPr/>
          <p:nvPr/>
        </p:nvSpPr>
        <p:spPr>
          <a:xfrm>
            <a:off x="8131194" y="6145572"/>
            <a:ext cx="1943100" cy="504000"/>
          </a:xfrm>
          <a:prstGeom prst="wedgeEllipseCallout">
            <a:avLst>
              <a:gd name="adj1" fmla="val -42238"/>
              <a:gd name="adj2" fmla="val -54702"/>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Fiabilité des données ?</a:t>
            </a:r>
          </a:p>
        </p:txBody>
      </p:sp>
      <p:sp>
        <p:nvSpPr>
          <p:cNvPr id="14" name="Bulle narrative : ronde 49">
            <a:extLst>
              <a:ext uri="{FF2B5EF4-FFF2-40B4-BE49-F238E27FC236}">
                <a16:creationId xmlns:a16="http://schemas.microsoft.com/office/drawing/2014/main" id="{300C2BB7-0838-39D3-0E1E-368EE31CAC08}"/>
              </a:ext>
            </a:extLst>
          </p:cNvPr>
          <p:cNvSpPr/>
          <p:nvPr/>
        </p:nvSpPr>
        <p:spPr>
          <a:xfrm>
            <a:off x="2053372" y="6148833"/>
            <a:ext cx="1943100" cy="504000"/>
          </a:xfrm>
          <a:prstGeom prst="wedgeEllipseCallout">
            <a:avLst>
              <a:gd name="adj1" fmla="val 30148"/>
              <a:gd name="adj2" fmla="val -61878"/>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Couplage lâche ?</a:t>
            </a:r>
          </a:p>
        </p:txBody>
      </p:sp>
      <p:sp>
        <p:nvSpPr>
          <p:cNvPr id="15" name="Bulle narrative : ronde 50">
            <a:extLst>
              <a:ext uri="{FF2B5EF4-FFF2-40B4-BE49-F238E27FC236}">
                <a16:creationId xmlns:a16="http://schemas.microsoft.com/office/drawing/2014/main" id="{A9BD960E-28AA-2D9D-2451-CC56FA9FFE06}"/>
              </a:ext>
            </a:extLst>
          </p:cNvPr>
          <p:cNvSpPr/>
          <p:nvPr/>
        </p:nvSpPr>
        <p:spPr>
          <a:xfrm>
            <a:off x="42840" y="6148833"/>
            <a:ext cx="2238191" cy="504000"/>
          </a:xfrm>
          <a:prstGeom prst="wedgeEllipseCallout">
            <a:avLst>
              <a:gd name="adj1" fmla="val 56320"/>
              <a:gd name="adj2" fmla="val -50539"/>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Performance des bases de données ?</a:t>
            </a:r>
          </a:p>
        </p:txBody>
      </p:sp>
      <p:sp>
        <p:nvSpPr>
          <p:cNvPr id="11" name="Bulle narrative : ronde 6">
            <a:extLst>
              <a:ext uri="{FF2B5EF4-FFF2-40B4-BE49-F238E27FC236}">
                <a16:creationId xmlns:a16="http://schemas.microsoft.com/office/drawing/2014/main" id="{8DFE7A1C-A47A-FD61-45AD-538920B7AA98}"/>
              </a:ext>
            </a:extLst>
          </p:cNvPr>
          <p:cNvSpPr/>
          <p:nvPr/>
        </p:nvSpPr>
        <p:spPr>
          <a:xfrm>
            <a:off x="9678451" y="6134733"/>
            <a:ext cx="1943100" cy="504000"/>
          </a:xfrm>
          <a:prstGeom prst="wedgeEllipseCallout">
            <a:avLst>
              <a:gd name="adj1" fmla="val -48774"/>
              <a:gd name="adj2" fmla="val -50893"/>
            </a:avLst>
          </a:prstGeom>
          <a:solidFill>
            <a:schemeClr val="bg1"/>
          </a:solidFill>
          <a:ln>
            <a:solidFill>
              <a:schemeClr val="tx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Qui est maître de la donnée ?</a:t>
            </a:r>
          </a:p>
        </p:txBody>
      </p:sp>
      <p:pic>
        <p:nvPicPr>
          <p:cNvPr id="2050" name="Picture 2">
            <a:extLst>
              <a:ext uri="{FF2B5EF4-FFF2-40B4-BE49-F238E27FC236}">
                <a16:creationId xmlns:a16="http://schemas.microsoft.com/office/drawing/2014/main" id="{CB44B126-3D19-E393-5BC9-8473C8FCE21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00545" y="5157670"/>
            <a:ext cx="660349" cy="660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04136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 name="Groupe 80">
            <a:extLst>
              <a:ext uri="{FF2B5EF4-FFF2-40B4-BE49-F238E27FC236}">
                <a16:creationId xmlns:a16="http://schemas.microsoft.com/office/drawing/2014/main" id="{C3A1658A-F14C-21C5-0420-3DDFE57638B0}"/>
              </a:ext>
            </a:extLst>
          </p:cNvPr>
          <p:cNvGrpSpPr/>
          <p:nvPr/>
        </p:nvGrpSpPr>
        <p:grpSpPr>
          <a:xfrm>
            <a:off x="-13400" y="2464322"/>
            <a:ext cx="5234766" cy="1929356"/>
            <a:chOff x="1" y="2863977"/>
            <a:chExt cx="6935519" cy="1929356"/>
          </a:xfrm>
        </p:grpSpPr>
        <p:sp>
          <p:nvSpPr>
            <p:cNvPr id="85" name="Rectangle 84">
              <a:extLst>
                <a:ext uri="{FF2B5EF4-FFF2-40B4-BE49-F238E27FC236}">
                  <a16:creationId xmlns:a16="http://schemas.microsoft.com/office/drawing/2014/main" id="{274F9BA2-1C73-2411-2870-D3672C59CCF4}"/>
                </a:ext>
              </a:extLst>
            </p:cNvPr>
            <p:cNvSpPr/>
            <p:nvPr/>
          </p:nvSpPr>
          <p:spPr>
            <a:xfrm>
              <a:off x="1" y="2863977"/>
              <a:ext cx="6823279"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Les différents types de solution de médiation proposés par la plateforme</a:t>
              </a:r>
            </a:p>
          </p:txBody>
        </p:sp>
        <p:sp>
          <p:nvSpPr>
            <p:cNvPr id="87" name="Rectangle 86">
              <a:extLst>
                <a:ext uri="{FF2B5EF4-FFF2-40B4-BE49-F238E27FC236}">
                  <a16:creationId xmlns:a16="http://schemas.microsoft.com/office/drawing/2014/main" id="{E38B2E64-D4D5-2B6B-BF7C-5D39A65AA264}"/>
                </a:ext>
              </a:extLst>
            </p:cNvPr>
            <p:cNvSpPr/>
            <p:nvPr/>
          </p:nvSpPr>
          <p:spPr>
            <a:xfrm>
              <a:off x="6697362" y="2863978"/>
              <a:ext cx="238158" cy="1929355"/>
            </a:xfrm>
            <a:prstGeom prst="rect">
              <a:avLst/>
            </a:prstGeom>
            <a:solidFill>
              <a:srgbClr val="006C9F">
                <a:alpha val="636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7BB83A"/>
                </a:solidFill>
                <a:effectLst/>
                <a:uLnTx/>
                <a:uFillTx/>
                <a:latin typeface="Arial"/>
                <a:ea typeface="+mn-ea"/>
                <a:cs typeface="+mn-cs"/>
              </a:endParaRPr>
            </a:p>
          </p:txBody>
        </p:sp>
      </p:grpSp>
      <p:pic>
        <p:nvPicPr>
          <p:cNvPr id="58" name="Picture 4" descr="Médiation de la consommation : une solution pour régler les litiges à  l'amiable | Dossier Familial | Dossier Familial">
            <a:extLst>
              <a:ext uri="{FF2B5EF4-FFF2-40B4-BE49-F238E27FC236}">
                <a16:creationId xmlns:a16="http://schemas.microsoft.com/office/drawing/2014/main" id="{6E1962DF-D432-29B8-18AD-D9AB9DD35BE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201" r="20815"/>
          <a:stretch/>
        </p:blipFill>
        <p:spPr bwMode="auto">
          <a:xfrm>
            <a:off x="5221366" y="0"/>
            <a:ext cx="2986216" cy="6858000"/>
          </a:xfrm>
          <a:prstGeom prst="rect">
            <a:avLst/>
          </a:prstGeom>
          <a:noFill/>
          <a:extLst>
            <a:ext uri="{909E8E84-426E-40DD-AFC4-6F175D3DCCD1}">
              <a14:hiddenFill xmlns:a14="http://schemas.microsoft.com/office/drawing/2010/main">
                <a:solidFill>
                  <a:srgbClr val="FFFFFF"/>
                </a:solidFill>
              </a14:hiddenFill>
            </a:ext>
          </a:extLst>
        </p:spPr>
      </p:pic>
      <p:sp>
        <p:nvSpPr>
          <p:cNvPr id="92" name="Rectangle 91">
            <a:extLst>
              <a:ext uri="{FF2B5EF4-FFF2-40B4-BE49-F238E27FC236}">
                <a16:creationId xmlns:a16="http://schemas.microsoft.com/office/drawing/2014/main" id="{484A9F92-A02A-7E4D-52B5-414BE76161CD}"/>
              </a:ext>
            </a:extLst>
          </p:cNvPr>
          <p:cNvSpPr/>
          <p:nvPr>
            <p:custDataLst>
              <p:tags r:id="rId1"/>
            </p:custDataLst>
          </p:nvPr>
        </p:nvSpPr>
        <p:spPr>
          <a:xfrm>
            <a:off x="5211289" y="-1"/>
            <a:ext cx="2986216"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grpSp>
        <p:nvGrpSpPr>
          <p:cNvPr id="118" name="Groupe 117">
            <a:extLst>
              <a:ext uri="{FF2B5EF4-FFF2-40B4-BE49-F238E27FC236}">
                <a16:creationId xmlns:a16="http://schemas.microsoft.com/office/drawing/2014/main" id="{76FC55DF-4358-F497-44C7-6D719472173C}"/>
              </a:ext>
            </a:extLst>
          </p:cNvPr>
          <p:cNvGrpSpPr/>
          <p:nvPr/>
        </p:nvGrpSpPr>
        <p:grpSpPr>
          <a:xfrm>
            <a:off x="7877160" y="5274416"/>
            <a:ext cx="3842882" cy="648000"/>
            <a:chOff x="7880947" y="5236422"/>
            <a:chExt cx="3842882" cy="648000"/>
          </a:xfrm>
        </p:grpSpPr>
        <p:sp>
          <p:nvSpPr>
            <p:cNvPr id="48" name="TextBox 4">
              <a:extLst>
                <a:ext uri="{FF2B5EF4-FFF2-40B4-BE49-F238E27FC236}">
                  <a16:creationId xmlns:a16="http://schemas.microsoft.com/office/drawing/2014/main" id="{B132117E-19EE-F1CF-618B-2A58EA8A6885}"/>
                </a:ext>
              </a:extLst>
            </p:cNvPr>
            <p:cNvSpPr txBox="1"/>
            <p:nvPr/>
          </p:nvSpPr>
          <p:spPr>
            <a:xfrm>
              <a:off x="8737615" y="5403456"/>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Batch </a:t>
              </a:r>
              <a:r>
                <a:rPr lang="fr-FR" err="1"/>
                <a:t>Processing</a:t>
              </a:r>
              <a:endParaRPr lang="fr-FR"/>
            </a:p>
          </p:txBody>
        </p:sp>
        <p:grpSp>
          <p:nvGrpSpPr>
            <p:cNvPr id="71" name="Groupe 70">
              <a:extLst>
                <a:ext uri="{FF2B5EF4-FFF2-40B4-BE49-F238E27FC236}">
                  <a16:creationId xmlns:a16="http://schemas.microsoft.com/office/drawing/2014/main" id="{A14B6B86-F02C-F5CF-666B-C8392AFF90DC}"/>
                </a:ext>
              </a:extLst>
            </p:cNvPr>
            <p:cNvGrpSpPr/>
            <p:nvPr/>
          </p:nvGrpSpPr>
          <p:grpSpPr>
            <a:xfrm>
              <a:off x="7880947" y="5236422"/>
              <a:ext cx="648000" cy="648000"/>
              <a:chOff x="7865191" y="4255159"/>
              <a:chExt cx="663756" cy="648000"/>
            </a:xfrm>
          </p:grpSpPr>
          <p:sp>
            <p:nvSpPr>
              <p:cNvPr id="49" name="Oval 9">
                <a:extLst>
                  <a:ext uri="{FF2B5EF4-FFF2-40B4-BE49-F238E27FC236}">
                    <a16:creationId xmlns:a16="http://schemas.microsoft.com/office/drawing/2014/main" id="{569CA1CD-3F6F-7275-9836-310A165CC4BF}"/>
                  </a:ext>
                </a:extLst>
              </p:cNvPr>
              <p:cNvSpPr/>
              <p:nvPr/>
            </p:nvSpPr>
            <p:spPr>
              <a:xfrm>
                <a:off x="7865191" y="4255159"/>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60" name="Shape 7667">
                <a:extLst>
                  <a:ext uri="{FF2B5EF4-FFF2-40B4-BE49-F238E27FC236}">
                    <a16:creationId xmlns:a16="http://schemas.microsoft.com/office/drawing/2014/main" id="{15110208-8F51-43EA-862D-BB01CA99DEC7}"/>
                  </a:ext>
                </a:extLst>
              </p:cNvPr>
              <p:cNvSpPr/>
              <p:nvPr/>
            </p:nvSpPr>
            <p:spPr>
              <a:xfrm rot="16200000" flipH="1">
                <a:off x="7906969" y="4363159"/>
                <a:ext cx="504000" cy="432000"/>
              </a:xfrm>
              <a:custGeom>
                <a:avLst/>
                <a:gdLst/>
                <a:ahLst/>
                <a:cxnLst/>
                <a:rect l="0" t="0" r="0" b="0"/>
                <a:pathLst>
                  <a:path w="120000" h="120000" extrusionOk="0">
                    <a:moveTo>
                      <a:pt x="70911" y="109088"/>
                    </a:moveTo>
                    <a:cubicBezTo>
                      <a:pt x="70911" y="112100"/>
                      <a:pt x="68466" y="114544"/>
                      <a:pt x="65455" y="114544"/>
                    </a:cubicBezTo>
                    <a:lnTo>
                      <a:pt x="54544" y="114544"/>
                    </a:lnTo>
                    <a:cubicBezTo>
                      <a:pt x="51533" y="114544"/>
                      <a:pt x="49088" y="112100"/>
                      <a:pt x="49088" y="109088"/>
                    </a:cubicBezTo>
                    <a:lnTo>
                      <a:pt x="49088" y="98183"/>
                    </a:lnTo>
                    <a:cubicBezTo>
                      <a:pt x="49088" y="95172"/>
                      <a:pt x="51533" y="92727"/>
                      <a:pt x="54544" y="92727"/>
                    </a:cubicBezTo>
                    <a:lnTo>
                      <a:pt x="65455" y="92727"/>
                    </a:lnTo>
                    <a:cubicBezTo>
                      <a:pt x="68466" y="92727"/>
                      <a:pt x="70911" y="95172"/>
                      <a:pt x="70911" y="98183"/>
                    </a:cubicBezTo>
                    <a:cubicBezTo>
                      <a:pt x="70911" y="98183"/>
                      <a:pt x="70911" y="109088"/>
                      <a:pt x="70911" y="109088"/>
                    </a:cubicBezTo>
                    <a:close/>
                    <a:moveTo>
                      <a:pt x="65455" y="87272"/>
                    </a:moveTo>
                    <a:lnTo>
                      <a:pt x="54544" y="87272"/>
                    </a:lnTo>
                    <a:cubicBezTo>
                      <a:pt x="48522" y="87272"/>
                      <a:pt x="43638" y="92155"/>
                      <a:pt x="43638" y="98183"/>
                    </a:cubicBezTo>
                    <a:lnTo>
                      <a:pt x="43638" y="109088"/>
                    </a:lnTo>
                    <a:cubicBezTo>
                      <a:pt x="43638" y="115116"/>
                      <a:pt x="48522" y="120000"/>
                      <a:pt x="54544" y="120000"/>
                    </a:cubicBezTo>
                    <a:lnTo>
                      <a:pt x="65455" y="120000"/>
                    </a:lnTo>
                    <a:cubicBezTo>
                      <a:pt x="71477" y="120000"/>
                      <a:pt x="76361" y="115116"/>
                      <a:pt x="76361" y="109088"/>
                    </a:cubicBezTo>
                    <a:lnTo>
                      <a:pt x="76361" y="98183"/>
                    </a:lnTo>
                    <a:cubicBezTo>
                      <a:pt x="76361" y="92155"/>
                      <a:pt x="71477" y="87272"/>
                      <a:pt x="65455" y="87272"/>
                    </a:cubicBezTo>
                    <a:moveTo>
                      <a:pt x="114544" y="109088"/>
                    </a:moveTo>
                    <a:cubicBezTo>
                      <a:pt x="114544" y="112100"/>
                      <a:pt x="112100" y="114544"/>
                      <a:pt x="109088" y="114544"/>
                    </a:cubicBezTo>
                    <a:lnTo>
                      <a:pt x="98183" y="114544"/>
                    </a:lnTo>
                    <a:cubicBezTo>
                      <a:pt x="95172" y="114544"/>
                      <a:pt x="92727" y="112100"/>
                      <a:pt x="92727" y="109088"/>
                    </a:cubicBezTo>
                    <a:lnTo>
                      <a:pt x="92727" y="98183"/>
                    </a:lnTo>
                    <a:cubicBezTo>
                      <a:pt x="92727" y="95172"/>
                      <a:pt x="95172" y="92727"/>
                      <a:pt x="98183" y="92727"/>
                    </a:cubicBezTo>
                    <a:lnTo>
                      <a:pt x="109088" y="92727"/>
                    </a:lnTo>
                    <a:cubicBezTo>
                      <a:pt x="112100" y="92727"/>
                      <a:pt x="114544" y="95172"/>
                      <a:pt x="114544" y="98183"/>
                    </a:cubicBezTo>
                    <a:cubicBezTo>
                      <a:pt x="114544" y="98183"/>
                      <a:pt x="114544" y="109088"/>
                      <a:pt x="114544" y="109088"/>
                    </a:cubicBezTo>
                    <a:close/>
                    <a:moveTo>
                      <a:pt x="109088" y="87272"/>
                    </a:moveTo>
                    <a:lnTo>
                      <a:pt x="98183" y="87272"/>
                    </a:lnTo>
                    <a:cubicBezTo>
                      <a:pt x="92155" y="87272"/>
                      <a:pt x="87272" y="92155"/>
                      <a:pt x="87272" y="98183"/>
                    </a:cubicBezTo>
                    <a:lnTo>
                      <a:pt x="87272" y="109088"/>
                    </a:lnTo>
                    <a:cubicBezTo>
                      <a:pt x="87272" y="115116"/>
                      <a:pt x="92155" y="120000"/>
                      <a:pt x="98183" y="120000"/>
                    </a:cubicBezTo>
                    <a:lnTo>
                      <a:pt x="109088" y="120000"/>
                    </a:lnTo>
                    <a:cubicBezTo>
                      <a:pt x="115116" y="120000"/>
                      <a:pt x="120000" y="115116"/>
                      <a:pt x="120000" y="109088"/>
                    </a:cubicBezTo>
                    <a:lnTo>
                      <a:pt x="120000" y="98183"/>
                    </a:lnTo>
                    <a:cubicBezTo>
                      <a:pt x="120000" y="92155"/>
                      <a:pt x="115116" y="87272"/>
                      <a:pt x="109088" y="87272"/>
                    </a:cubicBezTo>
                    <a:moveTo>
                      <a:pt x="27272" y="109088"/>
                    </a:moveTo>
                    <a:cubicBezTo>
                      <a:pt x="27272" y="112100"/>
                      <a:pt x="24827" y="114544"/>
                      <a:pt x="21816" y="114544"/>
                    </a:cubicBezTo>
                    <a:lnTo>
                      <a:pt x="10911" y="114544"/>
                    </a:lnTo>
                    <a:cubicBezTo>
                      <a:pt x="7900" y="114544"/>
                      <a:pt x="5455" y="112100"/>
                      <a:pt x="5455" y="109088"/>
                    </a:cubicBezTo>
                    <a:lnTo>
                      <a:pt x="5455" y="98183"/>
                    </a:lnTo>
                    <a:cubicBezTo>
                      <a:pt x="5455" y="95172"/>
                      <a:pt x="7900" y="92727"/>
                      <a:pt x="10911" y="92727"/>
                    </a:cubicBezTo>
                    <a:lnTo>
                      <a:pt x="21816" y="92727"/>
                    </a:lnTo>
                    <a:cubicBezTo>
                      <a:pt x="24827" y="92727"/>
                      <a:pt x="27272" y="95172"/>
                      <a:pt x="27272" y="98183"/>
                    </a:cubicBezTo>
                    <a:cubicBezTo>
                      <a:pt x="27272" y="98183"/>
                      <a:pt x="27272" y="109088"/>
                      <a:pt x="27272" y="109088"/>
                    </a:cubicBezTo>
                    <a:close/>
                    <a:moveTo>
                      <a:pt x="21816" y="87272"/>
                    </a:moveTo>
                    <a:lnTo>
                      <a:pt x="10911" y="87272"/>
                    </a:lnTo>
                    <a:cubicBezTo>
                      <a:pt x="4883" y="87272"/>
                      <a:pt x="0" y="92155"/>
                      <a:pt x="0" y="98183"/>
                    </a:cubicBezTo>
                    <a:lnTo>
                      <a:pt x="0" y="109088"/>
                    </a:lnTo>
                    <a:cubicBezTo>
                      <a:pt x="0" y="115116"/>
                      <a:pt x="4883" y="120000"/>
                      <a:pt x="10911" y="120000"/>
                    </a:cubicBezTo>
                    <a:lnTo>
                      <a:pt x="21816" y="120000"/>
                    </a:lnTo>
                    <a:cubicBezTo>
                      <a:pt x="27844" y="120000"/>
                      <a:pt x="32727" y="115116"/>
                      <a:pt x="32727" y="109088"/>
                    </a:cubicBezTo>
                    <a:lnTo>
                      <a:pt x="32727" y="98183"/>
                    </a:lnTo>
                    <a:cubicBezTo>
                      <a:pt x="32727" y="92155"/>
                      <a:pt x="27844" y="87272"/>
                      <a:pt x="21816" y="87272"/>
                    </a:cubicBezTo>
                    <a:moveTo>
                      <a:pt x="16361" y="81816"/>
                    </a:moveTo>
                    <a:cubicBezTo>
                      <a:pt x="17872" y="81816"/>
                      <a:pt x="19088" y="80594"/>
                      <a:pt x="19088" y="79088"/>
                    </a:cubicBezTo>
                    <a:lnTo>
                      <a:pt x="19088" y="60000"/>
                    </a:lnTo>
                    <a:lnTo>
                      <a:pt x="57272" y="60000"/>
                    </a:lnTo>
                    <a:lnTo>
                      <a:pt x="57272" y="79088"/>
                    </a:lnTo>
                    <a:cubicBezTo>
                      <a:pt x="57272" y="80594"/>
                      <a:pt x="58494" y="81816"/>
                      <a:pt x="60000" y="81816"/>
                    </a:cubicBezTo>
                    <a:cubicBezTo>
                      <a:pt x="61505" y="81816"/>
                      <a:pt x="62727" y="80594"/>
                      <a:pt x="62727" y="79088"/>
                    </a:cubicBezTo>
                    <a:lnTo>
                      <a:pt x="62727" y="60000"/>
                    </a:lnTo>
                    <a:lnTo>
                      <a:pt x="100911" y="60000"/>
                    </a:lnTo>
                    <a:lnTo>
                      <a:pt x="100911" y="79088"/>
                    </a:lnTo>
                    <a:cubicBezTo>
                      <a:pt x="100911" y="80594"/>
                      <a:pt x="102133" y="81816"/>
                      <a:pt x="103638" y="81816"/>
                    </a:cubicBezTo>
                    <a:cubicBezTo>
                      <a:pt x="105144" y="81816"/>
                      <a:pt x="106361" y="80594"/>
                      <a:pt x="106361" y="79088"/>
                    </a:cubicBezTo>
                    <a:lnTo>
                      <a:pt x="106361" y="57272"/>
                    </a:lnTo>
                    <a:cubicBezTo>
                      <a:pt x="106361" y="55766"/>
                      <a:pt x="105144" y="54544"/>
                      <a:pt x="103638" y="54544"/>
                    </a:cubicBezTo>
                    <a:lnTo>
                      <a:pt x="62727" y="54544"/>
                    </a:lnTo>
                    <a:lnTo>
                      <a:pt x="62727" y="40911"/>
                    </a:lnTo>
                    <a:cubicBezTo>
                      <a:pt x="62727" y="39405"/>
                      <a:pt x="61505" y="38183"/>
                      <a:pt x="60000" y="38183"/>
                    </a:cubicBezTo>
                    <a:cubicBezTo>
                      <a:pt x="58494" y="38183"/>
                      <a:pt x="57272" y="39405"/>
                      <a:pt x="57272" y="40911"/>
                    </a:cubicBezTo>
                    <a:lnTo>
                      <a:pt x="57272" y="54544"/>
                    </a:lnTo>
                    <a:lnTo>
                      <a:pt x="16361" y="54544"/>
                    </a:lnTo>
                    <a:cubicBezTo>
                      <a:pt x="14855" y="54544"/>
                      <a:pt x="13638" y="55766"/>
                      <a:pt x="13638" y="57272"/>
                    </a:cubicBezTo>
                    <a:lnTo>
                      <a:pt x="13638" y="79088"/>
                    </a:lnTo>
                    <a:cubicBezTo>
                      <a:pt x="13638" y="80594"/>
                      <a:pt x="14855" y="81816"/>
                      <a:pt x="16361" y="81816"/>
                    </a:cubicBezTo>
                    <a:moveTo>
                      <a:pt x="49088" y="10911"/>
                    </a:moveTo>
                    <a:cubicBezTo>
                      <a:pt x="49088" y="7900"/>
                      <a:pt x="51533" y="5455"/>
                      <a:pt x="54544" y="5455"/>
                    </a:cubicBezTo>
                    <a:lnTo>
                      <a:pt x="65455" y="5455"/>
                    </a:lnTo>
                    <a:cubicBezTo>
                      <a:pt x="68466" y="5455"/>
                      <a:pt x="70911" y="7900"/>
                      <a:pt x="70911" y="10911"/>
                    </a:cubicBezTo>
                    <a:lnTo>
                      <a:pt x="70911" y="21816"/>
                    </a:lnTo>
                    <a:cubicBezTo>
                      <a:pt x="70911" y="24827"/>
                      <a:pt x="68466" y="27272"/>
                      <a:pt x="65455" y="27272"/>
                    </a:cubicBezTo>
                    <a:lnTo>
                      <a:pt x="54544" y="27272"/>
                    </a:lnTo>
                    <a:cubicBezTo>
                      <a:pt x="51533" y="27272"/>
                      <a:pt x="49088" y="24827"/>
                      <a:pt x="49088" y="21816"/>
                    </a:cubicBezTo>
                    <a:cubicBezTo>
                      <a:pt x="49088" y="21816"/>
                      <a:pt x="49088" y="10911"/>
                      <a:pt x="49088" y="10911"/>
                    </a:cubicBezTo>
                    <a:close/>
                    <a:moveTo>
                      <a:pt x="54544" y="32727"/>
                    </a:moveTo>
                    <a:lnTo>
                      <a:pt x="65455" y="32727"/>
                    </a:lnTo>
                    <a:cubicBezTo>
                      <a:pt x="71477" y="32727"/>
                      <a:pt x="76361" y="27844"/>
                      <a:pt x="76361" y="21816"/>
                    </a:cubicBezTo>
                    <a:lnTo>
                      <a:pt x="76361" y="10911"/>
                    </a:lnTo>
                    <a:cubicBezTo>
                      <a:pt x="76361" y="4883"/>
                      <a:pt x="71477" y="0"/>
                      <a:pt x="65455" y="0"/>
                    </a:cubicBezTo>
                    <a:lnTo>
                      <a:pt x="54544" y="0"/>
                    </a:lnTo>
                    <a:cubicBezTo>
                      <a:pt x="48522" y="0"/>
                      <a:pt x="43638" y="4883"/>
                      <a:pt x="43638" y="10911"/>
                    </a:cubicBezTo>
                    <a:lnTo>
                      <a:pt x="43638" y="21816"/>
                    </a:lnTo>
                    <a:cubicBezTo>
                      <a:pt x="43638" y="27844"/>
                      <a:pt x="48522" y="32727"/>
                      <a:pt x="54544" y="32727"/>
                    </a:cubicBezTo>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grpSp>
      </p:grpSp>
      <p:grpSp>
        <p:nvGrpSpPr>
          <p:cNvPr id="119" name="Groupe 118">
            <a:extLst>
              <a:ext uri="{FF2B5EF4-FFF2-40B4-BE49-F238E27FC236}">
                <a16:creationId xmlns:a16="http://schemas.microsoft.com/office/drawing/2014/main" id="{6F3D91C0-C015-AED0-5D54-E089BC741A9F}"/>
              </a:ext>
            </a:extLst>
          </p:cNvPr>
          <p:cNvGrpSpPr/>
          <p:nvPr/>
        </p:nvGrpSpPr>
        <p:grpSpPr>
          <a:xfrm>
            <a:off x="7877160" y="6003196"/>
            <a:ext cx="3842882" cy="648000"/>
            <a:chOff x="7880947" y="6003196"/>
            <a:chExt cx="3842882" cy="648000"/>
          </a:xfrm>
        </p:grpSpPr>
        <p:sp>
          <p:nvSpPr>
            <p:cNvPr id="77" name="TextBox 4">
              <a:extLst>
                <a:ext uri="{FF2B5EF4-FFF2-40B4-BE49-F238E27FC236}">
                  <a16:creationId xmlns:a16="http://schemas.microsoft.com/office/drawing/2014/main" id="{0A4FC4FB-D674-5859-0BDD-F28817AF825D}"/>
                </a:ext>
              </a:extLst>
            </p:cNvPr>
            <p:cNvSpPr txBox="1"/>
            <p:nvPr/>
          </p:nvSpPr>
          <p:spPr>
            <a:xfrm>
              <a:off x="8737615" y="6059431"/>
              <a:ext cx="2986214" cy="535531"/>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Stream </a:t>
              </a:r>
              <a:r>
                <a:rPr lang="fr-FR" err="1"/>
                <a:t>Processing</a:t>
              </a:r>
              <a:r>
                <a:rPr lang="fr-FR"/>
                <a:t> (fil de l’eau)</a:t>
              </a:r>
            </a:p>
          </p:txBody>
        </p:sp>
        <p:grpSp>
          <p:nvGrpSpPr>
            <p:cNvPr id="74" name="Groupe 73">
              <a:extLst>
                <a:ext uri="{FF2B5EF4-FFF2-40B4-BE49-F238E27FC236}">
                  <a16:creationId xmlns:a16="http://schemas.microsoft.com/office/drawing/2014/main" id="{1EE08C95-6E24-78D0-4AD6-992A52416963}"/>
                </a:ext>
              </a:extLst>
            </p:cNvPr>
            <p:cNvGrpSpPr/>
            <p:nvPr/>
          </p:nvGrpSpPr>
          <p:grpSpPr>
            <a:xfrm>
              <a:off x="7880947" y="6003196"/>
              <a:ext cx="648000" cy="648000"/>
              <a:chOff x="7865186" y="5021932"/>
              <a:chExt cx="648000" cy="648000"/>
            </a:xfrm>
          </p:grpSpPr>
          <p:sp>
            <p:nvSpPr>
              <p:cNvPr id="52" name="Oval 9">
                <a:extLst>
                  <a:ext uri="{FF2B5EF4-FFF2-40B4-BE49-F238E27FC236}">
                    <a16:creationId xmlns:a16="http://schemas.microsoft.com/office/drawing/2014/main" id="{15DA6935-983C-F553-DDF5-5F06878CC933}"/>
                  </a:ext>
                </a:extLst>
              </p:cNvPr>
              <p:cNvSpPr/>
              <p:nvPr/>
            </p:nvSpPr>
            <p:spPr>
              <a:xfrm>
                <a:off x="7865186" y="5021932"/>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62" name="Shape 7296">
                <a:extLst>
                  <a:ext uri="{FF2B5EF4-FFF2-40B4-BE49-F238E27FC236}">
                    <a16:creationId xmlns:a16="http://schemas.microsoft.com/office/drawing/2014/main" id="{E7D3DCA7-55D3-B17C-DF2E-EB4026FC5635}"/>
                  </a:ext>
                </a:extLst>
              </p:cNvPr>
              <p:cNvSpPr/>
              <p:nvPr/>
            </p:nvSpPr>
            <p:spPr>
              <a:xfrm>
                <a:off x="7955186" y="5111932"/>
                <a:ext cx="468000" cy="468000"/>
              </a:xfrm>
              <a:custGeom>
                <a:avLst/>
                <a:gdLst/>
                <a:ahLst/>
                <a:cxnLst/>
                <a:rect l="0" t="0" r="0" b="0"/>
                <a:pathLst>
                  <a:path w="120000" h="120000" extrusionOk="0">
                    <a:moveTo>
                      <a:pt x="114219" y="43152"/>
                    </a:moveTo>
                    <a:lnTo>
                      <a:pt x="114219" y="43152"/>
                    </a:lnTo>
                    <a:cubicBezTo>
                      <a:pt x="108438" y="43152"/>
                      <a:pt x="108438" y="43152"/>
                      <a:pt x="108438" y="43152"/>
                    </a:cubicBezTo>
                    <a:cubicBezTo>
                      <a:pt x="105647" y="43152"/>
                      <a:pt x="105647" y="43152"/>
                      <a:pt x="105647" y="43152"/>
                    </a:cubicBezTo>
                    <a:cubicBezTo>
                      <a:pt x="90099" y="43152"/>
                      <a:pt x="90099" y="43152"/>
                      <a:pt x="90099" y="43152"/>
                    </a:cubicBezTo>
                    <a:cubicBezTo>
                      <a:pt x="85913" y="43152"/>
                      <a:pt x="84518" y="40394"/>
                      <a:pt x="84518" y="37635"/>
                    </a:cubicBezTo>
                    <a:cubicBezTo>
                      <a:pt x="84518" y="34876"/>
                      <a:pt x="85913" y="31921"/>
                      <a:pt x="90099" y="31921"/>
                    </a:cubicBezTo>
                    <a:cubicBezTo>
                      <a:pt x="100066" y="31921"/>
                      <a:pt x="100066" y="31921"/>
                      <a:pt x="100066" y="31921"/>
                    </a:cubicBezTo>
                    <a:cubicBezTo>
                      <a:pt x="90099" y="19507"/>
                      <a:pt x="76146" y="11034"/>
                      <a:pt x="59202" y="11034"/>
                    </a:cubicBezTo>
                    <a:cubicBezTo>
                      <a:pt x="32491" y="11034"/>
                      <a:pt x="11362" y="33300"/>
                      <a:pt x="11362" y="59901"/>
                    </a:cubicBezTo>
                    <a:cubicBezTo>
                      <a:pt x="11362" y="62660"/>
                      <a:pt x="8372" y="65418"/>
                      <a:pt x="5581" y="65418"/>
                    </a:cubicBezTo>
                    <a:cubicBezTo>
                      <a:pt x="1395" y="65418"/>
                      <a:pt x="0" y="62660"/>
                      <a:pt x="0" y="59901"/>
                    </a:cubicBezTo>
                    <a:lnTo>
                      <a:pt x="0" y="59901"/>
                    </a:lnTo>
                    <a:cubicBezTo>
                      <a:pt x="0" y="26403"/>
                      <a:pt x="26710" y="0"/>
                      <a:pt x="59202" y="0"/>
                    </a:cubicBezTo>
                    <a:cubicBezTo>
                      <a:pt x="80332" y="0"/>
                      <a:pt x="97275" y="9655"/>
                      <a:pt x="108438" y="25024"/>
                    </a:cubicBezTo>
                    <a:cubicBezTo>
                      <a:pt x="108438" y="15369"/>
                      <a:pt x="108438" y="15369"/>
                      <a:pt x="108438" y="15369"/>
                    </a:cubicBezTo>
                    <a:cubicBezTo>
                      <a:pt x="108438" y="12610"/>
                      <a:pt x="111229" y="9655"/>
                      <a:pt x="114219" y="9655"/>
                    </a:cubicBezTo>
                    <a:cubicBezTo>
                      <a:pt x="117009" y="9655"/>
                      <a:pt x="119800" y="12610"/>
                      <a:pt x="119800" y="15369"/>
                    </a:cubicBezTo>
                    <a:cubicBezTo>
                      <a:pt x="119800" y="37635"/>
                      <a:pt x="119800" y="37635"/>
                      <a:pt x="119800" y="37635"/>
                    </a:cubicBezTo>
                    <a:cubicBezTo>
                      <a:pt x="119800" y="40394"/>
                      <a:pt x="117009" y="43152"/>
                      <a:pt x="114219" y="43152"/>
                    </a:cubicBezTo>
                    <a:close/>
                    <a:moveTo>
                      <a:pt x="5581" y="76650"/>
                    </a:moveTo>
                    <a:lnTo>
                      <a:pt x="5581" y="76650"/>
                    </a:lnTo>
                    <a:cubicBezTo>
                      <a:pt x="29501" y="76650"/>
                      <a:pt x="29501" y="76650"/>
                      <a:pt x="29501" y="76650"/>
                    </a:cubicBezTo>
                    <a:cubicBezTo>
                      <a:pt x="32491" y="76650"/>
                      <a:pt x="35282" y="79408"/>
                      <a:pt x="35282" y="82167"/>
                    </a:cubicBezTo>
                    <a:cubicBezTo>
                      <a:pt x="35282" y="84926"/>
                      <a:pt x="32491" y="87684"/>
                      <a:pt x="29501" y="87684"/>
                    </a:cubicBezTo>
                    <a:cubicBezTo>
                      <a:pt x="19734" y="87684"/>
                      <a:pt x="19734" y="87684"/>
                      <a:pt x="19734" y="87684"/>
                    </a:cubicBezTo>
                    <a:cubicBezTo>
                      <a:pt x="28106" y="100295"/>
                      <a:pt x="43654" y="108571"/>
                      <a:pt x="59202" y="108571"/>
                    </a:cubicBezTo>
                    <a:cubicBezTo>
                      <a:pt x="85913" y="108571"/>
                      <a:pt x="108438" y="86305"/>
                      <a:pt x="108438" y="59901"/>
                    </a:cubicBezTo>
                    <a:cubicBezTo>
                      <a:pt x="108438" y="57142"/>
                      <a:pt x="111229" y="54384"/>
                      <a:pt x="114219" y="54384"/>
                    </a:cubicBezTo>
                    <a:cubicBezTo>
                      <a:pt x="117009" y="54384"/>
                      <a:pt x="119800" y="57142"/>
                      <a:pt x="119800" y="59901"/>
                    </a:cubicBezTo>
                    <a:lnTo>
                      <a:pt x="119800" y="59901"/>
                    </a:lnTo>
                    <a:cubicBezTo>
                      <a:pt x="119800" y="93201"/>
                      <a:pt x="92890" y="119802"/>
                      <a:pt x="59202" y="119802"/>
                    </a:cubicBezTo>
                    <a:cubicBezTo>
                      <a:pt x="39468" y="119802"/>
                      <a:pt x="21129" y="109950"/>
                      <a:pt x="11362" y="94581"/>
                    </a:cubicBezTo>
                    <a:cubicBezTo>
                      <a:pt x="11362" y="104433"/>
                      <a:pt x="11362" y="104433"/>
                      <a:pt x="11362" y="104433"/>
                    </a:cubicBezTo>
                    <a:cubicBezTo>
                      <a:pt x="11362" y="107192"/>
                      <a:pt x="8372" y="109950"/>
                      <a:pt x="5581" y="109950"/>
                    </a:cubicBezTo>
                    <a:cubicBezTo>
                      <a:pt x="1395" y="109950"/>
                      <a:pt x="0" y="107192"/>
                      <a:pt x="0" y="104433"/>
                    </a:cubicBezTo>
                    <a:cubicBezTo>
                      <a:pt x="0" y="82167"/>
                      <a:pt x="0" y="82167"/>
                      <a:pt x="0" y="82167"/>
                    </a:cubicBezTo>
                    <a:cubicBezTo>
                      <a:pt x="0" y="79408"/>
                      <a:pt x="1395" y="76650"/>
                      <a:pt x="5581" y="76650"/>
                    </a:cubicBezTo>
                    <a:close/>
                  </a:path>
                </a:pathLst>
              </a:custGeom>
              <a:solidFill>
                <a:schemeClr val="tx1"/>
              </a:solidFill>
              <a:ln>
                <a:noFill/>
              </a:ln>
            </p:spPr>
            <p:txBody>
              <a:bodyPr lIns="45713" tIns="22850" rIns="45713" bIns="22850" anchor="ctr" anchorCtr="0">
                <a:noAutofit/>
              </a:bodyPr>
              <a:lstStyle/>
              <a:p>
                <a:endParaRPr sz="900">
                  <a:solidFill>
                    <a:schemeClr val="dk1"/>
                  </a:solidFill>
                  <a:latin typeface="Calibri"/>
                  <a:ea typeface="Calibri"/>
                  <a:cs typeface="Calibri"/>
                  <a:sym typeface="Calibri"/>
                </a:endParaRPr>
              </a:p>
            </p:txBody>
          </p:sp>
        </p:grpSp>
      </p:grpSp>
      <p:grpSp>
        <p:nvGrpSpPr>
          <p:cNvPr id="116" name="Groupe 115">
            <a:extLst>
              <a:ext uri="{FF2B5EF4-FFF2-40B4-BE49-F238E27FC236}">
                <a16:creationId xmlns:a16="http://schemas.microsoft.com/office/drawing/2014/main" id="{797F0608-D402-5AB8-0C7B-4EED6976CAA2}"/>
              </a:ext>
            </a:extLst>
          </p:cNvPr>
          <p:cNvGrpSpPr/>
          <p:nvPr/>
        </p:nvGrpSpPr>
        <p:grpSpPr>
          <a:xfrm>
            <a:off x="7877160" y="3816850"/>
            <a:ext cx="3842882" cy="648000"/>
            <a:chOff x="7880947" y="3702876"/>
            <a:chExt cx="3842882" cy="648000"/>
          </a:xfrm>
        </p:grpSpPr>
        <p:sp>
          <p:nvSpPr>
            <p:cNvPr id="42" name="TextBox 4">
              <a:extLst>
                <a:ext uri="{FF2B5EF4-FFF2-40B4-BE49-F238E27FC236}">
                  <a16:creationId xmlns:a16="http://schemas.microsoft.com/office/drawing/2014/main" id="{924C5360-539B-76DE-78A6-39212235137F}"/>
                </a:ext>
              </a:extLst>
            </p:cNvPr>
            <p:cNvSpPr txBox="1"/>
            <p:nvPr/>
          </p:nvSpPr>
          <p:spPr>
            <a:xfrm>
              <a:off x="8737615" y="3869910"/>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L’ESB</a:t>
              </a:r>
            </a:p>
          </p:txBody>
        </p:sp>
        <p:grpSp>
          <p:nvGrpSpPr>
            <p:cNvPr id="70" name="Groupe 69">
              <a:extLst>
                <a:ext uri="{FF2B5EF4-FFF2-40B4-BE49-F238E27FC236}">
                  <a16:creationId xmlns:a16="http://schemas.microsoft.com/office/drawing/2014/main" id="{91815772-F57C-9BD1-260E-BD7407A6AF29}"/>
                </a:ext>
              </a:extLst>
            </p:cNvPr>
            <p:cNvGrpSpPr/>
            <p:nvPr/>
          </p:nvGrpSpPr>
          <p:grpSpPr>
            <a:xfrm>
              <a:off x="7880947" y="3702876"/>
              <a:ext cx="648000" cy="648000"/>
              <a:chOff x="7865191" y="2721613"/>
              <a:chExt cx="663756" cy="648000"/>
            </a:xfrm>
          </p:grpSpPr>
          <p:sp>
            <p:nvSpPr>
              <p:cNvPr id="43" name="Oval 9">
                <a:extLst>
                  <a:ext uri="{FF2B5EF4-FFF2-40B4-BE49-F238E27FC236}">
                    <a16:creationId xmlns:a16="http://schemas.microsoft.com/office/drawing/2014/main" id="{6D0E6F7E-AC04-2FCF-FDA1-104EC597C39F}"/>
                  </a:ext>
                </a:extLst>
              </p:cNvPr>
              <p:cNvSpPr/>
              <p:nvPr/>
            </p:nvSpPr>
            <p:spPr>
              <a:xfrm>
                <a:off x="7865191" y="2721613"/>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26" name="Picture 2" descr="Workflow Planning Svg Png Icon Free Download (#464234) - OnlineWebFonts.COM">
                <a:extLst>
                  <a:ext uri="{FF2B5EF4-FFF2-40B4-BE49-F238E27FC236}">
                    <a16:creationId xmlns:a16="http://schemas.microsoft.com/office/drawing/2014/main" id="{BA05EAA6-A966-B77A-899B-580AD6D11C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63095" y="2811639"/>
                <a:ext cx="467949" cy="467949"/>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7" name="Groupe 116">
            <a:extLst>
              <a:ext uri="{FF2B5EF4-FFF2-40B4-BE49-F238E27FC236}">
                <a16:creationId xmlns:a16="http://schemas.microsoft.com/office/drawing/2014/main" id="{A8431C3C-6318-E075-3591-AC823A35EE64}"/>
              </a:ext>
            </a:extLst>
          </p:cNvPr>
          <p:cNvGrpSpPr/>
          <p:nvPr/>
        </p:nvGrpSpPr>
        <p:grpSpPr>
          <a:xfrm>
            <a:off x="7877160" y="4545633"/>
            <a:ext cx="3842882" cy="648000"/>
            <a:chOff x="7880947" y="4469649"/>
            <a:chExt cx="3842882" cy="648000"/>
          </a:xfrm>
        </p:grpSpPr>
        <p:sp>
          <p:nvSpPr>
            <p:cNvPr id="45" name="TextBox 4">
              <a:extLst>
                <a:ext uri="{FF2B5EF4-FFF2-40B4-BE49-F238E27FC236}">
                  <a16:creationId xmlns:a16="http://schemas.microsoft.com/office/drawing/2014/main" id="{C841AE11-0EA3-40DB-73B6-0AABE4F3BE4C}"/>
                </a:ext>
              </a:extLst>
            </p:cNvPr>
            <p:cNvSpPr txBox="1"/>
            <p:nvPr/>
          </p:nvSpPr>
          <p:spPr>
            <a:xfrm>
              <a:off x="8737615" y="4636683"/>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L’ETL</a:t>
              </a:r>
            </a:p>
          </p:txBody>
        </p:sp>
        <p:grpSp>
          <p:nvGrpSpPr>
            <p:cNvPr id="69" name="Groupe 68">
              <a:extLst>
                <a:ext uri="{FF2B5EF4-FFF2-40B4-BE49-F238E27FC236}">
                  <a16:creationId xmlns:a16="http://schemas.microsoft.com/office/drawing/2014/main" id="{9C075171-309D-8030-88FD-2D97A560502C}"/>
                </a:ext>
              </a:extLst>
            </p:cNvPr>
            <p:cNvGrpSpPr/>
            <p:nvPr/>
          </p:nvGrpSpPr>
          <p:grpSpPr>
            <a:xfrm>
              <a:off x="7880947" y="4469649"/>
              <a:ext cx="648000" cy="648000"/>
              <a:chOff x="7865191" y="3488386"/>
              <a:chExt cx="663756" cy="648000"/>
            </a:xfrm>
          </p:grpSpPr>
          <p:sp>
            <p:nvSpPr>
              <p:cNvPr id="46" name="Oval 9">
                <a:extLst>
                  <a:ext uri="{FF2B5EF4-FFF2-40B4-BE49-F238E27FC236}">
                    <a16:creationId xmlns:a16="http://schemas.microsoft.com/office/drawing/2014/main" id="{D86ABF6A-AD19-C210-19A7-AB48D83723C5}"/>
                  </a:ext>
                </a:extLst>
              </p:cNvPr>
              <p:cNvSpPr/>
              <p:nvPr/>
            </p:nvSpPr>
            <p:spPr>
              <a:xfrm>
                <a:off x="7865191" y="3488386"/>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4" name="Picture 4" descr="Etl - Iconos gratis de computadora">
                <a:extLst>
                  <a:ext uri="{FF2B5EF4-FFF2-40B4-BE49-F238E27FC236}">
                    <a16:creationId xmlns:a16="http://schemas.microsoft.com/office/drawing/2014/main" id="{C41C84D1-577A-4F04-45C7-7AA83061BE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55776" y="3571093"/>
                <a:ext cx="482586" cy="48258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1" name="Groupe 110">
            <a:extLst>
              <a:ext uri="{FF2B5EF4-FFF2-40B4-BE49-F238E27FC236}">
                <a16:creationId xmlns:a16="http://schemas.microsoft.com/office/drawing/2014/main" id="{AD060793-59C3-78F8-CE95-A0ADE7E80C51}"/>
              </a:ext>
            </a:extLst>
          </p:cNvPr>
          <p:cNvGrpSpPr/>
          <p:nvPr/>
        </p:nvGrpSpPr>
        <p:grpSpPr>
          <a:xfrm>
            <a:off x="7877160" y="2359284"/>
            <a:ext cx="3842882" cy="648000"/>
            <a:chOff x="7880947" y="2473254"/>
            <a:chExt cx="3842882" cy="648000"/>
          </a:xfrm>
        </p:grpSpPr>
        <p:sp>
          <p:nvSpPr>
            <p:cNvPr id="39" name="TextBox 4">
              <a:extLst>
                <a:ext uri="{FF2B5EF4-FFF2-40B4-BE49-F238E27FC236}">
                  <a16:creationId xmlns:a16="http://schemas.microsoft.com/office/drawing/2014/main" id="{9F723379-8717-0275-2A6C-9F210CEAD42B}"/>
                </a:ext>
              </a:extLst>
            </p:cNvPr>
            <p:cNvSpPr txBox="1"/>
            <p:nvPr/>
          </p:nvSpPr>
          <p:spPr>
            <a:xfrm>
              <a:off x="8737615" y="2640288"/>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L’API management</a:t>
              </a:r>
            </a:p>
          </p:txBody>
        </p:sp>
        <p:grpSp>
          <p:nvGrpSpPr>
            <p:cNvPr id="68" name="Groupe 67">
              <a:extLst>
                <a:ext uri="{FF2B5EF4-FFF2-40B4-BE49-F238E27FC236}">
                  <a16:creationId xmlns:a16="http://schemas.microsoft.com/office/drawing/2014/main" id="{94183892-46CF-E23A-3839-B305574E8FFC}"/>
                </a:ext>
              </a:extLst>
            </p:cNvPr>
            <p:cNvGrpSpPr/>
            <p:nvPr/>
          </p:nvGrpSpPr>
          <p:grpSpPr>
            <a:xfrm>
              <a:off x="7880947" y="2473254"/>
              <a:ext cx="648000" cy="648000"/>
              <a:chOff x="7865191" y="1954840"/>
              <a:chExt cx="663756" cy="648000"/>
            </a:xfrm>
          </p:grpSpPr>
          <p:sp>
            <p:nvSpPr>
              <p:cNvPr id="40" name="Oval 9">
                <a:extLst>
                  <a:ext uri="{FF2B5EF4-FFF2-40B4-BE49-F238E27FC236}">
                    <a16:creationId xmlns:a16="http://schemas.microsoft.com/office/drawing/2014/main" id="{C0E87504-7ABF-6174-7BAA-D6113F4E76B5}"/>
                  </a:ext>
                </a:extLst>
              </p:cNvPr>
              <p:cNvSpPr/>
              <p:nvPr/>
            </p:nvSpPr>
            <p:spPr>
              <a:xfrm>
                <a:off x="7865191" y="1954840"/>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5" name="Picture 6" descr="Api, management, cog, gear, website icon - Download on Iconfinder">
                <a:extLst>
                  <a:ext uri="{FF2B5EF4-FFF2-40B4-BE49-F238E27FC236}">
                    <a16:creationId xmlns:a16="http://schemas.microsoft.com/office/drawing/2014/main" id="{CEC27BF1-F31E-CA75-4ABB-971F0F722EB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94727" y="2089198"/>
                <a:ext cx="455485" cy="455485"/>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4" name="Groupe 113">
            <a:extLst>
              <a:ext uri="{FF2B5EF4-FFF2-40B4-BE49-F238E27FC236}">
                <a16:creationId xmlns:a16="http://schemas.microsoft.com/office/drawing/2014/main" id="{70A62B58-CD4D-0EB1-8109-25B5A0A1755B}"/>
              </a:ext>
            </a:extLst>
          </p:cNvPr>
          <p:cNvGrpSpPr/>
          <p:nvPr/>
        </p:nvGrpSpPr>
        <p:grpSpPr>
          <a:xfrm>
            <a:off x="7877160" y="901718"/>
            <a:ext cx="3839663" cy="648000"/>
            <a:chOff x="7880947" y="939708"/>
            <a:chExt cx="3839663" cy="648000"/>
          </a:xfrm>
        </p:grpSpPr>
        <p:sp>
          <p:nvSpPr>
            <p:cNvPr id="36" name="TextBox 4">
              <a:extLst>
                <a:ext uri="{FF2B5EF4-FFF2-40B4-BE49-F238E27FC236}">
                  <a16:creationId xmlns:a16="http://schemas.microsoft.com/office/drawing/2014/main" id="{0EE3CCEC-C4DD-276E-0586-816E18291BF8}"/>
                </a:ext>
              </a:extLst>
            </p:cNvPr>
            <p:cNvSpPr txBox="1"/>
            <p:nvPr/>
          </p:nvSpPr>
          <p:spPr>
            <a:xfrm>
              <a:off x="8734396" y="1107866"/>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b="1">
                  <a:solidFill>
                    <a:schemeClr val="bg1"/>
                  </a:solidFill>
                </a:rPr>
                <a:t>Plateformes de médiation</a:t>
              </a:r>
            </a:p>
          </p:txBody>
        </p:sp>
        <p:grpSp>
          <p:nvGrpSpPr>
            <p:cNvPr id="67" name="Groupe 66">
              <a:extLst>
                <a:ext uri="{FF2B5EF4-FFF2-40B4-BE49-F238E27FC236}">
                  <a16:creationId xmlns:a16="http://schemas.microsoft.com/office/drawing/2014/main" id="{BB935DDB-705F-EA58-4A42-C38A67D58E3F}"/>
                </a:ext>
              </a:extLst>
            </p:cNvPr>
            <p:cNvGrpSpPr/>
            <p:nvPr/>
          </p:nvGrpSpPr>
          <p:grpSpPr>
            <a:xfrm>
              <a:off x="7880947" y="939708"/>
              <a:ext cx="648000" cy="648000"/>
              <a:chOff x="7865191" y="1188067"/>
              <a:chExt cx="663756" cy="648000"/>
            </a:xfrm>
          </p:grpSpPr>
          <p:sp>
            <p:nvSpPr>
              <p:cNvPr id="37" name="Oval 9">
                <a:extLst>
                  <a:ext uri="{FF2B5EF4-FFF2-40B4-BE49-F238E27FC236}">
                    <a16:creationId xmlns:a16="http://schemas.microsoft.com/office/drawing/2014/main" id="{F95B015E-DB72-9276-EB93-9FB345D474E1}"/>
                  </a:ext>
                </a:extLst>
              </p:cNvPr>
              <p:cNvSpPr/>
              <p:nvPr/>
            </p:nvSpPr>
            <p:spPr>
              <a:xfrm>
                <a:off x="7865191" y="1188067"/>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2" name="Picture 8" descr="Icône Cible, objectif dans Marketing (Outline) icon set">
                <a:extLst>
                  <a:ext uri="{FF2B5EF4-FFF2-40B4-BE49-F238E27FC236}">
                    <a16:creationId xmlns:a16="http://schemas.microsoft.com/office/drawing/2014/main" id="{BDAFF441-00EE-DC2C-4FE0-564B51EF9BE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41645" y="1256643"/>
                <a:ext cx="510848" cy="51084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3" name="Groupe 112">
            <a:extLst>
              <a:ext uri="{FF2B5EF4-FFF2-40B4-BE49-F238E27FC236}">
                <a16:creationId xmlns:a16="http://schemas.microsoft.com/office/drawing/2014/main" id="{382159C3-021D-B3BB-6438-CE906B6FA521}"/>
              </a:ext>
            </a:extLst>
          </p:cNvPr>
          <p:cNvGrpSpPr/>
          <p:nvPr/>
        </p:nvGrpSpPr>
        <p:grpSpPr>
          <a:xfrm>
            <a:off x="7877160" y="1630501"/>
            <a:ext cx="3842882" cy="648000"/>
            <a:chOff x="7880947" y="1706481"/>
            <a:chExt cx="3842882" cy="648000"/>
          </a:xfrm>
        </p:grpSpPr>
        <p:sp>
          <p:nvSpPr>
            <p:cNvPr id="54" name="TextBox 4">
              <a:extLst>
                <a:ext uri="{FF2B5EF4-FFF2-40B4-BE49-F238E27FC236}">
                  <a16:creationId xmlns:a16="http://schemas.microsoft.com/office/drawing/2014/main" id="{5D54B8AE-8409-6AB1-B235-6D655B69E37B}"/>
                </a:ext>
              </a:extLst>
            </p:cNvPr>
            <p:cNvSpPr txBox="1"/>
            <p:nvPr/>
          </p:nvSpPr>
          <p:spPr>
            <a:xfrm>
              <a:off x="8737615" y="1876903"/>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Typologies de flux </a:t>
              </a:r>
            </a:p>
          </p:txBody>
        </p:sp>
        <p:grpSp>
          <p:nvGrpSpPr>
            <p:cNvPr id="73" name="Groupe 72">
              <a:extLst>
                <a:ext uri="{FF2B5EF4-FFF2-40B4-BE49-F238E27FC236}">
                  <a16:creationId xmlns:a16="http://schemas.microsoft.com/office/drawing/2014/main" id="{640BF671-C2E0-7B90-22E4-5ED05B25F21F}"/>
                </a:ext>
              </a:extLst>
            </p:cNvPr>
            <p:cNvGrpSpPr/>
            <p:nvPr/>
          </p:nvGrpSpPr>
          <p:grpSpPr>
            <a:xfrm>
              <a:off x="7880947" y="1706481"/>
              <a:ext cx="648000" cy="648000"/>
              <a:chOff x="7865191" y="5788706"/>
              <a:chExt cx="663756" cy="648000"/>
            </a:xfrm>
          </p:grpSpPr>
          <p:sp>
            <p:nvSpPr>
              <p:cNvPr id="55" name="Oval 9">
                <a:extLst>
                  <a:ext uri="{FF2B5EF4-FFF2-40B4-BE49-F238E27FC236}">
                    <a16:creationId xmlns:a16="http://schemas.microsoft.com/office/drawing/2014/main" id="{8C62FFDF-D06B-043C-E6E9-520CB4B67950}"/>
                  </a:ext>
                </a:extLst>
              </p:cNvPr>
              <p:cNvSpPr/>
              <p:nvPr/>
            </p:nvSpPr>
            <p:spPr>
              <a:xfrm>
                <a:off x="7865191" y="5788706"/>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4" name="Picture 10" descr="Flux de travail - Icônes entreprise gratuites">
                <a:extLst>
                  <a:ext uri="{FF2B5EF4-FFF2-40B4-BE49-F238E27FC236}">
                    <a16:creationId xmlns:a16="http://schemas.microsoft.com/office/drawing/2014/main" id="{E7108A0A-EDD7-B70D-771E-800ED711E42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47416" y="5863053"/>
                <a:ext cx="499306" cy="49930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5" name="Groupe 114">
            <a:extLst>
              <a:ext uri="{FF2B5EF4-FFF2-40B4-BE49-F238E27FC236}">
                <a16:creationId xmlns:a16="http://schemas.microsoft.com/office/drawing/2014/main" id="{9688AF71-F11B-F7F7-1BF1-469F1FE3DA94}"/>
              </a:ext>
            </a:extLst>
          </p:cNvPr>
          <p:cNvGrpSpPr/>
          <p:nvPr/>
        </p:nvGrpSpPr>
        <p:grpSpPr>
          <a:xfrm>
            <a:off x="7877160" y="172935"/>
            <a:ext cx="3846669" cy="648000"/>
            <a:chOff x="7877160" y="172935"/>
            <a:chExt cx="3846669" cy="648000"/>
          </a:xfrm>
        </p:grpSpPr>
        <p:sp>
          <p:nvSpPr>
            <p:cNvPr id="102" name="TextBox 4">
              <a:extLst>
                <a:ext uri="{FF2B5EF4-FFF2-40B4-BE49-F238E27FC236}">
                  <a16:creationId xmlns:a16="http://schemas.microsoft.com/office/drawing/2014/main" id="{08EF1DAE-D77A-794C-3B18-C2C6C135E72E}"/>
                </a:ext>
              </a:extLst>
            </p:cNvPr>
            <p:cNvSpPr txBox="1"/>
            <p:nvPr/>
          </p:nvSpPr>
          <p:spPr>
            <a:xfrm>
              <a:off x="8737615" y="339969"/>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Médiation et urbanisation</a:t>
              </a:r>
            </a:p>
          </p:txBody>
        </p:sp>
        <p:grpSp>
          <p:nvGrpSpPr>
            <p:cNvPr id="76" name="Groupe 75">
              <a:extLst>
                <a:ext uri="{FF2B5EF4-FFF2-40B4-BE49-F238E27FC236}">
                  <a16:creationId xmlns:a16="http://schemas.microsoft.com/office/drawing/2014/main" id="{CE01ABCF-F61E-3F10-719A-B81BE6A61CD4}"/>
                </a:ext>
              </a:extLst>
            </p:cNvPr>
            <p:cNvGrpSpPr/>
            <p:nvPr/>
          </p:nvGrpSpPr>
          <p:grpSpPr>
            <a:xfrm>
              <a:off x="7877160" y="172935"/>
              <a:ext cx="648000" cy="648000"/>
              <a:chOff x="7877160" y="421293"/>
              <a:chExt cx="648000" cy="648000"/>
            </a:xfrm>
          </p:grpSpPr>
          <p:sp>
            <p:nvSpPr>
              <p:cNvPr id="103" name="Oval 9">
                <a:extLst>
                  <a:ext uri="{FF2B5EF4-FFF2-40B4-BE49-F238E27FC236}">
                    <a16:creationId xmlns:a16="http://schemas.microsoft.com/office/drawing/2014/main" id="{8AC00DDB-26A3-6160-4A14-ED454F592BDC}"/>
                  </a:ext>
                </a:extLst>
              </p:cNvPr>
              <p:cNvSpPr/>
              <p:nvPr/>
            </p:nvSpPr>
            <p:spPr>
              <a:xfrm>
                <a:off x="7877160" y="42129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75" name="Shape 7692">
                <a:extLst>
                  <a:ext uri="{FF2B5EF4-FFF2-40B4-BE49-F238E27FC236}">
                    <a16:creationId xmlns:a16="http://schemas.microsoft.com/office/drawing/2014/main" id="{BB65BE64-CCCA-0B16-C0CB-52B00EE5D1D9}"/>
                  </a:ext>
                </a:extLst>
              </p:cNvPr>
              <p:cNvSpPr/>
              <p:nvPr/>
            </p:nvSpPr>
            <p:spPr>
              <a:xfrm>
                <a:off x="7976160" y="520293"/>
                <a:ext cx="450000" cy="450000"/>
              </a:xfrm>
              <a:custGeom>
                <a:avLst/>
                <a:gdLst/>
                <a:ahLst/>
                <a:cxnLst/>
                <a:rect l="0" t="0" r="0" b="0"/>
                <a:pathLst>
                  <a:path w="120000" h="120000" extrusionOk="0">
                    <a:moveTo>
                      <a:pt x="114544" y="44972"/>
                    </a:moveTo>
                    <a:lnTo>
                      <a:pt x="111616" y="48000"/>
                    </a:lnTo>
                    <a:cubicBezTo>
                      <a:pt x="107188" y="46811"/>
                      <a:pt x="102677" y="46233"/>
                      <a:pt x="98194" y="46233"/>
                    </a:cubicBezTo>
                    <a:lnTo>
                      <a:pt x="95277" y="40983"/>
                    </a:lnTo>
                    <a:cubicBezTo>
                      <a:pt x="94733" y="40016"/>
                      <a:pt x="93950" y="39083"/>
                      <a:pt x="93005" y="38538"/>
                    </a:cubicBezTo>
                    <a:cubicBezTo>
                      <a:pt x="92227" y="38088"/>
                      <a:pt x="91344" y="37900"/>
                      <a:pt x="90377" y="38155"/>
                    </a:cubicBezTo>
                    <a:lnTo>
                      <a:pt x="74927" y="42294"/>
                    </a:lnTo>
                    <a:cubicBezTo>
                      <a:pt x="72788" y="42866"/>
                      <a:pt x="72194" y="45138"/>
                      <a:pt x="72094" y="47194"/>
                    </a:cubicBezTo>
                    <a:lnTo>
                      <a:pt x="72200" y="53166"/>
                    </a:lnTo>
                    <a:cubicBezTo>
                      <a:pt x="68294" y="55405"/>
                      <a:pt x="64661" y="58172"/>
                      <a:pt x="61405" y="61427"/>
                    </a:cubicBezTo>
                    <a:lnTo>
                      <a:pt x="55683" y="59788"/>
                    </a:lnTo>
                    <a:cubicBezTo>
                      <a:pt x="53738" y="59244"/>
                      <a:pt x="51327" y="59344"/>
                      <a:pt x="50222" y="61255"/>
                    </a:cubicBezTo>
                    <a:lnTo>
                      <a:pt x="42222" y="75111"/>
                    </a:lnTo>
                    <a:cubicBezTo>
                      <a:pt x="41116" y="77022"/>
                      <a:pt x="42300" y="79050"/>
                      <a:pt x="43683" y="80577"/>
                    </a:cubicBezTo>
                    <a:lnTo>
                      <a:pt x="47961" y="84711"/>
                    </a:lnTo>
                    <a:cubicBezTo>
                      <a:pt x="46772" y="89161"/>
                      <a:pt x="46194" y="93688"/>
                      <a:pt x="46205" y="98188"/>
                    </a:cubicBezTo>
                    <a:lnTo>
                      <a:pt x="40983" y="101088"/>
                    </a:lnTo>
                    <a:cubicBezTo>
                      <a:pt x="39222" y="102072"/>
                      <a:pt x="37583" y="103850"/>
                      <a:pt x="38155" y="105983"/>
                    </a:cubicBezTo>
                    <a:lnTo>
                      <a:pt x="40450" y="114550"/>
                    </a:lnTo>
                    <a:lnTo>
                      <a:pt x="10911" y="114550"/>
                    </a:lnTo>
                    <a:cubicBezTo>
                      <a:pt x="7900" y="114550"/>
                      <a:pt x="5455" y="112100"/>
                      <a:pt x="5455" y="109088"/>
                    </a:cubicBezTo>
                    <a:lnTo>
                      <a:pt x="5455" y="62727"/>
                    </a:lnTo>
                    <a:lnTo>
                      <a:pt x="10727" y="62727"/>
                    </a:lnTo>
                    <a:cubicBezTo>
                      <a:pt x="12933" y="62727"/>
                      <a:pt x="14100" y="60688"/>
                      <a:pt x="14727" y="58727"/>
                    </a:cubicBezTo>
                    <a:lnTo>
                      <a:pt x="16183" y="52905"/>
                    </a:lnTo>
                    <a:cubicBezTo>
                      <a:pt x="20616" y="51722"/>
                      <a:pt x="24811" y="49961"/>
                      <a:pt x="28688" y="47722"/>
                    </a:cubicBezTo>
                    <a:lnTo>
                      <a:pt x="33838" y="50811"/>
                    </a:lnTo>
                    <a:cubicBezTo>
                      <a:pt x="34861" y="51338"/>
                      <a:pt x="36022" y="51761"/>
                      <a:pt x="37116" y="51761"/>
                    </a:cubicBezTo>
                    <a:cubicBezTo>
                      <a:pt x="37983" y="51761"/>
                      <a:pt x="38805" y="51500"/>
                      <a:pt x="39500" y="50811"/>
                    </a:cubicBezTo>
                    <a:lnTo>
                      <a:pt x="50811" y="39494"/>
                    </a:lnTo>
                    <a:cubicBezTo>
                      <a:pt x="52372" y="37933"/>
                      <a:pt x="51844" y="35577"/>
                      <a:pt x="50811" y="33838"/>
                    </a:cubicBezTo>
                    <a:lnTo>
                      <a:pt x="47738" y="28716"/>
                    </a:lnTo>
                    <a:cubicBezTo>
                      <a:pt x="49994" y="24827"/>
                      <a:pt x="51761" y="20616"/>
                      <a:pt x="52950" y="16172"/>
                    </a:cubicBezTo>
                    <a:lnTo>
                      <a:pt x="58727" y="14727"/>
                    </a:lnTo>
                    <a:cubicBezTo>
                      <a:pt x="60688" y="14100"/>
                      <a:pt x="62727" y="12933"/>
                      <a:pt x="62727" y="10727"/>
                    </a:cubicBezTo>
                    <a:lnTo>
                      <a:pt x="62727" y="5455"/>
                    </a:lnTo>
                    <a:lnTo>
                      <a:pt x="109088" y="5455"/>
                    </a:lnTo>
                    <a:cubicBezTo>
                      <a:pt x="112100" y="5455"/>
                      <a:pt x="114544" y="7894"/>
                      <a:pt x="114544" y="10911"/>
                    </a:cubicBezTo>
                    <a:cubicBezTo>
                      <a:pt x="114544" y="10911"/>
                      <a:pt x="114544" y="44972"/>
                      <a:pt x="114544" y="44972"/>
                    </a:cubicBezTo>
                    <a:close/>
                    <a:moveTo>
                      <a:pt x="114544" y="69966"/>
                    </a:moveTo>
                    <a:cubicBezTo>
                      <a:pt x="109722" y="67155"/>
                      <a:pt x="104166" y="65455"/>
                      <a:pt x="98183" y="65455"/>
                    </a:cubicBezTo>
                    <a:cubicBezTo>
                      <a:pt x="80105" y="65455"/>
                      <a:pt x="65455" y="80105"/>
                      <a:pt x="65455" y="98183"/>
                    </a:cubicBezTo>
                    <a:cubicBezTo>
                      <a:pt x="65455" y="104172"/>
                      <a:pt x="67155" y="109722"/>
                      <a:pt x="69966" y="114550"/>
                    </a:cubicBezTo>
                    <a:lnTo>
                      <a:pt x="46100" y="114550"/>
                    </a:lnTo>
                    <a:lnTo>
                      <a:pt x="43750" y="105788"/>
                    </a:lnTo>
                    <a:lnTo>
                      <a:pt x="48855" y="102955"/>
                    </a:lnTo>
                    <a:cubicBezTo>
                      <a:pt x="50588" y="101988"/>
                      <a:pt x="51661" y="100155"/>
                      <a:pt x="51661" y="98172"/>
                    </a:cubicBezTo>
                    <a:cubicBezTo>
                      <a:pt x="51655" y="94100"/>
                      <a:pt x="52177" y="90044"/>
                      <a:pt x="53233" y="86122"/>
                    </a:cubicBezTo>
                    <a:cubicBezTo>
                      <a:pt x="53744" y="84211"/>
                      <a:pt x="53177" y="82172"/>
                      <a:pt x="51755" y="80794"/>
                    </a:cubicBezTo>
                    <a:lnTo>
                      <a:pt x="47622" y="76794"/>
                    </a:lnTo>
                    <a:cubicBezTo>
                      <a:pt x="47605" y="76777"/>
                      <a:pt x="47588" y="76761"/>
                      <a:pt x="47577" y="76738"/>
                    </a:cubicBezTo>
                    <a:lnTo>
                      <a:pt x="54311" y="65072"/>
                    </a:lnTo>
                    <a:lnTo>
                      <a:pt x="59905" y="66672"/>
                    </a:lnTo>
                    <a:cubicBezTo>
                      <a:pt x="61811" y="67216"/>
                      <a:pt x="63861" y="66683"/>
                      <a:pt x="65266" y="65283"/>
                    </a:cubicBezTo>
                    <a:cubicBezTo>
                      <a:pt x="68133" y="62411"/>
                      <a:pt x="71377" y="59927"/>
                      <a:pt x="74916" y="57894"/>
                    </a:cubicBezTo>
                    <a:cubicBezTo>
                      <a:pt x="76633" y="56905"/>
                      <a:pt x="77683" y="55061"/>
                      <a:pt x="77650" y="53077"/>
                    </a:cubicBezTo>
                    <a:lnTo>
                      <a:pt x="77555" y="47300"/>
                    </a:lnTo>
                    <a:lnTo>
                      <a:pt x="77555" y="47238"/>
                    </a:lnTo>
                    <a:lnTo>
                      <a:pt x="90577" y="43750"/>
                    </a:lnTo>
                    <a:lnTo>
                      <a:pt x="93427" y="48883"/>
                    </a:lnTo>
                    <a:cubicBezTo>
                      <a:pt x="93916" y="49766"/>
                      <a:pt x="94622" y="50472"/>
                      <a:pt x="95466" y="50955"/>
                    </a:cubicBezTo>
                    <a:cubicBezTo>
                      <a:pt x="96277" y="51427"/>
                      <a:pt x="97216" y="51688"/>
                      <a:pt x="98194" y="51688"/>
                    </a:cubicBezTo>
                    <a:cubicBezTo>
                      <a:pt x="102261" y="51688"/>
                      <a:pt x="106305" y="52216"/>
                      <a:pt x="110205" y="53272"/>
                    </a:cubicBezTo>
                    <a:cubicBezTo>
                      <a:pt x="111700" y="53666"/>
                      <a:pt x="113272" y="53394"/>
                      <a:pt x="114544" y="52577"/>
                    </a:cubicBezTo>
                    <a:cubicBezTo>
                      <a:pt x="114544" y="52577"/>
                      <a:pt x="114544" y="69966"/>
                      <a:pt x="114544" y="69966"/>
                    </a:cubicBezTo>
                    <a:close/>
                    <a:moveTo>
                      <a:pt x="114544" y="85972"/>
                    </a:moveTo>
                    <a:lnTo>
                      <a:pt x="106072" y="90683"/>
                    </a:lnTo>
                    <a:cubicBezTo>
                      <a:pt x="104083" y="88588"/>
                      <a:pt x="101294" y="87272"/>
                      <a:pt x="98183" y="87272"/>
                    </a:cubicBezTo>
                    <a:cubicBezTo>
                      <a:pt x="95072" y="87272"/>
                      <a:pt x="92277" y="88588"/>
                      <a:pt x="90294" y="90683"/>
                    </a:cubicBezTo>
                    <a:lnTo>
                      <a:pt x="75794" y="82627"/>
                    </a:lnTo>
                    <a:cubicBezTo>
                      <a:pt x="80722" y="75550"/>
                      <a:pt x="88905" y="70911"/>
                      <a:pt x="98183" y="70911"/>
                    </a:cubicBezTo>
                    <a:cubicBezTo>
                      <a:pt x="104350" y="70911"/>
                      <a:pt x="109988" y="73005"/>
                      <a:pt x="114544" y="76466"/>
                    </a:cubicBezTo>
                    <a:cubicBezTo>
                      <a:pt x="114544" y="76466"/>
                      <a:pt x="114544" y="85972"/>
                      <a:pt x="114544" y="85972"/>
                    </a:cubicBezTo>
                    <a:close/>
                    <a:moveTo>
                      <a:pt x="114544" y="109088"/>
                    </a:moveTo>
                    <a:cubicBezTo>
                      <a:pt x="114544" y="112100"/>
                      <a:pt x="112100" y="114550"/>
                      <a:pt x="109088" y="114550"/>
                    </a:cubicBezTo>
                    <a:lnTo>
                      <a:pt x="100911" y="114550"/>
                    </a:lnTo>
                    <a:lnTo>
                      <a:pt x="100911" y="108705"/>
                    </a:lnTo>
                    <a:cubicBezTo>
                      <a:pt x="105605" y="107488"/>
                      <a:pt x="109088" y="103261"/>
                      <a:pt x="109088" y="98183"/>
                    </a:cubicBezTo>
                    <a:cubicBezTo>
                      <a:pt x="109088" y="97233"/>
                      <a:pt x="108933" y="96327"/>
                      <a:pt x="108705" y="95455"/>
                    </a:cubicBezTo>
                    <a:lnTo>
                      <a:pt x="114544" y="92211"/>
                    </a:lnTo>
                    <a:cubicBezTo>
                      <a:pt x="114544" y="92211"/>
                      <a:pt x="114544" y="109088"/>
                      <a:pt x="114544" y="109088"/>
                    </a:cubicBezTo>
                    <a:close/>
                    <a:moveTo>
                      <a:pt x="92727" y="98183"/>
                    </a:moveTo>
                    <a:cubicBezTo>
                      <a:pt x="92727" y="95172"/>
                      <a:pt x="95172" y="92727"/>
                      <a:pt x="98183" y="92727"/>
                    </a:cubicBezTo>
                    <a:cubicBezTo>
                      <a:pt x="101188" y="92727"/>
                      <a:pt x="103638" y="95172"/>
                      <a:pt x="103638" y="98183"/>
                    </a:cubicBezTo>
                    <a:cubicBezTo>
                      <a:pt x="103638" y="101194"/>
                      <a:pt x="101188" y="103638"/>
                      <a:pt x="98183" y="103638"/>
                    </a:cubicBezTo>
                    <a:cubicBezTo>
                      <a:pt x="95172" y="103638"/>
                      <a:pt x="92727" y="101194"/>
                      <a:pt x="92727" y="98183"/>
                    </a:cubicBezTo>
                    <a:moveTo>
                      <a:pt x="95455" y="114550"/>
                    </a:moveTo>
                    <a:lnTo>
                      <a:pt x="76427" y="114550"/>
                    </a:lnTo>
                    <a:cubicBezTo>
                      <a:pt x="72988" y="109983"/>
                      <a:pt x="70911" y="104338"/>
                      <a:pt x="70911" y="98183"/>
                    </a:cubicBezTo>
                    <a:cubicBezTo>
                      <a:pt x="70911" y="94344"/>
                      <a:pt x="71705" y="90700"/>
                      <a:pt x="73138" y="87388"/>
                    </a:cubicBezTo>
                    <a:lnTo>
                      <a:pt x="87661" y="95455"/>
                    </a:lnTo>
                    <a:cubicBezTo>
                      <a:pt x="87433" y="96327"/>
                      <a:pt x="87272" y="97233"/>
                      <a:pt x="87272" y="98183"/>
                    </a:cubicBezTo>
                    <a:cubicBezTo>
                      <a:pt x="87272" y="103261"/>
                      <a:pt x="90755" y="107488"/>
                      <a:pt x="95455" y="108705"/>
                    </a:cubicBezTo>
                    <a:cubicBezTo>
                      <a:pt x="95455" y="108705"/>
                      <a:pt x="95455" y="114550"/>
                      <a:pt x="95455" y="114550"/>
                    </a:cubicBezTo>
                    <a:close/>
                    <a:moveTo>
                      <a:pt x="5455" y="29866"/>
                    </a:moveTo>
                    <a:cubicBezTo>
                      <a:pt x="18338" y="28583"/>
                      <a:pt x="28583" y="18338"/>
                      <a:pt x="29861" y="5455"/>
                    </a:cubicBezTo>
                    <a:lnTo>
                      <a:pt x="57272" y="5455"/>
                    </a:lnTo>
                    <a:lnTo>
                      <a:pt x="57272" y="9461"/>
                    </a:lnTo>
                    <a:cubicBezTo>
                      <a:pt x="57250" y="9472"/>
                      <a:pt x="57233" y="9477"/>
                      <a:pt x="57211" y="9483"/>
                    </a:cubicBezTo>
                    <a:lnTo>
                      <a:pt x="51627" y="10877"/>
                    </a:lnTo>
                    <a:cubicBezTo>
                      <a:pt x="49705" y="11361"/>
                      <a:pt x="48194" y="12850"/>
                      <a:pt x="47683" y="14761"/>
                    </a:cubicBezTo>
                    <a:cubicBezTo>
                      <a:pt x="46633" y="18683"/>
                      <a:pt x="45066" y="22455"/>
                      <a:pt x="43022" y="25977"/>
                    </a:cubicBezTo>
                    <a:cubicBezTo>
                      <a:pt x="42022" y="27700"/>
                      <a:pt x="42038" y="29822"/>
                      <a:pt x="43061" y="31522"/>
                    </a:cubicBezTo>
                    <a:lnTo>
                      <a:pt x="46066" y="36527"/>
                    </a:lnTo>
                    <a:lnTo>
                      <a:pt x="36533" y="46061"/>
                    </a:lnTo>
                    <a:cubicBezTo>
                      <a:pt x="36516" y="46055"/>
                      <a:pt x="36494" y="46044"/>
                      <a:pt x="36477" y="46033"/>
                    </a:cubicBezTo>
                    <a:lnTo>
                      <a:pt x="31494" y="43044"/>
                    </a:lnTo>
                    <a:cubicBezTo>
                      <a:pt x="30627" y="42527"/>
                      <a:pt x="29661" y="42266"/>
                      <a:pt x="28688" y="42266"/>
                    </a:cubicBezTo>
                    <a:cubicBezTo>
                      <a:pt x="27750" y="42266"/>
                      <a:pt x="26805" y="42511"/>
                      <a:pt x="25961" y="42994"/>
                    </a:cubicBezTo>
                    <a:cubicBezTo>
                      <a:pt x="22438" y="45033"/>
                      <a:pt x="18677" y="46594"/>
                      <a:pt x="14772" y="47638"/>
                    </a:cubicBezTo>
                    <a:cubicBezTo>
                      <a:pt x="12861" y="48144"/>
                      <a:pt x="11372" y="49655"/>
                      <a:pt x="10888" y="51583"/>
                    </a:cubicBezTo>
                    <a:lnTo>
                      <a:pt x="9483" y="57211"/>
                    </a:lnTo>
                    <a:cubicBezTo>
                      <a:pt x="9477" y="57233"/>
                      <a:pt x="9472" y="57250"/>
                      <a:pt x="9461" y="57277"/>
                    </a:cubicBezTo>
                    <a:lnTo>
                      <a:pt x="5455" y="57277"/>
                    </a:lnTo>
                    <a:cubicBezTo>
                      <a:pt x="5455" y="57277"/>
                      <a:pt x="5455" y="29866"/>
                      <a:pt x="5455" y="29866"/>
                    </a:cubicBezTo>
                    <a:close/>
                    <a:moveTo>
                      <a:pt x="5455" y="10911"/>
                    </a:moveTo>
                    <a:cubicBezTo>
                      <a:pt x="5455" y="7894"/>
                      <a:pt x="7900" y="5455"/>
                      <a:pt x="10911" y="5455"/>
                    </a:cubicBezTo>
                    <a:lnTo>
                      <a:pt x="24355" y="5455"/>
                    </a:lnTo>
                    <a:cubicBezTo>
                      <a:pt x="23122" y="15322"/>
                      <a:pt x="15322" y="23122"/>
                      <a:pt x="5455" y="24355"/>
                    </a:cubicBezTo>
                    <a:cubicBezTo>
                      <a:pt x="5455" y="24355"/>
                      <a:pt x="5455" y="10911"/>
                      <a:pt x="5455" y="10911"/>
                    </a:cubicBezTo>
                    <a:close/>
                    <a:moveTo>
                      <a:pt x="109088" y="0"/>
                    </a:moveTo>
                    <a:lnTo>
                      <a:pt x="10911" y="0"/>
                    </a:lnTo>
                    <a:cubicBezTo>
                      <a:pt x="4883" y="0"/>
                      <a:pt x="0" y="4883"/>
                      <a:pt x="0" y="10911"/>
                    </a:cubicBezTo>
                    <a:lnTo>
                      <a:pt x="0" y="109088"/>
                    </a:lnTo>
                    <a:cubicBezTo>
                      <a:pt x="0" y="115116"/>
                      <a:pt x="4883" y="120000"/>
                      <a:pt x="10911" y="120000"/>
                    </a:cubicBezTo>
                    <a:lnTo>
                      <a:pt x="109088" y="120000"/>
                    </a:lnTo>
                    <a:cubicBezTo>
                      <a:pt x="115116" y="120000"/>
                      <a:pt x="120000" y="115116"/>
                      <a:pt x="120000" y="109088"/>
                    </a:cubicBezTo>
                    <a:lnTo>
                      <a:pt x="120000" y="10911"/>
                    </a:lnTo>
                    <a:cubicBezTo>
                      <a:pt x="120000" y="4883"/>
                      <a:pt x="115116" y="0"/>
                      <a:pt x="109088" y="0"/>
                    </a:cubicBezTo>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grpSp>
      </p:grpSp>
      <p:pic>
        <p:nvPicPr>
          <p:cNvPr id="16" name="Picture 2">
            <a:extLst>
              <a:ext uri="{FF2B5EF4-FFF2-40B4-BE49-F238E27FC236}">
                <a16:creationId xmlns:a16="http://schemas.microsoft.com/office/drawing/2014/main" id="{8DE81188-DE84-4993-C49D-EC7DA098AE4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61990" y="1399050"/>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82" name="Groupe 81">
            <a:extLst>
              <a:ext uri="{FF2B5EF4-FFF2-40B4-BE49-F238E27FC236}">
                <a16:creationId xmlns:a16="http://schemas.microsoft.com/office/drawing/2014/main" id="{E70F0B52-5F52-96BF-AEB5-7BB561F58AF7}"/>
              </a:ext>
            </a:extLst>
          </p:cNvPr>
          <p:cNvGrpSpPr>
            <a:grpSpLocks noChangeAspect="1"/>
          </p:cNvGrpSpPr>
          <p:nvPr/>
        </p:nvGrpSpPr>
        <p:grpSpPr>
          <a:xfrm>
            <a:off x="102722" y="3105000"/>
            <a:ext cx="648000" cy="648000"/>
            <a:chOff x="7838379" y="2027071"/>
            <a:chExt cx="748248" cy="748248"/>
          </a:xfrm>
        </p:grpSpPr>
        <p:sp>
          <p:nvSpPr>
            <p:cNvPr id="83" name="Oval 9">
              <a:extLst>
                <a:ext uri="{FF2B5EF4-FFF2-40B4-BE49-F238E27FC236}">
                  <a16:creationId xmlns:a16="http://schemas.microsoft.com/office/drawing/2014/main" id="{09E29480-55AA-1E9C-126F-CA7521CCEBF8}"/>
                </a:ext>
              </a:extLst>
            </p:cNvPr>
            <p:cNvSpPr/>
            <p:nvPr/>
          </p:nvSpPr>
          <p:spPr>
            <a:xfrm>
              <a:off x="7838379" y="2027071"/>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en-US" sz="2800" spc="300">
                <a:latin typeface="Arial" charset="0"/>
                <a:ea typeface="Arial" charset="0"/>
                <a:cs typeface="Arial" charset="0"/>
              </a:endParaRPr>
            </a:p>
          </p:txBody>
        </p:sp>
        <p:pic>
          <p:nvPicPr>
            <p:cNvPr id="84" name="Picture 4">
              <a:extLst>
                <a:ext uri="{FF2B5EF4-FFF2-40B4-BE49-F238E27FC236}">
                  <a16:creationId xmlns:a16="http://schemas.microsoft.com/office/drawing/2014/main" id="{F8A65C2C-4798-8D41-7566-F72A0D96507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49721" y="2151620"/>
              <a:ext cx="513183" cy="513183"/>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Box 4">
            <a:extLst>
              <a:ext uri="{FF2B5EF4-FFF2-40B4-BE49-F238E27FC236}">
                <a16:creationId xmlns:a16="http://schemas.microsoft.com/office/drawing/2014/main" id="{5410D7A1-EE28-F118-3AD3-0D94CEF620E9}"/>
              </a:ext>
            </a:extLst>
          </p:cNvPr>
          <p:cNvSpPr txBox="1"/>
          <p:nvPr/>
        </p:nvSpPr>
        <p:spPr>
          <a:xfrm>
            <a:off x="8733828" y="3255101"/>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 MOM</a:t>
            </a:r>
          </a:p>
        </p:txBody>
      </p:sp>
      <p:grpSp>
        <p:nvGrpSpPr>
          <p:cNvPr id="2" name="Groupe 1">
            <a:extLst>
              <a:ext uri="{FF2B5EF4-FFF2-40B4-BE49-F238E27FC236}">
                <a16:creationId xmlns:a16="http://schemas.microsoft.com/office/drawing/2014/main" id="{4A9A5097-A888-7A72-25AA-1418FC8CB052}"/>
              </a:ext>
            </a:extLst>
          </p:cNvPr>
          <p:cNvGrpSpPr/>
          <p:nvPr/>
        </p:nvGrpSpPr>
        <p:grpSpPr>
          <a:xfrm>
            <a:off x="7877160" y="3088067"/>
            <a:ext cx="648000" cy="648000"/>
            <a:chOff x="7877160" y="3088067"/>
            <a:chExt cx="648000" cy="648000"/>
          </a:xfrm>
        </p:grpSpPr>
        <p:sp>
          <p:nvSpPr>
            <p:cNvPr id="3" name="Oval 9">
              <a:extLst>
                <a:ext uri="{FF2B5EF4-FFF2-40B4-BE49-F238E27FC236}">
                  <a16:creationId xmlns:a16="http://schemas.microsoft.com/office/drawing/2014/main" id="{2A6C46D3-6FF4-45C0-51CE-EB39CFF93F26}"/>
                </a:ext>
              </a:extLst>
            </p:cNvPr>
            <p:cNvSpPr/>
            <p:nvPr/>
          </p:nvSpPr>
          <p:spPr>
            <a:xfrm>
              <a:off x="7877160" y="3088067"/>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4" name="Picture 2" descr="middleware Vector Icons free download in SVG, PNG Format">
              <a:extLst>
                <a:ext uri="{FF2B5EF4-FFF2-40B4-BE49-F238E27FC236}">
                  <a16:creationId xmlns:a16="http://schemas.microsoft.com/office/drawing/2014/main" id="{B9C8BE7A-099E-5E79-582C-711DFA6A029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03266" y="3214173"/>
              <a:ext cx="440945" cy="44094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469059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Espace réservé du texte 90">
            <a:extLst>
              <a:ext uri="{FF2B5EF4-FFF2-40B4-BE49-F238E27FC236}">
                <a16:creationId xmlns:a16="http://schemas.microsoft.com/office/drawing/2014/main" id="{51A0ADEA-F4C4-5E2D-2E80-E951A4BCC531}"/>
              </a:ext>
            </a:extLst>
          </p:cNvPr>
          <p:cNvSpPr>
            <a:spLocks noGrp="1"/>
          </p:cNvSpPr>
          <p:nvPr>
            <p:ph type="body" sz="quarter" idx="35"/>
          </p:nvPr>
        </p:nvSpPr>
        <p:spPr/>
        <p:txBody>
          <a:bodyPr/>
          <a:lstStyle/>
          <a:p>
            <a:r>
              <a:rPr lang="fr-FR"/>
              <a:t>Les ambitions</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plateformes de Médiation</a:t>
            </a:r>
          </a:p>
        </p:txBody>
      </p:sp>
      <p:sp>
        <p:nvSpPr>
          <p:cNvPr id="20" name="Shape 7334">
            <a:extLst>
              <a:ext uri="{FF2B5EF4-FFF2-40B4-BE49-F238E27FC236}">
                <a16:creationId xmlns:a16="http://schemas.microsoft.com/office/drawing/2014/main" id="{F50245B8-3C13-B3F1-6EFF-9F2E627E4D3F}"/>
              </a:ext>
            </a:extLst>
          </p:cNvPr>
          <p:cNvSpPr/>
          <p:nvPr/>
        </p:nvSpPr>
        <p:spPr>
          <a:xfrm>
            <a:off x="8717635" y="4960385"/>
            <a:ext cx="999086" cy="702156"/>
          </a:xfrm>
          <a:custGeom>
            <a:avLst/>
            <a:gdLst/>
            <a:ahLst/>
            <a:cxnLst/>
            <a:rect l="0" t="0" r="0" b="0"/>
            <a:pathLst>
              <a:path w="120000" h="120000" extrusionOk="0">
                <a:moveTo>
                  <a:pt x="98183" y="110766"/>
                </a:moveTo>
                <a:lnTo>
                  <a:pt x="21816" y="110766"/>
                </a:lnTo>
                <a:cubicBezTo>
                  <a:pt x="12794" y="110766"/>
                  <a:pt x="5455" y="98350"/>
                  <a:pt x="5455" y="83077"/>
                </a:cubicBezTo>
                <a:cubicBezTo>
                  <a:pt x="5455" y="70211"/>
                  <a:pt x="10622" y="59150"/>
                  <a:pt x="18022" y="56166"/>
                </a:cubicBezTo>
                <a:cubicBezTo>
                  <a:pt x="20188" y="55300"/>
                  <a:pt x="21827" y="52277"/>
                  <a:pt x="22155" y="48550"/>
                </a:cubicBezTo>
                <a:cubicBezTo>
                  <a:pt x="24127" y="26133"/>
                  <a:pt x="35705" y="9233"/>
                  <a:pt x="49088" y="9233"/>
                </a:cubicBezTo>
                <a:cubicBezTo>
                  <a:pt x="58338" y="9233"/>
                  <a:pt x="66877" y="17116"/>
                  <a:pt x="71933" y="30338"/>
                </a:cubicBezTo>
                <a:cubicBezTo>
                  <a:pt x="72794" y="32588"/>
                  <a:pt x="74188" y="34094"/>
                  <a:pt x="75755" y="34461"/>
                </a:cubicBezTo>
                <a:cubicBezTo>
                  <a:pt x="76011" y="34527"/>
                  <a:pt x="76261" y="34550"/>
                  <a:pt x="76516" y="34550"/>
                </a:cubicBezTo>
                <a:cubicBezTo>
                  <a:pt x="77827" y="34550"/>
                  <a:pt x="79100" y="33755"/>
                  <a:pt x="80105" y="32272"/>
                </a:cubicBezTo>
                <a:cubicBezTo>
                  <a:pt x="82094" y="29322"/>
                  <a:pt x="84644" y="27694"/>
                  <a:pt x="87272" y="27694"/>
                </a:cubicBezTo>
                <a:cubicBezTo>
                  <a:pt x="93288" y="27694"/>
                  <a:pt x="98183" y="35977"/>
                  <a:pt x="98172" y="46255"/>
                </a:cubicBezTo>
                <a:lnTo>
                  <a:pt x="98150" y="46927"/>
                </a:lnTo>
                <a:cubicBezTo>
                  <a:pt x="98033" y="51300"/>
                  <a:pt x="99738" y="55205"/>
                  <a:pt x="102244" y="56288"/>
                </a:cubicBezTo>
                <a:cubicBezTo>
                  <a:pt x="109488" y="59427"/>
                  <a:pt x="114544" y="70444"/>
                  <a:pt x="114544" y="83077"/>
                </a:cubicBezTo>
                <a:cubicBezTo>
                  <a:pt x="114544" y="98350"/>
                  <a:pt x="107205" y="110766"/>
                  <a:pt x="98183" y="110766"/>
                </a:cubicBezTo>
                <a:moveTo>
                  <a:pt x="103600" y="47350"/>
                </a:moveTo>
                <a:cubicBezTo>
                  <a:pt x="103611" y="46950"/>
                  <a:pt x="103638" y="46561"/>
                  <a:pt x="103638" y="46155"/>
                </a:cubicBezTo>
                <a:cubicBezTo>
                  <a:pt x="103638" y="30866"/>
                  <a:pt x="96305" y="18461"/>
                  <a:pt x="87272" y="18461"/>
                </a:cubicBezTo>
                <a:cubicBezTo>
                  <a:pt x="83150" y="18461"/>
                  <a:pt x="79388" y="21061"/>
                  <a:pt x="76516" y="25322"/>
                </a:cubicBezTo>
                <a:cubicBezTo>
                  <a:pt x="70688" y="10105"/>
                  <a:pt x="60605" y="0"/>
                  <a:pt x="49088" y="0"/>
                </a:cubicBezTo>
                <a:cubicBezTo>
                  <a:pt x="32666" y="0"/>
                  <a:pt x="19105" y="20500"/>
                  <a:pt x="16761" y="47188"/>
                </a:cubicBezTo>
                <a:cubicBezTo>
                  <a:pt x="7155" y="51055"/>
                  <a:pt x="0" y="65633"/>
                  <a:pt x="0" y="83077"/>
                </a:cubicBezTo>
                <a:cubicBezTo>
                  <a:pt x="0" y="103466"/>
                  <a:pt x="9766" y="120000"/>
                  <a:pt x="21816" y="120000"/>
                </a:cubicBezTo>
                <a:lnTo>
                  <a:pt x="98183" y="120000"/>
                </a:lnTo>
                <a:cubicBezTo>
                  <a:pt x="110233" y="120000"/>
                  <a:pt x="120000" y="103466"/>
                  <a:pt x="120000" y="83077"/>
                </a:cubicBezTo>
                <a:cubicBezTo>
                  <a:pt x="120000" y="65861"/>
                  <a:pt x="113022" y="51438"/>
                  <a:pt x="103600" y="47350"/>
                </a:cubicBezTo>
              </a:path>
            </a:pathLst>
          </a:custGeom>
          <a:solidFill>
            <a:schemeClr val="bg1"/>
          </a:solidFill>
          <a:ln>
            <a:solidFill>
              <a:schemeClr val="tx2"/>
            </a:solid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sp>
        <p:nvSpPr>
          <p:cNvPr id="21" name="Shape 7334">
            <a:extLst>
              <a:ext uri="{FF2B5EF4-FFF2-40B4-BE49-F238E27FC236}">
                <a16:creationId xmlns:a16="http://schemas.microsoft.com/office/drawing/2014/main" id="{E8C4AF4B-0247-62E3-932B-08B2549F6F2F}"/>
              </a:ext>
            </a:extLst>
          </p:cNvPr>
          <p:cNvSpPr/>
          <p:nvPr/>
        </p:nvSpPr>
        <p:spPr>
          <a:xfrm>
            <a:off x="8679999" y="3336260"/>
            <a:ext cx="963088" cy="661804"/>
          </a:xfrm>
          <a:custGeom>
            <a:avLst/>
            <a:gdLst/>
            <a:ahLst/>
            <a:cxnLst/>
            <a:rect l="0" t="0" r="0" b="0"/>
            <a:pathLst>
              <a:path w="120000" h="120000" extrusionOk="0">
                <a:moveTo>
                  <a:pt x="98183" y="110766"/>
                </a:moveTo>
                <a:lnTo>
                  <a:pt x="21816" y="110766"/>
                </a:lnTo>
                <a:cubicBezTo>
                  <a:pt x="12794" y="110766"/>
                  <a:pt x="5455" y="98350"/>
                  <a:pt x="5455" y="83077"/>
                </a:cubicBezTo>
                <a:cubicBezTo>
                  <a:pt x="5455" y="70211"/>
                  <a:pt x="10622" y="59150"/>
                  <a:pt x="18022" y="56166"/>
                </a:cubicBezTo>
                <a:cubicBezTo>
                  <a:pt x="20188" y="55300"/>
                  <a:pt x="21827" y="52277"/>
                  <a:pt x="22155" y="48550"/>
                </a:cubicBezTo>
                <a:cubicBezTo>
                  <a:pt x="24127" y="26133"/>
                  <a:pt x="35705" y="9233"/>
                  <a:pt x="49088" y="9233"/>
                </a:cubicBezTo>
                <a:cubicBezTo>
                  <a:pt x="58338" y="9233"/>
                  <a:pt x="66877" y="17116"/>
                  <a:pt x="71933" y="30338"/>
                </a:cubicBezTo>
                <a:cubicBezTo>
                  <a:pt x="72794" y="32588"/>
                  <a:pt x="74188" y="34094"/>
                  <a:pt x="75755" y="34461"/>
                </a:cubicBezTo>
                <a:cubicBezTo>
                  <a:pt x="76011" y="34527"/>
                  <a:pt x="76261" y="34550"/>
                  <a:pt x="76516" y="34550"/>
                </a:cubicBezTo>
                <a:cubicBezTo>
                  <a:pt x="77827" y="34550"/>
                  <a:pt x="79100" y="33755"/>
                  <a:pt x="80105" y="32272"/>
                </a:cubicBezTo>
                <a:cubicBezTo>
                  <a:pt x="82094" y="29322"/>
                  <a:pt x="84644" y="27694"/>
                  <a:pt x="87272" y="27694"/>
                </a:cubicBezTo>
                <a:cubicBezTo>
                  <a:pt x="93288" y="27694"/>
                  <a:pt x="98183" y="35977"/>
                  <a:pt x="98172" y="46255"/>
                </a:cubicBezTo>
                <a:lnTo>
                  <a:pt x="98150" y="46927"/>
                </a:lnTo>
                <a:cubicBezTo>
                  <a:pt x="98033" y="51300"/>
                  <a:pt x="99738" y="55205"/>
                  <a:pt x="102244" y="56288"/>
                </a:cubicBezTo>
                <a:cubicBezTo>
                  <a:pt x="109488" y="59427"/>
                  <a:pt x="114544" y="70444"/>
                  <a:pt x="114544" y="83077"/>
                </a:cubicBezTo>
                <a:cubicBezTo>
                  <a:pt x="114544" y="98350"/>
                  <a:pt x="107205" y="110766"/>
                  <a:pt x="98183" y="110766"/>
                </a:cubicBezTo>
                <a:moveTo>
                  <a:pt x="103600" y="47350"/>
                </a:moveTo>
                <a:cubicBezTo>
                  <a:pt x="103611" y="46950"/>
                  <a:pt x="103638" y="46561"/>
                  <a:pt x="103638" y="46155"/>
                </a:cubicBezTo>
                <a:cubicBezTo>
                  <a:pt x="103638" y="30866"/>
                  <a:pt x="96305" y="18461"/>
                  <a:pt x="87272" y="18461"/>
                </a:cubicBezTo>
                <a:cubicBezTo>
                  <a:pt x="83150" y="18461"/>
                  <a:pt x="79388" y="21061"/>
                  <a:pt x="76516" y="25322"/>
                </a:cubicBezTo>
                <a:cubicBezTo>
                  <a:pt x="70688" y="10105"/>
                  <a:pt x="60605" y="0"/>
                  <a:pt x="49088" y="0"/>
                </a:cubicBezTo>
                <a:cubicBezTo>
                  <a:pt x="32666" y="0"/>
                  <a:pt x="19105" y="20500"/>
                  <a:pt x="16761" y="47188"/>
                </a:cubicBezTo>
                <a:cubicBezTo>
                  <a:pt x="7155" y="51055"/>
                  <a:pt x="0" y="65633"/>
                  <a:pt x="0" y="83077"/>
                </a:cubicBezTo>
                <a:cubicBezTo>
                  <a:pt x="0" y="103466"/>
                  <a:pt x="9766" y="120000"/>
                  <a:pt x="21816" y="120000"/>
                </a:cubicBezTo>
                <a:lnTo>
                  <a:pt x="98183" y="120000"/>
                </a:lnTo>
                <a:cubicBezTo>
                  <a:pt x="110233" y="120000"/>
                  <a:pt x="120000" y="103466"/>
                  <a:pt x="120000" y="83077"/>
                </a:cubicBezTo>
                <a:cubicBezTo>
                  <a:pt x="120000" y="65861"/>
                  <a:pt x="113022" y="51438"/>
                  <a:pt x="103600" y="47350"/>
                </a:cubicBezTo>
              </a:path>
            </a:pathLst>
          </a:custGeom>
          <a:solidFill>
            <a:schemeClr val="bg1"/>
          </a:solidFill>
          <a:ln>
            <a:solidFill>
              <a:schemeClr val="tx2"/>
            </a:solid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sp>
        <p:nvSpPr>
          <p:cNvPr id="22" name="Shape 7525">
            <a:extLst>
              <a:ext uri="{FF2B5EF4-FFF2-40B4-BE49-F238E27FC236}">
                <a16:creationId xmlns:a16="http://schemas.microsoft.com/office/drawing/2014/main" id="{DCCA914D-8C55-73E1-9E0B-D649F9C02E71}"/>
              </a:ext>
            </a:extLst>
          </p:cNvPr>
          <p:cNvSpPr/>
          <p:nvPr/>
        </p:nvSpPr>
        <p:spPr>
          <a:xfrm>
            <a:off x="1855683" y="4416897"/>
            <a:ext cx="466526" cy="479540"/>
          </a:xfrm>
          <a:custGeom>
            <a:avLst/>
            <a:gdLst/>
            <a:ahLst/>
            <a:cxnLst/>
            <a:rect l="0" t="0" r="0" b="0"/>
            <a:pathLst>
              <a:path w="120000" h="120000" extrusionOk="0">
                <a:moveTo>
                  <a:pt x="29870" y="40088"/>
                </a:moveTo>
                <a:lnTo>
                  <a:pt x="29870" y="40088"/>
                </a:lnTo>
                <a:lnTo>
                  <a:pt x="32207" y="40088"/>
                </a:lnTo>
                <a:cubicBezTo>
                  <a:pt x="36883" y="35044"/>
                  <a:pt x="41558" y="30530"/>
                  <a:pt x="48311" y="25752"/>
                </a:cubicBezTo>
                <a:lnTo>
                  <a:pt x="48311" y="23362"/>
                </a:lnTo>
                <a:cubicBezTo>
                  <a:pt x="48311" y="20973"/>
                  <a:pt x="48311" y="20973"/>
                  <a:pt x="48311" y="18584"/>
                </a:cubicBezTo>
                <a:cubicBezTo>
                  <a:pt x="41558" y="14070"/>
                  <a:pt x="34545" y="11681"/>
                  <a:pt x="27792" y="6902"/>
                </a:cubicBezTo>
                <a:cubicBezTo>
                  <a:pt x="23116" y="11681"/>
                  <a:pt x="16103" y="16460"/>
                  <a:pt x="11428" y="23362"/>
                </a:cubicBezTo>
                <a:cubicBezTo>
                  <a:pt x="16103" y="30530"/>
                  <a:pt x="18441" y="35044"/>
                  <a:pt x="23116" y="40088"/>
                </a:cubicBezTo>
                <a:cubicBezTo>
                  <a:pt x="25454" y="40088"/>
                  <a:pt x="27792" y="40088"/>
                  <a:pt x="29870" y="40088"/>
                </a:cubicBezTo>
                <a:close/>
                <a:moveTo>
                  <a:pt x="16103" y="51769"/>
                </a:moveTo>
                <a:lnTo>
                  <a:pt x="16103" y="51769"/>
                </a:lnTo>
                <a:cubicBezTo>
                  <a:pt x="16103" y="49380"/>
                  <a:pt x="16103" y="49380"/>
                  <a:pt x="18441" y="46991"/>
                </a:cubicBezTo>
                <a:cubicBezTo>
                  <a:pt x="14025" y="42477"/>
                  <a:pt x="9090" y="37433"/>
                  <a:pt x="6753" y="32920"/>
                </a:cubicBezTo>
                <a:cubicBezTo>
                  <a:pt x="2337" y="40088"/>
                  <a:pt x="0" y="49380"/>
                  <a:pt x="0" y="58672"/>
                </a:cubicBezTo>
                <a:cubicBezTo>
                  <a:pt x="0" y="70619"/>
                  <a:pt x="2337" y="82300"/>
                  <a:pt x="9090" y="89203"/>
                </a:cubicBezTo>
                <a:cubicBezTo>
                  <a:pt x="11428" y="79911"/>
                  <a:pt x="14025" y="68230"/>
                  <a:pt x="18441" y="58672"/>
                </a:cubicBezTo>
                <a:cubicBezTo>
                  <a:pt x="18441" y="58672"/>
                  <a:pt x="16103" y="54159"/>
                  <a:pt x="16103" y="51769"/>
                </a:cubicBezTo>
                <a:close/>
                <a:moveTo>
                  <a:pt x="59740" y="9292"/>
                </a:moveTo>
                <a:lnTo>
                  <a:pt x="59740" y="9292"/>
                </a:lnTo>
                <a:cubicBezTo>
                  <a:pt x="62077" y="9292"/>
                  <a:pt x="66753" y="11681"/>
                  <a:pt x="69090" y="14070"/>
                </a:cubicBezTo>
                <a:cubicBezTo>
                  <a:pt x="75844" y="9292"/>
                  <a:pt x="82857" y="9292"/>
                  <a:pt x="89870" y="6902"/>
                </a:cubicBezTo>
                <a:cubicBezTo>
                  <a:pt x="80519" y="2123"/>
                  <a:pt x="71428" y="0"/>
                  <a:pt x="59740" y="0"/>
                </a:cubicBezTo>
                <a:cubicBezTo>
                  <a:pt x="52987" y="0"/>
                  <a:pt x="45974" y="0"/>
                  <a:pt x="39220" y="2123"/>
                </a:cubicBezTo>
                <a:cubicBezTo>
                  <a:pt x="43636" y="4513"/>
                  <a:pt x="48311" y="9292"/>
                  <a:pt x="52987" y="11681"/>
                </a:cubicBezTo>
                <a:cubicBezTo>
                  <a:pt x="55324" y="11681"/>
                  <a:pt x="57402" y="9292"/>
                  <a:pt x="59740" y="9292"/>
                </a:cubicBezTo>
                <a:close/>
                <a:moveTo>
                  <a:pt x="78181" y="70619"/>
                </a:moveTo>
                <a:lnTo>
                  <a:pt x="78181" y="70619"/>
                </a:lnTo>
                <a:cubicBezTo>
                  <a:pt x="80519" y="68230"/>
                  <a:pt x="80519" y="68230"/>
                  <a:pt x="82857" y="65840"/>
                </a:cubicBezTo>
                <a:cubicBezTo>
                  <a:pt x="78181" y="54159"/>
                  <a:pt x="71428" y="44601"/>
                  <a:pt x="64415" y="35044"/>
                </a:cubicBezTo>
                <a:cubicBezTo>
                  <a:pt x="64415" y="35044"/>
                  <a:pt x="62077" y="35044"/>
                  <a:pt x="59740" y="35044"/>
                </a:cubicBezTo>
                <a:cubicBezTo>
                  <a:pt x="57402" y="35044"/>
                  <a:pt x="55324" y="35044"/>
                  <a:pt x="52987" y="32920"/>
                </a:cubicBezTo>
                <a:cubicBezTo>
                  <a:pt x="48311" y="37433"/>
                  <a:pt x="43636" y="40088"/>
                  <a:pt x="39220" y="44601"/>
                </a:cubicBezTo>
                <a:cubicBezTo>
                  <a:pt x="41558" y="46991"/>
                  <a:pt x="41558" y="49380"/>
                  <a:pt x="41558" y="51769"/>
                </a:cubicBezTo>
                <a:cubicBezTo>
                  <a:pt x="41558" y="54159"/>
                  <a:pt x="41558" y="54159"/>
                  <a:pt x="41558" y="56548"/>
                </a:cubicBezTo>
                <a:cubicBezTo>
                  <a:pt x="52987" y="63451"/>
                  <a:pt x="64415" y="68230"/>
                  <a:pt x="78181" y="70619"/>
                </a:cubicBezTo>
                <a:close/>
                <a:moveTo>
                  <a:pt x="94285" y="86814"/>
                </a:moveTo>
                <a:lnTo>
                  <a:pt x="94285" y="86814"/>
                </a:lnTo>
                <a:cubicBezTo>
                  <a:pt x="94285" y="89203"/>
                  <a:pt x="94285" y="93982"/>
                  <a:pt x="94285" y="96371"/>
                </a:cubicBezTo>
                <a:cubicBezTo>
                  <a:pt x="94285" y="98761"/>
                  <a:pt x="94285" y="103274"/>
                  <a:pt x="94285" y="108053"/>
                </a:cubicBezTo>
                <a:cubicBezTo>
                  <a:pt x="103636" y="100884"/>
                  <a:pt x="112727" y="89203"/>
                  <a:pt x="115064" y="77522"/>
                </a:cubicBezTo>
                <a:cubicBezTo>
                  <a:pt x="110649" y="79911"/>
                  <a:pt x="105974" y="79911"/>
                  <a:pt x="101298" y="79911"/>
                </a:cubicBezTo>
                <a:cubicBezTo>
                  <a:pt x="101298" y="84690"/>
                  <a:pt x="98961" y="86814"/>
                  <a:pt x="94285" y="86814"/>
                </a:cubicBezTo>
                <a:close/>
                <a:moveTo>
                  <a:pt x="75844" y="79911"/>
                </a:moveTo>
                <a:lnTo>
                  <a:pt x="75844" y="79911"/>
                </a:lnTo>
                <a:cubicBezTo>
                  <a:pt x="62077" y="77522"/>
                  <a:pt x="48311" y="70619"/>
                  <a:pt x="36883" y="63451"/>
                </a:cubicBezTo>
                <a:cubicBezTo>
                  <a:pt x="34545" y="63451"/>
                  <a:pt x="32207" y="65840"/>
                  <a:pt x="29870" y="65840"/>
                </a:cubicBezTo>
                <a:cubicBezTo>
                  <a:pt x="27792" y="65840"/>
                  <a:pt x="27792" y="65840"/>
                  <a:pt x="27792" y="63451"/>
                </a:cubicBezTo>
                <a:cubicBezTo>
                  <a:pt x="20519" y="75132"/>
                  <a:pt x="18441" y="86814"/>
                  <a:pt x="16103" y="100884"/>
                </a:cubicBezTo>
                <a:cubicBezTo>
                  <a:pt x="23116" y="105663"/>
                  <a:pt x="29870" y="112831"/>
                  <a:pt x="36883" y="115221"/>
                </a:cubicBezTo>
                <a:cubicBezTo>
                  <a:pt x="45974" y="100884"/>
                  <a:pt x="59740" y="86814"/>
                  <a:pt x="75844" y="79911"/>
                </a:cubicBezTo>
                <a:close/>
                <a:moveTo>
                  <a:pt x="98961" y="14070"/>
                </a:moveTo>
                <a:lnTo>
                  <a:pt x="98961" y="14070"/>
                </a:lnTo>
                <a:cubicBezTo>
                  <a:pt x="89870" y="16460"/>
                  <a:pt x="80519" y="18584"/>
                  <a:pt x="71428" y="20973"/>
                </a:cubicBezTo>
                <a:lnTo>
                  <a:pt x="73506" y="23362"/>
                </a:lnTo>
                <a:cubicBezTo>
                  <a:pt x="73506" y="25752"/>
                  <a:pt x="71428" y="25752"/>
                  <a:pt x="71428" y="28141"/>
                </a:cubicBezTo>
                <a:cubicBezTo>
                  <a:pt x="80519" y="37433"/>
                  <a:pt x="85194" y="49380"/>
                  <a:pt x="89870" y="63451"/>
                </a:cubicBezTo>
                <a:cubicBezTo>
                  <a:pt x="94285" y="63451"/>
                  <a:pt x="98961" y="65840"/>
                  <a:pt x="101298" y="70619"/>
                </a:cubicBezTo>
                <a:cubicBezTo>
                  <a:pt x="108311" y="70619"/>
                  <a:pt x="112727" y="70619"/>
                  <a:pt x="117402" y="68230"/>
                </a:cubicBezTo>
                <a:cubicBezTo>
                  <a:pt x="119740" y="65840"/>
                  <a:pt x="119740" y="61061"/>
                  <a:pt x="119740" y="58672"/>
                </a:cubicBezTo>
                <a:cubicBezTo>
                  <a:pt x="119740" y="42477"/>
                  <a:pt x="110649" y="25752"/>
                  <a:pt x="98961" y="14070"/>
                </a:cubicBezTo>
                <a:close/>
                <a:moveTo>
                  <a:pt x="82857" y="86814"/>
                </a:moveTo>
                <a:lnTo>
                  <a:pt x="82857" y="86814"/>
                </a:lnTo>
                <a:cubicBezTo>
                  <a:pt x="66753" y="93982"/>
                  <a:pt x="55324" y="103274"/>
                  <a:pt x="45974" y="117610"/>
                </a:cubicBezTo>
                <a:cubicBezTo>
                  <a:pt x="50649" y="119734"/>
                  <a:pt x="55324" y="119734"/>
                  <a:pt x="59740" y="119734"/>
                </a:cubicBezTo>
                <a:cubicBezTo>
                  <a:pt x="69090" y="119734"/>
                  <a:pt x="75844" y="117610"/>
                  <a:pt x="85194" y="115221"/>
                </a:cubicBezTo>
                <a:cubicBezTo>
                  <a:pt x="85194" y="108053"/>
                  <a:pt x="87532" y="100884"/>
                  <a:pt x="87532" y="96371"/>
                </a:cubicBezTo>
                <a:cubicBezTo>
                  <a:pt x="87532" y="93982"/>
                  <a:pt x="87532" y="91592"/>
                  <a:pt x="85194" y="89203"/>
                </a:cubicBezTo>
                <a:cubicBezTo>
                  <a:pt x="85194" y="86814"/>
                  <a:pt x="82857" y="86814"/>
                  <a:pt x="82857" y="86814"/>
                </a:cubicBezTo>
                <a:close/>
              </a:path>
            </a:pathLst>
          </a:custGeom>
          <a:solidFill>
            <a:schemeClr val="tx1"/>
          </a:solidFill>
          <a:ln>
            <a:noFill/>
          </a:ln>
        </p:spPr>
        <p:txBody>
          <a:bodyPr lIns="45700" tIns="22850" rIns="45700" bIns="22850" anchor="ctr" anchorCtr="0">
            <a:noAutofit/>
          </a:bodyPr>
          <a:lstStyle/>
          <a:p>
            <a:endParaRPr sz="900">
              <a:solidFill>
                <a:schemeClr val="dk1"/>
              </a:solidFill>
              <a:latin typeface="Calibri"/>
              <a:ea typeface="Calibri"/>
              <a:cs typeface="Calibri"/>
              <a:sym typeface="Calibri"/>
            </a:endParaRPr>
          </a:p>
        </p:txBody>
      </p:sp>
      <p:sp>
        <p:nvSpPr>
          <p:cNvPr id="23" name="Shape 7586">
            <a:extLst>
              <a:ext uri="{FF2B5EF4-FFF2-40B4-BE49-F238E27FC236}">
                <a16:creationId xmlns:a16="http://schemas.microsoft.com/office/drawing/2014/main" id="{B581F392-0371-DD0D-D02B-A65AC1FF6BFF}"/>
              </a:ext>
            </a:extLst>
          </p:cNvPr>
          <p:cNvSpPr/>
          <p:nvPr/>
        </p:nvSpPr>
        <p:spPr>
          <a:xfrm>
            <a:off x="1809299" y="2690880"/>
            <a:ext cx="559294" cy="479540"/>
          </a:xfrm>
          <a:custGeom>
            <a:avLst/>
            <a:gdLst/>
            <a:ahLst/>
            <a:cxnLst/>
            <a:rect l="0" t="0" r="0" b="0"/>
            <a:pathLst>
              <a:path w="120000" h="120000" extrusionOk="0">
                <a:moveTo>
                  <a:pt x="94861" y="81816"/>
                </a:moveTo>
                <a:lnTo>
                  <a:pt x="96077" y="70911"/>
                </a:lnTo>
                <a:lnTo>
                  <a:pt x="110238" y="70911"/>
                </a:lnTo>
                <a:lnTo>
                  <a:pt x="107811" y="81816"/>
                </a:lnTo>
                <a:cubicBezTo>
                  <a:pt x="107811" y="81816"/>
                  <a:pt x="94861" y="81816"/>
                  <a:pt x="94861" y="81816"/>
                </a:cubicBezTo>
                <a:close/>
                <a:moveTo>
                  <a:pt x="104177" y="98183"/>
                </a:moveTo>
                <a:lnTo>
                  <a:pt x="93044" y="98183"/>
                </a:lnTo>
                <a:lnTo>
                  <a:pt x="94261" y="87272"/>
                </a:lnTo>
                <a:lnTo>
                  <a:pt x="106600" y="87272"/>
                </a:lnTo>
                <a:cubicBezTo>
                  <a:pt x="106600" y="87272"/>
                  <a:pt x="104177" y="98183"/>
                  <a:pt x="104177" y="98183"/>
                </a:cubicBezTo>
                <a:close/>
                <a:moveTo>
                  <a:pt x="98183" y="114544"/>
                </a:moveTo>
                <a:cubicBezTo>
                  <a:pt x="95172" y="114544"/>
                  <a:pt x="92727" y="112105"/>
                  <a:pt x="92727" y="109088"/>
                </a:cubicBezTo>
                <a:cubicBezTo>
                  <a:pt x="92727" y="106083"/>
                  <a:pt x="95172" y="103638"/>
                  <a:pt x="98183" y="103638"/>
                </a:cubicBezTo>
                <a:cubicBezTo>
                  <a:pt x="101194" y="103638"/>
                  <a:pt x="103638" y="106083"/>
                  <a:pt x="103638" y="109088"/>
                </a:cubicBezTo>
                <a:cubicBezTo>
                  <a:pt x="103638" y="112105"/>
                  <a:pt x="101194" y="114544"/>
                  <a:pt x="98183" y="114544"/>
                </a:cubicBezTo>
                <a:moveTo>
                  <a:pt x="91194" y="65455"/>
                </a:moveTo>
                <a:lnTo>
                  <a:pt x="76361" y="65455"/>
                </a:lnTo>
                <a:lnTo>
                  <a:pt x="76361" y="54544"/>
                </a:lnTo>
                <a:lnTo>
                  <a:pt x="92405" y="54544"/>
                </a:lnTo>
                <a:cubicBezTo>
                  <a:pt x="92405" y="54544"/>
                  <a:pt x="91194" y="65455"/>
                  <a:pt x="91194" y="65455"/>
                </a:cubicBezTo>
                <a:close/>
                <a:moveTo>
                  <a:pt x="89377" y="81816"/>
                </a:moveTo>
                <a:lnTo>
                  <a:pt x="76361" y="81816"/>
                </a:lnTo>
                <a:lnTo>
                  <a:pt x="76361" y="70911"/>
                </a:lnTo>
                <a:lnTo>
                  <a:pt x="90588" y="70911"/>
                </a:lnTo>
                <a:cubicBezTo>
                  <a:pt x="90588" y="70911"/>
                  <a:pt x="89377" y="81816"/>
                  <a:pt x="89377" y="81816"/>
                </a:cubicBezTo>
                <a:close/>
                <a:moveTo>
                  <a:pt x="87561" y="98183"/>
                </a:moveTo>
                <a:lnTo>
                  <a:pt x="76361" y="98183"/>
                </a:lnTo>
                <a:lnTo>
                  <a:pt x="76361" y="87272"/>
                </a:lnTo>
                <a:lnTo>
                  <a:pt x="88772" y="87272"/>
                </a:lnTo>
                <a:cubicBezTo>
                  <a:pt x="88772" y="87272"/>
                  <a:pt x="87561" y="98183"/>
                  <a:pt x="87561" y="98183"/>
                </a:cubicBezTo>
                <a:close/>
                <a:moveTo>
                  <a:pt x="70911" y="65455"/>
                </a:moveTo>
                <a:lnTo>
                  <a:pt x="56077" y="65455"/>
                </a:lnTo>
                <a:lnTo>
                  <a:pt x="54866" y="54544"/>
                </a:lnTo>
                <a:lnTo>
                  <a:pt x="70911" y="54544"/>
                </a:lnTo>
                <a:cubicBezTo>
                  <a:pt x="70911" y="54544"/>
                  <a:pt x="70911" y="65455"/>
                  <a:pt x="70911" y="65455"/>
                </a:cubicBezTo>
                <a:close/>
                <a:moveTo>
                  <a:pt x="70911" y="81816"/>
                </a:moveTo>
                <a:lnTo>
                  <a:pt x="57894" y="81816"/>
                </a:lnTo>
                <a:lnTo>
                  <a:pt x="56683" y="70911"/>
                </a:lnTo>
                <a:lnTo>
                  <a:pt x="70911" y="70911"/>
                </a:lnTo>
                <a:cubicBezTo>
                  <a:pt x="70911" y="70911"/>
                  <a:pt x="70911" y="81816"/>
                  <a:pt x="70911" y="81816"/>
                </a:cubicBezTo>
                <a:close/>
                <a:moveTo>
                  <a:pt x="70911" y="98183"/>
                </a:moveTo>
                <a:lnTo>
                  <a:pt x="59711" y="98183"/>
                </a:lnTo>
                <a:lnTo>
                  <a:pt x="58505" y="87272"/>
                </a:lnTo>
                <a:lnTo>
                  <a:pt x="70911" y="87272"/>
                </a:lnTo>
                <a:cubicBezTo>
                  <a:pt x="70911" y="87272"/>
                  <a:pt x="70911" y="98183"/>
                  <a:pt x="70911" y="98183"/>
                </a:cubicBezTo>
                <a:close/>
                <a:moveTo>
                  <a:pt x="49088" y="114544"/>
                </a:moveTo>
                <a:cubicBezTo>
                  <a:pt x="46077" y="114544"/>
                  <a:pt x="43638" y="112105"/>
                  <a:pt x="43638" y="109088"/>
                </a:cubicBezTo>
                <a:cubicBezTo>
                  <a:pt x="43638" y="106083"/>
                  <a:pt x="46077" y="103638"/>
                  <a:pt x="49088" y="103638"/>
                </a:cubicBezTo>
                <a:cubicBezTo>
                  <a:pt x="52105" y="103638"/>
                  <a:pt x="54544" y="106083"/>
                  <a:pt x="54544" y="109088"/>
                </a:cubicBezTo>
                <a:cubicBezTo>
                  <a:pt x="54544" y="112105"/>
                  <a:pt x="52105" y="114544"/>
                  <a:pt x="49088" y="114544"/>
                </a:cubicBezTo>
                <a:moveTo>
                  <a:pt x="40072" y="87272"/>
                </a:moveTo>
                <a:lnTo>
                  <a:pt x="53016" y="87272"/>
                </a:lnTo>
                <a:lnTo>
                  <a:pt x="54227" y="98183"/>
                </a:lnTo>
                <a:lnTo>
                  <a:pt x="43000" y="98183"/>
                </a:lnTo>
                <a:cubicBezTo>
                  <a:pt x="43000" y="98183"/>
                  <a:pt x="40072" y="87272"/>
                  <a:pt x="40072" y="87272"/>
                </a:cubicBezTo>
                <a:close/>
                <a:moveTo>
                  <a:pt x="38611" y="81816"/>
                </a:moveTo>
                <a:lnTo>
                  <a:pt x="35683" y="70911"/>
                </a:lnTo>
                <a:lnTo>
                  <a:pt x="51194" y="70911"/>
                </a:lnTo>
                <a:lnTo>
                  <a:pt x="52411" y="81816"/>
                </a:lnTo>
                <a:cubicBezTo>
                  <a:pt x="52411" y="81816"/>
                  <a:pt x="38611" y="81816"/>
                  <a:pt x="38611" y="81816"/>
                </a:cubicBezTo>
                <a:close/>
                <a:moveTo>
                  <a:pt x="31294" y="54544"/>
                </a:moveTo>
                <a:lnTo>
                  <a:pt x="49377" y="54544"/>
                </a:lnTo>
                <a:lnTo>
                  <a:pt x="50588" y="65455"/>
                </a:lnTo>
                <a:lnTo>
                  <a:pt x="34222" y="65455"/>
                </a:lnTo>
                <a:cubicBezTo>
                  <a:pt x="34222" y="65455"/>
                  <a:pt x="31294" y="54544"/>
                  <a:pt x="31294" y="54544"/>
                </a:cubicBezTo>
                <a:close/>
                <a:moveTo>
                  <a:pt x="97894" y="54544"/>
                </a:moveTo>
                <a:lnTo>
                  <a:pt x="113872" y="54544"/>
                </a:lnTo>
                <a:lnTo>
                  <a:pt x="111450" y="65455"/>
                </a:lnTo>
                <a:lnTo>
                  <a:pt x="96683" y="65455"/>
                </a:lnTo>
                <a:cubicBezTo>
                  <a:pt x="96683" y="65455"/>
                  <a:pt x="97894" y="54544"/>
                  <a:pt x="97894" y="54544"/>
                </a:cubicBezTo>
                <a:close/>
                <a:moveTo>
                  <a:pt x="108994" y="101566"/>
                </a:moveTo>
                <a:lnTo>
                  <a:pt x="109011" y="101572"/>
                </a:lnTo>
                <a:lnTo>
                  <a:pt x="119922" y="52483"/>
                </a:lnTo>
                <a:lnTo>
                  <a:pt x="119872" y="52466"/>
                </a:lnTo>
                <a:cubicBezTo>
                  <a:pt x="119922" y="52255"/>
                  <a:pt x="120000" y="52050"/>
                  <a:pt x="120000" y="51816"/>
                </a:cubicBezTo>
                <a:cubicBezTo>
                  <a:pt x="120000" y="50311"/>
                  <a:pt x="118777" y="49088"/>
                  <a:pt x="117272" y="49088"/>
                </a:cubicBezTo>
                <a:lnTo>
                  <a:pt x="29833" y="49088"/>
                </a:lnTo>
                <a:lnTo>
                  <a:pt x="25966" y="34672"/>
                </a:lnTo>
                <a:lnTo>
                  <a:pt x="25927" y="34683"/>
                </a:lnTo>
                <a:cubicBezTo>
                  <a:pt x="25588" y="33561"/>
                  <a:pt x="24583" y="32727"/>
                  <a:pt x="23350" y="32727"/>
                </a:cubicBezTo>
                <a:lnTo>
                  <a:pt x="2727" y="32727"/>
                </a:lnTo>
                <a:cubicBezTo>
                  <a:pt x="1222" y="32727"/>
                  <a:pt x="0" y="33944"/>
                  <a:pt x="0" y="35455"/>
                </a:cubicBezTo>
                <a:cubicBezTo>
                  <a:pt x="0" y="36961"/>
                  <a:pt x="1222" y="38183"/>
                  <a:pt x="2727" y="38183"/>
                </a:cubicBezTo>
                <a:lnTo>
                  <a:pt x="21261" y="38183"/>
                </a:lnTo>
                <a:lnTo>
                  <a:pt x="38294" y="101694"/>
                </a:lnTo>
                <a:lnTo>
                  <a:pt x="38300" y="101694"/>
                </a:lnTo>
                <a:cubicBezTo>
                  <a:pt x="38533" y="102461"/>
                  <a:pt x="39094" y="103083"/>
                  <a:pt x="39822" y="103405"/>
                </a:cubicBezTo>
                <a:cubicBezTo>
                  <a:pt x="38800" y="105066"/>
                  <a:pt x="38183" y="107000"/>
                  <a:pt x="38183" y="109088"/>
                </a:cubicBezTo>
                <a:cubicBezTo>
                  <a:pt x="38183" y="115116"/>
                  <a:pt x="43066" y="120000"/>
                  <a:pt x="49088" y="120000"/>
                </a:cubicBezTo>
                <a:cubicBezTo>
                  <a:pt x="55116" y="120000"/>
                  <a:pt x="60000" y="115116"/>
                  <a:pt x="60000" y="109088"/>
                </a:cubicBezTo>
                <a:cubicBezTo>
                  <a:pt x="60000" y="107094"/>
                  <a:pt x="59422" y="105250"/>
                  <a:pt x="58488" y="103638"/>
                </a:cubicBezTo>
                <a:lnTo>
                  <a:pt x="88783" y="103638"/>
                </a:lnTo>
                <a:cubicBezTo>
                  <a:pt x="87850" y="105250"/>
                  <a:pt x="87272" y="107094"/>
                  <a:pt x="87272" y="109088"/>
                </a:cubicBezTo>
                <a:cubicBezTo>
                  <a:pt x="87272" y="115116"/>
                  <a:pt x="92155" y="120000"/>
                  <a:pt x="98183" y="120000"/>
                </a:cubicBezTo>
                <a:cubicBezTo>
                  <a:pt x="104205" y="120000"/>
                  <a:pt x="109088" y="115116"/>
                  <a:pt x="109088" y="109088"/>
                </a:cubicBezTo>
                <a:cubicBezTo>
                  <a:pt x="109088" y="107000"/>
                  <a:pt x="108472" y="105066"/>
                  <a:pt x="107450" y="103405"/>
                </a:cubicBezTo>
                <a:cubicBezTo>
                  <a:pt x="108216" y="103066"/>
                  <a:pt x="108783" y="102388"/>
                  <a:pt x="108994" y="101566"/>
                </a:cubicBezTo>
                <a:moveTo>
                  <a:pt x="71705" y="42838"/>
                </a:moveTo>
                <a:cubicBezTo>
                  <a:pt x="72200" y="43333"/>
                  <a:pt x="72883" y="43638"/>
                  <a:pt x="73638" y="43638"/>
                </a:cubicBezTo>
                <a:cubicBezTo>
                  <a:pt x="74388" y="43638"/>
                  <a:pt x="75072" y="43333"/>
                  <a:pt x="75566" y="42838"/>
                </a:cubicBezTo>
                <a:lnTo>
                  <a:pt x="86472" y="31927"/>
                </a:lnTo>
                <a:cubicBezTo>
                  <a:pt x="86966" y="31433"/>
                  <a:pt x="87272" y="30755"/>
                  <a:pt x="87272" y="30000"/>
                </a:cubicBezTo>
                <a:cubicBezTo>
                  <a:pt x="87272" y="28494"/>
                  <a:pt x="86055" y="27277"/>
                  <a:pt x="84544" y="27277"/>
                </a:cubicBezTo>
                <a:cubicBezTo>
                  <a:pt x="83794" y="27277"/>
                  <a:pt x="83111" y="27577"/>
                  <a:pt x="82616" y="28072"/>
                </a:cubicBezTo>
                <a:lnTo>
                  <a:pt x="76361" y="34327"/>
                </a:lnTo>
                <a:lnTo>
                  <a:pt x="76361" y="2727"/>
                </a:lnTo>
                <a:lnTo>
                  <a:pt x="76361" y="2727"/>
                </a:lnTo>
                <a:cubicBezTo>
                  <a:pt x="76361" y="1222"/>
                  <a:pt x="75144" y="0"/>
                  <a:pt x="73638" y="0"/>
                </a:cubicBezTo>
                <a:cubicBezTo>
                  <a:pt x="72127" y="0"/>
                  <a:pt x="70911" y="1222"/>
                  <a:pt x="70911" y="2727"/>
                </a:cubicBezTo>
                <a:lnTo>
                  <a:pt x="70911" y="34327"/>
                </a:lnTo>
                <a:lnTo>
                  <a:pt x="64655" y="28072"/>
                </a:lnTo>
                <a:cubicBezTo>
                  <a:pt x="64161" y="27577"/>
                  <a:pt x="63483" y="27277"/>
                  <a:pt x="62727" y="27277"/>
                </a:cubicBezTo>
                <a:cubicBezTo>
                  <a:pt x="61222" y="27277"/>
                  <a:pt x="60000" y="28494"/>
                  <a:pt x="60000" y="30000"/>
                </a:cubicBezTo>
                <a:cubicBezTo>
                  <a:pt x="60000" y="30755"/>
                  <a:pt x="60305" y="31433"/>
                  <a:pt x="60800" y="31927"/>
                </a:cubicBezTo>
                <a:cubicBezTo>
                  <a:pt x="60800" y="31927"/>
                  <a:pt x="71705" y="42838"/>
                  <a:pt x="71705" y="42838"/>
                </a:cubicBezTo>
                <a:close/>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sp>
        <p:nvSpPr>
          <p:cNvPr id="24" name="Shape 7257">
            <a:extLst>
              <a:ext uri="{FF2B5EF4-FFF2-40B4-BE49-F238E27FC236}">
                <a16:creationId xmlns:a16="http://schemas.microsoft.com/office/drawing/2014/main" id="{66A852EA-9B5D-199B-2FEA-4B23BFCC0DD8}"/>
              </a:ext>
            </a:extLst>
          </p:cNvPr>
          <p:cNvSpPr/>
          <p:nvPr/>
        </p:nvSpPr>
        <p:spPr>
          <a:xfrm>
            <a:off x="1885855" y="5302939"/>
            <a:ext cx="406182" cy="435902"/>
          </a:xfrm>
          <a:custGeom>
            <a:avLst/>
            <a:gdLst/>
            <a:ahLst/>
            <a:cxnLst/>
            <a:rect l="0" t="0" r="0" b="0"/>
            <a:pathLst>
              <a:path w="120000" h="120000" extrusionOk="0">
                <a:moveTo>
                  <a:pt x="117004" y="41647"/>
                </a:moveTo>
                <a:lnTo>
                  <a:pt x="117004" y="41647"/>
                </a:lnTo>
                <a:cubicBezTo>
                  <a:pt x="69084" y="81647"/>
                  <a:pt x="69084" y="81647"/>
                  <a:pt x="69084" y="81647"/>
                </a:cubicBezTo>
                <a:cubicBezTo>
                  <a:pt x="67687" y="81647"/>
                  <a:pt x="66289" y="83294"/>
                  <a:pt x="64891" y="83294"/>
                </a:cubicBezTo>
                <a:cubicBezTo>
                  <a:pt x="64891" y="83294"/>
                  <a:pt x="63494" y="81647"/>
                  <a:pt x="62096" y="81647"/>
                </a:cubicBezTo>
                <a:cubicBezTo>
                  <a:pt x="36539" y="61647"/>
                  <a:pt x="36539" y="61647"/>
                  <a:pt x="36539" y="61647"/>
                </a:cubicBezTo>
                <a:cubicBezTo>
                  <a:pt x="11181" y="79764"/>
                  <a:pt x="11181" y="79764"/>
                  <a:pt x="11181" y="79764"/>
                </a:cubicBezTo>
                <a:cubicBezTo>
                  <a:pt x="11181" y="106352"/>
                  <a:pt x="11181" y="106352"/>
                  <a:pt x="11181" y="106352"/>
                </a:cubicBezTo>
                <a:cubicBezTo>
                  <a:pt x="114209" y="106352"/>
                  <a:pt x="114209" y="106352"/>
                  <a:pt x="114209" y="106352"/>
                </a:cubicBezTo>
                <a:cubicBezTo>
                  <a:pt x="117004" y="106352"/>
                  <a:pt x="119800" y="109882"/>
                  <a:pt x="119800" y="113176"/>
                </a:cubicBezTo>
                <a:cubicBezTo>
                  <a:pt x="119800" y="118117"/>
                  <a:pt x="117004" y="119764"/>
                  <a:pt x="114209" y="119764"/>
                </a:cubicBezTo>
                <a:cubicBezTo>
                  <a:pt x="5590" y="119764"/>
                  <a:pt x="5590" y="119764"/>
                  <a:pt x="5590" y="119764"/>
                </a:cubicBezTo>
                <a:cubicBezTo>
                  <a:pt x="1397" y="119764"/>
                  <a:pt x="0" y="118117"/>
                  <a:pt x="0" y="113176"/>
                </a:cubicBezTo>
                <a:cubicBezTo>
                  <a:pt x="0" y="6588"/>
                  <a:pt x="0" y="6588"/>
                  <a:pt x="0" y="6588"/>
                </a:cubicBezTo>
                <a:cubicBezTo>
                  <a:pt x="0" y="3294"/>
                  <a:pt x="1397" y="0"/>
                  <a:pt x="5590" y="0"/>
                </a:cubicBezTo>
                <a:cubicBezTo>
                  <a:pt x="8386" y="0"/>
                  <a:pt x="11181" y="3294"/>
                  <a:pt x="11181" y="6588"/>
                </a:cubicBezTo>
                <a:cubicBezTo>
                  <a:pt x="11181" y="64941"/>
                  <a:pt x="11181" y="64941"/>
                  <a:pt x="11181" y="64941"/>
                </a:cubicBezTo>
                <a:cubicBezTo>
                  <a:pt x="33743" y="48235"/>
                  <a:pt x="33743" y="48235"/>
                  <a:pt x="33743" y="48235"/>
                </a:cubicBezTo>
                <a:cubicBezTo>
                  <a:pt x="35141" y="48235"/>
                  <a:pt x="36539" y="46588"/>
                  <a:pt x="36539" y="46588"/>
                </a:cubicBezTo>
                <a:cubicBezTo>
                  <a:pt x="38136" y="46588"/>
                  <a:pt x="39534" y="48235"/>
                  <a:pt x="40931" y="48235"/>
                </a:cubicBezTo>
                <a:cubicBezTo>
                  <a:pt x="64891" y="68235"/>
                  <a:pt x="64891" y="68235"/>
                  <a:pt x="64891" y="68235"/>
                </a:cubicBezTo>
                <a:cubicBezTo>
                  <a:pt x="111414" y="29882"/>
                  <a:pt x="111414" y="29882"/>
                  <a:pt x="111414" y="29882"/>
                </a:cubicBezTo>
                <a:cubicBezTo>
                  <a:pt x="111414" y="29882"/>
                  <a:pt x="112811" y="29882"/>
                  <a:pt x="114209" y="29882"/>
                </a:cubicBezTo>
                <a:cubicBezTo>
                  <a:pt x="117004" y="29882"/>
                  <a:pt x="119800" y="31529"/>
                  <a:pt x="119800" y="36705"/>
                </a:cubicBezTo>
                <a:cubicBezTo>
                  <a:pt x="119800" y="38352"/>
                  <a:pt x="118402" y="40000"/>
                  <a:pt x="117004" y="41647"/>
                </a:cubicBezTo>
              </a:path>
            </a:pathLst>
          </a:custGeom>
          <a:solidFill>
            <a:schemeClr val="tx1"/>
          </a:solidFill>
          <a:ln>
            <a:noFill/>
          </a:ln>
        </p:spPr>
        <p:txBody>
          <a:bodyPr lIns="45713" tIns="22850" rIns="45713" bIns="22850" anchor="ctr" anchorCtr="0">
            <a:noAutofit/>
          </a:bodyPr>
          <a:lstStyle/>
          <a:p>
            <a:endParaRPr sz="900">
              <a:solidFill>
                <a:schemeClr val="dk1"/>
              </a:solidFill>
              <a:latin typeface="Calibri"/>
              <a:ea typeface="Calibri"/>
              <a:cs typeface="Calibri"/>
              <a:sym typeface="Calibri"/>
            </a:endParaRPr>
          </a:p>
        </p:txBody>
      </p:sp>
      <p:sp>
        <p:nvSpPr>
          <p:cNvPr id="25" name="Shape 7060">
            <a:extLst>
              <a:ext uri="{FF2B5EF4-FFF2-40B4-BE49-F238E27FC236}">
                <a16:creationId xmlns:a16="http://schemas.microsoft.com/office/drawing/2014/main" id="{214FFC9C-28D7-BD09-D496-58830A1FB71D}"/>
              </a:ext>
            </a:extLst>
          </p:cNvPr>
          <p:cNvSpPr/>
          <p:nvPr/>
        </p:nvSpPr>
        <p:spPr>
          <a:xfrm>
            <a:off x="1905387" y="1837274"/>
            <a:ext cx="420384" cy="401140"/>
          </a:xfrm>
          <a:custGeom>
            <a:avLst/>
            <a:gdLst/>
            <a:ahLst/>
            <a:cxnLst/>
            <a:rect l="0" t="0" r="0" b="0"/>
            <a:pathLst>
              <a:path w="120000" h="120000" extrusionOk="0">
                <a:moveTo>
                  <a:pt x="119800" y="49130"/>
                </a:moveTo>
                <a:lnTo>
                  <a:pt x="119800" y="49130"/>
                </a:lnTo>
                <a:cubicBezTo>
                  <a:pt x="119800" y="58260"/>
                  <a:pt x="112811" y="66086"/>
                  <a:pt x="104226" y="66086"/>
                </a:cubicBezTo>
                <a:cubicBezTo>
                  <a:pt x="95840" y="66086"/>
                  <a:pt x="90249" y="58260"/>
                  <a:pt x="90249" y="49130"/>
                </a:cubicBezTo>
                <a:lnTo>
                  <a:pt x="90249" y="49130"/>
                </a:lnTo>
                <a:lnTo>
                  <a:pt x="90249" y="49130"/>
                </a:lnTo>
                <a:lnTo>
                  <a:pt x="90249" y="49130"/>
                </a:lnTo>
                <a:cubicBezTo>
                  <a:pt x="90249" y="58260"/>
                  <a:pt x="83261" y="66086"/>
                  <a:pt x="74675" y="66086"/>
                </a:cubicBezTo>
                <a:cubicBezTo>
                  <a:pt x="66289" y="66086"/>
                  <a:pt x="59101" y="58260"/>
                  <a:pt x="59101" y="49130"/>
                </a:cubicBezTo>
                <a:lnTo>
                  <a:pt x="59101" y="49130"/>
                </a:lnTo>
                <a:lnTo>
                  <a:pt x="59101" y="49130"/>
                </a:lnTo>
                <a:lnTo>
                  <a:pt x="59101" y="49130"/>
                </a:lnTo>
                <a:lnTo>
                  <a:pt x="59101" y="49130"/>
                </a:lnTo>
                <a:cubicBezTo>
                  <a:pt x="59101" y="58260"/>
                  <a:pt x="53510" y="66086"/>
                  <a:pt x="45124" y="66086"/>
                </a:cubicBezTo>
                <a:cubicBezTo>
                  <a:pt x="36539" y="66086"/>
                  <a:pt x="29550" y="58260"/>
                  <a:pt x="29550" y="49130"/>
                </a:cubicBezTo>
                <a:lnTo>
                  <a:pt x="29550" y="49130"/>
                </a:lnTo>
                <a:lnTo>
                  <a:pt x="29550" y="49130"/>
                </a:lnTo>
                <a:lnTo>
                  <a:pt x="29550" y="49130"/>
                </a:lnTo>
                <a:lnTo>
                  <a:pt x="29550" y="49130"/>
                </a:lnTo>
                <a:cubicBezTo>
                  <a:pt x="29550" y="58260"/>
                  <a:pt x="22562" y="66086"/>
                  <a:pt x="13976" y="66086"/>
                </a:cubicBezTo>
                <a:cubicBezTo>
                  <a:pt x="5590" y="66086"/>
                  <a:pt x="0" y="58260"/>
                  <a:pt x="0" y="49130"/>
                </a:cubicBezTo>
                <a:lnTo>
                  <a:pt x="0" y="49130"/>
                </a:lnTo>
                <a:lnTo>
                  <a:pt x="0" y="49130"/>
                </a:lnTo>
                <a:lnTo>
                  <a:pt x="0" y="49130"/>
                </a:lnTo>
                <a:cubicBezTo>
                  <a:pt x="9783" y="18260"/>
                  <a:pt x="9783" y="18260"/>
                  <a:pt x="9783" y="18260"/>
                </a:cubicBezTo>
                <a:cubicBezTo>
                  <a:pt x="110016" y="18260"/>
                  <a:pt x="110016" y="18260"/>
                  <a:pt x="110016" y="18260"/>
                </a:cubicBezTo>
                <a:cubicBezTo>
                  <a:pt x="119800" y="49130"/>
                  <a:pt x="119800" y="49130"/>
                  <a:pt x="119800" y="49130"/>
                </a:cubicBezTo>
                <a:close/>
                <a:moveTo>
                  <a:pt x="101430" y="12173"/>
                </a:moveTo>
                <a:lnTo>
                  <a:pt x="101430" y="12173"/>
                </a:lnTo>
                <a:cubicBezTo>
                  <a:pt x="18169" y="12173"/>
                  <a:pt x="18169" y="12173"/>
                  <a:pt x="18169" y="12173"/>
                </a:cubicBezTo>
                <a:cubicBezTo>
                  <a:pt x="15374" y="12173"/>
                  <a:pt x="12579" y="10652"/>
                  <a:pt x="12579" y="6086"/>
                </a:cubicBezTo>
                <a:cubicBezTo>
                  <a:pt x="12579" y="3043"/>
                  <a:pt x="15374" y="0"/>
                  <a:pt x="18169" y="0"/>
                </a:cubicBezTo>
                <a:cubicBezTo>
                  <a:pt x="101430" y="0"/>
                  <a:pt x="101430" y="0"/>
                  <a:pt x="101430" y="0"/>
                </a:cubicBezTo>
                <a:cubicBezTo>
                  <a:pt x="104226" y="0"/>
                  <a:pt x="107221" y="3043"/>
                  <a:pt x="107221" y="6086"/>
                </a:cubicBezTo>
                <a:cubicBezTo>
                  <a:pt x="107221" y="10652"/>
                  <a:pt x="104226" y="12173"/>
                  <a:pt x="101430" y="12173"/>
                </a:cubicBezTo>
                <a:close/>
                <a:moveTo>
                  <a:pt x="16772" y="72173"/>
                </a:moveTo>
                <a:lnTo>
                  <a:pt x="16772" y="72173"/>
                </a:lnTo>
                <a:lnTo>
                  <a:pt x="16772" y="72173"/>
                </a:lnTo>
                <a:cubicBezTo>
                  <a:pt x="16772" y="72173"/>
                  <a:pt x="16772" y="72173"/>
                  <a:pt x="18169" y="72173"/>
                </a:cubicBezTo>
                <a:lnTo>
                  <a:pt x="18169" y="72173"/>
                </a:lnTo>
                <a:cubicBezTo>
                  <a:pt x="18169" y="72173"/>
                  <a:pt x="18169" y="72173"/>
                  <a:pt x="19567" y="72173"/>
                </a:cubicBezTo>
                <a:cubicBezTo>
                  <a:pt x="19567" y="70652"/>
                  <a:pt x="21164" y="70652"/>
                  <a:pt x="22562" y="70652"/>
                </a:cubicBezTo>
                <a:lnTo>
                  <a:pt x="22562" y="70652"/>
                </a:lnTo>
                <a:lnTo>
                  <a:pt x="22562" y="70652"/>
                </a:lnTo>
                <a:cubicBezTo>
                  <a:pt x="22562" y="101304"/>
                  <a:pt x="22562" y="101304"/>
                  <a:pt x="22562" y="101304"/>
                </a:cubicBezTo>
                <a:cubicBezTo>
                  <a:pt x="97237" y="101304"/>
                  <a:pt x="97237" y="101304"/>
                  <a:pt x="97237" y="101304"/>
                </a:cubicBezTo>
                <a:cubicBezTo>
                  <a:pt x="97237" y="70652"/>
                  <a:pt x="97237" y="70652"/>
                  <a:pt x="97237" y="70652"/>
                </a:cubicBezTo>
                <a:lnTo>
                  <a:pt x="97237" y="70652"/>
                </a:lnTo>
                <a:lnTo>
                  <a:pt x="97237" y="70652"/>
                </a:lnTo>
                <a:cubicBezTo>
                  <a:pt x="98635" y="70652"/>
                  <a:pt x="98635" y="70652"/>
                  <a:pt x="100033" y="72173"/>
                </a:cubicBezTo>
                <a:cubicBezTo>
                  <a:pt x="100033" y="72173"/>
                  <a:pt x="100033" y="72173"/>
                  <a:pt x="101430" y="72173"/>
                </a:cubicBezTo>
                <a:lnTo>
                  <a:pt x="101430" y="72173"/>
                </a:lnTo>
                <a:lnTo>
                  <a:pt x="102828" y="72173"/>
                </a:lnTo>
                <a:lnTo>
                  <a:pt x="102828" y="72173"/>
                </a:lnTo>
                <a:lnTo>
                  <a:pt x="104226" y="72173"/>
                </a:lnTo>
                <a:cubicBezTo>
                  <a:pt x="105823" y="72173"/>
                  <a:pt x="107221" y="72173"/>
                  <a:pt x="108618" y="72173"/>
                </a:cubicBezTo>
                <a:cubicBezTo>
                  <a:pt x="108618" y="113695"/>
                  <a:pt x="108618" y="113695"/>
                  <a:pt x="108618" y="113695"/>
                </a:cubicBezTo>
                <a:cubicBezTo>
                  <a:pt x="108618" y="116739"/>
                  <a:pt x="105823" y="119782"/>
                  <a:pt x="102828" y="119782"/>
                </a:cubicBezTo>
                <a:cubicBezTo>
                  <a:pt x="16772" y="119782"/>
                  <a:pt x="16772" y="119782"/>
                  <a:pt x="16772" y="119782"/>
                </a:cubicBezTo>
                <a:cubicBezTo>
                  <a:pt x="12579" y="119782"/>
                  <a:pt x="11181" y="116739"/>
                  <a:pt x="11181" y="113695"/>
                </a:cubicBezTo>
                <a:cubicBezTo>
                  <a:pt x="11181" y="72173"/>
                  <a:pt x="11181" y="72173"/>
                  <a:pt x="11181" y="72173"/>
                </a:cubicBezTo>
                <a:cubicBezTo>
                  <a:pt x="12579" y="72173"/>
                  <a:pt x="12579" y="72173"/>
                  <a:pt x="13976" y="72173"/>
                </a:cubicBezTo>
                <a:cubicBezTo>
                  <a:pt x="15374" y="72173"/>
                  <a:pt x="15374" y="72173"/>
                  <a:pt x="16772" y="72173"/>
                </a:cubicBezTo>
                <a:close/>
              </a:path>
            </a:pathLst>
          </a:custGeom>
          <a:solidFill>
            <a:schemeClr val="tx1"/>
          </a:solidFill>
          <a:ln>
            <a:noFill/>
          </a:ln>
        </p:spPr>
        <p:txBody>
          <a:bodyPr lIns="45713" tIns="22850" rIns="45713" bIns="22850" anchor="ctr" anchorCtr="0">
            <a:noAutofit/>
          </a:bodyPr>
          <a:lstStyle/>
          <a:p>
            <a:endParaRPr sz="900">
              <a:solidFill>
                <a:schemeClr val="dk1"/>
              </a:solidFill>
              <a:latin typeface="Calibri"/>
              <a:ea typeface="Calibri"/>
              <a:cs typeface="Calibri"/>
              <a:sym typeface="Calibri"/>
            </a:endParaRPr>
          </a:p>
        </p:txBody>
      </p:sp>
      <p:sp>
        <p:nvSpPr>
          <p:cNvPr id="26" name="Shape 7446">
            <a:extLst>
              <a:ext uri="{FF2B5EF4-FFF2-40B4-BE49-F238E27FC236}">
                <a16:creationId xmlns:a16="http://schemas.microsoft.com/office/drawing/2014/main" id="{388FB72F-C956-BCB3-C50B-6101F9AF16EA}"/>
              </a:ext>
            </a:extLst>
          </p:cNvPr>
          <p:cNvSpPr/>
          <p:nvPr/>
        </p:nvSpPr>
        <p:spPr>
          <a:xfrm>
            <a:off x="1959622" y="3576922"/>
            <a:ext cx="258649" cy="433473"/>
          </a:xfrm>
          <a:custGeom>
            <a:avLst/>
            <a:gdLst/>
            <a:ahLst/>
            <a:cxnLst/>
            <a:rect l="0" t="0" r="0" b="0"/>
            <a:pathLst>
              <a:path w="120000" h="120000" extrusionOk="0">
                <a:moveTo>
                  <a:pt x="100918" y="0"/>
                </a:moveTo>
                <a:lnTo>
                  <a:pt x="100918" y="0"/>
                </a:lnTo>
                <a:cubicBezTo>
                  <a:pt x="18657" y="0"/>
                  <a:pt x="18657" y="0"/>
                  <a:pt x="18657" y="0"/>
                </a:cubicBezTo>
                <a:cubicBezTo>
                  <a:pt x="7208" y="0"/>
                  <a:pt x="0" y="4417"/>
                  <a:pt x="0" y="10797"/>
                </a:cubicBezTo>
                <a:cubicBezTo>
                  <a:pt x="0" y="106503"/>
                  <a:pt x="0" y="106503"/>
                  <a:pt x="0" y="106503"/>
                </a:cubicBezTo>
                <a:cubicBezTo>
                  <a:pt x="0" y="112883"/>
                  <a:pt x="7208" y="119754"/>
                  <a:pt x="18657" y="119754"/>
                </a:cubicBezTo>
                <a:cubicBezTo>
                  <a:pt x="100918" y="119754"/>
                  <a:pt x="100918" y="119754"/>
                  <a:pt x="100918" y="119754"/>
                </a:cubicBezTo>
                <a:cubicBezTo>
                  <a:pt x="112367" y="119754"/>
                  <a:pt x="119575" y="112883"/>
                  <a:pt x="119575" y="106503"/>
                </a:cubicBezTo>
                <a:cubicBezTo>
                  <a:pt x="119575" y="10797"/>
                  <a:pt x="119575" y="10797"/>
                  <a:pt x="119575" y="10797"/>
                </a:cubicBezTo>
                <a:cubicBezTo>
                  <a:pt x="119575" y="4417"/>
                  <a:pt x="112367" y="0"/>
                  <a:pt x="100918" y="0"/>
                </a:cubicBezTo>
                <a:close/>
                <a:moveTo>
                  <a:pt x="59787" y="112883"/>
                </a:moveTo>
                <a:lnTo>
                  <a:pt x="59787" y="112883"/>
                </a:lnTo>
                <a:cubicBezTo>
                  <a:pt x="52155" y="112883"/>
                  <a:pt x="44946" y="110674"/>
                  <a:pt x="44946" y="108711"/>
                </a:cubicBezTo>
                <a:cubicBezTo>
                  <a:pt x="44946" y="104294"/>
                  <a:pt x="52155" y="102085"/>
                  <a:pt x="59787" y="102085"/>
                </a:cubicBezTo>
                <a:cubicBezTo>
                  <a:pt x="67420" y="102085"/>
                  <a:pt x="74628" y="104294"/>
                  <a:pt x="74628" y="108711"/>
                </a:cubicBezTo>
                <a:cubicBezTo>
                  <a:pt x="74628" y="110674"/>
                  <a:pt x="67420" y="112883"/>
                  <a:pt x="59787" y="112883"/>
                </a:cubicBezTo>
                <a:close/>
                <a:moveTo>
                  <a:pt x="104734" y="95705"/>
                </a:moveTo>
                <a:lnTo>
                  <a:pt x="104734" y="95705"/>
                </a:lnTo>
                <a:cubicBezTo>
                  <a:pt x="14840" y="95705"/>
                  <a:pt x="14840" y="95705"/>
                  <a:pt x="14840" y="95705"/>
                </a:cubicBezTo>
                <a:cubicBezTo>
                  <a:pt x="14840" y="15214"/>
                  <a:pt x="14840" y="15214"/>
                  <a:pt x="14840" y="15214"/>
                </a:cubicBezTo>
                <a:cubicBezTo>
                  <a:pt x="104734" y="15214"/>
                  <a:pt x="104734" y="15214"/>
                  <a:pt x="104734" y="15214"/>
                </a:cubicBezTo>
                <a:lnTo>
                  <a:pt x="104734" y="95705"/>
                </a:lnTo>
                <a:close/>
              </a:path>
            </a:pathLst>
          </a:custGeom>
          <a:solidFill>
            <a:schemeClr val="tx1"/>
          </a:solidFill>
          <a:ln>
            <a:noFill/>
          </a:ln>
        </p:spPr>
        <p:txBody>
          <a:bodyPr lIns="45700" tIns="22850" rIns="45700" bIns="22850" anchor="ctr" anchorCtr="0">
            <a:noAutofit/>
          </a:bodyPr>
          <a:lstStyle/>
          <a:p>
            <a:endParaRPr sz="900">
              <a:solidFill>
                <a:schemeClr val="dk1"/>
              </a:solidFill>
              <a:latin typeface="Calibri"/>
              <a:ea typeface="Calibri"/>
              <a:cs typeface="Calibri"/>
              <a:sym typeface="Calibri"/>
            </a:endParaRPr>
          </a:p>
        </p:txBody>
      </p:sp>
      <p:pic>
        <p:nvPicPr>
          <p:cNvPr id="27" name="Image 26">
            <a:extLst>
              <a:ext uri="{FF2B5EF4-FFF2-40B4-BE49-F238E27FC236}">
                <a16:creationId xmlns:a16="http://schemas.microsoft.com/office/drawing/2014/main" id="{50F37D70-F21F-9292-8ED8-8C3E97876788}"/>
              </a:ext>
            </a:extLst>
          </p:cNvPr>
          <p:cNvPicPr>
            <a:picLocks noChangeAspect="1"/>
          </p:cNvPicPr>
          <p:nvPr/>
        </p:nvPicPr>
        <p:blipFill>
          <a:blip r:embed="rId5">
            <a:clrChange>
              <a:clrFrom>
                <a:srgbClr val="FFFFFF"/>
              </a:clrFrom>
              <a:clrTo>
                <a:srgbClr val="FFFFFF">
                  <a:alpha val="0"/>
                </a:srgbClr>
              </a:clrTo>
            </a:clrChange>
            <a:biLevel thresh="75000"/>
          </a:blip>
          <a:stretch>
            <a:fillRect/>
          </a:stretch>
        </p:blipFill>
        <p:spPr>
          <a:xfrm>
            <a:off x="1788909" y="6088194"/>
            <a:ext cx="600075" cy="628650"/>
          </a:xfrm>
          <a:prstGeom prst="rect">
            <a:avLst/>
          </a:prstGeom>
        </p:spPr>
      </p:pic>
      <p:sp>
        <p:nvSpPr>
          <p:cNvPr id="28" name="Shape 7392">
            <a:extLst>
              <a:ext uri="{FF2B5EF4-FFF2-40B4-BE49-F238E27FC236}">
                <a16:creationId xmlns:a16="http://schemas.microsoft.com/office/drawing/2014/main" id="{BFBB9774-8AD8-0B5E-1256-7E0F3E786F8D}"/>
              </a:ext>
            </a:extLst>
          </p:cNvPr>
          <p:cNvSpPr/>
          <p:nvPr/>
        </p:nvSpPr>
        <p:spPr>
          <a:xfrm>
            <a:off x="8997902" y="2000733"/>
            <a:ext cx="420385" cy="435854"/>
          </a:xfrm>
          <a:custGeom>
            <a:avLst/>
            <a:gdLst/>
            <a:ahLst/>
            <a:cxnLst/>
            <a:rect l="0" t="0" r="0" b="0"/>
            <a:pathLst>
              <a:path w="120000" h="120000" extrusionOk="0">
                <a:moveTo>
                  <a:pt x="114544" y="70911"/>
                </a:moveTo>
                <a:lnTo>
                  <a:pt x="92727" y="70911"/>
                </a:lnTo>
                <a:lnTo>
                  <a:pt x="92727" y="49088"/>
                </a:lnTo>
                <a:lnTo>
                  <a:pt x="114544" y="49088"/>
                </a:lnTo>
                <a:cubicBezTo>
                  <a:pt x="114544" y="49088"/>
                  <a:pt x="114544" y="70911"/>
                  <a:pt x="114544" y="70911"/>
                </a:cubicBezTo>
                <a:close/>
                <a:moveTo>
                  <a:pt x="114544" y="43638"/>
                </a:moveTo>
                <a:lnTo>
                  <a:pt x="92727" y="43638"/>
                </a:lnTo>
                <a:cubicBezTo>
                  <a:pt x="89716" y="43638"/>
                  <a:pt x="87272" y="46083"/>
                  <a:pt x="87272" y="49088"/>
                </a:cubicBezTo>
                <a:lnTo>
                  <a:pt x="87272" y="70911"/>
                </a:lnTo>
                <a:cubicBezTo>
                  <a:pt x="87272" y="73916"/>
                  <a:pt x="89716" y="76361"/>
                  <a:pt x="92727" y="76361"/>
                </a:cubicBezTo>
                <a:lnTo>
                  <a:pt x="114544" y="76361"/>
                </a:lnTo>
                <a:cubicBezTo>
                  <a:pt x="117555" y="76361"/>
                  <a:pt x="120000" y="73916"/>
                  <a:pt x="120000" y="70911"/>
                </a:cubicBezTo>
                <a:lnTo>
                  <a:pt x="120000" y="49088"/>
                </a:lnTo>
                <a:cubicBezTo>
                  <a:pt x="120000" y="46083"/>
                  <a:pt x="117555" y="43638"/>
                  <a:pt x="114544" y="43638"/>
                </a:cubicBezTo>
                <a:moveTo>
                  <a:pt x="70911" y="114544"/>
                </a:moveTo>
                <a:lnTo>
                  <a:pt x="49088" y="114544"/>
                </a:lnTo>
                <a:lnTo>
                  <a:pt x="49088" y="92727"/>
                </a:lnTo>
                <a:lnTo>
                  <a:pt x="70911" y="92727"/>
                </a:lnTo>
                <a:cubicBezTo>
                  <a:pt x="70911" y="92727"/>
                  <a:pt x="70911" y="114544"/>
                  <a:pt x="70911" y="114544"/>
                </a:cubicBezTo>
                <a:close/>
                <a:moveTo>
                  <a:pt x="70911" y="87272"/>
                </a:moveTo>
                <a:lnTo>
                  <a:pt x="49088" y="87272"/>
                </a:lnTo>
                <a:cubicBezTo>
                  <a:pt x="46083" y="87272"/>
                  <a:pt x="43638" y="89716"/>
                  <a:pt x="43638" y="92727"/>
                </a:cubicBezTo>
                <a:lnTo>
                  <a:pt x="43638" y="114544"/>
                </a:lnTo>
                <a:cubicBezTo>
                  <a:pt x="43638" y="117555"/>
                  <a:pt x="46083" y="120000"/>
                  <a:pt x="49088" y="120000"/>
                </a:cubicBezTo>
                <a:lnTo>
                  <a:pt x="70911" y="120000"/>
                </a:lnTo>
                <a:cubicBezTo>
                  <a:pt x="73916" y="120000"/>
                  <a:pt x="76361" y="117555"/>
                  <a:pt x="76361" y="114544"/>
                </a:cubicBezTo>
                <a:lnTo>
                  <a:pt x="76361" y="92727"/>
                </a:lnTo>
                <a:cubicBezTo>
                  <a:pt x="76361" y="89716"/>
                  <a:pt x="73916" y="87272"/>
                  <a:pt x="70911" y="87272"/>
                </a:cubicBezTo>
                <a:moveTo>
                  <a:pt x="70911" y="70911"/>
                </a:moveTo>
                <a:lnTo>
                  <a:pt x="49088" y="70911"/>
                </a:lnTo>
                <a:lnTo>
                  <a:pt x="49088" y="49088"/>
                </a:lnTo>
                <a:lnTo>
                  <a:pt x="70911" y="49088"/>
                </a:lnTo>
                <a:cubicBezTo>
                  <a:pt x="70911" y="49088"/>
                  <a:pt x="70911" y="70911"/>
                  <a:pt x="70911" y="70911"/>
                </a:cubicBezTo>
                <a:close/>
                <a:moveTo>
                  <a:pt x="70911" y="43638"/>
                </a:moveTo>
                <a:lnTo>
                  <a:pt x="49088" y="43638"/>
                </a:lnTo>
                <a:cubicBezTo>
                  <a:pt x="46083" y="43638"/>
                  <a:pt x="43638" y="46083"/>
                  <a:pt x="43638" y="49088"/>
                </a:cubicBezTo>
                <a:lnTo>
                  <a:pt x="43638" y="70911"/>
                </a:lnTo>
                <a:cubicBezTo>
                  <a:pt x="43638" y="73916"/>
                  <a:pt x="46083" y="76361"/>
                  <a:pt x="49088" y="76361"/>
                </a:cubicBezTo>
                <a:lnTo>
                  <a:pt x="70911" y="76361"/>
                </a:lnTo>
                <a:cubicBezTo>
                  <a:pt x="73916" y="76361"/>
                  <a:pt x="76361" y="73916"/>
                  <a:pt x="76361" y="70911"/>
                </a:cubicBezTo>
                <a:lnTo>
                  <a:pt x="76361" y="49088"/>
                </a:lnTo>
                <a:cubicBezTo>
                  <a:pt x="76361" y="46083"/>
                  <a:pt x="73916" y="43638"/>
                  <a:pt x="70911" y="43638"/>
                </a:cubicBezTo>
                <a:moveTo>
                  <a:pt x="27272" y="27272"/>
                </a:moveTo>
                <a:lnTo>
                  <a:pt x="5455" y="27272"/>
                </a:lnTo>
                <a:lnTo>
                  <a:pt x="5455" y="5455"/>
                </a:lnTo>
                <a:lnTo>
                  <a:pt x="27272" y="5455"/>
                </a:lnTo>
                <a:cubicBezTo>
                  <a:pt x="27272" y="5455"/>
                  <a:pt x="27272" y="27272"/>
                  <a:pt x="27272" y="27272"/>
                </a:cubicBezTo>
                <a:close/>
                <a:moveTo>
                  <a:pt x="27272" y="0"/>
                </a:moveTo>
                <a:lnTo>
                  <a:pt x="5455" y="0"/>
                </a:lnTo>
                <a:cubicBezTo>
                  <a:pt x="2444" y="0"/>
                  <a:pt x="0" y="2444"/>
                  <a:pt x="0" y="5455"/>
                </a:cubicBezTo>
                <a:lnTo>
                  <a:pt x="0" y="27272"/>
                </a:lnTo>
                <a:cubicBezTo>
                  <a:pt x="0" y="30283"/>
                  <a:pt x="2444" y="32727"/>
                  <a:pt x="5455" y="32727"/>
                </a:cubicBezTo>
                <a:lnTo>
                  <a:pt x="27272" y="32727"/>
                </a:lnTo>
                <a:cubicBezTo>
                  <a:pt x="30283" y="32727"/>
                  <a:pt x="32727" y="30283"/>
                  <a:pt x="32727" y="27272"/>
                </a:cubicBezTo>
                <a:lnTo>
                  <a:pt x="32727" y="5455"/>
                </a:lnTo>
                <a:cubicBezTo>
                  <a:pt x="32727" y="2444"/>
                  <a:pt x="30283" y="0"/>
                  <a:pt x="27272" y="0"/>
                </a:cubicBezTo>
                <a:moveTo>
                  <a:pt x="114544" y="114544"/>
                </a:moveTo>
                <a:lnTo>
                  <a:pt x="92727" y="114544"/>
                </a:lnTo>
                <a:lnTo>
                  <a:pt x="92727" y="92727"/>
                </a:lnTo>
                <a:lnTo>
                  <a:pt x="114544" y="92727"/>
                </a:lnTo>
                <a:cubicBezTo>
                  <a:pt x="114544" y="92727"/>
                  <a:pt x="114544" y="114544"/>
                  <a:pt x="114544" y="114544"/>
                </a:cubicBezTo>
                <a:close/>
                <a:moveTo>
                  <a:pt x="114544" y="87272"/>
                </a:moveTo>
                <a:lnTo>
                  <a:pt x="92727" y="87272"/>
                </a:lnTo>
                <a:cubicBezTo>
                  <a:pt x="89716" y="87272"/>
                  <a:pt x="87272" y="89716"/>
                  <a:pt x="87272" y="92727"/>
                </a:cubicBezTo>
                <a:lnTo>
                  <a:pt x="87272" y="114544"/>
                </a:lnTo>
                <a:cubicBezTo>
                  <a:pt x="87272" y="117555"/>
                  <a:pt x="89716" y="120000"/>
                  <a:pt x="92727" y="120000"/>
                </a:cubicBezTo>
                <a:lnTo>
                  <a:pt x="114544" y="120000"/>
                </a:lnTo>
                <a:cubicBezTo>
                  <a:pt x="117555" y="120000"/>
                  <a:pt x="120000" y="117555"/>
                  <a:pt x="120000" y="114544"/>
                </a:cubicBezTo>
                <a:lnTo>
                  <a:pt x="120000" y="92727"/>
                </a:lnTo>
                <a:cubicBezTo>
                  <a:pt x="120000" y="89716"/>
                  <a:pt x="117555" y="87272"/>
                  <a:pt x="114544" y="87272"/>
                </a:cubicBezTo>
                <a:moveTo>
                  <a:pt x="114544" y="27272"/>
                </a:moveTo>
                <a:lnTo>
                  <a:pt x="92727" y="27272"/>
                </a:lnTo>
                <a:lnTo>
                  <a:pt x="92727" y="5455"/>
                </a:lnTo>
                <a:lnTo>
                  <a:pt x="114544" y="5455"/>
                </a:lnTo>
                <a:cubicBezTo>
                  <a:pt x="114544" y="5455"/>
                  <a:pt x="114544" y="27272"/>
                  <a:pt x="114544" y="27272"/>
                </a:cubicBezTo>
                <a:close/>
                <a:moveTo>
                  <a:pt x="114544" y="0"/>
                </a:moveTo>
                <a:lnTo>
                  <a:pt x="92727" y="0"/>
                </a:lnTo>
                <a:cubicBezTo>
                  <a:pt x="89716" y="0"/>
                  <a:pt x="87272" y="2444"/>
                  <a:pt x="87272" y="5455"/>
                </a:cubicBezTo>
                <a:lnTo>
                  <a:pt x="87272" y="27272"/>
                </a:lnTo>
                <a:cubicBezTo>
                  <a:pt x="87272" y="30283"/>
                  <a:pt x="89716" y="32727"/>
                  <a:pt x="92727" y="32727"/>
                </a:cubicBezTo>
                <a:lnTo>
                  <a:pt x="114544" y="32727"/>
                </a:lnTo>
                <a:cubicBezTo>
                  <a:pt x="117555" y="32727"/>
                  <a:pt x="120000" y="30283"/>
                  <a:pt x="120000" y="27272"/>
                </a:cubicBezTo>
                <a:lnTo>
                  <a:pt x="120000" y="5455"/>
                </a:lnTo>
                <a:cubicBezTo>
                  <a:pt x="120000" y="2444"/>
                  <a:pt x="117555" y="0"/>
                  <a:pt x="114544" y="0"/>
                </a:cubicBezTo>
                <a:moveTo>
                  <a:pt x="27272" y="114544"/>
                </a:moveTo>
                <a:lnTo>
                  <a:pt x="5455" y="114544"/>
                </a:lnTo>
                <a:lnTo>
                  <a:pt x="5455" y="92727"/>
                </a:lnTo>
                <a:lnTo>
                  <a:pt x="27272" y="92727"/>
                </a:lnTo>
                <a:cubicBezTo>
                  <a:pt x="27272" y="92727"/>
                  <a:pt x="27272" y="114544"/>
                  <a:pt x="27272" y="114544"/>
                </a:cubicBezTo>
                <a:close/>
                <a:moveTo>
                  <a:pt x="27272" y="87272"/>
                </a:moveTo>
                <a:lnTo>
                  <a:pt x="5455" y="87272"/>
                </a:lnTo>
                <a:cubicBezTo>
                  <a:pt x="2444" y="87272"/>
                  <a:pt x="0" y="89716"/>
                  <a:pt x="0" y="92727"/>
                </a:cubicBezTo>
                <a:lnTo>
                  <a:pt x="0" y="114544"/>
                </a:lnTo>
                <a:cubicBezTo>
                  <a:pt x="0" y="117555"/>
                  <a:pt x="2444" y="120000"/>
                  <a:pt x="5455" y="120000"/>
                </a:cubicBezTo>
                <a:lnTo>
                  <a:pt x="27272" y="120000"/>
                </a:lnTo>
                <a:cubicBezTo>
                  <a:pt x="30283" y="120000"/>
                  <a:pt x="32727" y="117555"/>
                  <a:pt x="32727" y="114544"/>
                </a:cubicBezTo>
                <a:lnTo>
                  <a:pt x="32727" y="92727"/>
                </a:lnTo>
                <a:cubicBezTo>
                  <a:pt x="32727" y="89716"/>
                  <a:pt x="30283" y="87272"/>
                  <a:pt x="27272" y="87272"/>
                </a:cubicBezTo>
                <a:moveTo>
                  <a:pt x="70911" y="27272"/>
                </a:moveTo>
                <a:lnTo>
                  <a:pt x="49088" y="27272"/>
                </a:lnTo>
                <a:lnTo>
                  <a:pt x="49088" y="5455"/>
                </a:lnTo>
                <a:lnTo>
                  <a:pt x="70911" y="5455"/>
                </a:lnTo>
                <a:cubicBezTo>
                  <a:pt x="70911" y="5455"/>
                  <a:pt x="70911" y="27272"/>
                  <a:pt x="70911" y="27272"/>
                </a:cubicBezTo>
                <a:close/>
                <a:moveTo>
                  <a:pt x="70911" y="0"/>
                </a:moveTo>
                <a:lnTo>
                  <a:pt x="49088" y="0"/>
                </a:lnTo>
                <a:cubicBezTo>
                  <a:pt x="46083" y="0"/>
                  <a:pt x="43638" y="2444"/>
                  <a:pt x="43638" y="5455"/>
                </a:cubicBezTo>
                <a:lnTo>
                  <a:pt x="43638" y="27272"/>
                </a:lnTo>
                <a:cubicBezTo>
                  <a:pt x="43638" y="30283"/>
                  <a:pt x="46083" y="32727"/>
                  <a:pt x="49088" y="32727"/>
                </a:cubicBezTo>
                <a:lnTo>
                  <a:pt x="70911" y="32727"/>
                </a:lnTo>
                <a:cubicBezTo>
                  <a:pt x="73916" y="32727"/>
                  <a:pt x="76361" y="30283"/>
                  <a:pt x="76361" y="27272"/>
                </a:cubicBezTo>
                <a:lnTo>
                  <a:pt x="76361" y="5455"/>
                </a:lnTo>
                <a:cubicBezTo>
                  <a:pt x="76361" y="2444"/>
                  <a:pt x="73916" y="0"/>
                  <a:pt x="70911" y="0"/>
                </a:cubicBezTo>
                <a:moveTo>
                  <a:pt x="27272" y="70911"/>
                </a:moveTo>
                <a:lnTo>
                  <a:pt x="5455" y="70911"/>
                </a:lnTo>
                <a:lnTo>
                  <a:pt x="5455" y="49088"/>
                </a:lnTo>
                <a:lnTo>
                  <a:pt x="27272" y="49088"/>
                </a:lnTo>
                <a:cubicBezTo>
                  <a:pt x="27272" y="49088"/>
                  <a:pt x="27272" y="70911"/>
                  <a:pt x="27272" y="70911"/>
                </a:cubicBezTo>
                <a:close/>
                <a:moveTo>
                  <a:pt x="27272" y="43638"/>
                </a:moveTo>
                <a:lnTo>
                  <a:pt x="5455" y="43638"/>
                </a:lnTo>
                <a:cubicBezTo>
                  <a:pt x="2444" y="43638"/>
                  <a:pt x="0" y="46083"/>
                  <a:pt x="0" y="49088"/>
                </a:cubicBezTo>
                <a:lnTo>
                  <a:pt x="0" y="70911"/>
                </a:lnTo>
                <a:cubicBezTo>
                  <a:pt x="0" y="73916"/>
                  <a:pt x="2444" y="76361"/>
                  <a:pt x="5455" y="76361"/>
                </a:cubicBezTo>
                <a:lnTo>
                  <a:pt x="27272" y="76361"/>
                </a:lnTo>
                <a:cubicBezTo>
                  <a:pt x="30283" y="76361"/>
                  <a:pt x="32727" y="73916"/>
                  <a:pt x="32727" y="70911"/>
                </a:cubicBezTo>
                <a:lnTo>
                  <a:pt x="32727" y="49088"/>
                </a:lnTo>
                <a:cubicBezTo>
                  <a:pt x="32727" y="46083"/>
                  <a:pt x="30283" y="43638"/>
                  <a:pt x="27272" y="43638"/>
                </a:cubicBezTo>
              </a:path>
            </a:pathLst>
          </a:custGeom>
          <a:solidFill>
            <a:schemeClr val="tx2"/>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sp>
        <p:nvSpPr>
          <p:cNvPr id="29" name="Shape 7391">
            <a:extLst>
              <a:ext uri="{FF2B5EF4-FFF2-40B4-BE49-F238E27FC236}">
                <a16:creationId xmlns:a16="http://schemas.microsoft.com/office/drawing/2014/main" id="{D89F6CE8-456F-6D2B-15D5-1FF47FEB56C8}"/>
              </a:ext>
            </a:extLst>
          </p:cNvPr>
          <p:cNvSpPr/>
          <p:nvPr/>
        </p:nvSpPr>
        <p:spPr>
          <a:xfrm>
            <a:off x="8987686" y="3582893"/>
            <a:ext cx="466526" cy="312616"/>
          </a:xfrm>
          <a:custGeom>
            <a:avLst/>
            <a:gdLst/>
            <a:ahLst/>
            <a:cxnLst/>
            <a:rect l="0" t="0" r="0" b="0"/>
            <a:pathLst>
              <a:path w="120000" h="120000" extrusionOk="0">
                <a:moveTo>
                  <a:pt x="114544" y="109088"/>
                </a:moveTo>
                <a:cubicBezTo>
                  <a:pt x="114544" y="112100"/>
                  <a:pt x="112100" y="114544"/>
                  <a:pt x="109088" y="114544"/>
                </a:cubicBezTo>
                <a:lnTo>
                  <a:pt x="76361" y="114544"/>
                </a:lnTo>
                <a:cubicBezTo>
                  <a:pt x="73355" y="114544"/>
                  <a:pt x="70911" y="112100"/>
                  <a:pt x="70911" y="109088"/>
                </a:cubicBezTo>
                <a:lnTo>
                  <a:pt x="70911" y="76361"/>
                </a:lnTo>
                <a:cubicBezTo>
                  <a:pt x="70911" y="73355"/>
                  <a:pt x="73355" y="70911"/>
                  <a:pt x="76361" y="70911"/>
                </a:cubicBezTo>
                <a:lnTo>
                  <a:pt x="109088" y="70911"/>
                </a:lnTo>
                <a:cubicBezTo>
                  <a:pt x="112100" y="70911"/>
                  <a:pt x="114544" y="73355"/>
                  <a:pt x="114544" y="76361"/>
                </a:cubicBezTo>
                <a:cubicBezTo>
                  <a:pt x="114544" y="76361"/>
                  <a:pt x="114544" y="109088"/>
                  <a:pt x="114544" y="109088"/>
                </a:cubicBezTo>
                <a:close/>
                <a:moveTo>
                  <a:pt x="109088" y="65455"/>
                </a:moveTo>
                <a:lnTo>
                  <a:pt x="76361" y="65455"/>
                </a:lnTo>
                <a:cubicBezTo>
                  <a:pt x="70338" y="65455"/>
                  <a:pt x="65455" y="70338"/>
                  <a:pt x="65455" y="76361"/>
                </a:cubicBezTo>
                <a:lnTo>
                  <a:pt x="65455" y="109088"/>
                </a:lnTo>
                <a:cubicBezTo>
                  <a:pt x="65455" y="115116"/>
                  <a:pt x="70338" y="120000"/>
                  <a:pt x="76361" y="120000"/>
                </a:cubicBezTo>
                <a:lnTo>
                  <a:pt x="109088" y="120000"/>
                </a:lnTo>
                <a:cubicBezTo>
                  <a:pt x="115116" y="120000"/>
                  <a:pt x="120000" y="115116"/>
                  <a:pt x="120000" y="109088"/>
                </a:cubicBezTo>
                <a:lnTo>
                  <a:pt x="120000" y="76361"/>
                </a:lnTo>
                <a:cubicBezTo>
                  <a:pt x="120000" y="70338"/>
                  <a:pt x="115116" y="65455"/>
                  <a:pt x="109088" y="65455"/>
                </a:cubicBezTo>
                <a:moveTo>
                  <a:pt x="114544" y="43638"/>
                </a:moveTo>
                <a:cubicBezTo>
                  <a:pt x="114544" y="46644"/>
                  <a:pt x="112100" y="49088"/>
                  <a:pt x="109088" y="49088"/>
                </a:cubicBezTo>
                <a:lnTo>
                  <a:pt x="76361" y="49088"/>
                </a:lnTo>
                <a:cubicBezTo>
                  <a:pt x="73355" y="49088"/>
                  <a:pt x="70911" y="46644"/>
                  <a:pt x="70911" y="43638"/>
                </a:cubicBezTo>
                <a:lnTo>
                  <a:pt x="70911" y="10911"/>
                </a:lnTo>
                <a:cubicBezTo>
                  <a:pt x="70911" y="7900"/>
                  <a:pt x="73355" y="5455"/>
                  <a:pt x="76361" y="5455"/>
                </a:cubicBezTo>
                <a:lnTo>
                  <a:pt x="109088" y="5455"/>
                </a:lnTo>
                <a:cubicBezTo>
                  <a:pt x="112100" y="5455"/>
                  <a:pt x="114544" y="7900"/>
                  <a:pt x="114544" y="10911"/>
                </a:cubicBezTo>
                <a:cubicBezTo>
                  <a:pt x="114544" y="10911"/>
                  <a:pt x="114544" y="43638"/>
                  <a:pt x="114544" y="43638"/>
                </a:cubicBezTo>
                <a:close/>
                <a:moveTo>
                  <a:pt x="109088" y="0"/>
                </a:moveTo>
                <a:lnTo>
                  <a:pt x="76361" y="0"/>
                </a:lnTo>
                <a:cubicBezTo>
                  <a:pt x="70338" y="0"/>
                  <a:pt x="65455" y="4883"/>
                  <a:pt x="65455" y="10911"/>
                </a:cubicBezTo>
                <a:lnTo>
                  <a:pt x="65455" y="43638"/>
                </a:lnTo>
                <a:cubicBezTo>
                  <a:pt x="65455" y="49661"/>
                  <a:pt x="70338" y="54544"/>
                  <a:pt x="76361" y="54544"/>
                </a:cubicBezTo>
                <a:lnTo>
                  <a:pt x="109088" y="54544"/>
                </a:lnTo>
                <a:cubicBezTo>
                  <a:pt x="115116" y="54544"/>
                  <a:pt x="120000" y="49661"/>
                  <a:pt x="120000" y="43638"/>
                </a:cubicBezTo>
                <a:lnTo>
                  <a:pt x="120000" y="10911"/>
                </a:lnTo>
                <a:cubicBezTo>
                  <a:pt x="120000" y="4883"/>
                  <a:pt x="115116" y="0"/>
                  <a:pt x="109088" y="0"/>
                </a:cubicBezTo>
                <a:moveTo>
                  <a:pt x="49088" y="43638"/>
                </a:moveTo>
                <a:cubicBezTo>
                  <a:pt x="49088" y="46644"/>
                  <a:pt x="46644" y="49088"/>
                  <a:pt x="43638" y="49088"/>
                </a:cubicBezTo>
                <a:lnTo>
                  <a:pt x="10911" y="49088"/>
                </a:lnTo>
                <a:cubicBezTo>
                  <a:pt x="7894" y="49088"/>
                  <a:pt x="5455" y="46644"/>
                  <a:pt x="5455" y="43638"/>
                </a:cubicBezTo>
                <a:lnTo>
                  <a:pt x="5455" y="10911"/>
                </a:lnTo>
                <a:cubicBezTo>
                  <a:pt x="5455" y="7900"/>
                  <a:pt x="7894" y="5455"/>
                  <a:pt x="10911" y="5455"/>
                </a:cubicBezTo>
                <a:lnTo>
                  <a:pt x="43638" y="5455"/>
                </a:lnTo>
                <a:cubicBezTo>
                  <a:pt x="46644" y="5455"/>
                  <a:pt x="49088" y="7900"/>
                  <a:pt x="49088" y="10911"/>
                </a:cubicBezTo>
                <a:cubicBezTo>
                  <a:pt x="49088" y="10911"/>
                  <a:pt x="49088" y="43638"/>
                  <a:pt x="49088" y="43638"/>
                </a:cubicBezTo>
                <a:close/>
                <a:moveTo>
                  <a:pt x="43638" y="0"/>
                </a:moveTo>
                <a:lnTo>
                  <a:pt x="10911" y="0"/>
                </a:lnTo>
                <a:cubicBezTo>
                  <a:pt x="4883" y="0"/>
                  <a:pt x="0" y="4883"/>
                  <a:pt x="0" y="10911"/>
                </a:cubicBezTo>
                <a:lnTo>
                  <a:pt x="0" y="43638"/>
                </a:lnTo>
                <a:cubicBezTo>
                  <a:pt x="0" y="49661"/>
                  <a:pt x="4883" y="54544"/>
                  <a:pt x="10911" y="54544"/>
                </a:cubicBezTo>
                <a:lnTo>
                  <a:pt x="43638" y="54544"/>
                </a:lnTo>
                <a:cubicBezTo>
                  <a:pt x="49661" y="54544"/>
                  <a:pt x="54544" y="49661"/>
                  <a:pt x="54544" y="43638"/>
                </a:cubicBezTo>
                <a:lnTo>
                  <a:pt x="54544" y="10911"/>
                </a:lnTo>
                <a:cubicBezTo>
                  <a:pt x="54544" y="4883"/>
                  <a:pt x="49661" y="0"/>
                  <a:pt x="43638" y="0"/>
                </a:cubicBezTo>
                <a:moveTo>
                  <a:pt x="49088" y="109088"/>
                </a:moveTo>
                <a:cubicBezTo>
                  <a:pt x="49088" y="112100"/>
                  <a:pt x="46644" y="114544"/>
                  <a:pt x="43638" y="114544"/>
                </a:cubicBezTo>
                <a:lnTo>
                  <a:pt x="10911" y="114544"/>
                </a:lnTo>
                <a:cubicBezTo>
                  <a:pt x="7894" y="114544"/>
                  <a:pt x="5455" y="112100"/>
                  <a:pt x="5455" y="109088"/>
                </a:cubicBezTo>
                <a:lnTo>
                  <a:pt x="5455" y="76361"/>
                </a:lnTo>
                <a:cubicBezTo>
                  <a:pt x="5455" y="73355"/>
                  <a:pt x="7894" y="70911"/>
                  <a:pt x="10911" y="70911"/>
                </a:cubicBezTo>
                <a:lnTo>
                  <a:pt x="43638" y="70911"/>
                </a:lnTo>
                <a:cubicBezTo>
                  <a:pt x="46644" y="70911"/>
                  <a:pt x="49088" y="73355"/>
                  <a:pt x="49088" y="76361"/>
                </a:cubicBezTo>
                <a:cubicBezTo>
                  <a:pt x="49088" y="76361"/>
                  <a:pt x="49088" y="109088"/>
                  <a:pt x="49088" y="109088"/>
                </a:cubicBezTo>
                <a:close/>
                <a:moveTo>
                  <a:pt x="43638" y="65455"/>
                </a:moveTo>
                <a:lnTo>
                  <a:pt x="10911" y="65455"/>
                </a:lnTo>
                <a:cubicBezTo>
                  <a:pt x="4883" y="65455"/>
                  <a:pt x="0" y="70338"/>
                  <a:pt x="0" y="76361"/>
                </a:cubicBezTo>
                <a:lnTo>
                  <a:pt x="0" y="109088"/>
                </a:lnTo>
                <a:cubicBezTo>
                  <a:pt x="0" y="115116"/>
                  <a:pt x="4883" y="120000"/>
                  <a:pt x="10911" y="120000"/>
                </a:cubicBezTo>
                <a:lnTo>
                  <a:pt x="43638" y="120000"/>
                </a:lnTo>
                <a:cubicBezTo>
                  <a:pt x="49661" y="120000"/>
                  <a:pt x="54544" y="115116"/>
                  <a:pt x="54544" y="109088"/>
                </a:cubicBezTo>
                <a:lnTo>
                  <a:pt x="54544" y="76361"/>
                </a:lnTo>
                <a:cubicBezTo>
                  <a:pt x="54544" y="70338"/>
                  <a:pt x="49661" y="65455"/>
                  <a:pt x="43638" y="65455"/>
                </a:cubicBezTo>
              </a:path>
            </a:pathLst>
          </a:custGeom>
          <a:solidFill>
            <a:schemeClr val="tx2"/>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sp>
        <p:nvSpPr>
          <p:cNvPr id="30" name="Shape 7430">
            <a:extLst>
              <a:ext uri="{FF2B5EF4-FFF2-40B4-BE49-F238E27FC236}">
                <a16:creationId xmlns:a16="http://schemas.microsoft.com/office/drawing/2014/main" id="{37B26084-6B4F-3967-B0A7-6C954DF45D2F}"/>
              </a:ext>
            </a:extLst>
          </p:cNvPr>
          <p:cNvSpPr/>
          <p:nvPr/>
        </p:nvSpPr>
        <p:spPr>
          <a:xfrm>
            <a:off x="8917073" y="2673863"/>
            <a:ext cx="544682" cy="551504"/>
          </a:xfrm>
          <a:custGeom>
            <a:avLst/>
            <a:gdLst/>
            <a:ahLst/>
            <a:cxnLst/>
            <a:rect l="0" t="0" r="0" b="0"/>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tx2"/>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sp>
        <p:nvSpPr>
          <p:cNvPr id="47" name="Shape 7369">
            <a:extLst>
              <a:ext uri="{FF2B5EF4-FFF2-40B4-BE49-F238E27FC236}">
                <a16:creationId xmlns:a16="http://schemas.microsoft.com/office/drawing/2014/main" id="{4611D5B0-9E9C-F8CE-6C0D-5C55448408C1}"/>
              </a:ext>
            </a:extLst>
          </p:cNvPr>
          <p:cNvSpPr/>
          <p:nvPr/>
        </p:nvSpPr>
        <p:spPr>
          <a:xfrm>
            <a:off x="8949636" y="4236957"/>
            <a:ext cx="538517" cy="479540"/>
          </a:xfrm>
          <a:custGeom>
            <a:avLst/>
            <a:gdLst/>
            <a:ahLst/>
            <a:cxnLst/>
            <a:rect l="0" t="0" r="0" b="0"/>
            <a:pathLst>
              <a:path w="120000" h="120000" extrusionOk="0">
                <a:moveTo>
                  <a:pt x="114544" y="109088"/>
                </a:moveTo>
                <a:cubicBezTo>
                  <a:pt x="114544" y="112100"/>
                  <a:pt x="112100" y="114544"/>
                  <a:pt x="109088" y="114544"/>
                </a:cubicBezTo>
                <a:lnTo>
                  <a:pt x="10911" y="114544"/>
                </a:lnTo>
                <a:cubicBezTo>
                  <a:pt x="7900" y="114544"/>
                  <a:pt x="5455" y="112100"/>
                  <a:pt x="5455" y="109088"/>
                </a:cubicBezTo>
                <a:lnTo>
                  <a:pt x="5455" y="10911"/>
                </a:lnTo>
                <a:cubicBezTo>
                  <a:pt x="5455" y="7900"/>
                  <a:pt x="7900" y="5455"/>
                  <a:pt x="10911" y="5455"/>
                </a:cubicBezTo>
                <a:lnTo>
                  <a:pt x="109088" y="5455"/>
                </a:lnTo>
                <a:cubicBezTo>
                  <a:pt x="112100" y="5455"/>
                  <a:pt x="114544" y="7900"/>
                  <a:pt x="114544" y="10911"/>
                </a:cubicBezTo>
                <a:cubicBezTo>
                  <a:pt x="114544" y="10911"/>
                  <a:pt x="114544" y="109088"/>
                  <a:pt x="114544" y="109088"/>
                </a:cubicBezTo>
                <a:close/>
                <a:moveTo>
                  <a:pt x="109088" y="0"/>
                </a:moveTo>
                <a:lnTo>
                  <a:pt x="10911" y="0"/>
                </a:lnTo>
                <a:cubicBezTo>
                  <a:pt x="4883" y="0"/>
                  <a:pt x="0" y="4883"/>
                  <a:pt x="0" y="10911"/>
                </a:cubicBezTo>
                <a:lnTo>
                  <a:pt x="0" y="109088"/>
                </a:lnTo>
                <a:cubicBezTo>
                  <a:pt x="0" y="115116"/>
                  <a:pt x="4883" y="120000"/>
                  <a:pt x="10911" y="120000"/>
                </a:cubicBezTo>
                <a:lnTo>
                  <a:pt x="109088" y="120000"/>
                </a:lnTo>
                <a:cubicBezTo>
                  <a:pt x="115116" y="120000"/>
                  <a:pt x="120000" y="115116"/>
                  <a:pt x="120000" y="109088"/>
                </a:cubicBezTo>
                <a:lnTo>
                  <a:pt x="120000" y="10911"/>
                </a:lnTo>
                <a:cubicBezTo>
                  <a:pt x="120000" y="4883"/>
                  <a:pt x="115116" y="0"/>
                  <a:pt x="109088" y="0"/>
                </a:cubicBezTo>
                <a:moveTo>
                  <a:pt x="46361" y="57272"/>
                </a:moveTo>
                <a:lnTo>
                  <a:pt x="43883" y="57272"/>
                </a:lnTo>
                <a:cubicBezTo>
                  <a:pt x="44300" y="54794"/>
                  <a:pt x="45294" y="52516"/>
                  <a:pt x="46694" y="50550"/>
                </a:cubicBezTo>
                <a:lnTo>
                  <a:pt x="48427" y="52288"/>
                </a:lnTo>
                <a:cubicBezTo>
                  <a:pt x="49494" y="53355"/>
                  <a:pt x="51222" y="53355"/>
                  <a:pt x="52288" y="52288"/>
                </a:cubicBezTo>
                <a:cubicBezTo>
                  <a:pt x="53350" y="51222"/>
                  <a:pt x="53350" y="49494"/>
                  <a:pt x="52288" y="48427"/>
                </a:cubicBezTo>
                <a:lnTo>
                  <a:pt x="50561" y="46705"/>
                </a:lnTo>
                <a:cubicBezTo>
                  <a:pt x="52522" y="45316"/>
                  <a:pt x="54800" y="44327"/>
                  <a:pt x="57272" y="43911"/>
                </a:cubicBezTo>
                <a:lnTo>
                  <a:pt x="57272" y="46361"/>
                </a:lnTo>
                <a:cubicBezTo>
                  <a:pt x="57272" y="47872"/>
                  <a:pt x="58494" y="49088"/>
                  <a:pt x="60000" y="49088"/>
                </a:cubicBezTo>
                <a:cubicBezTo>
                  <a:pt x="61505" y="49088"/>
                  <a:pt x="62727" y="47872"/>
                  <a:pt x="62727" y="46361"/>
                </a:cubicBezTo>
                <a:lnTo>
                  <a:pt x="62727" y="43911"/>
                </a:lnTo>
                <a:cubicBezTo>
                  <a:pt x="65205" y="44327"/>
                  <a:pt x="67477" y="45316"/>
                  <a:pt x="69438" y="46705"/>
                </a:cubicBezTo>
                <a:lnTo>
                  <a:pt x="67711" y="48427"/>
                </a:lnTo>
                <a:cubicBezTo>
                  <a:pt x="66650" y="49494"/>
                  <a:pt x="66650" y="51222"/>
                  <a:pt x="67711" y="52288"/>
                </a:cubicBezTo>
                <a:cubicBezTo>
                  <a:pt x="68777" y="53355"/>
                  <a:pt x="70505" y="53355"/>
                  <a:pt x="71572" y="52288"/>
                </a:cubicBezTo>
                <a:lnTo>
                  <a:pt x="73305" y="50550"/>
                </a:lnTo>
                <a:cubicBezTo>
                  <a:pt x="74705" y="52516"/>
                  <a:pt x="75700" y="54794"/>
                  <a:pt x="76116" y="57272"/>
                </a:cubicBezTo>
                <a:lnTo>
                  <a:pt x="73638" y="57272"/>
                </a:lnTo>
                <a:cubicBezTo>
                  <a:pt x="72127" y="57272"/>
                  <a:pt x="70911" y="58494"/>
                  <a:pt x="70911" y="60000"/>
                </a:cubicBezTo>
                <a:cubicBezTo>
                  <a:pt x="70911" y="61505"/>
                  <a:pt x="72127" y="62727"/>
                  <a:pt x="73638" y="62727"/>
                </a:cubicBezTo>
                <a:lnTo>
                  <a:pt x="76116" y="62727"/>
                </a:lnTo>
                <a:cubicBezTo>
                  <a:pt x="75700" y="65211"/>
                  <a:pt x="74705" y="67483"/>
                  <a:pt x="73305" y="69450"/>
                </a:cubicBezTo>
                <a:lnTo>
                  <a:pt x="71572" y="67711"/>
                </a:lnTo>
                <a:cubicBezTo>
                  <a:pt x="70505" y="66650"/>
                  <a:pt x="68777" y="66650"/>
                  <a:pt x="67711" y="67711"/>
                </a:cubicBezTo>
                <a:cubicBezTo>
                  <a:pt x="66650" y="68777"/>
                  <a:pt x="66650" y="70505"/>
                  <a:pt x="67711" y="71572"/>
                </a:cubicBezTo>
                <a:lnTo>
                  <a:pt x="69438" y="73294"/>
                </a:lnTo>
                <a:cubicBezTo>
                  <a:pt x="67477" y="74688"/>
                  <a:pt x="65205" y="75672"/>
                  <a:pt x="62727" y="76088"/>
                </a:cubicBezTo>
                <a:lnTo>
                  <a:pt x="62727" y="73638"/>
                </a:lnTo>
                <a:cubicBezTo>
                  <a:pt x="62727" y="72127"/>
                  <a:pt x="61505" y="70911"/>
                  <a:pt x="60000" y="70911"/>
                </a:cubicBezTo>
                <a:cubicBezTo>
                  <a:pt x="58494" y="70911"/>
                  <a:pt x="57272" y="72127"/>
                  <a:pt x="57272" y="73638"/>
                </a:cubicBezTo>
                <a:lnTo>
                  <a:pt x="57272" y="76088"/>
                </a:lnTo>
                <a:cubicBezTo>
                  <a:pt x="54800" y="75672"/>
                  <a:pt x="52522" y="74688"/>
                  <a:pt x="50561" y="73294"/>
                </a:cubicBezTo>
                <a:lnTo>
                  <a:pt x="52288" y="71572"/>
                </a:lnTo>
                <a:cubicBezTo>
                  <a:pt x="53350" y="70505"/>
                  <a:pt x="53350" y="68777"/>
                  <a:pt x="52288" y="67711"/>
                </a:cubicBezTo>
                <a:cubicBezTo>
                  <a:pt x="51222" y="66650"/>
                  <a:pt x="49494" y="66650"/>
                  <a:pt x="48427" y="67711"/>
                </a:cubicBezTo>
                <a:lnTo>
                  <a:pt x="46694" y="69450"/>
                </a:lnTo>
                <a:cubicBezTo>
                  <a:pt x="45294" y="67483"/>
                  <a:pt x="44300" y="65211"/>
                  <a:pt x="43883" y="62727"/>
                </a:cubicBezTo>
                <a:lnTo>
                  <a:pt x="46361" y="62727"/>
                </a:lnTo>
                <a:cubicBezTo>
                  <a:pt x="47872" y="62727"/>
                  <a:pt x="49088" y="61505"/>
                  <a:pt x="49088" y="60000"/>
                </a:cubicBezTo>
                <a:cubicBezTo>
                  <a:pt x="49088" y="58494"/>
                  <a:pt x="47872" y="57272"/>
                  <a:pt x="46361" y="57272"/>
                </a:cubicBezTo>
                <a:moveTo>
                  <a:pt x="44572" y="75427"/>
                </a:moveTo>
                <a:lnTo>
                  <a:pt x="44572" y="75433"/>
                </a:lnTo>
                <a:cubicBezTo>
                  <a:pt x="48522" y="79377"/>
                  <a:pt x="53977" y="81816"/>
                  <a:pt x="60000" y="81816"/>
                </a:cubicBezTo>
                <a:cubicBezTo>
                  <a:pt x="66022" y="81816"/>
                  <a:pt x="71477" y="79377"/>
                  <a:pt x="75427" y="75433"/>
                </a:cubicBezTo>
                <a:lnTo>
                  <a:pt x="75427" y="75427"/>
                </a:lnTo>
                <a:lnTo>
                  <a:pt x="75427" y="75427"/>
                </a:lnTo>
                <a:cubicBezTo>
                  <a:pt x="79377" y="71477"/>
                  <a:pt x="81816" y="66022"/>
                  <a:pt x="81816" y="60000"/>
                </a:cubicBezTo>
                <a:cubicBezTo>
                  <a:pt x="81816" y="47950"/>
                  <a:pt x="72050" y="38183"/>
                  <a:pt x="60000" y="38183"/>
                </a:cubicBezTo>
                <a:cubicBezTo>
                  <a:pt x="47950" y="38183"/>
                  <a:pt x="38183" y="47950"/>
                  <a:pt x="38183" y="60000"/>
                </a:cubicBezTo>
                <a:cubicBezTo>
                  <a:pt x="38183" y="66022"/>
                  <a:pt x="40616" y="71477"/>
                  <a:pt x="44572" y="75427"/>
                </a:cubicBezTo>
                <a:cubicBezTo>
                  <a:pt x="44572" y="75427"/>
                  <a:pt x="44572" y="75427"/>
                  <a:pt x="44572" y="75427"/>
                </a:cubicBezTo>
                <a:close/>
                <a:moveTo>
                  <a:pt x="60000" y="65455"/>
                </a:moveTo>
                <a:cubicBezTo>
                  <a:pt x="63011" y="65455"/>
                  <a:pt x="65455" y="63011"/>
                  <a:pt x="65455" y="60000"/>
                </a:cubicBezTo>
                <a:cubicBezTo>
                  <a:pt x="65455" y="56988"/>
                  <a:pt x="63011" y="54544"/>
                  <a:pt x="60000" y="54544"/>
                </a:cubicBezTo>
                <a:cubicBezTo>
                  <a:pt x="56988" y="54544"/>
                  <a:pt x="54544" y="56988"/>
                  <a:pt x="54544" y="60000"/>
                </a:cubicBezTo>
                <a:cubicBezTo>
                  <a:pt x="54544" y="63011"/>
                  <a:pt x="56988" y="65455"/>
                  <a:pt x="60000" y="65455"/>
                </a:cubicBezTo>
                <a:moveTo>
                  <a:pt x="98183" y="32727"/>
                </a:moveTo>
                <a:cubicBezTo>
                  <a:pt x="95172" y="32727"/>
                  <a:pt x="92727" y="35172"/>
                  <a:pt x="92727" y="38183"/>
                </a:cubicBezTo>
                <a:lnTo>
                  <a:pt x="92727" y="43638"/>
                </a:lnTo>
                <a:cubicBezTo>
                  <a:pt x="92727" y="46644"/>
                  <a:pt x="95172" y="49088"/>
                  <a:pt x="98183" y="49088"/>
                </a:cubicBezTo>
                <a:lnTo>
                  <a:pt x="98183" y="70911"/>
                </a:lnTo>
                <a:cubicBezTo>
                  <a:pt x="95172" y="70911"/>
                  <a:pt x="92727" y="73355"/>
                  <a:pt x="92727" y="76361"/>
                </a:cubicBezTo>
                <a:lnTo>
                  <a:pt x="92727" y="81816"/>
                </a:lnTo>
                <a:cubicBezTo>
                  <a:pt x="92727" y="84833"/>
                  <a:pt x="95172" y="87272"/>
                  <a:pt x="98183" y="87272"/>
                </a:cubicBezTo>
                <a:lnTo>
                  <a:pt x="98183" y="98183"/>
                </a:lnTo>
                <a:lnTo>
                  <a:pt x="21816" y="98183"/>
                </a:lnTo>
                <a:lnTo>
                  <a:pt x="21816" y="21816"/>
                </a:lnTo>
                <a:lnTo>
                  <a:pt x="98183" y="21816"/>
                </a:lnTo>
                <a:cubicBezTo>
                  <a:pt x="98183" y="21816"/>
                  <a:pt x="98183" y="32727"/>
                  <a:pt x="98183" y="32727"/>
                </a:cubicBezTo>
                <a:close/>
                <a:moveTo>
                  <a:pt x="103638" y="32727"/>
                </a:moveTo>
                <a:lnTo>
                  <a:pt x="103638" y="16361"/>
                </a:lnTo>
                <a:lnTo>
                  <a:pt x="16361" y="16361"/>
                </a:lnTo>
                <a:lnTo>
                  <a:pt x="16361" y="103638"/>
                </a:lnTo>
                <a:lnTo>
                  <a:pt x="103638" y="103638"/>
                </a:lnTo>
                <a:lnTo>
                  <a:pt x="103638" y="87272"/>
                </a:lnTo>
                <a:cubicBezTo>
                  <a:pt x="106644" y="87272"/>
                  <a:pt x="109088" y="84833"/>
                  <a:pt x="109088" y="81816"/>
                </a:cubicBezTo>
                <a:lnTo>
                  <a:pt x="109088" y="76361"/>
                </a:lnTo>
                <a:cubicBezTo>
                  <a:pt x="109088" y="73355"/>
                  <a:pt x="106644" y="70911"/>
                  <a:pt x="103638" y="70911"/>
                </a:cubicBezTo>
                <a:lnTo>
                  <a:pt x="103638" y="49088"/>
                </a:lnTo>
                <a:cubicBezTo>
                  <a:pt x="106644" y="49088"/>
                  <a:pt x="109088" y="46644"/>
                  <a:pt x="109088" y="43638"/>
                </a:cubicBezTo>
                <a:lnTo>
                  <a:pt x="109088" y="38183"/>
                </a:lnTo>
                <a:cubicBezTo>
                  <a:pt x="109088" y="35172"/>
                  <a:pt x="106644" y="32727"/>
                  <a:pt x="103638" y="32727"/>
                </a:cubicBezTo>
              </a:path>
            </a:pathLst>
          </a:custGeom>
          <a:solidFill>
            <a:schemeClr val="tx2"/>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sp>
        <p:nvSpPr>
          <p:cNvPr id="48" name="Shape 7685">
            <a:extLst>
              <a:ext uri="{FF2B5EF4-FFF2-40B4-BE49-F238E27FC236}">
                <a16:creationId xmlns:a16="http://schemas.microsoft.com/office/drawing/2014/main" id="{99571AEF-BF16-5ADD-629D-2A7F7ED27039}"/>
              </a:ext>
            </a:extLst>
          </p:cNvPr>
          <p:cNvSpPr/>
          <p:nvPr/>
        </p:nvSpPr>
        <p:spPr>
          <a:xfrm>
            <a:off x="8996985" y="5132432"/>
            <a:ext cx="443818" cy="459611"/>
          </a:xfrm>
          <a:custGeom>
            <a:avLst/>
            <a:gdLst/>
            <a:ahLst/>
            <a:cxnLst/>
            <a:rect l="0" t="0" r="0" b="0"/>
            <a:pathLst>
              <a:path w="120000" h="120000" extrusionOk="0">
                <a:moveTo>
                  <a:pt x="86666" y="33755"/>
                </a:moveTo>
                <a:cubicBezTo>
                  <a:pt x="80155" y="39494"/>
                  <a:pt x="70472" y="42494"/>
                  <a:pt x="55950" y="43350"/>
                </a:cubicBezTo>
                <a:cubicBezTo>
                  <a:pt x="54477" y="40327"/>
                  <a:pt x="50888" y="38183"/>
                  <a:pt x="46666" y="38183"/>
                </a:cubicBezTo>
                <a:cubicBezTo>
                  <a:pt x="42444" y="38183"/>
                  <a:pt x="38855" y="40327"/>
                  <a:pt x="37383" y="43350"/>
                </a:cubicBezTo>
                <a:cubicBezTo>
                  <a:pt x="22861" y="42494"/>
                  <a:pt x="13177" y="39494"/>
                  <a:pt x="6666" y="33755"/>
                </a:cubicBezTo>
                <a:lnTo>
                  <a:pt x="6666" y="32727"/>
                </a:lnTo>
                <a:cubicBezTo>
                  <a:pt x="6666" y="29716"/>
                  <a:pt x="9655" y="27272"/>
                  <a:pt x="13333" y="27272"/>
                </a:cubicBezTo>
                <a:lnTo>
                  <a:pt x="80000" y="27272"/>
                </a:lnTo>
                <a:cubicBezTo>
                  <a:pt x="83677" y="27272"/>
                  <a:pt x="86666" y="29716"/>
                  <a:pt x="86666" y="32727"/>
                </a:cubicBezTo>
                <a:cubicBezTo>
                  <a:pt x="86666" y="32727"/>
                  <a:pt x="86666" y="33755"/>
                  <a:pt x="86666" y="33755"/>
                </a:cubicBezTo>
                <a:close/>
                <a:moveTo>
                  <a:pt x="43333" y="46366"/>
                </a:moveTo>
                <a:cubicBezTo>
                  <a:pt x="43333" y="44855"/>
                  <a:pt x="44827" y="43638"/>
                  <a:pt x="46666" y="43638"/>
                </a:cubicBezTo>
                <a:cubicBezTo>
                  <a:pt x="48505" y="43638"/>
                  <a:pt x="50000" y="44855"/>
                  <a:pt x="50000" y="46366"/>
                </a:cubicBezTo>
                <a:cubicBezTo>
                  <a:pt x="50000" y="47872"/>
                  <a:pt x="48505" y="49088"/>
                  <a:pt x="46666" y="49088"/>
                </a:cubicBezTo>
                <a:cubicBezTo>
                  <a:pt x="44827" y="49088"/>
                  <a:pt x="43333" y="47872"/>
                  <a:pt x="43333" y="46366"/>
                </a:cubicBezTo>
                <a:moveTo>
                  <a:pt x="86666" y="109088"/>
                </a:moveTo>
                <a:cubicBezTo>
                  <a:pt x="86666" y="112105"/>
                  <a:pt x="83677" y="114550"/>
                  <a:pt x="80000" y="114550"/>
                </a:cubicBezTo>
                <a:lnTo>
                  <a:pt x="13333" y="114550"/>
                </a:lnTo>
                <a:cubicBezTo>
                  <a:pt x="9655" y="114550"/>
                  <a:pt x="6666" y="112105"/>
                  <a:pt x="6666" y="109088"/>
                </a:cubicBezTo>
                <a:lnTo>
                  <a:pt x="6666" y="40655"/>
                </a:lnTo>
                <a:cubicBezTo>
                  <a:pt x="14766" y="45800"/>
                  <a:pt x="23894" y="48144"/>
                  <a:pt x="37183" y="48833"/>
                </a:cubicBezTo>
                <a:cubicBezTo>
                  <a:pt x="38466" y="52138"/>
                  <a:pt x="42205" y="54550"/>
                  <a:pt x="46666" y="54550"/>
                </a:cubicBezTo>
                <a:cubicBezTo>
                  <a:pt x="51127" y="54550"/>
                  <a:pt x="54861" y="52138"/>
                  <a:pt x="56155" y="48833"/>
                </a:cubicBezTo>
                <a:cubicBezTo>
                  <a:pt x="69438" y="48144"/>
                  <a:pt x="78566" y="45800"/>
                  <a:pt x="86666" y="40655"/>
                </a:cubicBezTo>
                <a:cubicBezTo>
                  <a:pt x="86666" y="40655"/>
                  <a:pt x="86666" y="109088"/>
                  <a:pt x="86666" y="109088"/>
                </a:cubicBezTo>
                <a:close/>
                <a:moveTo>
                  <a:pt x="80000" y="21816"/>
                </a:moveTo>
                <a:lnTo>
                  <a:pt x="13333" y="21816"/>
                </a:lnTo>
                <a:cubicBezTo>
                  <a:pt x="5972" y="21816"/>
                  <a:pt x="0" y="26700"/>
                  <a:pt x="0" y="32727"/>
                </a:cubicBezTo>
                <a:lnTo>
                  <a:pt x="0" y="109088"/>
                </a:lnTo>
                <a:cubicBezTo>
                  <a:pt x="0" y="115116"/>
                  <a:pt x="5972" y="120000"/>
                  <a:pt x="13333" y="120000"/>
                </a:cubicBezTo>
                <a:lnTo>
                  <a:pt x="80000" y="120000"/>
                </a:lnTo>
                <a:cubicBezTo>
                  <a:pt x="87361" y="120000"/>
                  <a:pt x="93333" y="115116"/>
                  <a:pt x="93333" y="109088"/>
                </a:cubicBezTo>
                <a:lnTo>
                  <a:pt x="93333" y="32727"/>
                </a:lnTo>
                <a:cubicBezTo>
                  <a:pt x="93333" y="26700"/>
                  <a:pt x="87361" y="21816"/>
                  <a:pt x="80000" y="21816"/>
                </a:cubicBezTo>
                <a:moveTo>
                  <a:pt x="30000" y="98183"/>
                </a:moveTo>
                <a:lnTo>
                  <a:pt x="23333" y="98183"/>
                </a:lnTo>
                <a:cubicBezTo>
                  <a:pt x="21494" y="98183"/>
                  <a:pt x="20000" y="99405"/>
                  <a:pt x="20000" y="100911"/>
                </a:cubicBezTo>
                <a:cubicBezTo>
                  <a:pt x="20000" y="102416"/>
                  <a:pt x="21494" y="103638"/>
                  <a:pt x="23333" y="103638"/>
                </a:cubicBezTo>
                <a:lnTo>
                  <a:pt x="30000" y="103638"/>
                </a:lnTo>
                <a:cubicBezTo>
                  <a:pt x="31838" y="103638"/>
                  <a:pt x="33333" y="102416"/>
                  <a:pt x="33333" y="100911"/>
                </a:cubicBezTo>
                <a:cubicBezTo>
                  <a:pt x="33333" y="99405"/>
                  <a:pt x="31838" y="98183"/>
                  <a:pt x="30000" y="98183"/>
                </a:cubicBezTo>
                <a:moveTo>
                  <a:pt x="36666" y="87272"/>
                </a:moveTo>
                <a:lnTo>
                  <a:pt x="23333" y="87272"/>
                </a:lnTo>
                <a:cubicBezTo>
                  <a:pt x="21494" y="87272"/>
                  <a:pt x="20000" y="88494"/>
                  <a:pt x="20000" y="90000"/>
                </a:cubicBezTo>
                <a:cubicBezTo>
                  <a:pt x="20000" y="91511"/>
                  <a:pt x="21494" y="92727"/>
                  <a:pt x="23333" y="92727"/>
                </a:cubicBezTo>
                <a:lnTo>
                  <a:pt x="36666" y="92727"/>
                </a:lnTo>
                <a:cubicBezTo>
                  <a:pt x="38505" y="92727"/>
                  <a:pt x="40000" y="91511"/>
                  <a:pt x="40000" y="90000"/>
                </a:cubicBezTo>
                <a:cubicBezTo>
                  <a:pt x="40000" y="88494"/>
                  <a:pt x="38505" y="87272"/>
                  <a:pt x="36666" y="87272"/>
                </a:cubicBezTo>
                <a:moveTo>
                  <a:pt x="106666" y="0"/>
                </a:moveTo>
                <a:lnTo>
                  <a:pt x="40000" y="0"/>
                </a:lnTo>
                <a:cubicBezTo>
                  <a:pt x="32638" y="0"/>
                  <a:pt x="26666" y="4883"/>
                  <a:pt x="26666" y="10911"/>
                </a:cubicBezTo>
                <a:lnTo>
                  <a:pt x="26666" y="13638"/>
                </a:lnTo>
                <a:cubicBezTo>
                  <a:pt x="26666" y="15144"/>
                  <a:pt x="28161" y="16361"/>
                  <a:pt x="30000" y="16361"/>
                </a:cubicBezTo>
                <a:cubicBezTo>
                  <a:pt x="31838" y="16361"/>
                  <a:pt x="33333" y="15144"/>
                  <a:pt x="33333" y="13638"/>
                </a:cubicBezTo>
                <a:lnTo>
                  <a:pt x="33333" y="10911"/>
                </a:lnTo>
                <a:cubicBezTo>
                  <a:pt x="33333" y="7900"/>
                  <a:pt x="36322" y="5455"/>
                  <a:pt x="40000" y="5455"/>
                </a:cubicBezTo>
                <a:lnTo>
                  <a:pt x="106666" y="5455"/>
                </a:lnTo>
                <a:cubicBezTo>
                  <a:pt x="110344" y="5455"/>
                  <a:pt x="113333" y="7900"/>
                  <a:pt x="113333" y="10911"/>
                </a:cubicBezTo>
                <a:lnTo>
                  <a:pt x="113333" y="87272"/>
                </a:lnTo>
                <a:cubicBezTo>
                  <a:pt x="113333" y="90288"/>
                  <a:pt x="110344" y="92727"/>
                  <a:pt x="106666" y="92727"/>
                </a:cubicBezTo>
                <a:lnTo>
                  <a:pt x="103333" y="92727"/>
                </a:lnTo>
                <a:cubicBezTo>
                  <a:pt x="101494" y="92727"/>
                  <a:pt x="100000" y="93950"/>
                  <a:pt x="100000" y="95455"/>
                </a:cubicBezTo>
                <a:cubicBezTo>
                  <a:pt x="100000" y="96961"/>
                  <a:pt x="101494" y="98183"/>
                  <a:pt x="103333" y="98183"/>
                </a:cubicBezTo>
                <a:lnTo>
                  <a:pt x="106666" y="98183"/>
                </a:lnTo>
                <a:cubicBezTo>
                  <a:pt x="114027" y="98183"/>
                  <a:pt x="120000" y="93300"/>
                  <a:pt x="120000" y="87272"/>
                </a:cubicBezTo>
                <a:lnTo>
                  <a:pt x="120000" y="10911"/>
                </a:lnTo>
                <a:cubicBezTo>
                  <a:pt x="120000" y="4883"/>
                  <a:pt x="114027" y="0"/>
                  <a:pt x="106666" y="0"/>
                </a:cubicBezTo>
              </a:path>
            </a:pathLst>
          </a:custGeom>
          <a:solidFill>
            <a:schemeClr val="tx2"/>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sp>
        <p:nvSpPr>
          <p:cNvPr id="49" name="Shape 7541">
            <a:extLst>
              <a:ext uri="{FF2B5EF4-FFF2-40B4-BE49-F238E27FC236}">
                <a16:creationId xmlns:a16="http://schemas.microsoft.com/office/drawing/2014/main" id="{6A2B4B31-B740-FFF6-7203-98ECFA7F3453}"/>
              </a:ext>
            </a:extLst>
          </p:cNvPr>
          <p:cNvSpPr/>
          <p:nvPr/>
        </p:nvSpPr>
        <p:spPr>
          <a:xfrm>
            <a:off x="9068255" y="5974837"/>
            <a:ext cx="386210" cy="406720"/>
          </a:xfrm>
          <a:custGeom>
            <a:avLst/>
            <a:gdLst/>
            <a:ahLst/>
            <a:cxnLst/>
            <a:rect l="0" t="0" r="0" b="0"/>
            <a:pathLst>
              <a:path w="120000" h="120000" extrusionOk="0">
                <a:moveTo>
                  <a:pt x="116957" y="78068"/>
                </a:moveTo>
                <a:lnTo>
                  <a:pt x="116957" y="78068"/>
                </a:lnTo>
                <a:cubicBezTo>
                  <a:pt x="110873" y="88000"/>
                  <a:pt x="86873" y="95172"/>
                  <a:pt x="60169" y="95172"/>
                </a:cubicBezTo>
                <a:cubicBezTo>
                  <a:pt x="32788" y="95172"/>
                  <a:pt x="12169" y="88000"/>
                  <a:pt x="3042" y="78068"/>
                </a:cubicBezTo>
                <a:cubicBezTo>
                  <a:pt x="3042" y="75862"/>
                  <a:pt x="0" y="78068"/>
                  <a:pt x="0" y="78068"/>
                </a:cubicBezTo>
                <a:cubicBezTo>
                  <a:pt x="0" y="80551"/>
                  <a:pt x="0" y="92689"/>
                  <a:pt x="0" y="92689"/>
                </a:cubicBezTo>
                <a:cubicBezTo>
                  <a:pt x="0" y="105103"/>
                  <a:pt x="27042" y="119724"/>
                  <a:pt x="60169" y="119724"/>
                </a:cubicBezTo>
                <a:cubicBezTo>
                  <a:pt x="92957" y="119724"/>
                  <a:pt x="119661" y="105103"/>
                  <a:pt x="119661" y="92689"/>
                </a:cubicBezTo>
                <a:cubicBezTo>
                  <a:pt x="119661" y="92689"/>
                  <a:pt x="119661" y="80551"/>
                  <a:pt x="119661" y="78068"/>
                </a:cubicBezTo>
                <a:cubicBezTo>
                  <a:pt x="119661" y="78068"/>
                  <a:pt x="116957" y="75862"/>
                  <a:pt x="116957" y="78068"/>
                </a:cubicBezTo>
                <a:close/>
                <a:moveTo>
                  <a:pt x="116957" y="44137"/>
                </a:moveTo>
                <a:lnTo>
                  <a:pt x="116957" y="44137"/>
                </a:lnTo>
                <a:cubicBezTo>
                  <a:pt x="110873" y="51310"/>
                  <a:pt x="86873" y="58758"/>
                  <a:pt x="60169" y="58758"/>
                </a:cubicBezTo>
                <a:cubicBezTo>
                  <a:pt x="32788" y="58758"/>
                  <a:pt x="12169" y="51310"/>
                  <a:pt x="3042" y="44137"/>
                </a:cubicBezTo>
                <a:cubicBezTo>
                  <a:pt x="3042" y="41655"/>
                  <a:pt x="0" y="44137"/>
                  <a:pt x="0" y="44137"/>
                </a:cubicBezTo>
                <a:lnTo>
                  <a:pt x="0" y="61241"/>
                </a:lnTo>
                <a:cubicBezTo>
                  <a:pt x="0" y="70896"/>
                  <a:pt x="27042" y="80551"/>
                  <a:pt x="60169" y="80551"/>
                </a:cubicBezTo>
                <a:cubicBezTo>
                  <a:pt x="92957" y="80551"/>
                  <a:pt x="119661" y="70896"/>
                  <a:pt x="119661" y="61241"/>
                </a:cubicBezTo>
                <a:lnTo>
                  <a:pt x="119661" y="44137"/>
                </a:lnTo>
                <a:cubicBezTo>
                  <a:pt x="119661" y="44137"/>
                  <a:pt x="116957" y="41655"/>
                  <a:pt x="116957" y="44137"/>
                </a:cubicBezTo>
                <a:close/>
                <a:moveTo>
                  <a:pt x="60169" y="0"/>
                </a:moveTo>
                <a:lnTo>
                  <a:pt x="60169" y="0"/>
                </a:lnTo>
                <a:cubicBezTo>
                  <a:pt x="27042" y="0"/>
                  <a:pt x="0" y="7172"/>
                  <a:pt x="0" y="17103"/>
                </a:cubicBezTo>
                <a:cubicBezTo>
                  <a:pt x="0" y="26758"/>
                  <a:pt x="0" y="26758"/>
                  <a:pt x="0" y="26758"/>
                </a:cubicBezTo>
                <a:cubicBezTo>
                  <a:pt x="0" y="36689"/>
                  <a:pt x="27042" y="44137"/>
                  <a:pt x="60169" y="44137"/>
                </a:cubicBezTo>
                <a:cubicBezTo>
                  <a:pt x="92957" y="44137"/>
                  <a:pt x="119661" y="36689"/>
                  <a:pt x="119661" y="26758"/>
                </a:cubicBezTo>
                <a:cubicBezTo>
                  <a:pt x="119661" y="17103"/>
                  <a:pt x="119661" y="17103"/>
                  <a:pt x="119661" y="17103"/>
                </a:cubicBezTo>
                <a:cubicBezTo>
                  <a:pt x="119661" y="7172"/>
                  <a:pt x="92957" y="0"/>
                  <a:pt x="60169" y="0"/>
                </a:cubicBezTo>
                <a:close/>
              </a:path>
            </a:pathLst>
          </a:custGeom>
          <a:solidFill>
            <a:schemeClr val="tx2"/>
          </a:solidFill>
          <a:ln>
            <a:noFill/>
          </a:ln>
        </p:spPr>
        <p:txBody>
          <a:bodyPr lIns="45700" tIns="22850" rIns="45700" bIns="22850" anchor="ctr" anchorCtr="0">
            <a:noAutofit/>
          </a:bodyPr>
          <a:lstStyle/>
          <a:p>
            <a:endParaRPr sz="900">
              <a:solidFill>
                <a:schemeClr val="dk1"/>
              </a:solidFill>
              <a:latin typeface="Calibri"/>
              <a:ea typeface="Calibri"/>
              <a:cs typeface="Calibri"/>
              <a:sym typeface="Calibri"/>
            </a:endParaRPr>
          </a:p>
        </p:txBody>
      </p:sp>
      <p:sp>
        <p:nvSpPr>
          <p:cNvPr id="50" name="ZoneTexte 49">
            <a:extLst>
              <a:ext uri="{FF2B5EF4-FFF2-40B4-BE49-F238E27FC236}">
                <a16:creationId xmlns:a16="http://schemas.microsoft.com/office/drawing/2014/main" id="{CAB5ED43-B555-F442-73CE-AF2663307A35}"/>
              </a:ext>
            </a:extLst>
          </p:cNvPr>
          <p:cNvSpPr txBox="1"/>
          <p:nvPr/>
        </p:nvSpPr>
        <p:spPr>
          <a:xfrm>
            <a:off x="9731659" y="2000733"/>
            <a:ext cx="1130438" cy="307777"/>
          </a:xfrm>
          <a:prstGeom prst="rect">
            <a:avLst/>
          </a:prstGeom>
          <a:noFill/>
        </p:spPr>
        <p:txBody>
          <a:bodyPr wrap="none" rtlCol="0">
            <a:spAutoFit/>
          </a:bodyPr>
          <a:lstStyle/>
          <a:p>
            <a:r>
              <a:rPr lang="fr-FR" sz="1400" i="1">
                <a:solidFill>
                  <a:schemeClr val="tx2"/>
                </a:solidFill>
              </a:rPr>
              <a:t>Backend #1</a:t>
            </a:r>
          </a:p>
        </p:txBody>
      </p:sp>
      <p:sp>
        <p:nvSpPr>
          <p:cNvPr id="51" name="ZoneTexte 50">
            <a:extLst>
              <a:ext uri="{FF2B5EF4-FFF2-40B4-BE49-F238E27FC236}">
                <a16:creationId xmlns:a16="http://schemas.microsoft.com/office/drawing/2014/main" id="{96215223-FBA6-1BB7-CDBD-27FC1FB4C647}"/>
              </a:ext>
            </a:extLst>
          </p:cNvPr>
          <p:cNvSpPr txBox="1"/>
          <p:nvPr/>
        </p:nvSpPr>
        <p:spPr>
          <a:xfrm>
            <a:off x="9731659" y="2690880"/>
            <a:ext cx="1298753" cy="307777"/>
          </a:xfrm>
          <a:prstGeom prst="rect">
            <a:avLst/>
          </a:prstGeom>
          <a:noFill/>
        </p:spPr>
        <p:txBody>
          <a:bodyPr wrap="none" rtlCol="0">
            <a:spAutoFit/>
          </a:bodyPr>
          <a:lstStyle/>
          <a:p>
            <a:r>
              <a:rPr lang="fr-FR" sz="1400" i="1">
                <a:solidFill>
                  <a:schemeClr val="tx2"/>
                </a:solidFill>
              </a:rPr>
              <a:t>Référentiel #1</a:t>
            </a:r>
          </a:p>
        </p:txBody>
      </p:sp>
      <p:sp>
        <p:nvSpPr>
          <p:cNvPr id="52" name="ZoneTexte 51">
            <a:extLst>
              <a:ext uri="{FF2B5EF4-FFF2-40B4-BE49-F238E27FC236}">
                <a16:creationId xmlns:a16="http://schemas.microsoft.com/office/drawing/2014/main" id="{82072B11-1794-9A07-9781-EA4C96342336}"/>
              </a:ext>
            </a:extLst>
          </p:cNvPr>
          <p:cNvSpPr txBox="1"/>
          <p:nvPr/>
        </p:nvSpPr>
        <p:spPr>
          <a:xfrm>
            <a:off x="9731659" y="5177571"/>
            <a:ext cx="1298753" cy="307777"/>
          </a:xfrm>
          <a:prstGeom prst="rect">
            <a:avLst/>
          </a:prstGeom>
          <a:noFill/>
        </p:spPr>
        <p:txBody>
          <a:bodyPr wrap="none" rtlCol="0">
            <a:spAutoFit/>
          </a:bodyPr>
          <a:lstStyle/>
          <a:p>
            <a:r>
              <a:rPr lang="fr-FR" sz="1400" i="1">
                <a:solidFill>
                  <a:schemeClr val="tx2"/>
                </a:solidFill>
              </a:rPr>
              <a:t>Référentiel #2</a:t>
            </a:r>
          </a:p>
        </p:txBody>
      </p:sp>
      <p:sp>
        <p:nvSpPr>
          <p:cNvPr id="53" name="ZoneTexte 52">
            <a:extLst>
              <a:ext uri="{FF2B5EF4-FFF2-40B4-BE49-F238E27FC236}">
                <a16:creationId xmlns:a16="http://schemas.microsoft.com/office/drawing/2014/main" id="{97A81B8C-62DD-2E35-DC2A-36DF06A55A25}"/>
              </a:ext>
            </a:extLst>
          </p:cNvPr>
          <p:cNvSpPr txBox="1"/>
          <p:nvPr/>
        </p:nvSpPr>
        <p:spPr>
          <a:xfrm>
            <a:off x="9731659" y="4292061"/>
            <a:ext cx="2085827" cy="307777"/>
          </a:xfrm>
          <a:prstGeom prst="rect">
            <a:avLst/>
          </a:prstGeom>
          <a:noFill/>
        </p:spPr>
        <p:txBody>
          <a:bodyPr wrap="none" rtlCol="0">
            <a:spAutoFit/>
          </a:bodyPr>
          <a:lstStyle/>
          <a:p>
            <a:r>
              <a:rPr lang="fr-FR" sz="1400" i="1">
                <a:solidFill>
                  <a:schemeClr val="tx2"/>
                </a:solidFill>
              </a:rPr>
              <a:t>Données confidentielles</a:t>
            </a:r>
          </a:p>
        </p:txBody>
      </p:sp>
      <p:sp>
        <p:nvSpPr>
          <p:cNvPr id="54" name="ZoneTexte 53">
            <a:extLst>
              <a:ext uri="{FF2B5EF4-FFF2-40B4-BE49-F238E27FC236}">
                <a16:creationId xmlns:a16="http://schemas.microsoft.com/office/drawing/2014/main" id="{D5EBE5B5-6DF0-759F-70B0-4B11FD280681}"/>
              </a:ext>
            </a:extLst>
          </p:cNvPr>
          <p:cNvSpPr txBox="1"/>
          <p:nvPr/>
        </p:nvSpPr>
        <p:spPr>
          <a:xfrm>
            <a:off x="9731659" y="3542757"/>
            <a:ext cx="1130438" cy="307777"/>
          </a:xfrm>
          <a:prstGeom prst="rect">
            <a:avLst/>
          </a:prstGeom>
          <a:noFill/>
        </p:spPr>
        <p:txBody>
          <a:bodyPr wrap="none" rtlCol="0">
            <a:spAutoFit/>
          </a:bodyPr>
          <a:lstStyle/>
          <a:p>
            <a:r>
              <a:rPr lang="fr-FR" sz="1400" i="1">
                <a:solidFill>
                  <a:schemeClr val="tx2"/>
                </a:solidFill>
              </a:rPr>
              <a:t>Backend #2</a:t>
            </a:r>
          </a:p>
        </p:txBody>
      </p:sp>
      <p:sp>
        <p:nvSpPr>
          <p:cNvPr id="55" name="ZoneTexte 54">
            <a:extLst>
              <a:ext uri="{FF2B5EF4-FFF2-40B4-BE49-F238E27FC236}">
                <a16:creationId xmlns:a16="http://schemas.microsoft.com/office/drawing/2014/main" id="{B81E8491-BDBD-D3FA-0357-E7F3FD7E6D33}"/>
              </a:ext>
            </a:extLst>
          </p:cNvPr>
          <p:cNvSpPr txBox="1"/>
          <p:nvPr/>
        </p:nvSpPr>
        <p:spPr>
          <a:xfrm>
            <a:off x="9847057" y="6031794"/>
            <a:ext cx="1667444" cy="307777"/>
          </a:xfrm>
          <a:prstGeom prst="rect">
            <a:avLst/>
          </a:prstGeom>
          <a:noFill/>
        </p:spPr>
        <p:txBody>
          <a:bodyPr wrap="none" rtlCol="0">
            <a:spAutoFit/>
          </a:bodyPr>
          <a:lstStyle/>
          <a:p>
            <a:r>
              <a:rPr lang="fr-FR" sz="1400" i="1">
                <a:solidFill>
                  <a:schemeClr val="tx2"/>
                </a:solidFill>
              </a:rPr>
              <a:t>Bases de données</a:t>
            </a:r>
          </a:p>
        </p:txBody>
      </p:sp>
      <p:sp>
        <p:nvSpPr>
          <p:cNvPr id="56" name="ZoneTexte 55">
            <a:extLst>
              <a:ext uri="{FF2B5EF4-FFF2-40B4-BE49-F238E27FC236}">
                <a16:creationId xmlns:a16="http://schemas.microsoft.com/office/drawing/2014/main" id="{8A393FCD-311C-1BF0-162B-7098C2315FAF}"/>
              </a:ext>
            </a:extLst>
          </p:cNvPr>
          <p:cNvSpPr txBox="1"/>
          <p:nvPr/>
        </p:nvSpPr>
        <p:spPr>
          <a:xfrm>
            <a:off x="336543" y="1917230"/>
            <a:ext cx="689548" cy="307777"/>
          </a:xfrm>
          <a:prstGeom prst="rect">
            <a:avLst/>
          </a:prstGeom>
          <a:noFill/>
        </p:spPr>
        <p:txBody>
          <a:bodyPr wrap="none" rtlCol="0">
            <a:spAutoFit/>
          </a:bodyPr>
          <a:lstStyle/>
          <a:p>
            <a:r>
              <a:rPr lang="fr-FR" sz="1400" i="1"/>
              <a:t>Vitrine</a:t>
            </a:r>
          </a:p>
        </p:txBody>
      </p:sp>
      <p:sp>
        <p:nvSpPr>
          <p:cNvPr id="57" name="ZoneTexte 56">
            <a:extLst>
              <a:ext uri="{FF2B5EF4-FFF2-40B4-BE49-F238E27FC236}">
                <a16:creationId xmlns:a16="http://schemas.microsoft.com/office/drawing/2014/main" id="{B34DEA60-6167-CEC4-9AA3-992FE3F74A9F}"/>
              </a:ext>
            </a:extLst>
          </p:cNvPr>
          <p:cNvSpPr txBox="1"/>
          <p:nvPr/>
        </p:nvSpPr>
        <p:spPr>
          <a:xfrm>
            <a:off x="336543" y="2777076"/>
            <a:ext cx="1109599" cy="307777"/>
          </a:xfrm>
          <a:prstGeom prst="rect">
            <a:avLst/>
          </a:prstGeom>
          <a:noFill/>
        </p:spPr>
        <p:txBody>
          <a:bodyPr wrap="none" rtlCol="0">
            <a:spAutoFit/>
          </a:bodyPr>
          <a:lstStyle/>
          <a:p>
            <a:r>
              <a:rPr lang="fr-FR" sz="1400" i="1"/>
              <a:t>Commande</a:t>
            </a:r>
          </a:p>
        </p:txBody>
      </p:sp>
      <p:sp>
        <p:nvSpPr>
          <p:cNvPr id="58" name="ZoneTexte 57">
            <a:extLst>
              <a:ext uri="{FF2B5EF4-FFF2-40B4-BE49-F238E27FC236}">
                <a16:creationId xmlns:a16="http://schemas.microsoft.com/office/drawing/2014/main" id="{86A6FA3E-7268-9A3D-5B19-74B228C449D2}"/>
              </a:ext>
            </a:extLst>
          </p:cNvPr>
          <p:cNvSpPr txBox="1"/>
          <p:nvPr/>
        </p:nvSpPr>
        <p:spPr>
          <a:xfrm>
            <a:off x="336543" y="3636922"/>
            <a:ext cx="801823" cy="307777"/>
          </a:xfrm>
          <a:prstGeom prst="rect">
            <a:avLst/>
          </a:prstGeom>
          <a:noFill/>
        </p:spPr>
        <p:txBody>
          <a:bodyPr wrap="none" rtlCol="0">
            <a:spAutoFit/>
          </a:bodyPr>
          <a:lstStyle/>
          <a:p>
            <a:r>
              <a:rPr lang="fr-FR" sz="1400" i="1"/>
              <a:t>Mobilité</a:t>
            </a:r>
          </a:p>
        </p:txBody>
      </p:sp>
      <p:sp>
        <p:nvSpPr>
          <p:cNvPr id="59" name="ZoneTexte 58">
            <a:extLst>
              <a:ext uri="{FF2B5EF4-FFF2-40B4-BE49-F238E27FC236}">
                <a16:creationId xmlns:a16="http://schemas.microsoft.com/office/drawing/2014/main" id="{A670835A-0592-6E62-7BFB-294ED39DB1AF}"/>
              </a:ext>
            </a:extLst>
          </p:cNvPr>
          <p:cNvSpPr txBox="1"/>
          <p:nvPr/>
        </p:nvSpPr>
        <p:spPr>
          <a:xfrm>
            <a:off x="336543" y="4496768"/>
            <a:ext cx="1010213" cy="307777"/>
          </a:xfrm>
          <a:prstGeom prst="rect">
            <a:avLst/>
          </a:prstGeom>
          <a:noFill/>
        </p:spPr>
        <p:txBody>
          <a:bodyPr wrap="none" rtlCol="0">
            <a:spAutoFit/>
          </a:bodyPr>
          <a:lstStyle/>
          <a:p>
            <a:r>
              <a:rPr lang="fr-FR" sz="1400" i="1"/>
              <a:t>Partenaire</a:t>
            </a:r>
          </a:p>
        </p:txBody>
      </p:sp>
      <p:sp>
        <p:nvSpPr>
          <p:cNvPr id="60" name="ZoneTexte 59">
            <a:extLst>
              <a:ext uri="{FF2B5EF4-FFF2-40B4-BE49-F238E27FC236}">
                <a16:creationId xmlns:a16="http://schemas.microsoft.com/office/drawing/2014/main" id="{FF757500-15D2-3955-9E92-6BBE52D1F4D8}"/>
              </a:ext>
            </a:extLst>
          </p:cNvPr>
          <p:cNvSpPr txBox="1"/>
          <p:nvPr/>
        </p:nvSpPr>
        <p:spPr>
          <a:xfrm>
            <a:off x="336543" y="5356614"/>
            <a:ext cx="574196" cy="307777"/>
          </a:xfrm>
          <a:prstGeom prst="rect">
            <a:avLst/>
          </a:prstGeom>
          <a:noFill/>
        </p:spPr>
        <p:txBody>
          <a:bodyPr wrap="none" rtlCol="0">
            <a:spAutoFit/>
          </a:bodyPr>
          <a:lstStyle/>
          <a:p>
            <a:r>
              <a:rPr lang="fr-FR" sz="1400" i="1"/>
              <a:t>Suivi</a:t>
            </a:r>
          </a:p>
        </p:txBody>
      </p:sp>
      <p:sp>
        <p:nvSpPr>
          <p:cNvPr id="61" name="ZoneTexte 60">
            <a:extLst>
              <a:ext uri="{FF2B5EF4-FFF2-40B4-BE49-F238E27FC236}">
                <a16:creationId xmlns:a16="http://schemas.microsoft.com/office/drawing/2014/main" id="{EAD9EB98-9474-9771-0B35-E1B785FA58E6}"/>
              </a:ext>
            </a:extLst>
          </p:cNvPr>
          <p:cNvSpPr txBox="1"/>
          <p:nvPr/>
        </p:nvSpPr>
        <p:spPr>
          <a:xfrm>
            <a:off x="336543" y="6216460"/>
            <a:ext cx="1367970" cy="307777"/>
          </a:xfrm>
          <a:prstGeom prst="rect">
            <a:avLst/>
          </a:prstGeom>
          <a:noFill/>
        </p:spPr>
        <p:txBody>
          <a:bodyPr wrap="square" rtlCol="0">
            <a:spAutoFit/>
          </a:bodyPr>
          <a:lstStyle/>
          <a:p>
            <a:r>
              <a:rPr lang="fr-FR" sz="1400" i="1"/>
              <a:t>Innovation</a:t>
            </a:r>
          </a:p>
        </p:txBody>
      </p:sp>
      <p:grpSp>
        <p:nvGrpSpPr>
          <p:cNvPr id="62" name="Groupe 61">
            <a:extLst>
              <a:ext uri="{FF2B5EF4-FFF2-40B4-BE49-F238E27FC236}">
                <a16:creationId xmlns:a16="http://schemas.microsoft.com/office/drawing/2014/main" id="{AF5B9B8A-FF4F-5A79-45DF-9BAA962CCA15}"/>
              </a:ext>
            </a:extLst>
          </p:cNvPr>
          <p:cNvGrpSpPr/>
          <p:nvPr/>
        </p:nvGrpSpPr>
        <p:grpSpPr>
          <a:xfrm>
            <a:off x="2606566" y="1954436"/>
            <a:ext cx="6264165" cy="3562481"/>
            <a:chOff x="2606566" y="1897286"/>
            <a:chExt cx="6264165" cy="3562481"/>
          </a:xfrm>
        </p:grpSpPr>
        <p:sp>
          <p:nvSpPr>
            <p:cNvPr id="63" name="Forme libre : forme 62">
              <a:extLst>
                <a:ext uri="{FF2B5EF4-FFF2-40B4-BE49-F238E27FC236}">
                  <a16:creationId xmlns:a16="http://schemas.microsoft.com/office/drawing/2014/main" id="{9FC53637-BDFC-94EA-31B1-22D5E267E267}"/>
                </a:ext>
              </a:extLst>
            </p:cNvPr>
            <p:cNvSpPr/>
            <p:nvPr/>
          </p:nvSpPr>
          <p:spPr>
            <a:xfrm>
              <a:off x="2636668" y="2041864"/>
              <a:ext cx="6107837" cy="3417903"/>
            </a:xfrm>
            <a:custGeom>
              <a:avLst/>
              <a:gdLst>
                <a:gd name="connsiteX0" fmla="*/ 0 w 6107837"/>
                <a:gd name="connsiteY0" fmla="*/ 0 h 3417903"/>
                <a:gd name="connsiteX1" fmla="*/ 1953087 w 6107837"/>
                <a:gd name="connsiteY1" fmla="*/ 443884 h 3417903"/>
                <a:gd name="connsiteX2" fmla="*/ 2876365 w 6107837"/>
                <a:gd name="connsiteY2" fmla="*/ 2663301 h 3417903"/>
                <a:gd name="connsiteX3" fmla="*/ 6107837 w 6107837"/>
                <a:gd name="connsiteY3" fmla="*/ 3417903 h 3417903"/>
              </a:gdLst>
              <a:ahLst/>
              <a:cxnLst>
                <a:cxn ang="0">
                  <a:pos x="connsiteX0" y="connsiteY0"/>
                </a:cxn>
                <a:cxn ang="0">
                  <a:pos x="connsiteX1" y="connsiteY1"/>
                </a:cxn>
                <a:cxn ang="0">
                  <a:pos x="connsiteX2" y="connsiteY2"/>
                </a:cxn>
                <a:cxn ang="0">
                  <a:pos x="connsiteX3" y="connsiteY3"/>
                </a:cxn>
              </a:cxnLst>
              <a:rect l="l" t="t" r="r" b="b"/>
              <a:pathLst>
                <a:path w="6107837" h="3417903">
                  <a:moveTo>
                    <a:pt x="0" y="0"/>
                  </a:moveTo>
                  <a:cubicBezTo>
                    <a:pt x="736846" y="0"/>
                    <a:pt x="1473693" y="0"/>
                    <a:pt x="1953087" y="443884"/>
                  </a:cubicBezTo>
                  <a:cubicBezTo>
                    <a:pt x="2432481" y="887768"/>
                    <a:pt x="2183907" y="2167631"/>
                    <a:pt x="2876365" y="2663301"/>
                  </a:cubicBezTo>
                  <a:cubicBezTo>
                    <a:pt x="3568823" y="3158971"/>
                    <a:pt x="4838330" y="3288437"/>
                    <a:pt x="6107837" y="3417903"/>
                  </a:cubicBezTo>
                </a:path>
              </a:pathLst>
            </a:custGeom>
            <a:noFill/>
            <a:ln cap="rnd">
              <a:solidFill>
                <a:schemeClr val="tx1"/>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Forme libre : forme 63">
              <a:extLst>
                <a:ext uri="{FF2B5EF4-FFF2-40B4-BE49-F238E27FC236}">
                  <a16:creationId xmlns:a16="http://schemas.microsoft.com/office/drawing/2014/main" id="{1CB82482-69D0-6605-83CC-D3DCADF26E33}"/>
                </a:ext>
              </a:extLst>
            </p:cNvPr>
            <p:cNvSpPr/>
            <p:nvPr/>
          </p:nvSpPr>
          <p:spPr>
            <a:xfrm>
              <a:off x="2606566" y="1897286"/>
              <a:ext cx="6264165" cy="906760"/>
            </a:xfrm>
            <a:custGeom>
              <a:avLst/>
              <a:gdLst>
                <a:gd name="connsiteX0" fmla="*/ 0 w 6264165"/>
                <a:gd name="connsiteY0" fmla="*/ 141721 h 906760"/>
                <a:gd name="connsiteX1" fmla="*/ 2070537 w 6264165"/>
                <a:gd name="connsiteY1" fmla="*/ 57638 h 906760"/>
                <a:gd name="connsiteX2" fmla="*/ 4456386 w 6264165"/>
                <a:gd name="connsiteY2" fmla="*/ 898466 h 906760"/>
                <a:gd name="connsiteX3" fmla="*/ 6264165 w 6264165"/>
                <a:gd name="connsiteY3" fmla="*/ 414990 h 906760"/>
              </a:gdLst>
              <a:ahLst/>
              <a:cxnLst>
                <a:cxn ang="0">
                  <a:pos x="connsiteX0" y="connsiteY0"/>
                </a:cxn>
                <a:cxn ang="0">
                  <a:pos x="connsiteX1" y="connsiteY1"/>
                </a:cxn>
                <a:cxn ang="0">
                  <a:pos x="connsiteX2" y="connsiteY2"/>
                </a:cxn>
                <a:cxn ang="0">
                  <a:pos x="connsiteX3" y="connsiteY3"/>
                </a:cxn>
              </a:cxnLst>
              <a:rect l="l" t="t" r="r" b="b"/>
              <a:pathLst>
                <a:path w="6264165" h="906760">
                  <a:moveTo>
                    <a:pt x="0" y="141721"/>
                  </a:moveTo>
                  <a:cubicBezTo>
                    <a:pt x="663903" y="36617"/>
                    <a:pt x="1327806" y="-68486"/>
                    <a:pt x="2070537" y="57638"/>
                  </a:cubicBezTo>
                  <a:cubicBezTo>
                    <a:pt x="2813268" y="183762"/>
                    <a:pt x="3757448" y="838907"/>
                    <a:pt x="4456386" y="898466"/>
                  </a:cubicBezTo>
                  <a:cubicBezTo>
                    <a:pt x="5155324" y="958025"/>
                    <a:pt x="5709744" y="686507"/>
                    <a:pt x="6264165" y="414990"/>
                  </a:cubicBezTo>
                </a:path>
              </a:pathLst>
            </a:custGeom>
            <a:noFill/>
            <a:ln cap="rnd">
              <a:solidFill>
                <a:schemeClr val="tx1"/>
              </a:solidFill>
              <a:headEnd type="triangle"/>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5" name="Groupe 64">
            <a:extLst>
              <a:ext uri="{FF2B5EF4-FFF2-40B4-BE49-F238E27FC236}">
                <a16:creationId xmlns:a16="http://schemas.microsoft.com/office/drawing/2014/main" id="{1A490891-3571-5C98-01EC-7B515CF5C940}"/>
              </a:ext>
            </a:extLst>
          </p:cNvPr>
          <p:cNvGrpSpPr/>
          <p:nvPr/>
        </p:nvGrpSpPr>
        <p:grpSpPr>
          <a:xfrm>
            <a:off x="2543503" y="3012457"/>
            <a:ext cx="6351821" cy="1427507"/>
            <a:chOff x="2543503" y="2955307"/>
            <a:chExt cx="6351821" cy="1427507"/>
          </a:xfrm>
        </p:grpSpPr>
        <p:sp>
          <p:nvSpPr>
            <p:cNvPr id="66" name="Forme libre : forme 65">
              <a:extLst>
                <a:ext uri="{FF2B5EF4-FFF2-40B4-BE49-F238E27FC236}">
                  <a16:creationId xmlns:a16="http://schemas.microsoft.com/office/drawing/2014/main" id="{572D7E3A-A214-A40E-3DFB-297F5CC029C0}"/>
                </a:ext>
              </a:extLst>
            </p:cNvPr>
            <p:cNvSpPr/>
            <p:nvPr/>
          </p:nvSpPr>
          <p:spPr>
            <a:xfrm>
              <a:off x="2543503" y="2995448"/>
              <a:ext cx="6169573" cy="1387366"/>
            </a:xfrm>
            <a:custGeom>
              <a:avLst/>
              <a:gdLst>
                <a:gd name="connsiteX0" fmla="*/ 0 w 6169573"/>
                <a:gd name="connsiteY0" fmla="*/ 0 h 1387366"/>
                <a:gd name="connsiteX1" fmla="*/ 2848304 w 6169573"/>
                <a:gd name="connsiteY1" fmla="*/ 945931 h 1387366"/>
                <a:gd name="connsiteX2" fmla="*/ 6169573 w 6169573"/>
                <a:gd name="connsiteY2" fmla="*/ 1387366 h 1387366"/>
              </a:gdLst>
              <a:ahLst/>
              <a:cxnLst>
                <a:cxn ang="0">
                  <a:pos x="connsiteX0" y="connsiteY0"/>
                </a:cxn>
                <a:cxn ang="0">
                  <a:pos x="connsiteX1" y="connsiteY1"/>
                </a:cxn>
                <a:cxn ang="0">
                  <a:pos x="connsiteX2" y="connsiteY2"/>
                </a:cxn>
              </a:cxnLst>
              <a:rect l="l" t="t" r="r" b="b"/>
              <a:pathLst>
                <a:path w="6169573" h="1387366">
                  <a:moveTo>
                    <a:pt x="0" y="0"/>
                  </a:moveTo>
                  <a:cubicBezTo>
                    <a:pt x="910021" y="357351"/>
                    <a:pt x="1820042" y="714703"/>
                    <a:pt x="2848304" y="945931"/>
                  </a:cubicBezTo>
                  <a:cubicBezTo>
                    <a:pt x="3876566" y="1177159"/>
                    <a:pt x="5023069" y="1282262"/>
                    <a:pt x="6169573" y="1387366"/>
                  </a:cubicBezTo>
                </a:path>
              </a:pathLst>
            </a:custGeom>
            <a:noFill/>
            <a:ln cap="rnd">
              <a:solidFill>
                <a:schemeClr val="tx1"/>
              </a:solidFill>
              <a:headEnd type="triangle"/>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Forme libre : forme 66">
              <a:extLst>
                <a:ext uri="{FF2B5EF4-FFF2-40B4-BE49-F238E27FC236}">
                  <a16:creationId xmlns:a16="http://schemas.microsoft.com/office/drawing/2014/main" id="{E041C016-F034-916B-1552-21EFB3BA14D9}"/>
                </a:ext>
              </a:extLst>
            </p:cNvPr>
            <p:cNvSpPr/>
            <p:nvPr/>
          </p:nvSpPr>
          <p:spPr>
            <a:xfrm>
              <a:off x="2578606" y="2955307"/>
              <a:ext cx="6316718" cy="746234"/>
            </a:xfrm>
            <a:custGeom>
              <a:avLst/>
              <a:gdLst>
                <a:gd name="connsiteX0" fmla="*/ 0 w 6316718"/>
                <a:gd name="connsiteY0" fmla="*/ 0 h 746234"/>
                <a:gd name="connsiteX1" fmla="*/ 4193628 w 6316718"/>
                <a:gd name="connsiteY1" fmla="*/ 578069 h 746234"/>
                <a:gd name="connsiteX2" fmla="*/ 6316718 w 6316718"/>
                <a:gd name="connsiteY2" fmla="*/ 746234 h 746234"/>
              </a:gdLst>
              <a:ahLst/>
              <a:cxnLst>
                <a:cxn ang="0">
                  <a:pos x="connsiteX0" y="connsiteY0"/>
                </a:cxn>
                <a:cxn ang="0">
                  <a:pos x="connsiteX1" y="connsiteY1"/>
                </a:cxn>
                <a:cxn ang="0">
                  <a:pos x="connsiteX2" y="connsiteY2"/>
                </a:cxn>
              </a:cxnLst>
              <a:rect l="l" t="t" r="r" b="b"/>
              <a:pathLst>
                <a:path w="6316718" h="746234">
                  <a:moveTo>
                    <a:pt x="0" y="0"/>
                  </a:moveTo>
                  <a:lnTo>
                    <a:pt x="4193628" y="578069"/>
                  </a:lnTo>
                  <a:cubicBezTo>
                    <a:pt x="5246414" y="702441"/>
                    <a:pt x="5781566" y="724337"/>
                    <a:pt x="6316718" y="746234"/>
                  </a:cubicBezTo>
                </a:path>
              </a:pathLst>
            </a:custGeom>
            <a:noFill/>
            <a:ln>
              <a:solidFill>
                <a:schemeClr val="tx1"/>
              </a:solidFill>
              <a:headEnd type="ova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8" name="Groupe 67">
            <a:extLst>
              <a:ext uri="{FF2B5EF4-FFF2-40B4-BE49-F238E27FC236}">
                <a16:creationId xmlns:a16="http://schemas.microsoft.com/office/drawing/2014/main" id="{762DD89F-910C-F0F5-9D4F-B6EA337A0733}"/>
              </a:ext>
            </a:extLst>
          </p:cNvPr>
          <p:cNvGrpSpPr/>
          <p:nvPr/>
        </p:nvGrpSpPr>
        <p:grpSpPr>
          <a:xfrm>
            <a:off x="2774731" y="2642695"/>
            <a:ext cx="6074979" cy="2998206"/>
            <a:chOff x="2774731" y="2585545"/>
            <a:chExt cx="6074979" cy="2998206"/>
          </a:xfrm>
        </p:grpSpPr>
        <p:sp>
          <p:nvSpPr>
            <p:cNvPr id="69" name="Forme libre : forme 68">
              <a:extLst>
                <a:ext uri="{FF2B5EF4-FFF2-40B4-BE49-F238E27FC236}">
                  <a16:creationId xmlns:a16="http://schemas.microsoft.com/office/drawing/2014/main" id="{DC8465AF-2A82-BBD2-9415-2617973F90D0}"/>
                </a:ext>
              </a:extLst>
            </p:cNvPr>
            <p:cNvSpPr/>
            <p:nvPr/>
          </p:nvSpPr>
          <p:spPr>
            <a:xfrm>
              <a:off x="2774731" y="2585545"/>
              <a:ext cx="6032938" cy="2890345"/>
            </a:xfrm>
            <a:custGeom>
              <a:avLst/>
              <a:gdLst>
                <a:gd name="connsiteX0" fmla="*/ 0 w 6032938"/>
                <a:gd name="connsiteY0" fmla="*/ 2890345 h 2890345"/>
                <a:gd name="connsiteX1" fmla="*/ 3573517 w 6032938"/>
                <a:gd name="connsiteY1" fmla="*/ 1933903 h 2890345"/>
                <a:gd name="connsiteX2" fmla="*/ 6032938 w 6032938"/>
                <a:gd name="connsiteY2" fmla="*/ 0 h 2890345"/>
              </a:gdLst>
              <a:ahLst/>
              <a:cxnLst>
                <a:cxn ang="0">
                  <a:pos x="connsiteX0" y="connsiteY0"/>
                </a:cxn>
                <a:cxn ang="0">
                  <a:pos x="connsiteX1" y="connsiteY1"/>
                </a:cxn>
                <a:cxn ang="0">
                  <a:pos x="connsiteX2" y="connsiteY2"/>
                </a:cxn>
              </a:cxnLst>
              <a:rect l="l" t="t" r="r" b="b"/>
              <a:pathLst>
                <a:path w="6032938" h="2890345">
                  <a:moveTo>
                    <a:pt x="0" y="2890345"/>
                  </a:moveTo>
                  <a:cubicBezTo>
                    <a:pt x="1284013" y="2652986"/>
                    <a:pt x="2568027" y="2415627"/>
                    <a:pt x="3573517" y="1933903"/>
                  </a:cubicBezTo>
                  <a:cubicBezTo>
                    <a:pt x="4579007" y="1452179"/>
                    <a:pt x="5305972" y="726089"/>
                    <a:pt x="6032938" y="0"/>
                  </a:cubicBezTo>
                </a:path>
              </a:pathLst>
            </a:custGeom>
            <a:noFill/>
            <a:ln>
              <a:solidFill>
                <a:schemeClr val="tx1"/>
              </a:solidFill>
              <a:head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Forme libre : forme 69">
              <a:extLst>
                <a:ext uri="{FF2B5EF4-FFF2-40B4-BE49-F238E27FC236}">
                  <a16:creationId xmlns:a16="http://schemas.microsoft.com/office/drawing/2014/main" id="{02FBE5BB-E784-C9DE-1FC6-2381BA68FE9C}"/>
                </a:ext>
              </a:extLst>
            </p:cNvPr>
            <p:cNvSpPr/>
            <p:nvPr/>
          </p:nvSpPr>
          <p:spPr>
            <a:xfrm>
              <a:off x="2785241" y="3825766"/>
              <a:ext cx="6064469" cy="1757985"/>
            </a:xfrm>
            <a:custGeom>
              <a:avLst/>
              <a:gdLst>
                <a:gd name="connsiteX0" fmla="*/ 0 w 6064469"/>
                <a:gd name="connsiteY0" fmla="*/ 1692165 h 1757985"/>
                <a:gd name="connsiteX1" fmla="*/ 3016469 w 6064469"/>
                <a:gd name="connsiteY1" fmla="*/ 1555531 h 1757985"/>
                <a:gd name="connsiteX2" fmla="*/ 6064469 w 6064469"/>
                <a:gd name="connsiteY2" fmla="*/ 0 h 1757985"/>
              </a:gdLst>
              <a:ahLst/>
              <a:cxnLst>
                <a:cxn ang="0">
                  <a:pos x="connsiteX0" y="connsiteY0"/>
                </a:cxn>
                <a:cxn ang="0">
                  <a:pos x="connsiteX1" y="connsiteY1"/>
                </a:cxn>
                <a:cxn ang="0">
                  <a:pos x="connsiteX2" y="connsiteY2"/>
                </a:cxn>
              </a:cxnLst>
              <a:rect l="l" t="t" r="r" b="b"/>
              <a:pathLst>
                <a:path w="6064469" h="1757985">
                  <a:moveTo>
                    <a:pt x="0" y="1692165"/>
                  </a:moveTo>
                  <a:cubicBezTo>
                    <a:pt x="1002862" y="1764862"/>
                    <a:pt x="2005724" y="1837559"/>
                    <a:pt x="3016469" y="1555531"/>
                  </a:cubicBezTo>
                  <a:cubicBezTo>
                    <a:pt x="4027214" y="1273503"/>
                    <a:pt x="5045841" y="636751"/>
                    <a:pt x="6064469" y="0"/>
                  </a:cubicBezTo>
                </a:path>
              </a:pathLst>
            </a:custGeom>
            <a:noFill/>
            <a:ln>
              <a:solidFill>
                <a:schemeClr val="tx1"/>
              </a:solidFill>
              <a:headEnd type="triangle"/>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71" name="Forme libre : forme 70">
            <a:extLst>
              <a:ext uri="{FF2B5EF4-FFF2-40B4-BE49-F238E27FC236}">
                <a16:creationId xmlns:a16="http://schemas.microsoft.com/office/drawing/2014/main" id="{5E8335D8-82A1-BC33-1351-60CE36285AED}"/>
              </a:ext>
            </a:extLst>
          </p:cNvPr>
          <p:cNvSpPr/>
          <p:nvPr/>
        </p:nvSpPr>
        <p:spPr>
          <a:xfrm>
            <a:off x="2680138" y="2211771"/>
            <a:ext cx="6232634" cy="1502979"/>
          </a:xfrm>
          <a:custGeom>
            <a:avLst/>
            <a:gdLst>
              <a:gd name="connsiteX0" fmla="*/ 0 w 6232634"/>
              <a:gd name="connsiteY0" fmla="*/ 1502979 h 1502979"/>
              <a:gd name="connsiteX1" fmla="*/ 2869324 w 6232634"/>
              <a:gd name="connsiteY1" fmla="*/ 578069 h 1502979"/>
              <a:gd name="connsiteX2" fmla="*/ 6232634 w 6232634"/>
              <a:gd name="connsiteY2" fmla="*/ 0 h 1502979"/>
            </a:gdLst>
            <a:ahLst/>
            <a:cxnLst>
              <a:cxn ang="0">
                <a:pos x="connsiteX0" y="connsiteY0"/>
              </a:cxn>
              <a:cxn ang="0">
                <a:pos x="connsiteX1" y="connsiteY1"/>
              </a:cxn>
              <a:cxn ang="0">
                <a:pos x="connsiteX2" y="connsiteY2"/>
              </a:cxn>
            </a:cxnLst>
            <a:rect l="l" t="t" r="r" b="b"/>
            <a:pathLst>
              <a:path w="6232634" h="1502979">
                <a:moveTo>
                  <a:pt x="0" y="1502979"/>
                </a:moveTo>
                <a:cubicBezTo>
                  <a:pt x="915276" y="1165772"/>
                  <a:pt x="1830552" y="828565"/>
                  <a:pt x="2869324" y="578069"/>
                </a:cubicBezTo>
                <a:cubicBezTo>
                  <a:pt x="3908096" y="327573"/>
                  <a:pt x="5070365" y="163786"/>
                  <a:pt x="6232634" y="0"/>
                </a:cubicBezTo>
              </a:path>
            </a:pathLst>
          </a:custGeom>
          <a:noFill/>
          <a:ln cap="rnd">
            <a:solidFill>
              <a:schemeClr val="tx1"/>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Forme libre : forme 71">
            <a:extLst>
              <a:ext uri="{FF2B5EF4-FFF2-40B4-BE49-F238E27FC236}">
                <a16:creationId xmlns:a16="http://schemas.microsoft.com/office/drawing/2014/main" id="{E17F38E9-BAB0-00FC-F941-6EA73C367D1B}"/>
              </a:ext>
            </a:extLst>
          </p:cNvPr>
          <p:cNvSpPr/>
          <p:nvPr/>
        </p:nvSpPr>
        <p:spPr>
          <a:xfrm>
            <a:off x="2617076" y="4650171"/>
            <a:ext cx="6127531" cy="630620"/>
          </a:xfrm>
          <a:custGeom>
            <a:avLst/>
            <a:gdLst>
              <a:gd name="connsiteX0" fmla="*/ 0 w 6127531"/>
              <a:gd name="connsiteY0" fmla="*/ 0 h 630620"/>
              <a:gd name="connsiteX1" fmla="*/ 4246179 w 6127531"/>
              <a:gd name="connsiteY1" fmla="*/ 136634 h 630620"/>
              <a:gd name="connsiteX2" fmla="*/ 6127531 w 6127531"/>
              <a:gd name="connsiteY2" fmla="*/ 630620 h 630620"/>
            </a:gdLst>
            <a:ahLst/>
            <a:cxnLst>
              <a:cxn ang="0">
                <a:pos x="connsiteX0" y="connsiteY0"/>
              </a:cxn>
              <a:cxn ang="0">
                <a:pos x="connsiteX1" y="connsiteY1"/>
              </a:cxn>
              <a:cxn ang="0">
                <a:pos x="connsiteX2" y="connsiteY2"/>
              </a:cxn>
            </a:cxnLst>
            <a:rect l="l" t="t" r="r" b="b"/>
            <a:pathLst>
              <a:path w="6127531" h="630620">
                <a:moveTo>
                  <a:pt x="0" y="0"/>
                </a:moveTo>
                <a:cubicBezTo>
                  <a:pt x="1612462" y="15765"/>
                  <a:pt x="3224924" y="31531"/>
                  <a:pt x="4246179" y="136634"/>
                </a:cubicBezTo>
                <a:cubicBezTo>
                  <a:pt x="5267434" y="241737"/>
                  <a:pt x="5697482" y="436178"/>
                  <a:pt x="6127531" y="630620"/>
                </a:cubicBezTo>
              </a:path>
            </a:pathLst>
          </a:custGeom>
          <a:noFill/>
          <a:ln cap="rnd">
            <a:solidFill>
              <a:schemeClr val="tx1"/>
            </a:solidFill>
            <a:headEnd type="triangle"/>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Forme libre : forme 72">
            <a:extLst>
              <a:ext uri="{FF2B5EF4-FFF2-40B4-BE49-F238E27FC236}">
                <a16:creationId xmlns:a16="http://schemas.microsoft.com/office/drawing/2014/main" id="{13E449A8-9A81-604A-F47D-4CA7C7FEE85E}"/>
              </a:ext>
            </a:extLst>
          </p:cNvPr>
          <p:cNvSpPr/>
          <p:nvPr/>
        </p:nvSpPr>
        <p:spPr>
          <a:xfrm>
            <a:off x="2659117" y="2054116"/>
            <a:ext cx="6169573" cy="4393324"/>
          </a:xfrm>
          <a:custGeom>
            <a:avLst/>
            <a:gdLst>
              <a:gd name="connsiteX0" fmla="*/ 0 w 6169573"/>
              <a:gd name="connsiteY0" fmla="*/ 4393324 h 4393324"/>
              <a:gd name="connsiteX1" fmla="*/ 2837793 w 6169573"/>
              <a:gd name="connsiteY1" fmla="*/ 1334813 h 4393324"/>
              <a:gd name="connsiteX2" fmla="*/ 6169573 w 6169573"/>
              <a:gd name="connsiteY2" fmla="*/ 0 h 4393324"/>
            </a:gdLst>
            <a:ahLst/>
            <a:cxnLst>
              <a:cxn ang="0">
                <a:pos x="connsiteX0" y="connsiteY0"/>
              </a:cxn>
              <a:cxn ang="0">
                <a:pos x="connsiteX1" y="connsiteY1"/>
              </a:cxn>
              <a:cxn ang="0">
                <a:pos x="connsiteX2" y="connsiteY2"/>
              </a:cxn>
            </a:cxnLst>
            <a:rect l="l" t="t" r="r" b="b"/>
            <a:pathLst>
              <a:path w="6169573" h="4393324">
                <a:moveTo>
                  <a:pt x="0" y="4393324"/>
                </a:moveTo>
                <a:cubicBezTo>
                  <a:pt x="904765" y="3230179"/>
                  <a:pt x="1809531" y="2067034"/>
                  <a:pt x="2837793" y="1334813"/>
                </a:cubicBezTo>
                <a:cubicBezTo>
                  <a:pt x="3866055" y="602592"/>
                  <a:pt x="5017814" y="301296"/>
                  <a:pt x="6169573" y="0"/>
                </a:cubicBezTo>
              </a:path>
            </a:pathLst>
          </a:custGeom>
          <a:noFill/>
          <a:ln>
            <a:solidFill>
              <a:schemeClr val="tx1"/>
            </a:solidFill>
            <a:headEnd type="ova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74" name="Groupe 73">
            <a:extLst>
              <a:ext uri="{FF2B5EF4-FFF2-40B4-BE49-F238E27FC236}">
                <a16:creationId xmlns:a16="http://schemas.microsoft.com/office/drawing/2014/main" id="{3E31B8FB-5591-0A89-EF3E-5C55D935F233}"/>
              </a:ext>
            </a:extLst>
          </p:cNvPr>
          <p:cNvGrpSpPr/>
          <p:nvPr/>
        </p:nvGrpSpPr>
        <p:grpSpPr>
          <a:xfrm>
            <a:off x="7125871" y="2358916"/>
            <a:ext cx="1671288" cy="3762703"/>
            <a:chOff x="7125871" y="2301766"/>
            <a:chExt cx="1671288" cy="3762703"/>
          </a:xfrm>
        </p:grpSpPr>
        <p:sp>
          <p:nvSpPr>
            <p:cNvPr id="75" name="Forme libre : forme 74">
              <a:extLst>
                <a:ext uri="{FF2B5EF4-FFF2-40B4-BE49-F238E27FC236}">
                  <a16:creationId xmlns:a16="http://schemas.microsoft.com/office/drawing/2014/main" id="{0B0FD665-AE6F-115D-2A1D-F16E4C52DAFB}"/>
                </a:ext>
              </a:extLst>
            </p:cNvPr>
            <p:cNvSpPr/>
            <p:nvPr/>
          </p:nvSpPr>
          <p:spPr>
            <a:xfrm>
              <a:off x="7493339" y="2858814"/>
              <a:ext cx="1303820" cy="3205655"/>
            </a:xfrm>
            <a:custGeom>
              <a:avLst/>
              <a:gdLst>
                <a:gd name="connsiteX0" fmla="*/ 1177695 w 1303820"/>
                <a:gd name="connsiteY0" fmla="*/ 0 h 3205655"/>
                <a:gd name="connsiteX1" fmla="*/ 537 w 1303820"/>
                <a:gd name="connsiteY1" fmla="*/ 1061545 h 3205655"/>
                <a:gd name="connsiteX2" fmla="*/ 1303820 w 1303820"/>
                <a:gd name="connsiteY2" fmla="*/ 3205655 h 3205655"/>
              </a:gdLst>
              <a:ahLst/>
              <a:cxnLst>
                <a:cxn ang="0">
                  <a:pos x="connsiteX0" y="connsiteY0"/>
                </a:cxn>
                <a:cxn ang="0">
                  <a:pos x="connsiteX1" y="connsiteY1"/>
                </a:cxn>
                <a:cxn ang="0">
                  <a:pos x="connsiteX2" y="connsiteY2"/>
                </a:cxn>
              </a:cxnLst>
              <a:rect l="l" t="t" r="r" b="b"/>
              <a:pathLst>
                <a:path w="1303820" h="3205655">
                  <a:moveTo>
                    <a:pt x="1177695" y="0"/>
                  </a:moveTo>
                  <a:cubicBezTo>
                    <a:pt x="578605" y="263634"/>
                    <a:pt x="-20484" y="527269"/>
                    <a:pt x="537" y="1061545"/>
                  </a:cubicBezTo>
                  <a:cubicBezTo>
                    <a:pt x="21558" y="1595821"/>
                    <a:pt x="662689" y="2400738"/>
                    <a:pt x="1303820" y="3205655"/>
                  </a:cubicBezTo>
                </a:path>
              </a:pathLst>
            </a:custGeom>
            <a:noFill/>
            <a:ln>
              <a:solidFill>
                <a:schemeClr val="tx2"/>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Forme libre : forme 75">
              <a:extLst>
                <a:ext uri="{FF2B5EF4-FFF2-40B4-BE49-F238E27FC236}">
                  <a16:creationId xmlns:a16="http://schemas.microsoft.com/office/drawing/2014/main" id="{F3D664C5-FBAE-AF64-CEB2-C3BA46FE0FF4}"/>
                </a:ext>
              </a:extLst>
            </p:cNvPr>
            <p:cNvSpPr/>
            <p:nvPr/>
          </p:nvSpPr>
          <p:spPr>
            <a:xfrm>
              <a:off x="7125871" y="2301766"/>
              <a:ext cx="1608226" cy="3037489"/>
            </a:xfrm>
            <a:custGeom>
              <a:avLst/>
              <a:gdLst>
                <a:gd name="connsiteX0" fmla="*/ 1608226 w 1608226"/>
                <a:gd name="connsiteY0" fmla="*/ 3037489 h 3037489"/>
                <a:gd name="connsiteX1" fmla="*/ 143 w 1608226"/>
                <a:gd name="connsiteY1" fmla="*/ 1177158 h 3037489"/>
                <a:gd name="connsiteX2" fmla="*/ 1534653 w 1608226"/>
                <a:gd name="connsiteY2" fmla="*/ 0 h 3037489"/>
              </a:gdLst>
              <a:ahLst/>
              <a:cxnLst>
                <a:cxn ang="0">
                  <a:pos x="connsiteX0" y="connsiteY0"/>
                </a:cxn>
                <a:cxn ang="0">
                  <a:pos x="connsiteX1" y="connsiteY1"/>
                </a:cxn>
                <a:cxn ang="0">
                  <a:pos x="connsiteX2" y="connsiteY2"/>
                </a:cxn>
              </a:cxnLst>
              <a:rect l="l" t="t" r="r" b="b"/>
              <a:pathLst>
                <a:path w="1608226" h="3037489">
                  <a:moveTo>
                    <a:pt x="1608226" y="3037489"/>
                  </a:moveTo>
                  <a:cubicBezTo>
                    <a:pt x="810315" y="2360447"/>
                    <a:pt x="12405" y="1683406"/>
                    <a:pt x="143" y="1177158"/>
                  </a:cubicBezTo>
                  <a:cubicBezTo>
                    <a:pt x="-12119" y="670910"/>
                    <a:pt x="761267" y="335455"/>
                    <a:pt x="1534653" y="0"/>
                  </a:cubicBezTo>
                </a:path>
              </a:pathLst>
            </a:custGeom>
            <a:noFill/>
            <a:ln>
              <a:solidFill>
                <a:schemeClr val="tx2"/>
              </a:solidFill>
              <a:headEnd type="triangle"/>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Forme libre : forme 77">
              <a:extLst>
                <a:ext uri="{FF2B5EF4-FFF2-40B4-BE49-F238E27FC236}">
                  <a16:creationId xmlns:a16="http://schemas.microsoft.com/office/drawing/2014/main" id="{72059E06-3679-D506-4025-CED20788BF94}"/>
                </a:ext>
              </a:extLst>
            </p:cNvPr>
            <p:cNvSpPr/>
            <p:nvPr/>
          </p:nvSpPr>
          <p:spPr>
            <a:xfrm flipV="1">
              <a:off x="8050930" y="3087826"/>
              <a:ext cx="609630" cy="1409192"/>
            </a:xfrm>
            <a:custGeom>
              <a:avLst/>
              <a:gdLst>
                <a:gd name="connsiteX0" fmla="*/ 588609 w 609630"/>
                <a:gd name="connsiteY0" fmla="*/ 714703 h 714703"/>
                <a:gd name="connsiteX1" fmla="*/ 30 w 609630"/>
                <a:gd name="connsiteY1" fmla="*/ 357352 h 714703"/>
                <a:gd name="connsiteX2" fmla="*/ 609630 w 609630"/>
                <a:gd name="connsiteY2" fmla="*/ 0 h 714703"/>
              </a:gdLst>
              <a:ahLst/>
              <a:cxnLst>
                <a:cxn ang="0">
                  <a:pos x="connsiteX0" y="connsiteY0"/>
                </a:cxn>
                <a:cxn ang="0">
                  <a:pos x="connsiteX1" y="connsiteY1"/>
                </a:cxn>
                <a:cxn ang="0">
                  <a:pos x="connsiteX2" y="connsiteY2"/>
                </a:cxn>
              </a:cxnLst>
              <a:rect l="l" t="t" r="r" b="b"/>
              <a:pathLst>
                <a:path w="609630" h="714703">
                  <a:moveTo>
                    <a:pt x="588609" y="714703"/>
                  </a:moveTo>
                  <a:cubicBezTo>
                    <a:pt x="292568" y="595586"/>
                    <a:pt x="-3473" y="476469"/>
                    <a:pt x="30" y="357352"/>
                  </a:cubicBezTo>
                  <a:cubicBezTo>
                    <a:pt x="3533" y="238235"/>
                    <a:pt x="306581" y="119117"/>
                    <a:pt x="609630" y="0"/>
                  </a:cubicBezTo>
                </a:path>
              </a:pathLst>
            </a:custGeom>
            <a:noFill/>
            <a:ln>
              <a:solidFill>
                <a:schemeClr val="tx2"/>
              </a:solidFill>
              <a:headEnd type="triangle"/>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79" name="Image 78" descr="Une image contenant graphiques vectoriels&#10;&#10;Description générée automatiquement">
            <a:extLst>
              <a:ext uri="{FF2B5EF4-FFF2-40B4-BE49-F238E27FC236}">
                <a16:creationId xmlns:a16="http://schemas.microsoft.com/office/drawing/2014/main" id="{A66607F5-54E0-9103-9F52-5201643ECE8E}"/>
              </a:ext>
            </a:extLst>
          </p:cNvPr>
          <p:cNvPicPr>
            <a:picLocks noChangeAspect="1"/>
          </p:cNvPicPr>
          <p:nvPr/>
        </p:nvPicPr>
        <p:blipFill>
          <a:blip r:embed="rId6">
            <a:grayscl/>
            <a:extLst>
              <a:ext uri="{28A0092B-C50C-407E-A947-70E740481C1C}">
                <a14:useLocalDpi xmlns:a14="http://schemas.microsoft.com/office/drawing/2010/main" val="0"/>
              </a:ext>
            </a:extLst>
          </a:blip>
          <a:stretch>
            <a:fillRect/>
          </a:stretch>
        </p:blipFill>
        <p:spPr>
          <a:xfrm>
            <a:off x="3931632" y="2164268"/>
            <a:ext cx="3819469" cy="3222253"/>
          </a:xfrm>
          <a:prstGeom prst="rect">
            <a:avLst/>
          </a:prstGeom>
        </p:spPr>
      </p:pic>
      <p:grpSp>
        <p:nvGrpSpPr>
          <p:cNvPr id="80" name="Groupe 79">
            <a:extLst>
              <a:ext uri="{FF2B5EF4-FFF2-40B4-BE49-F238E27FC236}">
                <a16:creationId xmlns:a16="http://schemas.microsoft.com/office/drawing/2014/main" id="{08583C1C-361C-0CDE-465F-73AC78239790}"/>
              </a:ext>
            </a:extLst>
          </p:cNvPr>
          <p:cNvGrpSpPr/>
          <p:nvPr/>
        </p:nvGrpSpPr>
        <p:grpSpPr>
          <a:xfrm>
            <a:off x="2986022" y="1771391"/>
            <a:ext cx="5311433" cy="4610166"/>
            <a:chOff x="3044312" y="1780124"/>
            <a:chExt cx="5311433" cy="4610166"/>
          </a:xfrm>
        </p:grpSpPr>
        <p:sp>
          <p:nvSpPr>
            <p:cNvPr id="81" name="Rectangle : coins arrondis 80">
              <a:extLst>
                <a:ext uri="{FF2B5EF4-FFF2-40B4-BE49-F238E27FC236}">
                  <a16:creationId xmlns:a16="http://schemas.microsoft.com/office/drawing/2014/main" id="{CF9EF6B4-DD52-8F48-8554-718CCA9F362B}"/>
                </a:ext>
              </a:extLst>
            </p:cNvPr>
            <p:cNvSpPr/>
            <p:nvPr/>
          </p:nvSpPr>
          <p:spPr>
            <a:xfrm>
              <a:off x="3044312" y="1780124"/>
              <a:ext cx="5311433" cy="4610166"/>
            </a:xfrm>
            <a:prstGeom prst="roundRect">
              <a:avLst>
                <a:gd name="adj" fmla="val 9970"/>
              </a:avLst>
            </a:prstGeom>
            <a:solidFill>
              <a:schemeClr val="bg1">
                <a:alpha val="83000"/>
              </a:schemeClr>
            </a:solidFill>
            <a:ln>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2"/>
                </a:solidFill>
              </a:endParaRPr>
            </a:p>
          </p:txBody>
        </p:sp>
        <p:sp>
          <p:nvSpPr>
            <p:cNvPr id="82" name="ZoneTexte 81">
              <a:extLst>
                <a:ext uri="{FF2B5EF4-FFF2-40B4-BE49-F238E27FC236}">
                  <a16:creationId xmlns:a16="http://schemas.microsoft.com/office/drawing/2014/main" id="{758E8B76-C94F-AC11-943B-ECAFF90A8D52}"/>
                </a:ext>
              </a:extLst>
            </p:cNvPr>
            <p:cNvSpPr txBox="1"/>
            <p:nvPr/>
          </p:nvSpPr>
          <p:spPr>
            <a:xfrm>
              <a:off x="4229562" y="1887909"/>
              <a:ext cx="3382657" cy="461665"/>
            </a:xfrm>
            <a:prstGeom prst="rect">
              <a:avLst/>
            </a:prstGeom>
            <a:noFill/>
          </p:spPr>
          <p:txBody>
            <a:bodyPr wrap="none" rtlCol="0">
              <a:spAutoFit/>
            </a:bodyPr>
            <a:lstStyle/>
            <a:p>
              <a:r>
                <a:rPr lang="fr-FR" sz="2400" b="1">
                  <a:solidFill>
                    <a:schemeClr val="tx2"/>
                  </a:solidFill>
                </a:rPr>
                <a:t>Plateforme d’échange</a:t>
              </a:r>
            </a:p>
          </p:txBody>
        </p:sp>
      </p:grpSp>
      <p:sp>
        <p:nvSpPr>
          <p:cNvPr id="83" name="Rectangle à coins arrondis 7">
            <a:extLst>
              <a:ext uri="{FF2B5EF4-FFF2-40B4-BE49-F238E27FC236}">
                <a16:creationId xmlns:a16="http://schemas.microsoft.com/office/drawing/2014/main" id="{8FFCBB19-C682-C0BC-3A72-37F0ADB53FA0}"/>
              </a:ext>
            </a:extLst>
          </p:cNvPr>
          <p:cNvSpPr/>
          <p:nvPr/>
        </p:nvSpPr>
        <p:spPr>
          <a:xfrm>
            <a:off x="3575281" y="2550027"/>
            <a:ext cx="4300514" cy="363841"/>
          </a:xfrm>
          <a:prstGeom prst="roundRect">
            <a:avLst/>
          </a:prstGeom>
          <a:ln>
            <a:solidFill>
              <a:schemeClr val="tx2"/>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chor="ctr"/>
          <a:lstStyle/>
          <a:p>
            <a:pPr algn="ctr">
              <a:defRPr/>
            </a:pPr>
            <a:r>
              <a:rPr lang="fr-FR" sz="1400" b="1">
                <a:solidFill>
                  <a:schemeClr val="tx1"/>
                </a:solidFill>
                <a:cs typeface="Arial" pitchFamily="34" charset="0"/>
              </a:rPr>
              <a:t>Harmoniser les échanges inter-applicatifs</a:t>
            </a:r>
          </a:p>
        </p:txBody>
      </p:sp>
      <p:sp>
        <p:nvSpPr>
          <p:cNvPr id="84" name="Rectangle à coins arrondis 7">
            <a:extLst>
              <a:ext uri="{FF2B5EF4-FFF2-40B4-BE49-F238E27FC236}">
                <a16:creationId xmlns:a16="http://schemas.microsoft.com/office/drawing/2014/main" id="{078FEEC4-F1D4-8D54-3B6D-A61D1318C13E}"/>
              </a:ext>
            </a:extLst>
          </p:cNvPr>
          <p:cNvSpPr/>
          <p:nvPr/>
        </p:nvSpPr>
        <p:spPr>
          <a:xfrm>
            <a:off x="3575281" y="3348463"/>
            <a:ext cx="4300514" cy="363841"/>
          </a:xfrm>
          <a:prstGeom prst="roundRect">
            <a:avLst/>
          </a:prstGeom>
          <a:ln>
            <a:solidFill>
              <a:schemeClr val="tx2"/>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chor="ctr"/>
          <a:lstStyle/>
          <a:p>
            <a:pPr algn="ctr">
              <a:defRPr/>
            </a:pPr>
            <a:r>
              <a:rPr lang="fr-FR" sz="1400" b="1">
                <a:solidFill>
                  <a:schemeClr val="tx1"/>
                </a:solidFill>
                <a:cs typeface="Arial" pitchFamily="34" charset="0"/>
              </a:rPr>
              <a:t>Sécuriser le SI</a:t>
            </a:r>
          </a:p>
        </p:txBody>
      </p:sp>
      <p:sp>
        <p:nvSpPr>
          <p:cNvPr id="85" name="Rectangle à coins arrondis 7">
            <a:extLst>
              <a:ext uri="{FF2B5EF4-FFF2-40B4-BE49-F238E27FC236}">
                <a16:creationId xmlns:a16="http://schemas.microsoft.com/office/drawing/2014/main" id="{F53A64F5-E016-46E5-A48E-B3757D7C90DE}"/>
              </a:ext>
            </a:extLst>
          </p:cNvPr>
          <p:cNvSpPr/>
          <p:nvPr/>
        </p:nvSpPr>
        <p:spPr>
          <a:xfrm>
            <a:off x="3575281" y="4945335"/>
            <a:ext cx="4300514" cy="363841"/>
          </a:xfrm>
          <a:prstGeom prst="roundRect">
            <a:avLst/>
          </a:prstGeom>
          <a:ln>
            <a:solidFill>
              <a:schemeClr val="tx2"/>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chor="ctr"/>
          <a:lstStyle/>
          <a:p>
            <a:pPr algn="ctr">
              <a:defRPr/>
            </a:pPr>
            <a:r>
              <a:rPr lang="fr-FR" sz="1400" b="1">
                <a:solidFill>
                  <a:schemeClr val="tx1"/>
                </a:solidFill>
                <a:cs typeface="Arial" pitchFamily="34" charset="0"/>
              </a:rPr>
              <a:t>Transformer et enrichir selon des règles métiers</a:t>
            </a:r>
          </a:p>
        </p:txBody>
      </p:sp>
      <p:sp>
        <p:nvSpPr>
          <p:cNvPr id="86" name="Rectangle à coins arrondis 7">
            <a:extLst>
              <a:ext uri="{FF2B5EF4-FFF2-40B4-BE49-F238E27FC236}">
                <a16:creationId xmlns:a16="http://schemas.microsoft.com/office/drawing/2014/main" id="{CE3D96F0-B912-33B4-2470-30BE6E994B71}"/>
              </a:ext>
            </a:extLst>
          </p:cNvPr>
          <p:cNvSpPr/>
          <p:nvPr/>
        </p:nvSpPr>
        <p:spPr>
          <a:xfrm>
            <a:off x="3575281" y="5743771"/>
            <a:ext cx="4300514" cy="363841"/>
          </a:xfrm>
          <a:prstGeom prst="roundRect">
            <a:avLst/>
          </a:prstGeom>
          <a:ln>
            <a:solidFill>
              <a:schemeClr val="tx2"/>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chor="ctr"/>
          <a:lstStyle/>
          <a:p>
            <a:pPr algn="ctr">
              <a:defRPr/>
            </a:pPr>
            <a:r>
              <a:rPr lang="fr-FR" sz="1400" b="1">
                <a:solidFill>
                  <a:schemeClr val="tx1"/>
                </a:solidFill>
                <a:cs typeface="Arial" pitchFamily="34" charset="0"/>
              </a:rPr>
              <a:t>Piloter les SLA et QoS</a:t>
            </a:r>
          </a:p>
        </p:txBody>
      </p:sp>
      <p:sp>
        <p:nvSpPr>
          <p:cNvPr id="87" name="Rectangle à coins arrondis 7">
            <a:extLst>
              <a:ext uri="{FF2B5EF4-FFF2-40B4-BE49-F238E27FC236}">
                <a16:creationId xmlns:a16="http://schemas.microsoft.com/office/drawing/2014/main" id="{033EB4C5-59E3-8748-9AAD-F2594E7BDCE5}"/>
              </a:ext>
            </a:extLst>
          </p:cNvPr>
          <p:cNvSpPr/>
          <p:nvPr/>
        </p:nvSpPr>
        <p:spPr>
          <a:xfrm>
            <a:off x="3575281" y="4146899"/>
            <a:ext cx="4300514" cy="363841"/>
          </a:xfrm>
          <a:prstGeom prst="roundRect">
            <a:avLst/>
          </a:prstGeom>
          <a:ln>
            <a:solidFill>
              <a:schemeClr val="tx2"/>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chor="ctr"/>
          <a:lstStyle/>
          <a:p>
            <a:pPr algn="ctr">
              <a:defRPr/>
            </a:pPr>
            <a:r>
              <a:rPr lang="fr-FR" sz="1400" b="1" dirty="0">
                <a:solidFill>
                  <a:schemeClr val="tx1"/>
                </a:solidFill>
                <a:cs typeface="Arial" pitchFamily="34" charset="0"/>
              </a:rPr>
              <a:t>Avoir un SI basé sur des services (SOA)</a:t>
            </a:r>
          </a:p>
        </p:txBody>
      </p:sp>
      <p:sp>
        <p:nvSpPr>
          <p:cNvPr id="88" name="Rectangle 87">
            <a:extLst>
              <a:ext uri="{FF2B5EF4-FFF2-40B4-BE49-F238E27FC236}">
                <a16:creationId xmlns:a16="http://schemas.microsoft.com/office/drawing/2014/main" id="{CE8BAD85-D6C6-8EAF-8C54-CDB8A330E3BA}"/>
              </a:ext>
            </a:extLst>
          </p:cNvPr>
          <p:cNvSpPr/>
          <p:nvPr>
            <p:custDataLst>
              <p:tags r:id="rId1"/>
            </p:custDataLst>
          </p:nvPr>
        </p:nvSpPr>
        <p:spPr>
          <a:xfrm>
            <a:off x="0" y="1267782"/>
            <a:ext cx="12192000" cy="406265"/>
          </a:xfrm>
          <a:prstGeom prst="rect">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Les </a:t>
            </a:r>
            <a:r>
              <a:rPr lang="fr-FR" sz="1200" b="1">
                <a:solidFill>
                  <a:schemeClr val="tx2"/>
                </a:solidFill>
              </a:rPr>
              <a:t>échanges points à points</a:t>
            </a:r>
            <a:r>
              <a:rPr lang="fr-FR" sz="1200">
                <a:solidFill>
                  <a:schemeClr val="tx1"/>
                </a:solidFill>
              </a:rPr>
              <a:t> entre les systèmes, environnements et applications </a:t>
            </a:r>
            <a:r>
              <a:rPr lang="fr-FR" sz="1200" b="1">
                <a:solidFill>
                  <a:schemeClr val="tx2"/>
                </a:solidFill>
              </a:rPr>
              <a:t>ne facilitent pas le respects des engagements de service du SI</a:t>
            </a:r>
            <a:r>
              <a:rPr lang="fr-FR" sz="1200">
                <a:solidFill>
                  <a:schemeClr val="tx1"/>
                </a:solidFill>
              </a:rPr>
              <a:t>.</a:t>
            </a:r>
          </a:p>
        </p:txBody>
      </p:sp>
    </p:spTree>
    <p:extLst>
      <p:ext uri="{BB962C8B-B14F-4D97-AF65-F5344CB8AC3E}">
        <p14:creationId xmlns:p14="http://schemas.microsoft.com/office/powerpoint/2010/main" val="3277279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left)">
                                      <p:cBhvr>
                                        <p:cTn id="7" dur="500"/>
                                        <p:tgtEl>
                                          <p:spTgt spid="6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wipe(left)">
                                      <p:cBhvr>
                                        <p:cTn id="11" dur="500"/>
                                        <p:tgtEl>
                                          <p:spTgt spid="65"/>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71"/>
                                        </p:tgtEl>
                                        <p:attrNameLst>
                                          <p:attrName>style.visibility</p:attrName>
                                        </p:attrNameLst>
                                      </p:cBhvr>
                                      <p:to>
                                        <p:strVal val="visible"/>
                                      </p:to>
                                    </p:set>
                                    <p:animEffect transition="in" filter="wipe(right)">
                                      <p:cBhvr>
                                        <p:cTn id="15" dur="500"/>
                                        <p:tgtEl>
                                          <p:spTgt spid="71"/>
                                        </p:tgtEl>
                                      </p:cBhvr>
                                    </p:animEffect>
                                  </p:childTnLst>
                                </p:cTn>
                              </p:par>
                            </p:childTnLst>
                          </p:cTn>
                        </p:par>
                        <p:par>
                          <p:cTn id="16" fill="hold">
                            <p:stCondLst>
                              <p:cond delay="1500"/>
                            </p:stCondLst>
                            <p:childTnLst>
                              <p:par>
                                <p:cTn id="17" presetID="22" presetClass="entr" presetSubtype="2" fill="hold" grpId="0" nodeType="afterEffect">
                                  <p:stCondLst>
                                    <p:cond delay="0"/>
                                  </p:stCondLst>
                                  <p:childTnLst>
                                    <p:set>
                                      <p:cBhvr>
                                        <p:cTn id="18" dur="1" fill="hold">
                                          <p:stCondLst>
                                            <p:cond delay="0"/>
                                          </p:stCondLst>
                                        </p:cTn>
                                        <p:tgtEl>
                                          <p:spTgt spid="72"/>
                                        </p:tgtEl>
                                        <p:attrNameLst>
                                          <p:attrName>style.visibility</p:attrName>
                                        </p:attrNameLst>
                                      </p:cBhvr>
                                      <p:to>
                                        <p:strVal val="visible"/>
                                      </p:to>
                                    </p:set>
                                    <p:animEffect transition="in" filter="wipe(right)">
                                      <p:cBhvr>
                                        <p:cTn id="19" dur="500"/>
                                        <p:tgtEl>
                                          <p:spTgt spid="72"/>
                                        </p:tgtEl>
                                      </p:cBhvr>
                                    </p:animEffect>
                                  </p:childTnLst>
                                </p:cTn>
                              </p:par>
                            </p:childTnLst>
                          </p:cTn>
                        </p:par>
                        <p:par>
                          <p:cTn id="20" fill="hold">
                            <p:stCondLst>
                              <p:cond delay="2000"/>
                            </p:stCondLst>
                            <p:childTnLst>
                              <p:par>
                                <p:cTn id="21" presetID="22" presetClass="entr" presetSubtype="2" fill="hold" nodeType="afterEffect">
                                  <p:stCondLst>
                                    <p:cond delay="0"/>
                                  </p:stCondLst>
                                  <p:childTnLst>
                                    <p:set>
                                      <p:cBhvr>
                                        <p:cTn id="22" dur="1" fill="hold">
                                          <p:stCondLst>
                                            <p:cond delay="0"/>
                                          </p:stCondLst>
                                        </p:cTn>
                                        <p:tgtEl>
                                          <p:spTgt spid="68"/>
                                        </p:tgtEl>
                                        <p:attrNameLst>
                                          <p:attrName>style.visibility</p:attrName>
                                        </p:attrNameLst>
                                      </p:cBhvr>
                                      <p:to>
                                        <p:strVal val="visible"/>
                                      </p:to>
                                    </p:set>
                                    <p:animEffect transition="in" filter="wipe(right)">
                                      <p:cBhvr>
                                        <p:cTn id="23" dur="500"/>
                                        <p:tgtEl>
                                          <p:spTgt spid="68"/>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73"/>
                                        </p:tgtEl>
                                        <p:attrNameLst>
                                          <p:attrName>style.visibility</p:attrName>
                                        </p:attrNameLst>
                                      </p:cBhvr>
                                      <p:to>
                                        <p:strVal val="visible"/>
                                      </p:to>
                                    </p:set>
                                    <p:animEffect transition="in" filter="wipe(left)">
                                      <p:cBhvr>
                                        <p:cTn id="27" dur="500"/>
                                        <p:tgtEl>
                                          <p:spTgt spid="73"/>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74"/>
                                        </p:tgtEl>
                                        <p:attrNameLst>
                                          <p:attrName>style.visibility</p:attrName>
                                        </p:attrNameLst>
                                      </p:cBhvr>
                                      <p:to>
                                        <p:strVal val="visible"/>
                                      </p:to>
                                    </p:set>
                                    <p:animEffect transition="in" filter="wipe(up)">
                                      <p:cBhvr>
                                        <p:cTn id="31" dur="500"/>
                                        <p:tgtEl>
                                          <p:spTgt spid="74"/>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7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80"/>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83"/>
                                        </p:tgtEl>
                                        <p:attrNameLst>
                                          <p:attrName>style.visibility</p:attrName>
                                        </p:attrNameLst>
                                      </p:cBhvr>
                                      <p:to>
                                        <p:strVal val="visible"/>
                                      </p:to>
                                    </p:set>
                                    <p:animEffect transition="in" filter="fade">
                                      <p:cBhvr>
                                        <p:cTn id="44" dur="500"/>
                                        <p:tgtEl>
                                          <p:spTgt spid="8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84"/>
                                        </p:tgtEl>
                                        <p:attrNameLst>
                                          <p:attrName>style.visibility</p:attrName>
                                        </p:attrNameLst>
                                      </p:cBhvr>
                                      <p:to>
                                        <p:strVal val="visible"/>
                                      </p:to>
                                    </p:set>
                                    <p:animEffect transition="in" filter="fade">
                                      <p:cBhvr>
                                        <p:cTn id="47" dur="500"/>
                                        <p:tgtEl>
                                          <p:spTgt spid="8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87"/>
                                        </p:tgtEl>
                                        <p:attrNameLst>
                                          <p:attrName>style.visibility</p:attrName>
                                        </p:attrNameLst>
                                      </p:cBhvr>
                                      <p:to>
                                        <p:strVal val="visible"/>
                                      </p:to>
                                    </p:set>
                                    <p:animEffect transition="in" filter="fade">
                                      <p:cBhvr>
                                        <p:cTn id="50" dur="500"/>
                                        <p:tgtEl>
                                          <p:spTgt spid="8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85"/>
                                        </p:tgtEl>
                                        <p:attrNameLst>
                                          <p:attrName>style.visibility</p:attrName>
                                        </p:attrNameLst>
                                      </p:cBhvr>
                                      <p:to>
                                        <p:strVal val="visible"/>
                                      </p:to>
                                    </p:set>
                                    <p:animEffect transition="in" filter="fade">
                                      <p:cBhvr>
                                        <p:cTn id="53" dur="500"/>
                                        <p:tgtEl>
                                          <p:spTgt spid="8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86"/>
                                        </p:tgtEl>
                                        <p:attrNameLst>
                                          <p:attrName>style.visibility</p:attrName>
                                        </p:attrNameLst>
                                      </p:cBhvr>
                                      <p:to>
                                        <p:strVal val="visible"/>
                                      </p:to>
                                    </p:set>
                                    <p:animEffect transition="in" filter="fade">
                                      <p:cBhvr>
                                        <p:cTn id="56"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2" grpId="0" animBg="1"/>
      <p:bldP spid="73" grpId="0" animBg="1"/>
      <p:bldP spid="83" grpId="0" animBg="1"/>
      <p:bldP spid="84" grpId="0" animBg="1"/>
      <p:bldP spid="85" grpId="0" animBg="1"/>
      <p:bldP spid="86" grpId="0" animBg="1"/>
      <p:bldP spid="87" grpId="0" animBg="1"/>
    </p:bldLst>
  </p:timing>
  <p:extLst>
    <p:ext uri="{6950BFC3-D8DA-4A85-94F7-54DA5524770B}">
      <p188:commentRel xmlns:p188="http://schemas.microsoft.com/office/powerpoint/2018/8/main" r:id="rId4"/>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F4379BAE-07DE-89E4-B9CD-23A408DF291B}"/>
              </a:ext>
            </a:extLst>
          </p:cNvPr>
          <p:cNvSpPr>
            <a:spLocks noGrp="1"/>
          </p:cNvSpPr>
          <p:nvPr>
            <p:ph type="body" sz="quarter" idx="35"/>
          </p:nvPr>
        </p:nvSpPr>
        <p:spPr/>
        <p:txBody>
          <a:bodyPr/>
          <a:lstStyle/>
          <a:p>
            <a:r>
              <a:rPr lang="fr-FR"/>
              <a:t>Fonctionnalités &amp; Solutions</a:t>
            </a:r>
          </a:p>
        </p:txBody>
      </p:sp>
      <p:sp>
        <p:nvSpPr>
          <p:cNvPr id="4" name="Espace réservé du texte 3">
            <a:extLst>
              <a:ext uri="{FF2B5EF4-FFF2-40B4-BE49-F238E27FC236}">
                <a16:creationId xmlns:a16="http://schemas.microsoft.com/office/drawing/2014/main" id="{CEBA46C5-A998-1B8C-66C1-97D004F7C4C5}"/>
              </a:ext>
            </a:extLst>
          </p:cNvPr>
          <p:cNvSpPr>
            <a:spLocks noGrp="1"/>
          </p:cNvSpPr>
          <p:nvPr>
            <p:ph type="body" sz="quarter" idx="10"/>
          </p:nvPr>
        </p:nvSpPr>
        <p:spPr/>
        <p:txBody>
          <a:bodyPr/>
          <a:lstStyle/>
          <a:p>
            <a:r>
              <a:rPr lang="fr-FR"/>
              <a:t>Les plateformes de Médiation</a:t>
            </a:r>
          </a:p>
        </p:txBody>
      </p:sp>
      <p:pic>
        <p:nvPicPr>
          <p:cNvPr id="2" name="Graphique 1">
            <a:extLst>
              <a:ext uri="{FF2B5EF4-FFF2-40B4-BE49-F238E27FC236}">
                <a16:creationId xmlns:a16="http://schemas.microsoft.com/office/drawing/2014/main" id="{338B4F69-E6D5-09BD-0462-807A58F5CDC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7931" y="1390490"/>
            <a:ext cx="5568762" cy="3986727"/>
          </a:xfrm>
          <a:prstGeom prst="rect">
            <a:avLst/>
          </a:prstGeom>
        </p:spPr>
      </p:pic>
      <p:pic>
        <p:nvPicPr>
          <p:cNvPr id="6" name="Image 5">
            <a:extLst>
              <a:ext uri="{FF2B5EF4-FFF2-40B4-BE49-F238E27FC236}">
                <a16:creationId xmlns:a16="http://schemas.microsoft.com/office/drawing/2014/main" id="{3B68837C-B731-725B-E3E1-412B6095D692}"/>
              </a:ext>
            </a:extLst>
          </p:cNvPr>
          <p:cNvPicPr>
            <a:picLocks noChangeAspect="1"/>
          </p:cNvPicPr>
          <p:nvPr/>
        </p:nvPicPr>
        <p:blipFill>
          <a:blip r:embed="rId4"/>
          <a:stretch>
            <a:fillRect/>
          </a:stretch>
        </p:blipFill>
        <p:spPr>
          <a:xfrm>
            <a:off x="6061631" y="2129051"/>
            <a:ext cx="6066201" cy="4333001"/>
          </a:xfrm>
          <a:prstGeom prst="rect">
            <a:avLst/>
          </a:prstGeom>
        </p:spPr>
      </p:pic>
    </p:spTree>
    <p:extLst>
      <p:ext uri="{BB962C8B-B14F-4D97-AF65-F5344CB8AC3E}">
        <p14:creationId xmlns:p14="http://schemas.microsoft.com/office/powerpoint/2010/main" val="8874736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Espace réservé du texte 69">
            <a:extLst>
              <a:ext uri="{FF2B5EF4-FFF2-40B4-BE49-F238E27FC236}">
                <a16:creationId xmlns:a16="http://schemas.microsoft.com/office/drawing/2014/main" id="{8B3CB0D3-F745-BB9D-413B-7239BFE48F53}"/>
              </a:ext>
            </a:extLst>
          </p:cNvPr>
          <p:cNvSpPr>
            <a:spLocks noGrp="1"/>
          </p:cNvSpPr>
          <p:nvPr>
            <p:ph type="body" sz="quarter" idx="35"/>
          </p:nvPr>
        </p:nvSpPr>
        <p:spPr/>
        <p:txBody>
          <a:bodyPr/>
          <a:lstStyle/>
          <a:p>
            <a:r>
              <a:rPr lang="fr-FR"/>
              <a:t>Les catégories de solutions</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plateformes de Médiation</a:t>
            </a:r>
          </a:p>
        </p:txBody>
      </p:sp>
      <p:sp>
        <p:nvSpPr>
          <p:cNvPr id="20" name="Shape 7334">
            <a:extLst>
              <a:ext uri="{FF2B5EF4-FFF2-40B4-BE49-F238E27FC236}">
                <a16:creationId xmlns:a16="http://schemas.microsoft.com/office/drawing/2014/main" id="{F50245B8-3C13-B3F1-6EFF-9F2E627E4D3F}"/>
              </a:ext>
            </a:extLst>
          </p:cNvPr>
          <p:cNvSpPr/>
          <p:nvPr/>
        </p:nvSpPr>
        <p:spPr>
          <a:xfrm>
            <a:off x="8717635" y="4865135"/>
            <a:ext cx="999086" cy="702156"/>
          </a:xfrm>
          <a:custGeom>
            <a:avLst/>
            <a:gdLst/>
            <a:ahLst/>
            <a:cxnLst/>
            <a:rect l="0" t="0" r="0" b="0"/>
            <a:pathLst>
              <a:path w="120000" h="120000" extrusionOk="0">
                <a:moveTo>
                  <a:pt x="98183" y="110766"/>
                </a:moveTo>
                <a:lnTo>
                  <a:pt x="21816" y="110766"/>
                </a:lnTo>
                <a:cubicBezTo>
                  <a:pt x="12794" y="110766"/>
                  <a:pt x="5455" y="98350"/>
                  <a:pt x="5455" y="83077"/>
                </a:cubicBezTo>
                <a:cubicBezTo>
                  <a:pt x="5455" y="70211"/>
                  <a:pt x="10622" y="59150"/>
                  <a:pt x="18022" y="56166"/>
                </a:cubicBezTo>
                <a:cubicBezTo>
                  <a:pt x="20188" y="55300"/>
                  <a:pt x="21827" y="52277"/>
                  <a:pt x="22155" y="48550"/>
                </a:cubicBezTo>
                <a:cubicBezTo>
                  <a:pt x="24127" y="26133"/>
                  <a:pt x="35705" y="9233"/>
                  <a:pt x="49088" y="9233"/>
                </a:cubicBezTo>
                <a:cubicBezTo>
                  <a:pt x="58338" y="9233"/>
                  <a:pt x="66877" y="17116"/>
                  <a:pt x="71933" y="30338"/>
                </a:cubicBezTo>
                <a:cubicBezTo>
                  <a:pt x="72794" y="32588"/>
                  <a:pt x="74188" y="34094"/>
                  <a:pt x="75755" y="34461"/>
                </a:cubicBezTo>
                <a:cubicBezTo>
                  <a:pt x="76011" y="34527"/>
                  <a:pt x="76261" y="34550"/>
                  <a:pt x="76516" y="34550"/>
                </a:cubicBezTo>
                <a:cubicBezTo>
                  <a:pt x="77827" y="34550"/>
                  <a:pt x="79100" y="33755"/>
                  <a:pt x="80105" y="32272"/>
                </a:cubicBezTo>
                <a:cubicBezTo>
                  <a:pt x="82094" y="29322"/>
                  <a:pt x="84644" y="27694"/>
                  <a:pt x="87272" y="27694"/>
                </a:cubicBezTo>
                <a:cubicBezTo>
                  <a:pt x="93288" y="27694"/>
                  <a:pt x="98183" y="35977"/>
                  <a:pt x="98172" y="46255"/>
                </a:cubicBezTo>
                <a:lnTo>
                  <a:pt x="98150" y="46927"/>
                </a:lnTo>
                <a:cubicBezTo>
                  <a:pt x="98033" y="51300"/>
                  <a:pt x="99738" y="55205"/>
                  <a:pt x="102244" y="56288"/>
                </a:cubicBezTo>
                <a:cubicBezTo>
                  <a:pt x="109488" y="59427"/>
                  <a:pt x="114544" y="70444"/>
                  <a:pt x="114544" y="83077"/>
                </a:cubicBezTo>
                <a:cubicBezTo>
                  <a:pt x="114544" y="98350"/>
                  <a:pt x="107205" y="110766"/>
                  <a:pt x="98183" y="110766"/>
                </a:cubicBezTo>
                <a:moveTo>
                  <a:pt x="103600" y="47350"/>
                </a:moveTo>
                <a:cubicBezTo>
                  <a:pt x="103611" y="46950"/>
                  <a:pt x="103638" y="46561"/>
                  <a:pt x="103638" y="46155"/>
                </a:cubicBezTo>
                <a:cubicBezTo>
                  <a:pt x="103638" y="30866"/>
                  <a:pt x="96305" y="18461"/>
                  <a:pt x="87272" y="18461"/>
                </a:cubicBezTo>
                <a:cubicBezTo>
                  <a:pt x="83150" y="18461"/>
                  <a:pt x="79388" y="21061"/>
                  <a:pt x="76516" y="25322"/>
                </a:cubicBezTo>
                <a:cubicBezTo>
                  <a:pt x="70688" y="10105"/>
                  <a:pt x="60605" y="0"/>
                  <a:pt x="49088" y="0"/>
                </a:cubicBezTo>
                <a:cubicBezTo>
                  <a:pt x="32666" y="0"/>
                  <a:pt x="19105" y="20500"/>
                  <a:pt x="16761" y="47188"/>
                </a:cubicBezTo>
                <a:cubicBezTo>
                  <a:pt x="7155" y="51055"/>
                  <a:pt x="0" y="65633"/>
                  <a:pt x="0" y="83077"/>
                </a:cubicBezTo>
                <a:cubicBezTo>
                  <a:pt x="0" y="103466"/>
                  <a:pt x="9766" y="120000"/>
                  <a:pt x="21816" y="120000"/>
                </a:cubicBezTo>
                <a:lnTo>
                  <a:pt x="98183" y="120000"/>
                </a:lnTo>
                <a:cubicBezTo>
                  <a:pt x="110233" y="120000"/>
                  <a:pt x="120000" y="103466"/>
                  <a:pt x="120000" y="83077"/>
                </a:cubicBezTo>
                <a:cubicBezTo>
                  <a:pt x="120000" y="65861"/>
                  <a:pt x="113022" y="51438"/>
                  <a:pt x="103600" y="47350"/>
                </a:cubicBezTo>
              </a:path>
            </a:pathLst>
          </a:custGeom>
          <a:solidFill>
            <a:schemeClr val="bg1"/>
          </a:solidFill>
          <a:ln>
            <a:solidFill>
              <a:schemeClr val="tx2"/>
            </a:solid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sp>
        <p:nvSpPr>
          <p:cNvPr id="21" name="Shape 7334">
            <a:extLst>
              <a:ext uri="{FF2B5EF4-FFF2-40B4-BE49-F238E27FC236}">
                <a16:creationId xmlns:a16="http://schemas.microsoft.com/office/drawing/2014/main" id="{E8C4AF4B-0247-62E3-932B-08B2549F6F2F}"/>
              </a:ext>
            </a:extLst>
          </p:cNvPr>
          <p:cNvSpPr/>
          <p:nvPr/>
        </p:nvSpPr>
        <p:spPr>
          <a:xfrm>
            <a:off x="8679999" y="3241010"/>
            <a:ext cx="963088" cy="661804"/>
          </a:xfrm>
          <a:custGeom>
            <a:avLst/>
            <a:gdLst/>
            <a:ahLst/>
            <a:cxnLst/>
            <a:rect l="0" t="0" r="0" b="0"/>
            <a:pathLst>
              <a:path w="120000" h="120000" extrusionOk="0">
                <a:moveTo>
                  <a:pt x="98183" y="110766"/>
                </a:moveTo>
                <a:lnTo>
                  <a:pt x="21816" y="110766"/>
                </a:lnTo>
                <a:cubicBezTo>
                  <a:pt x="12794" y="110766"/>
                  <a:pt x="5455" y="98350"/>
                  <a:pt x="5455" y="83077"/>
                </a:cubicBezTo>
                <a:cubicBezTo>
                  <a:pt x="5455" y="70211"/>
                  <a:pt x="10622" y="59150"/>
                  <a:pt x="18022" y="56166"/>
                </a:cubicBezTo>
                <a:cubicBezTo>
                  <a:pt x="20188" y="55300"/>
                  <a:pt x="21827" y="52277"/>
                  <a:pt x="22155" y="48550"/>
                </a:cubicBezTo>
                <a:cubicBezTo>
                  <a:pt x="24127" y="26133"/>
                  <a:pt x="35705" y="9233"/>
                  <a:pt x="49088" y="9233"/>
                </a:cubicBezTo>
                <a:cubicBezTo>
                  <a:pt x="58338" y="9233"/>
                  <a:pt x="66877" y="17116"/>
                  <a:pt x="71933" y="30338"/>
                </a:cubicBezTo>
                <a:cubicBezTo>
                  <a:pt x="72794" y="32588"/>
                  <a:pt x="74188" y="34094"/>
                  <a:pt x="75755" y="34461"/>
                </a:cubicBezTo>
                <a:cubicBezTo>
                  <a:pt x="76011" y="34527"/>
                  <a:pt x="76261" y="34550"/>
                  <a:pt x="76516" y="34550"/>
                </a:cubicBezTo>
                <a:cubicBezTo>
                  <a:pt x="77827" y="34550"/>
                  <a:pt x="79100" y="33755"/>
                  <a:pt x="80105" y="32272"/>
                </a:cubicBezTo>
                <a:cubicBezTo>
                  <a:pt x="82094" y="29322"/>
                  <a:pt x="84644" y="27694"/>
                  <a:pt x="87272" y="27694"/>
                </a:cubicBezTo>
                <a:cubicBezTo>
                  <a:pt x="93288" y="27694"/>
                  <a:pt x="98183" y="35977"/>
                  <a:pt x="98172" y="46255"/>
                </a:cubicBezTo>
                <a:lnTo>
                  <a:pt x="98150" y="46927"/>
                </a:lnTo>
                <a:cubicBezTo>
                  <a:pt x="98033" y="51300"/>
                  <a:pt x="99738" y="55205"/>
                  <a:pt x="102244" y="56288"/>
                </a:cubicBezTo>
                <a:cubicBezTo>
                  <a:pt x="109488" y="59427"/>
                  <a:pt x="114544" y="70444"/>
                  <a:pt x="114544" y="83077"/>
                </a:cubicBezTo>
                <a:cubicBezTo>
                  <a:pt x="114544" y="98350"/>
                  <a:pt x="107205" y="110766"/>
                  <a:pt x="98183" y="110766"/>
                </a:cubicBezTo>
                <a:moveTo>
                  <a:pt x="103600" y="47350"/>
                </a:moveTo>
                <a:cubicBezTo>
                  <a:pt x="103611" y="46950"/>
                  <a:pt x="103638" y="46561"/>
                  <a:pt x="103638" y="46155"/>
                </a:cubicBezTo>
                <a:cubicBezTo>
                  <a:pt x="103638" y="30866"/>
                  <a:pt x="96305" y="18461"/>
                  <a:pt x="87272" y="18461"/>
                </a:cubicBezTo>
                <a:cubicBezTo>
                  <a:pt x="83150" y="18461"/>
                  <a:pt x="79388" y="21061"/>
                  <a:pt x="76516" y="25322"/>
                </a:cubicBezTo>
                <a:cubicBezTo>
                  <a:pt x="70688" y="10105"/>
                  <a:pt x="60605" y="0"/>
                  <a:pt x="49088" y="0"/>
                </a:cubicBezTo>
                <a:cubicBezTo>
                  <a:pt x="32666" y="0"/>
                  <a:pt x="19105" y="20500"/>
                  <a:pt x="16761" y="47188"/>
                </a:cubicBezTo>
                <a:cubicBezTo>
                  <a:pt x="7155" y="51055"/>
                  <a:pt x="0" y="65633"/>
                  <a:pt x="0" y="83077"/>
                </a:cubicBezTo>
                <a:cubicBezTo>
                  <a:pt x="0" y="103466"/>
                  <a:pt x="9766" y="120000"/>
                  <a:pt x="21816" y="120000"/>
                </a:cubicBezTo>
                <a:lnTo>
                  <a:pt x="98183" y="120000"/>
                </a:lnTo>
                <a:cubicBezTo>
                  <a:pt x="110233" y="120000"/>
                  <a:pt x="120000" y="103466"/>
                  <a:pt x="120000" y="83077"/>
                </a:cubicBezTo>
                <a:cubicBezTo>
                  <a:pt x="120000" y="65861"/>
                  <a:pt x="113022" y="51438"/>
                  <a:pt x="103600" y="47350"/>
                </a:cubicBezTo>
              </a:path>
            </a:pathLst>
          </a:custGeom>
          <a:solidFill>
            <a:schemeClr val="bg1"/>
          </a:solidFill>
          <a:ln>
            <a:solidFill>
              <a:schemeClr val="tx2"/>
            </a:solid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sp>
        <p:nvSpPr>
          <p:cNvPr id="22" name="Shape 7525">
            <a:extLst>
              <a:ext uri="{FF2B5EF4-FFF2-40B4-BE49-F238E27FC236}">
                <a16:creationId xmlns:a16="http://schemas.microsoft.com/office/drawing/2014/main" id="{DCCA914D-8C55-73E1-9E0B-D649F9C02E71}"/>
              </a:ext>
            </a:extLst>
          </p:cNvPr>
          <p:cNvSpPr/>
          <p:nvPr/>
        </p:nvSpPr>
        <p:spPr>
          <a:xfrm>
            <a:off x="1855683" y="4321647"/>
            <a:ext cx="466526" cy="479540"/>
          </a:xfrm>
          <a:custGeom>
            <a:avLst/>
            <a:gdLst/>
            <a:ahLst/>
            <a:cxnLst/>
            <a:rect l="0" t="0" r="0" b="0"/>
            <a:pathLst>
              <a:path w="120000" h="120000" extrusionOk="0">
                <a:moveTo>
                  <a:pt x="29870" y="40088"/>
                </a:moveTo>
                <a:lnTo>
                  <a:pt x="29870" y="40088"/>
                </a:lnTo>
                <a:lnTo>
                  <a:pt x="32207" y="40088"/>
                </a:lnTo>
                <a:cubicBezTo>
                  <a:pt x="36883" y="35044"/>
                  <a:pt x="41558" y="30530"/>
                  <a:pt x="48311" y="25752"/>
                </a:cubicBezTo>
                <a:lnTo>
                  <a:pt x="48311" y="23362"/>
                </a:lnTo>
                <a:cubicBezTo>
                  <a:pt x="48311" y="20973"/>
                  <a:pt x="48311" y="20973"/>
                  <a:pt x="48311" y="18584"/>
                </a:cubicBezTo>
                <a:cubicBezTo>
                  <a:pt x="41558" y="14070"/>
                  <a:pt x="34545" y="11681"/>
                  <a:pt x="27792" y="6902"/>
                </a:cubicBezTo>
                <a:cubicBezTo>
                  <a:pt x="23116" y="11681"/>
                  <a:pt x="16103" y="16460"/>
                  <a:pt x="11428" y="23362"/>
                </a:cubicBezTo>
                <a:cubicBezTo>
                  <a:pt x="16103" y="30530"/>
                  <a:pt x="18441" y="35044"/>
                  <a:pt x="23116" y="40088"/>
                </a:cubicBezTo>
                <a:cubicBezTo>
                  <a:pt x="25454" y="40088"/>
                  <a:pt x="27792" y="40088"/>
                  <a:pt x="29870" y="40088"/>
                </a:cubicBezTo>
                <a:close/>
                <a:moveTo>
                  <a:pt x="16103" y="51769"/>
                </a:moveTo>
                <a:lnTo>
                  <a:pt x="16103" y="51769"/>
                </a:lnTo>
                <a:cubicBezTo>
                  <a:pt x="16103" y="49380"/>
                  <a:pt x="16103" y="49380"/>
                  <a:pt x="18441" y="46991"/>
                </a:cubicBezTo>
                <a:cubicBezTo>
                  <a:pt x="14025" y="42477"/>
                  <a:pt x="9090" y="37433"/>
                  <a:pt x="6753" y="32920"/>
                </a:cubicBezTo>
                <a:cubicBezTo>
                  <a:pt x="2337" y="40088"/>
                  <a:pt x="0" y="49380"/>
                  <a:pt x="0" y="58672"/>
                </a:cubicBezTo>
                <a:cubicBezTo>
                  <a:pt x="0" y="70619"/>
                  <a:pt x="2337" y="82300"/>
                  <a:pt x="9090" y="89203"/>
                </a:cubicBezTo>
                <a:cubicBezTo>
                  <a:pt x="11428" y="79911"/>
                  <a:pt x="14025" y="68230"/>
                  <a:pt x="18441" y="58672"/>
                </a:cubicBezTo>
                <a:cubicBezTo>
                  <a:pt x="18441" y="58672"/>
                  <a:pt x="16103" y="54159"/>
                  <a:pt x="16103" y="51769"/>
                </a:cubicBezTo>
                <a:close/>
                <a:moveTo>
                  <a:pt x="59740" y="9292"/>
                </a:moveTo>
                <a:lnTo>
                  <a:pt x="59740" y="9292"/>
                </a:lnTo>
                <a:cubicBezTo>
                  <a:pt x="62077" y="9292"/>
                  <a:pt x="66753" y="11681"/>
                  <a:pt x="69090" y="14070"/>
                </a:cubicBezTo>
                <a:cubicBezTo>
                  <a:pt x="75844" y="9292"/>
                  <a:pt x="82857" y="9292"/>
                  <a:pt x="89870" y="6902"/>
                </a:cubicBezTo>
                <a:cubicBezTo>
                  <a:pt x="80519" y="2123"/>
                  <a:pt x="71428" y="0"/>
                  <a:pt x="59740" y="0"/>
                </a:cubicBezTo>
                <a:cubicBezTo>
                  <a:pt x="52987" y="0"/>
                  <a:pt x="45974" y="0"/>
                  <a:pt x="39220" y="2123"/>
                </a:cubicBezTo>
                <a:cubicBezTo>
                  <a:pt x="43636" y="4513"/>
                  <a:pt x="48311" y="9292"/>
                  <a:pt x="52987" y="11681"/>
                </a:cubicBezTo>
                <a:cubicBezTo>
                  <a:pt x="55324" y="11681"/>
                  <a:pt x="57402" y="9292"/>
                  <a:pt x="59740" y="9292"/>
                </a:cubicBezTo>
                <a:close/>
                <a:moveTo>
                  <a:pt x="78181" y="70619"/>
                </a:moveTo>
                <a:lnTo>
                  <a:pt x="78181" y="70619"/>
                </a:lnTo>
                <a:cubicBezTo>
                  <a:pt x="80519" y="68230"/>
                  <a:pt x="80519" y="68230"/>
                  <a:pt x="82857" y="65840"/>
                </a:cubicBezTo>
                <a:cubicBezTo>
                  <a:pt x="78181" y="54159"/>
                  <a:pt x="71428" y="44601"/>
                  <a:pt x="64415" y="35044"/>
                </a:cubicBezTo>
                <a:cubicBezTo>
                  <a:pt x="64415" y="35044"/>
                  <a:pt x="62077" y="35044"/>
                  <a:pt x="59740" y="35044"/>
                </a:cubicBezTo>
                <a:cubicBezTo>
                  <a:pt x="57402" y="35044"/>
                  <a:pt x="55324" y="35044"/>
                  <a:pt x="52987" y="32920"/>
                </a:cubicBezTo>
                <a:cubicBezTo>
                  <a:pt x="48311" y="37433"/>
                  <a:pt x="43636" y="40088"/>
                  <a:pt x="39220" y="44601"/>
                </a:cubicBezTo>
                <a:cubicBezTo>
                  <a:pt x="41558" y="46991"/>
                  <a:pt x="41558" y="49380"/>
                  <a:pt x="41558" y="51769"/>
                </a:cubicBezTo>
                <a:cubicBezTo>
                  <a:pt x="41558" y="54159"/>
                  <a:pt x="41558" y="54159"/>
                  <a:pt x="41558" y="56548"/>
                </a:cubicBezTo>
                <a:cubicBezTo>
                  <a:pt x="52987" y="63451"/>
                  <a:pt x="64415" y="68230"/>
                  <a:pt x="78181" y="70619"/>
                </a:cubicBezTo>
                <a:close/>
                <a:moveTo>
                  <a:pt x="94285" y="86814"/>
                </a:moveTo>
                <a:lnTo>
                  <a:pt x="94285" y="86814"/>
                </a:lnTo>
                <a:cubicBezTo>
                  <a:pt x="94285" y="89203"/>
                  <a:pt x="94285" y="93982"/>
                  <a:pt x="94285" y="96371"/>
                </a:cubicBezTo>
                <a:cubicBezTo>
                  <a:pt x="94285" y="98761"/>
                  <a:pt x="94285" y="103274"/>
                  <a:pt x="94285" y="108053"/>
                </a:cubicBezTo>
                <a:cubicBezTo>
                  <a:pt x="103636" y="100884"/>
                  <a:pt x="112727" y="89203"/>
                  <a:pt x="115064" y="77522"/>
                </a:cubicBezTo>
                <a:cubicBezTo>
                  <a:pt x="110649" y="79911"/>
                  <a:pt x="105974" y="79911"/>
                  <a:pt x="101298" y="79911"/>
                </a:cubicBezTo>
                <a:cubicBezTo>
                  <a:pt x="101298" y="84690"/>
                  <a:pt x="98961" y="86814"/>
                  <a:pt x="94285" y="86814"/>
                </a:cubicBezTo>
                <a:close/>
                <a:moveTo>
                  <a:pt x="75844" y="79911"/>
                </a:moveTo>
                <a:lnTo>
                  <a:pt x="75844" y="79911"/>
                </a:lnTo>
                <a:cubicBezTo>
                  <a:pt x="62077" y="77522"/>
                  <a:pt x="48311" y="70619"/>
                  <a:pt x="36883" y="63451"/>
                </a:cubicBezTo>
                <a:cubicBezTo>
                  <a:pt x="34545" y="63451"/>
                  <a:pt x="32207" y="65840"/>
                  <a:pt x="29870" y="65840"/>
                </a:cubicBezTo>
                <a:cubicBezTo>
                  <a:pt x="27792" y="65840"/>
                  <a:pt x="27792" y="65840"/>
                  <a:pt x="27792" y="63451"/>
                </a:cubicBezTo>
                <a:cubicBezTo>
                  <a:pt x="20519" y="75132"/>
                  <a:pt x="18441" y="86814"/>
                  <a:pt x="16103" y="100884"/>
                </a:cubicBezTo>
                <a:cubicBezTo>
                  <a:pt x="23116" y="105663"/>
                  <a:pt x="29870" y="112831"/>
                  <a:pt x="36883" y="115221"/>
                </a:cubicBezTo>
                <a:cubicBezTo>
                  <a:pt x="45974" y="100884"/>
                  <a:pt x="59740" y="86814"/>
                  <a:pt x="75844" y="79911"/>
                </a:cubicBezTo>
                <a:close/>
                <a:moveTo>
                  <a:pt x="98961" y="14070"/>
                </a:moveTo>
                <a:lnTo>
                  <a:pt x="98961" y="14070"/>
                </a:lnTo>
                <a:cubicBezTo>
                  <a:pt x="89870" y="16460"/>
                  <a:pt x="80519" y="18584"/>
                  <a:pt x="71428" y="20973"/>
                </a:cubicBezTo>
                <a:lnTo>
                  <a:pt x="73506" y="23362"/>
                </a:lnTo>
                <a:cubicBezTo>
                  <a:pt x="73506" y="25752"/>
                  <a:pt x="71428" y="25752"/>
                  <a:pt x="71428" y="28141"/>
                </a:cubicBezTo>
                <a:cubicBezTo>
                  <a:pt x="80519" y="37433"/>
                  <a:pt x="85194" y="49380"/>
                  <a:pt x="89870" y="63451"/>
                </a:cubicBezTo>
                <a:cubicBezTo>
                  <a:pt x="94285" y="63451"/>
                  <a:pt x="98961" y="65840"/>
                  <a:pt x="101298" y="70619"/>
                </a:cubicBezTo>
                <a:cubicBezTo>
                  <a:pt x="108311" y="70619"/>
                  <a:pt x="112727" y="70619"/>
                  <a:pt x="117402" y="68230"/>
                </a:cubicBezTo>
                <a:cubicBezTo>
                  <a:pt x="119740" y="65840"/>
                  <a:pt x="119740" y="61061"/>
                  <a:pt x="119740" y="58672"/>
                </a:cubicBezTo>
                <a:cubicBezTo>
                  <a:pt x="119740" y="42477"/>
                  <a:pt x="110649" y="25752"/>
                  <a:pt x="98961" y="14070"/>
                </a:cubicBezTo>
                <a:close/>
                <a:moveTo>
                  <a:pt x="82857" y="86814"/>
                </a:moveTo>
                <a:lnTo>
                  <a:pt x="82857" y="86814"/>
                </a:lnTo>
                <a:cubicBezTo>
                  <a:pt x="66753" y="93982"/>
                  <a:pt x="55324" y="103274"/>
                  <a:pt x="45974" y="117610"/>
                </a:cubicBezTo>
                <a:cubicBezTo>
                  <a:pt x="50649" y="119734"/>
                  <a:pt x="55324" y="119734"/>
                  <a:pt x="59740" y="119734"/>
                </a:cubicBezTo>
                <a:cubicBezTo>
                  <a:pt x="69090" y="119734"/>
                  <a:pt x="75844" y="117610"/>
                  <a:pt x="85194" y="115221"/>
                </a:cubicBezTo>
                <a:cubicBezTo>
                  <a:pt x="85194" y="108053"/>
                  <a:pt x="87532" y="100884"/>
                  <a:pt x="87532" y="96371"/>
                </a:cubicBezTo>
                <a:cubicBezTo>
                  <a:pt x="87532" y="93982"/>
                  <a:pt x="87532" y="91592"/>
                  <a:pt x="85194" y="89203"/>
                </a:cubicBezTo>
                <a:cubicBezTo>
                  <a:pt x="85194" y="86814"/>
                  <a:pt x="82857" y="86814"/>
                  <a:pt x="82857" y="86814"/>
                </a:cubicBezTo>
                <a:close/>
              </a:path>
            </a:pathLst>
          </a:custGeom>
          <a:solidFill>
            <a:schemeClr val="tx1"/>
          </a:solidFill>
          <a:ln>
            <a:noFill/>
          </a:ln>
        </p:spPr>
        <p:txBody>
          <a:bodyPr lIns="45700" tIns="22850" rIns="45700" bIns="22850" anchor="ctr" anchorCtr="0">
            <a:noAutofit/>
          </a:bodyPr>
          <a:lstStyle/>
          <a:p>
            <a:endParaRPr sz="900">
              <a:solidFill>
                <a:schemeClr val="dk1"/>
              </a:solidFill>
              <a:latin typeface="Calibri"/>
              <a:ea typeface="Calibri"/>
              <a:cs typeface="Calibri"/>
              <a:sym typeface="Calibri"/>
            </a:endParaRPr>
          </a:p>
        </p:txBody>
      </p:sp>
      <p:sp>
        <p:nvSpPr>
          <p:cNvPr id="23" name="Shape 7586">
            <a:extLst>
              <a:ext uri="{FF2B5EF4-FFF2-40B4-BE49-F238E27FC236}">
                <a16:creationId xmlns:a16="http://schemas.microsoft.com/office/drawing/2014/main" id="{B581F392-0371-DD0D-D02B-A65AC1FF6BFF}"/>
              </a:ext>
            </a:extLst>
          </p:cNvPr>
          <p:cNvSpPr/>
          <p:nvPr/>
        </p:nvSpPr>
        <p:spPr>
          <a:xfrm>
            <a:off x="1809299" y="2595630"/>
            <a:ext cx="559294" cy="479540"/>
          </a:xfrm>
          <a:custGeom>
            <a:avLst/>
            <a:gdLst/>
            <a:ahLst/>
            <a:cxnLst/>
            <a:rect l="0" t="0" r="0" b="0"/>
            <a:pathLst>
              <a:path w="120000" h="120000" extrusionOk="0">
                <a:moveTo>
                  <a:pt x="94861" y="81816"/>
                </a:moveTo>
                <a:lnTo>
                  <a:pt x="96077" y="70911"/>
                </a:lnTo>
                <a:lnTo>
                  <a:pt x="110238" y="70911"/>
                </a:lnTo>
                <a:lnTo>
                  <a:pt x="107811" y="81816"/>
                </a:lnTo>
                <a:cubicBezTo>
                  <a:pt x="107811" y="81816"/>
                  <a:pt x="94861" y="81816"/>
                  <a:pt x="94861" y="81816"/>
                </a:cubicBezTo>
                <a:close/>
                <a:moveTo>
                  <a:pt x="104177" y="98183"/>
                </a:moveTo>
                <a:lnTo>
                  <a:pt x="93044" y="98183"/>
                </a:lnTo>
                <a:lnTo>
                  <a:pt x="94261" y="87272"/>
                </a:lnTo>
                <a:lnTo>
                  <a:pt x="106600" y="87272"/>
                </a:lnTo>
                <a:cubicBezTo>
                  <a:pt x="106600" y="87272"/>
                  <a:pt x="104177" y="98183"/>
                  <a:pt x="104177" y="98183"/>
                </a:cubicBezTo>
                <a:close/>
                <a:moveTo>
                  <a:pt x="98183" y="114544"/>
                </a:moveTo>
                <a:cubicBezTo>
                  <a:pt x="95172" y="114544"/>
                  <a:pt x="92727" y="112105"/>
                  <a:pt x="92727" y="109088"/>
                </a:cubicBezTo>
                <a:cubicBezTo>
                  <a:pt x="92727" y="106083"/>
                  <a:pt x="95172" y="103638"/>
                  <a:pt x="98183" y="103638"/>
                </a:cubicBezTo>
                <a:cubicBezTo>
                  <a:pt x="101194" y="103638"/>
                  <a:pt x="103638" y="106083"/>
                  <a:pt x="103638" y="109088"/>
                </a:cubicBezTo>
                <a:cubicBezTo>
                  <a:pt x="103638" y="112105"/>
                  <a:pt x="101194" y="114544"/>
                  <a:pt x="98183" y="114544"/>
                </a:cubicBezTo>
                <a:moveTo>
                  <a:pt x="91194" y="65455"/>
                </a:moveTo>
                <a:lnTo>
                  <a:pt x="76361" y="65455"/>
                </a:lnTo>
                <a:lnTo>
                  <a:pt x="76361" y="54544"/>
                </a:lnTo>
                <a:lnTo>
                  <a:pt x="92405" y="54544"/>
                </a:lnTo>
                <a:cubicBezTo>
                  <a:pt x="92405" y="54544"/>
                  <a:pt x="91194" y="65455"/>
                  <a:pt x="91194" y="65455"/>
                </a:cubicBezTo>
                <a:close/>
                <a:moveTo>
                  <a:pt x="89377" y="81816"/>
                </a:moveTo>
                <a:lnTo>
                  <a:pt x="76361" y="81816"/>
                </a:lnTo>
                <a:lnTo>
                  <a:pt x="76361" y="70911"/>
                </a:lnTo>
                <a:lnTo>
                  <a:pt x="90588" y="70911"/>
                </a:lnTo>
                <a:cubicBezTo>
                  <a:pt x="90588" y="70911"/>
                  <a:pt x="89377" y="81816"/>
                  <a:pt x="89377" y="81816"/>
                </a:cubicBezTo>
                <a:close/>
                <a:moveTo>
                  <a:pt x="87561" y="98183"/>
                </a:moveTo>
                <a:lnTo>
                  <a:pt x="76361" y="98183"/>
                </a:lnTo>
                <a:lnTo>
                  <a:pt x="76361" y="87272"/>
                </a:lnTo>
                <a:lnTo>
                  <a:pt x="88772" y="87272"/>
                </a:lnTo>
                <a:cubicBezTo>
                  <a:pt x="88772" y="87272"/>
                  <a:pt x="87561" y="98183"/>
                  <a:pt x="87561" y="98183"/>
                </a:cubicBezTo>
                <a:close/>
                <a:moveTo>
                  <a:pt x="70911" y="65455"/>
                </a:moveTo>
                <a:lnTo>
                  <a:pt x="56077" y="65455"/>
                </a:lnTo>
                <a:lnTo>
                  <a:pt x="54866" y="54544"/>
                </a:lnTo>
                <a:lnTo>
                  <a:pt x="70911" y="54544"/>
                </a:lnTo>
                <a:cubicBezTo>
                  <a:pt x="70911" y="54544"/>
                  <a:pt x="70911" y="65455"/>
                  <a:pt x="70911" y="65455"/>
                </a:cubicBezTo>
                <a:close/>
                <a:moveTo>
                  <a:pt x="70911" y="81816"/>
                </a:moveTo>
                <a:lnTo>
                  <a:pt x="57894" y="81816"/>
                </a:lnTo>
                <a:lnTo>
                  <a:pt x="56683" y="70911"/>
                </a:lnTo>
                <a:lnTo>
                  <a:pt x="70911" y="70911"/>
                </a:lnTo>
                <a:cubicBezTo>
                  <a:pt x="70911" y="70911"/>
                  <a:pt x="70911" y="81816"/>
                  <a:pt x="70911" y="81816"/>
                </a:cubicBezTo>
                <a:close/>
                <a:moveTo>
                  <a:pt x="70911" y="98183"/>
                </a:moveTo>
                <a:lnTo>
                  <a:pt x="59711" y="98183"/>
                </a:lnTo>
                <a:lnTo>
                  <a:pt x="58505" y="87272"/>
                </a:lnTo>
                <a:lnTo>
                  <a:pt x="70911" y="87272"/>
                </a:lnTo>
                <a:cubicBezTo>
                  <a:pt x="70911" y="87272"/>
                  <a:pt x="70911" y="98183"/>
                  <a:pt x="70911" y="98183"/>
                </a:cubicBezTo>
                <a:close/>
                <a:moveTo>
                  <a:pt x="49088" y="114544"/>
                </a:moveTo>
                <a:cubicBezTo>
                  <a:pt x="46077" y="114544"/>
                  <a:pt x="43638" y="112105"/>
                  <a:pt x="43638" y="109088"/>
                </a:cubicBezTo>
                <a:cubicBezTo>
                  <a:pt x="43638" y="106083"/>
                  <a:pt x="46077" y="103638"/>
                  <a:pt x="49088" y="103638"/>
                </a:cubicBezTo>
                <a:cubicBezTo>
                  <a:pt x="52105" y="103638"/>
                  <a:pt x="54544" y="106083"/>
                  <a:pt x="54544" y="109088"/>
                </a:cubicBezTo>
                <a:cubicBezTo>
                  <a:pt x="54544" y="112105"/>
                  <a:pt x="52105" y="114544"/>
                  <a:pt x="49088" y="114544"/>
                </a:cubicBezTo>
                <a:moveTo>
                  <a:pt x="40072" y="87272"/>
                </a:moveTo>
                <a:lnTo>
                  <a:pt x="53016" y="87272"/>
                </a:lnTo>
                <a:lnTo>
                  <a:pt x="54227" y="98183"/>
                </a:lnTo>
                <a:lnTo>
                  <a:pt x="43000" y="98183"/>
                </a:lnTo>
                <a:cubicBezTo>
                  <a:pt x="43000" y="98183"/>
                  <a:pt x="40072" y="87272"/>
                  <a:pt x="40072" y="87272"/>
                </a:cubicBezTo>
                <a:close/>
                <a:moveTo>
                  <a:pt x="38611" y="81816"/>
                </a:moveTo>
                <a:lnTo>
                  <a:pt x="35683" y="70911"/>
                </a:lnTo>
                <a:lnTo>
                  <a:pt x="51194" y="70911"/>
                </a:lnTo>
                <a:lnTo>
                  <a:pt x="52411" y="81816"/>
                </a:lnTo>
                <a:cubicBezTo>
                  <a:pt x="52411" y="81816"/>
                  <a:pt x="38611" y="81816"/>
                  <a:pt x="38611" y="81816"/>
                </a:cubicBezTo>
                <a:close/>
                <a:moveTo>
                  <a:pt x="31294" y="54544"/>
                </a:moveTo>
                <a:lnTo>
                  <a:pt x="49377" y="54544"/>
                </a:lnTo>
                <a:lnTo>
                  <a:pt x="50588" y="65455"/>
                </a:lnTo>
                <a:lnTo>
                  <a:pt x="34222" y="65455"/>
                </a:lnTo>
                <a:cubicBezTo>
                  <a:pt x="34222" y="65455"/>
                  <a:pt x="31294" y="54544"/>
                  <a:pt x="31294" y="54544"/>
                </a:cubicBezTo>
                <a:close/>
                <a:moveTo>
                  <a:pt x="97894" y="54544"/>
                </a:moveTo>
                <a:lnTo>
                  <a:pt x="113872" y="54544"/>
                </a:lnTo>
                <a:lnTo>
                  <a:pt x="111450" y="65455"/>
                </a:lnTo>
                <a:lnTo>
                  <a:pt x="96683" y="65455"/>
                </a:lnTo>
                <a:cubicBezTo>
                  <a:pt x="96683" y="65455"/>
                  <a:pt x="97894" y="54544"/>
                  <a:pt x="97894" y="54544"/>
                </a:cubicBezTo>
                <a:close/>
                <a:moveTo>
                  <a:pt x="108994" y="101566"/>
                </a:moveTo>
                <a:lnTo>
                  <a:pt x="109011" y="101572"/>
                </a:lnTo>
                <a:lnTo>
                  <a:pt x="119922" y="52483"/>
                </a:lnTo>
                <a:lnTo>
                  <a:pt x="119872" y="52466"/>
                </a:lnTo>
                <a:cubicBezTo>
                  <a:pt x="119922" y="52255"/>
                  <a:pt x="120000" y="52050"/>
                  <a:pt x="120000" y="51816"/>
                </a:cubicBezTo>
                <a:cubicBezTo>
                  <a:pt x="120000" y="50311"/>
                  <a:pt x="118777" y="49088"/>
                  <a:pt x="117272" y="49088"/>
                </a:cubicBezTo>
                <a:lnTo>
                  <a:pt x="29833" y="49088"/>
                </a:lnTo>
                <a:lnTo>
                  <a:pt x="25966" y="34672"/>
                </a:lnTo>
                <a:lnTo>
                  <a:pt x="25927" y="34683"/>
                </a:lnTo>
                <a:cubicBezTo>
                  <a:pt x="25588" y="33561"/>
                  <a:pt x="24583" y="32727"/>
                  <a:pt x="23350" y="32727"/>
                </a:cubicBezTo>
                <a:lnTo>
                  <a:pt x="2727" y="32727"/>
                </a:lnTo>
                <a:cubicBezTo>
                  <a:pt x="1222" y="32727"/>
                  <a:pt x="0" y="33944"/>
                  <a:pt x="0" y="35455"/>
                </a:cubicBezTo>
                <a:cubicBezTo>
                  <a:pt x="0" y="36961"/>
                  <a:pt x="1222" y="38183"/>
                  <a:pt x="2727" y="38183"/>
                </a:cubicBezTo>
                <a:lnTo>
                  <a:pt x="21261" y="38183"/>
                </a:lnTo>
                <a:lnTo>
                  <a:pt x="38294" y="101694"/>
                </a:lnTo>
                <a:lnTo>
                  <a:pt x="38300" y="101694"/>
                </a:lnTo>
                <a:cubicBezTo>
                  <a:pt x="38533" y="102461"/>
                  <a:pt x="39094" y="103083"/>
                  <a:pt x="39822" y="103405"/>
                </a:cubicBezTo>
                <a:cubicBezTo>
                  <a:pt x="38800" y="105066"/>
                  <a:pt x="38183" y="107000"/>
                  <a:pt x="38183" y="109088"/>
                </a:cubicBezTo>
                <a:cubicBezTo>
                  <a:pt x="38183" y="115116"/>
                  <a:pt x="43066" y="120000"/>
                  <a:pt x="49088" y="120000"/>
                </a:cubicBezTo>
                <a:cubicBezTo>
                  <a:pt x="55116" y="120000"/>
                  <a:pt x="60000" y="115116"/>
                  <a:pt x="60000" y="109088"/>
                </a:cubicBezTo>
                <a:cubicBezTo>
                  <a:pt x="60000" y="107094"/>
                  <a:pt x="59422" y="105250"/>
                  <a:pt x="58488" y="103638"/>
                </a:cubicBezTo>
                <a:lnTo>
                  <a:pt x="88783" y="103638"/>
                </a:lnTo>
                <a:cubicBezTo>
                  <a:pt x="87850" y="105250"/>
                  <a:pt x="87272" y="107094"/>
                  <a:pt x="87272" y="109088"/>
                </a:cubicBezTo>
                <a:cubicBezTo>
                  <a:pt x="87272" y="115116"/>
                  <a:pt x="92155" y="120000"/>
                  <a:pt x="98183" y="120000"/>
                </a:cubicBezTo>
                <a:cubicBezTo>
                  <a:pt x="104205" y="120000"/>
                  <a:pt x="109088" y="115116"/>
                  <a:pt x="109088" y="109088"/>
                </a:cubicBezTo>
                <a:cubicBezTo>
                  <a:pt x="109088" y="107000"/>
                  <a:pt x="108472" y="105066"/>
                  <a:pt x="107450" y="103405"/>
                </a:cubicBezTo>
                <a:cubicBezTo>
                  <a:pt x="108216" y="103066"/>
                  <a:pt x="108783" y="102388"/>
                  <a:pt x="108994" y="101566"/>
                </a:cubicBezTo>
                <a:moveTo>
                  <a:pt x="71705" y="42838"/>
                </a:moveTo>
                <a:cubicBezTo>
                  <a:pt x="72200" y="43333"/>
                  <a:pt x="72883" y="43638"/>
                  <a:pt x="73638" y="43638"/>
                </a:cubicBezTo>
                <a:cubicBezTo>
                  <a:pt x="74388" y="43638"/>
                  <a:pt x="75072" y="43333"/>
                  <a:pt x="75566" y="42838"/>
                </a:cubicBezTo>
                <a:lnTo>
                  <a:pt x="86472" y="31927"/>
                </a:lnTo>
                <a:cubicBezTo>
                  <a:pt x="86966" y="31433"/>
                  <a:pt x="87272" y="30755"/>
                  <a:pt x="87272" y="30000"/>
                </a:cubicBezTo>
                <a:cubicBezTo>
                  <a:pt x="87272" y="28494"/>
                  <a:pt x="86055" y="27277"/>
                  <a:pt x="84544" y="27277"/>
                </a:cubicBezTo>
                <a:cubicBezTo>
                  <a:pt x="83794" y="27277"/>
                  <a:pt x="83111" y="27577"/>
                  <a:pt x="82616" y="28072"/>
                </a:cubicBezTo>
                <a:lnTo>
                  <a:pt x="76361" y="34327"/>
                </a:lnTo>
                <a:lnTo>
                  <a:pt x="76361" y="2727"/>
                </a:lnTo>
                <a:lnTo>
                  <a:pt x="76361" y="2727"/>
                </a:lnTo>
                <a:cubicBezTo>
                  <a:pt x="76361" y="1222"/>
                  <a:pt x="75144" y="0"/>
                  <a:pt x="73638" y="0"/>
                </a:cubicBezTo>
                <a:cubicBezTo>
                  <a:pt x="72127" y="0"/>
                  <a:pt x="70911" y="1222"/>
                  <a:pt x="70911" y="2727"/>
                </a:cubicBezTo>
                <a:lnTo>
                  <a:pt x="70911" y="34327"/>
                </a:lnTo>
                <a:lnTo>
                  <a:pt x="64655" y="28072"/>
                </a:lnTo>
                <a:cubicBezTo>
                  <a:pt x="64161" y="27577"/>
                  <a:pt x="63483" y="27277"/>
                  <a:pt x="62727" y="27277"/>
                </a:cubicBezTo>
                <a:cubicBezTo>
                  <a:pt x="61222" y="27277"/>
                  <a:pt x="60000" y="28494"/>
                  <a:pt x="60000" y="30000"/>
                </a:cubicBezTo>
                <a:cubicBezTo>
                  <a:pt x="60000" y="30755"/>
                  <a:pt x="60305" y="31433"/>
                  <a:pt x="60800" y="31927"/>
                </a:cubicBezTo>
                <a:cubicBezTo>
                  <a:pt x="60800" y="31927"/>
                  <a:pt x="71705" y="42838"/>
                  <a:pt x="71705" y="42838"/>
                </a:cubicBezTo>
                <a:close/>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sp>
        <p:nvSpPr>
          <p:cNvPr id="24" name="Shape 7257">
            <a:extLst>
              <a:ext uri="{FF2B5EF4-FFF2-40B4-BE49-F238E27FC236}">
                <a16:creationId xmlns:a16="http://schemas.microsoft.com/office/drawing/2014/main" id="{66A852EA-9B5D-199B-2FEA-4B23BFCC0DD8}"/>
              </a:ext>
            </a:extLst>
          </p:cNvPr>
          <p:cNvSpPr/>
          <p:nvPr/>
        </p:nvSpPr>
        <p:spPr>
          <a:xfrm>
            <a:off x="1885855" y="5207689"/>
            <a:ext cx="406182" cy="435902"/>
          </a:xfrm>
          <a:custGeom>
            <a:avLst/>
            <a:gdLst/>
            <a:ahLst/>
            <a:cxnLst/>
            <a:rect l="0" t="0" r="0" b="0"/>
            <a:pathLst>
              <a:path w="120000" h="120000" extrusionOk="0">
                <a:moveTo>
                  <a:pt x="117004" y="41647"/>
                </a:moveTo>
                <a:lnTo>
                  <a:pt x="117004" y="41647"/>
                </a:lnTo>
                <a:cubicBezTo>
                  <a:pt x="69084" y="81647"/>
                  <a:pt x="69084" y="81647"/>
                  <a:pt x="69084" y="81647"/>
                </a:cubicBezTo>
                <a:cubicBezTo>
                  <a:pt x="67687" y="81647"/>
                  <a:pt x="66289" y="83294"/>
                  <a:pt x="64891" y="83294"/>
                </a:cubicBezTo>
                <a:cubicBezTo>
                  <a:pt x="64891" y="83294"/>
                  <a:pt x="63494" y="81647"/>
                  <a:pt x="62096" y="81647"/>
                </a:cubicBezTo>
                <a:cubicBezTo>
                  <a:pt x="36539" y="61647"/>
                  <a:pt x="36539" y="61647"/>
                  <a:pt x="36539" y="61647"/>
                </a:cubicBezTo>
                <a:cubicBezTo>
                  <a:pt x="11181" y="79764"/>
                  <a:pt x="11181" y="79764"/>
                  <a:pt x="11181" y="79764"/>
                </a:cubicBezTo>
                <a:cubicBezTo>
                  <a:pt x="11181" y="106352"/>
                  <a:pt x="11181" y="106352"/>
                  <a:pt x="11181" y="106352"/>
                </a:cubicBezTo>
                <a:cubicBezTo>
                  <a:pt x="114209" y="106352"/>
                  <a:pt x="114209" y="106352"/>
                  <a:pt x="114209" y="106352"/>
                </a:cubicBezTo>
                <a:cubicBezTo>
                  <a:pt x="117004" y="106352"/>
                  <a:pt x="119800" y="109882"/>
                  <a:pt x="119800" y="113176"/>
                </a:cubicBezTo>
                <a:cubicBezTo>
                  <a:pt x="119800" y="118117"/>
                  <a:pt x="117004" y="119764"/>
                  <a:pt x="114209" y="119764"/>
                </a:cubicBezTo>
                <a:cubicBezTo>
                  <a:pt x="5590" y="119764"/>
                  <a:pt x="5590" y="119764"/>
                  <a:pt x="5590" y="119764"/>
                </a:cubicBezTo>
                <a:cubicBezTo>
                  <a:pt x="1397" y="119764"/>
                  <a:pt x="0" y="118117"/>
                  <a:pt x="0" y="113176"/>
                </a:cubicBezTo>
                <a:cubicBezTo>
                  <a:pt x="0" y="6588"/>
                  <a:pt x="0" y="6588"/>
                  <a:pt x="0" y="6588"/>
                </a:cubicBezTo>
                <a:cubicBezTo>
                  <a:pt x="0" y="3294"/>
                  <a:pt x="1397" y="0"/>
                  <a:pt x="5590" y="0"/>
                </a:cubicBezTo>
                <a:cubicBezTo>
                  <a:pt x="8386" y="0"/>
                  <a:pt x="11181" y="3294"/>
                  <a:pt x="11181" y="6588"/>
                </a:cubicBezTo>
                <a:cubicBezTo>
                  <a:pt x="11181" y="64941"/>
                  <a:pt x="11181" y="64941"/>
                  <a:pt x="11181" y="64941"/>
                </a:cubicBezTo>
                <a:cubicBezTo>
                  <a:pt x="33743" y="48235"/>
                  <a:pt x="33743" y="48235"/>
                  <a:pt x="33743" y="48235"/>
                </a:cubicBezTo>
                <a:cubicBezTo>
                  <a:pt x="35141" y="48235"/>
                  <a:pt x="36539" y="46588"/>
                  <a:pt x="36539" y="46588"/>
                </a:cubicBezTo>
                <a:cubicBezTo>
                  <a:pt x="38136" y="46588"/>
                  <a:pt x="39534" y="48235"/>
                  <a:pt x="40931" y="48235"/>
                </a:cubicBezTo>
                <a:cubicBezTo>
                  <a:pt x="64891" y="68235"/>
                  <a:pt x="64891" y="68235"/>
                  <a:pt x="64891" y="68235"/>
                </a:cubicBezTo>
                <a:cubicBezTo>
                  <a:pt x="111414" y="29882"/>
                  <a:pt x="111414" y="29882"/>
                  <a:pt x="111414" y="29882"/>
                </a:cubicBezTo>
                <a:cubicBezTo>
                  <a:pt x="111414" y="29882"/>
                  <a:pt x="112811" y="29882"/>
                  <a:pt x="114209" y="29882"/>
                </a:cubicBezTo>
                <a:cubicBezTo>
                  <a:pt x="117004" y="29882"/>
                  <a:pt x="119800" y="31529"/>
                  <a:pt x="119800" y="36705"/>
                </a:cubicBezTo>
                <a:cubicBezTo>
                  <a:pt x="119800" y="38352"/>
                  <a:pt x="118402" y="40000"/>
                  <a:pt x="117004" y="41647"/>
                </a:cubicBezTo>
              </a:path>
            </a:pathLst>
          </a:custGeom>
          <a:solidFill>
            <a:schemeClr val="tx1"/>
          </a:solidFill>
          <a:ln>
            <a:noFill/>
          </a:ln>
        </p:spPr>
        <p:txBody>
          <a:bodyPr lIns="45713" tIns="22850" rIns="45713" bIns="22850" anchor="ctr" anchorCtr="0">
            <a:noAutofit/>
          </a:bodyPr>
          <a:lstStyle/>
          <a:p>
            <a:endParaRPr sz="900">
              <a:solidFill>
                <a:schemeClr val="dk1"/>
              </a:solidFill>
              <a:latin typeface="Calibri"/>
              <a:ea typeface="Calibri"/>
              <a:cs typeface="Calibri"/>
              <a:sym typeface="Calibri"/>
            </a:endParaRPr>
          </a:p>
        </p:txBody>
      </p:sp>
      <p:sp>
        <p:nvSpPr>
          <p:cNvPr id="25" name="Shape 7060">
            <a:extLst>
              <a:ext uri="{FF2B5EF4-FFF2-40B4-BE49-F238E27FC236}">
                <a16:creationId xmlns:a16="http://schemas.microsoft.com/office/drawing/2014/main" id="{214FFC9C-28D7-BD09-D496-58830A1FB71D}"/>
              </a:ext>
            </a:extLst>
          </p:cNvPr>
          <p:cNvSpPr/>
          <p:nvPr/>
        </p:nvSpPr>
        <p:spPr>
          <a:xfrm>
            <a:off x="1905387" y="1742024"/>
            <a:ext cx="420384" cy="401140"/>
          </a:xfrm>
          <a:custGeom>
            <a:avLst/>
            <a:gdLst/>
            <a:ahLst/>
            <a:cxnLst/>
            <a:rect l="0" t="0" r="0" b="0"/>
            <a:pathLst>
              <a:path w="120000" h="120000" extrusionOk="0">
                <a:moveTo>
                  <a:pt x="119800" y="49130"/>
                </a:moveTo>
                <a:lnTo>
                  <a:pt x="119800" y="49130"/>
                </a:lnTo>
                <a:cubicBezTo>
                  <a:pt x="119800" y="58260"/>
                  <a:pt x="112811" y="66086"/>
                  <a:pt x="104226" y="66086"/>
                </a:cubicBezTo>
                <a:cubicBezTo>
                  <a:pt x="95840" y="66086"/>
                  <a:pt x="90249" y="58260"/>
                  <a:pt x="90249" y="49130"/>
                </a:cubicBezTo>
                <a:lnTo>
                  <a:pt x="90249" y="49130"/>
                </a:lnTo>
                <a:lnTo>
                  <a:pt x="90249" y="49130"/>
                </a:lnTo>
                <a:lnTo>
                  <a:pt x="90249" y="49130"/>
                </a:lnTo>
                <a:cubicBezTo>
                  <a:pt x="90249" y="58260"/>
                  <a:pt x="83261" y="66086"/>
                  <a:pt x="74675" y="66086"/>
                </a:cubicBezTo>
                <a:cubicBezTo>
                  <a:pt x="66289" y="66086"/>
                  <a:pt x="59101" y="58260"/>
                  <a:pt x="59101" y="49130"/>
                </a:cubicBezTo>
                <a:lnTo>
                  <a:pt x="59101" y="49130"/>
                </a:lnTo>
                <a:lnTo>
                  <a:pt x="59101" y="49130"/>
                </a:lnTo>
                <a:lnTo>
                  <a:pt x="59101" y="49130"/>
                </a:lnTo>
                <a:lnTo>
                  <a:pt x="59101" y="49130"/>
                </a:lnTo>
                <a:cubicBezTo>
                  <a:pt x="59101" y="58260"/>
                  <a:pt x="53510" y="66086"/>
                  <a:pt x="45124" y="66086"/>
                </a:cubicBezTo>
                <a:cubicBezTo>
                  <a:pt x="36539" y="66086"/>
                  <a:pt x="29550" y="58260"/>
                  <a:pt x="29550" y="49130"/>
                </a:cubicBezTo>
                <a:lnTo>
                  <a:pt x="29550" y="49130"/>
                </a:lnTo>
                <a:lnTo>
                  <a:pt x="29550" y="49130"/>
                </a:lnTo>
                <a:lnTo>
                  <a:pt x="29550" y="49130"/>
                </a:lnTo>
                <a:lnTo>
                  <a:pt x="29550" y="49130"/>
                </a:lnTo>
                <a:cubicBezTo>
                  <a:pt x="29550" y="58260"/>
                  <a:pt x="22562" y="66086"/>
                  <a:pt x="13976" y="66086"/>
                </a:cubicBezTo>
                <a:cubicBezTo>
                  <a:pt x="5590" y="66086"/>
                  <a:pt x="0" y="58260"/>
                  <a:pt x="0" y="49130"/>
                </a:cubicBezTo>
                <a:lnTo>
                  <a:pt x="0" y="49130"/>
                </a:lnTo>
                <a:lnTo>
                  <a:pt x="0" y="49130"/>
                </a:lnTo>
                <a:lnTo>
                  <a:pt x="0" y="49130"/>
                </a:lnTo>
                <a:cubicBezTo>
                  <a:pt x="9783" y="18260"/>
                  <a:pt x="9783" y="18260"/>
                  <a:pt x="9783" y="18260"/>
                </a:cubicBezTo>
                <a:cubicBezTo>
                  <a:pt x="110016" y="18260"/>
                  <a:pt x="110016" y="18260"/>
                  <a:pt x="110016" y="18260"/>
                </a:cubicBezTo>
                <a:cubicBezTo>
                  <a:pt x="119800" y="49130"/>
                  <a:pt x="119800" y="49130"/>
                  <a:pt x="119800" y="49130"/>
                </a:cubicBezTo>
                <a:close/>
                <a:moveTo>
                  <a:pt x="101430" y="12173"/>
                </a:moveTo>
                <a:lnTo>
                  <a:pt x="101430" y="12173"/>
                </a:lnTo>
                <a:cubicBezTo>
                  <a:pt x="18169" y="12173"/>
                  <a:pt x="18169" y="12173"/>
                  <a:pt x="18169" y="12173"/>
                </a:cubicBezTo>
                <a:cubicBezTo>
                  <a:pt x="15374" y="12173"/>
                  <a:pt x="12579" y="10652"/>
                  <a:pt x="12579" y="6086"/>
                </a:cubicBezTo>
                <a:cubicBezTo>
                  <a:pt x="12579" y="3043"/>
                  <a:pt x="15374" y="0"/>
                  <a:pt x="18169" y="0"/>
                </a:cubicBezTo>
                <a:cubicBezTo>
                  <a:pt x="101430" y="0"/>
                  <a:pt x="101430" y="0"/>
                  <a:pt x="101430" y="0"/>
                </a:cubicBezTo>
                <a:cubicBezTo>
                  <a:pt x="104226" y="0"/>
                  <a:pt x="107221" y="3043"/>
                  <a:pt x="107221" y="6086"/>
                </a:cubicBezTo>
                <a:cubicBezTo>
                  <a:pt x="107221" y="10652"/>
                  <a:pt x="104226" y="12173"/>
                  <a:pt x="101430" y="12173"/>
                </a:cubicBezTo>
                <a:close/>
                <a:moveTo>
                  <a:pt x="16772" y="72173"/>
                </a:moveTo>
                <a:lnTo>
                  <a:pt x="16772" y="72173"/>
                </a:lnTo>
                <a:lnTo>
                  <a:pt x="16772" y="72173"/>
                </a:lnTo>
                <a:cubicBezTo>
                  <a:pt x="16772" y="72173"/>
                  <a:pt x="16772" y="72173"/>
                  <a:pt x="18169" y="72173"/>
                </a:cubicBezTo>
                <a:lnTo>
                  <a:pt x="18169" y="72173"/>
                </a:lnTo>
                <a:cubicBezTo>
                  <a:pt x="18169" y="72173"/>
                  <a:pt x="18169" y="72173"/>
                  <a:pt x="19567" y="72173"/>
                </a:cubicBezTo>
                <a:cubicBezTo>
                  <a:pt x="19567" y="70652"/>
                  <a:pt x="21164" y="70652"/>
                  <a:pt x="22562" y="70652"/>
                </a:cubicBezTo>
                <a:lnTo>
                  <a:pt x="22562" y="70652"/>
                </a:lnTo>
                <a:lnTo>
                  <a:pt x="22562" y="70652"/>
                </a:lnTo>
                <a:cubicBezTo>
                  <a:pt x="22562" y="101304"/>
                  <a:pt x="22562" y="101304"/>
                  <a:pt x="22562" y="101304"/>
                </a:cubicBezTo>
                <a:cubicBezTo>
                  <a:pt x="97237" y="101304"/>
                  <a:pt x="97237" y="101304"/>
                  <a:pt x="97237" y="101304"/>
                </a:cubicBezTo>
                <a:cubicBezTo>
                  <a:pt x="97237" y="70652"/>
                  <a:pt x="97237" y="70652"/>
                  <a:pt x="97237" y="70652"/>
                </a:cubicBezTo>
                <a:lnTo>
                  <a:pt x="97237" y="70652"/>
                </a:lnTo>
                <a:lnTo>
                  <a:pt x="97237" y="70652"/>
                </a:lnTo>
                <a:cubicBezTo>
                  <a:pt x="98635" y="70652"/>
                  <a:pt x="98635" y="70652"/>
                  <a:pt x="100033" y="72173"/>
                </a:cubicBezTo>
                <a:cubicBezTo>
                  <a:pt x="100033" y="72173"/>
                  <a:pt x="100033" y="72173"/>
                  <a:pt x="101430" y="72173"/>
                </a:cubicBezTo>
                <a:lnTo>
                  <a:pt x="101430" y="72173"/>
                </a:lnTo>
                <a:lnTo>
                  <a:pt x="102828" y="72173"/>
                </a:lnTo>
                <a:lnTo>
                  <a:pt x="102828" y="72173"/>
                </a:lnTo>
                <a:lnTo>
                  <a:pt x="104226" y="72173"/>
                </a:lnTo>
                <a:cubicBezTo>
                  <a:pt x="105823" y="72173"/>
                  <a:pt x="107221" y="72173"/>
                  <a:pt x="108618" y="72173"/>
                </a:cubicBezTo>
                <a:cubicBezTo>
                  <a:pt x="108618" y="113695"/>
                  <a:pt x="108618" y="113695"/>
                  <a:pt x="108618" y="113695"/>
                </a:cubicBezTo>
                <a:cubicBezTo>
                  <a:pt x="108618" y="116739"/>
                  <a:pt x="105823" y="119782"/>
                  <a:pt x="102828" y="119782"/>
                </a:cubicBezTo>
                <a:cubicBezTo>
                  <a:pt x="16772" y="119782"/>
                  <a:pt x="16772" y="119782"/>
                  <a:pt x="16772" y="119782"/>
                </a:cubicBezTo>
                <a:cubicBezTo>
                  <a:pt x="12579" y="119782"/>
                  <a:pt x="11181" y="116739"/>
                  <a:pt x="11181" y="113695"/>
                </a:cubicBezTo>
                <a:cubicBezTo>
                  <a:pt x="11181" y="72173"/>
                  <a:pt x="11181" y="72173"/>
                  <a:pt x="11181" y="72173"/>
                </a:cubicBezTo>
                <a:cubicBezTo>
                  <a:pt x="12579" y="72173"/>
                  <a:pt x="12579" y="72173"/>
                  <a:pt x="13976" y="72173"/>
                </a:cubicBezTo>
                <a:cubicBezTo>
                  <a:pt x="15374" y="72173"/>
                  <a:pt x="15374" y="72173"/>
                  <a:pt x="16772" y="72173"/>
                </a:cubicBezTo>
                <a:close/>
              </a:path>
            </a:pathLst>
          </a:custGeom>
          <a:solidFill>
            <a:schemeClr val="tx1"/>
          </a:solidFill>
          <a:ln>
            <a:noFill/>
          </a:ln>
        </p:spPr>
        <p:txBody>
          <a:bodyPr lIns="45713" tIns="22850" rIns="45713" bIns="22850" anchor="ctr" anchorCtr="0">
            <a:noAutofit/>
          </a:bodyPr>
          <a:lstStyle/>
          <a:p>
            <a:endParaRPr sz="900">
              <a:solidFill>
                <a:schemeClr val="dk1"/>
              </a:solidFill>
              <a:latin typeface="Calibri"/>
              <a:ea typeface="Calibri"/>
              <a:cs typeface="Calibri"/>
              <a:sym typeface="Calibri"/>
            </a:endParaRPr>
          </a:p>
        </p:txBody>
      </p:sp>
      <p:sp>
        <p:nvSpPr>
          <p:cNvPr id="26" name="Shape 7446">
            <a:extLst>
              <a:ext uri="{FF2B5EF4-FFF2-40B4-BE49-F238E27FC236}">
                <a16:creationId xmlns:a16="http://schemas.microsoft.com/office/drawing/2014/main" id="{388FB72F-C956-BCB3-C50B-6101F9AF16EA}"/>
              </a:ext>
            </a:extLst>
          </p:cNvPr>
          <p:cNvSpPr/>
          <p:nvPr/>
        </p:nvSpPr>
        <p:spPr>
          <a:xfrm>
            <a:off x="1959622" y="3481672"/>
            <a:ext cx="258649" cy="433473"/>
          </a:xfrm>
          <a:custGeom>
            <a:avLst/>
            <a:gdLst/>
            <a:ahLst/>
            <a:cxnLst/>
            <a:rect l="0" t="0" r="0" b="0"/>
            <a:pathLst>
              <a:path w="120000" h="120000" extrusionOk="0">
                <a:moveTo>
                  <a:pt x="100918" y="0"/>
                </a:moveTo>
                <a:lnTo>
                  <a:pt x="100918" y="0"/>
                </a:lnTo>
                <a:cubicBezTo>
                  <a:pt x="18657" y="0"/>
                  <a:pt x="18657" y="0"/>
                  <a:pt x="18657" y="0"/>
                </a:cubicBezTo>
                <a:cubicBezTo>
                  <a:pt x="7208" y="0"/>
                  <a:pt x="0" y="4417"/>
                  <a:pt x="0" y="10797"/>
                </a:cubicBezTo>
                <a:cubicBezTo>
                  <a:pt x="0" y="106503"/>
                  <a:pt x="0" y="106503"/>
                  <a:pt x="0" y="106503"/>
                </a:cubicBezTo>
                <a:cubicBezTo>
                  <a:pt x="0" y="112883"/>
                  <a:pt x="7208" y="119754"/>
                  <a:pt x="18657" y="119754"/>
                </a:cubicBezTo>
                <a:cubicBezTo>
                  <a:pt x="100918" y="119754"/>
                  <a:pt x="100918" y="119754"/>
                  <a:pt x="100918" y="119754"/>
                </a:cubicBezTo>
                <a:cubicBezTo>
                  <a:pt x="112367" y="119754"/>
                  <a:pt x="119575" y="112883"/>
                  <a:pt x="119575" y="106503"/>
                </a:cubicBezTo>
                <a:cubicBezTo>
                  <a:pt x="119575" y="10797"/>
                  <a:pt x="119575" y="10797"/>
                  <a:pt x="119575" y="10797"/>
                </a:cubicBezTo>
                <a:cubicBezTo>
                  <a:pt x="119575" y="4417"/>
                  <a:pt x="112367" y="0"/>
                  <a:pt x="100918" y="0"/>
                </a:cubicBezTo>
                <a:close/>
                <a:moveTo>
                  <a:pt x="59787" y="112883"/>
                </a:moveTo>
                <a:lnTo>
                  <a:pt x="59787" y="112883"/>
                </a:lnTo>
                <a:cubicBezTo>
                  <a:pt x="52155" y="112883"/>
                  <a:pt x="44946" y="110674"/>
                  <a:pt x="44946" y="108711"/>
                </a:cubicBezTo>
                <a:cubicBezTo>
                  <a:pt x="44946" y="104294"/>
                  <a:pt x="52155" y="102085"/>
                  <a:pt x="59787" y="102085"/>
                </a:cubicBezTo>
                <a:cubicBezTo>
                  <a:pt x="67420" y="102085"/>
                  <a:pt x="74628" y="104294"/>
                  <a:pt x="74628" y="108711"/>
                </a:cubicBezTo>
                <a:cubicBezTo>
                  <a:pt x="74628" y="110674"/>
                  <a:pt x="67420" y="112883"/>
                  <a:pt x="59787" y="112883"/>
                </a:cubicBezTo>
                <a:close/>
                <a:moveTo>
                  <a:pt x="104734" y="95705"/>
                </a:moveTo>
                <a:lnTo>
                  <a:pt x="104734" y="95705"/>
                </a:lnTo>
                <a:cubicBezTo>
                  <a:pt x="14840" y="95705"/>
                  <a:pt x="14840" y="95705"/>
                  <a:pt x="14840" y="95705"/>
                </a:cubicBezTo>
                <a:cubicBezTo>
                  <a:pt x="14840" y="15214"/>
                  <a:pt x="14840" y="15214"/>
                  <a:pt x="14840" y="15214"/>
                </a:cubicBezTo>
                <a:cubicBezTo>
                  <a:pt x="104734" y="15214"/>
                  <a:pt x="104734" y="15214"/>
                  <a:pt x="104734" y="15214"/>
                </a:cubicBezTo>
                <a:lnTo>
                  <a:pt x="104734" y="95705"/>
                </a:lnTo>
                <a:close/>
              </a:path>
            </a:pathLst>
          </a:custGeom>
          <a:solidFill>
            <a:schemeClr val="tx1"/>
          </a:solidFill>
          <a:ln>
            <a:noFill/>
          </a:ln>
        </p:spPr>
        <p:txBody>
          <a:bodyPr lIns="45700" tIns="22850" rIns="45700" bIns="22850" anchor="ctr" anchorCtr="0">
            <a:noAutofit/>
          </a:bodyPr>
          <a:lstStyle/>
          <a:p>
            <a:endParaRPr sz="900">
              <a:solidFill>
                <a:schemeClr val="dk1"/>
              </a:solidFill>
              <a:latin typeface="Calibri"/>
              <a:ea typeface="Calibri"/>
              <a:cs typeface="Calibri"/>
              <a:sym typeface="Calibri"/>
            </a:endParaRPr>
          </a:p>
        </p:txBody>
      </p:sp>
      <p:pic>
        <p:nvPicPr>
          <p:cNvPr id="27" name="Image 26">
            <a:extLst>
              <a:ext uri="{FF2B5EF4-FFF2-40B4-BE49-F238E27FC236}">
                <a16:creationId xmlns:a16="http://schemas.microsoft.com/office/drawing/2014/main" id="{50F37D70-F21F-9292-8ED8-8C3E97876788}"/>
              </a:ext>
            </a:extLst>
          </p:cNvPr>
          <p:cNvPicPr>
            <a:picLocks noChangeAspect="1"/>
          </p:cNvPicPr>
          <p:nvPr/>
        </p:nvPicPr>
        <p:blipFill>
          <a:blip r:embed="rId4">
            <a:clrChange>
              <a:clrFrom>
                <a:srgbClr val="FFFFFF"/>
              </a:clrFrom>
              <a:clrTo>
                <a:srgbClr val="FFFFFF">
                  <a:alpha val="0"/>
                </a:srgbClr>
              </a:clrTo>
            </a:clrChange>
            <a:biLevel thresh="75000"/>
          </a:blip>
          <a:stretch>
            <a:fillRect/>
          </a:stretch>
        </p:blipFill>
        <p:spPr>
          <a:xfrm>
            <a:off x="1788909" y="6088194"/>
            <a:ext cx="600075" cy="628650"/>
          </a:xfrm>
          <a:prstGeom prst="rect">
            <a:avLst/>
          </a:prstGeom>
        </p:spPr>
      </p:pic>
      <p:sp>
        <p:nvSpPr>
          <p:cNvPr id="28" name="Shape 7392">
            <a:extLst>
              <a:ext uri="{FF2B5EF4-FFF2-40B4-BE49-F238E27FC236}">
                <a16:creationId xmlns:a16="http://schemas.microsoft.com/office/drawing/2014/main" id="{BFBB9774-8AD8-0B5E-1256-7E0F3E786F8D}"/>
              </a:ext>
            </a:extLst>
          </p:cNvPr>
          <p:cNvSpPr/>
          <p:nvPr/>
        </p:nvSpPr>
        <p:spPr>
          <a:xfrm>
            <a:off x="8997902" y="1905483"/>
            <a:ext cx="420385" cy="435854"/>
          </a:xfrm>
          <a:custGeom>
            <a:avLst/>
            <a:gdLst/>
            <a:ahLst/>
            <a:cxnLst/>
            <a:rect l="0" t="0" r="0" b="0"/>
            <a:pathLst>
              <a:path w="120000" h="120000" extrusionOk="0">
                <a:moveTo>
                  <a:pt x="114544" y="70911"/>
                </a:moveTo>
                <a:lnTo>
                  <a:pt x="92727" y="70911"/>
                </a:lnTo>
                <a:lnTo>
                  <a:pt x="92727" y="49088"/>
                </a:lnTo>
                <a:lnTo>
                  <a:pt x="114544" y="49088"/>
                </a:lnTo>
                <a:cubicBezTo>
                  <a:pt x="114544" y="49088"/>
                  <a:pt x="114544" y="70911"/>
                  <a:pt x="114544" y="70911"/>
                </a:cubicBezTo>
                <a:close/>
                <a:moveTo>
                  <a:pt x="114544" y="43638"/>
                </a:moveTo>
                <a:lnTo>
                  <a:pt x="92727" y="43638"/>
                </a:lnTo>
                <a:cubicBezTo>
                  <a:pt x="89716" y="43638"/>
                  <a:pt x="87272" y="46083"/>
                  <a:pt x="87272" y="49088"/>
                </a:cubicBezTo>
                <a:lnTo>
                  <a:pt x="87272" y="70911"/>
                </a:lnTo>
                <a:cubicBezTo>
                  <a:pt x="87272" y="73916"/>
                  <a:pt x="89716" y="76361"/>
                  <a:pt x="92727" y="76361"/>
                </a:cubicBezTo>
                <a:lnTo>
                  <a:pt x="114544" y="76361"/>
                </a:lnTo>
                <a:cubicBezTo>
                  <a:pt x="117555" y="76361"/>
                  <a:pt x="120000" y="73916"/>
                  <a:pt x="120000" y="70911"/>
                </a:cubicBezTo>
                <a:lnTo>
                  <a:pt x="120000" y="49088"/>
                </a:lnTo>
                <a:cubicBezTo>
                  <a:pt x="120000" y="46083"/>
                  <a:pt x="117555" y="43638"/>
                  <a:pt x="114544" y="43638"/>
                </a:cubicBezTo>
                <a:moveTo>
                  <a:pt x="70911" y="114544"/>
                </a:moveTo>
                <a:lnTo>
                  <a:pt x="49088" y="114544"/>
                </a:lnTo>
                <a:lnTo>
                  <a:pt x="49088" y="92727"/>
                </a:lnTo>
                <a:lnTo>
                  <a:pt x="70911" y="92727"/>
                </a:lnTo>
                <a:cubicBezTo>
                  <a:pt x="70911" y="92727"/>
                  <a:pt x="70911" y="114544"/>
                  <a:pt x="70911" y="114544"/>
                </a:cubicBezTo>
                <a:close/>
                <a:moveTo>
                  <a:pt x="70911" y="87272"/>
                </a:moveTo>
                <a:lnTo>
                  <a:pt x="49088" y="87272"/>
                </a:lnTo>
                <a:cubicBezTo>
                  <a:pt x="46083" y="87272"/>
                  <a:pt x="43638" y="89716"/>
                  <a:pt x="43638" y="92727"/>
                </a:cubicBezTo>
                <a:lnTo>
                  <a:pt x="43638" y="114544"/>
                </a:lnTo>
                <a:cubicBezTo>
                  <a:pt x="43638" y="117555"/>
                  <a:pt x="46083" y="120000"/>
                  <a:pt x="49088" y="120000"/>
                </a:cubicBezTo>
                <a:lnTo>
                  <a:pt x="70911" y="120000"/>
                </a:lnTo>
                <a:cubicBezTo>
                  <a:pt x="73916" y="120000"/>
                  <a:pt x="76361" y="117555"/>
                  <a:pt x="76361" y="114544"/>
                </a:cubicBezTo>
                <a:lnTo>
                  <a:pt x="76361" y="92727"/>
                </a:lnTo>
                <a:cubicBezTo>
                  <a:pt x="76361" y="89716"/>
                  <a:pt x="73916" y="87272"/>
                  <a:pt x="70911" y="87272"/>
                </a:cubicBezTo>
                <a:moveTo>
                  <a:pt x="70911" y="70911"/>
                </a:moveTo>
                <a:lnTo>
                  <a:pt x="49088" y="70911"/>
                </a:lnTo>
                <a:lnTo>
                  <a:pt x="49088" y="49088"/>
                </a:lnTo>
                <a:lnTo>
                  <a:pt x="70911" y="49088"/>
                </a:lnTo>
                <a:cubicBezTo>
                  <a:pt x="70911" y="49088"/>
                  <a:pt x="70911" y="70911"/>
                  <a:pt x="70911" y="70911"/>
                </a:cubicBezTo>
                <a:close/>
                <a:moveTo>
                  <a:pt x="70911" y="43638"/>
                </a:moveTo>
                <a:lnTo>
                  <a:pt x="49088" y="43638"/>
                </a:lnTo>
                <a:cubicBezTo>
                  <a:pt x="46083" y="43638"/>
                  <a:pt x="43638" y="46083"/>
                  <a:pt x="43638" y="49088"/>
                </a:cubicBezTo>
                <a:lnTo>
                  <a:pt x="43638" y="70911"/>
                </a:lnTo>
                <a:cubicBezTo>
                  <a:pt x="43638" y="73916"/>
                  <a:pt x="46083" y="76361"/>
                  <a:pt x="49088" y="76361"/>
                </a:cubicBezTo>
                <a:lnTo>
                  <a:pt x="70911" y="76361"/>
                </a:lnTo>
                <a:cubicBezTo>
                  <a:pt x="73916" y="76361"/>
                  <a:pt x="76361" y="73916"/>
                  <a:pt x="76361" y="70911"/>
                </a:cubicBezTo>
                <a:lnTo>
                  <a:pt x="76361" y="49088"/>
                </a:lnTo>
                <a:cubicBezTo>
                  <a:pt x="76361" y="46083"/>
                  <a:pt x="73916" y="43638"/>
                  <a:pt x="70911" y="43638"/>
                </a:cubicBezTo>
                <a:moveTo>
                  <a:pt x="27272" y="27272"/>
                </a:moveTo>
                <a:lnTo>
                  <a:pt x="5455" y="27272"/>
                </a:lnTo>
                <a:lnTo>
                  <a:pt x="5455" y="5455"/>
                </a:lnTo>
                <a:lnTo>
                  <a:pt x="27272" y="5455"/>
                </a:lnTo>
                <a:cubicBezTo>
                  <a:pt x="27272" y="5455"/>
                  <a:pt x="27272" y="27272"/>
                  <a:pt x="27272" y="27272"/>
                </a:cubicBezTo>
                <a:close/>
                <a:moveTo>
                  <a:pt x="27272" y="0"/>
                </a:moveTo>
                <a:lnTo>
                  <a:pt x="5455" y="0"/>
                </a:lnTo>
                <a:cubicBezTo>
                  <a:pt x="2444" y="0"/>
                  <a:pt x="0" y="2444"/>
                  <a:pt x="0" y="5455"/>
                </a:cubicBezTo>
                <a:lnTo>
                  <a:pt x="0" y="27272"/>
                </a:lnTo>
                <a:cubicBezTo>
                  <a:pt x="0" y="30283"/>
                  <a:pt x="2444" y="32727"/>
                  <a:pt x="5455" y="32727"/>
                </a:cubicBezTo>
                <a:lnTo>
                  <a:pt x="27272" y="32727"/>
                </a:lnTo>
                <a:cubicBezTo>
                  <a:pt x="30283" y="32727"/>
                  <a:pt x="32727" y="30283"/>
                  <a:pt x="32727" y="27272"/>
                </a:cubicBezTo>
                <a:lnTo>
                  <a:pt x="32727" y="5455"/>
                </a:lnTo>
                <a:cubicBezTo>
                  <a:pt x="32727" y="2444"/>
                  <a:pt x="30283" y="0"/>
                  <a:pt x="27272" y="0"/>
                </a:cubicBezTo>
                <a:moveTo>
                  <a:pt x="114544" y="114544"/>
                </a:moveTo>
                <a:lnTo>
                  <a:pt x="92727" y="114544"/>
                </a:lnTo>
                <a:lnTo>
                  <a:pt x="92727" y="92727"/>
                </a:lnTo>
                <a:lnTo>
                  <a:pt x="114544" y="92727"/>
                </a:lnTo>
                <a:cubicBezTo>
                  <a:pt x="114544" y="92727"/>
                  <a:pt x="114544" y="114544"/>
                  <a:pt x="114544" y="114544"/>
                </a:cubicBezTo>
                <a:close/>
                <a:moveTo>
                  <a:pt x="114544" y="87272"/>
                </a:moveTo>
                <a:lnTo>
                  <a:pt x="92727" y="87272"/>
                </a:lnTo>
                <a:cubicBezTo>
                  <a:pt x="89716" y="87272"/>
                  <a:pt x="87272" y="89716"/>
                  <a:pt x="87272" y="92727"/>
                </a:cubicBezTo>
                <a:lnTo>
                  <a:pt x="87272" y="114544"/>
                </a:lnTo>
                <a:cubicBezTo>
                  <a:pt x="87272" y="117555"/>
                  <a:pt x="89716" y="120000"/>
                  <a:pt x="92727" y="120000"/>
                </a:cubicBezTo>
                <a:lnTo>
                  <a:pt x="114544" y="120000"/>
                </a:lnTo>
                <a:cubicBezTo>
                  <a:pt x="117555" y="120000"/>
                  <a:pt x="120000" y="117555"/>
                  <a:pt x="120000" y="114544"/>
                </a:cubicBezTo>
                <a:lnTo>
                  <a:pt x="120000" y="92727"/>
                </a:lnTo>
                <a:cubicBezTo>
                  <a:pt x="120000" y="89716"/>
                  <a:pt x="117555" y="87272"/>
                  <a:pt x="114544" y="87272"/>
                </a:cubicBezTo>
                <a:moveTo>
                  <a:pt x="114544" y="27272"/>
                </a:moveTo>
                <a:lnTo>
                  <a:pt x="92727" y="27272"/>
                </a:lnTo>
                <a:lnTo>
                  <a:pt x="92727" y="5455"/>
                </a:lnTo>
                <a:lnTo>
                  <a:pt x="114544" y="5455"/>
                </a:lnTo>
                <a:cubicBezTo>
                  <a:pt x="114544" y="5455"/>
                  <a:pt x="114544" y="27272"/>
                  <a:pt x="114544" y="27272"/>
                </a:cubicBezTo>
                <a:close/>
                <a:moveTo>
                  <a:pt x="114544" y="0"/>
                </a:moveTo>
                <a:lnTo>
                  <a:pt x="92727" y="0"/>
                </a:lnTo>
                <a:cubicBezTo>
                  <a:pt x="89716" y="0"/>
                  <a:pt x="87272" y="2444"/>
                  <a:pt x="87272" y="5455"/>
                </a:cubicBezTo>
                <a:lnTo>
                  <a:pt x="87272" y="27272"/>
                </a:lnTo>
                <a:cubicBezTo>
                  <a:pt x="87272" y="30283"/>
                  <a:pt x="89716" y="32727"/>
                  <a:pt x="92727" y="32727"/>
                </a:cubicBezTo>
                <a:lnTo>
                  <a:pt x="114544" y="32727"/>
                </a:lnTo>
                <a:cubicBezTo>
                  <a:pt x="117555" y="32727"/>
                  <a:pt x="120000" y="30283"/>
                  <a:pt x="120000" y="27272"/>
                </a:cubicBezTo>
                <a:lnTo>
                  <a:pt x="120000" y="5455"/>
                </a:lnTo>
                <a:cubicBezTo>
                  <a:pt x="120000" y="2444"/>
                  <a:pt x="117555" y="0"/>
                  <a:pt x="114544" y="0"/>
                </a:cubicBezTo>
                <a:moveTo>
                  <a:pt x="27272" y="114544"/>
                </a:moveTo>
                <a:lnTo>
                  <a:pt x="5455" y="114544"/>
                </a:lnTo>
                <a:lnTo>
                  <a:pt x="5455" y="92727"/>
                </a:lnTo>
                <a:lnTo>
                  <a:pt x="27272" y="92727"/>
                </a:lnTo>
                <a:cubicBezTo>
                  <a:pt x="27272" y="92727"/>
                  <a:pt x="27272" y="114544"/>
                  <a:pt x="27272" y="114544"/>
                </a:cubicBezTo>
                <a:close/>
                <a:moveTo>
                  <a:pt x="27272" y="87272"/>
                </a:moveTo>
                <a:lnTo>
                  <a:pt x="5455" y="87272"/>
                </a:lnTo>
                <a:cubicBezTo>
                  <a:pt x="2444" y="87272"/>
                  <a:pt x="0" y="89716"/>
                  <a:pt x="0" y="92727"/>
                </a:cubicBezTo>
                <a:lnTo>
                  <a:pt x="0" y="114544"/>
                </a:lnTo>
                <a:cubicBezTo>
                  <a:pt x="0" y="117555"/>
                  <a:pt x="2444" y="120000"/>
                  <a:pt x="5455" y="120000"/>
                </a:cubicBezTo>
                <a:lnTo>
                  <a:pt x="27272" y="120000"/>
                </a:lnTo>
                <a:cubicBezTo>
                  <a:pt x="30283" y="120000"/>
                  <a:pt x="32727" y="117555"/>
                  <a:pt x="32727" y="114544"/>
                </a:cubicBezTo>
                <a:lnTo>
                  <a:pt x="32727" y="92727"/>
                </a:lnTo>
                <a:cubicBezTo>
                  <a:pt x="32727" y="89716"/>
                  <a:pt x="30283" y="87272"/>
                  <a:pt x="27272" y="87272"/>
                </a:cubicBezTo>
                <a:moveTo>
                  <a:pt x="70911" y="27272"/>
                </a:moveTo>
                <a:lnTo>
                  <a:pt x="49088" y="27272"/>
                </a:lnTo>
                <a:lnTo>
                  <a:pt x="49088" y="5455"/>
                </a:lnTo>
                <a:lnTo>
                  <a:pt x="70911" y="5455"/>
                </a:lnTo>
                <a:cubicBezTo>
                  <a:pt x="70911" y="5455"/>
                  <a:pt x="70911" y="27272"/>
                  <a:pt x="70911" y="27272"/>
                </a:cubicBezTo>
                <a:close/>
                <a:moveTo>
                  <a:pt x="70911" y="0"/>
                </a:moveTo>
                <a:lnTo>
                  <a:pt x="49088" y="0"/>
                </a:lnTo>
                <a:cubicBezTo>
                  <a:pt x="46083" y="0"/>
                  <a:pt x="43638" y="2444"/>
                  <a:pt x="43638" y="5455"/>
                </a:cubicBezTo>
                <a:lnTo>
                  <a:pt x="43638" y="27272"/>
                </a:lnTo>
                <a:cubicBezTo>
                  <a:pt x="43638" y="30283"/>
                  <a:pt x="46083" y="32727"/>
                  <a:pt x="49088" y="32727"/>
                </a:cubicBezTo>
                <a:lnTo>
                  <a:pt x="70911" y="32727"/>
                </a:lnTo>
                <a:cubicBezTo>
                  <a:pt x="73916" y="32727"/>
                  <a:pt x="76361" y="30283"/>
                  <a:pt x="76361" y="27272"/>
                </a:cubicBezTo>
                <a:lnTo>
                  <a:pt x="76361" y="5455"/>
                </a:lnTo>
                <a:cubicBezTo>
                  <a:pt x="76361" y="2444"/>
                  <a:pt x="73916" y="0"/>
                  <a:pt x="70911" y="0"/>
                </a:cubicBezTo>
                <a:moveTo>
                  <a:pt x="27272" y="70911"/>
                </a:moveTo>
                <a:lnTo>
                  <a:pt x="5455" y="70911"/>
                </a:lnTo>
                <a:lnTo>
                  <a:pt x="5455" y="49088"/>
                </a:lnTo>
                <a:lnTo>
                  <a:pt x="27272" y="49088"/>
                </a:lnTo>
                <a:cubicBezTo>
                  <a:pt x="27272" y="49088"/>
                  <a:pt x="27272" y="70911"/>
                  <a:pt x="27272" y="70911"/>
                </a:cubicBezTo>
                <a:close/>
                <a:moveTo>
                  <a:pt x="27272" y="43638"/>
                </a:moveTo>
                <a:lnTo>
                  <a:pt x="5455" y="43638"/>
                </a:lnTo>
                <a:cubicBezTo>
                  <a:pt x="2444" y="43638"/>
                  <a:pt x="0" y="46083"/>
                  <a:pt x="0" y="49088"/>
                </a:cubicBezTo>
                <a:lnTo>
                  <a:pt x="0" y="70911"/>
                </a:lnTo>
                <a:cubicBezTo>
                  <a:pt x="0" y="73916"/>
                  <a:pt x="2444" y="76361"/>
                  <a:pt x="5455" y="76361"/>
                </a:cubicBezTo>
                <a:lnTo>
                  <a:pt x="27272" y="76361"/>
                </a:lnTo>
                <a:cubicBezTo>
                  <a:pt x="30283" y="76361"/>
                  <a:pt x="32727" y="73916"/>
                  <a:pt x="32727" y="70911"/>
                </a:cubicBezTo>
                <a:lnTo>
                  <a:pt x="32727" y="49088"/>
                </a:lnTo>
                <a:cubicBezTo>
                  <a:pt x="32727" y="46083"/>
                  <a:pt x="30283" y="43638"/>
                  <a:pt x="27272" y="43638"/>
                </a:cubicBezTo>
              </a:path>
            </a:pathLst>
          </a:custGeom>
          <a:solidFill>
            <a:schemeClr val="tx2"/>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sp>
        <p:nvSpPr>
          <p:cNvPr id="29" name="Shape 7391">
            <a:extLst>
              <a:ext uri="{FF2B5EF4-FFF2-40B4-BE49-F238E27FC236}">
                <a16:creationId xmlns:a16="http://schemas.microsoft.com/office/drawing/2014/main" id="{D89F6CE8-456F-6D2B-15D5-1FF47FEB56C8}"/>
              </a:ext>
            </a:extLst>
          </p:cNvPr>
          <p:cNvSpPr/>
          <p:nvPr/>
        </p:nvSpPr>
        <p:spPr>
          <a:xfrm>
            <a:off x="8987686" y="3487643"/>
            <a:ext cx="466526" cy="312616"/>
          </a:xfrm>
          <a:custGeom>
            <a:avLst/>
            <a:gdLst/>
            <a:ahLst/>
            <a:cxnLst/>
            <a:rect l="0" t="0" r="0" b="0"/>
            <a:pathLst>
              <a:path w="120000" h="120000" extrusionOk="0">
                <a:moveTo>
                  <a:pt x="114544" y="109088"/>
                </a:moveTo>
                <a:cubicBezTo>
                  <a:pt x="114544" y="112100"/>
                  <a:pt x="112100" y="114544"/>
                  <a:pt x="109088" y="114544"/>
                </a:cubicBezTo>
                <a:lnTo>
                  <a:pt x="76361" y="114544"/>
                </a:lnTo>
                <a:cubicBezTo>
                  <a:pt x="73355" y="114544"/>
                  <a:pt x="70911" y="112100"/>
                  <a:pt x="70911" y="109088"/>
                </a:cubicBezTo>
                <a:lnTo>
                  <a:pt x="70911" y="76361"/>
                </a:lnTo>
                <a:cubicBezTo>
                  <a:pt x="70911" y="73355"/>
                  <a:pt x="73355" y="70911"/>
                  <a:pt x="76361" y="70911"/>
                </a:cubicBezTo>
                <a:lnTo>
                  <a:pt x="109088" y="70911"/>
                </a:lnTo>
                <a:cubicBezTo>
                  <a:pt x="112100" y="70911"/>
                  <a:pt x="114544" y="73355"/>
                  <a:pt x="114544" y="76361"/>
                </a:cubicBezTo>
                <a:cubicBezTo>
                  <a:pt x="114544" y="76361"/>
                  <a:pt x="114544" y="109088"/>
                  <a:pt x="114544" y="109088"/>
                </a:cubicBezTo>
                <a:close/>
                <a:moveTo>
                  <a:pt x="109088" y="65455"/>
                </a:moveTo>
                <a:lnTo>
                  <a:pt x="76361" y="65455"/>
                </a:lnTo>
                <a:cubicBezTo>
                  <a:pt x="70338" y="65455"/>
                  <a:pt x="65455" y="70338"/>
                  <a:pt x="65455" y="76361"/>
                </a:cubicBezTo>
                <a:lnTo>
                  <a:pt x="65455" y="109088"/>
                </a:lnTo>
                <a:cubicBezTo>
                  <a:pt x="65455" y="115116"/>
                  <a:pt x="70338" y="120000"/>
                  <a:pt x="76361" y="120000"/>
                </a:cubicBezTo>
                <a:lnTo>
                  <a:pt x="109088" y="120000"/>
                </a:lnTo>
                <a:cubicBezTo>
                  <a:pt x="115116" y="120000"/>
                  <a:pt x="120000" y="115116"/>
                  <a:pt x="120000" y="109088"/>
                </a:cubicBezTo>
                <a:lnTo>
                  <a:pt x="120000" y="76361"/>
                </a:lnTo>
                <a:cubicBezTo>
                  <a:pt x="120000" y="70338"/>
                  <a:pt x="115116" y="65455"/>
                  <a:pt x="109088" y="65455"/>
                </a:cubicBezTo>
                <a:moveTo>
                  <a:pt x="114544" y="43638"/>
                </a:moveTo>
                <a:cubicBezTo>
                  <a:pt x="114544" y="46644"/>
                  <a:pt x="112100" y="49088"/>
                  <a:pt x="109088" y="49088"/>
                </a:cubicBezTo>
                <a:lnTo>
                  <a:pt x="76361" y="49088"/>
                </a:lnTo>
                <a:cubicBezTo>
                  <a:pt x="73355" y="49088"/>
                  <a:pt x="70911" y="46644"/>
                  <a:pt x="70911" y="43638"/>
                </a:cubicBezTo>
                <a:lnTo>
                  <a:pt x="70911" y="10911"/>
                </a:lnTo>
                <a:cubicBezTo>
                  <a:pt x="70911" y="7900"/>
                  <a:pt x="73355" y="5455"/>
                  <a:pt x="76361" y="5455"/>
                </a:cubicBezTo>
                <a:lnTo>
                  <a:pt x="109088" y="5455"/>
                </a:lnTo>
                <a:cubicBezTo>
                  <a:pt x="112100" y="5455"/>
                  <a:pt x="114544" y="7900"/>
                  <a:pt x="114544" y="10911"/>
                </a:cubicBezTo>
                <a:cubicBezTo>
                  <a:pt x="114544" y="10911"/>
                  <a:pt x="114544" y="43638"/>
                  <a:pt x="114544" y="43638"/>
                </a:cubicBezTo>
                <a:close/>
                <a:moveTo>
                  <a:pt x="109088" y="0"/>
                </a:moveTo>
                <a:lnTo>
                  <a:pt x="76361" y="0"/>
                </a:lnTo>
                <a:cubicBezTo>
                  <a:pt x="70338" y="0"/>
                  <a:pt x="65455" y="4883"/>
                  <a:pt x="65455" y="10911"/>
                </a:cubicBezTo>
                <a:lnTo>
                  <a:pt x="65455" y="43638"/>
                </a:lnTo>
                <a:cubicBezTo>
                  <a:pt x="65455" y="49661"/>
                  <a:pt x="70338" y="54544"/>
                  <a:pt x="76361" y="54544"/>
                </a:cubicBezTo>
                <a:lnTo>
                  <a:pt x="109088" y="54544"/>
                </a:lnTo>
                <a:cubicBezTo>
                  <a:pt x="115116" y="54544"/>
                  <a:pt x="120000" y="49661"/>
                  <a:pt x="120000" y="43638"/>
                </a:cubicBezTo>
                <a:lnTo>
                  <a:pt x="120000" y="10911"/>
                </a:lnTo>
                <a:cubicBezTo>
                  <a:pt x="120000" y="4883"/>
                  <a:pt x="115116" y="0"/>
                  <a:pt x="109088" y="0"/>
                </a:cubicBezTo>
                <a:moveTo>
                  <a:pt x="49088" y="43638"/>
                </a:moveTo>
                <a:cubicBezTo>
                  <a:pt x="49088" y="46644"/>
                  <a:pt x="46644" y="49088"/>
                  <a:pt x="43638" y="49088"/>
                </a:cubicBezTo>
                <a:lnTo>
                  <a:pt x="10911" y="49088"/>
                </a:lnTo>
                <a:cubicBezTo>
                  <a:pt x="7894" y="49088"/>
                  <a:pt x="5455" y="46644"/>
                  <a:pt x="5455" y="43638"/>
                </a:cubicBezTo>
                <a:lnTo>
                  <a:pt x="5455" y="10911"/>
                </a:lnTo>
                <a:cubicBezTo>
                  <a:pt x="5455" y="7900"/>
                  <a:pt x="7894" y="5455"/>
                  <a:pt x="10911" y="5455"/>
                </a:cubicBezTo>
                <a:lnTo>
                  <a:pt x="43638" y="5455"/>
                </a:lnTo>
                <a:cubicBezTo>
                  <a:pt x="46644" y="5455"/>
                  <a:pt x="49088" y="7900"/>
                  <a:pt x="49088" y="10911"/>
                </a:cubicBezTo>
                <a:cubicBezTo>
                  <a:pt x="49088" y="10911"/>
                  <a:pt x="49088" y="43638"/>
                  <a:pt x="49088" y="43638"/>
                </a:cubicBezTo>
                <a:close/>
                <a:moveTo>
                  <a:pt x="43638" y="0"/>
                </a:moveTo>
                <a:lnTo>
                  <a:pt x="10911" y="0"/>
                </a:lnTo>
                <a:cubicBezTo>
                  <a:pt x="4883" y="0"/>
                  <a:pt x="0" y="4883"/>
                  <a:pt x="0" y="10911"/>
                </a:cubicBezTo>
                <a:lnTo>
                  <a:pt x="0" y="43638"/>
                </a:lnTo>
                <a:cubicBezTo>
                  <a:pt x="0" y="49661"/>
                  <a:pt x="4883" y="54544"/>
                  <a:pt x="10911" y="54544"/>
                </a:cubicBezTo>
                <a:lnTo>
                  <a:pt x="43638" y="54544"/>
                </a:lnTo>
                <a:cubicBezTo>
                  <a:pt x="49661" y="54544"/>
                  <a:pt x="54544" y="49661"/>
                  <a:pt x="54544" y="43638"/>
                </a:cubicBezTo>
                <a:lnTo>
                  <a:pt x="54544" y="10911"/>
                </a:lnTo>
                <a:cubicBezTo>
                  <a:pt x="54544" y="4883"/>
                  <a:pt x="49661" y="0"/>
                  <a:pt x="43638" y="0"/>
                </a:cubicBezTo>
                <a:moveTo>
                  <a:pt x="49088" y="109088"/>
                </a:moveTo>
                <a:cubicBezTo>
                  <a:pt x="49088" y="112100"/>
                  <a:pt x="46644" y="114544"/>
                  <a:pt x="43638" y="114544"/>
                </a:cubicBezTo>
                <a:lnTo>
                  <a:pt x="10911" y="114544"/>
                </a:lnTo>
                <a:cubicBezTo>
                  <a:pt x="7894" y="114544"/>
                  <a:pt x="5455" y="112100"/>
                  <a:pt x="5455" y="109088"/>
                </a:cubicBezTo>
                <a:lnTo>
                  <a:pt x="5455" y="76361"/>
                </a:lnTo>
                <a:cubicBezTo>
                  <a:pt x="5455" y="73355"/>
                  <a:pt x="7894" y="70911"/>
                  <a:pt x="10911" y="70911"/>
                </a:cubicBezTo>
                <a:lnTo>
                  <a:pt x="43638" y="70911"/>
                </a:lnTo>
                <a:cubicBezTo>
                  <a:pt x="46644" y="70911"/>
                  <a:pt x="49088" y="73355"/>
                  <a:pt x="49088" y="76361"/>
                </a:cubicBezTo>
                <a:cubicBezTo>
                  <a:pt x="49088" y="76361"/>
                  <a:pt x="49088" y="109088"/>
                  <a:pt x="49088" y="109088"/>
                </a:cubicBezTo>
                <a:close/>
                <a:moveTo>
                  <a:pt x="43638" y="65455"/>
                </a:moveTo>
                <a:lnTo>
                  <a:pt x="10911" y="65455"/>
                </a:lnTo>
                <a:cubicBezTo>
                  <a:pt x="4883" y="65455"/>
                  <a:pt x="0" y="70338"/>
                  <a:pt x="0" y="76361"/>
                </a:cubicBezTo>
                <a:lnTo>
                  <a:pt x="0" y="109088"/>
                </a:lnTo>
                <a:cubicBezTo>
                  <a:pt x="0" y="115116"/>
                  <a:pt x="4883" y="120000"/>
                  <a:pt x="10911" y="120000"/>
                </a:cubicBezTo>
                <a:lnTo>
                  <a:pt x="43638" y="120000"/>
                </a:lnTo>
                <a:cubicBezTo>
                  <a:pt x="49661" y="120000"/>
                  <a:pt x="54544" y="115116"/>
                  <a:pt x="54544" y="109088"/>
                </a:cubicBezTo>
                <a:lnTo>
                  <a:pt x="54544" y="76361"/>
                </a:lnTo>
                <a:cubicBezTo>
                  <a:pt x="54544" y="70338"/>
                  <a:pt x="49661" y="65455"/>
                  <a:pt x="43638" y="65455"/>
                </a:cubicBezTo>
              </a:path>
            </a:pathLst>
          </a:custGeom>
          <a:solidFill>
            <a:schemeClr val="tx2"/>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sp>
        <p:nvSpPr>
          <p:cNvPr id="30" name="Shape 7430">
            <a:extLst>
              <a:ext uri="{FF2B5EF4-FFF2-40B4-BE49-F238E27FC236}">
                <a16:creationId xmlns:a16="http://schemas.microsoft.com/office/drawing/2014/main" id="{37B26084-6B4F-3967-B0A7-6C954DF45D2F}"/>
              </a:ext>
            </a:extLst>
          </p:cNvPr>
          <p:cNvSpPr/>
          <p:nvPr/>
        </p:nvSpPr>
        <p:spPr>
          <a:xfrm>
            <a:off x="8917073" y="2578613"/>
            <a:ext cx="544682" cy="551504"/>
          </a:xfrm>
          <a:custGeom>
            <a:avLst/>
            <a:gdLst/>
            <a:ahLst/>
            <a:cxnLst/>
            <a:rect l="0" t="0" r="0" b="0"/>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tx2"/>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sp>
        <p:nvSpPr>
          <p:cNvPr id="47" name="Shape 7369">
            <a:extLst>
              <a:ext uri="{FF2B5EF4-FFF2-40B4-BE49-F238E27FC236}">
                <a16:creationId xmlns:a16="http://schemas.microsoft.com/office/drawing/2014/main" id="{4611D5B0-9E9C-F8CE-6C0D-5C55448408C1}"/>
              </a:ext>
            </a:extLst>
          </p:cNvPr>
          <p:cNvSpPr/>
          <p:nvPr/>
        </p:nvSpPr>
        <p:spPr>
          <a:xfrm>
            <a:off x="8949636" y="4141707"/>
            <a:ext cx="538517" cy="479540"/>
          </a:xfrm>
          <a:custGeom>
            <a:avLst/>
            <a:gdLst/>
            <a:ahLst/>
            <a:cxnLst/>
            <a:rect l="0" t="0" r="0" b="0"/>
            <a:pathLst>
              <a:path w="120000" h="120000" extrusionOk="0">
                <a:moveTo>
                  <a:pt x="114544" y="109088"/>
                </a:moveTo>
                <a:cubicBezTo>
                  <a:pt x="114544" y="112100"/>
                  <a:pt x="112100" y="114544"/>
                  <a:pt x="109088" y="114544"/>
                </a:cubicBezTo>
                <a:lnTo>
                  <a:pt x="10911" y="114544"/>
                </a:lnTo>
                <a:cubicBezTo>
                  <a:pt x="7900" y="114544"/>
                  <a:pt x="5455" y="112100"/>
                  <a:pt x="5455" y="109088"/>
                </a:cubicBezTo>
                <a:lnTo>
                  <a:pt x="5455" y="10911"/>
                </a:lnTo>
                <a:cubicBezTo>
                  <a:pt x="5455" y="7900"/>
                  <a:pt x="7900" y="5455"/>
                  <a:pt x="10911" y="5455"/>
                </a:cubicBezTo>
                <a:lnTo>
                  <a:pt x="109088" y="5455"/>
                </a:lnTo>
                <a:cubicBezTo>
                  <a:pt x="112100" y="5455"/>
                  <a:pt x="114544" y="7900"/>
                  <a:pt x="114544" y="10911"/>
                </a:cubicBezTo>
                <a:cubicBezTo>
                  <a:pt x="114544" y="10911"/>
                  <a:pt x="114544" y="109088"/>
                  <a:pt x="114544" y="109088"/>
                </a:cubicBezTo>
                <a:close/>
                <a:moveTo>
                  <a:pt x="109088" y="0"/>
                </a:moveTo>
                <a:lnTo>
                  <a:pt x="10911" y="0"/>
                </a:lnTo>
                <a:cubicBezTo>
                  <a:pt x="4883" y="0"/>
                  <a:pt x="0" y="4883"/>
                  <a:pt x="0" y="10911"/>
                </a:cubicBezTo>
                <a:lnTo>
                  <a:pt x="0" y="109088"/>
                </a:lnTo>
                <a:cubicBezTo>
                  <a:pt x="0" y="115116"/>
                  <a:pt x="4883" y="120000"/>
                  <a:pt x="10911" y="120000"/>
                </a:cubicBezTo>
                <a:lnTo>
                  <a:pt x="109088" y="120000"/>
                </a:lnTo>
                <a:cubicBezTo>
                  <a:pt x="115116" y="120000"/>
                  <a:pt x="120000" y="115116"/>
                  <a:pt x="120000" y="109088"/>
                </a:cubicBezTo>
                <a:lnTo>
                  <a:pt x="120000" y="10911"/>
                </a:lnTo>
                <a:cubicBezTo>
                  <a:pt x="120000" y="4883"/>
                  <a:pt x="115116" y="0"/>
                  <a:pt x="109088" y="0"/>
                </a:cubicBezTo>
                <a:moveTo>
                  <a:pt x="46361" y="57272"/>
                </a:moveTo>
                <a:lnTo>
                  <a:pt x="43883" y="57272"/>
                </a:lnTo>
                <a:cubicBezTo>
                  <a:pt x="44300" y="54794"/>
                  <a:pt x="45294" y="52516"/>
                  <a:pt x="46694" y="50550"/>
                </a:cubicBezTo>
                <a:lnTo>
                  <a:pt x="48427" y="52288"/>
                </a:lnTo>
                <a:cubicBezTo>
                  <a:pt x="49494" y="53355"/>
                  <a:pt x="51222" y="53355"/>
                  <a:pt x="52288" y="52288"/>
                </a:cubicBezTo>
                <a:cubicBezTo>
                  <a:pt x="53350" y="51222"/>
                  <a:pt x="53350" y="49494"/>
                  <a:pt x="52288" y="48427"/>
                </a:cubicBezTo>
                <a:lnTo>
                  <a:pt x="50561" y="46705"/>
                </a:lnTo>
                <a:cubicBezTo>
                  <a:pt x="52522" y="45316"/>
                  <a:pt x="54800" y="44327"/>
                  <a:pt x="57272" y="43911"/>
                </a:cubicBezTo>
                <a:lnTo>
                  <a:pt x="57272" y="46361"/>
                </a:lnTo>
                <a:cubicBezTo>
                  <a:pt x="57272" y="47872"/>
                  <a:pt x="58494" y="49088"/>
                  <a:pt x="60000" y="49088"/>
                </a:cubicBezTo>
                <a:cubicBezTo>
                  <a:pt x="61505" y="49088"/>
                  <a:pt x="62727" y="47872"/>
                  <a:pt x="62727" y="46361"/>
                </a:cubicBezTo>
                <a:lnTo>
                  <a:pt x="62727" y="43911"/>
                </a:lnTo>
                <a:cubicBezTo>
                  <a:pt x="65205" y="44327"/>
                  <a:pt x="67477" y="45316"/>
                  <a:pt x="69438" y="46705"/>
                </a:cubicBezTo>
                <a:lnTo>
                  <a:pt x="67711" y="48427"/>
                </a:lnTo>
                <a:cubicBezTo>
                  <a:pt x="66650" y="49494"/>
                  <a:pt x="66650" y="51222"/>
                  <a:pt x="67711" y="52288"/>
                </a:cubicBezTo>
                <a:cubicBezTo>
                  <a:pt x="68777" y="53355"/>
                  <a:pt x="70505" y="53355"/>
                  <a:pt x="71572" y="52288"/>
                </a:cubicBezTo>
                <a:lnTo>
                  <a:pt x="73305" y="50550"/>
                </a:lnTo>
                <a:cubicBezTo>
                  <a:pt x="74705" y="52516"/>
                  <a:pt x="75700" y="54794"/>
                  <a:pt x="76116" y="57272"/>
                </a:cubicBezTo>
                <a:lnTo>
                  <a:pt x="73638" y="57272"/>
                </a:lnTo>
                <a:cubicBezTo>
                  <a:pt x="72127" y="57272"/>
                  <a:pt x="70911" y="58494"/>
                  <a:pt x="70911" y="60000"/>
                </a:cubicBezTo>
                <a:cubicBezTo>
                  <a:pt x="70911" y="61505"/>
                  <a:pt x="72127" y="62727"/>
                  <a:pt x="73638" y="62727"/>
                </a:cubicBezTo>
                <a:lnTo>
                  <a:pt x="76116" y="62727"/>
                </a:lnTo>
                <a:cubicBezTo>
                  <a:pt x="75700" y="65211"/>
                  <a:pt x="74705" y="67483"/>
                  <a:pt x="73305" y="69450"/>
                </a:cubicBezTo>
                <a:lnTo>
                  <a:pt x="71572" y="67711"/>
                </a:lnTo>
                <a:cubicBezTo>
                  <a:pt x="70505" y="66650"/>
                  <a:pt x="68777" y="66650"/>
                  <a:pt x="67711" y="67711"/>
                </a:cubicBezTo>
                <a:cubicBezTo>
                  <a:pt x="66650" y="68777"/>
                  <a:pt x="66650" y="70505"/>
                  <a:pt x="67711" y="71572"/>
                </a:cubicBezTo>
                <a:lnTo>
                  <a:pt x="69438" y="73294"/>
                </a:lnTo>
                <a:cubicBezTo>
                  <a:pt x="67477" y="74688"/>
                  <a:pt x="65205" y="75672"/>
                  <a:pt x="62727" y="76088"/>
                </a:cubicBezTo>
                <a:lnTo>
                  <a:pt x="62727" y="73638"/>
                </a:lnTo>
                <a:cubicBezTo>
                  <a:pt x="62727" y="72127"/>
                  <a:pt x="61505" y="70911"/>
                  <a:pt x="60000" y="70911"/>
                </a:cubicBezTo>
                <a:cubicBezTo>
                  <a:pt x="58494" y="70911"/>
                  <a:pt x="57272" y="72127"/>
                  <a:pt x="57272" y="73638"/>
                </a:cubicBezTo>
                <a:lnTo>
                  <a:pt x="57272" y="76088"/>
                </a:lnTo>
                <a:cubicBezTo>
                  <a:pt x="54800" y="75672"/>
                  <a:pt x="52522" y="74688"/>
                  <a:pt x="50561" y="73294"/>
                </a:cubicBezTo>
                <a:lnTo>
                  <a:pt x="52288" y="71572"/>
                </a:lnTo>
                <a:cubicBezTo>
                  <a:pt x="53350" y="70505"/>
                  <a:pt x="53350" y="68777"/>
                  <a:pt x="52288" y="67711"/>
                </a:cubicBezTo>
                <a:cubicBezTo>
                  <a:pt x="51222" y="66650"/>
                  <a:pt x="49494" y="66650"/>
                  <a:pt x="48427" y="67711"/>
                </a:cubicBezTo>
                <a:lnTo>
                  <a:pt x="46694" y="69450"/>
                </a:lnTo>
                <a:cubicBezTo>
                  <a:pt x="45294" y="67483"/>
                  <a:pt x="44300" y="65211"/>
                  <a:pt x="43883" y="62727"/>
                </a:cubicBezTo>
                <a:lnTo>
                  <a:pt x="46361" y="62727"/>
                </a:lnTo>
                <a:cubicBezTo>
                  <a:pt x="47872" y="62727"/>
                  <a:pt x="49088" y="61505"/>
                  <a:pt x="49088" y="60000"/>
                </a:cubicBezTo>
                <a:cubicBezTo>
                  <a:pt x="49088" y="58494"/>
                  <a:pt x="47872" y="57272"/>
                  <a:pt x="46361" y="57272"/>
                </a:cubicBezTo>
                <a:moveTo>
                  <a:pt x="44572" y="75427"/>
                </a:moveTo>
                <a:lnTo>
                  <a:pt x="44572" y="75433"/>
                </a:lnTo>
                <a:cubicBezTo>
                  <a:pt x="48522" y="79377"/>
                  <a:pt x="53977" y="81816"/>
                  <a:pt x="60000" y="81816"/>
                </a:cubicBezTo>
                <a:cubicBezTo>
                  <a:pt x="66022" y="81816"/>
                  <a:pt x="71477" y="79377"/>
                  <a:pt x="75427" y="75433"/>
                </a:cubicBezTo>
                <a:lnTo>
                  <a:pt x="75427" y="75427"/>
                </a:lnTo>
                <a:lnTo>
                  <a:pt x="75427" y="75427"/>
                </a:lnTo>
                <a:cubicBezTo>
                  <a:pt x="79377" y="71477"/>
                  <a:pt x="81816" y="66022"/>
                  <a:pt x="81816" y="60000"/>
                </a:cubicBezTo>
                <a:cubicBezTo>
                  <a:pt x="81816" y="47950"/>
                  <a:pt x="72050" y="38183"/>
                  <a:pt x="60000" y="38183"/>
                </a:cubicBezTo>
                <a:cubicBezTo>
                  <a:pt x="47950" y="38183"/>
                  <a:pt x="38183" y="47950"/>
                  <a:pt x="38183" y="60000"/>
                </a:cubicBezTo>
                <a:cubicBezTo>
                  <a:pt x="38183" y="66022"/>
                  <a:pt x="40616" y="71477"/>
                  <a:pt x="44572" y="75427"/>
                </a:cubicBezTo>
                <a:cubicBezTo>
                  <a:pt x="44572" y="75427"/>
                  <a:pt x="44572" y="75427"/>
                  <a:pt x="44572" y="75427"/>
                </a:cubicBezTo>
                <a:close/>
                <a:moveTo>
                  <a:pt x="60000" y="65455"/>
                </a:moveTo>
                <a:cubicBezTo>
                  <a:pt x="63011" y="65455"/>
                  <a:pt x="65455" y="63011"/>
                  <a:pt x="65455" y="60000"/>
                </a:cubicBezTo>
                <a:cubicBezTo>
                  <a:pt x="65455" y="56988"/>
                  <a:pt x="63011" y="54544"/>
                  <a:pt x="60000" y="54544"/>
                </a:cubicBezTo>
                <a:cubicBezTo>
                  <a:pt x="56988" y="54544"/>
                  <a:pt x="54544" y="56988"/>
                  <a:pt x="54544" y="60000"/>
                </a:cubicBezTo>
                <a:cubicBezTo>
                  <a:pt x="54544" y="63011"/>
                  <a:pt x="56988" y="65455"/>
                  <a:pt x="60000" y="65455"/>
                </a:cubicBezTo>
                <a:moveTo>
                  <a:pt x="98183" y="32727"/>
                </a:moveTo>
                <a:cubicBezTo>
                  <a:pt x="95172" y="32727"/>
                  <a:pt x="92727" y="35172"/>
                  <a:pt x="92727" y="38183"/>
                </a:cubicBezTo>
                <a:lnTo>
                  <a:pt x="92727" y="43638"/>
                </a:lnTo>
                <a:cubicBezTo>
                  <a:pt x="92727" y="46644"/>
                  <a:pt x="95172" y="49088"/>
                  <a:pt x="98183" y="49088"/>
                </a:cubicBezTo>
                <a:lnTo>
                  <a:pt x="98183" y="70911"/>
                </a:lnTo>
                <a:cubicBezTo>
                  <a:pt x="95172" y="70911"/>
                  <a:pt x="92727" y="73355"/>
                  <a:pt x="92727" y="76361"/>
                </a:cubicBezTo>
                <a:lnTo>
                  <a:pt x="92727" y="81816"/>
                </a:lnTo>
                <a:cubicBezTo>
                  <a:pt x="92727" y="84833"/>
                  <a:pt x="95172" y="87272"/>
                  <a:pt x="98183" y="87272"/>
                </a:cubicBezTo>
                <a:lnTo>
                  <a:pt x="98183" y="98183"/>
                </a:lnTo>
                <a:lnTo>
                  <a:pt x="21816" y="98183"/>
                </a:lnTo>
                <a:lnTo>
                  <a:pt x="21816" y="21816"/>
                </a:lnTo>
                <a:lnTo>
                  <a:pt x="98183" y="21816"/>
                </a:lnTo>
                <a:cubicBezTo>
                  <a:pt x="98183" y="21816"/>
                  <a:pt x="98183" y="32727"/>
                  <a:pt x="98183" y="32727"/>
                </a:cubicBezTo>
                <a:close/>
                <a:moveTo>
                  <a:pt x="103638" y="32727"/>
                </a:moveTo>
                <a:lnTo>
                  <a:pt x="103638" y="16361"/>
                </a:lnTo>
                <a:lnTo>
                  <a:pt x="16361" y="16361"/>
                </a:lnTo>
                <a:lnTo>
                  <a:pt x="16361" y="103638"/>
                </a:lnTo>
                <a:lnTo>
                  <a:pt x="103638" y="103638"/>
                </a:lnTo>
                <a:lnTo>
                  <a:pt x="103638" y="87272"/>
                </a:lnTo>
                <a:cubicBezTo>
                  <a:pt x="106644" y="87272"/>
                  <a:pt x="109088" y="84833"/>
                  <a:pt x="109088" y="81816"/>
                </a:cubicBezTo>
                <a:lnTo>
                  <a:pt x="109088" y="76361"/>
                </a:lnTo>
                <a:cubicBezTo>
                  <a:pt x="109088" y="73355"/>
                  <a:pt x="106644" y="70911"/>
                  <a:pt x="103638" y="70911"/>
                </a:cubicBezTo>
                <a:lnTo>
                  <a:pt x="103638" y="49088"/>
                </a:lnTo>
                <a:cubicBezTo>
                  <a:pt x="106644" y="49088"/>
                  <a:pt x="109088" y="46644"/>
                  <a:pt x="109088" y="43638"/>
                </a:cubicBezTo>
                <a:lnTo>
                  <a:pt x="109088" y="38183"/>
                </a:lnTo>
                <a:cubicBezTo>
                  <a:pt x="109088" y="35172"/>
                  <a:pt x="106644" y="32727"/>
                  <a:pt x="103638" y="32727"/>
                </a:cubicBezTo>
              </a:path>
            </a:pathLst>
          </a:custGeom>
          <a:solidFill>
            <a:schemeClr val="tx2"/>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sp>
        <p:nvSpPr>
          <p:cNvPr id="48" name="Shape 7685">
            <a:extLst>
              <a:ext uri="{FF2B5EF4-FFF2-40B4-BE49-F238E27FC236}">
                <a16:creationId xmlns:a16="http://schemas.microsoft.com/office/drawing/2014/main" id="{99571AEF-BF16-5ADD-629D-2A7F7ED27039}"/>
              </a:ext>
            </a:extLst>
          </p:cNvPr>
          <p:cNvSpPr/>
          <p:nvPr/>
        </p:nvSpPr>
        <p:spPr>
          <a:xfrm>
            <a:off x="8996985" y="5037182"/>
            <a:ext cx="443818" cy="459611"/>
          </a:xfrm>
          <a:custGeom>
            <a:avLst/>
            <a:gdLst/>
            <a:ahLst/>
            <a:cxnLst/>
            <a:rect l="0" t="0" r="0" b="0"/>
            <a:pathLst>
              <a:path w="120000" h="120000" extrusionOk="0">
                <a:moveTo>
                  <a:pt x="86666" y="33755"/>
                </a:moveTo>
                <a:cubicBezTo>
                  <a:pt x="80155" y="39494"/>
                  <a:pt x="70472" y="42494"/>
                  <a:pt x="55950" y="43350"/>
                </a:cubicBezTo>
                <a:cubicBezTo>
                  <a:pt x="54477" y="40327"/>
                  <a:pt x="50888" y="38183"/>
                  <a:pt x="46666" y="38183"/>
                </a:cubicBezTo>
                <a:cubicBezTo>
                  <a:pt x="42444" y="38183"/>
                  <a:pt x="38855" y="40327"/>
                  <a:pt x="37383" y="43350"/>
                </a:cubicBezTo>
                <a:cubicBezTo>
                  <a:pt x="22861" y="42494"/>
                  <a:pt x="13177" y="39494"/>
                  <a:pt x="6666" y="33755"/>
                </a:cubicBezTo>
                <a:lnTo>
                  <a:pt x="6666" y="32727"/>
                </a:lnTo>
                <a:cubicBezTo>
                  <a:pt x="6666" y="29716"/>
                  <a:pt x="9655" y="27272"/>
                  <a:pt x="13333" y="27272"/>
                </a:cubicBezTo>
                <a:lnTo>
                  <a:pt x="80000" y="27272"/>
                </a:lnTo>
                <a:cubicBezTo>
                  <a:pt x="83677" y="27272"/>
                  <a:pt x="86666" y="29716"/>
                  <a:pt x="86666" y="32727"/>
                </a:cubicBezTo>
                <a:cubicBezTo>
                  <a:pt x="86666" y="32727"/>
                  <a:pt x="86666" y="33755"/>
                  <a:pt x="86666" y="33755"/>
                </a:cubicBezTo>
                <a:close/>
                <a:moveTo>
                  <a:pt x="43333" y="46366"/>
                </a:moveTo>
                <a:cubicBezTo>
                  <a:pt x="43333" y="44855"/>
                  <a:pt x="44827" y="43638"/>
                  <a:pt x="46666" y="43638"/>
                </a:cubicBezTo>
                <a:cubicBezTo>
                  <a:pt x="48505" y="43638"/>
                  <a:pt x="50000" y="44855"/>
                  <a:pt x="50000" y="46366"/>
                </a:cubicBezTo>
                <a:cubicBezTo>
                  <a:pt x="50000" y="47872"/>
                  <a:pt x="48505" y="49088"/>
                  <a:pt x="46666" y="49088"/>
                </a:cubicBezTo>
                <a:cubicBezTo>
                  <a:pt x="44827" y="49088"/>
                  <a:pt x="43333" y="47872"/>
                  <a:pt x="43333" y="46366"/>
                </a:cubicBezTo>
                <a:moveTo>
                  <a:pt x="86666" y="109088"/>
                </a:moveTo>
                <a:cubicBezTo>
                  <a:pt x="86666" y="112105"/>
                  <a:pt x="83677" y="114550"/>
                  <a:pt x="80000" y="114550"/>
                </a:cubicBezTo>
                <a:lnTo>
                  <a:pt x="13333" y="114550"/>
                </a:lnTo>
                <a:cubicBezTo>
                  <a:pt x="9655" y="114550"/>
                  <a:pt x="6666" y="112105"/>
                  <a:pt x="6666" y="109088"/>
                </a:cubicBezTo>
                <a:lnTo>
                  <a:pt x="6666" y="40655"/>
                </a:lnTo>
                <a:cubicBezTo>
                  <a:pt x="14766" y="45800"/>
                  <a:pt x="23894" y="48144"/>
                  <a:pt x="37183" y="48833"/>
                </a:cubicBezTo>
                <a:cubicBezTo>
                  <a:pt x="38466" y="52138"/>
                  <a:pt x="42205" y="54550"/>
                  <a:pt x="46666" y="54550"/>
                </a:cubicBezTo>
                <a:cubicBezTo>
                  <a:pt x="51127" y="54550"/>
                  <a:pt x="54861" y="52138"/>
                  <a:pt x="56155" y="48833"/>
                </a:cubicBezTo>
                <a:cubicBezTo>
                  <a:pt x="69438" y="48144"/>
                  <a:pt x="78566" y="45800"/>
                  <a:pt x="86666" y="40655"/>
                </a:cubicBezTo>
                <a:cubicBezTo>
                  <a:pt x="86666" y="40655"/>
                  <a:pt x="86666" y="109088"/>
                  <a:pt x="86666" y="109088"/>
                </a:cubicBezTo>
                <a:close/>
                <a:moveTo>
                  <a:pt x="80000" y="21816"/>
                </a:moveTo>
                <a:lnTo>
                  <a:pt x="13333" y="21816"/>
                </a:lnTo>
                <a:cubicBezTo>
                  <a:pt x="5972" y="21816"/>
                  <a:pt x="0" y="26700"/>
                  <a:pt x="0" y="32727"/>
                </a:cubicBezTo>
                <a:lnTo>
                  <a:pt x="0" y="109088"/>
                </a:lnTo>
                <a:cubicBezTo>
                  <a:pt x="0" y="115116"/>
                  <a:pt x="5972" y="120000"/>
                  <a:pt x="13333" y="120000"/>
                </a:cubicBezTo>
                <a:lnTo>
                  <a:pt x="80000" y="120000"/>
                </a:lnTo>
                <a:cubicBezTo>
                  <a:pt x="87361" y="120000"/>
                  <a:pt x="93333" y="115116"/>
                  <a:pt x="93333" y="109088"/>
                </a:cubicBezTo>
                <a:lnTo>
                  <a:pt x="93333" y="32727"/>
                </a:lnTo>
                <a:cubicBezTo>
                  <a:pt x="93333" y="26700"/>
                  <a:pt x="87361" y="21816"/>
                  <a:pt x="80000" y="21816"/>
                </a:cubicBezTo>
                <a:moveTo>
                  <a:pt x="30000" y="98183"/>
                </a:moveTo>
                <a:lnTo>
                  <a:pt x="23333" y="98183"/>
                </a:lnTo>
                <a:cubicBezTo>
                  <a:pt x="21494" y="98183"/>
                  <a:pt x="20000" y="99405"/>
                  <a:pt x="20000" y="100911"/>
                </a:cubicBezTo>
                <a:cubicBezTo>
                  <a:pt x="20000" y="102416"/>
                  <a:pt x="21494" y="103638"/>
                  <a:pt x="23333" y="103638"/>
                </a:cubicBezTo>
                <a:lnTo>
                  <a:pt x="30000" y="103638"/>
                </a:lnTo>
                <a:cubicBezTo>
                  <a:pt x="31838" y="103638"/>
                  <a:pt x="33333" y="102416"/>
                  <a:pt x="33333" y="100911"/>
                </a:cubicBezTo>
                <a:cubicBezTo>
                  <a:pt x="33333" y="99405"/>
                  <a:pt x="31838" y="98183"/>
                  <a:pt x="30000" y="98183"/>
                </a:cubicBezTo>
                <a:moveTo>
                  <a:pt x="36666" y="87272"/>
                </a:moveTo>
                <a:lnTo>
                  <a:pt x="23333" y="87272"/>
                </a:lnTo>
                <a:cubicBezTo>
                  <a:pt x="21494" y="87272"/>
                  <a:pt x="20000" y="88494"/>
                  <a:pt x="20000" y="90000"/>
                </a:cubicBezTo>
                <a:cubicBezTo>
                  <a:pt x="20000" y="91511"/>
                  <a:pt x="21494" y="92727"/>
                  <a:pt x="23333" y="92727"/>
                </a:cubicBezTo>
                <a:lnTo>
                  <a:pt x="36666" y="92727"/>
                </a:lnTo>
                <a:cubicBezTo>
                  <a:pt x="38505" y="92727"/>
                  <a:pt x="40000" y="91511"/>
                  <a:pt x="40000" y="90000"/>
                </a:cubicBezTo>
                <a:cubicBezTo>
                  <a:pt x="40000" y="88494"/>
                  <a:pt x="38505" y="87272"/>
                  <a:pt x="36666" y="87272"/>
                </a:cubicBezTo>
                <a:moveTo>
                  <a:pt x="106666" y="0"/>
                </a:moveTo>
                <a:lnTo>
                  <a:pt x="40000" y="0"/>
                </a:lnTo>
                <a:cubicBezTo>
                  <a:pt x="32638" y="0"/>
                  <a:pt x="26666" y="4883"/>
                  <a:pt x="26666" y="10911"/>
                </a:cubicBezTo>
                <a:lnTo>
                  <a:pt x="26666" y="13638"/>
                </a:lnTo>
                <a:cubicBezTo>
                  <a:pt x="26666" y="15144"/>
                  <a:pt x="28161" y="16361"/>
                  <a:pt x="30000" y="16361"/>
                </a:cubicBezTo>
                <a:cubicBezTo>
                  <a:pt x="31838" y="16361"/>
                  <a:pt x="33333" y="15144"/>
                  <a:pt x="33333" y="13638"/>
                </a:cubicBezTo>
                <a:lnTo>
                  <a:pt x="33333" y="10911"/>
                </a:lnTo>
                <a:cubicBezTo>
                  <a:pt x="33333" y="7900"/>
                  <a:pt x="36322" y="5455"/>
                  <a:pt x="40000" y="5455"/>
                </a:cubicBezTo>
                <a:lnTo>
                  <a:pt x="106666" y="5455"/>
                </a:lnTo>
                <a:cubicBezTo>
                  <a:pt x="110344" y="5455"/>
                  <a:pt x="113333" y="7900"/>
                  <a:pt x="113333" y="10911"/>
                </a:cubicBezTo>
                <a:lnTo>
                  <a:pt x="113333" y="87272"/>
                </a:lnTo>
                <a:cubicBezTo>
                  <a:pt x="113333" y="90288"/>
                  <a:pt x="110344" y="92727"/>
                  <a:pt x="106666" y="92727"/>
                </a:cubicBezTo>
                <a:lnTo>
                  <a:pt x="103333" y="92727"/>
                </a:lnTo>
                <a:cubicBezTo>
                  <a:pt x="101494" y="92727"/>
                  <a:pt x="100000" y="93950"/>
                  <a:pt x="100000" y="95455"/>
                </a:cubicBezTo>
                <a:cubicBezTo>
                  <a:pt x="100000" y="96961"/>
                  <a:pt x="101494" y="98183"/>
                  <a:pt x="103333" y="98183"/>
                </a:cubicBezTo>
                <a:lnTo>
                  <a:pt x="106666" y="98183"/>
                </a:lnTo>
                <a:cubicBezTo>
                  <a:pt x="114027" y="98183"/>
                  <a:pt x="120000" y="93300"/>
                  <a:pt x="120000" y="87272"/>
                </a:cubicBezTo>
                <a:lnTo>
                  <a:pt x="120000" y="10911"/>
                </a:lnTo>
                <a:cubicBezTo>
                  <a:pt x="120000" y="4883"/>
                  <a:pt x="114027" y="0"/>
                  <a:pt x="106666" y="0"/>
                </a:cubicBezTo>
              </a:path>
            </a:pathLst>
          </a:custGeom>
          <a:solidFill>
            <a:schemeClr val="tx2"/>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sp>
        <p:nvSpPr>
          <p:cNvPr id="49" name="Shape 7541">
            <a:extLst>
              <a:ext uri="{FF2B5EF4-FFF2-40B4-BE49-F238E27FC236}">
                <a16:creationId xmlns:a16="http://schemas.microsoft.com/office/drawing/2014/main" id="{6A2B4B31-B740-FFF6-7203-98ECFA7F3453}"/>
              </a:ext>
            </a:extLst>
          </p:cNvPr>
          <p:cNvSpPr/>
          <p:nvPr/>
        </p:nvSpPr>
        <p:spPr>
          <a:xfrm>
            <a:off x="9068255" y="5879587"/>
            <a:ext cx="386210" cy="406720"/>
          </a:xfrm>
          <a:custGeom>
            <a:avLst/>
            <a:gdLst/>
            <a:ahLst/>
            <a:cxnLst/>
            <a:rect l="0" t="0" r="0" b="0"/>
            <a:pathLst>
              <a:path w="120000" h="120000" extrusionOk="0">
                <a:moveTo>
                  <a:pt x="116957" y="78068"/>
                </a:moveTo>
                <a:lnTo>
                  <a:pt x="116957" y="78068"/>
                </a:lnTo>
                <a:cubicBezTo>
                  <a:pt x="110873" y="88000"/>
                  <a:pt x="86873" y="95172"/>
                  <a:pt x="60169" y="95172"/>
                </a:cubicBezTo>
                <a:cubicBezTo>
                  <a:pt x="32788" y="95172"/>
                  <a:pt x="12169" y="88000"/>
                  <a:pt x="3042" y="78068"/>
                </a:cubicBezTo>
                <a:cubicBezTo>
                  <a:pt x="3042" y="75862"/>
                  <a:pt x="0" y="78068"/>
                  <a:pt x="0" y="78068"/>
                </a:cubicBezTo>
                <a:cubicBezTo>
                  <a:pt x="0" y="80551"/>
                  <a:pt x="0" y="92689"/>
                  <a:pt x="0" y="92689"/>
                </a:cubicBezTo>
                <a:cubicBezTo>
                  <a:pt x="0" y="105103"/>
                  <a:pt x="27042" y="119724"/>
                  <a:pt x="60169" y="119724"/>
                </a:cubicBezTo>
                <a:cubicBezTo>
                  <a:pt x="92957" y="119724"/>
                  <a:pt x="119661" y="105103"/>
                  <a:pt x="119661" y="92689"/>
                </a:cubicBezTo>
                <a:cubicBezTo>
                  <a:pt x="119661" y="92689"/>
                  <a:pt x="119661" y="80551"/>
                  <a:pt x="119661" y="78068"/>
                </a:cubicBezTo>
                <a:cubicBezTo>
                  <a:pt x="119661" y="78068"/>
                  <a:pt x="116957" y="75862"/>
                  <a:pt x="116957" y="78068"/>
                </a:cubicBezTo>
                <a:close/>
                <a:moveTo>
                  <a:pt x="116957" y="44137"/>
                </a:moveTo>
                <a:lnTo>
                  <a:pt x="116957" y="44137"/>
                </a:lnTo>
                <a:cubicBezTo>
                  <a:pt x="110873" y="51310"/>
                  <a:pt x="86873" y="58758"/>
                  <a:pt x="60169" y="58758"/>
                </a:cubicBezTo>
                <a:cubicBezTo>
                  <a:pt x="32788" y="58758"/>
                  <a:pt x="12169" y="51310"/>
                  <a:pt x="3042" y="44137"/>
                </a:cubicBezTo>
                <a:cubicBezTo>
                  <a:pt x="3042" y="41655"/>
                  <a:pt x="0" y="44137"/>
                  <a:pt x="0" y="44137"/>
                </a:cubicBezTo>
                <a:lnTo>
                  <a:pt x="0" y="61241"/>
                </a:lnTo>
                <a:cubicBezTo>
                  <a:pt x="0" y="70896"/>
                  <a:pt x="27042" y="80551"/>
                  <a:pt x="60169" y="80551"/>
                </a:cubicBezTo>
                <a:cubicBezTo>
                  <a:pt x="92957" y="80551"/>
                  <a:pt x="119661" y="70896"/>
                  <a:pt x="119661" y="61241"/>
                </a:cubicBezTo>
                <a:lnTo>
                  <a:pt x="119661" y="44137"/>
                </a:lnTo>
                <a:cubicBezTo>
                  <a:pt x="119661" y="44137"/>
                  <a:pt x="116957" y="41655"/>
                  <a:pt x="116957" y="44137"/>
                </a:cubicBezTo>
                <a:close/>
                <a:moveTo>
                  <a:pt x="60169" y="0"/>
                </a:moveTo>
                <a:lnTo>
                  <a:pt x="60169" y="0"/>
                </a:lnTo>
                <a:cubicBezTo>
                  <a:pt x="27042" y="0"/>
                  <a:pt x="0" y="7172"/>
                  <a:pt x="0" y="17103"/>
                </a:cubicBezTo>
                <a:cubicBezTo>
                  <a:pt x="0" y="26758"/>
                  <a:pt x="0" y="26758"/>
                  <a:pt x="0" y="26758"/>
                </a:cubicBezTo>
                <a:cubicBezTo>
                  <a:pt x="0" y="36689"/>
                  <a:pt x="27042" y="44137"/>
                  <a:pt x="60169" y="44137"/>
                </a:cubicBezTo>
                <a:cubicBezTo>
                  <a:pt x="92957" y="44137"/>
                  <a:pt x="119661" y="36689"/>
                  <a:pt x="119661" y="26758"/>
                </a:cubicBezTo>
                <a:cubicBezTo>
                  <a:pt x="119661" y="17103"/>
                  <a:pt x="119661" y="17103"/>
                  <a:pt x="119661" y="17103"/>
                </a:cubicBezTo>
                <a:cubicBezTo>
                  <a:pt x="119661" y="7172"/>
                  <a:pt x="92957" y="0"/>
                  <a:pt x="60169" y="0"/>
                </a:cubicBezTo>
                <a:close/>
              </a:path>
            </a:pathLst>
          </a:custGeom>
          <a:solidFill>
            <a:schemeClr val="tx2"/>
          </a:solidFill>
          <a:ln>
            <a:noFill/>
          </a:ln>
        </p:spPr>
        <p:txBody>
          <a:bodyPr lIns="45700" tIns="22850" rIns="45700" bIns="22850" anchor="ctr" anchorCtr="0">
            <a:noAutofit/>
          </a:bodyPr>
          <a:lstStyle/>
          <a:p>
            <a:endParaRPr sz="900">
              <a:solidFill>
                <a:schemeClr val="dk1"/>
              </a:solidFill>
              <a:latin typeface="Calibri"/>
              <a:ea typeface="Calibri"/>
              <a:cs typeface="Calibri"/>
              <a:sym typeface="Calibri"/>
            </a:endParaRPr>
          </a:p>
        </p:txBody>
      </p:sp>
      <p:sp>
        <p:nvSpPr>
          <p:cNvPr id="50" name="ZoneTexte 49">
            <a:extLst>
              <a:ext uri="{FF2B5EF4-FFF2-40B4-BE49-F238E27FC236}">
                <a16:creationId xmlns:a16="http://schemas.microsoft.com/office/drawing/2014/main" id="{CAB5ED43-B555-F442-73CE-AF2663307A35}"/>
              </a:ext>
            </a:extLst>
          </p:cNvPr>
          <p:cNvSpPr txBox="1"/>
          <p:nvPr/>
        </p:nvSpPr>
        <p:spPr>
          <a:xfrm>
            <a:off x="9731659" y="1905483"/>
            <a:ext cx="1130438" cy="307777"/>
          </a:xfrm>
          <a:prstGeom prst="rect">
            <a:avLst/>
          </a:prstGeom>
          <a:noFill/>
        </p:spPr>
        <p:txBody>
          <a:bodyPr wrap="none" rtlCol="0">
            <a:spAutoFit/>
          </a:bodyPr>
          <a:lstStyle/>
          <a:p>
            <a:r>
              <a:rPr lang="fr-FR" sz="1400" i="1">
                <a:solidFill>
                  <a:schemeClr val="tx2"/>
                </a:solidFill>
              </a:rPr>
              <a:t>Backend #1</a:t>
            </a:r>
          </a:p>
        </p:txBody>
      </p:sp>
      <p:sp>
        <p:nvSpPr>
          <p:cNvPr id="51" name="ZoneTexte 50">
            <a:extLst>
              <a:ext uri="{FF2B5EF4-FFF2-40B4-BE49-F238E27FC236}">
                <a16:creationId xmlns:a16="http://schemas.microsoft.com/office/drawing/2014/main" id="{96215223-FBA6-1BB7-CDBD-27FC1FB4C647}"/>
              </a:ext>
            </a:extLst>
          </p:cNvPr>
          <p:cNvSpPr txBox="1"/>
          <p:nvPr/>
        </p:nvSpPr>
        <p:spPr>
          <a:xfrm>
            <a:off x="9731659" y="2595630"/>
            <a:ext cx="1298753" cy="307777"/>
          </a:xfrm>
          <a:prstGeom prst="rect">
            <a:avLst/>
          </a:prstGeom>
          <a:noFill/>
        </p:spPr>
        <p:txBody>
          <a:bodyPr wrap="none" rtlCol="0">
            <a:spAutoFit/>
          </a:bodyPr>
          <a:lstStyle/>
          <a:p>
            <a:r>
              <a:rPr lang="fr-FR" sz="1400" i="1">
                <a:solidFill>
                  <a:schemeClr val="tx2"/>
                </a:solidFill>
              </a:rPr>
              <a:t>Référentiel #1</a:t>
            </a:r>
          </a:p>
        </p:txBody>
      </p:sp>
      <p:sp>
        <p:nvSpPr>
          <p:cNvPr id="52" name="ZoneTexte 51">
            <a:extLst>
              <a:ext uri="{FF2B5EF4-FFF2-40B4-BE49-F238E27FC236}">
                <a16:creationId xmlns:a16="http://schemas.microsoft.com/office/drawing/2014/main" id="{82072B11-1794-9A07-9781-EA4C96342336}"/>
              </a:ext>
            </a:extLst>
          </p:cNvPr>
          <p:cNvSpPr txBox="1"/>
          <p:nvPr/>
        </p:nvSpPr>
        <p:spPr>
          <a:xfrm>
            <a:off x="9731659" y="5082321"/>
            <a:ext cx="1298753" cy="307777"/>
          </a:xfrm>
          <a:prstGeom prst="rect">
            <a:avLst/>
          </a:prstGeom>
          <a:noFill/>
        </p:spPr>
        <p:txBody>
          <a:bodyPr wrap="none" rtlCol="0">
            <a:spAutoFit/>
          </a:bodyPr>
          <a:lstStyle/>
          <a:p>
            <a:r>
              <a:rPr lang="fr-FR" sz="1400" i="1">
                <a:solidFill>
                  <a:schemeClr val="tx2"/>
                </a:solidFill>
              </a:rPr>
              <a:t>Référentiel #2</a:t>
            </a:r>
          </a:p>
        </p:txBody>
      </p:sp>
      <p:sp>
        <p:nvSpPr>
          <p:cNvPr id="53" name="ZoneTexte 52">
            <a:extLst>
              <a:ext uri="{FF2B5EF4-FFF2-40B4-BE49-F238E27FC236}">
                <a16:creationId xmlns:a16="http://schemas.microsoft.com/office/drawing/2014/main" id="{97A81B8C-62DD-2E35-DC2A-36DF06A55A25}"/>
              </a:ext>
            </a:extLst>
          </p:cNvPr>
          <p:cNvSpPr txBox="1"/>
          <p:nvPr/>
        </p:nvSpPr>
        <p:spPr>
          <a:xfrm>
            <a:off x="9731659" y="4196811"/>
            <a:ext cx="2085827" cy="307777"/>
          </a:xfrm>
          <a:prstGeom prst="rect">
            <a:avLst/>
          </a:prstGeom>
          <a:noFill/>
        </p:spPr>
        <p:txBody>
          <a:bodyPr wrap="none" rtlCol="0">
            <a:spAutoFit/>
          </a:bodyPr>
          <a:lstStyle/>
          <a:p>
            <a:r>
              <a:rPr lang="fr-FR" sz="1400" i="1">
                <a:solidFill>
                  <a:schemeClr val="tx2"/>
                </a:solidFill>
              </a:rPr>
              <a:t>Données confidentielles</a:t>
            </a:r>
          </a:p>
        </p:txBody>
      </p:sp>
      <p:sp>
        <p:nvSpPr>
          <p:cNvPr id="54" name="ZoneTexte 53">
            <a:extLst>
              <a:ext uri="{FF2B5EF4-FFF2-40B4-BE49-F238E27FC236}">
                <a16:creationId xmlns:a16="http://schemas.microsoft.com/office/drawing/2014/main" id="{D5EBE5B5-6DF0-759F-70B0-4B11FD280681}"/>
              </a:ext>
            </a:extLst>
          </p:cNvPr>
          <p:cNvSpPr txBox="1"/>
          <p:nvPr/>
        </p:nvSpPr>
        <p:spPr>
          <a:xfrm>
            <a:off x="9731659" y="3447507"/>
            <a:ext cx="1130438" cy="307777"/>
          </a:xfrm>
          <a:prstGeom prst="rect">
            <a:avLst/>
          </a:prstGeom>
          <a:noFill/>
        </p:spPr>
        <p:txBody>
          <a:bodyPr wrap="none" rtlCol="0">
            <a:spAutoFit/>
          </a:bodyPr>
          <a:lstStyle/>
          <a:p>
            <a:r>
              <a:rPr lang="fr-FR" sz="1400" i="1">
                <a:solidFill>
                  <a:schemeClr val="tx2"/>
                </a:solidFill>
              </a:rPr>
              <a:t>Backend #2</a:t>
            </a:r>
          </a:p>
        </p:txBody>
      </p:sp>
      <p:sp>
        <p:nvSpPr>
          <p:cNvPr id="55" name="ZoneTexte 54">
            <a:extLst>
              <a:ext uri="{FF2B5EF4-FFF2-40B4-BE49-F238E27FC236}">
                <a16:creationId xmlns:a16="http://schemas.microsoft.com/office/drawing/2014/main" id="{B81E8491-BDBD-D3FA-0357-E7F3FD7E6D33}"/>
              </a:ext>
            </a:extLst>
          </p:cNvPr>
          <p:cNvSpPr txBox="1"/>
          <p:nvPr/>
        </p:nvSpPr>
        <p:spPr>
          <a:xfrm>
            <a:off x="9847057" y="5936544"/>
            <a:ext cx="1667444" cy="307777"/>
          </a:xfrm>
          <a:prstGeom prst="rect">
            <a:avLst/>
          </a:prstGeom>
          <a:noFill/>
        </p:spPr>
        <p:txBody>
          <a:bodyPr wrap="none" rtlCol="0">
            <a:spAutoFit/>
          </a:bodyPr>
          <a:lstStyle/>
          <a:p>
            <a:r>
              <a:rPr lang="fr-FR" sz="1400" i="1">
                <a:solidFill>
                  <a:schemeClr val="tx2"/>
                </a:solidFill>
              </a:rPr>
              <a:t>Bases de données</a:t>
            </a:r>
          </a:p>
        </p:txBody>
      </p:sp>
      <p:sp>
        <p:nvSpPr>
          <p:cNvPr id="56" name="ZoneTexte 55">
            <a:extLst>
              <a:ext uri="{FF2B5EF4-FFF2-40B4-BE49-F238E27FC236}">
                <a16:creationId xmlns:a16="http://schemas.microsoft.com/office/drawing/2014/main" id="{8A393FCD-311C-1BF0-162B-7098C2315FAF}"/>
              </a:ext>
            </a:extLst>
          </p:cNvPr>
          <p:cNvSpPr txBox="1"/>
          <p:nvPr/>
        </p:nvSpPr>
        <p:spPr>
          <a:xfrm>
            <a:off x="336543" y="1821980"/>
            <a:ext cx="689548" cy="307777"/>
          </a:xfrm>
          <a:prstGeom prst="rect">
            <a:avLst/>
          </a:prstGeom>
          <a:noFill/>
        </p:spPr>
        <p:txBody>
          <a:bodyPr wrap="none" rtlCol="0">
            <a:spAutoFit/>
          </a:bodyPr>
          <a:lstStyle/>
          <a:p>
            <a:r>
              <a:rPr lang="fr-FR" sz="1400" i="1"/>
              <a:t>Vitrine</a:t>
            </a:r>
          </a:p>
        </p:txBody>
      </p:sp>
      <p:sp>
        <p:nvSpPr>
          <p:cNvPr id="57" name="ZoneTexte 56">
            <a:extLst>
              <a:ext uri="{FF2B5EF4-FFF2-40B4-BE49-F238E27FC236}">
                <a16:creationId xmlns:a16="http://schemas.microsoft.com/office/drawing/2014/main" id="{B34DEA60-6167-CEC4-9AA3-992FE3F74A9F}"/>
              </a:ext>
            </a:extLst>
          </p:cNvPr>
          <p:cNvSpPr txBox="1"/>
          <p:nvPr/>
        </p:nvSpPr>
        <p:spPr>
          <a:xfrm>
            <a:off x="336543" y="2681826"/>
            <a:ext cx="1109599" cy="307777"/>
          </a:xfrm>
          <a:prstGeom prst="rect">
            <a:avLst/>
          </a:prstGeom>
          <a:noFill/>
        </p:spPr>
        <p:txBody>
          <a:bodyPr wrap="none" rtlCol="0">
            <a:spAutoFit/>
          </a:bodyPr>
          <a:lstStyle/>
          <a:p>
            <a:r>
              <a:rPr lang="fr-FR" sz="1400" i="1"/>
              <a:t>Commande</a:t>
            </a:r>
          </a:p>
        </p:txBody>
      </p:sp>
      <p:sp>
        <p:nvSpPr>
          <p:cNvPr id="58" name="ZoneTexte 57">
            <a:extLst>
              <a:ext uri="{FF2B5EF4-FFF2-40B4-BE49-F238E27FC236}">
                <a16:creationId xmlns:a16="http://schemas.microsoft.com/office/drawing/2014/main" id="{86A6FA3E-7268-9A3D-5B19-74B228C449D2}"/>
              </a:ext>
            </a:extLst>
          </p:cNvPr>
          <p:cNvSpPr txBox="1"/>
          <p:nvPr/>
        </p:nvSpPr>
        <p:spPr>
          <a:xfrm>
            <a:off x="336543" y="3541672"/>
            <a:ext cx="801823" cy="307777"/>
          </a:xfrm>
          <a:prstGeom prst="rect">
            <a:avLst/>
          </a:prstGeom>
          <a:noFill/>
        </p:spPr>
        <p:txBody>
          <a:bodyPr wrap="none" rtlCol="0">
            <a:spAutoFit/>
          </a:bodyPr>
          <a:lstStyle/>
          <a:p>
            <a:r>
              <a:rPr lang="fr-FR" sz="1400" i="1"/>
              <a:t>Mobilité</a:t>
            </a:r>
          </a:p>
        </p:txBody>
      </p:sp>
      <p:sp>
        <p:nvSpPr>
          <p:cNvPr id="59" name="ZoneTexte 58">
            <a:extLst>
              <a:ext uri="{FF2B5EF4-FFF2-40B4-BE49-F238E27FC236}">
                <a16:creationId xmlns:a16="http://schemas.microsoft.com/office/drawing/2014/main" id="{A670835A-0592-6E62-7BFB-294ED39DB1AF}"/>
              </a:ext>
            </a:extLst>
          </p:cNvPr>
          <p:cNvSpPr txBox="1"/>
          <p:nvPr/>
        </p:nvSpPr>
        <p:spPr>
          <a:xfrm>
            <a:off x="336543" y="4401518"/>
            <a:ext cx="1010213" cy="307777"/>
          </a:xfrm>
          <a:prstGeom prst="rect">
            <a:avLst/>
          </a:prstGeom>
          <a:noFill/>
        </p:spPr>
        <p:txBody>
          <a:bodyPr wrap="none" rtlCol="0">
            <a:spAutoFit/>
          </a:bodyPr>
          <a:lstStyle/>
          <a:p>
            <a:r>
              <a:rPr lang="fr-FR" sz="1400" i="1"/>
              <a:t>Partenaire</a:t>
            </a:r>
          </a:p>
        </p:txBody>
      </p:sp>
      <p:sp>
        <p:nvSpPr>
          <p:cNvPr id="60" name="ZoneTexte 59">
            <a:extLst>
              <a:ext uri="{FF2B5EF4-FFF2-40B4-BE49-F238E27FC236}">
                <a16:creationId xmlns:a16="http://schemas.microsoft.com/office/drawing/2014/main" id="{FF757500-15D2-3955-9E92-6BBE52D1F4D8}"/>
              </a:ext>
            </a:extLst>
          </p:cNvPr>
          <p:cNvSpPr txBox="1"/>
          <p:nvPr/>
        </p:nvSpPr>
        <p:spPr>
          <a:xfrm>
            <a:off x="336543" y="5261364"/>
            <a:ext cx="574196" cy="307777"/>
          </a:xfrm>
          <a:prstGeom prst="rect">
            <a:avLst/>
          </a:prstGeom>
          <a:noFill/>
        </p:spPr>
        <p:txBody>
          <a:bodyPr wrap="none" rtlCol="0">
            <a:spAutoFit/>
          </a:bodyPr>
          <a:lstStyle/>
          <a:p>
            <a:r>
              <a:rPr lang="fr-FR" sz="1400" i="1"/>
              <a:t>Suivi</a:t>
            </a:r>
          </a:p>
        </p:txBody>
      </p:sp>
      <p:sp>
        <p:nvSpPr>
          <p:cNvPr id="61" name="ZoneTexte 60">
            <a:extLst>
              <a:ext uri="{FF2B5EF4-FFF2-40B4-BE49-F238E27FC236}">
                <a16:creationId xmlns:a16="http://schemas.microsoft.com/office/drawing/2014/main" id="{EAD9EB98-9474-9771-0B35-E1B785FA58E6}"/>
              </a:ext>
            </a:extLst>
          </p:cNvPr>
          <p:cNvSpPr txBox="1"/>
          <p:nvPr/>
        </p:nvSpPr>
        <p:spPr>
          <a:xfrm>
            <a:off x="336543" y="6121210"/>
            <a:ext cx="1367970" cy="307777"/>
          </a:xfrm>
          <a:prstGeom prst="rect">
            <a:avLst/>
          </a:prstGeom>
          <a:noFill/>
        </p:spPr>
        <p:txBody>
          <a:bodyPr wrap="square" rtlCol="0">
            <a:spAutoFit/>
          </a:bodyPr>
          <a:lstStyle/>
          <a:p>
            <a:r>
              <a:rPr lang="fr-FR" sz="1400" i="1"/>
              <a:t>Innovation</a:t>
            </a:r>
          </a:p>
        </p:txBody>
      </p:sp>
      <p:sp>
        <p:nvSpPr>
          <p:cNvPr id="88" name="Rectangle 87">
            <a:extLst>
              <a:ext uri="{FF2B5EF4-FFF2-40B4-BE49-F238E27FC236}">
                <a16:creationId xmlns:a16="http://schemas.microsoft.com/office/drawing/2014/main" id="{CE8BAD85-D6C6-8EAF-8C54-CDB8A330E3BA}"/>
              </a:ext>
            </a:extLst>
          </p:cNvPr>
          <p:cNvSpPr/>
          <p:nvPr>
            <p:custDataLst>
              <p:tags r:id="rId1"/>
            </p:custDataLst>
          </p:nvPr>
        </p:nvSpPr>
        <p:spPr>
          <a:xfrm>
            <a:off x="0" y="1249674"/>
            <a:ext cx="12192000" cy="406265"/>
          </a:xfrm>
          <a:prstGeom prst="rect">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Les </a:t>
            </a:r>
            <a:r>
              <a:rPr lang="fr-FR" sz="1200" b="1">
                <a:solidFill>
                  <a:schemeClr val="tx2"/>
                </a:solidFill>
              </a:rPr>
              <a:t>plateformes d’échanges </a:t>
            </a:r>
            <a:r>
              <a:rPr lang="fr-FR" sz="1200">
                <a:solidFill>
                  <a:schemeClr val="tx1"/>
                </a:solidFill>
              </a:rPr>
              <a:t>sont constituées de </a:t>
            </a:r>
            <a:r>
              <a:rPr lang="fr-FR" sz="1200" b="1">
                <a:solidFill>
                  <a:schemeClr val="tx2"/>
                </a:solidFill>
              </a:rPr>
              <a:t>solutions de médiation et intégration </a:t>
            </a:r>
            <a:r>
              <a:rPr lang="fr-FR" sz="1200">
                <a:solidFill>
                  <a:schemeClr val="tx1"/>
                </a:solidFill>
              </a:rPr>
              <a:t>facilitant l’évolution de l’écosystème applications et services </a:t>
            </a:r>
          </a:p>
        </p:txBody>
      </p:sp>
      <p:grpSp>
        <p:nvGrpSpPr>
          <p:cNvPr id="77" name="Groupe 76">
            <a:extLst>
              <a:ext uri="{FF2B5EF4-FFF2-40B4-BE49-F238E27FC236}">
                <a16:creationId xmlns:a16="http://schemas.microsoft.com/office/drawing/2014/main" id="{DB5BB1AD-D7D7-2521-594D-D38FAD97DE9E}"/>
              </a:ext>
            </a:extLst>
          </p:cNvPr>
          <p:cNvGrpSpPr/>
          <p:nvPr/>
        </p:nvGrpSpPr>
        <p:grpSpPr>
          <a:xfrm>
            <a:off x="2981804" y="1714241"/>
            <a:ext cx="5311433" cy="4610166"/>
            <a:chOff x="3044312" y="1780124"/>
            <a:chExt cx="5311433" cy="4610166"/>
          </a:xfrm>
        </p:grpSpPr>
        <p:sp>
          <p:nvSpPr>
            <p:cNvPr id="89" name="Rectangle : coins arrondis 88">
              <a:extLst>
                <a:ext uri="{FF2B5EF4-FFF2-40B4-BE49-F238E27FC236}">
                  <a16:creationId xmlns:a16="http://schemas.microsoft.com/office/drawing/2014/main" id="{685CF6C3-8A4F-2EC8-A161-CE03695BDA9A}"/>
                </a:ext>
              </a:extLst>
            </p:cNvPr>
            <p:cNvSpPr/>
            <p:nvPr/>
          </p:nvSpPr>
          <p:spPr>
            <a:xfrm>
              <a:off x="3044312" y="1780124"/>
              <a:ext cx="5311433" cy="4610166"/>
            </a:xfrm>
            <a:prstGeom prst="roundRect">
              <a:avLst>
                <a:gd name="adj" fmla="val 9970"/>
              </a:avLst>
            </a:prstGeom>
            <a:solidFill>
              <a:schemeClr val="bg1">
                <a:alpha val="83000"/>
              </a:schemeClr>
            </a:solidFill>
            <a:ln>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ZoneTexte 89">
              <a:extLst>
                <a:ext uri="{FF2B5EF4-FFF2-40B4-BE49-F238E27FC236}">
                  <a16:creationId xmlns:a16="http://schemas.microsoft.com/office/drawing/2014/main" id="{6592CF85-6574-8C0A-BFC7-72EB410587F0}"/>
                </a:ext>
              </a:extLst>
            </p:cNvPr>
            <p:cNvSpPr txBox="1"/>
            <p:nvPr/>
          </p:nvSpPr>
          <p:spPr>
            <a:xfrm>
              <a:off x="4229562" y="1887909"/>
              <a:ext cx="3382657" cy="461665"/>
            </a:xfrm>
            <a:prstGeom prst="rect">
              <a:avLst/>
            </a:prstGeom>
            <a:noFill/>
          </p:spPr>
          <p:txBody>
            <a:bodyPr wrap="none" rtlCol="0">
              <a:spAutoFit/>
            </a:bodyPr>
            <a:lstStyle/>
            <a:p>
              <a:r>
                <a:rPr lang="fr-FR" sz="2400" b="1">
                  <a:solidFill>
                    <a:schemeClr val="tx2"/>
                  </a:solidFill>
                </a:rPr>
                <a:t>Plateforme d’échange</a:t>
              </a:r>
            </a:p>
          </p:txBody>
        </p:sp>
      </p:grpSp>
      <p:sp>
        <p:nvSpPr>
          <p:cNvPr id="91" name="Rectangle : coins arrondis 90">
            <a:extLst>
              <a:ext uri="{FF2B5EF4-FFF2-40B4-BE49-F238E27FC236}">
                <a16:creationId xmlns:a16="http://schemas.microsoft.com/office/drawing/2014/main" id="{46EC74D8-A93D-11D7-C751-F3BC9093249A}"/>
              </a:ext>
            </a:extLst>
          </p:cNvPr>
          <p:cNvSpPr/>
          <p:nvPr/>
        </p:nvSpPr>
        <p:spPr>
          <a:xfrm>
            <a:off x="3647920" y="2529320"/>
            <a:ext cx="447766" cy="3300974"/>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fr-FR"/>
              <a:t>API Management</a:t>
            </a:r>
          </a:p>
        </p:txBody>
      </p:sp>
      <p:sp>
        <p:nvSpPr>
          <p:cNvPr id="92" name="Cylindre 91">
            <a:extLst>
              <a:ext uri="{FF2B5EF4-FFF2-40B4-BE49-F238E27FC236}">
                <a16:creationId xmlns:a16="http://schemas.microsoft.com/office/drawing/2014/main" id="{66ADBF4D-1811-8C3A-D55C-0AD92ADEAFB0}"/>
              </a:ext>
            </a:extLst>
          </p:cNvPr>
          <p:cNvSpPr/>
          <p:nvPr/>
        </p:nvSpPr>
        <p:spPr>
          <a:xfrm rot="5400000">
            <a:off x="5765700" y="1754614"/>
            <a:ext cx="461665" cy="2761621"/>
          </a:xfrm>
          <a:prstGeom prst="ca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fr-FR"/>
              <a:t>MOM - ESB</a:t>
            </a:r>
          </a:p>
        </p:txBody>
      </p:sp>
      <p:grpSp>
        <p:nvGrpSpPr>
          <p:cNvPr id="93" name="Groupe 92">
            <a:extLst>
              <a:ext uri="{FF2B5EF4-FFF2-40B4-BE49-F238E27FC236}">
                <a16:creationId xmlns:a16="http://schemas.microsoft.com/office/drawing/2014/main" id="{8DADF23C-D294-A04A-83CD-239DC0F3EAC2}"/>
              </a:ext>
            </a:extLst>
          </p:cNvPr>
          <p:cNvGrpSpPr/>
          <p:nvPr/>
        </p:nvGrpSpPr>
        <p:grpSpPr>
          <a:xfrm>
            <a:off x="4911588" y="4220156"/>
            <a:ext cx="2169888" cy="379361"/>
            <a:chOff x="4989250" y="4588797"/>
            <a:chExt cx="2169888" cy="379361"/>
          </a:xfrm>
        </p:grpSpPr>
        <p:grpSp>
          <p:nvGrpSpPr>
            <p:cNvPr id="94" name="Groupe 93">
              <a:extLst>
                <a:ext uri="{FF2B5EF4-FFF2-40B4-BE49-F238E27FC236}">
                  <a16:creationId xmlns:a16="http://schemas.microsoft.com/office/drawing/2014/main" id="{840F9416-51E2-5E7E-3025-71FF1D564690}"/>
                </a:ext>
              </a:extLst>
            </p:cNvPr>
            <p:cNvGrpSpPr/>
            <p:nvPr/>
          </p:nvGrpSpPr>
          <p:grpSpPr>
            <a:xfrm>
              <a:off x="4989250" y="4600474"/>
              <a:ext cx="2169888" cy="367684"/>
              <a:chOff x="4989250" y="4878105"/>
              <a:chExt cx="2557363" cy="484632"/>
            </a:xfrm>
          </p:grpSpPr>
          <p:sp>
            <p:nvSpPr>
              <p:cNvPr id="96" name="Flèche : chevron 95">
                <a:extLst>
                  <a:ext uri="{FF2B5EF4-FFF2-40B4-BE49-F238E27FC236}">
                    <a16:creationId xmlns:a16="http://schemas.microsoft.com/office/drawing/2014/main" id="{EC21DC80-4172-32A5-94CC-36830F576208}"/>
                  </a:ext>
                </a:extLst>
              </p:cNvPr>
              <p:cNvSpPr/>
              <p:nvPr/>
            </p:nvSpPr>
            <p:spPr>
              <a:xfrm>
                <a:off x="4989250" y="4878105"/>
                <a:ext cx="976543" cy="484632"/>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7" name="Flèche : chevron 96">
                <a:extLst>
                  <a:ext uri="{FF2B5EF4-FFF2-40B4-BE49-F238E27FC236}">
                    <a16:creationId xmlns:a16="http://schemas.microsoft.com/office/drawing/2014/main" id="{5D9DA113-33D4-F762-8BCF-F492F7EB4B33}"/>
                  </a:ext>
                </a:extLst>
              </p:cNvPr>
              <p:cNvSpPr/>
              <p:nvPr/>
            </p:nvSpPr>
            <p:spPr>
              <a:xfrm>
                <a:off x="5780417" y="4878105"/>
                <a:ext cx="976543" cy="484632"/>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8" name="Flèche : chevron 97">
                <a:extLst>
                  <a:ext uri="{FF2B5EF4-FFF2-40B4-BE49-F238E27FC236}">
                    <a16:creationId xmlns:a16="http://schemas.microsoft.com/office/drawing/2014/main" id="{17591C4F-A4B0-3270-77EA-8010257EF14F}"/>
                  </a:ext>
                </a:extLst>
              </p:cNvPr>
              <p:cNvSpPr/>
              <p:nvPr/>
            </p:nvSpPr>
            <p:spPr>
              <a:xfrm>
                <a:off x="6570070" y="4878105"/>
                <a:ext cx="976543" cy="484632"/>
              </a:xfrm>
              <a:prstGeom prst="chevron">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sp>
          <p:nvSpPr>
            <p:cNvPr id="95" name="ZoneTexte 94">
              <a:extLst>
                <a:ext uri="{FF2B5EF4-FFF2-40B4-BE49-F238E27FC236}">
                  <a16:creationId xmlns:a16="http://schemas.microsoft.com/office/drawing/2014/main" id="{E5E46B03-1E7C-2077-F6DD-AD94801A2100}"/>
                </a:ext>
              </a:extLst>
            </p:cNvPr>
            <p:cNvSpPr txBox="1"/>
            <p:nvPr/>
          </p:nvSpPr>
          <p:spPr>
            <a:xfrm>
              <a:off x="5060272" y="4588797"/>
              <a:ext cx="2098866" cy="369332"/>
            </a:xfrm>
            <a:prstGeom prst="rect">
              <a:avLst/>
            </a:prstGeom>
            <a:noFill/>
          </p:spPr>
          <p:txBody>
            <a:bodyPr wrap="square">
              <a:spAutoFit/>
            </a:bodyPr>
            <a:lstStyle/>
            <a:p>
              <a:pPr algn="ctr"/>
              <a:r>
                <a:rPr lang="fr-FR">
                  <a:solidFill>
                    <a:srgbClr val="FFFFFF"/>
                  </a:solidFill>
                </a:rPr>
                <a:t>ETL</a:t>
              </a:r>
            </a:p>
          </p:txBody>
        </p:sp>
      </p:grpSp>
      <p:sp>
        <p:nvSpPr>
          <p:cNvPr id="99" name="Flèche : droite à entaille 98">
            <a:extLst>
              <a:ext uri="{FF2B5EF4-FFF2-40B4-BE49-F238E27FC236}">
                <a16:creationId xmlns:a16="http://schemas.microsoft.com/office/drawing/2014/main" id="{6B1EC9C1-2961-3CC4-FFDE-135B0F8F75DD}"/>
              </a:ext>
            </a:extLst>
          </p:cNvPr>
          <p:cNvSpPr/>
          <p:nvPr/>
        </p:nvSpPr>
        <p:spPr>
          <a:xfrm>
            <a:off x="5454957" y="5211172"/>
            <a:ext cx="1154172" cy="484632"/>
          </a:xfrm>
          <a:prstGeom prst="notchedRightArrow">
            <a:avLst>
              <a:gd name="adj1" fmla="val 60991"/>
              <a:gd name="adj2" fmla="val 5732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MFT</a:t>
            </a:r>
          </a:p>
        </p:txBody>
      </p:sp>
      <p:sp>
        <p:nvSpPr>
          <p:cNvPr id="100" name="Forme libre : forme 99">
            <a:extLst>
              <a:ext uri="{FF2B5EF4-FFF2-40B4-BE49-F238E27FC236}">
                <a16:creationId xmlns:a16="http://schemas.microsoft.com/office/drawing/2014/main" id="{B5C12C32-3261-5B95-02D0-B6DB6372A3BE}"/>
              </a:ext>
            </a:extLst>
          </p:cNvPr>
          <p:cNvSpPr/>
          <p:nvPr/>
        </p:nvSpPr>
        <p:spPr>
          <a:xfrm>
            <a:off x="2552691" y="2121763"/>
            <a:ext cx="1074198" cy="682008"/>
          </a:xfrm>
          <a:custGeom>
            <a:avLst/>
            <a:gdLst>
              <a:gd name="connsiteX0" fmla="*/ 0 w 1074198"/>
              <a:gd name="connsiteY0" fmla="*/ 0 h 682008"/>
              <a:gd name="connsiteX1" fmla="*/ 665825 w 1074198"/>
              <a:gd name="connsiteY1" fmla="*/ 585926 h 682008"/>
              <a:gd name="connsiteX2" fmla="*/ 1074198 w 1074198"/>
              <a:gd name="connsiteY2" fmla="*/ 674703 h 682008"/>
            </a:gdLst>
            <a:ahLst/>
            <a:cxnLst>
              <a:cxn ang="0">
                <a:pos x="connsiteX0" y="connsiteY0"/>
              </a:cxn>
              <a:cxn ang="0">
                <a:pos x="connsiteX1" y="connsiteY1"/>
              </a:cxn>
              <a:cxn ang="0">
                <a:pos x="connsiteX2" y="connsiteY2"/>
              </a:cxn>
            </a:cxnLst>
            <a:rect l="l" t="t" r="r" b="b"/>
            <a:pathLst>
              <a:path w="1074198" h="682008" extrusionOk="0">
                <a:moveTo>
                  <a:pt x="0" y="0"/>
                </a:moveTo>
                <a:cubicBezTo>
                  <a:pt x="226034" y="226029"/>
                  <a:pt x="466885" y="480947"/>
                  <a:pt x="665825" y="585926"/>
                </a:cubicBezTo>
                <a:cubicBezTo>
                  <a:pt x="865835" y="702793"/>
                  <a:pt x="938617" y="687205"/>
                  <a:pt x="1074198" y="674703"/>
                </a:cubicBezTo>
              </a:path>
            </a:pathLst>
          </a:custGeom>
          <a:noFill/>
          <a:ln w="25400">
            <a:solidFill>
              <a:schemeClr val="tx1"/>
            </a:solidFill>
            <a:tailEnd type="triangle"/>
            <a:extLst>
              <a:ext uri="{C807C97D-BFC1-408E-A445-0C87EB9F89A2}">
                <ask:lineSketchStyleProps xmlns:ask="http://schemas.microsoft.com/office/drawing/2018/sketchyshapes" sd="1219033472">
                  <a:custGeom>
                    <a:avLst/>
                    <a:gdLst>
                      <a:gd name="connsiteX0" fmla="*/ 0 w 1074198"/>
                      <a:gd name="connsiteY0" fmla="*/ 0 h 682008"/>
                      <a:gd name="connsiteX1" fmla="*/ 665825 w 1074198"/>
                      <a:gd name="connsiteY1" fmla="*/ 585926 h 682008"/>
                      <a:gd name="connsiteX2" fmla="*/ 1074198 w 1074198"/>
                      <a:gd name="connsiteY2" fmla="*/ 674703 h 682008"/>
                    </a:gdLst>
                    <a:ahLst/>
                    <a:cxnLst>
                      <a:cxn ang="0">
                        <a:pos x="connsiteX0" y="connsiteY0"/>
                      </a:cxn>
                      <a:cxn ang="0">
                        <a:pos x="connsiteX1" y="connsiteY1"/>
                      </a:cxn>
                      <a:cxn ang="0">
                        <a:pos x="connsiteX2" y="connsiteY2"/>
                      </a:cxn>
                    </a:cxnLst>
                    <a:rect l="l" t="t" r="r" b="b"/>
                    <a:pathLst>
                      <a:path w="1074198" h="682008">
                        <a:moveTo>
                          <a:pt x="0" y="0"/>
                        </a:moveTo>
                        <a:cubicBezTo>
                          <a:pt x="243396" y="236738"/>
                          <a:pt x="486792" y="473476"/>
                          <a:pt x="665825" y="585926"/>
                        </a:cubicBezTo>
                        <a:cubicBezTo>
                          <a:pt x="844858" y="698377"/>
                          <a:pt x="959528" y="686540"/>
                          <a:pt x="1074198" y="674703"/>
                        </a:cubicBez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Forme libre : forme 100">
            <a:extLst>
              <a:ext uri="{FF2B5EF4-FFF2-40B4-BE49-F238E27FC236}">
                <a16:creationId xmlns:a16="http://schemas.microsoft.com/office/drawing/2014/main" id="{F0040715-A90E-C58B-EB0F-63CDBC2C9C3B}"/>
              </a:ext>
            </a:extLst>
          </p:cNvPr>
          <p:cNvSpPr/>
          <p:nvPr/>
        </p:nvSpPr>
        <p:spPr>
          <a:xfrm>
            <a:off x="2579324" y="3045041"/>
            <a:ext cx="994299" cy="390617"/>
          </a:xfrm>
          <a:custGeom>
            <a:avLst/>
            <a:gdLst>
              <a:gd name="connsiteX0" fmla="*/ 0 w 994299"/>
              <a:gd name="connsiteY0" fmla="*/ 0 h 390617"/>
              <a:gd name="connsiteX1" fmla="*/ 541538 w 994299"/>
              <a:gd name="connsiteY1" fmla="*/ 292963 h 390617"/>
              <a:gd name="connsiteX2" fmla="*/ 994299 w 994299"/>
              <a:gd name="connsiteY2" fmla="*/ 390617 h 390617"/>
            </a:gdLst>
            <a:ahLst/>
            <a:cxnLst>
              <a:cxn ang="0">
                <a:pos x="connsiteX0" y="connsiteY0"/>
              </a:cxn>
              <a:cxn ang="0">
                <a:pos x="connsiteX1" y="connsiteY1"/>
              </a:cxn>
              <a:cxn ang="0">
                <a:pos x="connsiteX2" y="connsiteY2"/>
              </a:cxn>
            </a:cxnLst>
            <a:rect l="l" t="t" r="r" b="b"/>
            <a:pathLst>
              <a:path w="994299" h="390617" extrusionOk="0">
                <a:moveTo>
                  <a:pt x="0" y="0"/>
                </a:moveTo>
                <a:cubicBezTo>
                  <a:pt x="181325" y="113400"/>
                  <a:pt x="365317" y="234729"/>
                  <a:pt x="541538" y="292963"/>
                </a:cubicBezTo>
                <a:cubicBezTo>
                  <a:pt x="703751" y="344663"/>
                  <a:pt x="854999" y="362653"/>
                  <a:pt x="994299" y="390617"/>
                </a:cubicBezTo>
              </a:path>
            </a:pathLst>
          </a:custGeom>
          <a:noFill/>
          <a:ln w="25400">
            <a:solidFill>
              <a:schemeClr val="tx1"/>
            </a:solidFill>
            <a:tailEnd type="triangle"/>
            <a:extLst>
              <a:ext uri="{C807C97D-BFC1-408E-A445-0C87EB9F89A2}">
                <ask:lineSketchStyleProps xmlns:ask="http://schemas.microsoft.com/office/drawing/2018/sketchyshapes" sd="2116632749">
                  <a:custGeom>
                    <a:avLst/>
                    <a:gdLst>
                      <a:gd name="connsiteX0" fmla="*/ 0 w 994299"/>
                      <a:gd name="connsiteY0" fmla="*/ 0 h 390617"/>
                      <a:gd name="connsiteX1" fmla="*/ 541538 w 994299"/>
                      <a:gd name="connsiteY1" fmla="*/ 292963 h 390617"/>
                      <a:gd name="connsiteX2" fmla="*/ 994299 w 994299"/>
                      <a:gd name="connsiteY2" fmla="*/ 390617 h 390617"/>
                    </a:gdLst>
                    <a:ahLst/>
                    <a:cxnLst>
                      <a:cxn ang="0">
                        <a:pos x="connsiteX0" y="connsiteY0"/>
                      </a:cxn>
                      <a:cxn ang="0">
                        <a:pos x="connsiteX1" y="connsiteY1"/>
                      </a:cxn>
                      <a:cxn ang="0">
                        <a:pos x="connsiteX2" y="connsiteY2"/>
                      </a:cxn>
                    </a:cxnLst>
                    <a:rect l="l" t="t" r="r" b="b"/>
                    <a:pathLst>
                      <a:path w="994299" h="390617">
                        <a:moveTo>
                          <a:pt x="0" y="0"/>
                        </a:moveTo>
                        <a:cubicBezTo>
                          <a:pt x="187911" y="113930"/>
                          <a:pt x="375822" y="227860"/>
                          <a:pt x="541538" y="292963"/>
                        </a:cubicBezTo>
                        <a:cubicBezTo>
                          <a:pt x="707254" y="358066"/>
                          <a:pt x="850776" y="374341"/>
                          <a:pt x="994299" y="390617"/>
                        </a:cubicBez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Forme libre : forme 101">
            <a:extLst>
              <a:ext uri="{FF2B5EF4-FFF2-40B4-BE49-F238E27FC236}">
                <a16:creationId xmlns:a16="http://schemas.microsoft.com/office/drawing/2014/main" id="{79EDFE2C-5BEF-B261-D3C1-5C6E7EB689E7}"/>
              </a:ext>
            </a:extLst>
          </p:cNvPr>
          <p:cNvSpPr/>
          <p:nvPr/>
        </p:nvSpPr>
        <p:spPr>
          <a:xfrm>
            <a:off x="2517181" y="3808520"/>
            <a:ext cx="1038687" cy="88777"/>
          </a:xfrm>
          <a:custGeom>
            <a:avLst/>
            <a:gdLst>
              <a:gd name="connsiteX0" fmla="*/ 0 w 1038687"/>
              <a:gd name="connsiteY0" fmla="*/ 0 h 88777"/>
              <a:gd name="connsiteX1" fmla="*/ 1038687 w 1038687"/>
              <a:gd name="connsiteY1" fmla="*/ 88777 h 88777"/>
            </a:gdLst>
            <a:ahLst/>
            <a:cxnLst>
              <a:cxn ang="0">
                <a:pos x="connsiteX0" y="connsiteY0"/>
              </a:cxn>
              <a:cxn ang="0">
                <a:pos x="connsiteX1" y="connsiteY1"/>
              </a:cxn>
            </a:cxnLst>
            <a:rect l="l" t="t" r="r" b="b"/>
            <a:pathLst>
              <a:path w="1038687" h="88777" extrusionOk="0">
                <a:moveTo>
                  <a:pt x="0" y="0"/>
                </a:moveTo>
                <a:cubicBezTo>
                  <a:pt x="327395" y="115663"/>
                  <a:pt x="695824" y="-32839"/>
                  <a:pt x="1038687" y="88777"/>
                </a:cubicBezTo>
              </a:path>
            </a:pathLst>
          </a:custGeom>
          <a:noFill/>
          <a:ln w="25400">
            <a:solidFill>
              <a:schemeClr val="tx1"/>
            </a:solidFill>
            <a:tailEnd type="triangle"/>
            <a:extLst>
              <a:ext uri="{C807C97D-BFC1-408E-A445-0C87EB9F89A2}">
                <ask:lineSketchStyleProps xmlns:ask="http://schemas.microsoft.com/office/drawing/2018/sketchyshapes" sd="697022472">
                  <a:custGeom>
                    <a:avLst/>
                    <a:gdLst>
                      <a:gd name="connsiteX0" fmla="*/ 0 w 1038687"/>
                      <a:gd name="connsiteY0" fmla="*/ 0 h 88777"/>
                      <a:gd name="connsiteX1" fmla="*/ 1038687 w 1038687"/>
                      <a:gd name="connsiteY1" fmla="*/ 88777 h 88777"/>
                    </a:gdLst>
                    <a:ahLst/>
                    <a:cxnLst>
                      <a:cxn ang="0">
                        <a:pos x="connsiteX0" y="connsiteY0"/>
                      </a:cxn>
                      <a:cxn ang="0">
                        <a:pos x="connsiteX1" y="connsiteY1"/>
                      </a:cxn>
                    </a:cxnLst>
                    <a:rect l="l" t="t" r="r" b="b"/>
                    <a:pathLst>
                      <a:path w="1038687" h="88777">
                        <a:moveTo>
                          <a:pt x="0" y="0"/>
                        </a:moveTo>
                        <a:lnTo>
                          <a:pt x="1038687" y="88777"/>
                        </a:ln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Forme libre : forme 102">
            <a:extLst>
              <a:ext uri="{FF2B5EF4-FFF2-40B4-BE49-F238E27FC236}">
                <a16:creationId xmlns:a16="http://schemas.microsoft.com/office/drawing/2014/main" id="{B4C31D1B-72DB-79FE-E653-34FCE8FB63BE}"/>
              </a:ext>
            </a:extLst>
          </p:cNvPr>
          <p:cNvSpPr/>
          <p:nvPr/>
        </p:nvSpPr>
        <p:spPr>
          <a:xfrm>
            <a:off x="2476870" y="4428430"/>
            <a:ext cx="1020932" cy="250102"/>
          </a:xfrm>
          <a:custGeom>
            <a:avLst/>
            <a:gdLst>
              <a:gd name="connsiteX0" fmla="*/ 0 w 1020932"/>
              <a:gd name="connsiteY0" fmla="*/ 250102 h 250102"/>
              <a:gd name="connsiteX1" fmla="*/ 488272 w 1020932"/>
              <a:gd name="connsiteY1" fmla="*/ 37038 h 250102"/>
              <a:gd name="connsiteX2" fmla="*/ 1020932 w 1020932"/>
              <a:gd name="connsiteY2" fmla="*/ 1527 h 250102"/>
            </a:gdLst>
            <a:ahLst/>
            <a:cxnLst>
              <a:cxn ang="0">
                <a:pos x="connsiteX0" y="connsiteY0"/>
              </a:cxn>
              <a:cxn ang="0">
                <a:pos x="connsiteX1" y="connsiteY1"/>
              </a:cxn>
              <a:cxn ang="0">
                <a:pos x="connsiteX2" y="connsiteY2"/>
              </a:cxn>
            </a:cxnLst>
            <a:rect l="l" t="t" r="r" b="b"/>
            <a:pathLst>
              <a:path w="1020932" h="250102" extrusionOk="0">
                <a:moveTo>
                  <a:pt x="0" y="250102"/>
                </a:moveTo>
                <a:cubicBezTo>
                  <a:pt x="151798" y="191373"/>
                  <a:pt x="318997" y="91284"/>
                  <a:pt x="488272" y="37038"/>
                </a:cubicBezTo>
                <a:cubicBezTo>
                  <a:pt x="664817" y="-13347"/>
                  <a:pt x="859563" y="-13810"/>
                  <a:pt x="1020932" y="1527"/>
                </a:cubicBezTo>
              </a:path>
            </a:pathLst>
          </a:custGeom>
          <a:noFill/>
          <a:ln w="25400">
            <a:solidFill>
              <a:schemeClr val="tx1"/>
            </a:solidFill>
            <a:headEnd type="triangle"/>
            <a:tailEnd type="triangle"/>
            <a:extLst>
              <a:ext uri="{C807C97D-BFC1-408E-A445-0C87EB9F89A2}">
                <ask:lineSketchStyleProps xmlns:ask="http://schemas.microsoft.com/office/drawing/2018/sketchyshapes" sd="3063405147">
                  <a:custGeom>
                    <a:avLst/>
                    <a:gdLst>
                      <a:gd name="connsiteX0" fmla="*/ 0 w 1020932"/>
                      <a:gd name="connsiteY0" fmla="*/ 250102 h 250102"/>
                      <a:gd name="connsiteX1" fmla="*/ 488272 w 1020932"/>
                      <a:gd name="connsiteY1" fmla="*/ 37038 h 250102"/>
                      <a:gd name="connsiteX2" fmla="*/ 1020932 w 1020932"/>
                      <a:gd name="connsiteY2" fmla="*/ 1527 h 250102"/>
                    </a:gdLst>
                    <a:ahLst/>
                    <a:cxnLst>
                      <a:cxn ang="0">
                        <a:pos x="connsiteX0" y="connsiteY0"/>
                      </a:cxn>
                      <a:cxn ang="0">
                        <a:pos x="connsiteX1" y="connsiteY1"/>
                      </a:cxn>
                      <a:cxn ang="0">
                        <a:pos x="connsiteX2" y="connsiteY2"/>
                      </a:cxn>
                    </a:cxnLst>
                    <a:rect l="l" t="t" r="r" b="b"/>
                    <a:pathLst>
                      <a:path w="1020932" h="250102">
                        <a:moveTo>
                          <a:pt x="0" y="250102"/>
                        </a:moveTo>
                        <a:cubicBezTo>
                          <a:pt x="159058" y="164284"/>
                          <a:pt x="318117" y="78467"/>
                          <a:pt x="488272" y="37038"/>
                        </a:cubicBezTo>
                        <a:cubicBezTo>
                          <a:pt x="658427" y="-4391"/>
                          <a:pt x="839679" y="-1432"/>
                          <a:pt x="1020932" y="1527"/>
                        </a:cubicBez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Forme libre : forme 103">
            <a:extLst>
              <a:ext uri="{FF2B5EF4-FFF2-40B4-BE49-F238E27FC236}">
                <a16:creationId xmlns:a16="http://schemas.microsoft.com/office/drawing/2014/main" id="{DBA4CE7E-96F5-44DB-4899-BA1C0D179A71}"/>
              </a:ext>
            </a:extLst>
          </p:cNvPr>
          <p:cNvSpPr/>
          <p:nvPr/>
        </p:nvSpPr>
        <p:spPr>
          <a:xfrm>
            <a:off x="2503503" y="5063232"/>
            <a:ext cx="985421" cy="432046"/>
          </a:xfrm>
          <a:custGeom>
            <a:avLst/>
            <a:gdLst>
              <a:gd name="connsiteX0" fmla="*/ 0 w 985421"/>
              <a:gd name="connsiteY0" fmla="*/ 432046 h 432046"/>
              <a:gd name="connsiteX1" fmla="*/ 656947 w 985421"/>
              <a:gd name="connsiteY1" fmla="*/ 59184 h 432046"/>
              <a:gd name="connsiteX2" fmla="*/ 985421 w 985421"/>
              <a:gd name="connsiteY2" fmla="*/ 5918 h 432046"/>
            </a:gdLst>
            <a:ahLst/>
            <a:cxnLst>
              <a:cxn ang="0">
                <a:pos x="connsiteX0" y="connsiteY0"/>
              </a:cxn>
              <a:cxn ang="0">
                <a:pos x="connsiteX1" y="connsiteY1"/>
              </a:cxn>
              <a:cxn ang="0">
                <a:pos x="connsiteX2" y="connsiteY2"/>
              </a:cxn>
            </a:cxnLst>
            <a:rect l="l" t="t" r="r" b="b"/>
            <a:pathLst>
              <a:path w="985421" h="432046" extrusionOk="0">
                <a:moveTo>
                  <a:pt x="0" y="432046"/>
                </a:moveTo>
                <a:cubicBezTo>
                  <a:pt x="248869" y="247355"/>
                  <a:pt x="515175" y="151910"/>
                  <a:pt x="656947" y="59184"/>
                </a:cubicBezTo>
                <a:cubicBezTo>
                  <a:pt x="825662" y="-12813"/>
                  <a:pt x="898323" y="-3363"/>
                  <a:pt x="985421" y="5918"/>
                </a:cubicBezTo>
              </a:path>
            </a:pathLst>
          </a:custGeom>
          <a:noFill/>
          <a:ln w="25400">
            <a:solidFill>
              <a:schemeClr val="tx1"/>
            </a:solidFill>
            <a:headEnd type="triangle"/>
            <a:extLst>
              <a:ext uri="{C807C97D-BFC1-408E-A445-0C87EB9F89A2}">
                <ask:lineSketchStyleProps xmlns:ask="http://schemas.microsoft.com/office/drawing/2018/sketchyshapes" sd="3626576490">
                  <a:custGeom>
                    <a:avLst/>
                    <a:gdLst>
                      <a:gd name="connsiteX0" fmla="*/ 0 w 985421"/>
                      <a:gd name="connsiteY0" fmla="*/ 432046 h 432046"/>
                      <a:gd name="connsiteX1" fmla="*/ 656947 w 985421"/>
                      <a:gd name="connsiteY1" fmla="*/ 59184 h 432046"/>
                      <a:gd name="connsiteX2" fmla="*/ 985421 w 985421"/>
                      <a:gd name="connsiteY2" fmla="*/ 5918 h 432046"/>
                    </a:gdLst>
                    <a:ahLst/>
                    <a:cxnLst>
                      <a:cxn ang="0">
                        <a:pos x="connsiteX0" y="connsiteY0"/>
                      </a:cxn>
                      <a:cxn ang="0">
                        <a:pos x="connsiteX1" y="connsiteY1"/>
                      </a:cxn>
                      <a:cxn ang="0">
                        <a:pos x="connsiteX2" y="connsiteY2"/>
                      </a:cxn>
                    </a:cxnLst>
                    <a:rect l="l" t="t" r="r" b="b"/>
                    <a:pathLst>
                      <a:path w="985421" h="432046">
                        <a:moveTo>
                          <a:pt x="0" y="432046"/>
                        </a:moveTo>
                        <a:cubicBezTo>
                          <a:pt x="246355" y="281125"/>
                          <a:pt x="492710" y="130205"/>
                          <a:pt x="656947" y="59184"/>
                        </a:cubicBezTo>
                        <a:cubicBezTo>
                          <a:pt x="821184" y="-11837"/>
                          <a:pt x="903302" y="-2960"/>
                          <a:pt x="985421" y="5918"/>
                        </a:cubicBez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Forme libre : forme 104">
            <a:extLst>
              <a:ext uri="{FF2B5EF4-FFF2-40B4-BE49-F238E27FC236}">
                <a16:creationId xmlns:a16="http://schemas.microsoft.com/office/drawing/2014/main" id="{4E02B772-D987-97E8-3833-4E3E287BA929}"/>
              </a:ext>
            </a:extLst>
          </p:cNvPr>
          <p:cNvSpPr/>
          <p:nvPr/>
        </p:nvSpPr>
        <p:spPr>
          <a:xfrm>
            <a:off x="2592280" y="5530788"/>
            <a:ext cx="941033" cy="763480"/>
          </a:xfrm>
          <a:custGeom>
            <a:avLst/>
            <a:gdLst>
              <a:gd name="connsiteX0" fmla="*/ 0 w 941033"/>
              <a:gd name="connsiteY0" fmla="*/ 763480 h 763480"/>
              <a:gd name="connsiteX1" fmla="*/ 266330 w 941033"/>
              <a:gd name="connsiteY1" fmla="*/ 550416 h 763480"/>
              <a:gd name="connsiteX2" fmla="*/ 683580 w 941033"/>
              <a:gd name="connsiteY2" fmla="*/ 124288 h 763480"/>
              <a:gd name="connsiteX3" fmla="*/ 941033 w 941033"/>
              <a:gd name="connsiteY3" fmla="*/ 0 h 763480"/>
            </a:gdLst>
            <a:ahLst/>
            <a:cxnLst>
              <a:cxn ang="0">
                <a:pos x="connsiteX0" y="connsiteY0"/>
              </a:cxn>
              <a:cxn ang="0">
                <a:pos x="connsiteX1" y="connsiteY1"/>
              </a:cxn>
              <a:cxn ang="0">
                <a:pos x="connsiteX2" y="connsiteY2"/>
              </a:cxn>
              <a:cxn ang="0">
                <a:pos x="connsiteX3" y="connsiteY3"/>
              </a:cxn>
            </a:cxnLst>
            <a:rect l="l" t="t" r="r" b="b"/>
            <a:pathLst>
              <a:path w="941033" h="763480" extrusionOk="0">
                <a:moveTo>
                  <a:pt x="0" y="763480"/>
                </a:moveTo>
                <a:cubicBezTo>
                  <a:pt x="79414" y="697650"/>
                  <a:pt x="167441" y="663510"/>
                  <a:pt x="266330" y="550416"/>
                </a:cubicBezTo>
                <a:cubicBezTo>
                  <a:pt x="394556" y="428495"/>
                  <a:pt x="588038" y="216037"/>
                  <a:pt x="683580" y="124288"/>
                </a:cubicBezTo>
                <a:cubicBezTo>
                  <a:pt x="795509" y="28945"/>
                  <a:pt x="868153" y="13410"/>
                  <a:pt x="941033" y="0"/>
                </a:cubicBezTo>
              </a:path>
            </a:pathLst>
          </a:custGeom>
          <a:noFill/>
          <a:ln w="25400">
            <a:solidFill>
              <a:schemeClr val="tx1"/>
            </a:solidFill>
            <a:headEnd type="triangle"/>
            <a:tailEnd type="triangle"/>
            <a:extLst>
              <a:ext uri="{C807C97D-BFC1-408E-A445-0C87EB9F89A2}">
                <ask:lineSketchStyleProps xmlns:ask="http://schemas.microsoft.com/office/drawing/2018/sketchyshapes" sd="3649442826">
                  <a:custGeom>
                    <a:avLst/>
                    <a:gdLst>
                      <a:gd name="connsiteX0" fmla="*/ 0 w 941033"/>
                      <a:gd name="connsiteY0" fmla="*/ 763480 h 763480"/>
                      <a:gd name="connsiteX1" fmla="*/ 266330 w 941033"/>
                      <a:gd name="connsiteY1" fmla="*/ 550416 h 763480"/>
                      <a:gd name="connsiteX2" fmla="*/ 683580 w 941033"/>
                      <a:gd name="connsiteY2" fmla="*/ 124288 h 763480"/>
                      <a:gd name="connsiteX3" fmla="*/ 941033 w 941033"/>
                      <a:gd name="connsiteY3" fmla="*/ 0 h 763480"/>
                    </a:gdLst>
                    <a:ahLst/>
                    <a:cxnLst>
                      <a:cxn ang="0">
                        <a:pos x="connsiteX0" y="connsiteY0"/>
                      </a:cxn>
                      <a:cxn ang="0">
                        <a:pos x="connsiteX1" y="connsiteY1"/>
                      </a:cxn>
                      <a:cxn ang="0">
                        <a:pos x="connsiteX2" y="connsiteY2"/>
                      </a:cxn>
                      <a:cxn ang="0">
                        <a:pos x="connsiteX3" y="connsiteY3"/>
                      </a:cxn>
                    </a:cxnLst>
                    <a:rect l="l" t="t" r="r" b="b"/>
                    <a:pathLst>
                      <a:path w="941033" h="763480">
                        <a:moveTo>
                          <a:pt x="0" y="763480"/>
                        </a:moveTo>
                        <a:cubicBezTo>
                          <a:pt x="76200" y="710214"/>
                          <a:pt x="152400" y="656948"/>
                          <a:pt x="266330" y="550416"/>
                        </a:cubicBezTo>
                        <a:cubicBezTo>
                          <a:pt x="380260" y="443884"/>
                          <a:pt x="571130" y="216024"/>
                          <a:pt x="683580" y="124288"/>
                        </a:cubicBezTo>
                        <a:cubicBezTo>
                          <a:pt x="796031" y="32552"/>
                          <a:pt x="868532" y="16276"/>
                          <a:pt x="941033" y="0"/>
                        </a:cubicBez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Forme libre : forme 105">
            <a:extLst>
              <a:ext uri="{FF2B5EF4-FFF2-40B4-BE49-F238E27FC236}">
                <a16:creationId xmlns:a16="http://schemas.microsoft.com/office/drawing/2014/main" id="{404735AE-A0AC-3360-178C-F55D2AF062F2}"/>
              </a:ext>
            </a:extLst>
          </p:cNvPr>
          <p:cNvSpPr/>
          <p:nvPr/>
        </p:nvSpPr>
        <p:spPr>
          <a:xfrm>
            <a:off x="4193628" y="2637987"/>
            <a:ext cx="746234" cy="178785"/>
          </a:xfrm>
          <a:custGeom>
            <a:avLst/>
            <a:gdLst>
              <a:gd name="connsiteX0" fmla="*/ 0 w 746234"/>
              <a:gd name="connsiteY0" fmla="*/ 157765 h 178785"/>
              <a:gd name="connsiteX1" fmla="*/ 420413 w 746234"/>
              <a:gd name="connsiteY1" fmla="*/ 110 h 178785"/>
              <a:gd name="connsiteX2" fmla="*/ 746234 w 746234"/>
              <a:gd name="connsiteY2" fmla="*/ 178785 h 178785"/>
            </a:gdLst>
            <a:ahLst/>
            <a:cxnLst>
              <a:cxn ang="0">
                <a:pos x="connsiteX0" y="connsiteY0"/>
              </a:cxn>
              <a:cxn ang="0">
                <a:pos x="connsiteX1" y="connsiteY1"/>
              </a:cxn>
              <a:cxn ang="0">
                <a:pos x="connsiteX2" y="connsiteY2"/>
              </a:cxn>
            </a:cxnLst>
            <a:rect l="l" t="t" r="r" b="b"/>
            <a:pathLst>
              <a:path w="746234" h="178785" extrusionOk="0">
                <a:moveTo>
                  <a:pt x="0" y="157765"/>
                </a:moveTo>
                <a:cubicBezTo>
                  <a:pt x="132121" y="76370"/>
                  <a:pt x="280450" y="-7344"/>
                  <a:pt x="420413" y="110"/>
                </a:cubicBezTo>
                <a:cubicBezTo>
                  <a:pt x="524168" y="16533"/>
                  <a:pt x="659804" y="77438"/>
                  <a:pt x="746234" y="178785"/>
                </a:cubicBezTo>
              </a:path>
            </a:pathLst>
          </a:custGeom>
          <a:noFill/>
          <a:ln w="19050">
            <a:solidFill>
              <a:schemeClr val="tx2"/>
            </a:solidFill>
            <a:headEnd type="triangle"/>
            <a:extLst>
              <a:ext uri="{C807C97D-BFC1-408E-A445-0C87EB9F89A2}">
                <ask:lineSketchStyleProps xmlns:ask="http://schemas.microsoft.com/office/drawing/2018/sketchyshapes" sd="2809439606">
                  <a:custGeom>
                    <a:avLst/>
                    <a:gdLst>
                      <a:gd name="connsiteX0" fmla="*/ 0 w 746234"/>
                      <a:gd name="connsiteY0" fmla="*/ 157765 h 178785"/>
                      <a:gd name="connsiteX1" fmla="*/ 420413 w 746234"/>
                      <a:gd name="connsiteY1" fmla="*/ 110 h 178785"/>
                      <a:gd name="connsiteX2" fmla="*/ 746234 w 746234"/>
                      <a:gd name="connsiteY2" fmla="*/ 178785 h 178785"/>
                    </a:gdLst>
                    <a:ahLst/>
                    <a:cxnLst>
                      <a:cxn ang="0">
                        <a:pos x="connsiteX0" y="connsiteY0"/>
                      </a:cxn>
                      <a:cxn ang="0">
                        <a:pos x="connsiteX1" y="connsiteY1"/>
                      </a:cxn>
                      <a:cxn ang="0">
                        <a:pos x="connsiteX2" y="connsiteY2"/>
                      </a:cxn>
                    </a:cxnLst>
                    <a:rect l="l" t="t" r="r" b="b"/>
                    <a:pathLst>
                      <a:path w="746234" h="178785">
                        <a:moveTo>
                          <a:pt x="0" y="157765"/>
                        </a:moveTo>
                        <a:cubicBezTo>
                          <a:pt x="148020" y="77186"/>
                          <a:pt x="296041" y="-3393"/>
                          <a:pt x="420413" y="110"/>
                        </a:cubicBezTo>
                        <a:cubicBezTo>
                          <a:pt x="544785" y="3613"/>
                          <a:pt x="645509" y="91199"/>
                          <a:pt x="746234" y="178785"/>
                        </a:cubicBez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Forme libre : forme 106">
            <a:extLst>
              <a:ext uri="{FF2B5EF4-FFF2-40B4-BE49-F238E27FC236}">
                <a16:creationId xmlns:a16="http://schemas.microsoft.com/office/drawing/2014/main" id="{CAD5A1B7-FDE8-DE5F-A1A9-014A44FF5E55}"/>
              </a:ext>
            </a:extLst>
          </p:cNvPr>
          <p:cNvSpPr/>
          <p:nvPr/>
        </p:nvSpPr>
        <p:spPr>
          <a:xfrm flipH="1" flipV="1">
            <a:off x="4210292" y="3435658"/>
            <a:ext cx="828582" cy="202919"/>
          </a:xfrm>
          <a:custGeom>
            <a:avLst/>
            <a:gdLst>
              <a:gd name="connsiteX0" fmla="*/ 0 w 828582"/>
              <a:gd name="connsiteY0" fmla="*/ 179061 h 202919"/>
              <a:gd name="connsiteX1" fmla="*/ 466806 w 828582"/>
              <a:gd name="connsiteY1" fmla="*/ 124 h 202919"/>
              <a:gd name="connsiteX2" fmla="*/ 828582 w 828582"/>
              <a:gd name="connsiteY2" fmla="*/ 202919 h 202919"/>
            </a:gdLst>
            <a:ahLst/>
            <a:cxnLst>
              <a:cxn ang="0">
                <a:pos x="connsiteX0" y="connsiteY0"/>
              </a:cxn>
              <a:cxn ang="0">
                <a:pos x="connsiteX1" y="connsiteY1"/>
              </a:cxn>
              <a:cxn ang="0">
                <a:pos x="connsiteX2" y="connsiteY2"/>
              </a:cxn>
            </a:cxnLst>
            <a:rect l="l" t="t" r="r" b="b"/>
            <a:pathLst>
              <a:path w="828582" h="202919" extrusionOk="0">
                <a:moveTo>
                  <a:pt x="0" y="179061"/>
                </a:moveTo>
                <a:cubicBezTo>
                  <a:pt x="154376" y="82860"/>
                  <a:pt x="316757" y="-16745"/>
                  <a:pt x="466806" y="124"/>
                </a:cubicBezTo>
                <a:cubicBezTo>
                  <a:pt x="602973" y="-1568"/>
                  <a:pt x="736938" y="103205"/>
                  <a:pt x="828582" y="202919"/>
                </a:cubicBezTo>
              </a:path>
            </a:pathLst>
          </a:custGeom>
          <a:noFill/>
          <a:ln w="19050">
            <a:solidFill>
              <a:schemeClr val="tx2"/>
            </a:solidFill>
            <a:headEnd type="triangle"/>
            <a:extLst>
              <a:ext uri="{C807C97D-BFC1-408E-A445-0C87EB9F89A2}">
                <ask:lineSketchStyleProps xmlns:ask="http://schemas.microsoft.com/office/drawing/2018/sketchyshapes" sd="3530407422">
                  <a:custGeom>
                    <a:avLst/>
                    <a:gdLst>
                      <a:gd name="connsiteX0" fmla="*/ 0 w 746234"/>
                      <a:gd name="connsiteY0" fmla="*/ 157765 h 178785"/>
                      <a:gd name="connsiteX1" fmla="*/ 420413 w 746234"/>
                      <a:gd name="connsiteY1" fmla="*/ 110 h 178785"/>
                      <a:gd name="connsiteX2" fmla="*/ 746234 w 746234"/>
                      <a:gd name="connsiteY2" fmla="*/ 178785 h 178785"/>
                    </a:gdLst>
                    <a:ahLst/>
                    <a:cxnLst>
                      <a:cxn ang="0">
                        <a:pos x="connsiteX0" y="connsiteY0"/>
                      </a:cxn>
                      <a:cxn ang="0">
                        <a:pos x="connsiteX1" y="connsiteY1"/>
                      </a:cxn>
                      <a:cxn ang="0">
                        <a:pos x="connsiteX2" y="connsiteY2"/>
                      </a:cxn>
                    </a:cxnLst>
                    <a:rect l="l" t="t" r="r" b="b"/>
                    <a:pathLst>
                      <a:path w="746234" h="178785">
                        <a:moveTo>
                          <a:pt x="0" y="157765"/>
                        </a:moveTo>
                        <a:cubicBezTo>
                          <a:pt x="148020" y="77186"/>
                          <a:pt x="296041" y="-3393"/>
                          <a:pt x="420413" y="110"/>
                        </a:cubicBezTo>
                        <a:cubicBezTo>
                          <a:pt x="544785" y="3613"/>
                          <a:pt x="645509" y="91199"/>
                          <a:pt x="746234" y="178785"/>
                        </a:cubicBez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Forme libre : forme 107">
            <a:extLst>
              <a:ext uri="{FF2B5EF4-FFF2-40B4-BE49-F238E27FC236}">
                <a16:creationId xmlns:a16="http://schemas.microsoft.com/office/drawing/2014/main" id="{FA8DDC39-7C8F-DE35-4F4F-5D45039DA84D}"/>
              </a:ext>
            </a:extLst>
          </p:cNvPr>
          <p:cNvSpPr/>
          <p:nvPr/>
        </p:nvSpPr>
        <p:spPr>
          <a:xfrm rot="21155566" flipV="1">
            <a:off x="7023555" y="4620382"/>
            <a:ext cx="1653937" cy="1666211"/>
          </a:xfrm>
          <a:custGeom>
            <a:avLst/>
            <a:gdLst>
              <a:gd name="connsiteX0" fmla="*/ 1653937 w 1653937"/>
              <a:gd name="connsiteY0" fmla="*/ 0 h 1666211"/>
              <a:gd name="connsiteX1" fmla="*/ 545538 w 1653937"/>
              <a:gd name="connsiteY1" fmla="*/ 666484 h 1666211"/>
              <a:gd name="connsiteX2" fmla="*/ 0 w 1653937"/>
              <a:gd name="connsiteY2" fmla="*/ 1666211 h 1666211"/>
            </a:gdLst>
            <a:ahLst/>
            <a:cxnLst>
              <a:cxn ang="0">
                <a:pos x="connsiteX0" y="connsiteY0"/>
              </a:cxn>
              <a:cxn ang="0">
                <a:pos x="connsiteX1" y="connsiteY1"/>
              </a:cxn>
              <a:cxn ang="0">
                <a:pos x="connsiteX2" y="connsiteY2"/>
              </a:cxn>
            </a:cxnLst>
            <a:rect l="l" t="t" r="r" b="b"/>
            <a:pathLst>
              <a:path w="1653937" h="1666211" extrusionOk="0">
                <a:moveTo>
                  <a:pt x="1653937" y="0"/>
                </a:moveTo>
                <a:cubicBezTo>
                  <a:pt x="1243974" y="197657"/>
                  <a:pt x="809910" y="397784"/>
                  <a:pt x="545538" y="666484"/>
                </a:cubicBezTo>
                <a:cubicBezTo>
                  <a:pt x="266591" y="954893"/>
                  <a:pt x="82168" y="1342315"/>
                  <a:pt x="0" y="1666211"/>
                </a:cubicBezTo>
              </a:path>
            </a:pathLst>
          </a:custGeom>
          <a:noFill/>
          <a:ln w="19050">
            <a:solidFill>
              <a:schemeClr val="tx2"/>
            </a:solidFill>
            <a:headEnd type="triangle"/>
            <a:extLst>
              <a:ext uri="{C807C97D-BFC1-408E-A445-0C87EB9F89A2}">
                <ask:lineSketchStyleProps xmlns:ask="http://schemas.microsoft.com/office/drawing/2018/sketchyshapes" sd="2008842088">
                  <a:custGeom>
                    <a:avLst/>
                    <a:gdLst>
                      <a:gd name="connsiteX0" fmla="*/ 2007476 w 2007476"/>
                      <a:gd name="connsiteY0" fmla="*/ 0 h 315310"/>
                      <a:gd name="connsiteX1" fmla="*/ 662151 w 2007476"/>
                      <a:gd name="connsiteY1" fmla="*/ 126124 h 315310"/>
                      <a:gd name="connsiteX2" fmla="*/ 0 w 2007476"/>
                      <a:gd name="connsiteY2" fmla="*/ 315310 h 315310"/>
                    </a:gdLst>
                    <a:ahLst/>
                    <a:cxnLst>
                      <a:cxn ang="0">
                        <a:pos x="connsiteX0" y="connsiteY0"/>
                      </a:cxn>
                      <a:cxn ang="0">
                        <a:pos x="connsiteX1" y="connsiteY1"/>
                      </a:cxn>
                      <a:cxn ang="0">
                        <a:pos x="connsiteX2" y="connsiteY2"/>
                      </a:cxn>
                    </a:cxnLst>
                    <a:rect l="l" t="t" r="r" b="b"/>
                    <a:pathLst>
                      <a:path w="2007476" h="315310">
                        <a:moveTo>
                          <a:pt x="2007476" y="0"/>
                        </a:moveTo>
                        <a:cubicBezTo>
                          <a:pt x="1502103" y="36786"/>
                          <a:pt x="996730" y="73572"/>
                          <a:pt x="662151" y="126124"/>
                        </a:cubicBezTo>
                        <a:cubicBezTo>
                          <a:pt x="327572" y="178676"/>
                          <a:pt x="163786" y="246993"/>
                          <a:pt x="0" y="315310"/>
                        </a:cubicBez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Forme libre : forme 108">
            <a:extLst>
              <a:ext uri="{FF2B5EF4-FFF2-40B4-BE49-F238E27FC236}">
                <a16:creationId xmlns:a16="http://schemas.microsoft.com/office/drawing/2014/main" id="{A0646F26-BA60-FFF7-20E2-F1441B073C51}"/>
              </a:ext>
            </a:extLst>
          </p:cNvPr>
          <p:cNvSpPr/>
          <p:nvPr/>
        </p:nvSpPr>
        <p:spPr>
          <a:xfrm rot="446406">
            <a:off x="4149341" y="3827031"/>
            <a:ext cx="4691166" cy="338994"/>
          </a:xfrm>
          <a:custGeom>
            <a:avLst/>
            <a:gdLst>
              <a:gd name="connsiteX0" fmla="*/ 4691166 w 4691166"/>
              <a:gd name="connsiteY0" fmla="*/ 50175 h 338994"/>
              <a:gd name="connsiteX1" fmla="*/ 3381222 w 4691166"/>
              <a:gd name="connsiteY1" fmla="*/ 22668 h 338994"/>
              <a:gd name="connsiteX2" fmla="*/ 0 w 4691166"/>
              <a:gd name="connsiteY2" fmla="*/ 338994 h 338994"/>
            </a:gdLst>
            <a:ahLst/>
            <a:cxnLst>
              <a:cxn ang="0">
                <a:pos x="connsiteX0" y="connsiteY0"/>
              </a:cxn>
              <a:cxn ang="0">
                <a:pos x="connsiteX1" y="connsiteY1"/>
              </a:cxn>
              <a:cxn ang="0">
                <a:pos x="connsiteX2" y="connsiteY2"/>
              </a:cxn>
            </a:cxnLst>
            <a:rect l="l" t="t" r="r" b="b"/>
            <a:pathLst>
              <a:path w="4691166" h="338994" extrusionOk="0">
                <a:moveTo>
                  <a:pt x="4691166" y="50175"/>
                </a:moveTo>
                <a:cubicBezTo>
                  <a:pt x="4437829" y="-3691"/>
                  <a:pt x="4177237" y="-51147"/>
                  <a:pt x="3381222" y="22668"/>
                </a:cubicBezTo>
                <a:cubicBezTo>
                  <a:pt x="2793281" y="170234"/>
                  <a:pt x="1258964" y="317268"/>
                  <a:pt x="0" y="338994"/>
                </a:cubicBezTo>
              </a:path>
            </a:pathLst>
          </a:custGeom>
          <a:noFill/>
          <a:ln w="19050">
            <a:solidFill>
              <a:schemeClr val="tx2"/>
            </a:solidFill>
            <a:headEnd type="triangle"/>
            <a:extLst>
              <a:ext uri="{C807C97D-BFC1-408E-A445-0C87EB9F89A2}">
                <ask:lineSketchStyleProps xmlns:ask="http://schemas.microsoft.com/office/drawing/2018/sketchyshapes" sd="2177963799">
                  <a:custGeom>
                    <a:avLst/>
                    <a:gdLst>
                      <a:gd name="connsiteX0" fmla="*/ 4403834 w 4403834"/>
                      <a:gd name="connsiteY0" fmla="*/ 76689 h 518123"/>
                      <a:gd name="connsiteX1" fmla="*/ 3174124 w 4403834"/>
                      <a:gd name="connsiteY1" fmla="*/ 34647 h 518123"/>
                      <a:gd name="connsiteX2" fmla="*/ 0 w 4403834"/>
                      <a:gd name="connsiteY2" fmla="*/ 518123 h 518123"/>
                    </a:gdLst>
                    <a:ahLst/>
                    <a:cxnLst>
                      <a:cxn ang="0">
                        <a:pos x="connsiteX0" y="connsiteY0"/>
                      </a:cxn>
                      <a:cxn ang="0">
                        <a:pos x="connsiteX1" y="connsiteY1"/>
                      </a:cxn>
                      <a:cxn ang="0">
                        <a:pos x="connsiteX2" y="connsiteY2"/>
                      </a:cxn>
                    </a:cxnLst>
                    <a:rect l="l" t="t" r="r" b="b"/>
                    <a:pathLst>
                      <a:path w="4403834" h="518123">
                        <a:moveTo>
                          <a:pt x="4403834" y="76689"/>
                        </a:moveTo>
                        <a:cubicBezTo>
                          <a:pt x="4155965" y="18882"/>
                          <a:pt x="3908096" y="-38925"/>
                          <a:pt x="3174124" y="34647"/>
                        </a:cubicBezTo>
                        <a:cubicBezTo>
                          <a:pt x="2440152" y="108219"/>
                          <a:pt x="1220076" y="313171"/>
                          <a:pt x="0" y="518123"/>
                        </a:cubicBez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Forme libre : forme 109">
            <a:extLst>
              <a:ext uri="{FF2B5EF4-FFF2-40B4-BE49-F238E27FC236}">
                <a16:creationId xmlns:a16="http://schemas.microsoft.com/office/drawing/2014/main" id="{551C441F-71F9-5C8A-12FE-A6449D972122}"/>
              </a:ext>
            </a:extLst>
          </p:cNvPr>
          <p:cNvSpPr/>
          <p:nvPr/>
        </p:nvSpPr>
        <p:spPr>
          <a:xfrm>
            <a:off x="7096894" y="2249832"/>
            <a:ext cx="1765738" cy="578069"/>
          </a:xfrm>
          <a:custGeom>
            <a:avLst/>
            <a:gdLst>
              <a:gd name="connsiteX0" fmla="*/ 1765738 w 1765738"/>
              <a:gd name="connsiteY0" fmla="*/ 0 h 578069"/>
              <a:gd name="connsiteX1" fmla="*/ 620110 w 1765738"/>
              <a:gd name="connsiteY1" fmla="*/ 168165 h 578069"/>
              <a:gd name="connsiteX2" fmla="*/ 0 w 1765738"/>
              <a:gd name="connsiteY2" fmla="*/ 578069 h 578069"/>
            </a:gdLst>
            <a:ahLst/>
            <a:cxnLst>
              <a:cxn ang="0">
                <a:pos x="connsiteX0" y="connsiteY0"/>
              </a:cxn>
              <a:cxn ang="0">
                <a:pos x="connsiteX1" y="connsiteY1"/>
              </a:cxn>
              <a:cxn ang="0">
                <a:pos x="connsiteX2" y="connsiteY2"/>
              </a:cxn>
            </a:cxnLst>
            <a:rect l="l" t="t" r="r" b="b"/>
            <a:pathLst>
              <a:path w="1765738" h="578069" extrusionOk="0">
                <a:moveTo>
                  <a:pt x="1765738" y="0"/>
                </a:moveTo>
                <a:cubicBezTo>
                  <a:pt x="1310093" y="17420"/>
                  <a:pt x="870511" y="88292"/>
                  <a:pt x="620110" y="168165"/>
                </a:cubicBezTo>
                <a:cubicBezTo>
                  <a:pt x="357468" y="271173"/>
                  <a:pt x="155417" y="421527"/>
                  <a:pt x="0" y="578069"/>
                </a:cubicBezTo>
              </a:path>
            </a:pathLst>
          </a:custGeom>
          <a:noFill/>
          <a:ln w="19050">
            <a:solidFill>
              <a:schemeClr val="tx2"/>
            </a:solidFill>
            <a:headEnd type="triangle"/>
            <a:extLst>
              <a:ext uri="{C807C97D-BFC1-408E-A445-0C87EB9F89A2}">
                <ask:lineSketchStyleProps xmlns:ask="http://schemas.microsoft.com/office/drawing/2018/sketchyshapes" sd="1219033472">
                  <a:custGeom>
                    <a:avLst/>
                    <a:gdLst>
                      <a:gd name="connsiteX0" fmla="*/ 1765738 w 1765738"/>
                      <a:gd name="connsiteY0" fmla="*/ 0 h 578069"/>
                      <a:gd name="connsiteX1" fmla="*/ 620110 w 1765738"/>
                      <a:gd name="connsiteY1" fmla="*/ 168165 h 578069"/>
                      <a:gd name="connsiteX2" fmla="*/ 0 w 1765738"/>
                      <a:gd name="connsiteY2" fmla="*/ 578069 h 578069"/>
                    </a:gdLst>
                    <a:ahLst/>
                    <a:cxnLst>
                      <a:cxn ang="0">
                        <a:pos x="connsiteX0" y="connsiteY0"/>
                      </a:cxn>
                      <a:cxn ang="0">
                        <a:pos x="connsiteX1" y="connsiteY1"/>
                      </a:cxn>
                      <a:cxn ang="0">
                        <a:pos x="connsiteX2" y="connsiteY2"/>
                      </a:cxn>
                    </a:cxnLst>
                    <a:rect l="l" t="t" r="r" b="b"/>
                    <a:pathLst>
                      <a:path w="1765738" h="578069">
                        <a:moveTo>
                          <a:pt x="1765738" y="0"/>
                        </a:moveTo>
                        <a:cubicBezTo>
                          <a:pt x="1340069" y="35910"/>
                          <a:pt x="914400" y="71820"/>
                          <a:pt x="620110" y="168165"/>
                        </a:cubicBezTo>
                        <a:cubicBezTo>
                          <a:pt x="325820" y="264510"/>
                          <a:pt x="162910" y="421289"/>
                          <a:pt x="0" y="578069"/>
                        </a:cubicBez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Forme libre : forme 110">
            <a:extLst>
              <a:ext uri="{FF2B5EF4-FFF2-40B4-BE49-F238E27FC236}">
                <a16:creationId xmlns:a16="http://schemas.microsoft.com/office/drawing/2014/main" id="{47AA56F1-A846-3BE7-CAAE-CA658F387F39}"/>
              </a:ext>
            </a:extLst>
          </p:cNvPr>
          <p:cNvSpPr/>
          <p:nvPr/>
        </p:nvSpPr>
        <p:spPr>
          <a:xfrm flipH="1" flipV="1">
            <a:off x="7426756" y="2955450"/>
            <a:ext cx="1381434" cy="202398"/>
          </a:xfrm>
          <a:custGeom>
            <a:avLst/>
            <a:gdLst>
              <a:gd name="connsiteX0" fmla="*/ 1381434 w 1381434"/>
              <a:gd name="connsiteY0" fmla="*/ 0 h 202398"/>
              <a:gd name="connsiteX1" fmla="*/ 485146 w 1381434"/>
              <a:gd name="connsiteY1" fmla="*/ 58879 h 202398"/>
              <a:gd name="connsiteX2" fmla="*/ 0 w 1381434"/>
              <a:gd name="connsiteY2" fmla="*/ 202398 h 202398"/>
            </a:gdLst>
            <a:ahLst/>
            <a:cxnLst>
              <a:cxn ang="0">
                <a:pos x="connsiteX0" y="connsiteY0"/>
              </a:cxn>
              <a:cxn ang="0">
                <a:pos x="connsiteX1" y="connsiteY1"/>
              </a:cxn>
              <a:cxn ang="0">
                <a:pos x="connsiteX2" y="connsiteY2"/>
              </a:cxn>
            </a:cxnLst>
            <a:rect l="l" t="t" r="r" b="b"/>
            <a:pathLst>
              <a:path w="1381434" h="202398" extrusionOk="0">
                <a:moveTo>
                  <a:pt x="1381434" y="0"/>
                </a:moveTo>
                <a:cubicBezTo>
                  <a:pt x="1035479" y="11533"/>
                  <a:pt x="684246" y="45508"/>
                  <a:pt x="485146" y="58879"/>
                </a:cubicBezTo>
                <a:cubicBezTo>
                  <a:pt x="250201" y="74611"/>
                  <a:pt x="133811" y="129907"/>
                  <a:pt x="0" y="202398"/>
                </a:cubicBezTo>
              </a:path>
            </a:pathLst>
          </a:custGeom>
          <a:noFill/>
          <a:ln w="19050">
            <a:solidFill>
              <a:schemeClr val="tx2"/>
            </a:solidFill>
            <a:headEnd type="triangle"/>
            <a:extLst>
              <a:ext uri="{C807C97D-BFC1-408E-A445-0C87EB9F89A2}">
                <ask:lineSketchStyleProps xmlns:ask="http://schemas.microsoft.com/office/drawing/2018/sketchyshapes" sd="2116632749">
                  <a:custGeom>
                    <a:avLst/>
                    <a:gdLst>
                      <a:gd name="connsiteX0" fmla="*/ 1765738 w 1765738"/>
                      <a:gd name="connsiteY0" fmla="*/ 0 h 578069"/>
                      <a:gd name="connsiteX1" fmla="*/ 620110 w 1765738"/>
                      <a:gd name="connsiteY1" fmla="*/ 168165 h 578069"/>
                      <a:gd name="connsiteX2" fmla="*/ 0 w 1765738"/>
                      <a:gd name="connsiteY2" fmla="*/ 578069 h 578069"/>
                    </a:gdLst>
                    <a:ahLst/>
                    <a:cxnLst>
                      <a:cxn ang="0">
                        <a:pos x="connsiteX0" y="connsiteY0"/>
                      </a:cxn>
                      <a:cxn ang="0">
                        <a:pos x="connsiteX1" y="connsiteY1"/>
                      </a:cxn>
                      <a:cxn ang="0">
                        <a:pos x="connsiteX2" y="connsiteY2"/>
                      </a:cxn>
                    </a:cxnLst>
                    <a:rect l="l" t="t" r="r" b="b"/>
                    <a:pathLst>
                      <a:path w="1765738" h="578069">
                        <a:moveTo>
                          <a:pt x="1765738" y="0"/>
                        </a:moveTo>
                        <a:cubicBezTo>
                          <a:pt x="1340069" y="35910"/>
                          <a:pt x="914400" y="71820"/>
                          <a:pt x="620110" y="168165"/>
                        </a:cubicBezTo>
                        <a:cubicBezTo>
                          <a:pt x="325820" y="264510"/>
                          <a:pt x="162910" y="421289"/>
                          <a:pt x="0" y="578069"/>
                        </a:cubicBez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Forme libre : forme 111">
            <a:extLst>
              <a:ext uri="{FF2B5EF4-FFF2-40B4-BE49-F238E27FC236}">
                <a16:creationId xmlns:a16="http://schemas.microsoft.com/office/drawing/2014/main" id="{A04568D7-3EB8-99B1-4F84-FE28D592BB9B}"/>
              </a:ext>
            </a:extLst>
          </p:cNvPr>
          <p:cNvSpPr/>
          <p:nvPr/>
        </p:nvSpPr>
        <p:spPr>
          <a:xfrm flipH="1">
            <a:off x="7100276" y="4246393"/>
            <a:ext cx="1693854" cy="850676"/>
          </a:xfrm>
          <a:custGeom>
            <a:avLst/>
            <a:gdLst>
              <a:gd name="connsiteX0" fmla="*/ 1693854 w 1693854"/>
              <a:gd name="connsiteY0" fmla="*/ 0 h 850676"/>
              <a:gd name="connsiteX1" fmla="*/ 594865 w 1693854"/>
              <a:gd name="connsiteY1" fmla="*/ 247468 h 850676"/>
              <a:gd name="connsiteX2" fmla="*/ 0 w 1693854"/>
              <a:gd name="connsiteY2" fmla="*/ 850676 h 850676"/>
            </a:gdLst>
            <a:ahLst/>
            <a:cxnLst>
              <a:cxn ang="0">
                <a:pos x="connsiteX0" y="connsiteY0"/>
              </a:cxn>
              <a:cxn ang="0">
                <a:pos x="connsiteX1" y="connsiteY1"/>
              </a:cxn>
              <a:cxn ang="0">
                <a:pos x="connsiteX2" y="connsiteY2"/>
              </a:cxn>
            </a:cxnLst>
            <a:rect l="l" t="t" r="r" b="b"/>
            <a:pathLst>
              <a:path w="1693854" h="850676" extrusionOk="0">
                <a:moveTo>
                  <a:pt x="1693854" y="0"/>
                </a:moveTo>
                <a:cubicBezTo>
                  <a:pt x="1310576" y="35162"/>
                  <a:pt x="872358" y="106614"/>
                  <a:pt x="594865" y="247468"/>
                </a:cubicBezTo>
                <a:cubicBezTo>
                  <a:pt x="299190" y="420067"/>
                  <a:pt x="147114" y="615446"/>
                  <a:pt x="0" y="850676"/>
                </a:cubicBezTo>
              </a:path>
            </a:pathLst>
          </a:custGeom>
          <a:noFill/>
          <a:ln w="19050">
            <a:solidFill>
              <a:schemeClr val="tx2"/>
            </a:solidFill>
            <a:headEnd type="triangle"/>
            <a:extLst>
              <a:ext uri="{C807C97D-BFC1-408E-A445-0C87EB9F89A2}">
                <ask:lineSketchStyleProps xmlns:ask="http://schemas.microsoft.com/office/drawing/2018/sketchyshapes" sd="127910698">
                  <a:custGeom>
                    <a:avLst/>
                    <a:gdLst>
                      <a:gd name="connsiteX0" fmla="*/ 1765738 w 1765738"/>
                      <a:gd name="connsiteY0" fmla="*/ 0 h 578069"/>
                      <a:gd name="connsiteX1" fmla="*/ 620110 w 1765738"/>
                      <a:gd name="connsiteY1" fmla="*/ 168165 h 578069"/>
                      <a:gd name="connsiteX2" fmla="*/ 0 w 1765738"/>
                      <a:gd name="connsiteY2" fmla="*/ 578069 h 578069"/>
                    </a:gdLst>
                    <a:ahLst/>
                    <a:cxnLst>
                      <a:cxn ang="0">
                        <a:pos x="connsiteX0" y="connsiteY0"/>
                      </a:cxn>
                      <a:cxn ang="0">
                        <a:pos x="connsiteX1" y="connsiteY1"/>
                      </a:cxn>
                      <a:cxn ang="0">
                        <a:pos x="connsiteX2" y="connsiteY2"/>
                      </a:cxn>
                    </a:cxnLst>
                    <a:rect l="l" t="t" r="r" b="b"/>
                    <a:pathLst>
                      <a:path w="1765738" h="578069">
                        <a:moveTo>
                          <a:pt x="1765738" y="0"/>
                        </a:moveTo>
                        <a:cubicBezTo>
                          <a:pt x="1340069" y="35910"/>
                          <a:pt x="914400" y="71820"/>
                          <a:pt x="620110" y="168165"/>
                        </a:cubicBezTo>
                        <a:cubicBezTo>
                          <a:pt x="325820" y="264510"/>
                          <a:pt x="162910" y="421289"/>
                          <a:pt x="0" y="578069"/>
                        </a:cubicBez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3" name="Forme libre : forme 112">
            <a:extLst>
              <a:ext uri="{FF2B5EF4-FFF2-40B4-BE49-F238E27FC236}">
                <a16:creationId xmlns:a16="http://schemas.microsoft.com/office/drawing/2014/main" id="{D62D7CAA-DE8A-8A44-2C93-5B887C8FCB7C}"/>
              </a:ext>
            </a:extLst>
          </p:cNvPr>
          <p:cNvSpPr/>
          <p:nvPr/>
        </p:nvSpPr>
        <p:spPr>
          <a:xfrm rot="1421546" flipH="1" flipV="1">
            <a:off x="7243792" y="3550796"/>
            <a:ext cx="1381434" cy="202398"/>
          </a:xfrm>
          <a:custGeom>
            <a:avLst/>
            <a:gdLst>
              <a:gd name="connsiteX0" fmla="*/ 1381434 w 1381434"/>
              <a:gd name="connsiteY0" fmla="*/ 0 h 202398"/>
              <a:gd name="connsiteX1" fmla="*/ 485146 w 1381434"/>
              <a:gd name="connsiteY1" fmla="*/ 58879 h 202398"/>
              <a:gd name="connsiteX2" fmla="*/ 0 w 1381434"/>
              <a:gd name="connsiteY2" fmla="*/ 202398 h 202398"/>
            </a:gdLst>
            <a:ahLst/>
            <a:cxnLst>
              <a:cxn ang="0">
                <a:pos x="connsiteX0" y="connsiteY0"/>
              </a:cxn>
              <a:cxn ang="0">
                <a:pos x="connsiteX1" y="connsiteY1"/>
              </a:cxn>
              <a:cxn ang="0">
                <a:pos x="connsiteX2" y="connsiteY2"/>
              </a:cxn>
            </a:cxnLst>
            <a:rect l="l" t="t" r="r" b="b"/>
            <a:pathLst>
              <a:path w="1381434" h="202398" extrusionOk="0">
                <a:moveTo>
                  <a:pt x="1381434" y="0"/>
                </a:moveTo>
                <a:cubicBezTo>
                  <a:pt x="1059817" y="27057"/>
                  <a:pt x="724715" y="53249"/>
                  <a:pt x="485146" y="58879"/>
                </a:cubicBezTo>
                <a:cubicBezTo>
                  <a:pt x="247730" y="85993"/>
                  <a:pt x="146347" y="147180"/>
                  <a:pt x="0" y="202398"/>
                </a:cubicBezTo>
              </a:path>
            </a:pathLst>
          </a:custGeom>
          <a:noFill/>
          <a:ln w="19050">
            <a:solidFill>
              <a:schemeClr val="tx2"/>
            </a:solidFill>
            <a:headEnd type="triangle"/>
            <a:extLst>
              <a:ext uri="{C807C97D-BFC1-408E-A445-0C87EB9F89A2}">
                <ask:lineSketchStyleProps xmlns:ask="http://schemas.microsoft.com/office/drawing/2018/sketchyshapes" sd="697022472">
                  <a:custGeom>
                    <a:avLst/>
                    <a:gdLst>
                      <a:gd name="connsiteX0" fmla="*/ 1765738 w 1765738"/>
                      <a:gd name="connsiteY0" fmla="*/ 0 h 578069"/>
                      <a:gd name="connsiteX1" fmla="*/ 620110 w 1765738"/>
                      <a:gd name="connsiteY1" fmla="*/ 168165 h 578069"/>
                      <a:gd name="connsiteX2" fmla="*/ 0 w 1765738"/>
                      <a:gd name="connsiteY2" fmla="*/ 578069 h 578069"/>
                    </a:gdLst>
                    <a:ahLst/>
                    <a:cxnLst>
                      <a:cxn ang="0">
                        <a:pos x="connsiteX0" y="connsiteY0"/>
                      </a:cxn>
                      <a:cxn ang="0">
                        <a:pos x="connsiteX1" y="connsiteY1"/>
                      </a:cxn>
                      <a:cxn ang="0">
                        <a:pos x="connsiteX2" y="connsiteY2"/>
                      </a:cxn>
                    </a:cxnLst>
                    <a:rect l="l" t="t" r="r" b="b"/>
                    <a:pathLst>
                      <a:path w="1765738" h="578069">
                        <a:moveTo>
                          <a:pt x="1765738" y="0"/>
                        </a:moveTo>
                        <a:cubicBezTo>
                          <a:pt x="1340069" y="35910"/>
                          <a:pt x="914400" y="71820"/>
                          <a:pt x="620110" y="168165"/>
                        </a:cubicBezTo>
                        <a:cubicBezTo>
                          <a:pt x="325820" y="264510"/>
                          <a:pt x="162910" y="421289"/>
                          <a:pt x="0" y="578069"/>
                        </a:cubicBez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2794513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0"/>
                                        </p:tgtEl>
                                        <p:attrNameLst>
                                          <p:attrName>style.visibility</p:attrName>
                                        </p:attrNameLst>
                                      </p:cBhvr>
                                      <p:to>
                                        <p:strVal val="visible"/>
                                      </p:to>
                                    </p:set>
                                    <p:animEffect transition="in" filter="fade">
                                      <p:cBhvr>
                                        <p:cTn id="17" dur="500"/>
                                        <p:tgtEl>
                                          <p:spTgt spid="10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1"/>
                                        </p:tgtEl>
                                        <p:attrNameLst>
                                          <p:attrName>style.visibility</p:attrName>
                                        </p:attrNameLst>
                                      </p:cBhvr>
                                      <p:to>
                                        <p:strVal val="visible"/>
                                      </p:to>
                                    </p:set>
                                    <p:animEffect transition="in" filter="fade">
                                      <p:cBhvr>
                                        <p:cTn id="20" dur="500"/>
                                        <p:tgtEl>
                                          <p:spTgt spid="10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2"/>
                                        </p:tgtEl>
                                        <p:attrNameLst>
                                          <p:attrName>style.visibility</p:attrName>
                                        </p:attrNameLst>
                                      </p:cBhvr>
                                      <p:to>
                                        <p:strVal val="visible"/>
                                      </p:to>
                                    </p:set>
                                    <p:animEffect transition="in" filter="fade">
                                      <p:cBhvr>
                                        <p:cTn id="23" dur="500"/>
                                        <p:tgtEl>
                                          <p:spTgt spid="10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3"/>
                                        </p:tgtEl>
                                        <p:attrNameLst>
                                          <p:attrName>style.visibility</p:attrName>
                                        </p:attrNameLst>
                                      </p:cBhvr>
                                      <p:to>
                                        <p:strVal val="visible"/>
                                      </p:to>
                                    </p:set>
                                    <p:animEffect transition="in" filter="fade">
                                      <p:cBhvr>
                                        <p:cTn id="26" dur="500"/>
                                        <p:tgtEl>
                                          <p:spTgt spid="10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4"/>
                                        </p:tgtEl>
                                        <p:attrNameLst>
                                          <p:attrName>style.visibility</p:attrName>
                                        </p:attrNameLst>
                                      </p:cBhvr>
                                      <p:to>
                                        <p:strVal val="visible"/>
                                      </p:to>
                                    </p:set>
                                    <p:animEffect transition="in" filter="fade">
                                      <p:cBhvr>
                                        <p:cTn id="29" dur="500"/>
                                        <p:tgtEl>
                                          <p:spTgt spid="10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5"/>
                                        </p:tgtEl>
                                        <p:attrNameLst>
                                          <p:attrName>style.visibility</p:attrName>
                                        </p:attrNameLst>
                                      </p:cBhvr>
                                      <p:to>
                                        <p:strVal val="visible"/>
                                      </p:to>
                                    </p:set>
                                    <p:animEffect transition="in" filter="fade">
                                      <p:cBhvr>
                                        <p:cTn id="32" dur="500"/>
                                        <p:tgtEl>
                                          <p:spTgt spid="10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9"/>
                                        </p:tgtEl>
                                        <p:attrNameLst>
                                          <p:attrName>style.visibility</p:attrName>
                                        </p:attrNameLst>
                                      </p:cBhvr>
                                      <p:to>
                                        <p:strVal val="visible"/>
                                      </p:to>
                                    </p:set>
                                    <p:animEffect transition="in" filter="fade">
                                      <p:cBhvr>
                                        <p:cTn id="35" dur="500"/>
                                        <p:tgtEl>
                                          <p:spTgt spid="10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7"/>
                                        </p:tgtEl>
                                        <p:attrNameLst>
                                          <p:attrName>style.visibility</p:attrName>
                                        </p:attrNameLst>
                                      </p:cBhvr>
                                      <p:to>
                                        <p:strVal val="visible"/>
                                      </p:to>
                                    </p:set>
                                    <p:animEffect transition="in" filter="fade">
                                      <p:cBhvr>
                                        <p:cTn id="38" dur="500"/>
                                        <p:tgtEl>
                                          <p:spTgt spid="10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06"/>
                                        </p:tgtEl>
                                        <p:attrNameLst>
                                          <p:attrName>style.visibility</p:attrName>
                                        </p:attrNameLst>
                                      </p:cBhvr>
                                      <p:to>
                                        <p:strVal val="visible"/>
                                      </p:to>
                                    </p:set>
                                    <p:animEffect transition="in" filter="fade">
                                      <p:cBhvr>
                                        <p:cTn id="41" dur="500"/>
                                        <p:tgtEl>
                                          <p:spTgt spid="10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0"/>
                                        </p:tgtEl>
                                        <p:attrNameLst>
                                          <p:attrName>style.visibility</p:attrName>
                                        </p:attrNameLst>
                                      </p:cBhvr>
                                      <p:to>
                                        <p:strVal val="visible"/>
                                      </p:to>
                                    </p:set>
                                    <p:animEffect transition="in" filter="fade">
                                      <p:cBhvr>
                                        <p:cTn id="44" dur="500"/>
                                        <p:tgtEl>
                                          <p:spTgt spid="11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11"/>
                                        </p:tgtEl>
                                        <p:attrNameLst>
                                          <p:attrName>style.visibility</p:attrName>
                                        </p:attrNameLst>
                                      </p:cBhvr>
                                      <p:to>
                                        <p:strVal val="visible"/>
                                      </p:to>
                                    </p:set>
                                    <p:animEffect transition="in" filter="fade">
                                      <p:cBhvr>
                                        <p:cTn id="47" dur="500"/>
                                        <p:tgtEl>
                                          <p:spTgt spid="11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13"/>
                                        </p:tgtEl>
                                        <p:attrNameLst>
                                          <p:attrName>style.visibility</p:attrName>
                                        </p:attrNameLst>
                                      </p:cBhvr>
                                      <p:to>
                                        <p:strVal val="visible"/>
                                      </p:to>
                                    </p:set>
                                    <p:animEffect transition="in" filter="fade">
                                      <p:cBhvr>
                                        <p:cTn id="50" dur="500"/>
                                        <p:tgtEl>
                                          <p:spTgt spid="11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12"/>
                                        </p:tgtEl>
                                        <p:attrNameLst>
                                          <p:attrName>style.visibility</p:attrName>
                                        </p:attrNameLst>
                                      </p:cBhvr>
                                      <p:to>
                                        <p:strVal val="visible"/>
                                      </p:to>
                                    </p:set>
                                    <p:animEffect transition="in" filter="fade">
                                      <p:cBhvr>
                                        <p:cTn id="53" dur="500"/>
                                        <p:tgtEl>
                                          <p:spTgt spid="11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08"/>
                                        </p:tgtEl>
                                        <p:attrNameLst>
                                          <p:attrName>style.visibility</p:attrName>
                                        </p:attrNameLst>
                                      </p:cBhvr>
                                      <p:to>
                                        <p:strVal val="visible"/>
                                      </p:to>
                                    </p:set>
                                    <p:animEffect transition="in" filter="fade">
                                      <p:cBhvr>
                                        <p:cTn id="56"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P spid="92"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Espace réservé du texte 51">
            <a:extLst>
              <a:ext uri="{FF2B5EF4-FFF2-40B4-BE49-F238E27FC236}">
                <a16:creationId xmlns:a16="http://schemas.microsoft.com/office/drawing/2014/main" id="{C31CFAFC-E262-AD61-FC9E-164A88F4BF8A}"/>
              </a:ext>
            </a:extLst>
          </p:cNvPr>
          <p:cNvSpPr>
            <a:spLocks noGrp="1"/>
          </p:cNvSpPr>
          <p:nvPr>
            <p:ph type="body" sz="quarter" idx="35"/>
          </p:nvPr>
        </p:nvSpPr>
        <p:spPr/>
        <p:txBody>
          <a:bodyPr/>
          <a:lstStyle/>
          <a:p>
            <a:r>
              <a:rPr lang="fr-FR"/>
              <a:t>Modèles de déploiement de plateformes variés</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plateformes de Médiation</a:t>
            </a:r>
          </a:p>
        </p:txBody>
      </p:sp>
      <p:sp>
        <p:nvSpPr>
          <p:cNvPr id="88" name="Rectangle 87">
            <a:extLst>
              <a:ext uri="{FF2B5EF4-FFF2-40B4-BE49-F238E27FC236}">
                <a16:creationId xmlns:a16="http://schemas.microsoft.com/office/drawing/2014/main" id="{CE8BAD85-D6C6-8EAF-8C54-CDB8A330E3BA}"/>
              </a:ext>
            </a:extLst>
          </p:cNvPr>
          <p:cNvSpPr/>
          <p:nvPr>
            <p:custDataLst>
              <p:tags r:id="rId1"/>
            </p:custDataLst>
          </p:nvPr>
        </p:nvSpPr>
        <p:spPr>
          <a:xfrm>
            <a:off x="1" y="1243434"/>
            <a:ext cx="12192000" cy="406265"/>
          </a:xfrm>
          <a:prstGeom prst="rect">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L’</a:t>
            </a:r>
            <a:r>
              <a:rPr lang="fr-FR" sz="1200" b="1">
                <a:solidFill>
                  <a:schemeClr val="tx2"/>
                </a:solidFill>
              </a:rPr>
              <a:t>hétérogénéité des environnements IT</a:t>
            </a:r>
            <a:r>
              <a:rPr lang="fr-FR" sz="1200">
                <a:solidFill>
                  <a:schemeClr val="tx1"/>
                </a:solidFill>
              </a:rPr>
              <a:t>, l’</a:t>
            </a:r>
            <a:r>
              <a:rPr lang="fr-FR" sz="1200" b="1">
                <a:solidFill>
                  <a:schemeClr val="tx2"/>
                </a:solidFill>
              </a:rPr>
              <a:t>optimisation des coûts  </a:t>
            </a:r>
            <a:r>
              <a:rPr lang="fr-FR" sz="1200">
                <a:solidFill>
                  <a:schemeClr val="tx1"/>
                </a:solidFill>
              </a:rPr>
              <a:t>et la </a:t>
            </a:r>
            <a:r>
              <a:rPr lang="fr-FR" sz="1200" b="1">
                <a:solidFill>
                  <a:schemeClr val="tx2"/>
                </a:solidFill>
              </a:rPr>
              <a:t>criticité de certains flux </a:t>
            </a:r>
            <a:r>
              <a:rPr lang="fr-FR" sz="1200">
                <a:solidFill>
                  <a:schemeClr val="tx1"/>
                </a:solidFill>
              </a:rPr>
              <a:t>d’échange sont des critères dans le choix du déploiement</a:t>
            </a:r>
          </a:p>
        </p:txBody>
      </p:sp>
      <p:grpSp>
        <p:nvGrpSpPr>
          <p:cNvPr id="72" name="Groupe 71">
            <a:extLst>
              <a:ext uri="{FF2B5EF4-FFF2-40B4-BE49-F238E27FC236}">
                <a16:creationId xmlns:a16="http://schemas.microsoft.com/office/drawing/2014/main" id="{64BF9405-9B5E-4FDC-2E74-4BE3AC25832B}"/>
              </a:ext>
            </a:extLst>
          </p:cNvPr>
          <p:cNvGrpSpPr/>
          <p:nvPr/>
        </p:nvGrpSpPr>
        <p:grpSpPr>
          <a:xfrm>
            <a:off x="899341" y="1702328"/>
            <a:ext cx="3775689" cy="4968552"/>
            <a:chOff x="542900" y="1778666"/>
            <a:chExt cx="3775689" cy="4968552"/>
          </a:xfrm>
        </p:grpSpPr>
        <p:sp>
          <p:nvSpPr>
            <p:cNvPr id="73" name="Rectangle à coins arrondis 11">
              <a:extLst>
                <a:ext uri="{FF2B5EF4-FFF2-40B4-BE49-F238E27FC236}">
                  <a16:creationId xmlns:a16="http://schemas.microsoft.com/office/drawing/2014/main" id="{4FC41565-D4CF-6A43-045D-F9059D7EBEED}"/>
                </a:ext>
              </a:extLst>
            </p:cNvPr>
            <p:cNvSpPr/>
            <p:nvPr/>
          </p:nvSpPr>
          <p:spPr>
            <a:xfrm>
              <a:off x="542900" y="2758711"/>
              <a:ext cx="3775689" cy="748147"/>
            </a:xfrm>
            <a:prstGeom prst="roundRect">
              <a:avLst/>
            </a:prstGeom>
            <a:noFill/>
            <a:ln>
              <a:noFill/>
            </a:ln>
          </p:spPr>
          <p:style>
            <a:lnRef idx="2">
              <a:schemeClr val="accent2"/>
            </a:lnRef>
            <a:fillRef idx="1">
              <a:schemeClr val="lt1"/>
            </a:fillRef>
            <a:effectRef idx="0">
              <a:schemeClr val="accent2"/>
            </a:effectRef>
            <a:fontRef idx="minor">
              <a:schemeClr val="dk1"/>
            </a:fontRef>
          </p:style>
          <p:txBody>
            <a:bodyPr lIns="91429" tIns="237573" rIns="91429" bIns="45715" anchor="t">
              <a:noAutofit/>
            </a:bodyPr>
            <a:lstStyle/>
            <a:p>
              <a:pPr marL="0" lvl="1" algn="ctr" defTabSz="1377793">
                <a:lnSpc>
                  <a:spcPct val="110000"/>
                </a:lnSpc>
                <a:spcAft>
                  <a:spcPts val="199"/>
                </a:spcAft>
                <a:buClr>
                  <a:schemeClr val="tx1"/>
                </a:buClr>
                <a:tabLst>
                  <a:tab pos="0" algn="l"/>
                </a:tabLst>
              </a:pPr>
              <a:r>
                <a:rPr lang="fr-FR" sz="1400" b="1" spc="600">
                  <a:solidFill>
                    <a:schemeClr val="accent5"/>
                  </a:solidFill>
                  <a:cs typeface="Arial" pitchFamily="34" charset="0"/>
                </a:rPr>
                <a:t>ON PREMISE</a:t>
              </a:r>
            </a:p>
          </p:txBody>
        </p:sp>
        <p:pic>
          <p:nvPicPr>
            <p:cNvPr id="74" name="Picture 2" descr="RÃ©sultat de recherche d'images pour &quot;on premise icon&quot;">
              <a:extLst>
                <a:ext uri="{FF2B5EF4-FFF2-40B4-BE49-F238E27FC236}">
                  <a16:creationId xmlns:a16="http://schemas.microsoft.com/office/drawing/2014/main" id="{A0F896C3-2245-96D0-883C-172ECB786947}"/>
                </a:ext>
              </a:extLst>
            </p:cNvPr>
            <p:cNvPicPr>
              <a:picLocks noChangeAspect="1" noChangeArrowheads="1"/>
            </p:cNvPicPr>
            <p:nvPr/>
          </p:nvPicPr>
          <p:blipFill>
            <a:blip r:embed="rId5" cstate="screen">
              <a:duotone>
                <a:schemeClr val="accent5">
                  <a:shade val="45000"/>
                  <a:satMod val="135000"/>
                </a:schemeClr>
                <a:prstClr val="white"/>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a:ext>
              </a:extLst>
            </a:blip>
            <a:srcRect/>
            <a:stretch>
              <a:fillRect/>
            </a:stretch>
          </p:blipFill>
          <p:spPr bwMode="auto">
            <a:xfrm>
              <a:off x="1878424" y="1778666"/>
              <a:ext cx="1104639" cy="1104639"/>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necteur droit 74">
              <a:extLst>
                <a:ext uri="{FF2B5EF4-FFF2-40B4-BE49-F238E27FC236}">
                  <a16:creationId xmlns:a16="http://schemas.microsoft.com/office/drawing/2014/main" id="{747BCD55-FD55-AF36-0AF0-0970FDB8C342}"/>
                </a:ext>
              </a:extLst>
            </p:cNvPr>
            <p:cNvCxnSpPr>
              <a:cxnSpLocks/>
            </p:cNvCxnSpPr>
            <p:nvPr/>
          </p:nvCxnSpPr>
          <p:spPr>
            <a:xfrm>
              <a:off x="2430742" y="3506858"/>
              <a:ext cx="0" cy="3240360"/>
            </a:xfrm>
            <a:prstGeom prst="line">
              <a:avLst/>
            </a:prstGeom>
            <a:ln w="19050">
              <a:solidFill>
                <a:schemeClr val="accent5">
                  <a:lumMod val="75000"/>
                </a:schemeClr>
              </a:solidFill>
              <a:prstDash val="sysDot"/>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8802B055-6115-73EF-C94B-28633086BFBD}"/>
                </a:ext>
              </a:extLst>
            </p:cNvPr>
            <p:cNvSpPr/>
            <p:nvPr/>
          </p:nvSpPr>
          <p:spPr>
            <a:xfrm>
              <a:off x="1460769" y="3797934"/>
              <a:ext cx="1939954" cy="279757"/>
            </a:xfrm>
            <a:prstGeom prst="rect">
              <a:avLst/>
            </a:prstGeom>
            <a:solidFill>
              <a:schemeClr val="bg1"/>
            </a:solidFill>
            <a:ln>
              <a:solidFill>
                <a:schemeClr val="accent5"/>
              </a:solidFill>
            </a:ln>
          </p:spPr>
          <p:txBody>
            <a:bodyPr wrap="none" anchor="ctr">
              <a:spAutoFit/>
            </a:bodyPr>
            <a:lstStyle/>
            <a:p>
              <a:pPr marL="0" lvl="1" algn="ctr" defTabSz="1377793">
                <a:lnSpc>
                  <a:spcPct val="110000"/>
                </a:lnSpc>
                <a:spcAft>
                  <a:spcPts val="199"/>
                </a:spcAft>
                <a:buClr>
                  <a:schemeClr val="tx1"/>
                </a:buClr>
                <a:tabLst>
                  <a:tab pos="0" algn="l"/>
                </a:tabLst>
              </a:pPr>
              <a:r>
                <a:rPr lang="fr-FR" sz="1200">
                  <a:solidFill>
                    <a:schemeClr val="accent5">
                      <a:lumMod val="75000"/>
                    </a:schemeClr>
                  </a:solidFill>
                  <a:cs typeface="Arial" pitchFamily="34" charset="0"/>
                </a:rPr>
                <a:t>Solution déployée sur site</a:t>
              </a:r>
            </a:p>
          </p:txBody>
        </p:sp>
        <p:sp>
          <p:nvSpPr>
            <p:cNvPr id="78" name="Rectangle 77">
              <a:extLst>
                <a:ext uri="{FF2B5EF4-FFF2-40B4-BE49-F238E27FC236}">
                  <a16:creationId xmlns:a16="http://schemas.microsoft.com/office/drawing/2014/main" id="{6ACDE2E3-D39D-CEE2-1FDD-8B2C22C69746}"/>
                </a:ext>
              </a:extLst>
            </p:cNvPr>
            <p:cNvSpPr/>
            <p:nvPr/>
          </p:nvSpPr>
          <p:spPr>
            <a:xfrm>
              <a:off x="1422293" y="4367528"/>
              <a:ext cx="2016899" cy="279757"/>
            </a:xfrm>
            <a:prstGeom prst="rect">
              <a:avLst/>
            </a:prstGeom>
            <a:solidFill>
              <a:schemeClr val="bg1"/>
            </a:solidFill>
            <a:ln>
              <a:solidFill>
                <a:schemeClr val="accent5"/>
              </a:solidFill>
            </a:ln>
          </p:spPr>
          <p:txBody>
            <a:bodyPr wrap="none">
              <a:spAutoFit/>
            </a:bodyPr>
            <a:lstStyle/>
            <a:p>
              <a:pPr marL="0" lvl="1" algn="ctr" defTabSz="1377793">
                <a:lnSpc>
                  <a:spcPct val="110000"/>
                </a:lnSpc>
                <a:spcAft>
                  <a:spcPts val="199"/>
                </a:spcAft>
                <a:buClr>
                  <a:schemeClr val="tx1"/>
                </a:buClr>
                <a:tabLst>
                  <a:tab pos="0" algn="l"/>
                </a:tabLst>
              </a:pPr>
              <a:r>
                <a:rPr lang="fr-FR" sz="1200" dirty="0">
                  <a:solidFill>
                    <a:schemeClr val="accent5">
                      <a:lumMod val="75000"/>
                    </a:schemeClr>
                  </a:solidFill>
                  <a:cs typeface="Arial" pitchFamily="34" charset="0"/>
                </a:rPr>
                <a:t>Application virtuelle ou HW</a:t>
              </a:r>
            </a:p>
          </p:txBody>
        </p:sp>
        <p:sp>
          <p:nvSpPr>
            <p:cNvPr id="79" name="Rectangle 78">
              <a:extLst>
                <a:ext uri="{FF2B5EF4-FFF2-40B4-BE49-F238E27FC236}">
                  <a16:creationId xmlns:a16="http://schemas.microsoft.com/office/drawing/2014/main" id="{4EE2E37D-B636-9FDB-832D-3445F22AFC90}"/>
                </a:ext>
              </a:extLst>
            </p:cNvPr>
            <p:cNvSpPr/>
            <p:nvPr/>
          </p:nvSpPr>
          <p:spPr>
            <a:xfrm>
              <a:off x="1741290" y="4952703"/>
              <a:ext cx="1378904" cy="279757"/>
            </a:xfrm>
            <a:prstGeom prst="rect">
              <a:avLst/>
            </a:prstGeom>
            <a:solidFill>
              <a:schemeClr val="bg1"/>
            </a:solidFill>
            <a:ln>
              <a:solidFill>
                <a:schemeClr val="accent5"/>
              </a:solidFill>
            </a:ln>
          </p:spPr>
          <p:txBody>
            <a:bodyPr wrap="none">
              <a:spAutoFit/>
            </a:bodyPr>
            <a:lstStyle/>
            <a:p>
              <a:pPr marL="0" lvl="1" algn="ctr" defTabSz="1377793">
                <a:lnSpc>
                  <a:spcPct val="110000"/>
                </a:lnSpc>
                <a:spcAft>
                  <a:spcPts val="199"/>
                </a:spcAft>
                <a:buClr>
                  <a:schemeClr val="tx1"/>
                </a:buClr>
                <a:tabLst>
                  <a:tab pos="0" algn="l"/>
                </a:tabLst>
              </a:pPr>
              <a:r>
                <a:rPr lang="fr-FR" sz="1200">
                  <a:solidFill>
                    <a:schemeClr val="accent5">
                      <a:lumMod val="75000"/>
                    </a:schemeClr>
                  </a:solidFill>
                  <a:cs typeface="Arial" pitchFamily="34" charset="0"/>
                </a:rPr>
                <a:t>Sécurisation forte</a:t>
              </a:r>
            </a:p>
          </p:txBody>
        </p:sp>
        <p:sp>
          <p:nvSpPr>
            <p:cNvPr id="80" name="Rectangle 79">
              <a:extLst>
                <a:ext uri="{FF2B5EF4-FFF2-40B4-BE49-F238E27FC236}">
                  <a16:creationId xmlns:a16="http://schemas.microsoft.com/office/drawing/2014/main" id="{BB64627B-04CE-E32C-1ED7-7E7F8B1B234D}"/>
                </a:ext>
              </a:extLst>
            </p:cNvPr>
            <p:cNvSpPr/>
            <p:nvPr/>
          </p:nvSpPr>
          <p:spPr>
            <a:xfrm>
              <a:off x="936584" y="5537878"/>
              <a:ext cx="2988319" cy="279757"/>
            </a:xfrm>
            <a:prstGeom prst="rect">
              <a:avLst/>
            </a:prstGeom>
            <a:solidFill>
              <a:schemeClr val="bg1"/>
            </a:solidFill>
            <a:ln>
              <a:solidFill>
                <a:schemeClr val="accent5"/>
              </a:solidFill>
            </a:ln>
          </p:spPr>
          <p:txBody>
            <a:bodyPr wrap="none">
              <a:spAutoFit/>
            </a:bodyPr>
            <a:lstStyle/>
            <a:p>
              <a:pPr marL="0" lvl="1" algn="ctr" defTabSz="1377793">
                <a:lnSpc>
                  <a:spcPct val="110000"/>
                </a:lnSpc>
                <a:spcAft>
                  <a:spcPts val="199"/>
                </a:spcAft>
                <a:buClr>
                  <a:schemeClr val="tx1"/>
                </a:buClr>
                <a:tabLst>
                  <a:tab pos="0" algn="l"/>
                </a:tabLst>
              </a:pPr>
              <a:r>
                <a:rPr lang="fr-FR" sz="1200">
                  <a:solidFill>
                    <a:schemeClr val="accent5">
                      <a:lumMod val="75000"/>
                    </a:schemeClr>
                  </a:solidFill>
                  <a:cs typeface="Arial" pitchFamily="34" charset="0"/>
                </a:rPr>
                <a:t>Scalabilité horizontale et verticale à gérer</a:t>
              </a:r>
            </a:p>
          </p:txBody>
        </p:sp>
        <p:sp>
          <p:nvSpPr>
            <p:cNvPr id="81" name="Rectangle 80">
              <a:extLst>
                <a:ext uri="{FF2B5EF4-FFF2-40B4-BE49-F238E27FC236}">
                  <a16:creationId xmlns:a16="http://schemas.microsoft.com/office/drawing/2014/main" id="{27D65CF0-7613-D4D7-FC5A-2D8E8F8A625F}"/>
                </a:ext>
              </a:extLst>
            </p:cNvPr>
            <p:cNvSpPr/>
            <p:nvPr/>
          </p:nvSpPr>
          <p:spPr>
            <a:xfrm>
              <a:off x="1208292" y="6123055"/>
              <a:ext cx="2444900" cy="279757"/>
            </a:xfrm>
            <a:prstGeom prst="rect">
              <a:avLst/>
            </a:prstGeom>
            <a:solidFill>
              <a:schemeClr val="bg1"/>
            </a:solidFill>
            <a:ln>
              <a:solidFill>
                <a:schemeClr val="accent5"/>
              </a:solidFill>
            </a:ln>
          </p:spPr>
          <p:txBody>
            <a:bodyPr wrap="none">
              <a:spAutoFit/>
            </a:bodyPr>
            <a:lstStyle/>
            <a:p>
              <a:pPr marL="0" lvl="1" algn="ctr" defTabSz="1377793">
                <a:lnSpc>
                  <a:spcPct val="110000"/>
                </a:lnSpc>
                <a:spcAft>
                  <a:spcPts val="199"/>
                </a:spcAft>
                <a:buClr>
                  <a:schemeClr val="tx1"/>
                </a:buClr>
                <a:tabLst>
                  <a:tab pos="0" algn="l"/>
                </a:tabLst>
              </a:pPr>
              <a:r>
                <a:rPr lang="fr-FR" sz="1200">
                  <a:solidFill>
                    <a:schemeClr val="accent5">
                      <a:lumMod val="75000"/>
                    </a:schemeClr>
                  </a:solidFill>
                  <a:cs typeface="Arial" pitchFamily="34" charset="0"/>
                </a:rPr>
                <a:t>Coûts de licences et de matériels</a:t>
              </a:r>
            </a:p>
          </p:txBody>
        </p:sp>
      </p:grpSp>
      <p:grpSp>
        <p:nvGrpSpPr>
          <p:cNvPr id="82" name="Groupe 81">
            <a:extLst>
              <a:ext uri="{FF2B5EF4-FFF2-40B4-BE49-F238E27FC236}">
                <a16:creationId xmlns:a16="http://schemas.microsoft.com/office/drawing/2014/main" id="{A0839446-AE62-A54F-0A6A-06D8A8AD1CBD}"/>
              </a:ext>
            </a:extLst>
          </p:cNvPr>
          <p:cNvGrpSpPr/>
          <p:nvPr/>
        </p:nvGrpSpPr>
        <p:grpSpPr>
          <a:xfrm>
            <a:off x="7489962" y="1718527"/>
            <a:ext cx="3775689" cy="4952353"/>
            <a:chOff x="5526807" y="1803535"/>
            <a:chExt cx="3775689" cy="4952353"/>
          </a:xfrm>
        </p:grpSpPr>
        <p:sp>
          <p:nvSpPr>
            <p:cNvPr id="83" name="Rectangle à coins arrondis 12">
              <a:extLst>
                <a:ext uri="{FF2B5EF4-FFF2-40B4-BE49-F238E27FC236}">
                  <a16:creationId xmlns:a16="http://schemas.microsoft.com/office/drawing/2014/main" id="{3F67DF9C-1C20-8D42-25AC-8F763BD05FC2}"/>
                </a:ext>
              </a:extLst>
            </p:cNvPr>
            <p:cNvSpPr/>
            <p:nvPr/>
          </p:nvSpPr>
          <p:spPr>
            <a:xfrm>
              <a:off x="5526807" y="2758711"/>
              <a:ext cx="3775689" cy="748147"/>
            </a:xfrm>
            <a:prstGeom prst="roundRect">
              <a:avLst/>
            </a:prstGeom>
            <a:noFill/>
            <a:ln>
              <a:noFill/>
            </a:ln>
          </p:spPr>
          <p:style>
            <a:lnRef idx="2">
              <a:schemeClr val="accent2"/>
            </a:lnRef>
            <a:fillRef idx="1">
              <a:schemeClr val="lt1"/>
            </a:fillRef>
            <a:effectRef idx="0">
              <a:schemeClr val="accent2"/>
            </a:effectRef>
            <a:fontRef idx="minor">
              <a:schemeClr val="dk1"/>
            </a:fontRef>
          </p:style>
          <p:txBody>
            <a:bodyPr lIns="91429" tIns="237573" rIns="91429" bIns="45715" anchor="t">
              <a:noAutofit/>
            </a:bodyPr>
            <a:lstStyle/>
            <a:p>
              <a:pPr marL="0" lvl="1" algn="ctr" defTabSz="1377793">
                <a:lnSpc>
                  <a:spcPct val="110000"/>
                </a:lnSpc>
                <a:spcAft>
                  <a:spcPts val="199"/>
                </a:spcAft>
                <a:buClr>
                  <a:schemeClr val="tx1"/>
                </a:buClr>
                <a:tabLst>
                  <a:tab pos="0" algn="l"/>
                </a:tabLst>
              </a:pPr>
              <a:r>
                <a:rPr lang="fr-FR" sz="1400" b="1" spc="600">
                  <a:solidFill>
                    <a:schemeClr val="accent6"/>
                  </a:solidFill>
                  <a:cs typeface="Arial" pitchFamily="34" charset="0"/>
                </a:rPr>
                <a:t>CLOUD</a:t>
              </a:r>
              <a:endParaRPr lang="fr-FR" sz="1200" b="1" spc="600">
                <a:solidFill>
                  <a:schemeClr val="accent6"/>
                </a:solidFill>
                <a:cs typeface="Arial" pitchFamily="34" charset="0"/>
              </a:endParaRPr>
            </a:p>
          </p:txBody>
        </p:sp>
        <p:pic>
          <p:nvPicPr>
            <p:cNvPr id="84" name="Picture 6" descr="RÃ©sultat de recherche d'images pour &quot;cloud icon&quot;">
              <a:extLst>
                <a:ext uri="{FF2B5EF4-FFF2-40B4-BE49-F238E27FC236}">
                  <a16:creationId xmlns:a16="http://schemas.microsoft.com/office/drawing/2014/main" id="{CE1EF4AC-98B6-7E7E-5983-65628111E77E}"/>
                </a:ext>
              </a:extLst>
            </p:cNvPr>
            <p:cNvPicPr>
              <a:picLocks noChangeAspect="1" noChangeArrowheads="1"/>
            </p:cNvPicPr>
            <p:nvPr/>
          </p:nvPicPr>
          <p:blipFill rotWithShape="1">
            <a:blip r:embed="rId7" cstate="screen">
              <a:clrChange>
                <a:clrFrom>
                  <a:srgbClr val="FFFFFF"/>
                </a:clrFrom>
                <a:clrTo>
                  <a:srgbClr val="FFFFFF">
                    <a:alpha val="0"/>
                  </a:srgbClr>
                </a:clrTo>
              </a:clrChange>
              <a:duotone>
                <a:schemeClr val="accent6">
                  <a:shade val="45000"/>
                  <a:satMod val="135000"/>
                </a:schemeClr>
                <a:prstClr val="white"/>
              </a:duotone>
              <a:extLst>
                <a:ext uri="{28A0092B-C50C-407E-A947-70E740481C1C}">
                  <a14:useLocalDpi xmlns:a14="http://schemas.microsoft.com/office/drawing/2010/main"/>
                </a:ext>
              </a:extLst>
            </a:blip>
            <a:srcRect/>
            <a:stretch/>
          </p:blipFill>
          <p:spPr bwMode="auto">
            <a:xfrm>
              <a:off x="6593795" y="1803535"/>
              <a:ext cx="1641712" cy="1079770"/>
            </a:xfrm>
            <a:prstGeom prst="rect">
              <a:avLst/>
            </a:prstGeom>
            <a:solidFill>
              <a:srgbClr val="FFFFFF"/>
            </a:solidFill>
          </p:spPr>
        </p:pic>
        <p:cxnSp>
          <p:nvCxnSpPr>
            <p:cNvPr id="85" name="Connecteur droit 84">
              <a:extLst>
                <a:ext uri="{FF2B5EF4-FFF2-40B4-BE49-F238E27FC236}">
                  <a16:creationId xmlns:a16="http://schemas.microsoft.com/office/drawing/2014/main" id="{4DB13A91-F63E-8771-FD46-02824D78C54D}"/>
                </a:ext>
              </a:extLst>
            </p:cNvPr>
            <p:cNvCxnSpPr>
              <a:cxnSpLocks/>
              <a:stCxn id="83" idx="2"/>
            </p:cNvCxnSpPr>
            <p:nvPr/>
          </p:nvCxnSpPr>
          <p:spPr>
            <a:xfrm>
              <a:off x="7414652" y="3506858"/>
              <a:ext cx="0" cy="3249030"/>
            </a:xfrm>
            <a:prstGeom prst="line">
              <a:avLst/>
            </a:prstGeom>
            <a:ln w="19050">
              <a:solidFill>
                <a:schemeClr val="accent6"/>
              </a:solidFill>
              <a:prstDash val="sysDot"/>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86" name="Rectangle 85">
              <a:extLst>
                <a:ext uri="{FF2B5EF4-FFF2-40B4-BE49-F238E27FC236}">
                  <a16:creationId xmlns:a16="http://schemas.microsoft.com/office/drawing/2014/main" id="{812903A0-0A8D-04EB-EEA6-99DAA4603A42}"/>
                </a:ext>
              </a:extLst>
            </p:cNvPr>
            <p:cNvSpPr/>
            <p:nvPr/>
          </p:nvSpPr>
          <p:spPr>
            <a:xfrm>
              <a:off x="6094410" y="3797934"/>
              <a:ext cx="2632452" cy="279757"/>
            </a:xfrm>
            <a:prstGeom prst="rect">
              <a:avLst/>
            </a:prstGeom>
            <a:solidFill>
              <a:schemeClr val="bg1"/>
            </a:solidFill>
            <a:ln>
              <a:solidFill>
                <a:schemeClr val="accent6"/>
              </a:solidFill>
            </a:ln>
          </p:spPr>
          <p:txBody>
            <a:bodyPr wrap="none" anchor="ctr">
              <a:spAutoFit/>
            </a:bodyPr>
            <a:lstStyle/>
            <a:p>
              <a:pPr marL="0" lvl="1" algn="ctr" defTabSz="1377793">
                <a:lnSpc>
                  <a:spcPct val="110000"/>
                </a:lnSpc>
                <a:spcAft>
                  <a:spcPts val="199"/>
                </a:spcAft>
                <a:buClr>
                  <a:schemeClr val="tx1"/>
                </a:buClr>
                <a:tabLst>
                  <a:tab pos="0" algn="l"/>
                </a:tabLst>
              </a:pPr>
              <a:r>
                <a:rPr lang="fr-FR" sz="1200">
                  <a:solidFill>
                    <a:schemeClr val="accent6"/>
                  </a:solidFill>
                  <a:cs typeface="Arial" pitchFamily="34" charset="0"/>
                </a:rPr>
                <a:t>Le trafic passe par un service Cloud</a:t>
              </a:r>
            </a:p>
          </p:txBody>
        </p:sp>
        <p:sp>
          <p:nvSpPr>
            <p:cNvPr id="87" name="Rectangle 86">
              <a:extLst>
                <a:ext uri="{FF2B5EF4-FFF2-40B4-BE49-F238E27FC236}">
                  <a16:creationId xmlns:a16="http://schemas.microsoft.com/office/drawing/2014/main" id="{DB41A1EE-BAEE-F545-8E47-00D23D2CAD27}"/>
                </a:ext>
              </a:extLst>
            </p:cNvPr>
            <p:cNvSpPr/>
            <p:nvPr/>
          </p:nvSpPr>
          <p:spPr>
            <a:xfrm>
              <a:off x="6692330" y="4367528"/>
              <a:ext cx="1436611" cy="279757"/>
            </a:xfrm>
            <a:prstGeom prst="rect">
              <a:avLst/>
            </a:prstGeom>
            <a:solidFill>
              <a:schemeClr val="bg1"/>
            </a:solidFill>
            <a:ln>
              <a:solidFill>
                <a:schemeClr val="accent6"/>
              </a:solidFill>
            </a:ln>
          </p:spPr>
          <p:txBody>
            <a:bodyPr wrap="none">
              <a:spAutoFit/>
            </a:bodyPr>
            <a:lstStyle/>
            <a:p>
              <a:pPr marL="0" lvl="1" algn="ctr" defTabSz="1377793">
                <a:lnSpc>
                  <a:spcPct val="110000"/>
                </a:lnSpc>
                <a:spcAft>
                  <a:spcPts val="199"/>
                </a:spcAft>
                <a:buClr>
                  <a:schemeClr val="tx1"/>
                </a:buClr>
                <a:tabLst>
                  <a:tab pos="0" algn="l"/>
                </a:tabLst>
              </a:pPr>
              <a:r>
                <a:rPr lang="fr-FR" sz="1200">
                  <a:solidFill>
                    <a:schemeClr val="accent6"/>
                  </a:solidFill>
                  <a:cs typeface="Arial" pitchFamily="34" charset="0"/>
                </a:rPr>
                <a:t>Sécurisation faible</a:t>
              </a:r>
            </a:p>
          </p:txBody>
        </p:sp>
        <p:sp>
          <p:nvSpPr>
            <p:cNvPr id="114" name="Rectangle 113">
              <a:extLst>
                <a:ext uri="{FF2B5EF4-FFF2-40B4-BE49-F238E27FC236}">
                  <a16:creationId xmlns:a16="http://schemas.microsoft.com/office/drawing/2014/main" id="{4EE6D03F-7E24-D4E0-536F-06AB7F3ED0D6}"/>
                </a:ext>
              </a:extLst>
            </p:cNvPr>
            <p:cNvSpPr/>
            <p:nvPr/>
          </p:nvSpPr>
          <p:spPr>
            <a:xfrm>
              <a:off x="5907475" y="5537880"/>
              <a:ext cx="3217547" cy="279757"/>
            </a:xfrm>
            <a:prstGeom prst="rect">
              <a:avLst/>
            </a:prstGeom>
            <a:solidFill>
              <a:schemeClr val="bg1"/>
            </a:solidFill>
            <a:ln>
              <a:solidFill>
                <a:schemeClr val="accent6"/>
              </a:solidFill>
            </a:ln>
          </p:spPr>
          <p:txBody>
            <a:bodyPr wrap="none">
              <a:spAutoFit/>
            </a:bodyPr>
            <a:lstStyle/>
            <a:p>
              <a:pPr marL="0" lvl="1" algn="ctr" defTabSz="1377793">
                <a:lnSpc>
                  <a:spcPct val="110000"/>
                </a:lnSpc>
                <a:spcAft>
                  <a:spcPts val="199"/>
                </a:spcAft>
                <a:buClr>
                  <a:schemeClr val="tx1"/>
                </a:buClr>
                <a:tabLst>
                  <a:tab pos="0" algn="l"/>
                </a:tabLst>
              </a:pPr>
              <a:r>
                <a:rPr lang="fr-FR" sz="1200">
                  <a:solidFill>
                    <a:schemeClr val="accent6"/>
                  </a:solidFill>
                  <a:cs typeface="Arial" pitchFamily="34" charset="0"/>
                </a:rPr>
                <a:t>Scalabilité élastique en fonction de la charge</a:t>
              </a:r>
            </a:p>
          </p:txBody>
        </p:sp>
        <p:sp>
          <p:nvSpPr>
            <p:cNvPr id="115" name="Rectangle 114">
              <a:extLst>
                <a:ext uri="{FF2B5EF4-FFF2-40B4-BE49-F238E27FC236}">
                  <a16:creationId xmlns:a16="http://schemas.microsoft.com/office/drawing/2014/main" id="{A886FC64-FE3A-A7CF-5CDC-24338AD8AFB1}"/>
                </a:ext>
              </a:extLst>
            </p:cNvPr>
            <p:cNvSpPr/>
            <p:nvPr/>
          </p:nvSpPr>
          <p:spPr>
            <a:xfrm>
              <a:off x="6146380" y="6123055"/>
              <a:ext cx="2736647" cy="279757"/>
            </a:xfrm>
            <a:prstGeom prst="rect">
              <a:avLst/>
            </a:prstGeom>
            <a:solidFill>
              <a:schemeClr val="bg1"/>
            </a:solidFill>
            <a:ln>
              <a:solidFill>
                <a:schemeClr val="accent6"/>
              </a:solidFill>
            </a:ln>
          </p:spPr>
          <p:txBody>
            <a:bodyPr wrap="none">
              <a:spAutoFit/>
            </a:bodyPr>
            <a:lstStyle/>
            <a:p>
              <a:pPr marL="0" lvl="1" algn="ctr" defTabSz="1377793">
                <a:lnSpc>
                  <a:spcPct val="110000"/>
                </a:lnSpc>
                <a:spcAft>
                  <a:spcPts val="199"/>
                </a:spcAft>
                <a:buClr>
                  <a:schemeClr val="tx1"/>
                </a:buClr>
                <a:tabLst>
                  <a:tab pos="0" algn="l"/>
                </a:tabLst>
              </a:pPr>
              <a:r>
                <a:rPr lang="fr-FR" sz="1200">
                  <a:solidFill>
                    <a:schemeClr val="accent6"/>
                  </a:solidFill>
                  <a:cs typeface="Arial" pitchFamily="34" charset="0"/>
                </a:rPr>
                <a:t>Coûts OPEX en fonction de la charge</a:t>
              </a:r>
            </a:p>
          </p:txBody>
        </p:sp>
        <p:sp>
          <p:nvSpPr>
            <p:cNvPr id="116" name="Rectangle 115">
              <a:extLst>
                <a:ext uri="{FF2B5EF4-FFF2-40B4-BE49-F238E27FC236}">
                  <a16:creationId xmlns:a16="http://schemas.microsoft.com/office/drawing/2014/main" id="{06072769-0831-FE16-1EB3-DF0E61BA9284}"/>
                </a:ext>
              </a:extLst>
            </p:cNvPr>
            <p:cNvSpPr/>
            <p:nvPr/>
          </p:nvSpPr>
          <p:spPr>
            <a:xfrm>
              <a:off x="6322992" y="4991081"/>
              <a:ext cx="2271777" cy="279757"/>
            </a:xfrm>
            <a:prstGeom prst="rect">
              <a:avLst/>
            </a:prstGeom>
            <a:solidFill>
              <a:schemeClr val="bg1"/>
            </a:solidFill>
            <a:ln>
              <a:solidFill>
                <a:schemeClr val="accent6"/>
              </a:solidFill>
            </a:ln>
          </p:spPr>
          <p:txBody>
            <a:bodyPr wrap="none">
              <a:spAutoFit/>
            </a:bodyPr>
            <a:lstStyle/>
            <a:p>
              <a:pPr marL="0" lvl="1" algn="ctr" defTabSz="1377793">
                <a:lnSpc>
                  <a:spcPct val="110000"/>
                </a:lnSpc>
                <a:spcAft>
                  <a:spcPts val="199"/>
                </a:spcAft>
                <a:buClr>
                  <a:schemeClr val="tx1"/>
                </a:buClr>
                <a:tabLst>
                  <a:tab pos="0" algn="l"/>
                </a:tabLst>
              </a:pPr>
              <a:r>
                <a:rPr lang="fr-FR" sz="1200" dirty="0">
                  <a:solidFill>
                    <a:schemeClr val="accent6"/>
                  </a:solidFill>
                  <a:cs typeface="Arial" pitchFamily="34" charset="0"/>
                </a:rPr>
                <a:t>Dépendance à un fournisseur</a:t>
              </a:r>
            </a:p>
          </p:txBody>
        </p:sp>
      </p:grpSp>
      <p:grpSp>
        <p:nvGrpSpPr>
          <p:cNvPr id="117" name="Groupe 116">
            <a:extLst>
              <a:ext uri="{FF2B5EF4-FFF2-40B4-BE49-F238E27FC236}">
                <a16:creationId xmlns:a16="http://schemas.microsoft.com/office/drawing/2014/main" id="{D9C37866-7095-0B92-0388-E864C0AF8749}"/>
              </a:ext>
            </a:extLst>
          </p:cNvPr>
          <p:cNvGrpSpPr/>
          <p:nvPr/>
        </p:nvGrpSpPr>
        <p:grpSpPr>
          <a:xfrm>
            <a:off x="4309099" y="1718527"/>
            <a:ext cx="3775689" cy="4954245"/>
            <a:chOff x="7812062" y="1716635"/>
            <a:chExt cx="3775689" cy="4954245"/>
          </a:xfrm>
        </p:grpSpPr>
        <p:sp>
          <p:nvSpPr>
            <p:cNvPr id="118" name="Rectangle à coins arrondis 13">
              <a:extLst>
                <a:ext uri="{FF2B5EF4-FFF2-40B4-BE49-F238E27FC236}">
                  <a16:creationId xmlns:a16="http://schemas.microsoft.com/office/drawing/2014/main" id="{78F1F6E1-505A-A687-9745-C148CF833C50}"/>
                </a:ext>
              </a:extLst>
            </p:cNvPr>
            <p:cNvSpPr/>
            <p:nvPr/>
          </p:nvSpPr>
          <p:spPr>
            <a:xfrm>
              <a:off x="7812062" y="2767773"/>
              <a:ext cx="3775689" cy="748147"/>
            </a:xfrm>
            <a:prstGeom prst="roundRect">
              <a:avLst/>
            </a:prstGeom>
            <a:noFill/>
            <a:ln>
              <a:noFill/>
            </a:ln>
          </p:spPr>
          <p:style>
            <a:lnRef idx="2">
              <a:schemeClr val="accent2"/>
            </a:lnRef>
            <a:fillRef idx="1">
              <a:schemeClr val="lt1"/>
            </a:fillRef>
            <a:effectRef idx="0">
              <a:schemeClr val="accent2"/>
            </a:effectRef>
            <a:fontRef idx="minor">
              <a:schemeClr val="dk1"/>
            </a:fontRef>
          </p:style>
          <p:txBody>
            <a:bodyPr lIns="91429" tIns="237573" rIns="91429" bIns="45715" anchor="t">
              <a:noAutofit/>
            </a:bodyPr>
            <a:lstStyle/>
            <a:p>
              <a:pPr marL="0" lvl="1" algn="ctr" defTabSz="1377793">
                <a:lnSpc>
                  <a:spcPct val="110000"/>
                </a:lnSpc>
                <a:spcAft>
                  <a:spcPts val="199"/>
                </a:spcAft>
                <a:buClr>
                  <a:schemeClr val="tx1"/>
                </a:buClr>
                <a:tabLst>
                  <a:tab pos="0" algn="l"/>
                </a:tabLst>
              </a:pPr>
              <a:r>
                <a:rPr lang="fr-FR" sz="1400" b="1" spc="600">
                  <a:solidFill>
                    <a:schemeClr val="tx1"/>
                  </a:solidFill>
                  <a:cs typeface="Arial" pitchFamily="34" charset="0"/>
                </a:rPr>
                <a:t>HYBRIDE</a:t>
              </a:r>
              <a:endParaRPr lang="fr-FR" sz="1200" b="1" spc="600">
                <a:solidFill>
                  <a:schemeClr val="tx1"/>
                </a:solidFill>
                <a:cs typeface="Arial" pitchFamily="34" charset="0"/>
              </a:endParaRPr>
            </a:p>
          </p:txBody>
        </p:sp>
        <p:grpSp>
          <p:nvGrpSpPr>
            <p:cNvPr id="119" name="Groupe 118">
              <a:extLst>
                <a:ext uri="{FF2B5EF4-FFF2-40B4-BE49-F238E27FC236}">
                  <a16:creationId xmlns:a16="http://schemas.microsoft.com/office/drawing/2014/main" id="{49F416DB-695E-D9B9-91C6-587086279EF9}"/>
                </a:ext>
              </a:extLst>
            </p:cNvPr>
            <p:cNvGrpSpPr/>
            <p:nvPr/>
          </p:nvGrpSpPr>
          <p:grpSpPr>
            <a:xfrm>
              <a:off x="8771019" y="1716635"/>
              <a:ext cx="1626160" cy="1104639"/>
              <a:chOff x="9222368" y="1196752"/>
              <a:chExt cx="1626160" cy="1104639"/>
            </a:xfrm>
          </p:grpSpPr>
          <p:pic>
            <p:nvPicPr>
              <p:cNvPr id="124" name="Picture 6" descr="RÃ©sultat de recherche d'images pour &quot;cloud icon&quot;">
                <a:extLst>
                  <a:ext uri="{FF2B5EF4-FFF2-40B4-BE49-F238E27FC236}">
                    <a16:creationId xmlns:a16="http://schemas.microsoft.com/office/drawing/2014/main" id="{9CD67F22-3BD7-86FA-8C7D-564CC4C32479}"/>
                  </a:ext>
                </a:extLst>
              </p:cNvPr>
              <p:cNvPicPr>
                <a:picLocks noChangeAspect="1" noChangeArrowheads="1"/>
              </p:cNvPicPr>
              <p:nvPr/>
            </p:nvPicPr>
            <p:blipFill rotWithShape="1">
              <a:blip r:embed="rId8"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10072129" y="1221621"/>
                <a:ext cx="776399" cy="1079770"/>
              </a:xfrm>
              <a:prstGeom prst="rect">
                <a:avLst/>
              </a:prstGeom>
              <a:solidFill>
                <a:srgbClr val="FFFFFF"/>
              </a:solidFill>
            </p:spPr>
          </p:pic>
          <p:pic>
            <p:nvPicPr>
              <p:cNvPr id="125" name="Picture 2" descr="RÃ©sultat de recherche d'images pour &quot;on premise icon&quot;">
                <a:extLst>
                  <a:ext uri="{FF2B5EF4-FFF2-40B4-BE49-F238E27FC236}">
                    <a16:creationId xmlns:a16="http://schemas.microsoft.com/office/drawing/2014/main" id="{BC5E95AD-A946-4794-1754-2BA8AC568A8B}"/>
                  </a:ext>
                </a:extLst>
              </p:cNvPr>
              <p:cNvPicPr>
                <a:picLocks noChangeAspect="1" noChangeArrowheads="1"/>
              </p:cNvPicPr>
              <p:nvPr/>
            </p:nvPicPr>
            <p:blipFill rotWithShape="1">
              <a:blip r:embed="rId9" cstate="screen">
                <a:biLevel thresh="75000"/>
                <a:extLst>
                  <a:ext uri="{BEBA8EAE-BF5A-486C-A8C5-ECC9F3942E4B}">
                    <a14:imgProps xmlns:a14="http://schemas.microsoft.com/office/drawing/2010/main">
                      <a14:imgLayer r:embed="rId10">
                        <a14:imgEffect>
                          <a14:brightnessContrast bright="-40000" contrast="40000"/>
                        </a14:imgEffect>
                      </a14:imgLayer>
                    </a14:imgProps>
                  </a:ext>
                  <a:ext uri="{28A0092B-C50C-407E-A947-70E740481C1C}">
                    <a14:useLocalDpi xmlns:a14="http://schemas.microsoft.com/office/drawing/2010/main"/>
                  </a:ext>
                </a:extLst>
              </a:blip>
              <a:srcRect/>
              <a:stretch/>
            </p:blipFill>
            <p:spPr bwMode="auto">
              <a:xfrm>
                <a:off x="9222368" y="1196752"/>
                <a:ext cx="776399" cy="1104639"/>
              </a:xfrm>
              <a:prstGeom prst="rect">
                <a:avLst/>
              </a:prstGeom>
              <a:solidFill>
                <a:srgbClr val="FFFFFF"/>
              </a:solidFill>
            </p:spPr>
          </p:pic>
        </p:grpSp>
        <p:cxnSp>
          <p:nvCxnSpPr>
            <p:cNvPr id="120" name="Connecteur droit 119">
              <a:extLst>
                <a:ext uri="{FF2B5EF4-FFF2-40B4-BE49-F238E27FC236}">
                  <a16:creationId xmlns:a16="http://schemas.microsoft.com/office/drawing/2014/main" id="{4BF4DC1D-22E8-11A2-EB8F-0D0125CB0D00}"/>
                </a:ext>
              </a:extLst>
            </p:cNvPr>
            <p:cNvCxnSpPr>
              <a:cxnSpLocks/>
            </p:cNvCxnSpPr>
            <p:nvPr/>
          </p:nvCxnSpPr>
          <p:spPr>
            <a:xfrm flipH="1">
              <a:off x="9620780" y="3444827"/>
              <a:ext cx="738" cy="3226053"/>
            </a:xfrm>
            <a:prstGeom prst="line">
              <a:avLst/>
            </a:prstGeom>
            <a:ln w="19050">
              <a:solidFill>
                <a:schemeClr val="tx1"/>
              </a:solidFill>
              <a:prstDash val="sysDot"/>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21" name="Rectangle 120">
              <a:extLst>
                <a:ext uri="{FF2B5EF4-FFF2-40B4-BE49-F238E27FC236}">
                  <a16:creationId xmlns:a16="http://schemas.microsoft.com/office/drawing/2014/main" id="{4165EC6F-E4BE-6F28-0808-03B6FDD2CFD1}"/>
                </a:ext>
              </a:extLst>
            </p:cNvPr>
            <p:cNvSpPr/>
            <p:nvPr/>
          </p:nvSpPr>
          <p:spPr>
            <a:xfrm>
              <a:off x="8252628" y="3716153"/>
              <a:ext cx="2736304" cy="482889"/>
            </a:xfrm>
            <a:prstGeom prst="rect">
              <a:avLst/>
            </a:prstGeom>
            <a:solidFill>
              <a:schemeClr val="bg1"/>
            </a:solidFill>
            <a:ln>
              <a:solidFill>
                <a:schemeClr val="tx1"/>
              </a:solidFill>
            </a:ln>
          </p:spPr>
          <p:txBody>
            <a:bodyPr wrap="square">
              <a:spAutoFit/>
            </a:bodyPr>
            <a:lstStyle/>
            <a:p>
              <a:pPr marL="0" lvl="1" algn="ctr" defTabSz="1377793">
                <a:lnSpc>
                  <a:spcPct val="110000"/>
                </a:lnSpc>
                <a:spcAft>
                  <a:spcPts val="199"/>
                </a:spcAft>
                <a:buClr>
                  <a:schemeClr val="tx1"/>
                </a:buClr>
                <a:tabLst>
                  <a:tab pos="0" algn="l"/>
                </a:tabLst>
              </a:pPr>
              <a:r>
                <a:rPr lang="fr-FR" sz="1200">
                  <a:cs typeface="Arial" pitchFamily="34" charset="0"/>
                </a:rPr>
                <a:t>Gateway déployée sur site : </a:t>
              </a:r>
              <a:br>
                <a:rPr lang="fr-FR" sz="1200">
                  <a:cs typeface="Arial" pitchFamily="34" charset="0"/>
                </a:rPr>
              </a:br>
              <a:r>
                <a:rPr lang="fr-FR" sz="1200">
                  <a:cs typeface="Arial" pitchFamily="34" charset="0"/>
                </a:rPr>
                <a:t>le trafic API passe en interne</a:t>
              </a:r>
            </a:p>
          </p:txBody>
        </p:sp>
        <p:sp>
          <p:nvSpPr>
            <p:cNvPr id="122" name="Rectangle 121">
              <a:extLst>
                <a:ext uri="{FF2B5EF4-FFF2-40B4-BE49-F238E27FC236}">
                  <a16:creationId xmlns:a16="http://schemas.microsoft.com/office/drawing/2014/main" id="{847C6ED8-DC7F-1546-2D92-DE54DD2CFD18}"/>
                </a:ext>
              </a:extLst>
            </p:cNvPr>
            <p:cNvSpPr/>
            <p:nvPr/>
          </p:nvSpPr>
          <p:spPr>
            <a:xfrm>
              <a:off x="8252628" y="4535386"/>
              <a:ext cx="2736304" cy="482889"/>
            </a:xfrm>
            <a:prstGeom prst="rect">
              <a:avLst/>
            </a:prstGeom>
            <a:solidFill>
              <a:schemeClr val="bg1"/>
            </a:solidFill>
            <a:ln>
              <a:solidFill>
                <a:schemeClr val="tx1"/>
              </a:solidFill>
            </a:ln>
          </p:spPr>
          <p:txBody>
            <a:bodyPr wrap="square">
              <a:spAutoFit/>
            </a:bodyPr>
            <a:lstStyle/>
            <a:p>
              <a:pPr marL="0" lvl="1" algn="ctr" defTabSz="1377793">
                <a:lnSpc>
                  <a:spcPct val="110000"/>
                </a:lnSpc>
                <a:spcAft>
                  <a:spcPts val="199"/>
                </a:spcAft>
                <a:buClr>
                  <a:schemeClr val="tx1"/>
                </a:buClr>
                <a:tabLst>
                  <a:tab pos="0" algn="l"/>
                </a:tabLst>
              </a:pPr>
              <a:r>
                <a:rPr lang="fr-FR" sz="1200">
                  <a:cs typeface="Arial" pitchFamily="34" charset="0"/>
                </a:rPr>
                <a:t>Portails et analytiques déployés en services Cloud</a:t>
              </a:r>
            </a:p>
          </p:txBody>
        </p:sp>
        <p:sp>
          <p:nvSpPr>
            <p:cNvPr id="123" name="Rectangle 122">
              <a:extLst>
                <a:ext uri="{FF2B5EF4-FFF2-40B4-BE49-F238E27FC236}">
                  <a16:creationId xmlns:a16="http://schemas.microsoft.com/office/drawing/2014/main" id="{0B39CAE6-3EDF-66CB-1FD7-132970EDFF9D}"/>
                </a:ext>
              </a:extLst>
            </p:cNvPr>
            <p:cNvSpPr/>
            <p:nvPr/>
          </p:nvSpPr>
          <p:spPr>
            <a:xfrm>
              <a:off x="8245927" y="5309293"/>
              <a:ext cx="2736304" cy="482889"/>
            </a:xfrm>
            <a:prstGeom prst="rect">
              <a:avLst/>
            </a:prstGeom>
            <a:solidFill>
              <a:schemeClr val="bg1"/>
            </a:solidFill>
            <a:ln>
              <a:solidFill>
                <a:schemeClr val="tx1"/>
              </a:solidFill>
            </a:ln>
          </p:spPr>
          <p:txBody>
            <a:bodyPr wrap="square">
              <a:spAutoFit/>
            </a:bodyPr>
            <a:lstStyle/>
            <a:p>
              <a:pPr marL="0" lvl="1" algn="ctr" defTabSz="1377793">
                <a:lnSpc>
                  <a:spcPct val="110000"/>
                </a:lnSpc>
                <a:spcAft>
                  <a:spcPts val="199"/>
                </a:spcAft>
                <a:buClr>
                  <a:schemeClr val="tx1"/>
                </a:buClr>
                <a:tabLst>
                  <a:tab pos="0" algn="l"/>
                </a:tabLst>
              </a:pPr>
              <a:r>
                <a:rPr lang="fr-FR" sz="1200">
                  <a:cs typeface="Arial" pitchFamily="34" charset="0"/>
                </a:rPr>
                <a:t>Nouveaux enjeux réglementaire, réseaux et d’exploitation</a:t>
              </a:r>
            </a:p>
          </p:txBody>
        </p:sp>
      </p:grpSp>
      <p:sp>
        <p:nvSpPr>
          <p:cNvPr id="126" name="Rectangle 125">
            <a:extLst>
              <a:ext uri="{FF2B5EF4-FFF2-40B4-BE49-F238E27FC236}">
                <a16:creationId xmlns:a16="http://schemas.microsoft.com/office/drawing/2014/main" id="{BC0B2BEB-06BC-41E4-A1F0-64844EA63371}"/>
              </a:ext>
            </a:extLst>
          </p:cNvPr>
          <p:cNvSpPr/>
          <p:nvPr/>
        </p:nvSpPr>
        <p:spPr>
          <a:xfrm>
            <a:off x="4727848" y="6050987"/>
            <a:ext cx="2736304" cy="279757"/>
          </a:xfrm>
          <a:prstGeom prst="rect">
            <a:avLst/>
          </a:prstGeom>
          <a:solidFill>
            <a:schemeClr val="bg1"/>
          </a:solidFill>
          <a:ln>
            <a:solidFill>
              <a:schemeClr val="tx1"/>
            </a:solidFill>
          </a:ln>
        </p:spPr>
        <p:txBody>
          <a:bodyPr wrap="square">
            <a:spAutoFit/>
          </a:bodyPr>
          <a:lstStyle/>
          <a:p>
            <a:pPr marL="0" lvl="1" algn="ctr" defTabSz="1377793">
              <a:lnSpc>
                <a:spcPct val="110000"/>
              </a:lnSpc>
              <a:spcAft>
                <a:spcPts val="199"/>
              </a:spcAft>
              <a:buClr>
                <a:schemeClr val="tx1"/>
              </a:buClr>
              <a:tabLst>
                <a:tab pos="0" algn="l"/>
              </a:tabLst>
            </a:pPr>
            <a:r>
              <a:rPr lang="fr-FR" sz="1200">
                <a:cs typeface="Arial" pitchFamily="34" charset="0"/>
              </a:rPr>
              <a:t>Stratégie de déploiement évolutive</a:t>
            </a:r>
          </a:p>
        </p:txBody>
      </p:sp>
    </p:spTree>
    <p:extLst>
      <p:ext uri="{BB962C8B-B14F-4D97-AF65-F5344CB8AC3E}">
        <p14:creationId xmlns:p14="http://schemas.microsoft.com/office/powerpoint/2010/main" val="9341060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extLst>
    <p:ext uri="{6950BFC3-D8DA-4A85-94F7-54DA5524770B}">
      <p188:commentRel xmlns:p188="http://schemas.microsoft.com/office/powerpoint/2018/8/main" r:id="rId4"/>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 name="Groupe 80">
            <a:extLst>
              <a:ext uri="{FF2B5EF4-FFF2-40B4-BE49-F238E27FC236}">
                <a16:creationId xmlns:a16="http://schemas.microsoft.com/office/drawing/2014/main" id="{C3A1658A-F14C-21C5-0420-3DDFE57638B0}"/>
              </a:ext>
            </a:extLst>
          </p:cNvPr>
          <p:cNvGrpSpPr/>
          <p:nvPr/>
        </p:nvGrpSpPr>
        <p:grpSpPr>
          <a:xfrm>
            <a:off x="-13400" y="2464322"/>
            <a:ext cx="5234766" cy="1929356"/>
            <a:chOff x="1" y="2863977"/>
            <a:chExt cx="6935519" cy="1929356"/>
          </a:xfrm>
        </p:grpSpPr>
        <p:sp>
          <p:nvSpPr>
            <p:cNvPr id="85" name="Rectangle 84">
              <a:extLst>
                <a:ext uri="{FF2B5EF4-FFF2-40B4-BE49-F238E27FC236}">
                  <a16:creationId xmlns:a16="http://schemas.microsoft.com/office/drawing/2014/main" id="{274F9BA2-1C73-2411-2870-D3672C59CCF4}"/>
                </a:ext>
              </a:extLst>
            </p:cNvPr>
            <p:cNvSpPr/>
            <p:nvPr/>
          </p:nvSpPr>
          <p:spPr>
            <a:xfrm>
              <a:off x="1" y="2863977"/>
              <a:ext cx="6823279"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Les différents types de solution de médiation proposés par la plateforme</a:t>
              </a:r>
            </a:p>
          </p:txBody>
        </p:sp>
        <p:sp>
          <p:nvSpPr>
            <p:cNvPr id="87" name="Rectangle 86">
              <a:extLst>
                <a:ext uri="{FF2B5EF4-FFF2-40B4-BE49-F238E27FC236}">
                  <a16:creationId xmlns:a16="http://schemas.microsoft.com/office/drawing/2014/main" id="{E38B2E64-D4D5-2B6B-BF7C-5D39A65AA264}"/>
                </a:ext>
              </a:extLst>
            </p:cNvPr>
            <p:cNvSpPr/>
            <p:nvPr/>
          </p:nvSpPr>
          <p:spPr>
            <a:xfrm>
              <a:off x="6697362" y="2863978"/>
              <a:ext cx="238158" cy="1929355"/>
            </a:xfrm>
            <a:prstGeom prst="rect">
              <a:avLst/>
            </a:prstGeom>
            <a:solidFill>
              <a:srgbClr val="006C9F">
                <a:alpha val="636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7BB83A"/>
                </a:solidFill>
                <a:effectLst/>
                <a:uLnTx/>
                <a:uFillTx/>
                <a:latin typeface="Arial"/>
                <a:ea typeface="+mn-ea"/>
                <a:cs typeface="+mn-cs"/>
              </a:endParaRPr>
            </a:p>
          </p:txBody>
        </p:sp>
      </p:grpSp>
      <p:pic>
        <p:nvPicPr>
          <p:cNvPr id="58" name="Picture 4" descr="Médiation de la consommation : une solution pour régler les litiges à  l'amiable | Dossier Familial | Dossier Familial">
            <a:extLst>
              <a:ext uri="{FF2B5EF4-FFF2-40B4-BE49-F238E27FC236}">
                <a16:creationId xmlns:a16="http://schemas.microsoft.com/office/drawing/2014/main" id="{6E1962DF-D432-29B8-18AD-D9AB9DD35BE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201" r="20815"/>
          <a:stretch/>
        </p:blipFill>
        <p:spPr bwMode="auto">
          <a:xfrm>
            <a:off x="5221366" y="0"/>
            <a:ext cx="2986216" cy="6858000"/>
          </a:xfrm>
          <a:prstGeom prst="rect">
            <a:avLst/>
          </a:prstGeom>
          <a:noFill/>
          <a:extLst>
            <a:ext uri="{909E8E84-426E-40DD-AFC4-6F175D3DCCD1}">
              <a14:hiddenFill xmlns:a14="http://schemas.microsoft.com/office/drawing/2010/main">
                <a:solidFill>
                  <a:srgbClr val="FFFFFF"/>
                </a:solidFill>
              </a14:hiddenFill>
            </a:ext>
          </a:extLst>
        </p:spPr>
      </p:pic>
      <p:sp>
        <p:nvSpPr>
          <p:cNvPr id="92" name="Rectangle 91">
            <a:extLst>
              <a:ext uri="{FF2B5EF4-FFF2-40B4-BE49-F238E27FC236}">
                <a16:creationId xmlns:a16="http://schemas.microsoft.com/office/drawing/2014/main" id="{484A9F92-A02A-7E4D-52B5-414BE76161CD}"/>
              </a:ext>
            </a:extLst>
          </p:cNvPr>
          <p:cNvSpPr/>
          <p:nvPr>
            <p:custDataLst>
              <p:tags r:id="rId1"/>
            </p:custDataLst>
          </p:nvPr>
        </p:nvSpPr>
        <p:spPr>
          <a:xfrm>
            <a:off x="5211289" y="-1"/>
            <a:ext cx="2986216"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grpSp>
        <p:nvGrpSpPr>
          <p:cNvPr id="118" name="Groupe 117">
            <a:extLst>
              <a:ext uri="{FF2B5EF4-FFF2-40B4-BE49-F238E27FC236}">
                <a16:creationId xmlns:a16="http://schemas.microsoft.com/office/drawing/2014/main" id="{76FC55DF-4358-F497-44C7-6D719472173C}"/>
              </a:ext>
            </a:extLst>
          </p:cNvPr>
          <p:cNvGrpSpPr/>
          <p:nvPr/>
        </p:nvGrpSpPr>
        <p:grpSpPr>
          <a:xfrm>
            <a:off x="7877160" y="5274416"/>
            <a:ext cx="3842882" cy="648000"/>
            <a:chOff x="7880947" y="5236422"/>
            <a:chExt cx="3842882" cy="648000"/>
          </a:xfrm>
        </p:grpSpPr>
        <p:sp>
          <p:nvSpPr>
            <p:cNvPr id="48" name="TextBox 4">
              <a:extLst>
                <a:ext uri="{FF2B5EF4-FFF2-40B4-BE49-F238E27FC236}">
                  <a16:creationId xmlns:a16="http://schemas.microsoft.com/office/drawing/2014/main" id="{B132117E-19EE-F1CF-618B-2A58EA8A6885}"/>
                </a:ext>
              </a:extLst>
            </p:cNvPr>
            <p:cNvSpPr txBox="1"/>
            <p:nvPr/>
          </p:nvSpPr>
          <p:spPr>
            <a:xfrm>
              <a:off x="8737615" y="5403456"/>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Batch </a:t>
              </a:r>
              <a:r>
                <a:rPr lang="fr-FR" err="1"/>
                <a:t>Processing</a:t>
              </a:r>
              <a:endParaRPr lang="fr-FR"/>
            </a:p>
          </p:txBody>
        </p:sp>
        <p:grpSp>
          <p:nvGrpSpPr>
            <p:cNvPr id="71" name="Groupe 70">
              <a:extLst>
                <a:ext uri="{FF2B5EF4-FFF2-40B4-BE49-F238E27FC236}">
                  <a16:creationId xmlns:a16="http://schemas.microsoft.com/office/drawing/2014/main" id="{A14B6B86-F02C-F5CF-666B-C8392AFF90DC}"/>
                </a:ext>
              </a:extLst>
            </p:cNvPr>
            <p:cNvGrpSpPr/>
            <p:nvPr/>
          </p:nvGrpSpPr>
          <p:grpSpPr>
            <a:xfrm>
              <a:off x="7880947" y="5236422"/>
              <a:ext cx="648000" cy="648000"/>
              <a:chOff x="7865191" y="4255159"/>
              <a:chExt cx="663756" cy="648000"/>
            </a:xfrm>
          </p:grpSpPr>
          <p:sp>
            <p:nvSpPr>
              <p:cNvPr id="49" name="Oval 9">
                <a:extLst>
                  <a:ext uri="{FF2B5EF4-FFF2-40B4-BE49-F238E27FC236}">
                    <a16:creationId xmlns:a16="http://schemas.microsoft.com/office/drawing/2014/main" id="{569CA1CD-3F6F-7275-9836-310A165CC4BF}"/>
                  </a:ext>
                </a:extLst>
              </p:cNvPr>
              <p:cNvSpPr/>
              <p:nvPr/>
            </p:nvSpPr>
            <p:spPr>
              <a:xfrm>
                <a:off x="7865191" y="4255159"/>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60" name="Shape 7667">
                <a:extLst>
                  <a:ext uri="{FF2B5EF4-FFF2-40B4-BE49-F238E27FC236}">
                    <a16:creationId xmlns:a16="http://schemas.microsoft.com/office/drawing/2014/main" id="{15110208-8F51-43EA-862D-BB01CA99DEC7}"/>
                  </a:ext>
                </a:extLst>
              </p:cNvPr>
              <p:cNvSpPr/>
              <p:nvPr/>
            </p:nvSpPr>
            <p:spPr>
              <a:xfrm rot="16200000" flipH="1">
                <a:off x="7906969" y="4363159"/>
                <a:ext cx="504000" cy="432000"/>
              </a:xfrm>
              <a:custGeom>
                <a:avLst/>
                <a:gdLst/>
                <a:ahLst/>
                <a:cxnLst/>
                <a:rect l="0" t="0" r="0" b="0"/>
                <a:pathLst>
                  <a:path w="120000" h="120000" extrusionOk="0">
                    <a:moveTo>
                      <a:pt x="70911" y="109088"/>
                    </a:moveTo>
                    <a:cubicBezTo>
                      <a:pt x="70911" y="112100"/>
                      <a:pt x="68466" y="114544"/>
                      <a:pt x="65455" y="114544"/>
                    </a:cubicBezTo>
                    <a:lnTo>
                      <a:pt x="54544" y="114544"/>
                    </a:lnTo>
                    <a:cubicBezTo>
                      <a:pt x="51533" y="114544"/>
                      <a:pt x="49088" y="112100"/>
                      <a:pt x="49088" y="109088"/>
                    </a:cubicBezTo>
                    <a:lnTo>
                      <a:pt x="49088" y="98183"/>
                    </a:lnTo>
                    <a:cubicBezTo>
                      <a:pt x="49088" y="95172"/>
                      <a:pt x="51533" y="92727"/>
                      <a:pt x="54544" y="92727"/>
                    </a:cubicBezTo>
                    <a:lnTo>
                      <a:pt x="65455" y="92727"/>
                    </a:lnTo>
                    <a:cubicBezTo>
                      <a:pt x="68466" y="92727"/>
                      <a:pt x="70911" y="95172"/>
                      <a:pt x="70911" y="98183"/>
                    </a:cubicBezTo>
                    <a:cubicBezTo>
                      <a:pt x="70911" y="98183"/>
                      <a:pt x="70911" y="109088"/>
                      <a:pt x="70911" y="109088"/>
                    </a:cubicBezTo>
                    <a:close/>
                    <a:moveTo>
                      <a:pt x="65455" y="87272"/>
                    </a:moveTo>
                    <a:lnTo>
                      <a:pt x="54544" y="87272"/>
                    </a:lnTo>
                    <a:cubicBezTo>
                      <a:pt x="48522" y="87272"/>
                      <a:pt x="43638" y="92155"/>
                      <a:pt x="43638" y="98183"/>
                    </a:cubicBezTo>
                    <a:lnTo>
                      <a:pt x="43638" y="109088"/>
                    </a:lnTo>
                    <a:cubicBezTo>
                      <a:pt x="43638" y="115116"/>
                      <a:pt x="48522" y="120000"/>
                      <a:pt x="54544" y="120000"/>
                    </a:cubicBezTo>
                    <a:lnTo>
                      <a:pt x="65455" y="120000"/>
                    </a:lnTo>
                    <a:cubicBezTo>
                      <a:pt x="71477" y="120000"/>
                      <a:pt x="76361" y="115116"/>
                      <a:pt x="76361" y="109088"/>
                    </a:cubicBezTo>
                    <a:lnTo>
                      <a:pt x="76361" y="98183"/>
                    </a:lnTo>
                    <a:cubicBezTo>
                      <a:pt x="76361" y="92155"/>
                      <a:pt x="71477" y="87272"/>
                      <a:pt x="65455" y="87272"/>
                    </a:cubicBezTo>
                    <a:moveTo>
                      <a:pt x="114544" y="109088"/>
                    </a:moveTo>
                    <a:cubicBezTo>
                      <a:pt x="114544" y="112100"/>
                      <a:pt x="112100" y="114544"/>
                      <a:pt x="109088" y="114544"/>
                    </a:cubicBezTo>
                    <a:lnTo>
                      <a:pt x="98183" y="114544"/>
                    </a:lnTo>
                    <a:cubicBezTo>
                      <a:pt x="95172" y="114544"/>
                      <a:pt x="92727" y="112100"/>
                      <a:pt x="92727" y="109088"/>
                    </a:cubicBezTo>
                    <a:lnTo>
                      <a:pt x="92727" y="98183"/>
                    </a:lnTo>
                    <a:cubicBezTo>
                      <a:pt x="92727" y="95172"/>
                      <a:pt x="95172" y="92727"/>
                      <a:pt x="98183" y="92727"/>
                    </a:cubicBezTo>
                    <a:lnTo>
                      <a:pt x="109088" y="92727"/>
                    </a:lnTo>
                    <a:cubicBezTo>
                      <a:pt x="112100" y="92727"/>
                      <a:pt x="114544" y="95172"/>
                      <a:pt x="114544" y="98183"/>
                    </a:cubicBezTo>
                    <a:cubicBezTo>
                      <a:pt x="114544" y="98183"/>
                      <a:pt x="114544" y="109088"/>
                      <a:pt x="114544" y="109088"/>
                    </a:cubicBezTo>
                    <a:close/>
                    <a:moveTo>
                      <a:pt x="109088" y="87272"/>
                    </a:moveTo>
                    <a:lnTo>
                      <a:pt x="98183" y="87272"/>
                    </a:lnTo>
                    <a:cubicBezTo>
                      <a:pt x="92155" y="87272"/>
                      <a:pt x="87272" y="92155"/>
                      <a:pt x="87272" y="98183"/>
                    </a:cubicBezTo>
                    <a:lnTo>
                      <a:pt x="87272" y="109088"/>
                    </a:lnTo>
                    <a:cubicBezTo>
                      <a:pt x="87272" y="115116"/>
                      <a:pt x="92155" y="120000"/>
                      <a:pt x="98183" y="120000"/>
                    </a:cubicBezTo>
                    <a:lnTo>
                      <a:pt x="109088" y="120000"/>
                    </a:lnTo>
                    <a:cubicBezTo>
                      <a:pt x="115116" y="120000"/>
                      <a:pt x="120000" y="115116"/>
                      <a:pt x="120000" y="109088"/>
                    </a:cubicBezTo>
                    <a:lnTo>
                      <a:pt x="120000" y="98183"/>
                    </a:lnTo>
                    <a:cubicBezTo>
                      <a:pt x="120000" y="92155"/>
                      <a:pt x="115116" y="87272"/>
                      <a:pt x="109088" y="87272"/>
                    </a:cubicBezTo>
                    <a:moveTo>
                      <a:pt x="27272" y="109088"/>
                    </a:moveTo>
                    <a:cubicBezTo>
                      <a:pt x="27272" y="112100"/>
                      <a:pt x="24827" y="114544"/>
                      <a:pt x="21816" y="114544"/>
                    </a:cubicBezTo>
                    <a:lnTo>
                      <a:pt x="10911" y="114544"/>
                    </a:lnTo>
                    <a:cubicBezTo>
                      <a:pt x="7900" y="114544"/>
                      <a:pt x="5455" y="112100"/>
                      <a:pt x="5455" y="109088"/>
                    </a:cubicBezTo>
                    <a:lnTo>
                      <a:pt x="5455" y="98183"/>
                    </a:lnTo>
                    <a:cubicBezTo>
                      <a:pt x="5455" y="95172"/>
                      <a:pt x="7900" y="92727"/>
                      <a:pt x="10911" y="92727"/>
                    </a:cubicBezTo>
                    <a:lnTo>
                      <a:pt x="21816" y="92727"/>
                    </a:lnTo>
                    <a:cubicBezTo>
                      <a:pt x="24827" y="92727"/>
                      <a:pt x="27272" y="95172"/>
                      <a:pt x="27272" y="98183"/>
                    </a:cubicBezTo>
                    <a:cubicBezTo>
                      <a:pt x="27272" y="98183"/>
                      <a:pt x="27272" y="109088"/>
                      <a:pt x="27272" y="109088"/>
                    </a:cubicBezTo>
                    <a:close/>
                    <a:moveTo>
                      <a:pt x="21816" y="87272"/>
                    </a:moveTo>
                    <a:lnTo>
                      <a:pt x="10911" y="87272"/>
                    </a:lnTo>
                    <a:cubicBezTo>
                      <a:pt x="4883" y="87272"/>
                      <a:pt x="0" y="92155"/>
                      <a:pt x="0" y="98183"/>
                    </a:cubicBezTo>
                    <a:lnTo>
                      <a:pt x="0" y="109088"/>
                    </a:lnTo>
                    <a:cubicBezTo>
                      <a:pt x="0" y="115116"/>
                      <a:pt x="4883" y="120000"/>
                      <a:pt x="10911" y="120000"/>
                    </a:cubicBezTo>
                    <a:lnTo>
                      <a:pt x="21816" y="120000"/>
                    </a:lnTo>
                    <a:cubicBezTo>
                      <a:pt x="27844" y="120000"/>
                      <a:pt x="32727" y="115116"/>
                      <a:pt x="32727" y="109088"/>
                    </a:cubicBezTo>
                    <a:lnTo>
                      <a:pt x="32727" y="98183"/>
                    </a:lnTo>
                    <a:cubicBezTo>
                      <a:pt x="32727" y="92155"/>
                      <a:pt x="27844" y="87272"/>
                      <a:pt x="21816" y="87272"/>
                    </a:cubicBezTo>
                    <a:moveTo>
                      <a:pt x="16361" y="81816"/>
                    </a:moveTo>
                    <a:cubicBezTo>
                      <a:pt x="17872" y="81816"/>
                      <a:pt x="19088" y="80594"/>
                      <a:pt x="19088" y="79088"/>
                    </a:cubicBezTo>
                    <a:lnTo>
                      <a:pt x="19088" y="60000"/>
                    </a:lnTo>
                    <a:lnTo>
                      <a:pt x="57272" y="60000"/>
                    </a:lnTo>
                    <a:lnTo>
                      <a:pt x="57272" y="79088"/>
                    </a:lnTo>
                    <a:cubicBezTo>
                      <a:pt x="57272" y="80594"/>
                      <a:pt x="58494" y="81816"/>
                      <a:pt x="60000" y="81816"/>
                    </a:cubicBezTo>
                    <a:cubicBezTo>
                      <a:pt x="61505" y="81816"/>
                      <a:pt x="62727" y="80594"/>
                      <a:pt x="62727" y="79088"/>
                    </a:cubicBezTo>
                    <a:lnTo>
                      <a:pt x="62727" y="60000"/>
                    </a:lnTo>
                    <a:lnTo>
                      <a:pt x="100911" y="60000"/>
                    </a:lnTo>
                    <a:lnTo>
                      <a:pt x="100911" y="79088"/>
                    </a:lnTo>
                    <a:cubicBezTo>
                      <a:pt x="100911" y="80594"/>
                      <a:pt x="102133" y="81816"/>
                      <a:pt x="103638" y="81816"/>
                    </a:cubicBezTo>
                    <a:cubicBezTo>
                      <a:pt x="105144" y="81816"/>
                      <a:pt x="106361" y="80594"/>
                      <a:pt x="106361" y="79088"/>
                    </a:cubicBezTo>
                    <a:lnTo>
                      <a:pt x="106361" y="57272"/>
                    </a:lnTo>
                    <a:cubicBezTo>
                      <a:pt x="106361" y="55766"/>
                      <a:pt x="105144" y="54544"/>
                      <a:pt x="103638" y="54544"/>
                    </a:cubicBezTo>
                    <a:lnTo>
                      <a:pt x="62727" y="54544"/>
                    </a:lnTo>
                    <a:lnTo>
                      <a:pt x="62727" y="40911"/>
                    </a:lnTo>
                    <a:cubicBezTo>
                      <a:pt x="62727" y="39405"/>
                      <a:pt x="61505" y="38183"/>
                      <a:pt x="60000" y="38183"/>
                    </a:cubicBezTo>
                    <a:cubicBezTo>
                      <a:pt x="58494" y="38183"/>
                      <a:pt x="57272" y="39405"/>
                      <a:pt x="57272" y="40911"/>
                    </a:cubicBezTo>
                    <a:lnTo>
                      <a:pt x="57272" y="54544"/>
                    </a:lnTo>
                    <a:lnTo>
                      <a:pt x="16361" y="54544"/>
                    </a:lnTo>
                    <a:cubicBezTo>
                      <a:pt x="14855" y="54544"/>
                      <a:pt x="13638" y="55766"/>
                      <a:pt x="13638" y="57272"/>
                    </a:cubicBezTo>
                    <a:lnTo>
                      <a:pt x="13638" y="79088"/>
                    </a:lnTo>
                    <a:cubicBezTo>
                      <a:pt x="13638" y="80594"/>
                      <a:pt x="14855" y="81816"/>
                      <a:pt x="16361" y="81816"/>
                    </a:cubicBezTo>
                    <a:moveTo>
                      <a:pt x="49088" y="10911"/>
                    </a:moveTo>
                    <a:cubicBezTo>
                      <a:pt x="49088" y="7900"/>
                      <a:pt x="51533" y="5455"/>
                      <a:pt x="54544" y="5455"/>
                    </a:cubicBezTo>
                    <a:lnTo>
                      <a:pt x="65455" y="5455"/>
                    </a:lnTo>
                    <a:cubicBezTo>
                      <a:pt x="68466" y="5455"/>
                      <a:pt x="70911" y="7900"/>
                      <a:pt x="70911" y="10911"/>
                    </a:cubicBezTo>
                    <a:lnTo>
                      <a:pt x="70911" y="21816"/>
                    </a:lnTo>
                    <a:cubicBezTo>
                      <a:pt x="70911" y="24827"/>
                      <a:pt x="68466" y="27272"/>
                      <a:pt x="65455" y="27272"/>
                    </a:cubicBezTo>
                    <a:lnTo>
                      <a:pt x="54544" y="27272"/>
                    </a:lnTo>
                    <a:cubicBezTo>
                      <a:pt x="51533" y="27272"/>
                      <a:pt x="49088" y="24827"/>
                      <a:pt x="49088" y="21816"/>
                    </a:cubicBezTo>
                    <a:cubicBezTo>
                      <a:pt x="49088" y="21816"/>
                      <a:pt x="49088" y="10911"/>
                      <a:pt x="49088" y="10911"/>
                    </a:cubicBezTo>
                    <a:close/>
                    <a:moveTo>
                      <a:pt x="54544" y="32727"/>
                    </a:moveTo>
                    <a:lnTo>
                      <a:pt x="65455" y="32727"/>
                    </a:lnTo>
                    <a:cubicBezTo>
                      <a:pt x="71477" y="32727"/>
                      <a:pt x="76361" y="27844"/>
                      <a:pt x="76361" y="21816"/>
                    </a:cubicBezTo>
                    <a:lnTo>
                      <a:pt x="76361" y="10911"/>
                    </a:lnTo>
                    <a:cubicBezTo>
                      <a:pt x="76361" y="4883"/>
                      <a:pt x="71477" y="0"/>
                      <a:pt x="65455" y="0"/>
                    </a:cubicBezTo>
                    <a:lnTo>
                      <a:pt x="54544" y="0"/>
                    </a:lnTo>
                    <a:cubicBezTo>
                      <a:pt x="48522" y="0"/>
                      <a:pt x="43638" y="4883"/>
                      <a:pt x="43638" y="10911"/>
                    </a:cubicBezTo>
                    <a:lnTo>
                      <a:pt x="43638" y="21816"/>
                    </a:lnTo>
                    <a:cubicBezTo>
                      <a:pt x="43638" y="27844"/>
                      <a:pt x="48522" y="32727"/>
                      <a:pt x="54544" y="32727"/>
                    </a:cubicBezTo>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grpSp>
      </p:grpSp>
      <p:grpSp>
        <p:nvGrpSpPr>
          <p:cNvPr id="119" name="Groupe 118">
            <a:extLst>
              <a:ext uri="{FF2B5EF4-FFF2-40B4-BE49-F238E27FC236}">
                <a16:creationId xmlns:a16="http://schemas.microsoft.com/office/drawing/2014/main" id="{6F3D91C0-C015-AED0-5D54-E089BC741A9F}"/>
              </a:ext>
            </a:extLst>
          </p:cNvPr>
          <p:cNvGrpSpPr/>
          <p:nvPr/>
        </p:nvGrpSpPr>
        <p:grpSpPr>
          <a:xfrm>
            <a:off x="7877160" y="6003196"/>
            <a:ext cx="3842882" cy="648000"/>
            <a:chOff x="7880947" y="6003196"/>
            <a:chExt cx="3842882" cy="648000"/>
          </a:xfrm>
        </p:grpSpPr>
        <p:sp>
          <p:nvSpPr>
            <p:cNvPr id="77" name="TextBox 4">
              <a:extLst>
                <a:ext uri="{FF2B5EF4-FFF2-40B4-BE49-F238E27FC236}">
                  <a16:creationId xmlns:a16="http://schemas.microsoft.com/office/drawing/2014/main" id="{0A4FC4FB-D674-5859-0BDD-F28817AF825D}"/>
                </a:ext>
              </a:extLst>
            </p:cNvPr>
            <p:cNvSpPr txBox="1"/>
            <p:nvPr/>
          </p:nvSpPr>
          <p:spPr>
            <a:xfrm>
              <a:off x="8737615" y="6059431"/>
              <a:ext cx="2986214" cy="535531"/>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Stream </a:t>
              </a:r>
              <a:r>
                <a:rPr lang="fr-FR" err="1"/>
                <a:t>Processing</a:t>
              </a:r>
              <a:r>
                <a:rPr lang="fr-FR"/>
                <a:t> (fil de l’eau)</a:t>
              </a:r>
            </a:p>
          </p:txBody>
        </p:sp>
        <p:grpSp>
          <p:nvGrpSpPr>
            <p:cNvPr id="74" name="Groupe 73">
              <a:extLst>
                <a:ext uri="{FF2B5EF4-FFF2-40B4-BE49-F238E27FC236}">
                  <a16:creationId xmlns:a16="http://schemas.microsoft.com/office/drawing/2014/main" id="{1EE08C95-6E24-78D0-4AD6-992A52416963}"/>
                </a:ext>
              </a:extLst>
            </p:cNvPr>
            <p:cNvGrpSpPr/>
            <p:nvPr/>
          </p:nvGrpSpPr>
          <p:grpSpPr>
            <a:xfrm>
              <a:off x="7880947" y="6003196"/>
              <a:ext cx="648000" cy="648000"/>
              <a:chOff x="7865186" y="5021932"/>
              <a:chExt cx="648000" cy="648000"/>
            </a:xfrm>
          </p:grpSpPr>
          <p:sp>
            <p:nvSpPr>
              <p:cNvPr id="52" name="Oval 9">
                <a:extLst>
                  <a:ext uri="{FF2B5EF4-FFF2-40B4-BE49-F238E27FC236}">
                    <a16:creationId xmlns:a16="http://schemas.microsoft.com/office/drawing/2014/main" id="{15DA6935-983C-F553-DDF5-5F06878CC933}"/>
                  </a:ext>
                </a:extLst>
              </p:cNvPr>
              <p:cNvSpPr/>
              <p:nvPr/>
            </p:nvSpPr>
            <p:spPr>
              <a:xfrm>
                <a:off x="7865186" y="5021932"/>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62" name="Shape 7296">
                <a:extLst>
                  <a:ext uri="{FF2B5EF4-FFF2-40B4-BE49-F238E27FC236}">
                    <a16:creationId xmlns:a16="http://schemas.microsoft.com/office/drawing/2014/main" id="{E7D3DCA7-55D3-B17C-DF2E-EB4026FC5635}"/>
                  </a:ext>
                </a:extLst>
              </p:cNvPr>
              <p:cNvSpPr/>
              <p:nvPr/>
            </p:nvSpPr>
            <p:spPr>
              <a:xfrm>
                <a:off x="7955186" y="5111932"/>
                <a:ext cx="468000" cy="468000"/>
              </a:xfrm>
              <a:custGeom>
                <a:avLst/>
                <a:gdLst/>
                <a:ahLst/>
                <a:cxnLst/>
                <a:rect l="0" t="0" r="0" b="0"/>
                <a:pathLst>
                  <a:path w="120000" h="120000" extrusionOk="0">
                    <a:moveTo>
                      <a:pt x="114219" y="43152"/>
                    </a:moveTo>
                    <a:lnTo>
                      <a:pt x="114219" y="43152"/>
                    </a:lnTo>
                    <a:cubicBezTo>
                      <a:pt x="108438" y="43152"/>
                      <a:pt x="108438" y="43152"/>
                      <a:pt x="108438" y="43152"/>
                    </a:cubicBezTo>
                    <a:cubicBezTo>
                      <a:pt x="105647" y="43152"/>
                      <a:pt x="105647" y="43152"/>
                      <a:pt x="105647" y="43152"/>
                    </a:cubicBezTo>
                    <a:cubicBezTo>
                      <a:pt x="90099" y="43152"/>
                      <a:pt x="90099" y="43152"/>
                      <a:pt x="90099" y="43152"/>
                    </a:cubicBezTo>
                    <a:cubicBezTo>
                      <a:pt x="85913" y="43152"/>
                      <a:pt x="84518" y="40394"/>
                      <a:pt x="84518" y="37635"/>
                    </a:cubicBezTo>
                    <a:cubicBezTo>
                      <a:pt x="84518" y="34876"/>
                      <a:pt x="85913" y="31921"/>
                      <a:pt x="90099" y="31921"/>
                    </a:cubicBezTo>
                    <a:cubicBezTo>
                      <a:pt x="100066" y="31921"/>
                      <a:pt x="100066" y="31921"/>
                      <a:pt x="100066" y="31921"/>
                    </a:cubicBezTo>
                    <a:cubicBezTo>
                      <a:pt x="90099" y="19507"/>
                      <a:pt x="76146" y="11034"/>
                      <a:pt x="59202" y="11034"/>
                    </a:cubicBezTo>
                    <a:cubicBezTo>
                      <a:pt x="32491" y="11034"/>
                      <a:pt x="11362" y="33300"/>
                      <a:pt x="11362" y="59901"/>
                    </a:cubicBezTo>
                    <a:cubicBezTo>
                      <a:pt x="11362" y="62660"/>
                      <a:pt x="8372" y="65418"/>
                      <a:pt x="5581" y="65418"/>
                    </a:cubicBezTo>
                    <a:cubicBezTo>
                      <a:pt x="1395" y="65418"/>
                      <a:pt x="0" y="62660"/>
                      <a:pt x="0" y="59901"/>
                    </a:cubicBezTo>
                    <a:lnTo>
                      <a:pt x="0" y="59901"/>
                    </a:lnTo>
                    <a:cubicBezTo>
                      <a:pt x="0" y="26403"/>
                      <a:pt x="26710" y="0"/>
                      <a:pt x="59202" y="0"/>
                    </a:cubicBezTo>
                    <a:cubicBezTo>
                      <a:pt x="80332" y="0"/>
                      <a:pt x="97275" y="9655"/>
                      <a:pt x="108438" y="25024"/>
                    </a:cubicBezTo>
                    <a:cubicBezTo>
                      <a:pt x="108438" y="15369"/>
                      <a:pt x="108438" y="15369"/>
                      <a:pt x="108438" y="15369"/>
                    </a:cubicBezTo>
                    <a:cubicBezTo>
                      <a:pt x="108438" y="12610"/>
                      <a:pt x="111229" y="9655"/>
                      <a:pt x="114219" y="9655"/>
                    </a:cubicBezTo>
                    <a:cubicBezTo>
                      <a:pt x="117009" y="9655"/>
                      <a:pt x="119800" y="12610"/>
                      <a:pt x="119800" y="15369"/>
                    </a:cubicBezTo>
                    <a:cubicBezTo>
                      <a:pt x="119800" y="37635"/>
                      <a:pt x="119800" y="37635"/>
                      <a:pt x="119800" y="37635"/>
                    </a:cubicBezTo>
                    <a:cubicBezTo>
                      <a:pt x="119800" y="40394"/>
                      <a:pt x="117009" y="43152"/>
                      <a:pt x="114219" y="43152"/>
                    </a:cubicBezTo>
                    <a:close/>
                    <a:moveTo>
                      <a:pt x="5581" y="76650"/>
                    </a:moveTo>
                    <a:lnTo>
                      <a:pt x="5581" y="76650"/>
                    </a:lnTo>
                    <a:cubicBezTo>
                      <a:pt x="29501" y="76650"/>
                      <a:pt x="29501" y="76650"/>
                      <a:pt x="29501" y="76650"/>
                    </a:cubicBezTo>
                    <a:cubicBezTo>
                      <a:pt x="32491" y="76650"/>
                      <a:pt x="35282" y="79408"/>
                      <a:pt x="35282" y="82167"/>
                    </a:cubicBezTo>
                    <a:cubicBezTo>
                      <a:pt x="35282" y="84926"/>
                      <a:pt x="32491" y="87684"/>
                      <a:pt x="29501" y="87684"/>
                    </a:cubicBezTo>
                    <a:cubicBezTo>
                      <a:pt x="19734" y="87684"/>
                      <a:pt x="19734" y="87684"/>
                      <a:pt x="19734" y="87684"/>
                    </a:cubicBezTo>
                    <a:cubicBezTo>
                      <a:pt x="28106" y="100295"/>
                      <a:pt x="43654" y="108571"/>
                      <a:pt x="59202" y="108571"/>
                    </a:cubicBezTo>
                    <a:cubicBezTo>
                      <a:pt x="85913" y="108571"/>
                      <a:pt x="108438" y="86305"/>
                      <a:pt x="108438" y="59901"/>
                    </a:cubicBezTo>
                    <a:cubicBezTo>
                      <a:pt x="108438" y="57142"/>
                      <a:pt x="111229" y="54384"/>
                      <a:pt x="114219" y="54384"/>
                    </a:cubicBezTo>
                    <a:cubicBezTo>
                      <a:pt x="117009" y="54384"/>
                      <a:pt x="119800" y="57142"/>
                      <a:pt x="119800" y="59901"/>
                    </a:cubicBezTo>
                    <a:lnTo>
                      <a:pt x="119800" y="59901"/>
                    </a:lnTo>
                    <a:cubicBezTo>
                      <a:pt x="119800" y="93201"/>
                      <a:pt x="92890" y="119802"/>
                      <a:pt x="59202" y="119802"/>
                    </a:cubicBezTo>
                    <a:cubicBezTo>
                      <a:pt x="39468" y="119802"/>
                      <a:pt x="21129" y="109950"/>
                      <a:pt x="11362" y="94581"/>
                    </a:cubicBezTo>
                    <a:cubicBezTo>
                      <a:pt x="11362" y="104433"/>
                      <a:pt x="11362" y="104433"/>
                      <a:pt x="11362" y="104433"/>
                    </a:cubicBezTo>
                    <a:cubicBezTo>
                      <a:pt x="11362" y="107192"/>
                      <a:pt x="8372" y="109950"/>
                      <a:pt x="5581" y="109950"/>
                    </a:cubicBezTo>
                    <a:cubicBezTo>
                      <a:pt x="1395" y="109950"/>
                      <a:pt x="0" y="107192"/>
                      <a:pt x="0" y="104433"/>
                    </a:cubicBezTo>
                    <a:cubicBezTo>
                      <a:pt x="0" y="82167"/>
                      <a:pt x="0" y="82167"/>
                      <a:pt x="0" y="82167"/>
                    </a:cubicBezTo>
                    <a:cubicBezTo>
                      <a:pt x="0" y="79408"/>
                      <a:pt x="1395" y="76650"/>
                      <a:pt x="5581" y="76650"/>
                    </a:cubicBezTo>
                    <a:close/>
                  </a:path>
                </a:pathLst>
              </a:custGeom>
              <a:solidFill>
                <a:schemeClr val="tx1"/>
              </a:solidFill>
              <a:ln>
                <a:noFill/>
              </a:ln>
            </p:spPr>
            <p:txBody>
              <a:bodyPr lIns="45713" tIns="22850" rIns="45713" bIns="22850" anchor="ctr" anchorCtr="0">
                <a:noAutofit/>
              </a:bodyPr>
              <a:lstStyle/>
              <a:p>
                <a:endParaRPr sz="900">
                  <a:solidFill>
                    <a:schemeClr val="dk1"/>
                  </a:solidFill>
                  <a:latin typeface="Calibri"/>
                  <a:ea typeface="Calibri"/>
                  <a:cs typeface="Calibri"/>
                  <a:sym typeface="Calibri"/>
                </a:endParaRPr>
              </a:p>
            </p:txBody>
          </p:sp>
        </p:grpSp>
      </p:grpSp>
      <p:grpSp>
        <p:nvGrpSpPr>
          <p:cNvPr id="116" name="Groupe 115">
            <a:extLst>
              <a:ext uri="{FF2B5EF4-FFF2-40B4-BE49-F238E27FC236}">
                <a16:creationId xmlns:a16="http://schemas.microsoft.com/office/drawing/2014/main" id="{797F0608-D402-5AB8-0C7B-4EED6976CAA2}"/>
              </a:ext>
            </a:extLst>
          </p:cNvPr>
          <p:cNvGrpSpPr/>
          <p:nvPr/>
        </p:nvGrpSpPr>
        <p:grpSpPr>
          <a:xfrm>
            <a:off x="7877160" y="3816850"/>
            <a:ext cx="3842882" cy="648000"/>
            <a:chOff x="7880947" y="3702876"/>
            <a:chExt cx="3842882" cy="648000"/>
          </a:xfrm>
        </p:grpSpPr>
        <p:sp>
          <p:nvSpPr>
            <p:cNvPr id="42" name="TextBox 4">
              <a:extLst>
                <a:ext uri="{FF2B5EF4-FFF2-40B4-BE49-F238E27FC236}">
                  <a16:creationId xmlns:a16="http://schemas.microsoft.com/office/drawing/2014/main" id="{924C5360-539B-76DE-78A6-39212235137F}"/>
                </a:ext>
              </a:extLst>
            </p:cNvPr>
            <p:cNvSpPr txBox="1"/>
            <p:nvPr/>
          </p:nvSpPr>
          <p:spPr>
            <a:xfrm>
              <a:off x="8737615" y="3869910"/>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L’ESB</a:t>
              </a:r>
            </a:p>
          </p:txBody>
        </p:sp>
        <p:grpSp>
          <p:nvGrpSpPr>
            <p:cNvPr id="70" name="Groupe 69">
              <a:extLst>
                <a:ext uri="{FF2B5EF4-FFF2-40B4-BE49-F238E27FC236}">
                  <a16:creationId xmlns:a16="http://schemas.microsoft.com/office/drawing/2014/main" id="{91815772-F57C-9BD1-260E-BD7407A6AF29}"/>
                </a:ext>
              </a:extLst>
            </p:cNvPr>
            <p:cNvGrpSpPr/>
            <p:nvPr/>
          </p:nvGrpSpPr>
          <p:grpSpPr>
            <a:xfrm>
              <a:off x="7880947" y="3702876"/>
              <a:ext cx="648000" cy="648000"/>
              <a:chOff x="7865191" y="2721613"/>
              <a:chExt cx="663756" cy="648000"/>
            </a:xfrm>
          </p:grpSpPr>
          <p:sp>
            <p:nvSpPr>
              <p:cNvPr id="43" name="Oval 9">
                <a:extLst>
                  <a:ext uri="{FF2B5EF4-FFF2-40B4-BE49-F238E27FC236}">
                    <a16:creationId xmlns:a16="http://schemas.microsoft.com/office/drawing/2014/main" id="{6D0E6F7E-AC04-2FCF-FDA1-104EC597C39F}"/>
                  </a:ext>
                </a:extLst>
              </p:cNvPr>
              <p:cNvSpPr/>
              <p:nvPr/>
            </p:nvSpPr>
            <p:spPr>
              <a:xfrm>
                <a:off x="7865191" y="2721613"/>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26" name="Picture 2" descr="Workflow Planning Svg Png Icon Free Download (#464234) - OnlineWebFonts.COM">
                <a:extLst>
                  <a:ext uri="{FF2B5EF4-FFF2-40B4-BE49-F238E27FC236}">
                    <a16:creationId xmlns:a16="http://schemas.microsoft.com/office/drawing/2014/main" id="{BA05EAA6-A966-B77A-899B-580AD6D11C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63095" y="2811639"/>
                <a:ext cx="467949" cy="467949"/>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7" name="Groupe 116">
            <a:extLst>
              <a:ext uri="{FF2B5EF4-FFF2-40B4-BE49-F238E27FC236}">
                <a16:creationId xmlns:a16="http://schemas.microsoft.com/office/drawing/2014/main" id="{A8431C3C-6318-E075-3591-AC823A35EE64}"/>
              </a:ext>
            </a:extLst>
          </p:cNvPr>
          <p:cNvGrpSpPr/>
          <p:nvPr/>
        </p:nvGrpSpPr>
        <p:grpSpPr>
          <a:xfrm>
            <a:off x="7877160" y="4545633"/>
            <a:ext cx="3842882" cy="648000"/>
            <a:chOff x="7880947" y="4469649"/>
            <a:chExt cx="3842882" cy="648000"/>
          </a:xfrm>
        </p:grpSpPr>
        <p:sp>
          <p:nvSpPr>
            <p:cNvPr id="45" name="TextBox 4">
              <a:extLst>
                <a:ext uri="{FF2B5EF4-FFF2-40B4-BE49-F238E27FC236}">
                  <a16:creationId xmlns:a16="http://schemas.microsoft.com/office/drawing/2014/main" id="{C841AE11-0EA3-40DB-73B6-0AABE4F3BE4C}"/>
                </a:ext>
              </a:extLst>
            </p:cNvPr>
            <p:cNvSpPr txBox="1"/>
            <p:nvPr/>
          </p:nvSpPr>
          <p:spPr>
            <a:xfrm>
              <a:off x="8737615" y="4636683"/>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L’ETL</a:t>
              </a:r>
            </a:p>
          </p:txBody>
        </p:sp>
        <p:grpSp>
          <p:nvGrpSpPr>
            <p:cNvPr id="69" name="Groupe 68">
              <a:extLst>
                <a:ext uri="{FF2B5EF4-FFF2-40B4-BE49-F238E27FC236}">
                  <a16:creationId xmlns:a16="http://schemas.microsoft.com/office/drawing/2014/main" id="{9C075171-309D-8030-88FD-2D97A560502C}"/>
                </a:ext>
              </a:extLst>
            </p:cNvPr>
            <p:cNvGrpSpPr/>
            <p:nvPr/>
          </p:nvGrpSpPr>
          <p:grpSpPr>
            <a:xfrm>
              <a:off x="7880947" y="4469649"/>
              <a:ext cx="648000" cy="648000"/>
              <a:chOff x="7865191" y="3488386"/>
              <a:chExt cx="663756" cy="648000"/>
            </a:xfrm>
          </p:grpSpPr>
          <p:sp>
            <p:nvSpPr>
              <p:cNvPr id="46" name="Oval 9">
                <a:extLst>
                  <a:ext uri="{FF2B5EF4-FFF2-40B4-BE49-F238E27FC236}">
                    <a16:creationId xmlns:a16="http://schemas.microsoft.com/office/drawing/2014/main" id="{D86ABF6A-AD19-C210-19A7-AB48D83723C5}"/>
                  </a:ext>
                </a:extLst>
              </p:cNvPr>
              <p:cNvSpPr/>
              <p:nvPr/>
            </p:nvSpPr>
            <p:spPr>
              <a:xfrm>
                <a:off x="7865191" y="3488386"/>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4" name="Picture 4" descr="Etl - Iconos gratis de computadora">
                <a:extLst>
                  <a:ext uri="{FF2B5EF4-FFF2-40B4-BE49-F238E27FC236}">
                    <a16:creationId xmlns:a16="http://schemas.microsoft.com/office/drawing/2014/main" id="{C41C84D1-577A-4F04-45C7-7AA83061BE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55776" y="3571093"/>
                <a:ext cx="482586" cy="48258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1" name="Groupe 110">
            <a:extLst>
              <a:ext uri="{FF2B5EF4-FFF2-40B4-BE49-F238E27FC236}">
                <a16:creationId xmlns:a16="http://schemas.microsoft.com/office/drawing/2014/main" id="{AD060793-59C3-78F8-CE95-A0ADE7E80C51}"/>
              </a:ext>
            </a:extLst>
          </p:cNvPr>
          <p:cNvGrpSpPr/>
          <p:nvPr/>
        </p:nvGrpSpPr>
        <p:grpSpPr>
          <a:xfrm>
            <a:off x="7877160" y="2359284"/>
            <a:ext cx="3842882" cy="648000"/>
            <a:chOff x="7880947" y="2473254"/>
            <a:chExt cx="3842882" cy="648000"/>
          </a:xfrm>
        </p:grpSpPr>
        <p:sp>
          <p:nvSpPr>
            <p:cNvPr id="39" name="TextBox 4">
              <a:extLst>
                <a:ext uri="{FF2B5EF4-FFF2-40B4-BE49-F238E27FC236}">
                  <a16:creationId xmlns:a16="http://schemas.microsoft.com/office/drawing/2014/main" id="{9F723379-8717-0275-2A6C-9F210CEAD42B}"/>
                </a:ext>
              </a:extLst>
            </p:cNvPr>
            <p:cNvSpPr txBox="1"/>
            <p:nvPr/>
          </p:nvSpPr>
          <p:spPr>
            <a:xfrm>
              <a:off x="8737615" y="2640288"/>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L’API management</a:t>
              </a:r>
            </a:p>
          </p:txBody>
        </p:sp>
        <p:grpSp>
          <p:nvGrpSpPr>
            <p:cNvPr id="68" name="Groupe 67">
              <a:extLst>
                <a:ext uri="{FF2B5EF4-FFF2-40B4-BE49-F238E27FC236}">
                  <a16:creationId xmlns:a16="http://schemas.microsoft.com/office/drawing/2014/main" id="{94183892-46CF-E23A-3839-B305574E8FFC}"/>
                </a:ext>
              </a:extLst>
            </p:cNvPr>
            <p:cNvGrpSpPr/>
            <p:nvPr/>
          </p:nvGrpSpPr>
          <p:grpSpPr>
            <a:xfrm>
              <a:off x="7880947" y="2473254"/>
              <a:ext cx="648000" cy="648000"/>
              <a:chOff x="7865191" y="1954840"/>
              <a:chExt cx="663756" cy="648000"/>
            </a:xfrm>
          </p:grpSpPr>
          <p:sp>
            <p:nvSpPr>
              <p:cNvPr id="40" name="Oval 9">
                <a:extLst>
                  <a:ext uri="{FF2B5EF4-FFF2-40B4-BE49-F238E27FC236}">
                    <a16:creationId xmlns:a16="http://schemas.microsoft.com/office/drawing/2014/main" id="{C0E87504-7ABF-6174-7BAA-D6113F4E76B5}"/>
                  </a:ext>
                </a:extLst>
              </p:cNvPr>
              <p:cNvSpPr/>
              <p:nvPr/>
            </p:nvSpPr>
            <p:spPr>
              <a:xfrm>
                <a:off x="7865191" y="1954840"/>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5" name="Picture 6" descr="Api, management, cog, gear, website icon - Download on Iconfinder">
                <a:extLst>
                  <a:ext uri="{FF2B5EF4-FFF2-40B4-BE49-F238E27FC236}">
                    <a16:creationId xmlns:a16="http://schemas.microsoft.com/office/drawing/2014/main" id="{CEC27BF1-F31E-CA75-4ABB-971F0F722EB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94727" y="2089198"/>
                <a:ext cx="455485" cy="455485"/>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4" name="Groupe 113">
            <a:extLst>
              <a:ext uri="{FF2B5EF4-FFF2-40B4-BE49-F238E27FC236}">
                <a16:creationId xmlns:a16="http://schemas.microsoft.com/office/drawing/2014/main" id="{70A62B58-CD4D-0EB1-8109-25B5A0A1755B}"/>
              </a:ext>
            </a:extLst>
          </p:cNvPr>
          <p:cNvGrpSpPr/>
          <p:nvPr/>
        </p:nvGrpSpPr>
        <p:grpSpPr>
          <a:xfrm>
            <a:off x="7877160" y="901718"/>
            <a:ext cx="3839663" cy="648000"/>
            <a:chOff x="7880947" y="939708"/>
            <a:chExt cx="3839663" cy="648000"/>
          </a:xfrm>
        </p:grpSpPr>
        <p:sp>
          <p:nvSpPr>
            <p:cNvPr id="36" name="TextBox 4">
              <a:extLst>
                <a:ext uri="{FF2B5EF4-FFF2-40B4-BE49-F238E27FC236}">
                  <a16:creationId xmlns:a16="http://schemas.microsoft.com/office/drawing/2014/main" id="{0EE3CCEC-C4DD-276E-0586-816E18291BF8}"/>
                </a:ext>
              </a:extLst>
            </p:cNvPr>
            <p:cNvSpPr txBox="1"/>
            <p:nvPr/>
          </p:nvSpPr>
          <p:spPr>
            <a:xfrm>
              <a:off x="8734396" y="1107866"/>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Plateformes de médiation</a:t>
              </a:r>
            </a:p>
          </p:txBody>
        </p:sp>
        <p:grpSp>
          <p:nvGrpSpPr>
            <p:cNvPr id="67" name="Groupe 66">
              <a:extLst>
                <a:ext uri="{FF2B5EF4-FFF2-40B4-BE49-F238E27FC236}">
                  <a16:creationId xmlns:a16="http://schemas.microsoft.com/office/drawing/2014/main" id="{BB935DDB-705F-EA58-4A42-C38A67D58E3F}"/>
                </a:ext>
              </a:extLst>
            </p:cNvPr>
            <p:cNvGrpSpPr/>
            <p:nvPr/>
          </p:nvGrpSpPr>
          <p:grpSpPr>
            <a:xfrm>
              <a:off x="7880947" y="939708"/>
              <a:ext cx="648000" cy="648000"/>
              <a:chOff x="7865191" y="1188067"/>
              <a:chExt cx="663756" cy="648000"/>
            </a:xfrm>
          </p:grpSpPr>
          <p:sp>
            <p:nvSpPr>
              <p:cNvPr id="37" name="Oval 9">
                <a:extLst>
                  <a:ext uri="{FF2B5EF4-FFF2-40B4-BE49-F238E27FC236}">
                    <a16:creationId xmlns:a16="http://schemas.microsoft.com/office/drawing/2014/main" id="{F95B015E-DB72-9276-EB93-9FB345D474E1}"/>
                  </a:ext>
                </a:extLst>
              </p:cNvPr>
              <p:cNvSpPr/>
              <p:nvPr/>
            </p:nvSpPr>
            <p:spPr>
              <a:xfrm>
                <a:off x="7865191" y="1188067"/>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2" name="Picture 8" descr="Icône Cible, objectif dans Marketing (Outline) icon set">
                <a:extLst>
                  <a:ext uri="{FF2B5EF4-FFF2-40B4-BE49-F238E27FC236}">
                    <a16:creationId xmlns:a16="http://schemas.microsoft.com/office/drawing/2014/main" id="{BDAFF441-00EE-DC2C-4FE0-564B51EF9BE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41645" y="1256643"/>
                <a:ext cx="510848" cy="51084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3" name="Groupe 112">
            <a:extLst>
              <a:ext uri="{FF2B5EF4-FFF2-40B4-BE49-F238E27FC236}">
                <a16:creationId xmlns:a16="http://schemas.microsoft.com/office/drawing/2014/main" id="{382159C3-021D-B3BB-6438-CE906B6FA521}"/>
              </a:ext>
            </a:extLst>
          </p:cNvPr>
          <p:cNvGrpSpPr/>
          <p:nvPr/>
        </p:nvGrpSpPr>
        <p:grpSpPr>
          <a:xfrm>
            <a:off x="7877160" y="1630501"/>
            <a:ext cx="3842882" cy="648000"/>
            <a:chOff x="7880947" y="1706481"/>
            <a:chExt cx="3842882" cy="648000"/>
          </a:xfrm>
        </p:grpSpPr>
        <p:sp>
          <p:nvSpPr>
            <p:cNvPr id="54" name="TextBox 4">
              <a:extLst>
                <a:ext uri="{FF2B5EF4-FFF2-40B4-BE49-F238E27FC236}">
                  <a16:creationId xmlns:a16="http://schemas.microsoft.com/office/drawing/2014/main" id="{5D54B8AE-8409-6AB1-B235-6D655B69E37B}"/>
                </a:ext>
              </a:extLst>
            </p:cNvPr>
            <p:cNvSpPr txBox="1"/>
            <p:nvPr/>
          </p:nvSpPr>
          <p:spPr>
            <a:xfrm>
              <a:off x="8737615" y="1876903"/>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b="1">
                  <a:solidFill>
                    <a:schemeClr val="bg1"/>
                  </a:solidFill>
                </a:rPr>
                <a:t>Typologies de flux </a:t>
              </a:r>
            </a:p>
          </p:txBody>
        </p:sp>
        <p:grpSp>
          <p:nvGrpSpPr>
            <p:cNvPr id="73" name="Groupe 72">
              <a:extLst>
                <a:ext uri="{FF2B5EF4-FFF2-40B4-BE49-F238E27FC236}">
                  <a16:creationId xmlns:a16="http://schemas.microsoft.com/office/drawing/2014/main" id="{640BF671-C2E0-7B90-22E4-5ED05B25F21F}"/>
                </a:ext>
              </a:extLst>
            </p:cNvPr>
            <p:cNvGrpSpPr/>
            <p:nvPr/>
          </p:nvGrpSpPr>
          <p:grpSpPr>
            <a:xfrm>
              <a:off x="7880947" y="1706481"/>
              <a:ext cx="648000" cy="648000"/>
              <a:chOff x="7865191" y="5788706"/>
              <a:chExt cx="663756" cy="648000"/>
            </a:xfrm>
          </p:grpSpPr>
          <p:sp>
            <p:nvSpPr>
              <p:cNvPr id="55" name="Oval 9">
                <a:extLst>
                  <a:ext uri="{FF2B5EF4-FFF2-40B4-BE49-F238E27FC236}">
                    <a16:creationId xmlns:a16="http://schemas.microsoft.com/office/drawing/2014/main" id="{8C62FFDF-D06B-043C-E6E9-520CB4B67950}"/>
                  </a:ext>
                </a:extLst>
              </p:cNvPr>
              <p:cNvSpPr/>
              <p:nvPr/>
            </p:nvSpPr>
            <p:spPr>
              <a:xfrm>
                <a:off x="7865191" y="5788706"/>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4" name="Picture 10" descr="Flux de travail - Icônes entreprise gratuites">
                <a:extLst>
                  <a:ext uri="{FF2B5EF4-FFF2-40B4-BE49-F238E27FC236}">
                    <a16:creationId xmlns:a16="http://schemas.microsoft.com/office/drawing/2014/main" id="{E7108A0A-EDD7-B70D-771E-800ED711E42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47416" y="5863053"/>
                <a:ext cx="499306" cy="49930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5" name="Groupe 114">
            <a:extLst>
              <a:ext uri="{FF2B5EF4-FFF2-40B4-BE49-F238E27FC236}">
                <a16:creationId xmlns:a16="http://schemas.microsoft.com/office/drawing/2014/main" id="{9688AF71-F11B-F7F7-1BF1-469F1FE3DA94}"/>
              </a:ext>
            </a:extLst>
          </p:cNvPr>
          <p:cNvGrpSpPr/>
          <p:nvPr/>
        </p:nvGrpSpPr>
        <p:grpSpPr>
          <a:xfrm>
            <a:off x="7877160" y="172935"/>
            <a:ext cx="3846669" cy="648000"/>
            <a:chOff x="7877160" y="172935"/>
            <a:chExt cx="3846669" cy="648000"/>
          </a:xfrm>
        </p:grpSpPr>
        <p:sp>
          <p:nvSpPr>
            <p:cNvPr id="102" name="TextBox 4">
              <a:extLst>
                <a:ext uri="{FF2B5EF4-FFF2-40B4-BE49-F238E27FC236}">
                  <a16:creationId xmlns:a16="http://schemas.microsoft.com/office/drawing/2014/main" id="{08EF1DAE-D77A-794C-3B18-C2C6C135E72E}"/>
                </a:ext>
              </a:extLst>
            </p:cNvPr>
            <p:cNvSpPr txBox="1"/>
            <p:nvPr/>
          </p:nvSpPr>
          <p:spPr>
            <a:xfrm>
              <a:off x="8737615" y="339969"/>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Médiation et urbanisation</a:t>
              </a:r>
            </a:p>
          </p:txBody>
        </p:sp>
        <p:grpSp>
          <p:nvGrpSpPr>
            <p:cNvPr id="76" name="Groupe 75">
              <a:extLst>
                <a:ext uri="{FF2B5EF4-FFF2-40B4-BE49-F238E27FC236}">
                  <a16:creationId xmlns:a16="http://schemas.microsoft.com/office/drawing/2014/main" id="{CE01ABCF-F61E-3F10-719A-B81BE6A61CD4}"/>
                </a:ext>
              </a:extLst>
            </p:cNvPr>
            <p:cNvGrpSpPr/>
            <p:nvPr/>
          </p:nvGrpSpPr>
          <p:grpSpPr>
            <a:xfrm>
              <a:off x="7877160" y="172935"/>
              <a:ext cx="648000" cy="648000"/>
              <a:chOff x="7877160" y="421293"/>
              <a:chExt cx="648000" cy="648000"/>
            </a:xfrm>
          </p:grpSpPr>
          <p:sp>
            <p:nvSpPr>
              <p:cNvPr id="103" name="Oval 9">
                <a:extLst>
                  <a:ext uri="{FF2B5EF4-FFF2-40B4-BE49-F238E27FC236}">
                    <a16:creationId xmlns:a16="http://schemas.microsoft.com/office/drawing/2014/main" id="{8AC00DDB-26A3-6160-4A14-ED454F592BDC}"/>
                  </a:ext>
                </a:extLst>
              </p:cNvPr>
              <p:cNvSpPr/>
              <p:nvPr/>
            </p:nvSpPr>
            <p:spPr>
              <a:xfrm>
                <a:off x="7877160" y="42129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75" name="Shape 7692">
                <a:extLst>
                  <a:ext uri="{FF2B5EF4-FFF2-40B4-BE49-F238E27FC236}">
                    <a16:creationId xmlns:a16="http://schemas.microsoft.com/office/drawing/2014/main" id="{BB65BE64-CCCA-0B16-C0CB-52B00EE5D1D9}"/>
                  </a:ext>
                </a:extLst>
              </p:cNvPr>
              <p:cNvSpPr/>
              <p:nvPr/>
            </p:nvSpPr>
            <p:spPr>
              <a:xfrm>
                <a:off x="7976160" y="520293"/>
                <a:ext cx="450000" cy="450000"/>
              </a:xfrm>
              <a:custGeom>
                <a:avLst/>
                <a:gdLst/>
                <a:ahLst/>
                <a:cxnLst/>
                <a:rect l="0" t="0" r="0" b="0"/>
                <a:pathLst>
                  <a:path w="120000" h="120000" extrusionOk="0">
                    <a:moveTo>
                      <a:pt x="114544" y="44972"/>
                    </a:moveTo>
                    <a:lnTo>
                      <a:pt x="111616" y="48000"/>
                    </a:lnTo>
                    <a:cubicBezTo>
                      <a:pt x="107188" y="46811"/>
                      <a:pt x="102677" y="46233"/>
                      <a:pt x="98194" y="46233"/>
                    </a:cubicBezTo>
                    <a:lnTo>
                      <a:pt x="95277" y="40983"/>
                    </a:lnTo>
                    <a:cubicBezTo>
                      <a:pt x="94733" y="40016"/>
                      <a:pt x="93950" y="39083"/>
                      <a:pt x="93005" y="38538"/>
                    </a:cubicBezTo>
                    <a:cubicBezTo>
                      <a:pt x="92227" y="38088"/>
                      <a:pt x="91344" y="37900"/>
                      <a:pt x="90377" y="38155"/>
                    </a:cubicBezTo>
                    <a:lnTo>
                      <a:pt x="74927" y="42294"/>
                    </a:lnTo>
                    <a:cubicBezTo>
                      <a:pt x="72788" y="42866"/>
                      <a:pt x="72194" y="45138"/>
                      <a:pt x="72094" y="47194"/>
                    </a:cubicBezTo>
                    <a:lnTo>
                      <a:pt x="72200" y="53166"/>
                    </a:lnTo>
                    <a:cubicBezTo>
                      <a:pt x="68294" y="55405"/>
                      <a:pt x="64661" y="58172"/>
                      <a:pt x="61405" y="61427"/>
                    </a:cubicBezTo>
                    <a:lnTo>
                      <a:pt x="55683" y="59788"/>
                    </a:lnTo>
                    <a:cubicBezTo>
                      <a:pt x="53738" y="59244"/>
                      <a:pt x="51327" y="59344"/>
                      <a:pt x="50222" y="61255"/>
                    </a:cubicBezTo>
                    <a:lnTo>
                      <a:pt x="42222" y="75111"/>
                    </a:lnTo>
                    <a:cubicBezTo>
                      <a:pt x="41116" y="77022"/>
                      <a:pt x="42300" y="79050"/>
                      <a:pt x="43683" y="80577"/>
                    </a:cubicBezTo>
                    <a:lnTo>
                      <a:pt x="47961" y="84711"/>
                    </a:lnTo>
                    <a:cubicBezTo>
                      <a:pt x="46772" y="89161"/>
                      <a:pt x="46194" y="93688"/>
                      <a:pt x="46205" y="98188"/>
                    </a:cubicBezTo>
                    <a:lnTo>
                      <a:pt x="40983" y="101088"/>
                    </a:lnTo>
                    <a:cubicBezTo>
                      <a:pt x="39222" y="102072"/>
                      <a:pt x="37583" y="103850"/>
                      <a:pt x="38155" y="105983"/>
                    </a:cubicBezTo>
                    <a:lnTo>
                      <a:pt x="40450" y="114550"/>
                    </a:lnTo>
                    <a:lnTo>
                      <a:pt x="10911" y="114550"/>
                    </a:lnTo>
                    <a:cubicBezTo>
                      <a:pt x="7900" y="114550"/>
                      <a:pt x="5455" y="112100"/>
                      <a:pt x="5455" y="109088"/>
                    </a:cubicBezTo>
                    <a:lnTo>
                      <a:pt x="5455" y="62727"/>
                    </a:lnTo>
                    <a:lnTo>
                      <a:pt x="10727" y="62727"/>
                    </a:lnTo>
                    <a:cubicBezTo>
                      <a:pt x="12933" y="62727"/>
                      <a:pt x="14100" y="60688"/>
                      <a:pt x="14727" y="58727"/>
                    </a:cubicBezTo>
                    <a:lnTo>
                      <a:pt x="16183" y="52905"/>
                    </a:lnTo>
                    <a:cubicBezTo>
                      <a:pt x="20616" y="51722"/>
                      <a:pt x="24811" y="49961"/>
                      <a:pt x="28688" y="47722"/>
                    </a:cubicBezTo>
                    <a:lnTo>
                      <a:pt x="33838" y="50811"/>
                    </a:lnTo>
                    <a:cubicBezTo>
                      <a:pt x="34861" y="51338"/>
                      <a:pt x="36022" y="51761"/>
                      <a:pt x="37116" y="51761"/>
                    </a:cubicBezTo>
                    <a:cubicBezTo>
                      <a:pt x="37983" y="51761"/>
                      <a:pt x="38805" y="51500"/>
                      <a:pt x="39500" y="50811"/>
                    </a:cubicBezTo>
                    <a:lnTo>
                      <a:pt x="50811" y="39494"/>
                    </a:lnTo>
                    <a:cubicBezTo>
                      <a:pt x="52372" y="37933"/>
                      <a:pt x="51844" y="35577"/>
                      <a:pt x="50811" y="33838"/>
                    </a:cubicBezTo>
                    <a:lnTo>
                      <a:pt x="47738" y="28716"/>
                    </a:lnTo>
                    <a:cubicBezTo>
                      <a:pt x="49994" y="24827"/>
                      <a:pt x="51761" y="20616"/>
                      <a:pt x="52950" y="16172"/>
                    </a:cubicBezTo>
                    <a:lnTo>
                      <a:pt x="58727" y="14727"/>
                    </a:lnTo>
                    <a:cubicBezTo>
                      <a:pt x="60688" y="14100"/>
                      <a:pt x="62727" y="12933"/>
                      <a:pt x="62727" y="10727"/>
                    </a:cubicBezTo>
                    <a:lnTo>
                      <a:pt x="62727" y="5455"/>
                    </a:lnTo>
                    <a:lnTo>
                      <a:pt x="109088" y="5455"/>
                    </a:lnTo>
                    <a:cubicBezTo>
                      <a:pt x="112100" y="5455"/>
                      <a:pt x="114544" y="7894"/>
                      <a:pt x="114544" y="10911"/>
                    </a:cubicBezTo>
                    <a:cubicBezTo>
                      <a:pt x="114544" y="10911"/>
                      <a:pt x="114544" y="44972"/>
                      <a:pt x="114544" y="44972"/>
                    </a:cubicBezTo>
                    <a:close/>
                    <a:moveTo>
                      <a:pt x="114544" y="69966"/>
                    </a:moveTo>
                    <a:cubicBezTo>
                      <a:pt x="109722" y="67155"/>
                      <a:pt x="104166" y="65455"/>
                      <a:pt x="98183" y="65455"/>
                    </a:cubicBezTo>
                    <a:cubicBezTo>
                      <a:pt x="80105" y="65455"/>
                      <a:pt x="65455" y="80105"/>
                      <a:pt x="65455" y="98183"/>
                    </a:cubicBezTo>
                    <a:cubicBezTo>
                      <a:pt x="65455" y="104172"/>
                      <a:pt x="67155" y="109722"/>
                      <a:pt x="69966" y="114550"/>
                    </a:cubicBezTo>
                    <a:lnTo>
                      <a:pt x="46100" y="114550"/>
                    </a:lnTo>
                    <a:lnTo>
                      <a:pt x="43750" y="105788"/>
                    </a:lnTo>
                    <a:lnTo>
                      <a:pt x="48855" y="102955"/>
                    </a:lnTo>
                    <a:cubicBezTo>
                      <a:pt x="50588" y="101988"/>
                      <a:pt x="51661" y="100155"/>
                      <a:pt x="51661" y="98172"/>
                    </a:cubicBezTo>
                    <a:cubicBezTo>
                      <a:pt x="51655" y="94100"/>
                      <a:pt x="52177" y="90044"/>
                      <a:pt x="53233" y="86122"/>
                    </a:cubicBezTo>
                    <a:cubicBezTo>
                      <a:pt x="53744" y="84211"/>
                      <a:pt x="53177" y="82172"/>
                      <a:pt x="51755" y="80794"/>
                    </a:cubicBezTo>
                    <a:lnTo>
                      <a:pt x="47622" y="76794"/>
                    </a:lnTo>
                    <a:cubicBezTo>
                      <a:pt x="47605" y="76777"/>
                      <a:pt x="47588" y="76761"/>
                      <a:pt x="47577" y="76738"/>
                    </a:cubicBezTo>
                    <a:lnTo>
                      <a:pt x="54311" y="65072"/>
                    </a:lnTo>
                    <a:lnTo>
                      <a:pt x="59905" y="66672"/>
                    </a:lnTo>
                    <a:cubicBezTo>
                      <a:pt x="61811" y="67216"/>
                      <a:pt x="63861" y="66683"/>
                      <a:pt x="65266" y="65283"/>
                    </a:cubicBezTo>
                    <a:cubicBezTo>
                      <a:pt x="68133" y="62411"/>
                      <a:pt x="71377" y="59927"/>
                      <a:pt x="74916" y="57894"/>
                    </a:cubicBezTo>
                    <a:cubicBezTo>
                      <a:pt x="76633" y="56905"/>
                      <a:pt x="77683" y="55061"/>
                      <a:pt x="77650" y="53077"/>
                    </a:cubicBezTo>
                    <a:lnTo>
                      <a:pt x="77555" y="47300"/>
                    </a:lnTo>
                    <a:lnTo>
                      <a:pt x="77555" y="47238"/>
                    </a:lnTo>
                    <a:lnTo>
                      <a:pt x="90577" y="43750"/>
                    </a:lnTo>
                    <a:lnTo>
                      <a:pt x="93427" y="48883"/>
                    </a:lnTo>
                    <a:cubicBezTo>
                      <a:pt x="93916" y="49766"/>
                      <a:pt x="94622" y="50472"/>
                      <a:pt x="95466" y="50955"/>
                    </a:cubicBezTo>
                    <a:cubicBezTo>
                      <a:pt x="96277" y="51427"/>
                      <a:pt x="97216" y="51688"/>
                      <a:pt x="98194" y="51688"/>
                    </a:cubicBezTo>
                    <a:cubicBezTo>
                      <a:pt x="102261" y="51688"/>
                      <a:pt x="106305" y="52216"/>
                      <a:pt x="110205" y="53272"/>
                    </a:cubicBezTo>
                    <a:cubicBezTo>
                      <a:pt x="111700" y="53666"/>
                      <a:pt x="113272" y="53394"/>
                      <a:pt x="114544" y="52577"/>
                    </a:cubicBezTo>
                    <a:cubicBezTo>
                      <a:pt x="114544" y="52577"/>
                      <a:pt x="114544" y="69966"/>
                      <a:pt x="114544" y="69966"/>
                    </a:cubicBezTo>
                    <a:close/>
                    <a:moveTo>
                      <a:pt x="114544" y="85972"/>
                    </a:moveTo>
                    <a:lnTo>
                      <a:pt x="106072" y="90683"/>
                    </a:lnTo>
                    <a:cubicBezTo>
                      <a:pt x="104083" y="88588"/>
                      <a:pt x="101294" y="87272"/>
                      <a:pt x="98183" y="87272"/>
                    </a:cubicBezTo>
                    <a:cubicBezTo>
                      <a:pt x="95072" y="87272"/>
                      <a:pt x="92277" y="88588"/>
                      <a:pt x="90294" y="90683"/>
                    </a:cubicBezTo>
                    <a:lnTo>
                      <a:pt x="75794" y="82627"/>
                    </a:lnTo>
                    <a:cubicBezTo>
                      <a:pt x="80722" y="75550"/>
                      <a:pt x="88905" y="70911"/>
                      <a:pt x="98183" y="70911"/>
                    </a:cubicBezTo>
                    <a:cubicBezTo>
                      <a:pt x="104350" y="70911"/>
                      <a:pt x="109988" y="73005"/>
                      <a:pt x="114544" y="76466"/>
                    </a:cubicBezTo>
                    <a:cubicBezTo>
                      <a:pt x="114544" y="76466"/>
                      <a:pt x="114544" y="85972"/>
                      <a:pt x="114544" y="85972"/>
                    </a:cubicBezTo>
                    <a:close/>
                    <a:moveTo>
                      <a:pt x="114544" y="109088"/>
                    </a:moveTo>
                    <a:cubicBezTo>
                      <a:pt x="114544" y="112100"/>
                      <a:pt x="112100" y="114550"/>
                      <a:pt x="109088" y="114550"/>
                    </a:cubicBezTo>
                    <a:lnTo>
                      <a:pt x="100911" y="114550"/>
                    </a:lnTo>
                    <a:lnTo>
                      <a:pt x="100911" y="108705"/>
                    </a:lnTo>
                    <a:cubicBezTo>
                      <a:pt x="105605" y="107488"/>
                      <a:pt x="109088" y="103261"/>
                      <a:pt x="109088" y="98183"/>
                    </a:cubicBezTo>
                    <a:cubicBezTo>
                      <a:pt x="109088" y="97233"/>
                      <a:pt x="108933" y="96327"/>
                      <a:pt x="108705" y="95455"/>
                    </a:cubicBezTo>
                    <a:lnTo>
                      <a:pt x="114544" y="92211"/>
                    </a:lnTo>
                    <a:cubicBezTo>
                      <a:pt x="114544" y="92211"/>
                      <a:pt x="114544" y="109088"/>
                      <a:pt x="114544" y="109088"/>
                    </a:cubicBezTo>
                    <a:close/>
                    <a:moveTo>
                      <a:pt x="92727" y="98183"/>
                    </a:moveTo>
                    <a:cubicBezTo>
                      <a:pt x="92727" y="95172"/>
                      <a:pt x="95172" y="92727"/>
                      <a:pt x="98183" y="92727"/>
                    </a:cubicBezTo>
                    <a:cubicBezTo>
                      <a:pt x="101188" y="92727"/>
                      <a:pt x="103638" y="95172"/>
                      <a:pt x="103638" y="98183"/>
                    </a:cubicBezTo>
                    <a:cubicBezTo>
                      <a:pt x="103638" y="101194"/>
                      <a:pt x="101188" y="103638"/>
                      <a:pt x="98183" y="103638"/>
                    </a:cubicBezTo>
                    <a:cubicBezTo>
                      <a:pt x="95172" y="103638"/>
                      <a:pt x="92727" y="101194"/>
                      <a:pt x="92727" y="98183"/>
                    </a:cubicBezTo>
                    <a:moveTo>
                      <a:pt x="95455" y="114550"/>
                    </a:moveTo>
                    <a:lnTo>
                      <a:pt x="76427" y="114550"/>
                    </a:lnTo>
                    <a:cubicBezTo>
                      <a:pt x="72988" y="109983"/>
                      <a:pt x="70911" y="104338"/>
                      <a:pt x="70911" y="98183"/>
                    </a:cubicBezTo>
                    <a:cubicBezTo>
                      <a:pt x="70911" y="94344"/>
                      <a:pt x="71705" y="90700"/>
                      <a:pt x="73138" y="87388"/>
                    </a:cubicBezTo>
                    <a:lnTo>
                      <a:pt x="87661" y="95455"/>
                    </a:lnTo>
                    <a:cubicBezTo>
                      <a:pt x="87433" y="96327"/>
                      <a:pt x="87272" y="97233"/>
                      <a:pt x="87272" y="98183"/>
                    </a:cubicBezTo>
                    <a:cubicBezTo>
                      <a:pt x="87272" y="103261"/>
                      <a:pt x="90755" y="107488"/>
                      <a:pt x="95455" y="108705"/>
                    </a:cubicBezTo>
                    <a:cubicBezTo>
                      <a:pt x="95455" y="108705"/>
                      <a:pt x="95455" y="114550"/>
                      <a:pt x="95455" y="114550"/>
                    </a:cubicBezTo>
                    <a:close/>
                    <a:moveTo>
                      <a:pt x="5455" y="29866"/>
                    </a:moveTo>
                    <a:cubicBezTo>
                      <a:pt x="18338" y="28583"/>
                      <a:pt x="28583" y="18338"/>
                      <a:pt x="29861" y="5455"/>
                    </a:cubicBezTo>
                    <a:lnTo>
                      <a:pt x="57272" y="5455"/>
                    </a:lnTo>
                    <a:lnTo>
                      <a:pt x="57272" y="9461"/>
                    </a:lnTo>
                    <a:cubicBezTo>
                      <a:pt x="57250" y="9472"/>
                      <a:pt x="57233" y="9477"/>
                      <a:pt x="57211" y="9483"/>
                    </a:cubicBezTo>
                    <a:lnTo>
                      <a:pt x="51627" y="10877"/>
                    </a:lnTo>
                    <a:cubicBezTo>
                      <a:pt x="49705" y="11361"/>
                      <a:pt x="48194" y="12850"/>
                      <a:pt x="47683" y="14761"/>
                    </a:cubicBezTo>
                    <a:cubicBezTo>
                      <a:pt x="46633" y="18683"/>
                      <a:pt x="45066" y="22455"/>
                      <a:pt x="43022" y="25977"/>
                    </a:cubicBezTo>
                    <a:cubicBezTo>
                      <a:pt x="42022" y="27700"/>
                      <a:pt x="42038" y="29822"/>
                      <a:pt x="43061" y="31522"/>
                    </a:cubicBezTo>
                    <a:lnTo>
                      <a:pt x="46066" y="36527"/>
                    </a:lnTo>
                    <a:lnTo>
                      <a:pt x="36533" y="46061"/>
                    </a:lnTo>
                    <a:cubicBezTo>
                      <a:pt x="36516" y="46055"/>
                      <a:pt x="36494" y="46044"/>
                      <a:pt x="36477" y="46033"/>
                    </a:cubicBezTo>
                    <a:lnTo>
                      <a:pt x="31494" y="43044"/>
                    </a:lnTo>
                    <a:cubicBezTo>
                      <a:pt x="30627" y="42527"/>
                      <a:pt x="29661" y="42266"/>
                      <a:pt x="28688" y="42266"/>
                    </a:cubicBezTo>
                    <a:cubicBezTo>
                      <a:pt x="27750" y="42266"/>
                      <a:pt x="26805" y="42511"/>
                      <a:pt x="25961" y="42994"/>
                    </a:cubicBezTo>
                    <a:cubicBezTo>
                      <a:pt x="22438" y="45033"/>
                      <a:pt x="18677" y="46594"/>
                      <a:pt x="14772" y="47638"/>
                    </a:cubicBezTo>
                    <a:cubicBezTo>
                      <a:pt x="12861" y="48144"/>
                      <a:pt x="11372" y="49655"/>
                      <a:pt x="10888" y="51583"/>
                    </a:cubicBezTo>
                    <a:lnTo>
                      <a:pt x="9483" y="57211"/>
                    </a:lnTo>
                    <a:cubicBezTo>
                      <a:pt x="9477" y="57233"/>
                      <a:pt x="9472" y="57250"/>
                      <a:pt x="9461" y="57277"/>
                    </a:cubicBezTo>
                    <a:lnTo>
                      <a:pt x="5455" y="57277"/>
                    </a:lnTo>
                    <a:cubicBezTo>
                      <a:pt x="5455" y="57277"/>
                      <a:pt x="5455" y="29866"/>
                      <a:pt x="5455" y="29866"/>
                    </a:cubicBezTo>
                    <a:close/>
                    <a:moveTo>
                      <a:pt x="5455" y="10911"/>
                    </a:moveTo>
                    <a:cubicBezTo>
                      <a:pt x="5455" y="7894"/>
                      <a:pt x="7900" y="5455"/>
                      <a:pt x="10911" y="5455"/>
                    </a:cubicBezTo>
                    <a:lnTo>
                      <a:pt x="24355" y="5455"/>
                    </a:lnTo>
                    <a:cubicBezTo>
                      <a:pt x="23122" y="15322"/>
                      <a:pt x="15322" y="23122"/>
                      <a:pt x="5455" y="24355"/>
                    </a:cubicBezTo>
                    <a:cubicBezTo>
                      <a:pt x="5455" y="24355"/>
                      <a:pt x="5455" y="10911"/>
                      <a:pt x="5455" y="10911"/>
                    </a:cubicBezTo>
                    <a:close/>
                    <a:moveTo>
                      <a:pt x="109088" y="0"/>
                    </a:moveTo>
                    <a:lnTo>
                      <a:pt x="10911" y="0"/>
                    </a:lnTo>
                    <a:cubicBezTo>
                      <a:pt x="4883" y="0"/>
                      <a:pt x="0" y="4883"/>
                      <a:pt x="0" y="10911"/>
                    </a:cubicBezTo>
                    <a:lnTo>
                      <a:pt x="0" y="109088"/>
                    </a:lnTo>
                    <a:cubicBezTo>
                      <a:pt x="0" y="115116"/>
                      <a:pt x="4883" y="120000"/>
                      <a:pt x="10911" y="120000"/>
                    </a:cubicBezTo>
                    <a:lnTo>
                      <a:pt x="109088" y="120000"/>
                    </a:lnTo>
                    <a:cubicBezTo>
                      <a:pt x="115116" y="120000"/>
                      <a:pt x="120000" y="115116"/>
                      <a:pt x="120000" y="109088"/>
                    </a:cubicBezTo>
                    <a:lnTo>
                      <a:pt x="120000" y="10911"/>
                    </a:lnTo>
                    <a:cubicBezTo>
                      <a:pt x="120000" y="4883"/>
                      <a:pt x="115116" y="0"/>
                      <a:pt x="109088" y="0"/>
                    </a:cubicBezTo>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grpSp>
      </p:grpSp>
      <p:grpSp>
        <p:nvGrpSpPr>
          <p:cNvPr id="82" name="Groupe 81">
            <a:extLst>
              <a:ext uri="{FF2B5EF4-FFF2-40B4-BE49-F238E27FC236}">
                <a16:creationId xmlns:a16="http://schemas.microsoft.com/office/drawing/2014/main" id="{E70F0B52-5F52-96BF-AEB5-7BB561F58AF7}"/>
              </a:ext>
            </a:extLst>
          </p:cNvPr>
          <p:cNvGrpSpPr>
            <a:grpSpLocks noChangeAspect="1"/>
          </p:cNvGrpSpPr>
          <p:nvPr/>
        </p:nvGrpSpPr>
        <p:grpSpPr>
          <a:xfrm>
            <a:off x="102722" y="3105000"/>
            <a:ext cx="648000" cy="648000"/>
            <a:chOff x="7838379" y="2027071"/>
            <a:chExt cx="748248" cy="748248"/>
          </a:xfrm>
        </p:grpSpPr>
        <p:sp>
          <p:nvSpPr>
            <p:cNvPr id="83" name="Oval 9">
              <a:extLst>
                <a:ext uri="{FF2B5EF4-FFF2-40B4-BE49-F238E27FC236}">
                  <a16:creationId xmlns:a16="http://schemas.microsoft.com/office/drawing/2014/main" id="{09E29480-55AA-1E9C-126F-CA7521CCEBF8}"/>
                </a:ext>
              </a:extLst>
            </p:cNvPr>
            <p:cNvSpPr/>
            <p:nvPr/>
          </p:nvSpPr>
          <p:spPr>
            <a:xfrm>
              <a:off x="7838379" y="2027071"/>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en-US" sz="2800" spc="300">
                <a:latin typeface="Arial" charset="0"/>
                <a:ea typeface="Arial" charset="0"/>
                <a:cs typeface="Arial" charset="0"/>
              </a:endParaRPr>
            </a:p>
          </p:txBody>
        </p:sp>
        <p:pic>
          <p:nvPicPr>
            <p:cNvPr id="84" name="Picture 4">
              <a:extLst>
                <a:ext uri="{FF2B5EF4-FFF2-40B4-BE49-F238E27FC236}">
                  <a16:creationId xmlns:a16="http://schemas.microsoft.com/office/drawing/2014/main" id="{F8A65C2C-4798-8D41-7566-F72A0D96507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49721" y="2151620"/>
              <a:ext cx="513183" cy="513183"/>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Box 4">
            <a:extLst>
              <a:ext uri="{FF2B5EF4-FFF2-40B4-BE49-F238E27FC236}">
                <a16:creationId xmlns:a16="http://schemas.microsoft.com/office/drawing/2014/main" id="{5410D7A1-EE28-F118-3AD3-0D94CEF620E9}"/>
              </a:ext>
            </a:extLst>
          </p:cNvPr>
          <p:cNvSpPr txBox="1"/>
          <p:nvPr/>
        </p:nvSpPr>
        <p:spPr>
          <a:xfrm>
            <a:off x="8733828" y="3255101"/>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 MOM</a:t>
            </a:r>
          </a:p>
        </p:txBody>
      </p:sp>
      <p:pic>
        <p:nvPicPr>
          <p:cNvPr id="2" name="Picture 2">
            <a:extLst>
              <a:ext uri="{FF2B5EF4-FFF2-40B4-BE49-F238E27FC236}">
                <a16:creationId xmlns:a16="http://schemas.microsoft.com/office/drawing/2014/main" id="{AD1D0F4F-0558-4EB2-5BFF-F481319BD29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84568" y="2128592"/>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3" name="Groupe 2">
            <a:extLst>
              <a:ext uri="{FF2B5EF4-FFF2-40B4-BE49-F238E27FC236}">
                <a16:creationId xmlns:a16="http://schemas.microsoft.com/office/drawing/2014/main" id="{B40D06AE-07D9-A752-3B88-0C3748911003}"/>
              </a:ext>
            </a:extLst>
          </p:cNvPr>
          <p:cNvGrpSpPr/>
          <p:nvPr/>
        </p:nvGrpSpPr>
        <p:grpSpPr>
          <a:xfrm>
            <a:off x="7877160" y="3088067"/>
            <a:ext cx="648000" cy="648000"/>
            <a:chOff x="7877160" y="3088067"/>
            <a:chExt cx="648000" cy="648000"/>
          </a:xfrm>
        </p:grpSpPr>
        <p:sp>
          <p:nvSpPr>
            <p:cNvPr id="4" name="Oval 9">
              <a:extLst>
                <a:ext uri="{FF2B5EF4-FFF2-40B4-BE49-F238E27FC236}">
                  <a16:creationId xmlns:a16="http://schemas.microsoft.com/office/drawing/2014/main" id="{9868E81B-7926-2BD4-3A90-CFDA387792D6}"/>
                </a:ext>
              </a:extLst>
            </p:cNvPr>
            <p:cNvSpPr/>
            <p:nvPr/>
          </p:nvSpPr>
          <p:spPr>
            <a:xfrm>
              <a:off x="7877160" y="3088067"/>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5" name="Picture 2" descr="middleware Vector Icons free download in SVG, PNG Format">
              <a:extLst>
                <a:ext uri="{FF2B5EF4-FFF2-40B4-BE49-F238E27FC236}">
                  <a16:creationId xmlns:a16="http://schemas.microsoft.com/office/drawing/2014/main" id="{D7D0AAF5-4C9B-1992-F8F6-629C72976D9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03266" y="3214173"/>
              <a:ext cx="440945" cy="44094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1969460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Typologies D’échanges et de Flux</a:t>
            </a:r>
          </a:p>
        </p:txBody>
      </p:sp>
      <p:grpSp>
        <p:nvGrpSpPr>
          <p:cNvPr id="33" name="Groupe 32">
            <a:extLst>
              <a:ext uri="{FF2B5EF4-FFF2-40B4-BE49-F238E27FC236}">
                <a16:creationId xmlns:a16="http://schemas.microsoft.com/office/drawing/2014/main" id="{722BDC9B-37D4-FFF8-C19D-52EEA26F00EE}"/>
              </a:ext>
            </a:extLst>
          </p:cNvPr>
          <p:cNvGrpSpPr/>
          <p:nvPr>
            <p:custDataLst>
              <p:tags r:id="rId1"/>
            </p:custDataLst>
          </p:nvPr>
        </p:nvGrpSpPr>
        <p:grpSpPr>
          <a:xfrm>
            <a:off x="4533642" y="1340768"/>
            <a:ext cx="2938096" cy="4699747"/>
            <a:chOff x="4533642" y="1452478"/>
            <a:chExt cx="2938096" cy="4699747"/>
          </a:xfrm>
        </p:grpSpPr>
        <p:sp>
          <p:nvSpPr>
            <p:cNvPr id="34" name="Rectangle 33">
              <a:extLst>
                <a:ext uri="{FF2B5EF4-FFF2-40B4-BE49-F238E27FC236}">
                  <a16:creationId xmlns:a16="http://schemas.microsoft.com/office/drawing/2014/main" id="{A0C40075-8690-8135-4C60-FAE27A6022F0}"/>
                </a:ext>
              </a:extLst>
            </p:cNvPr>
            <p:cNvSpPr/>
            <p:nvPr/>
          </p:nvSpPr>
          <p:spPr>
            <a:xfrm>
              <a:off x="4533642" y="1452478"/>
              <a:ext cx="2938096" cy="307777"/>
            </a:xfrm>
            <a:prstGeom prst="rect">
              <a:avLst/>
            </a:prstGeom>
            <a:solidFill>
              <a:schemeClr val="tx2"/>
            </a:solidFill>
            <a:ln w="12700" algn="ctr">
              <a:solidFill>
                <a:schemeClr val="tx2"/>
              </a:solidFill>
              <a:miter lim="800000"/>
              <a:headEnd/>
              <a:tailEnd/>
            </a:ln>
            <a:effectLst>
              <a:outerShdw blurRad="50800" dist="38100" dir="2700000" algn="tl" rotWithShape="0">
                <a:prstClr val="black">
                  <a:alpha val="40000"/>
                </a:prstClr>
              </a:outerShdw>
            </a:effectLst>
          </p:spPr>
          <p:txBody>
            <a:bodyPr wrap="square" anchor="t">
              <a:noAutofit/>
            </a:bodyPr>
            <a:lstStyle/>
            <a:p>
              <a:pPr algn="ctr" eaLnBrk="0" hangingPunct="0">
                <a:spcBef>
                  <a:spcPct val="20000"/>
                </a:spcBef>
              </a:pPr>
              <a:r>
                <a:rPr lang="fr-FR" sz="1400" b="1">
                  <a:solidFill>
                    <a:schemeClr val="bg1"/>
                  </a:solidFill>
                </a:rPr>
                <a:t>Typologie de flux</a:t>
              </a:r>
            </a:p>
          </p:txBody>
        </p:sp>
        <p:sp>
          <p:nvSpPr>
            <p:cNvPr id="35" name="AutoShape 4">
              <a:extLst>
                <a:ext uri="{FF2B5EF4-FFF2-40B4-BE49-F238E27FC236}">
                  <a16:creationId xmlns:a16="http://schemas.microsoft.com/office/drawing/2014/main" id="{51BB5731-57BD-EB1F-D78E-C7B847484E95}"/>
                </a:ext>
              </a:extLst>
            </p:cNvPr>
            <p:cNvSpPr>
              <a:spLocks noChangeArrowheads="1"/>
            </p:cNvSpPr>
            <p:nvPr/>
          </p:nvSpPr>
          <p:spPr bwMode="auto">
            <a:xfrm rot="10800000" flipV="1">
              <a:off x="4533642" y="1769567"/>
              <a:ext cx="2938095" cy="4382658"/>
            </a:xfrm>
            <a:prstGeom prst="rect">
              <a:avLst/>
            </a:prstGeom>
            <a:solidFill>
              <a:schemeClr val="bg1"/>
            </a:solidFill>
            <a:ln w="12700" algn="ctr">
              <a:solidFill>
                <a:schemeClr val="tx2"/>
              </a:solidFill>
              <a:miter lim="800000"/>
              <a:headEnd/>
              <a:tailEnd/>
            </a:ln>
            <a:effectLst>
              <a:outerShdw blurRad="50800" dist="38100" dir="2700000" algn="tl" rotWithShape="0">
                <a:prstClr val="black">
                  <a:alpha val="40000"/>
                </a:prstClr>
              </a:outerShdw>
            </a:effectLst>
          </p:spPr>
          <p:txBody>
            <a:bodyPr wrap="square" anchor="t">
              <a:noAutofit/>
            </a:bodyPr>
            <a:lstStyle/>
            <a:p>
              <a:pPr eaLnBrk="0" hangingPunct="0">
                <a:spcBef>
                  <a:spcPct val="20000"/>
                </a:spcBef>
              </a:pPr>
              <a:r>
                <a:rPr lang="en-US" sz="1400" b="1">
                  <a:solidFill>
                    <a:schemeClr val="tx2">
                      <a:lumMod val="50000"/>
                    </a:schemeClr>
                  </a:solidFill>
                </a:rPr>
                <a:t>Par vague</a:t>
              </a:r>
            </a:p>
            <a:p>
              <a:pPr eaLnBrk="0" hangingPunct="0">
                <a:spcBef>
                  <a:spcPct val="20000"/>
                </a:spcBef>
              </a:pPr>
              <a:r>
                <a:rPr lang="fr-FR" sz="1400">
                  <a:solidFill>
                    <a:prstClr val="black"/>
                  </a:solidFill>
                </a:rPr>
                <a:t>Les données sont transmises à une heure prédéterminée</a:t>
              </a:r>
              <a:r>
                <a:rPr kumimoji="1" lang="fr-FR" altLang="fr-FR" sz="1400" kern="0">
                  <a:solidFill>
                    <a:prstClr val="black"/>
                  </a:solidFill>
                  <a:ea typeface="ＭＳ Ｐゴシック" pitchFamily="-110" charset="-128"/>
                </a:rPr>
                <a:t>.</a:t>
              </a:r>
              <a:endParaRPr kumimoji="1" lang="fr-FR" sz="1400" b="1" kern="0">
                <a:solidFill>
                  <a:prstClr val="black"/>
                </a:solidFill>
                <a:ea typeface="ＭＳ Ｐゴシック" pitchFamily="-110" charset="-128"/>
              </a:endParaRPr>
            </a:p>
            <a:p>
              <a:pPr eaLnBrk="0" hangingPunct="0">
                <a:spcBef>
                  <a:spcPct val="20000"/>
                </a:spcBef>
              </a:pPr>
              <a:r>
                <a:rPr lang="en-US" sz="1400">
                  <a:solidFill>
                    <a:prstClr val="black"/>
                  </a:solidFill>
                </a:rPr>
                <a:t> </a:t>
              </a:r>
              <a:endParaRPr lang="en-US" sz="1200">
                <a:solidFill>
                  <a:prstClr val="black"/>
                </a:solidFill>
              </a:endParaRPr>
            </a:p>
            <a:p>
              <a:pPr eaLnBrk="0" hangingPunct="0">
                <a:spcBef>
                  <a:spcPct val="20000"/>
                </a:spcBef>
              </a:pPr>
              <a:endParaRPr lang="en-US" sz="1200">
                <a:solidFill>
                  <a:prstClr val="black"/>
                </a:solidFill>
              </a:endParaRPr>
            </a:p>
            <a:p>
              <a:pPr eaLnBrk="0" hangingPunct="0">
                <a:spcBef>
                  <a:spcPct val="20000"/>
                </a:spcBef>
              </a:pPr>
              <a:endParaRPr lang="en-US" sz="1200">
                <a:solidFill>
                  <a:prstClr val="black"/>
                </a:solidFill>
              </a:endParaRPr>
            </a:p>
            <a:p>
              <a:pPr eaLnBrk="0" hangingPunct="0">
                <a:spcBef>
                  <a:spcPct val="20000"/>
                </a:spcBef>
              </a:pPr>
              <a:endParaRPr lang="en-US" sz="1200">
                <a:solidFill>
                  <a:prstClr val="black"/>
                </a:solidFill>
              </a:endParaRPr>
            </a:p>
            <a:p>
              <a:pPr eaLnBrk="0" hangingPunct="0">
                <a:spcBef>
                  <a:spcPct val="20000"/>
                </a:spcBef>
              </a:pPr>
              <a:endParaRPr lang="en-US" sz="1200">
                <a:solidFill>
                  <a:prstClr val="black"/>
                </a:solidFill>
              </a:endParaRPr>
            </a:p>
            <a:p>
              <a:pPr eaLnBrk="0" hangingPunct="0">
                <a:spcBef>
                  <a:spcPct val="20000"/>
                </a:spcBef>
              </a:pPr>
              <a:endParaRPr lang="en-US" sz="1200">
                <a:solidFill>
                  <a:prstClr val="black"/>
                </a:solidFill>
              </a:endParaRPr>
            </a:p>
            <a:p>
              <a:pPr eaLnBrk="0" hangingPunct="0">
                <a:spcBef>
                  <a:spcPct val="20000"/>
                </a:spcBef>
              </a:pPr>
              <a:r>
                <a:rPr lang="fr-FR" sz="1400" b="1">
                  <a:solidFill>
                    <a:schemeClr val="tx2">
                      <a:lumMod val="50000"/>
                    </a:schemeClr>
                  </a:solidFill>
                </a:rPr>
                <a:t>Evènementiel (Au fil de l’eau : Messages)</a:t>
              </a:r>
            </a:p>
            <a:p>
              <a:pPr marL="0" lvl="1" fontAlgn="base">
                <a:spcBef>
                  <a:spcPct val="0"/>
                </a:spcBef>
                <a:spcAft>
                  <a:spcPct val="0"/>
                </a:spcAft>
                <a:buClr>
                  <a:srgbClr val="1F497D">
                    <a:lumMod val="60000"/>
                    <a:lumOff val="40000"/>
                  </a:srgbClr>
                </a:buClr>
                <a:defRPr/>
              </a:pPr>
              <a:r>
                <a:rPr kumimoji="1" lang="fr-FR" sz="1400" kern="0">
                  <a:solidFill>
                    <a:prstClr val="black"/>
                  </a:solidFill>
                  <a:ea typeface="ＭＳ Ｐゴシック" pitchFamily="-110" charset="-128"/>
                </a:rPr>
                <a:t>Les données sont transmises d’un point A vers un point B dès qu’elles sont mises à jour au point A</a:t>
              </a:r>
            </a:p>
          </p:txBody>
        </p:sp>
        <p:grpSp>
          <p:nvGrpSpPr>
            <p:cNvPr id="36" name="Groupe 35">
              <a:extLst>
                <a:ext uri="{FF2B5EF4-FFF2-40B4-BE49-F238E27FC236}">
                  <a16:creationId xmlns:a16="http://schemas.microsoft.com/office/drawing/2014/main" id="{B0DA96ED-E4DE-0402-A84D-3AA68FA1D89C}"/>
                </a:ext>
              </a:extLst>
            </p:cNvPr>
            <p:cNvGrpSpPr/>
            <p:nvPr/>
          </p:nvGrpSpPr>
          <p:grpSpPr>
            <a:xfrm>
              <a:off x="5208765" y="2575524"/>
              <a:ext cx="1546910" cy="397545"/>
              <a:chOff x="5315297" y="2514805"/>
              <a:chExt cx="1546910" cy="397545"/>
            </a:xfrm>
          </p:grpSpPr>
          <p:sp>
            <p:nvSpPr>
              <p:cNvPr id="41" name="Flèche droite 13">
                <a:extLst>
                  <a:ext uri="{FF2B5EF4-FFF2-40B4-BE49-F238E27FC236}">
                    <a16:creationId xmlns:a16="http://schemas.microsoft.com/office/drawing/2014/main" id="{20F48339-F338-1F11-B017-C532A2C08E55}"/>
                  </a:ext>
                </a:extLst>
              </p:cNvPr>
              <p:cNvSpPr/>
              <p:nvPr/>
            </p:nvSpPr>
            <p:spPr>
              <a:xfrm>
                <a:off x="5763803" y="2595761"/>
                <a:ext cx="614812" cy="231305"/>
              </a:xfrm>
              <a:prstGeom prst="rightArrow">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fr-FR"/>
              </a:p>
            </p:txBody>
          </p:sp>
          <p:pic>
            <p:nvPicPr>
              <p:cNvPr id="42" name="Picture 7" descr="envelopppe">
                <a:extLst>
                  <a:ext uri="{FF2B5EF4-FFF2-40B4-BE49-F238E27FC236}">
                    <a16:creationId xmlns:a16="http://schemas.microsoft.com/office/drawing/2014/main" id="{E89F81CD-F546-ABF8-34D9-B456E76CEDD6}"/>
                  </a:ext>
                </a:extLst>
              </p:cNvPr>
              <p:cNvPicPr>
                <a:picLocks noChangeAspect="1" noChangeArrowheads="1"/>
              </p:cNvPicPr>
              <p:nvPr/>
            </p:nvPicPr>
            <p:blipFill>
              <a:blip r:embed="rId6" cstate="email">
                <a:biLevel thresh="75000"/>
                <a:extLst>
                  <a:ext uri="{28A0092B-C50C-407E-A947-70E740481C1C}">
                    <a14:useLocalDpi xmlns:a14="http://schemas.microsoft.com/office/drawing/2010/main"/>
                  </a:ext>
                </a:extLst>
              </a:blip>
              <a:srcRect/>
              <a:stretch>
                <a:fillRect/>
              </a:stretch>
            </p:blipFill>
            <p:spPr bwMode="auto">
              <a:xfrm>
                <a:off x="6452449" y="2514805"/>
                <a:ext cx="409758" cy="381701"/>
              </a:xfrm>
              <a:prstGeom prst="rect">
                <a:avLst/>
              </a:prstGeom>
              <a:noFill/>
              <a:effectLst>
                <a:outerShdw dist="35921" dir="2700000" algn="ctr" rotWithShape="0">
                  <a:srgbClr val="444200"/>
                </a:outerShdw>
              </a:effectLst>
              <a:extLst>
                <a:ext uri="{909E8E84-426E-40DD-AFC4-6F175D3DCCD1}">
                  <a14:hiddenFill xmlns:a14="http://schemas.microsoft.com/office/drawing/2010/main">
                    <a:solidFill>
                      <a:srgbClr val="FFFFFF"/>
                    </a:solidFill>
                  </a14:hiddenFill>
                </a:ext>
              </a:extLst>
            </p:spPr>
          </p:pic>
          <p:pic>
            <p:nvPicPr>
              <p:cNvPr id="43" name="Image 42">
                <a:extLst>
                  <a:ext uri="{FF2B5EF4-FFF2-40B4-BE49-F238E27FC236}">
                    <a16:creationId xmlns:a16="http://schemas.microsoft.com/office/drawing/2014/main" id="{DA596314-9EFE-4543-6878-1A85BCD1AD91}"/>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315297" y="2537678"/>
                <a:ext cx="374672" cy="374672"/>
              </a:xfrm>
              <a:prstGeom prst="rect">
                <a:avLst/>
              </a:prstGeom>
            </p:spPr>
          </p:pic>
        </p:grpSp>
        <p:grpSp>
          <p:nvGrpSpPr>
            <p:cNvPr id="37" name="Groupe 36">
              <a:extLst>
                <a:ext uri="{FF2B5EF4-FFF2-40B4-BE49-F238E27FC236}">
                  <a16:creationId xmlns:a16="http://schemas.microsoft.com/office/drawing/2014/main" id="{5765559C-8214-517E-D18C-B5BB35994DF3}"/>
                </a:ext>
              </a:extLst>
            </p:cNvPr>
            <p:cNvGrpSpPr/>
            <p:nvPr/>
          </p:nvGrpSpPr>
          <p:grpSpPr>
            <a:xfrm>
              <a:off x="5109263" y="5290426"/>
              <a:ext cx="1610183" cy="506895"/>
              <a:chOff x="5252024" y="5109599"/>
              <a:chExt cx="1610183" cy="506895"/>
            </a:xfrm>
          </p:grpSpPr>
          <p:pic>
            <p:nvPicPr>
              <p:cNvPr id="38" name="Image 37">
                <a:extLst>
                  <a:ext uri="{FF2B5EF4-FFF2-40B4-BE49-F238E27FC236}">
                    <a16:creationId xmlns:a16="http://schemas.microsoft.com/office/drawing/2014/main" id="{93900D4F-1BE0-B5A6-9F37-76C5E0092A9A}"/>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5252024" y="5126873"/>
                <a:ext cx="489621" cy="489621"/>
              </a:xfrm>
              <a:prstGeom prst="rect">
                <a:avLst/>
              </a:prstGeom>
            </p:spPr>
          </p:pic>
          <p:sp>
            <p:nvSpPr>
              <p:cNvPr id="39" name="Flèche droite 18">
                <a:extLst>
                  <a:ext uri="{FF2B5EF4-FFF2-40B4-BE49-F238E27FC236}">
                    <a16:creationId xmlns:a16="http://schemas.microsoft.com/office/drawing/2014/main" id="{FBE41C99-9F0A-4BAA-9BD6-1DC4D44325E7}"/>
                  </a:ext>
                </a:extLst>
              </p:cNvPr>
              <p:cNvSpPr/>
              <p:nvPr/>
            </p:nvSpPr>
            <p:spPr>
              <a:xfrm>
                <a:off x="5763803" y="5184798"/>
                <a:ext cx="614812" cy="231305"/>
              </a:xfrm>
              <a:prstGeom prst="rightArrow">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fr-FR"/>
              </a:p>
            </p:txBody>
          </p:sp>
          <p:pic>
            <p:nvPicPr>
              <p:cNvPr id="40" name="Picture 7" descr="envelopppe">
                <a:extLst>
                  <a:ext uri="{FF2B5EF4-FFF2-40B4-BE49-F238E27FC236}">
                    <a16:creationId xmlns:a16="http://schemas.microsoft.com/office/drawing/2014/main" id="{91AF67EF-6B69-B6BB-74AE-0785AF3AF9AE}"/>
                  </a:ext>
                </a:extLst>
              </p:cNvPr>
              <p:cNvPicPr>
                <a:picLocks noChangeAspect="1" noChangeArrowheads="1"/>
              </p:cNvPicPr>
              <p:nvPr/>
            </p:nvPicPr>
            <p:blipFill>
              <a:blip r:embed="rId6" cstate="email">
                <a:biLevel thresh="75000"/>
                <a:extLst>
                  <a:ext uri="{28A0092B-C50C-407E-A947-70E740481C1C}">
                    <a14:useLocalDpi xmlns:a14="http://schemas.microsoft.com/office/drawing/2010/main"/>
                  </a:ext>
                </a:extLst>
              </a:blip>
              <a:srcRect/>
              <a:stretch>
                <a:fillRect/>
              </a:stretch>
            </p:blipFill>
            <p:spPr bwMode="auto">
              <a:xfrm>
                <a:off x="6452449" y="5109599"/>
                <a:ext cx="409758" cy="381701"/>
              </a:xfrm>
              <a:prstGeom prst="rect">
                <a:avLst/>
              </a:prstGeom>
              <a:noFill/>
              <a:effectLst>
                <a:outerShdw dist="35921" dir="2700000" algn="ctr" rotWithShape="0">
                  <a:srgbClr val="444200"/>
                </a:outerShdw>
              </a:effectLst>
              <a:extLst>
                <a:ext uri="{909E8E84-426E-40DD-AFC4-6F175D3DCCD1}">
                  <a14:hiddenFill xmlns:a14="http://schemas.microsoft.com/office/drawing/2010/main">
                    <a:solidFill>
                      <a:srgbClr val="FFFFFF"/>
                    </a:solidFill>
                  </a14:hiddenFill>
                </a:ext>
              </a:extLst>
            </p:spPr>
          </p:pic>
        </p:grpSp>
      </p:grpSp>
      <p:grpSp>
        <p:nvGrpSpPr>
          <p:cNvPr id="44" name="Groupe 43">
            <a:extLst>
              <a:ext uri="{FF2B5EF4-FFF2-40B4-BE49-F238E27FC236}">
                <a16:creationId xmlns:a16="http://schemas.microsoft.com/office/drawing/2014/main" id="{FE805A2C-5071-131C-F5B5-FA0BCDEE1FCF}"/>
              </a:ext>
            </a:extLst>
          </p:cNvPr>
          <p:cNvGrpSpPr/>
          <p:nvPr>
            <p:custDataLst>
              <p:tags r:id="rId2"/>
            </p:custDataLst>
          </p:nvPr>
        </p:nvGrpSpPr>
        <p:grpSpPr>
          <a:xfrm>
            <a:off x="701871" y="1350080"/>
            <a:ext cx="2938096" cy="4690435"/>
            <a:chOff x="701871" y="1461790"/>
            <a:chExt cx="2938096" cy="4690435"/>
          </a:xfrm>
        </p:grpSpPr>
        <p:sp>
          <p:nvSpPr>
            <p:cNvPr id="45" name="Rectangle 44">
              <a:extLst>
                <a:ext uri="{FF2B5EF4-FFF2-40B4-BE49-F238E27FC236}">
                  <a16:creationId xmlns:a16="http://schemas.microsoft.com/office/drawing/2014/main" id="{1EA29EC4-2F43-6E6E-D582-0D8FC0A95C6F}"/>
                </a:ext>
              </a:extLst>
            </p:cNvPr>
            <p:cNvSpPr/>
            <p:nvPr/>
          </p:nvSpPr>
          <p:spPr>
            <a:xfrm>
              <a:off x="713435" y="1461790"/>
              <a:ext cx="2926532" cy="307777"/>
            </a:xfrm>
            <a:prstGeom prst="rect">
              <a:avLst/>
            </a:prstGeom>
            <a:solidFill>
              <a:schemeClr val="tx2"/>
            </a:solidFill>
            <a:ln w="12700" algn="ctr">
              <a:solidFill>
                <a:schemeClr val="tx2"/>
              </a:solidFill>
              <a:miter lim="800000"/>
              <a:headEnd/>
              <a:tailEnd/>
            </a:ln>
            <a:effectLst>
              <a:outerShdw blurRad="50800" dist="38100" dir="2700000" algn="tl" rotWithShape="0">
                <a:prstClr val="black">
                  <a:alpha val="40000"/>
                </a:prstClr>
              </a:outerShdw>
            </a:effectLst>
          </p:spPr>
          <p:txBody>
            <a:bodyPr wrap="square" anchor="t">
              <a:noAutofit/>
            </a:bodyPr>
            <a:lstStyle/>
            <a:p>
              <a:pPr algn="ctr" eaLnBrk="0" hangingPunct="0">
                <a:spcBef>
                  <a:spcPct val="20000"/>
                </a:spcBef>
              </a:pPr>
              <a:r>
                <a:rPr lang="fr-FR" sz="1400" b="1">
                  <a:solidFill>
                    <a:schemeClr val="bg1"/>
                  </a:solidFill>
                </a:rPr>
                <a:t>Volumétrie</a:t>
              </a:r>
            </a:p>
          </p:txBody>
        </p:sp>
        <p:sp>
          <p:nvSpPr>
            <p:cNvPr id="46" name="AutoShape 4">
              <a:extLst>
                <a:ext uri="{FF2B5EF4-FFF2-40B4-BE49-F238E27FC236}">
                  <a16:creationId xmlns:a16="http://schemas.microsoft.com/office/drawing/2014/main" id="{22051B82-AB84-875C-3AAF-B428312D2696}"/>
                </a:ext>
              </a:extLst>
            </p:cNvPr>
            <p:cNvSpPr>
              <a:spLocks noChangeArrowheads="1"/>
            </p:cNvSpPr>
            <p:nvPr/>
          </p:nvSpPr>
          <p:spPr bwMode="auto">
            <a:xfrm rot="10800000" flipV="1">
              <a:off x="701871" y="1769566"/>
              <a:ext cx="2938095" cy="4382659"/>
            </a:xfrm>
            <a:prstGeom prst="rect">
              <a:avLst/>
            </a:prstGeom>
            <a:solidFill>
              <a:schemeClr val="bg1"/>
            </a:solidFill>
            <a:ln w="12700" algn="ctr">
              <a:solidFill>
                <a:schemeClr val="tx2"/>
              </a:solidFill>
              <a:miter lim="800000"/>
              <a:headEnd/>
              <a:tailEnd/>
            </a:ln>
            <a:effectLst>
              <a:outerShdw blurRad="50800" dist="38100" dir="2700000" algn="tl" rotWithShape="0">
                <a:prstClr val="black">
                  <a:alpha val="40000"/>
                </a:prstClr>
              </a:outerShdw>
            </a:effectLst>
          </p:spPr>
          <p:txBody>
            <a:bodyPr wrap="square" anchor="t">
              <a:noAutofit/>
            </a:bodyPr>
            <a:lstStyle/>
            <a:p>
              <a:pPr eaLnBrk="0" hangingPunct="0">
                <a:spcBef>
                  <a:spcPct val="20000"/>
                </a:spcBef>
              </a:pPr>
              <a:r>
                <a:rPr lang="en-US" sz="1400" b="1">
                  <a:solidFill>
                    <a:schemeClr val="tx2">
                      <a:lumMod val="50000"/>
                    </a:schemeClr>
                  </a:solidFill>
                </a:rPr>
                <a:t>Masse</a:t>
              </a:r>
              <a:endParaRPr lang="en-US" b="1">
                <a:solidFill>
                  <a:schemeClr val="tx2">
                    <a:lumMod val="50000"/>
                  </a:schemeClr>
                </a:solidFill>
              </a:endParaRPr>
            </a:p>
            <a:p>
              <a:pPr eaLnBrk="0" hangingPunct="0">
                <a:spcBef>
                  <a:spcPct val="20000"/>
                </a:spcBef>
              </a:pPr>
              <a:r>
                <a:rPr lang="fr-FR" sz="1400">
                  <a:solidFill>
                    <a:prstClr val="black"/>
                  </a:solidFill>
                </a:rPr>
                <a:t>Les données à transmettre sont regroupées en lots ou en grands volumes</a:t>
              </a:r>
            </a:p>
            <a:p>
              <a:pPr eaLnBrk="0" hangingPunct="0">
                <a:spcBef>
                  <a:spcPct val="20000"/>
                </a:spcBef>
              </a:pPr>
              <a:endParaRPr lang="en-US" sz="1200">
                <a:solidFill>
                  <a:prstClr val="black"/>
                </a:solidFill>
              </a:endParaRPr>
            </a:p>
            <a:p>
              <a:pPr eaLnBrk="0" hangingPunct="0">
                <a:spcBef>
                  <a:spcPct val="20000"/>
                </a:spcBef>
              </a:pPr>
              <a:endParaRPr lang="en-US" sz="1200">
                <a:solidFill>
                  <a:prstClr val="black"/>
                </a:solidFill>
              </a:endParaRPr>
            </a:p>
            <a:p>
              <a:pPr eaLnBrk="0" hangingPunct="0">
                <a:spcBef>
                  <a:spcPct val="20000"/>
                </a:spcBef>
              </a:pPr>
              <a:endParaRPr lang="en-US" sz="1200">
                <a:solidFill>
                  <a:prstClr val="black"/>
                </a:solidFill>
              </a:endParaRPr>
            </a:p>
            <a:p>
              <a:pPr eaLnBrk="0" hangingPunct="0">
                <a:spcBef>
                  <a:spcPct val="20000"/>
                </a:spcBef>
              </a:pPr>
              <a:endParaRPr lang="en-US" sz="1200">
                <a:solidFill>
                  <a:prstClr val="black"/>
                </a:solidFill>
              </a:endParaRPr>
            </a:p>
            <a:p>
              <a:pPr eaLnBrk="0" hangingPunct="0">
                <a:spcBef>
                  <a:spcPct val="20000"/>
                </a:spcBef>
              </a:pPr>
              <a:endParaRPr lang="en-US" sz="1200">
                <a:solidFill>
                  <a:prstClr val="black"/>
                </a:solidFill>
              </a:endParaRPr>
            </a:p>
            <a:p>
              <a:pPr eaLnBrk="0" hangingPunct="0">
                <a:spcBef>
                  <a:spcPct val="20000"/>
                </a:spcBef>
              </a:pPr>
              <a:r>
                <a:rPr lang="en-US" sz="1400" b="1">
                  <a:solidFill>
                    <a:schemeClr val="tx2">
                      <a:lumMod val="50000"/>
                    </a:schemeClr>
                  </a:solidFill>
                </a:rPr>
                <a:t>Unitaire</a:t>
              </a:r>
            </a:p>
            <a:p>
              <a:pPr eaLnBrk="0" hangingPunct="0">
                <a:spcBef>
                  <a:spcPct val="20000"/>
                </a:spcBef>
              </a:pPr>
              <a:r>
                <a:rPr lang="fr-FR" sz="1400">
                  <a:solidFill>
                    <a:prstClr val="black"/>
                  </a:solidFill>
                </a:rPr>
                <a:t>Les données sont transmises une à une à forte fréquence et/ou avec des messages de taille importante</a:t>
              </a:r>
              <a:r>
                <a:rPr lang="en-US" sz="1400">
                  <a:solidFill>
                    <a:prstClr val="black"/>
                  </a:solidFill>
                </a:rPr>
                <a:t>.</a:t>
              </a:r>
              <a:endParaRPr lang="en-US" sz="1200">
                <a:solidFill>
                  <a:prstClr val="black"/>
                </a:solidFill>
              </a:endParaRPr>
            </a:p>
            <a:p>
              <a:pPr eaLnBrk="0" hangingPunct="0">
                <a:spcBef>
                  <a:spcPct val="20000"/>
                </a:spcBef>
              </a:pPr>
              <a:endParaRPr lang="en-US" sz="1400">
                <a:solidFill>
                  <a:prstClr val="black"/>
                </a:solidFill>
              </a:endParaRPr>
            </a:p>
          </p:txBody>
        </p:sp>
        <p:grpSp>
          <p:nvGrpSpPr>
            <p:cNvPr id="103" name="Groupe 102">
              <a:extLst>
                <a:ext uri="{FF2B5EF4-FFF2-40B4-BE49-F238E27FC236}">
                  <a16:creationId xmlns:a16="http://schemas.microsoft.com/office/drawing/2014/main" id="{1BAE7F3F-3FE4-45BC-0AE5-2FA27741A8D9}"/>
                </a:ext>
              </a:extLst>
            </p:cNvPr>
            <p:cNvGrpSpPr/>
            <p:nvPr/>
          </p:nvGrpSpPr>
          <p:grpSpPr>
            <a:xfrm>
              <a:off x="1468551" y="3167984"/>
              <a:ext cx="1327084" cy="591042"/>
              <a:chOff x="1634464" y="2500115"/>
              <a:chExt cx="1529563" cy="747279"/>
            </a:xfrm>
          </p:grpSpPr>
          <p:pic>
            <p:nvPicPr>
              <p:cNvPr id="116" name="Image 115">
                <a:extLst>
                  <a:ext uri="{FF2B5EF4-FFF2-40B4-BE49-F238E27FC236}">
                    <a16:creationId xmlns:a16="http://schemas.microsoft.com/office/drawing/2014/main" id="{93ACA67F-BFA3-01D4-0B69-B8EC84415B57}"/>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634464" y="2500115"/>
                <a:ext cx="738946" cy="371275"/>
              </a:xfrm>
              <a:prstGeom prst="rect">
                <a:avLst/>
              </a:prstGeom>
            </p:spPr>
          </p:pic>
          <p:pic>
            <p:nvPicPr>
              <p:cNvPr id="117" name="Image 116">
                <a:extLst>
                  <a:ext uri="{FF2B5EF4-FFF2-40B4-BE49-F238E27FC236}">
                    <a16:creationId xmlns:a16="http://schemas.microsoft.com/office/drawing/2014/main" id="{D06D2784-71B4-DBD0-8966-CCF41C1B5F85}"/>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2425081" y="2500115"/>
                <a:ext cx="738946" cy="371275"/>
              </a:xfrm>
              <a:prstGeom prst="rect">
                <a:avLst/>
              </a:prstGeom>
            </p:spPr>
          </p:pic>
          <p:pic>
            <p:nvPicPr>
              <p:cNvPr id="118" name="Image 117">
                <a:extLst>
                  <a:ext uri="{FF2B5EF4-FFF2-40B4-BE49-F238E27FC236}">
                    <a16:creationId xmlns:a16="http://schemas.microsoft.com/office/drawing/2014/main" id="{990ADE57-0B3D-91C2-452A-205D50307305}"/>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984088" y="2876119"/>
                <a:ext cx="738946" cy="371275"/>
              </a:xfrm>
              <a:prstGeom prst="rect">
                <a:avLst/>
              </a:prstGeom>
            </p:spPr>
          </p:pic>
        </p:grpSp>
        <p:grpSp>
          <p:nvGrpSpPr>
            <p:cNvPr id="104" name="Groupe 103">
              <a:extLst>
                <a:ext uri="{FF2B5EF4-FFF2-40B4-BE49-F238E27FC236}">
                  <a16:creationId xmlns:a16="http://schemas.microsoft.com/office/drawing/2014/main" id="{7E740F62-311B-0709-92FC-0EE94827B716}"/>
                </a:ext>
              </a:extLst>
            </p:cNvPr>
            <p:cNvGrpSpPr/>
            <p:nvPr/>
          </p:nvGrpSpPr>
          <p:grpSpPr>
            <a:xfrm>
              <a:off x="1015379" y="4801054"/>
              <a:ext cx="1098779" cy="408119"/>
              <a:chOff x="909978" y="4622173"/>
              <a:chExt cx="1098779" cy="408119"/>
            </a:xfrm>
          </p:grpSpPr>
          <p:pic>
            <p:nvPicPr>
              <p:cNvPr id="113" name="Picture 4" descr="envelopppe">
                <a:extLst>
                  <a:ext uri="{FF2B5EF4-FFF2-40B4-BE49-F238E27FC236}">
                    <a16:creationId xmlns:a16="http://schemas.microsoft.com/office/drawing/2014/main" id="{DE154962-FABA-0397-0CEB-DD3E10A4A9ED}"/>
                  </a:ext>
                </a:extLst>
              </p:cNvPr>
              <p:cNvPicPr>
                <a:picLocks noChangeAspect="1" noChangeArrowheads="1"/>
              </p:cNvPicPr>
              <p:nvPr/>
            </p:nvPicPr>
            <p:blipFill>
              <a:blip r:embed="rId6" cstate="email">
                <a:biLevel thresh="75000"/>
                <a:extLst>
                  <a:ext uri="{28A0092B-C50C-407E-A947-70E740481C1C}">
                    <a14:useLocalDpi xmlns:a14="http://schemas.microsoft.com/office/drawing/2010/main"/>
                  </a:ext>
                </a:extLst>
              </a:blip>
              <a:srcRect/>
              <a:stretch>
                <a:fillRect/>
              </a:stretch>
            </p:blipFill>
            <p:spPr bwMode="auto">
              <a:xfrm>
                <a:off x="1590331" y="4622173"/>
                <a:ext cx="418426" cy="389776"/>
              </a:xfrm>
              <a:prstGeom prst="rect">
                <a:avLst/>
              </a:prstGeom>
              <a:noFill/>
              <a:effectLst>
                <a:outerShdw dist="35921" dir="2700000" algn="ctr" rotWithShape="0">
                  <a:srgbClr val="444200"/>
                </a:outerShdw>
              </a:effectLst>
              <a:extLst>
                <a:ext uri="{909E8E84-426E-40DD-AFC4-6F175D3DCCD1}">
                  <a14:hiddenFill xmlns:a14="http://schemas.microsoft.com/office/drawing/2010/main">
                    <a:solidFill>
                      <a:srgbClr val="FFFFFF"/>
                    </a:solidFill>
                  </a14:hiddenFill>
                </a:ext>
              </a:extLst>
            </p:spPr>
          </p:pic>
          <p:sp>
            <p:nvSpPr>
              <p:cNvPr id="114" name="Flèche droite 22">
                <a:extLst>
                  <a:ext uri="{FF2B5EF4-FFF2-40B4-BE49-F238E27FC236}">
                    <a16:creationId xmlns:a16="http://schemas.microsoft.com/office/drawing/2014/main" id="{8BB3EEA0-B47E-C1A5-4499-BAA72EF4E4E8}"/>
                  </a:ext>
                </a:extLst>
              </p:cNvPr>
              <p:cNvSpPr/>
              <p:nvPr/>
            </p:nvSpPr>
            <p:spPr>
              <a:xfrm>
                <a:off x="1353295" y="4750046"/>
                <a:ext cx="237036" cy="191161"/>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FR"/>
              </a:p>
            </p:txBody>
          </p:sp>
          <p:sp>
            <p:nvSpPr>
              <p:cNvPr id="115" name="ZoneTexte 114">
                <a:extLst>
                  <a:ext uri="{FF2B5EF4-FFF2-40B4-BE49-F238E27FC236}">
                    <a16:creationId xmlns:a16="http://schemas.microsoft.com/office/drawing/2014/main" id="{F5E1022B-9391-C4D2-0342-87E23F0E0327}"/>
                  </a:ext>
                </a:extLst>
              </p:cNvPr>
              <p:cNvSpPr txBox="1"/>
              <p:nvPr/>
            </p:nvSpPr>
            <p:spPr>
              <a:xfrm>
                <a:off x="909978" y="4660960"/>
                <a:ext cx="380347"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fr-FR" sz="600" b="1">
                    <a:latin typeface="Courier New" panose="02070309020205020404" pitchFamily="49" charset="0"/>
                    <a:cs typeface="Courier New" panose="02070309020205020404" pitchFamily="49" charset="0"/>
                  </a:rPr>
                  <a:t>0101</a:t>
                </a:r>
              </a:p>
              <a:p>
                <a:pPr algn="ctr"/>
                <a:r>
                  <a:rPr lang="fr-FR" sz="600" b="1">
                    <a:latin typeface="Courier New" panose="02070309020205020404" pitchFamily="49" charset="0"/>
                    <a:cs typeface="Courier New" panose="02070309020205020404" pitchFamily="49" charset="0"/>
                  </a:rPr>
                  <a:t>1010</a:t>
                </a:r>
              </a:p>
              <a:p>
                <a:pPr algn="ctr"/>
                <a:r>
                  <a:rPr lang="fr-FR" sz="600" b="1">
                    <a:latin typeface="Courier New" panose="02070309020205020404" pitchFamily="49" charset="0"/>
                    <a:cs typeface="Courier New" panose="02070309020205020404" pitchFamily="49" charset="0"/>
                  </a:rPr>
                  <a:t>1011</a:t>
                </a:r>
              </a:p>
            </p:txBody>
          </p:sp>
        </p:grpSp>
        <p:grpSp>
          <p:nvGrpSpPr>
            <p:cNvPr id="105" name="Groupe 104">
              <a:extLst>
                <a:ext uri="{FF2B5EF4-FFF2-40B4-BE49-F238E27FC236}">
                  <a16:creationId xmlns:a16="http://schemas.microsoft.com/office/drawing/2014/main" id="{83F628BB-6CE5-6440-F583-0941A86246D2}"/>
                </a:ext>
              </a:extLst>
            </p:cNvPr>
            <p:cNvGrpSpPr/>
            <p:nvPr/>
          </p:nvGrpSpPr>
          <p:grpSpPr>
            <a:xfrm>
              <a:off x="1569583" y="5252524"/>
              <a:ext cx="1098779" cy="408119"/>
              <a:chOff x="909978" y="4622173"/>
              <a:chExt cx="1098779" cy="408119"/>
            </a:xfrm>
          </p:grpSpPr>
          <p:pic>
            <p:nvPicPr>
              <p:cNvPr id="110" name="Picture 4" descr="envelopppe">
                <a:extLst>
                  <a:ext uri="{FF2B5EF4-FFF2-40B4-BE49-F238E27FC236}">
                    <a16:creationId xmlns:a16="http://schemas.microsoft.com/office/drawing/2014/main" id="{4BB5D670-D61D-5A56-083F-974D3EDF77C2}"/>
                  </a:ext>
                </a:extLst>
              </p:cNvPr>
              <p:cNvPicPr>
                <a:picLocks noChangeAspect="1" noChangeArrowheads="1"/>
              </p:cNvPicPr>
              <p:nvPr/>
            </p:nvPicPr>
            <p:blipFill>
              <a:blip r:embed="rId6" cstate="email">
                <a:biLevel thresh="75000"/>
                <a:extLst>
                  <a:ext uri="{28A0092B-C50C-407E-A947-70E740481C1C}">
                    <a14:useLocalDpi xmlns:a14="http://schemas.microsoft.com/office/drawing/2010/main"/>
                  </a:ext>
                </a:extLst>
              </a:blip>
              <a:srcRect/>
              <a:stretch>
                <a:fillRect/>
              </a:stretch>
            </p:blipFill>
            <p:spPr bwMode="auto">
              <a:xfrm>
                <a:off x="1590331" y="4622173"/>
                <a:ext cx="418426" cy="389776"/>
              </a:xfrm>
              <a:prstGeom prst="rect">
                <a:avLst/>
              </a:prstGeom>
              <a:noFill/>
              <a:effectLst>
                <a:outerShdw dist="35921" dir="2700000" algn="ctr" rotWithShape="0">
                  <a:srgbClr val="444200"/>
                </a:outerShdw>
              </a:effectLst>
              <a:extLst>
                <a:ext uri="{909E8E84-426E-40DD-AFC4-6F175D3DCCD1}">
                  <a14:hiddenFill xmlns:a14="http://schemas.microsoft.com/office/drawing/2010/main">
                    <a:solidFill>
                      <a:srgbClr val="FFFFFF"/>
                    </a:solidFill>
                  </a14:hiddenFill>
                </a:ext>
              </a:extLst>
            </p:spPr>
          </p:pic>
          <p:sp>
            <p:nvSpPr>
              <p:cNvPr id="111" name="Flèche droite 26">
                <a:extLst>
                  <a:ext uri="{FF2B5EF4-FFF2-40B4-BE49-F238E27FC236}">
                    <a16:creationId xmlns:a16="http://schemas.microsoft.com/office/drawing/2014/main" id="{E409E598-4F08-FB9B-E004-814856CEC38E}"/>
                  </a:ext>
                </a:extLst>
              </p:cNvPr>
              <p:cNvSpPr/>
              <p:nvPr/>
            </p:nvSpPr>
            <p:spPr>
              <a:xfrm>
                <a:off x="1353295" y="4750046"/>
                <a:ext cx="237036" cy="191161"/>
              </a:xfrm>
              <a:prstGeom prst="rightArrow">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fr-FR"/>
              </a:p>
            </p:txBody>
          </p:sp>
          <p:sp>
            <p:nvSpPr>
              <p:cNvPr id="112" name="ZoneTexte 111">
                <a:extLst>
                  <a:ext uri="{FF2B5EF4-FFF2-40B4-BE49-F238E27FC236}">
                    <a16:creationId xmlns:a16="http://schemas.microsoft.com/office/drawing/2014/main" id="{B06873FD-702B-3416-D8B5-D0A0AF9B795A}"/>
                  </a:ext>
                </a:extLst>
              </p:cNvPr>
              <p:cNvSpPr txBox="1"/>
              <p:nvPr/>
            </p:nvSpPr>
            <p:spPr>
              <a:xfrm>
                <a:off x="909978" y="4660960"/>
                <a:ext cx="380347"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sz="600" b="1">
                    <a:latin typeface="Courier New" panose="02070309020205020404" pitchFamily="49" charset="0"/>
                    <a:cs typeface="Courier New" panose="02070309020205020404" pitchFamily="49" charset="0"/>
                  </a:rPr>
                  <a:t>1111</a:t>
                </a:r>
              </a:p>
              <a:p>
                <a:pPr algn="ctr"/>
                <a:r>
                  <a:rPr lang="fr-FR" sz="600" b="1">
                    <a:latin typeface="Courier New" panose="02070309020205020404" pitchFamily="49" charset="0"/>
                    <a:cs typeface="Courier New" panose="02070309020205020404" pitchFamily="49" charset="0"/>
                  </a:rPr>
                  <a:t>0101</a:t>
                </a:r>
              </a:p>
              <a:p>
                <a:pPr algn="ctr"/>
                <a:r>
                  <a:rPr lang="fr-FR" sz="600" b="1">
                    <a:latin typeface="Courier New" panose="02070309020205020404" pitchFamily="49" charset="0"/>
                    <a:cs typeface="Courier New" panose="02070309020205020404" pitchFamily="49" charset="0"/>
                  </a:rPr>
                  <a:t>0001</a:t>
                </a:r>
              </a:p>
            </p:txBody>
          </p:sp>
        </p:grpSp>
        <p:grpSp>
          <p:nvGrpSpPr>
            <p:cNvPr id="106" name="Groupe 105">
              <a:extLst>
                <a:ext uri="{FF2B5EF4-FFF2-40B4-BE49-F238E27FC236}">
                  <a16:creationId xmlns:a16="http://schemas.microsoft.com/office/drawing/2014/main" id="{215B4D81-4111-49C2-B928-915370CE68DF}"/>
                </a:ext>
              </a:extLst>
            </p:cNvPr>
            <p:cNvGrpSpPr/>
            <p:nvPr/>
          </p:nvGrpSpPr>
          <p:grpSpPr>
            <a:xfrm>
              <a:off x="2163985" y="5706600"/>
              <a:ext cx="1098779" cy="408119"/>
              <a:chOff x="909978" y="4622173"/>
              <a:chExt cx="1098779" cy="408119"/>
            </a:xfrm>
          </p:grpSpPr>
          <p:pic>
            <p:nvPicPr>
              <p:cNvPr id="107" name="Picture 4" descr="envelopppe">
                <a:extLst>
                  <a:ext uri="{FF2B5EF4-FFF2-40B4-BE49-F238E27FC236}">
                    <a16:creationId xmlns:a16="http://schemas.microsoft.com/office/drawing/2014/main" id="{220FA5EB-7761-A327-AB8B-146E0B99CA93}"/>
                  </a:ext>
                </a:extLst>
              </p:cNvPr>
              <p:cNvPicPr>
                <a:picLocks noChangeAspect="1" noChangeArrowheads="1"/>
              </p:cNvPicPr>
              <p:nvPr/>
            </p:nvPicPr>
            <p:blipFill>
              <a:blip r:embed="rId6" cstate="email">
                <a:biLevel thresh="75000"/>
                <a:extLst>
                  <a:ext uri="{28A0092B-C50C-407E-A947-70E740481C1C}">
                    <a14:useLocalDpi xmlns:a14="http://schemas.microsoft.com/office/drawing/2010/main"/>
                  </a:ext>
                </a:extLst>
              </a:blip>
              <a:srcRect/>
              <a:stretch>
                <a:fillRect/>
              </a:stretch>
            </p:blipFill>
            <p:spPr bwMode="auto">
              <a:xfrm>
                <a:off x="1590331" y="4622173"/>
                <a:ext cx="418426" cy="389776"/>
              </a:xfrm>
              <a:prstGeom prst="rect">
                <a:avLst/>
              </a:prstGeom>
              <a:noFill/>
              <a:effectLst>
                <a:outerShdw dist="35921" dir="2700000" algn="ctr" rotWithShape="0">
                  <a:srgbClr val="444200"/>
                </a:outerShdw>
              </a:effectLst>
              <a:extLst>
                <a:ext uri="{909E8E84-426E-40DD-AFC4-6F175D3DCCD1}">
                  <a14:hiddenFill xmlns:a14="http://schemas.microsoft.com/office/drawing/2010/main">
                    <a:solidFill>
                      <a:srgbClr val="FFFFFF"/>
                    </a:solidFill>
                  </a14:hiddenFill>
                </a:ext>
              </a:extLst>
            </p:spPr>
          </p:pic>
          <p:sp>
            <p:nvSpPr>
              <p:cNvPr id="108" name="Flèche droite 30">
                <a:extLst>
                  <a:ext uri="{FF2B5EF4-FFF2-40B4-BE49-F238E27FC236}">
                    <a16:creationId xmlns:a16="http://schemas.microsoft.com/office/drawing/2014/main" id="{EE719513-2872-57C2-9266-131C7EA24235}"/>
                  </a:ext>
                </a:extLst>
              </p:cNvPr>
              <p:cNvSpPr/>
              <p:nvPr/>
            </p:nvSpPr>
            <p:spPr>
              <a:xfrm>
                <a:off x="1353295" y="4750046"/>
                <a:ext cx="237036" cy="191161"/>
              </a:xfrm>
              <a:prstGeom prst="rightArrow">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fr-FR"/>
              </a:p>
            </p:txBody>
          </p:sp>
          <p:sp>
            <p:nvSpPr>
              <p:cNvPr id="109" name="ZoneTexte 108">
                <a:extLst>
                  <a:ext uri="{FF2B5EF4-FFF2-40B4-BE49-F238E27FC236}">
                    <a16:creationId xmlns:a16="http://schemas.microsoft.com/office/drawing/2014/main" id="{FCD3E8FB-91A1-4003-30C7-D2B475AFF856}"/>
                  </a:ext>
                </a:extLst>
              </p:cNvPr>
              <p:cNvSpPr txBox="1"/>
              <p:nvPr/>
            </p:nvSpPr>
            <p:spPr>
              <a:xfrm>
                <a:off x="909978" y="4660960"/>
                <a:ext cx="380347"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fr-FR" sz="600" b="1">
                    <a:latin typeface="Courier New" panose="02070309020205020404" pitchFamily="49" charset="0"/>
                    <a:cs typeface="Courier New" panose="02070309020205020404" pitchFamily="49" charset="0"/>
                  </a:rPr>
                  <a:t>0000</a:t>
                </a:r>
              </a:p>
              <a:p>
                <a:pPr algn="ctr"/>
                <a:r>
                  <a:rPr lang="fr-FR" sz="600" b="1">
                    <a:latin typeface="Courier New" panose="02070309020205020404" pitchFamily="49" charset="0"/>
                    <a:cs typeface="Courier New" panose="02070309020205020404" pitchFamily="49" charset="0"/>
                  </a:rPr>
                  <a:t>0101</a:t>
                </a:r>
              </a:p>
              <a:p>
                <a:pPr algn="ctr"/>
                <a:r>
                  <a:rPr lang="fr-FR" sz="600" b="1">
                    <a:latin typeface="Courier New" panose="02070309020205020404" pitchFamily="49" charset="0"/>
                    <a:cs typeface="Courier New" panose="02070309020205020404" pitchFamily="49" charset="0"/>
                  </a:rPr>
                  <a:t>1110</a:t>
                </a:r>
              </a:p>
            </p:txBody>
          </p:sp>
        </p:grpSp>
      </p:grpSp>
      <p:grpSp>
        <p:nvGrpSpPr>
          <p:cNvPr id="119" name="Groupe 118">
            <a:extLst>
              <a:ext uri="{FF2B5EF4-FFF2-40B4-BE49-F238E27FC236}">
                <a16:creationId xmlns:a16="http://schemas.microsoft.com/office/drawing/2014/main" id="{8EF36C03-C5E5-8D63-137D-98CD36E1D29A}"/>
              </a:ext>
            </a:extLst>
          </p:cNvPr>
          <p:cNvGrpSpPr/>
          <p:nvPr>
            <p:custDataLst>
              <p:tags r:id="rId3"/>
            </p:custDataLst>
          </p:nvPr>
        </p:nvGrpSpPr>
        <p:grpSpPr>
          <a:xfrm>
            <a:off x="8363785" y="1348898"/>
            <a:ext cx="2938096" cy="4691617"/>
            <a:chOff x="8363785" y="1460608"/>
            <a:chExt cx="2938096" cy="4691617"/>
          </a:xfrm>
        </p:grpSpPr>
        <p:sp>
          <p:nvSpPr>
            <p:cNvPr id="120" name="Rectangle 119">
              <a:extLst>
                <a:ext uri="{FF2B5EF4-FFF2-40B4-BE49-F238E27FC236}">
                  <a16:creationId xmlns:a16="http://schemas.microsoft.com/office/drawing/2014/main" id="{253A8718-344B-F124-903D-8B5BED56BB4D}"/>
                </a:ext>
              </a:extLst>
            </p:cNvPr>
            <p:cNvSpPr/>
            <p:nvPr/>
          </p:nvSpPr>
          <p:spPr>
            <a:xfrm>
              <a:off x="8363786" y="1460608"/>
              <a:ext cx="2938095" cy="307777"/>
            </a:xfrm>
            <a:prstGeom prst="rect">
              <a:avLst/>
            </a:prstGeom>
            <a:solidFill>
              <a:schemeClr val="tx2"/>
            </a:solidFill>
            <a:ln w="12700" algn="ctr">
              <a:solidFill>
                <a:schemeClr val="tx2"/>
              </a:solidFill>
              <a:miter lim="800000"/>
              <a:headEnd/>
              <a:tailEnd/>
            </a:ln>
            <a:effectLst>
              <a:outerShdw blurRad="50800" dist="38100" dir="2700000" algn="tl" rotWithShape="0">
                <a:prstClr val="black">
                  <a:alpha val="40000"/>
                </a:prstClr>
              </a:outerShdw>
            </a:effectLst>
          </p:spPr>
          <p:txBody>
            <a:bodyPr wrap="square" anchor="t">
              <a:noAutofit/>
            </a:bodyPr>
            <a:lstStyle/>
            <a:p>
              <a:pPr algn="ctr" eaLnBrk="0" hangingPunct="0">
                <a:spcBef>
                  <a:spcPct val="20000"/>
                </a:spcBef>
              </a:pPr>
              <a:r>
                <a:rPr lang="fr-FR" sz="1400" b="1">
                  <a:solidFill>
                    <a:schemeClr val="bg1"/>
                  </a:solidFill>
                </a:rPr>
                <a:t>Typologie d’échange</a:t>
              </a:r>
            </a:p>
          </p:txBody>
        </p:sp>
        <p:sp>
          <p:nvSpPr>
            <p:cNvPr id="121" name="AutoShape 4">
              <a:extLst>
                <a:ext uri="{FF2B5EF4-FFF2-40B4-BE49-F238E27FC236}">
                  <a16:creationId xmlns:a16="http://schemas.microsoft.com/office/drawing/2014/main" id="{0F881809-BF34-7237-6966-0977C3068B5A}"/>
                </a:ext>
              </a:extLst>
            </p:cNvPr>
            <p:cNvSpPr>
              <a:spLocks noChangeArrowheads="1"/>
            </p:cNvSpPr>
            <p:nvPr/>
          </p:nvSpPr>
          <p:spPr bwMode="auto">
            <a:xfrm rot="10800000" flipV="1">
              <a:off x="8363785" y="1769567"/>
              <a:ext cx="2938095" cy="4382658"/>
            </a:xfrm>
            <a:prstGeom prst="rect">
              <a:avLst/>
            </a:prstGeom>
            <a:solidFill>
              <a:schemeClr val="bg1"/>
            </a:solidFill>
            <a:ln w="12700" algn="ctr">
              <a:solidFill>
                <a:schemeClr val="tx2"/>
              </a:solidFill>
              <a:miter lim="800000"/>
              <a:headEnd/>
              <a:tailEnd/>
            </a:ln>
            <a:effectLst>
              <a:outerShdw blurRad="50800" dist="38100" dir="2700000" algn="tl" rotWithShape="0">
                <a:prstClr val="black">
                  <a:alpha val="40000"/>
                </a:prstClr>
              </a:outerShdw>
            </a:effectLst>
          </p:spPr>
          <p:txBody>
            <a:bodyPr wrap="square" anchor="t">
              <a:noAutofit/>
            </a:bodyPr>
            <a:lstStyle/>
            <a:p>
              <a:pPr eaLnBrk="0" hangingPunct="0">
                <a:spcBef>
                  <a:spcPct val="20000"/>
                </a:spcBef>
              </a:pPr>
              <a:r>
                <a:rPr lang="en-US" sz="1400" b="1">
                  <a:solidFill>
                    <a:schemeClr val="tx2">
                      <a:lumMod val="50000"/>
                    </a:schemeClr>
                  </a:solidFill>
                </a:rPr>
                <a:t>Synchrone</a:t>
              </a:r>
            </a:p>
            <a:p>
              <a:pPr eaLnBrk="0" hangingPunct="0">
                <a:spcBef>
                  <a:spcPct val="20000"/>
                </a:spcBef>
              </a:pPr>
              <a:r>
                <a:rPr lang="fr-FR" sz="1400">
                  <a:solidFill>
                    <a:prstClr val="black"/>
                  </a:solidFill>
                </a:rPr>
                <a:t>Le point B reçoit les données « en live » dès que A les émet.</a:t>
              </a:r>
            </a:p>
            <a:p>
              <a:pPr eaLnBrk="0" hangingPunct="0">
                <a:spcBef>
                  <a:spcPct val="20000"/>
                </a:spcBef>
              </a:pPr>
              <a:r>
                <a:rPr lang="fr-FR" sz="1400">
                  <a:solidFill>
                    <a:prstClr val="black"/>
                  </a:solidFill>
                </a:rPr>
                <a:t>Ce qui suppose que les 2 points soient disponibles au moment de l’échange</a:t>
              </a:r>
              <a:r>
                <a:rPr lang="en-US" sz="1400">
                  <a:solidFill>
                    <a:prstClr val="black"/>
                  </a:solidFill>
                </a:rPr>
                <a:t>.</a:t>
              </a:r>
              <a:endParaRPr lang="en-US" sz="1200">
                <a:solidFill>
                  <a:prstClr val="black"/>
                </a:solidFill>
              </a:endParaRPr>
            </a:p>
            <a:p>
              <a:pPr eaLnBrk="0" hangingPunct="0">
                <a:spcBef>
                  <a:spcPct val="20000"/>
                </a:spcBef>
              </a:pPr>
              <a:endParaRPr lang="en-US" sz="1200">
                <a:solidFill>
                  <a:prstClr val="black"/>
                </a:solidFill>
              </a:endParaRPr>
            </a:p>
            <a:p>
              <a:pPr eaLnBrk="0" hangingPunct="0">
                <a:spcBef>
                  <a:spcPct val="20000"/>
                </a:spcBef>
              </a:pPr>
              <a:endParaRPr lang="en-US" sz="1200">
                <a:solidFill>
                  <a:prstClr val="black"/>
                </a:solidFill>
              </a:endParaRPr>
            </a:p>
            <a:p>
              <a:pPr eaLnBrk="0" hangingPunct="0">
                <a:spcBef>
                  <a:spcPct val="20000"/>
                </a:spcBef>
              </a:pPr>
              <a:endParaRPr lang="en-US" sz="1200">
                <a:solidFill>
                  <a:prstClr val="black"/>
                </a:solidFill>
              </a:endParaRPr>
            </a:p>
            <a:p>
              <a:pPr eaLnBrk="0" hangingPunct="0">
                <a:spcBef>
                  <a:spcPct val="20000"/>
                </a:spcBef>
              </a:pPr>
              <a:endParaRPr lang="en-US" sz="1200">
                <a:solidFill>
                  <a:prstClr val="black"/>
                </a:solidFill>
              </a:endParaRPr>
            </a:p>
            <a:p>
              <a:pPr eaLnBrk="0" hangingPunct="0">
                <a:spcBef>
                  <a:spcPct val="20000"/>
                </a:spcBef>
              </a:pPr>
              <a:r>
                <a:rPr lang="en-US" sz="1400" b="1">
                  <a:solidFill>
                    <a:schemeClr val="tx2">
                      <a:lumMod val="50000"/>
                    </a:schemeClr>
                  </a:solidFill>
                </a:rPr>
                <a:t>Asynchrone</a:t>
              </a:r>
            </a:p>
            <a:p>
              <a:pPr eaLnBrk="0" hangingPunct="0">
                <a:spcBef>
                  <a:spcPct val="20000"/>
                </a:spcBef>
              </a:pPr>
              <a:r>
                <a:rPr lang="fr-FR" sz="1400">
                  <a:solidFill>
                    <a:prstClr val="black"/>
                  </a:solidFill>
                </a:rPr>
                <a:t>Le point B reçoit les données « en différé » une fois que A a émis les données</a:t>
              </a:r>
            </a:p>
            <a:p>
              <a:pPr eaLnBrk="0" hangingPunct="0">
                <a:spcBef>
                  <a:spcPct val="20000"/>
                </a:spcBef>
              </a:pPr>
              <a:r>
                <a:rPr lang="fr-FR" sz="1400">
                  <a:solidFill>
                    <a:prstClr val="black"/>
                  </a:solidFill>
                </a:rPr>
                <a:t>Ce qui suppose l’existence d’une zone tampon intermédiaire</a:t>
              </a:r>
              <a:r>
                <a:rPr lang="en-US" sz="1400">
                  <a:solidFill>
                    <a:prstClr val="black"/>
                  </a:solidFill>
                </a:rPr>
                <a:t>.</a:t>
              </a:r>
            </a:p>
            <a:p>
              <a:pPr eaLnBrk="0" hangingPunct="0">
                <a:spcBef>
                  <a:spcPct val="20000"/>
                </a:spcBef>
              </a:pPr>
              <a:endParaRPr lang="en-US" sz="1400">
                <a:solidFill>
                  <a:prstClr val="black"/>
                </a:solidFill>
              </a:endParaRPr>
            </a:p>
          </p:txBody>
        </p:sp>
        <p:grpSp>
          <p:nvGrpSpPr>
            <p:cNvPr id="122" name="Groupe 121">
              <a:extLst>
                <a:ext uri="{FF2B5EF4-FFF2-40B4-BE49-F238E27FC236}">
                  <a16:creationId xmlns:a16="http://schemas.microsoft.com/office/drawing/2014/main" id="{733127A0-3C97-766C-B489-FCC23129A8C3}"/>
                </a:ext>
              </a:extLst>
            </p:cNvPr>
            <p:cNvGrpSpPr/>
            <p:nvPr/>
          </p:nvGrpSpPr>
          <p:grpSpPr>
            <a:xfrm>
              <a:off x="8618119" y="3306046"/>
              <a:ext cx="2437866" cy="502362"/>
              <a:chOff x="8771157" y="3126668"/>
              <a:chExt cx="2437866" cy="502362"/>
            </a:xfrm>
          </p:grpSpPr>
          <p:sp>
            <p:nvSpPr>
              <p:cNvPr id="1041" name="Forme libre 33">
                <a:extLst>
                  <a:ext uri="{FF2B5EF4-FFF2-40B4-BE49-F238E27FC236}">
                    <a16:creationId xmlns:a16="http://schemas.microsoft.com/office/drawing/2014/main" id="{D51A8DFF-E307-5450-4888-A732693140C9}"/>
                  </a:ext>
                </a:extLst>
              </p:cNvPr>
              <p:cNvSpPr/>
              <p:nvPr/>
            </p:nvSpPr>
            <p:spPr>
              <a:xfrm>
                <a:off x="9410290" y="3457575"/>
                <a:ext cx="1148583" cy="171455"/>
              </a:xfrm>
              <a:custGeom>
                <a:avLst/>
                <a:gdLst>
                  <a:gd name="connsiteX0" fmla="*/ 0 w 1528763"/>
                  <a:gd name="connsiteY0" fmla="*/ 0 h 171455"/>
                  <a:gd name="connsiteX1" fmla="*/ 733425 w 1528763"/>
                  <a:gd name="connsiteY1" fmla="*/ 171450 h 171455"/>
                  <a:gd name="connsiteX2" fmla="*/ 1528763 w 1528763"/>
                  <a:gd name="connsiteY2" fmla="*/ 4763 h 171455"/>
                </a:gdLst>
                <a:ahLst/>
                <a:cxnLst>
                  <a:cxn ang="0">
                    <a:pos x="connsiteX0" y="connsiteY0"/>
                  </a:cxn>
                  <a:cxn ang="0">
                    <a:pos x="connsiteX1" y="connsiteY1"/>
                  </a:cxn>
                  <a:cxn ang="0">
                    <a:pos x="connsiteX2" y="connsiteY2"/>
                  </a:cxn>
                </a:cxnLst>
                <a:rect l="l" t="t" r="r" b="b"/>
                <a:pathLst>
                  <a:path w="1528763" h="171455">
                    <a:moveTo>
                      <a:pt x="0" y="0"/>
                    </a:moveTo>
                    <a:cubicBezTo>
                      <a:pt x="239315" y="85328"/>
                      <a:pt x="478631" y="170656"/>
                      <a:pt x="733425" y="171450"/>
                    </a:cubicBezTo>
                    <a:cubicBezTo>
                      <a:pt x="988219" y="172244"/>
                      <a:pt x="1258491" y="88503"/>
                      <a:pt x="1528763" y="4763"/>
                    </a:cubicBezTo>
                  </a:path>
                </a:pathLst>
              </a:custGeom>
              <a:noFill/>
              <a:ln>
                <a:solidFill>
                  <a:schemeClr val="accent6"/>
                </a:solidFill>
                <a:headEnd type="triangle" w="med" len="me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1042" name="Groupe 1041">
                <a:extLst>
                  <a:ext uri="{FF2B5EF4-FFF2-40B4-BE49-F238E27FC236}">
                    <a16:creationId xmlns:a16="http://schemas.microsoft.com/office/drawing/2014/main" id="{2B64C5C2-B49D-6BE8-F77D-926FBE57A068}"/>
                  </a:ext>
                </a:extLst>
              </p:cNvPr>
              <p:cNvGrpSpPr/>
              <p:nvPr/>
            </p:nvGrpSpPr>
            <p:grpSpPr>
              <a:xfrm>
                <a:off x="9148137" y="3166997"/>
                <a:ext cx="174694" cy="378210"/>
                <a:chOff x="11655286" y="2382507"/>
                <a:chExt cx="645175" cy="1162700"/>
              </a:xfrm>
            </p:grpSpPr>
            <p:grpSp>
              <p:nvGrpSpPr>
                <p:cNvPr id="1065" name="Groupe 1064">
                  <a:extLst>
                    <a:ext uri="{FF2B5EF4-FFF2-40B4-BE49-F238E27FC236}">
                      <a16:creationId xmlns:a16="http://schemas.microsoft.com/office/drawing/2014/main" id="{FACA1600-C1FC-25C5-C002-EE2B8CAAD116}"/>
                    </a:ext>
                  </a:extLst>
                </p:cNvPr>
                <p:cNvGrpSpPr/>
                <p:nvPr/>
              </p:nvGrpSpPr>
              <p:grpSpPr>
                <a:xfrm>
                  <a:off x="11655286" y="2382507"/>
                  <a:ext cx="645175" cy="1162700"/>
                  <a:chOff x="11655286" y="2382507"/>
                  <a:chExt cx="645175" cy="1162700"/>
                </a:xfrm>
              </p:grpSpPr>
              <p:sp>
                <p:nvSpPr>
                  <p:cNvPr id="1067" name="Rectangle à coins arrondis 59">
                    <a:extLst>
                      <a:ext uri="{FF2B5EF4-FFF2-40B4-BE49-F238E27FC236}">
                        <a16:creationId xmlns:a16="http://schemas.microsoft.com/office/drawing/2014/main" id="{6F092C25-3965-4508-6219-F7B4384D95BA}"/>
                      </a:ext>
                    </a:extLst>
                  </p:cNvPr>
                  <p:cNvSpPr/>
                  <p:nvPr/>
                </p:nvSpPr>
                <p:spPr>
                  <a:xfrm>
                    <a:off x="11655286" y="2382507"/>
                    <a:ext cx="645175" cy="1162700"/>
                  </a:xfrm>
                  <a:prstGeom prst="round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fr-FR"/>
                  </a:p>
                </p:txBody>
              </p:sp>
              <p:sp>
                <p:nvSpPr>
                  <p:cNvPr id="1068" name="Rectangle 1067">
                    <a:extLst>
                      <a:ext uri="{FF2B5EF4-FFF2-40B4-BE49-F238E27FC236}">
                        <a16:creationId xmlns:a16="http://schemas.microsoft.com/office/drawing/2014/main" id="{E8F827EE-1EE9-E180-8151-E5FC4A310C90}"/>
                      </a:ext>
                    </a:extLst>
                  </p:cNvPr>
                  <p:cNvSpPr/>
                  <p:nvPr/>
                </p:nvSpPr>
                <p:spPr>
                  <a:xfrm>
                    <a:off x="11866593" y="2438501"/>
                    <a:ext cx="202162" cy="44623"/>
                  </a:xfrm>
                  <a:prstGeom prst="rect">
                    <a:avLst/>
                  </a:prstGeom>
                  <a:solidFill>
                    <a:schemeClr val="bg1"/>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69" name="Rectangle 1068">
                    <a:extLst>
                      <a:ext uri="{FF2B5EF4-FFF2-40B4-BE49-F238E27FC236}">
                        <a16:creationId xmlns:a16="http://schemas.microsoft.com/office/drawing/2014/main" id="{A789BDB9-3A70-8846-E0C9-31EFDB8850FD}"/>
                      </a:ext>
                    </a:extLst>
                  </p:cNvPr>
                  <p:cNvSpPr/>
                  <p:nvPr/>
                </p:nvSpPr>
                <p:spPr>
                  <a:xfrm>
                    <a:off x="11687290" y="2534731"/>
                    <a:ext cx="576539" cy="837924"/>
                  </a:xfrm>
                  <a:prstGeom prst="rect">
                    <a:avLst/>
                  </a:prstGeom>
                  <a:solidFill>
                    <a:schemeClr val="bg1"/>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sp>
              <p:nvSpPr>
                <p:cNvPr id="1066" name="Ellipse 1065">
                  <a:extLst>
                    <a:ext uri="{FF2B5EF4-FFF2-40B4-BE49-F238E27FC236}">
                      <a16:creationId xmlns:a16="http://schemas.microsoft.com/office/drawing/2014/main" id="{44EC9A5B-C168-2D74-3386-BBC0CA4C3EB5}"/>
                    </a:ext>
                  </a:extLst>
                </p:cNvPr>
                <p:cNvSpPr/>
                <p:nvPr/>
              </p:nvSpPr>
              <p:spPr>
                <a:xfrm>
                  <a:off x="11937426" y="3413292"/>
                  <a:ext cx="90444" cy="86138"/>
                </a:xfrm>
                <a:prstGeom prst="ellipse">
                  <a:avLst/>
                </a:prstGeom>
                <a:solidFill>
                  <a:schemeClr val="bg1"/>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nvGrpSpPr>
              <p:cNvPr id="1043" name="Groupe 1042">
                <a:extLst>
                  <a:ext uri="{FF2B5EF4-FFF2-40B4-BE49-F238E27FC236}">
                    <a16:creationId xmlns:a16="http://schemas.microsoft.com/office/drawing/2014/main" id="{2355E649-4593-A011-40C7-23B7F52B14BF}"/>
                  </a:ext>
                </a:extLst>
              </p:cNvPr>
              <p:cNvGrpSpPr/>
              <p:nvPr/>
            </p:nvGrpSpPr>
            <p:grpSpPr>
              <a:xfrm>
                <a:off x="8771157" y="3126668"/>
                <a:ext cx="319571" cy="403648"/>
                <a:chOff x="7778526" y="2439194"/>
                <a:chExt cx="319571" cy="403648"/>
              </a:xfrm>
            </p:grpSpPr>
            <p:sp>
              <p:nvSpPr>
                <p:cNvPr id="1058" name="Rectangle 1057">
                  <a:extLst>
                    <a:ext uri="{FF2B5EF4-FFF2-40B4-BE49-F238E27FC236}">
                      <a16:creationId xmlns:a16="http://schemas.microsoft.com/office/drawing/2014/main" id="{0761489E-996C-83E9-9B16-6E0173D4BDDA}"/>
                    </a:ext>
                  </a:extLst>
                </p:cNvPr>
                <p:cNvSpPr/>
                <p:nvPr/>
              </p:nvSpPr>
              <p:spPr>
                <a:xfrm>
                  <a:off x="7841848" y="2671971"/>
                  <a:ext cx="190500" cy="17087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59" name="Rectangle à coins arrondis 51">
                  <a:extLst>
                    <a:ext uri="{FF2B5EF4-FFF2-40B4-BE49-F238E27FC236}">
                      <a16:creationId xmlns:a16="http://schemas.microsoft.com/office/drawing/2014/main" id="{E4EC0946-8497-A656-140A-999C64D1FFD3}"/>
                    </a:ext>
                  </a:extLst>
                </p:cNvPr>
                <p:cNvSpPr/>
                <p:nvPr/>
              </p:nvSpPr>
              <p:spPr>
                <a:xfrm>
                  <a:off x="7778526" y="2601278"/>
                  <a:ext cx="317767" cy="106763"/>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60" name="Ellipse 1059">
                  <a:extLst>
                    <a:ext uri="{FF2B5EF4-FFF2-40B4-BE49-F238E27FC236}">
                      <a16:creationId xmlns:a16="http://schemas.microsoft.com/office/drawing/2014/main" id="{40B66928-02DF-623D-97A5-69042FBD9C94}"/>
                    </a:ext>
                  </a:extLst>
                </p:cNvPr>
                <p:cNvSpPr/>
                <p:nvPr/>
              </p:nvSpPr>
              <p:spPr>
                <a:xfrm>
                  <a:off x="7858320" y="2439194"/>
                  <a:ext cx="157554" cy="157163"/>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61" name="Rectangle 1060">
                  <a:extLst>
                    <a:ext uri="{FF2B5EF4-FFF2-40B4-BE49-F238E27FC236}">
                      <a16:creationId xmlns:a16="http://schemas.microsoft.com/office/drawing/2014/main" id="{B756FEFE-41C4-70E7-DF3A-706B1DFF4215}"/>
                    </a:ext>
                  </a:extLst>
                </p:cNvPr>
                <p:cNvSpPr/>
                <p:nvPr/>
              </p:nvSpPr>
              <p:spPr>
                <a:xfrm>
                  <a:off x="7779102" y="2650690"/>
                  <a:ext cx="50844" cy="191592"/>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62" name="Rectangle à coins arrondis 54">
                  <a:extLst>
                    <a:ext uri="{FF2B5EF4-FFF2-40B4-BE49-F238E27FC236}">
                      <a16:creationId xmlns:a16="http://schemas.microsoft.com/office/drawing/2014/main" id="{B4C6E12E-64BB-AFE7-08F3-A79AA62E749F}"/>
                    </a:ext>
                  </a:extLst>
                </p:cNvPr>
                <p:cNvSpPr/>
                <p:nvPr/>
              </p:nvSpPr>
              <p:spPr>
                <a:xfrm>
                  <a:off x="7778526" y="2650689"/>
                  <a:ext cx="61521" cy="61406"/>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63" name="Rectangle 1062">
                  <a:extLst>
                    <a:ext uri="{FF2B5EF4-FFF2-40B4-BE49-F238E27FC236}">
                      <a16:creationId xmlns:a16="http://schemas.microsoft.com/office/drawing/2014/main" id="{22FD213D-6B71-61C6-CCEC-42C613B8E76A}"/>
                    </a:ext>
                  </a:extLst>
                </p:cNvPr>
                <p:cNvSpPr/>
                <p:nvPr/>
              </p:nvSpPr>
              <p:spPr>
                <a:xfrm>
                  <a:off x="8047253" y="2650689"/>
                  <a:ext cx="50844" cy="191592"/>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64" name="Rectangle à coins arrondis 56">
                  <a:extLst>
                    <a:ext uri="{FF2B5EF4-FFF2-40B4-BE49-F238E27FC236}">
                      <a16:creationId xmlns:a16="http://schemas.microsoft.com/office/drawing/2014/main" id="{41650427-4033-691D-0C35-CF943C87C26A}"/>
                    </a:ext>
                  </a:extLst>
                </p:cNvPr>
                <p:cNvSpPr/>
                <p:nvPr/>
              </p:nvSpPr>
              <p:spPr>
                <a:xfrm>
                  <a:off x="8034772" y="2650689"/>
                  <a:ext cx="61521" cy="61406"/>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nvGrpSpPr>
              <p:cNvPr id="1044" name="Groupe 1043">
                <a:extLst>
                  <a:ext uri="{FF2B5EF4-FFF2-40B4-BE49-F238E27FC236}">
                    <a16:creationId xmlns:a16="http://schemas.microsoft.com/office/drawing/2014/main" id="{0BC7212D-3CC1-3E67-6451-A9B96A8544E7}"/>
                  </a:ext>
                </a:extLst>
              </p:cNvPr>
              <p:cNvGrpSpPr/>
              <p:nvPr/>
            </p:nvGrpSpPr>
            <p:grpSpPr>
              <a:xfrm>
                <a:off x="10657542" y="3166997"/>
                <a:ext cx="174694" cy="378210"/>
                <a:chOff x="11655286" y="2382507"/>
                <a:chExt cx="645175" cy="1162700"/>
              </a:xfrm>
            </p:grpSpPr>
            <p:grpSp>
              <p:nvGrpSpPr>
                <p:cNvPr id="1053" name="Groupe 1052">
                  <a:extLst>
                    <a:ext uri="{FF2B5EF4-FFF2-40B4-BE49-F238E27FC236}">
                      <a16:creationId xmlns:a16="http://schemas.microsoft.com/office/drawing/2014/main" id="{1277B74D-E866-F5D0-7880-ADFA3620B3B4}"/>
                    </a:ext>
                  </a:extLst>
                </p:cNvPr>
                <p:cNvGrpSpPr/>
                <p:nvPr/>
              </p:nvGrpSpPr>
              <p:grpSpPr>
                <a:xfrm>
                  <a:off x="11655286" y="2382507"/>
                  <a:ext cx="645175" cy="1162700"/>
                  <a:chOff x="11655286" y="2382507"/>
                  <a:chExt cx="645175" cy="1162700"/>
                </a:xfrm>
              </p:grpSpPr>
              <p:sp>
                <p:nvSpPr>
                  <p:cNvPr id="1055" name="Rectangle à coins arrondis 47">
                    <a:extLst>
                      <a:ext uri="{FF2B5EF4-FFF2-40B4-BE49-F238E27FC236}">
                        <a16:creationId xmlns:a16="http://schemas.microsoft.com/office/drawing/2014/main" id="{4AC7FB5D-E429-E0AA-526E-4438A2B95E0E}"/>
                      </a:ext>
                    </a:extLst>
                  </p:cNvPr>
                  <p:cNvSpPr/>
                  <p:nvPr/>
                </p:nvSpPr>
                <p:spPr>
                  <a:xfrm>
                    <a:off x="11655286" y="2382507"/>
                    <a:ext cx="645175" cy="1162700"/>
                  </a:xfrm>
                  <a:prstGeom prst="round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fr-FR"/>
                  </a:p>
                </p:txBody>
              </p:sp>
              <p:sp>
                <p:nvSpPr>
                  <p:cNvPr id="1056" name="Rectangle 1055">
                    <a:extLst>
                      <a:ext uri="{FF2B5EF4-FFF2-40B4-BE49-F238E27FC236}">
                        <a16:creationId xmlns:a16="http://schemas.microsoft.com/office/drawing/2014/main" id="{54695522-A45B-71F5-C961-641B67AFD893}"/>
                      </a:ext>
                    </a:extLst>
                  </p:cNvPr>
                  <p:cNvSpPr/>
                  <p:nvPr/>
                </p:nvSpPr>
                <p:spPr>
                  <a:xfrm>
                    <a:off x="11866593" y="2438501"/>
                    <a:ext cx="202162" cy="44623"/>
                  </a:xfrm>
                  <a:prstGeom prst="rect">
                    <a:avLst/>
                  </a:prstGeom>
                  <a:solidFill>
                    <a:schemeClr val="bg1"/>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57" name="Rectangle 1056">
                    <a:extLst>
                      <a:ext uri="{FF2B5EF4-FFF2-40B4-BE49-F238E27FC236}">
                        <a16:creationId xmlns:a16="http://schemas.microsoft.com/office/drawing/2014/main" id="{FB2D2FCA-4888-59E0-5707-6D4D754BDF6B}"/>
                      </a:ext>
                    </a:extLst>
                  </p:cNvPr>
                  <p:cNvSpPr/>
                  <p:nvPr/>
                </p:nvSpPr>
                <p:spPr>
                  <a:xfrm>
                    <a:off x="11687290" y="2534731"/>
                    <a:ext cx="576539" cy="837924"/>
                  </a:xfrm>
                  <a:prstGeom prst="rect">
                    <a:avLst/>
                  </a:prstGeom>
                  <a:solidFill>
                    <a:schemeClr val="bg1"/>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sp>
              <p:nvSpPr>
                <p:cNvPr id="1054" name="Ellipse 1053">
                  <a:extLst>
                    <a:ext uri="{FF2B5EF4-FFF2-40B4-BE49-F238E27FC236}">
                      <a16:creationId xmlns:a16="http://schemas.microsoft.com/office/drawing/2014/main" id="{52F1EC92-36B8-5CA4-D5EE-5BD29689C6EB}"/>
                    </a:ext>
                  </a:extLst>
                </p:cNvPr>
                <p:cNvSpPr/>
                <p:nvPr/>
              </p:nvSpPr>
              <p:spPr>
                <a:xfrm>
                  <a:off x="11937426" y="3413292"/>
                  <a:ext cx="90444" cy="86138"/>
                </a:xfrm>
                <a:prstGeom prst="ellipse">
                  <a:avLst/>
                </a:prstGeom>
                <a:solidFill>
                  <a:schemeClr val="bg1"/>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nvGrpSpPr>
              <p:cNvPr id="1045" name="Groupe 1044">
                <a:extLst>
                  <a:ext uri="{FF2B5EF4-FFF2-40B4-BE49-F238E27FC236}">
                    <a16:creationId xmlns:a16="http://schemas.microsoft.com/office/drawing/2014/main" id="{CF63B543-A14C-1576-D3BC-9753F908B042}"/>
                  </a:ext>
                </a:extLst>
              </p:cNvPr>
              <p:cNvGrpSpPr/>
              <p:nvPr/>
            </p:nvGrpSpPr>
            <p:grpSpPr>
              <a:xfrm>
                <a:off x="10889452" y="3126668"/>
                <a:ext cx="319571" cy="403648"/>
                <a:chOff x="7778526" y="2439194"/>
                <a:chExt cx="319571" cy="403648"/>
              </a:xfrm>
            </p:grpSpPr>
            <p:sp>
              <p:nvSpPr>
                <p:cNvPr id="1046" name="Rectangle 1045">
                  <a:extLst>
                    <a:ext uri="{FF2B5EF4-FFF2-40B4-BE49-F238E27FC236}">
                      <a16:creationId xmlns:a16="http://schemas.microsoft.com/office/drawing/2014/main" id="{E76FC48E-12B3-75DE-AF0E-54395E856C21}"/>
                    </a:ext>
                  </a:extLst>
                </p:cNvPr>
                <p:cNvSpPr/>
                <p:nvPr/>
              </p:nvSpPr>
              <p:spPr>
                <a:xfrm>
                  <a:off x="7841848" y="2671971"/>
                  <a:ext cx="190500" cy="17087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u="sng"/>
                </a:p>
              </p:txBody>
            </p:sp>
            <p:sp>
              <p:nvSpPr>
                <p:cNvPr id="1047" name="Rectangle à coins arrondis 39">
                  <a:extLst>
                    <a:ext uri="{FF2B5EF4-FFF2-40B4-BE49-F238E27FC236}">
                      <a16:creationId xmlns:a16="http://schemas.microsoft.com/office/drawing/2014/main" id="{1887B498-051C-6BE0-72A7-A25C9DA0D0AD}"/>
                    </a:ext>
                  </a:extLst>
                </p:cNvPr>
                <p:cNvSpPr/>
                <p:nvPr/>
              </p:nvSpPr>
              <p:spPr>
                <a:xfrm>
                  <a:off x="7778526" y="2601278"/>
                  <a:ext cx="317767" cy="106763"/>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48" name="Ellipse 1047">
                  <a:extLst>
                    <a:ext uri="{FF2B5EF4-FFF2-40B4-BE49-F238E27FC236}">
                      <a16:creationId xmlns:a16="http://schemas.microsoft.com/office/drawing/2014/main" id="{87937D78-8EB4-213F-11B6-CB739942D82B}"/>
                    </a:ext>
                  </a:extLst>
                </p:cNvPr>
                <p:cNvSpPr/>
                <p:nvPr/>
              </p:nvSpPr>
              <p:spPr>
                <a:xfrm>
                  <a:off x="7858320" y="2439194"/>
                  <a:ext cx="157554" cy="157163"/>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49" name="Rectangle 1048">
                  <a:extLst>
                    <a:ext uri="{FF2B5EF4-FFF2-40B4-BE49-F238E27FC236}">
                      <a16:creationId xmlns:a16="http://schemas.microsoft.com/office/drawing/2014/main" id="{A4D24F28-AD71-8E82-62BF-E2EA9635A2A9}"/>
                    </a:ext>
                  </a:extLst>
                </p:cNvPr>
                <p:cNvSpPr/>
                <p:nvPr/>
              </p:nvSpPr>
              <p:spPr>
                <a:xfrm>
                  <a:off x="7779102" y="2650690"/>
                  <a:ext cx="50844" cy="191592"/>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50" name="Rectangle à coins arrondis 42">
                  <a:extLst>
                    <a:ext uri="{FF2B5EF4-FFF2-40B4-BE49-F238E27FC236}">
                      <a16:creationId xmlns:a16="http://schemas.microsoft.com/office/drawing/2014/main" id="{1F4F9CA6-BBF0-2EA1-2781-5571F31D9A75}"/>
                    </a:ext>
                  </a:extLst>
                </p:cNvPr>
                <p:cNvSpPr/>
                <p:nvPr/>
              </p:nvSpPr>
              <p:spPr>
                <a:xfrm>
                  <a:off x="7778526" y="2650689"/>
                  <a:ext cx="61521" cy="61406"/>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51" name="Rectangle 1050">
                  <a:extLst>
                    <a:ext uri="{FF2B5EF4-FFF2-40B4-BE49-F238E27FC236}">
                      <a16:creationId xmlns:a16="http://schemas.microsoft.com/office/drawing/2014/main" id="{9FCA39A6-F15D-4685-8B03-0FF9520FB97B}"/>
                    </a:ext>
                  </a:extLst>
                </p:cNvPr>
                <p:cNvSpPr/>
                <p:nvPr/>
              </p:nvSpPr>
              <p:spPr>
                <a:xfrm>
                  <a:off x="8047253" y="2650689"/>
                  <a:ext cx="50844" cy="191592"/>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52" name="Rectangle à coins arrondis 44">
                  <a:extLst>
                    <a:ext uri="{FF2B5EF4-FFF2-40B4-BE49-F238E27FC236}">
                      <a16:creationId xmlns:a16="http://schemas.microsoft.com/office/drawing/2014/main" id="{1A4B0A0E-40A7-3BEF-30B8-39CEAABA1CC9}"/>
                    </a:ext>
                  </a:extLst>
                </p:cNvPr>
                <p:cNvSpPr/>
                <p:nvPr/>
              </p:nvSpPr>
              <p:spPr>
                <a:xfrm>
                  <a:off x="8034772" y="2650689"/>
                  <a:ext cx="61521" cy="61406"/>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grpSp>
          <p:nvGrpSpPr>
            <p:cNvPr id="123" name="Groupe 122">
              <a:extLst>
                <a:ext uri="{FF2B5EF4-FFF2-40B4-BE49-F238E27FC236}">
                  <a16:creationId xmlns:a16="http://schemas.microsoft.com/office/drawing/2014/main" id="{4AF48759-EA6E-E300-74E2-8B7084CC9EAF}"/>
                </a:ext>
              </a:extLst>
            </p:cNvPr>
            <p:cNvGrpSpPr/>
            <p:nvPr/>
          </p:nvGrpSpPr>
          <p:grpSpPr>
            <a:xfrm>
              <a:off x="8582383" y="5555331"/>
              <a:ext cx="2448180" cy="403648"/>
              <a:chOff x="8722436" y="5329376"/>
              <a:chExt cx="2448180" cy="403648"/>
            </a:xfrm>
          </p:grpSpPr>
          <p:pic>
            <p:nvPicPr>
              <p:cNvPr id="124" name="Picture 16" descr="envelopppe">
                <a:extLst>
                  <a:ext uri="{FF2B5EF4-FFF2-40B4-BE49-F238E27FC236}">
                    <a16:creationId xmlns:a16="http://schemas.microsoft.com/office/drawing/2014/main" id="{3AFD325C-292C-992F-1AEF-333D552A73DC}"/>
                  </a:ext>
                </a:extLst>
              </p:cNvPr>
              <p:cNvPicPr>
                <a:picLocks noChangeAspect="1" noChangeArrowheads="1"/>
              </p:cNvPicPr>
              <p:nvPr/>
            </p:nvPicPr>
            <p:blipFill>
              <a:blip r:embed="rId10" cstate="email">
                <a:biLevel thresh="75000"/>
                <a:extLst>
                  <a:ext uri="{28A0092B-C50C-407E-A947-70E740481C1C}">
                    <a14:useLocalDpi xmlns:a14="http://schemas.microsoft.com/office/drawing/2010/main"/>
                  </a:ext>
                </a:extLst>
              </a:blip>
              <a:srcRect/>
              <a:stretch>
                <a:fillRect/>
              </a:stretch>
            </p:blipFill>
            <p:spPr bwMode="auto">
              <a:xfrm>
                <a:off x="9081858" y="5387810"/>
                <a:ext cx="273493" cy="345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 name="Forme libre 64">
                <a:extLst>
                  <a:ext uri="{FF2B5EF4-FFF2-40B4-BE49-F238E27FC236}">
                    <a16:creationId xmlns:a16="http://schemas.microsoft.com/office/drawing/2014/main" id="{A2D5A3BA-708A-67D7-09FB-1932D2239488}"/>
                  </a:ext>
                </a:extLst>
              </p:cNvPr>
              <p:cNvSpPr/>
              <p:nvPr/>
            </p:nvSpPr>
            <p:spPr>
              <a:xfrm>
                <a:off x="9429730" y="5436253"/>
                <a:ext cx="1041954" cy="167870"/>
              </a:xfrm>
              <a:custGeom>
                <a:avLst/>
                <a:gdLst>
                  <a:gd name="connsiteX0" fmla="*/ 0 w 1386840"/>
                  <a:gd name="connsiteY0" fmla="*/ 167870 h 167870"/>
                  <a:gd name="connsiteX1" fmla="*/ 548640 w 1386840"/>
                  <a:gd name="connsiteY1" fmla="*/ 230 h 167870"/>
                  <a:gd name="connsiteX2" fmla="*/ 1386840 w 1386840"/>
                  <a:gd name="connsiteY2" fmla="*/ 137390 h 167870"/>
                </a:gdLst>
                <a:ahLst/>
                <a:cxnLst>
                  <a:cxn ang="0">
                    <a:pos x="connsiteX0" y="connsiteY0"/>
                  </a:cxn>
                  <a:cxn ang="0">
                    <a:pos x="connsiteX1" y="connsiteY1"/>
                  </a:cxn>
                  <a:cxn ang="0">
                    <a:pos x="connsiteX2" y="connsiteY2"/>
                  </a:cxn>
                </a:cxnLst>
                <a:rect l="l" t="t" r="r" b="b"/>
                <a:pathLst>
                  <a:path w="1386840" h="167870">
                    <a:moveTo>
                      <a:pt x="0" y="167870"/>
                    </a:moveTo>
                    <a:cubicBezTo>
                      <a:pt x="158750" y="86590"/>
                      <a:pt x="317500" y="5310"/>
                      <a:pt x="548640" y="230"/>
                    </a:cubicBezTo>
                    <a:cubicBezTo>
                      <a:pt x="779780" y="-4850"/>
                      <a:pt x="1235710" y="75160"/>
                      <a:pt x="1386840" y="137390"/>
                    </a:cubicBezTo>
                  </a:path>
                </a:pathLst>
              </a:custGeom>
              <a:noFill/>
              <a:ln>
                <a:solidFill>
                  <a:schemeClr val="accent6"/>
                </a:solidFill>
                <a:headEnd type="none" w="med" len="me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26" name="Cube 125">
                <a:extLst>
                  <a:ext uri="{FF2B5EF4-FFF2-40B4-BE49-F238E27FC236}">
                    <a16:creationId xmlns:a16="http://schemas.microsoft.com/office/drawing/2014/main" id="{C6E9DCBC-9491-52E7-8F21-A5B7D645625E}"/>
                  </a:ext>
                </a:extLst>
              </p:cNvPr>
              <p:cNvSpPr/>
              <p:nvPr/>
            </p:nvSpPr>
            <p:spPr>
              <a:xfrm>
                <a:off x="10559870" y="5419526"/>
                <a:ext cx="259555" cy="267859"/>
              </a:xfrm>
              <a:prstGeom prst="cube">
                <a:avLst/>
              </a:prstGeom>
              <a:ln w="1270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fr-FR"/>
              </a:p>
            </p:txBody>
          </p:sp>
          <p:sp>
            <p:nvSpPr>
              <p:cNvPr id="127" name="Rectangle 126">
                <a:extLst>
                  <a:ext uri="{FF2B5EF4-FFF2-40B4-BE49-F238E27FC236}">
                    <a16:creationId xmlns:a16="http://schemas.microsoft.com/office/drawing/2014/main" id="{9F37DB69-918C-3DF8-2E5C-C7017E89C007}"/>
                  </a:ext>
                </a:extLst>
              </p:cNvPr>
              <p:cNvSpPr/>
              <p:nvPr/>
            </p:nvSpPr>
            <p:spPr>
              <a:xfrm>
                <a:off x="10585312" y="5513967"/>
                <a:ext cx="145794" cy="34350"/>
              </a:xfrm>
              <a:prstGeom prst="rect">
                <a:avLst/>
              </a:prstGeom>
              <a:ln w="63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fr-FR"/>
              </a:p>
            </p:txBody>
          </p:sp>
          <p:grpSp>
            <p:nvGrpSpPr>
              <p:cNvPr id="1024" name="Groupe 1023">
                <a:extLst>
                  <a:ext uri="{FF2B5EF4-FFF2-40B4-BE49-F238E27FC236}">
                    <a16:creationId xmlns:a16="http://schemas.microsoft.com/office/drawing/2014/main" id="{C9800A7F-8594-D294-3ED1-B31A3441F3C6}"/>
                  </a:ext>
                </a:extLst>
              </p:cNvPr>
              <p:cNvGrpSpPr/>
              <p:nvPr/>
            </p:nvGrpSpPr>
            <p:grpSpPr>
              <a:xfrm>
                <a:off x="8722436" y="5329376"/>
                <a:ext cx="319571" cy="403648"/>
                <a:chOff x="7778526" y="2439194"/>
                <a:chExt cx="319571" cy="403648"/>
              </a:xfrm>
            </p:grpSpPr>
            <p:sp>
              <p:nvSpPr>
                <p:cNvPr id="1034" name="Rectangle 1033">
                  <a:extLst>
                    <a:ext uri="{FF2B5EF4-FFF2-40B4-BE49-F238E27FC236}">
                      <a16:creationId xmlns:a16="http://schemas.microsoft.com/office/drawing/2014/main" id="{ED027226-01D9-8F28-AAB1-29EF2AB0C8BA}"/>
                    </a:ext>
                  </a:extLst>
                </p:cNvPr>
                <p:cNvSpPr/>
                <p:nvPr/>
              </p:nvSpPr>
              <p:spPr>
                <a:xfrm>
                  <a:off x="7841848" y="2671971"/>
                  <a:ext cx="190500" cy="17087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35" name="Rectangle à coins arrondis 77">
                  <a:extLst>
                    <a:ext uri="{FF2B5EF4-FFF2-40B4-BE49-F238E27FC236}">
                      <a16:creationId xmlns:a16="http://schemas.microsoft.com/office/drawing/2014/main" id="{83B83345-7C6E-145D-A7C4-4E7F95A9F25A}"/>
                    </a:ext>
                  </a:extLst>
                </p:cNvPr>
                <p:cNvSpPr/>
                <p:nvPr/>
              </p:nvSpPr>
              <p:spPr>
                <a:xfrm>
                  <a:off x="7778526" y="2601278"/>
                  <a:ext cx="317767" cy="106763"/>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36" name="Ellipse 1035">
                  <a:extLst>
                    <a:ext uri="{FF2B5EF4-FFF2-40B4-BE49-F238E27FC236}">
                      <a16:creationId xmlns:a16="http://schemas.microsoft.com/office/drawing/2014/main" id="{04638551-5135-2383-813C-B3DC48AF6B63}"/>
                    </a:ext>
                  </a:extLst>
                </p:cNvPr>
                <p:cNvSpPr/>
                <p:nvPr/>
              </p:nvSpPr>
              <p:spPr>
                <a:xfrm>
                  <a:off x="7858320" y="2439194"/>
                  <a:ext cx="157554" cy="157163"/>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37" name="Rectangle 1036">
                  <a:extLst>
                    <a:ext uri="{FF2B5EF4-FFF2-40B4-BE49-F238E27FC236}">
                      <a16:creationId xmlns:a16="http://schemas.microsoft.com/office/drawing/2014/main" id="{DF7BE070-20C7-ACDF-853F-97B1781E38AE}"/>
                    </a:ext>
                  </a:extLst>
                </p:cNvPr>
                <p:cNvSpPr/>
                <p:nvPr/>
              </p:nvSpPr>
              <p:spPr>
                <a:xfrm>
                  <a:off x="7779102" y="2650690"/>
                  <a:ext cx="50844" cy="191592"/>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38" name="Rectangle à coins arrondis 80">
                  <a:extLst>
                    <a:ext uri="{FF2B5EF4-FFF2-40B4-BE49-F238E27FC236}">
                      <a16:creationId xmlns:a16="http://schemas.microsoft.com/office/drawing/2014/main" id="{5A4E640E-6B28-4EFD-937E-533B1801EBB5}"/>
                    </a:ext>
                  </a:extLst>
                </p:cNvPr>
                <p:cNvSpPr/>
                <p:nvPr/>
              </p:nvSpPr>
              <p:spPr>
                <a:xfrm>
                  <a:off x="7778526" y="2650689"/>
                  <a:ext cx="61521" cy="61406"/>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39" name="Rectangle 1038">
                  <a:extLst>
                    <a:ext uri="{FF2B5EF4-FFF2-40B4-BE49-F238E27FC236}">
                      <a16:creationId xmlns:a16="http://schemas.microsoft.com/office/drawing/2014/main" id="{60E0831D-CDEF-4D49-118E-D4D7CD61EFCA}"/>
                    </a:ext>
                  </a:extLst>
                </p:cNvPr>
                <p:cNvSpPr/>
                <p:nvPr/>
              </p:nvSpPr>
              <p:spPr>
                <a:xfrm>
                  <a:off x="8047253" y="2650689"/>
                  <a:ext cx="50844" cy="191592"/>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40" name="Rectangle à coins arrondis 82">
                  <a:extLst>
                    <a:ext uri="{FF2B5EF4-FFF2-40B4-BE49-F238E27FC236}">
                      <a16:creationId xmlns:a16="http://schemas.microsoft.com/office/drawing/2014/main" id="{FAA4A551-D79C-9403-57E4-3CC91C7CC757}"/>
                    </a:ext>
                  </a:extLst>
                </p:cNvPr>
                <p:cNvSpPr/>
                <p:nvPr/>
              </p:nvSpPr>
              <p:spPr>
                <a:xfrm>
                  <a:off x="8034772" y="2650689"/>
                  <a:ext cx="61521" cy="61406"/>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nvGrpSpPr>
              <p:cNvPr id="1025" name="Groupe 1024">
                <a:extLst>
                  <a:ext uri="{FF2B5EF4-FFF2-40B4-BE49-F238E27FC236}">
                    <a16:creationId xmlns:a16="http://schemas.microsoft.com/office/drawing/2014/main" id="{B7D8B18E-2375-C998-9D29-7BDBE68BB2E0}"/>
                  </a:ext>
                </a:extLst>
              </p:cNvPr>
              <p:cNvGrpSpPr/>
              <p:nvPr/>
            </p:nvGrpSpPr>
            <p:grpSpPr>
              <a:xfrm>
                <a:off x="10851045" y="5329376"/>
                <a:ext cx="319571" cy="403648"/>
                <a:chOff x="7778526" y="2439194"/>
                <a:chExt cx="319571" cy="403648"/>
              </a:xfrm>
            </p:grpSpPr>
            <p:sp>
              <p:nvSpPr>
                <p:cNvPr id="1027" name="Rectangle 1026">
                  <a:extLst>
                    <a:ext uri="{FF2B5EF4-FFF2-40B4-BE49-F238E27FC236}">
                      <a16:creationId xmlns:a16="http://schemas.microsoft.com/office/drawing/2014/main" id="{F33461B0-F297-128C-2A43-D0C691A2AEC6}"/>
                    </a:ext>
                  </a:extLst>
                </p:cNvPr>
                <p:cNvSpPr/>
                <p:nvPr/>
              </p:nvSpPr>
              <p:spPr>
                <a:xfrm>
                  <a:off x="7841848" y="2671971"/>
                  <a:ext cx="190500" cy="17087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28" name="Rectangle à coins arrondis 70">
                  <a:extLst>
                    <a:ext uri="{FF2B5EF4-FFF2-40B4-BE49-F238E27FC236}">
                      <a16:creationId xmlns:a16="http://schemas.microsoft.com/office/drawing/2014/main" id="{985ADBD4-BF3C-A4C3-F26F-16AC7C5BE32B}"/>
                    </a:ext>
                  </a:extLst>
                </p:cNvPr>
                <p:cNvSpPr/>
                <p:nvPr/>
              </p:nvSpPr>
              <p:spPr>
                <a:xfrm>
                  <a:off x="7778526" y="2601278"/>
                  <a:ext cx="317767" cy="106763"/>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29" name="Ellipse 1028">
                  <a:extLst>
                    <a:ext uri="{FF2B5EF4-FFF2-40B4-BE49-F238E27FC236}">
                      <a16:creationId xmlns:a16="http://schemas.microsoft.com/office/drawing/2014/main" id="{E5C21698-F894-DE6F-AD8F-282807A370F6}"/>
                    </a:ext>
                  </a:extLst>
                </p:cNvPr>
                <p:cNvSpPr/>
                <p:nvPr/>
              </p:nvSpPr>
              <p:spPr>
                <a:xfrm>
                  <a:off x="7858320" y="2439194"/>
                  <a:ext cx="157554" cy="157163"/>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30" name="Rectangle 1029">
                  <a:extLst>
                    <a:ext uri="{FF2B5EF4-FFF2-40B4-BE49-F238E27FC236}">
                      <a16:creationId xmlns:a16="http://schemas.microsoft.com/office/drawing/2014/main" id="{2829DEE9-1EB1-24EC-8FB5-301F1521DF89}"/>
                    </a:ext>
                  </a:extLst>
                </p:cNvPr>
                <p:cNvSpPr/>
                <p:nvPr/>
              </p:nvSpPr>
              <p:spPr>
                <a:xfrm>
                  <a:off x="7779102" y="2650690"/>
                  <a:ext cx="50844" cy="191592"/>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31" name="Rectangle à coins arrondis 73">
                  <a:extLst>
                    <a:ext uri="{FF2B5EF4-FFF2-40B4-BE49-F238E27FC236}">
                      <a16:creationId xmlns:a16="http://schemas.microsoft.com/office/drawing/2014/main" id="{4C905041-0ABE-DD36-10C3-2EECC5F52F92}"/>
                    </a:ext>
                  </a:extLst>
                </p:cNvPr>
                <p:cNvSpPr/>
                <p:nvPr/>
              </p:nvSpPr>
              <p:spPr>
                <a:xfrm>
                  <a:off x="7778526" y="2650689"/>
                  <a:ext cx="61521" cy="61406"/>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32" name="Rectangle 1031">
                  <a:extLst>
                    <a:ext uri="{FF2B5EF4-FFF2-40B4-BE49-F238E27FC236}">
                      <a16:creationId xmlns:a16="http://schemas.microsoft.com/office/drawing/2014/main" id="{1718741F-FD42-6217-EC6A-F5BB6EC3020C}"/>
                    </a:ext>
                  </a:extLst>
                </p:cNvPr>
                <p:cNvSpPr/>
                <p:nvPr/>
              </p:nvSpPr>
              <p:spPr>
                <a:xfrm>
                  <a:off x="8047253" y="2650689"/>
                  <a:ext cx="50844" cy="191592"/>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33" name="Rectangle à coins arrondis 75">
                  <a:extLst>
                    <a:ext uri="{FF2B5EF4-FFF2-40B4-BE49-F238E27FC236}">
                      <a16:creationId xmlns:a16="http://schemas.microsoft.com/office/drawing/2014/main" id="{F97DC471-3F2C-42A1-C0E7-E91CE125533C}"/>
                    </a:ext>
                  </a:extLst>
                </p:cNvPr>
                <p:cNvSpPr/>
                <p:nvPr/>
              </p:nvSpPr>
              <p:spPr>
                <a:xfrm>
                  <a:off x="8034772" y="2650689"/>
                  <a:ext cx="61521" cy="61406"/>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grpSp>
      </p:grpSp>
    </p:spTree>
    <p:extLst>
      <p:ext uri="{BB962C8B-B14F-4D97-AF65-F5344CB8AC3E}">
        <p14:creationId xmlns:p14="http://schemas.microsoft.com/office/powerpoint/2010/main" val="10934033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 name="Groupe 80">
            <a:extLst>
              <a:ext uri="{FF2B5EF4-FFF2-40B4-BE49-F238E27FC236}">
                <a16:creationId xmlns:a16="http://schemas.microsoft.com/office/drawing/2014/main" id="{C3A1658A-F14C-21C5-0420-3DDFE57638B0}"/>
              </a:ext>
            </a:extLst>
          </p:cNvPr>
          <p:cNvGrpSpPr/>
          <p:nvPr/>
        </p:nvGrpSpPr>
        <p:grpSpPr>
          <a:xfrm>
            <a:off x="-13400" y="2464322"/>
            <a:ext cx="5234766" cy="1929356"/>
            <a:chOff x="1" y="2863977"/>
            <a:chExt cx="6935519" cy="1929356"/>
          </a:xfrm>
        </p:grpSpPr>
        <p:sp>
          <p:nvSpPr>
            <p:cNvPr id="85" name="Rectangle 84">
              <a:extLst>
                <a:ext uri="{FF2B5EF4-FFF2-40B4-BE49-F238E27FC236}">
                  <a16:creationId xmlns:a16="http://schemas.microsoft.com/office/drawing/2014/main" id="{274F9BA2-1C73-2411-2870-D3672C59CCF4}"/>
                </a:ext>
              </a:extLst>
            </p:cNvPr>
            <p:cNvSpPr/>
            <p:nvPr/>
          </p:nvSpPr>
          <p:spPr>
            <a:xfrm>
              <a:off x="1" y="2863977"/>
              <a:ext cx="6823279"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Les différents types de solution de médiation proposés par la plateforme</a:t>
              </a:r>
            </a:p>
          </p:txBody>
        </p:sp>
        <p:sp>
          <p:nvSpPr>
            <p:cNvPr id="87" name="Rectangle 86">
              <a:extLst>
                <a:ext uri="{FF2B5EF4-FFF2-40B4-BE49-F238E27FC236}">
                  <a16:creationId xmlns:a16="http://schemas.microsoft.com/office/drawing/2014/main" id="{E38B2E64-D4D5-2B6B-BF7C-5D39A65AA264}"/>
                </a:ext>
              </a:extLst>
            </p:cNvPr>
            <p:cNvSpPr/>
            <p:nvPr/>
          </p:nvSpPr>
          <p:spPr>
            <a:xfrm>
              <a:off x="6697362" y="2863978"/>
              <a:ext cx="238158" cy="1929355"/>
            </a:xfrm>
            <a:prstGeom prst="rect">
              <a:avLst/>
            </a:prstGeom>
            <a:solidFill>
              <a:srgbClr val="006C9F">
                <a:alpha val="636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7BB83A"/>
                </a:solidFill>
                <a:effectLst/>
                <a:uLnTx/>
                <a:uFillTx/>
                <a:latin typeface="Arial"/>
                <a:ea typeface="+mn-ea"/>
                <a:cs typeface="+mn-cs"/>
              </a:endParaRPr>
            </a:p>
          </p:txBody>
        </p:sp>
      </p:grpSp>
      <p:pic>
        <p:nvPicPr>
          <p:cNvPr id="58" name="Picture 4" descr="Médiation de la consommation : une solution pour régler les litiges à  l'amiable | Dossier Familial | Dossier Familial">
            <a:extLst>
              <a:ext uri="{FF2B5EF4-FFF2-40B4-BE49-F238E27FC236}">
                <a16:creationId xmlns:a16="http://schemas.microsoft.com/office/drawing/2014/main" id="{6E1962DF-D432-29B8-18AD-D9AB9DD35BE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201" r="20815"/>
          <a:stretch/>
        </p:blipFill>
        <p:spPr bwMode="auto">
          <a:xfrm>
            <a:off x="5221366" y="0"/>
            <a:ext cx="2986216" cy="6858000"/>
          </a:xfrm>
          <a:prstGeom prst="rect">
            <a:avLst/>
          </a:prstGeom>
          <a:noFill/>
          <a:extLst>
            <a:ext uri="{909E8E84-426E-40DD-AFC4-6F175D3DCCD1}">
              <a14:hiddenFill xmlns:a14="http://schemas.microsoft.com/office/drawing/2010/main">
                <a:solidFill>
                  <a:srgbClr val="FFFFFF"/>
                </a:solidFill>
              </a14:hiddenFill>
            </a:ext>
          </a:extLst>
        </p:spPr>
      </p:pic>
      <p:sp>
        <p:nvSpPr>
          <p:cNvPr id="92" name="Rectangle 91">
            <a:extLst>
              <a:ext uri="{FF2B5EF4-FFF2-40B4-BE49-F238E27FC236}">
                <a16:creationId xmlns:a16="http://schemas.microsoft.com/office/drawing/2014/main" id="{484A9F92-A02A-7E4D-52B5-414BE76161CD}"/>
              </a:ext>
            </a:extLst>
          </p:cNvPr>
          <p:cNvSpPr/>
          <p:nvPr>
            <p:custDataLst>
              <p:tags r:id="rId1"/>
            </p:custDataLst>
          </p:nvPr>
        </p:nvSpPr>
        <p:spPr>
          <a:xfrm>
            <a:off x="5211289" y="-1"/>
            <a:ext cx="2986216"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grpSp>
        <p:nvGrpSpPr>
          <p:cNvPr id="118" name="Groupe 117">
            <a:extLst>
              <a:ext uri="{FF2B5EF4-FFF2-40B4-BE49-F238E27FC236}">
                <a16:creationId xmlns:a16="http://schemas.microsoft.com/office/drawing/2014/main" id="{76FC55DF-4358-F497-44C7-6D719472173C}"/>
              </a:ext>
            </a:extLst>
          </p:cNvPr>
          <p:cNvGrpSpPr/>
          <p:nvPr/>
        </p:nvGrpSpPr>
        <p:grpSpPr>
          <a:xfrm>
            <a:off x="7877160" y="5274416"/>
            <a:ext cx="3842882" cy="648000"/>
            <a:chOff x="7880947" y="5236422"/>
            <a:chExt cx="3842882" cy="648000"/>
          </a:xfrm>
        </p:grpSpPr>
        <p:sp>
          <p:nvSpPr>
            <p:cNvPr id="48" name="TextBox 4">
              <a:extLst>
                <a:ext uri="{FF2B5EF4-FFF2-40B4-BE49-F238E27FC236}">
                  <a16:creationId xmlns:a16="http://schemas.microsoft.com/office/drawing/2014/main" id="{B132117E-19EE-F1CF-618B-2A58EA8A6885}"/>
                </a:ext>
              </a:extLst>
            </p:cNvPr>
            <p:cNvSpPr txBox="1"/>
            <p:nvPr/>
          </p:nvSpPr>
          <p:spPr>
            <a:xfrm>
              <a:off x="8737615" y="5403456"/>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Batch </a:t>
              </a:r>
              <a:r>
                <a:rPr lang="fr-FR" err="1"/>
                <a:t>Processing</a:t>
              </a:r>
              <a:endParaRPr lang="fr-FR"/>
            </a:p>
          </p:txBody>
        </p:sp>
        <p:grpSp>
          <p:nvGrpSpPr>
            <p:cNvPr id="71" name="Groupe 70">
              <a:extLst>
                <a:ext uri="{FF2B5EF4-FFF2-40B4-BE49-F238E27FC236}">
                  <a16:creationId xmlns:a16="http://schemas.microsoft.com/office/drawing/2014/main" id="{A14B6B86-F02C-F5CF-666B-C8392AFF90DC}"/>
                </a:ext>
              </a:extLst>
            </p:cNvPr>
            <p:cNvGrpSpPr/>
            <p:nvPr/>
          </p:nvGrpSpPr>
          <p:grpSpPr>
            <a:xfrm>
              <a:off x="7880947" y="5236422"/>
              <a:ext cx="648000" cy="648000"/>
              <a:chOff x="7865191" y="4255159"/>
              <a:chExt cx="663756" cy="648000"/>
            </a:xfrm>
          </p:grpSpPr>
          <p:sp>
            <p:nvSpPr>
              <p:cNvPr id="49" name="Oval 9">
                <a:extLst>
                  <a:ext uri="{FF2B5EF4-FFF2-40B4-BE49-F238E27FC236}">
                    <a16:creationId xmlns:a16="http://schemas.microsoft.com/office/drawing/2014/main" id="{569CA1CD-3F6F-7275-9836-310A165CC4BF}"/>
                  </a:ext>
                </a:extLst>
              </p:cNvPr>
              <p:cNvSpPr/>
              <p:nvPr/>
            </p:nvSpPr>
            <p:spPr>
              <a:xfrm>
                <a:off x="7865191" y="4255159"/>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60" name="Shape 7667">
                <a:extLst>
                  <a:ext uri="{FF2B5EF4-FFF2-40B4-BE49-F238E27FC236}">
                    <a16:creationId xmlns:a16="http://schemas.microsoft.com/office/drawing/2014/main" id="{15110208-8F51-43EA-862D-BB01CA99DEC7}"/>
                  </a:ext>
                </a:extLst>
              </p:cNvPr>
              <p:cNvSpPr/>
              <p:nvPr/>
            </p:nvSpPr>
            <p:spPr>
              <a:xfrm rot="16200000" flipH="1">
                <a:off x="7906969" y="4363159"/>
                <a:ext cx="504000" cy="432000"/>
              </a:xfrm>
              <a:custGeom>
                <a:avLst/>
                <a:gdLst/>
                <a:ahLst/>
                <a:cxnLst/>
                <a:rect l="0" t="0" r="0" b="0"/>
                <a:pathLst>
                  <a:path w="120000" h="120000" extrusionOk="0">
                    <a:moveTo>
                      <a:pt x="70911" y="109088"/>
                    </a:moveTo>
                    <a:cubicBezTo>
                      <a:pt x="70911" y="112100"/>
                      <a:pt x="68466" y="114544"/>
                      <a:pt x="65455" y="114544"/>
                    </a:cubicBezTo>
                    <a:lnTo>
                      <a:pt x="54544" y="114544"/>
                    </a:lnTo>
                    <a:cubicBezTo>
                      <a:pt x="51533" y="114544"/>
                      <a:pt x="49088" y="112100"/>
                      <a:pt x="49088" y="109088"/>
                    </a:cubicBezTo>
                    <a:lnTo>
                      <a:pt x="49088" y="98183"/>
                    </a:lnTo>
                    <a:cubicBezTo>
                      <a:pt x="49088" y="95172"/>
                      <a:pt x="51533" y="92727"/>
                      <a:pt x="54544" y="92727"/>
                    </a:cubicBezTo>
                    <a:lnTo>
                      <a:pt x="65455" y="92727"/>
                    </a:lnTo>
                    <a:cubicBezTo>
                      <a:pt x="68466" y="92727"/>
                      <a:pt x="70911" y="95172"/>
                      <a:pt x="70911" y="98183"/>
                    </a:cubicBezTo>
                    <a:cubicBezTo>
                      <a:pt x="70911" y="98183"/>
                      <a:pt x="70911" y="109088"/>
                      <a:pt x="70911" y="109088"/>
                    </a:cubicBezTo>
                    <a:close/>
                    <a:moveTo>
                      <a:pt x="65455" y="87272"/>
                    </a:moveTo>
                    <a:lnTo>
                      <a:pt x="54544" y="87272"/>
                    </a:lnTo>
                    <a:cubicBezTo>
                      <a:pt x="48522" y="87272"/>
                      <a:pt x="43638" y="92155"/>
                      <a:pt x="43638" y="98183"/>
                    </a:cubicBezTo>
                    <a:lnTo>
                      <a:pt x="43638" y="109088"/>
                    </a:lnTo>
                    <a:cubicBezTo>
                      <a:pt x="43638" y="115116"/>
                      <a:pt x="48522" y="120000"/>
                      <a:pt x="54544" y="120000"/>
                    </a:cubicBezTo>
                    <a:lnTo>
                      <a:pt x="65455" y="120000"/>
                    </a:lnTo>
                    <a:cubicBezTo>
                      <a:pt x="71477" y="120000"/>
                      <a:pt x="76361" y="115116"/>
                      <a:pt x="76361" y="109088"/>
                    </a:cubicBezTo>
                    <a:lnTo>
                      <a:pt x="76361" y="98183"/>
                    </a:lnTo>
                    <a:cubicBezTo>
                      <a:pt x="76361" y="92155"/>
                      <a:pt x="71477" y="87272"/>
                      <a:pt x="65455" y="87272"/>
                    </a:cubicBezTo>
                    <a:moveTo>
                      <a:pt x="114544" y="109088"/>
                    </a:moveTo>
                    <a:cubicBezTo>
                      <a:pt x="114544" y="112100"/>
                      <a:pt x="112100" y="114544"/>
                      <a:pt x="109088" y="114544"/>
                    </a:cubicBezTo>
                    <a:lnTo>
                      <a:pt x="98183" y="114544"/>
                    </a:lnTo>
                    <a:cubicBezTo>
                      <a:pt x="95172" y="114544"/>
                      <a:pt x="92727" y="112100"/>
                      <a:pt x="92727" y="109088"/>
                    </a:cubicBezTo>
                    <a:lnTo>
                      <a:pt x="92727" y="98183"/>
                    </a:lnTo>
                    <a:cubicBezTo>
                      <a:pt x="92727" y="95172"/>
                      <a:pt x="95172" y="92727"/>
                      <a:pt x="98183" y="92727"/>
                    </a:cubicBezTo>
                    <a:lnTo>
                      <a:pt x="109088" y="92727"/>
                    </a:lnTo>
                    <a:cubicBezTo>
                      <a:pt x="112100" y="92727"/>
                      <a:pt x="114544" y="95172"/>
                      <a:pt x="114544" y="98183"/>
                    </a:cubicBezTo>
                    <a:cubicBezTo>
                      <a:pt x="114544" y="98183"/>
                      <a:pt x="114544" y="109088"/>
                      <a:pt x="114544" y="109088"/>
                    </a:cubicBezTo>
                    <a:close/>
                    <a:moveTo>
                      <a:pt x="109088" y="87272"/>
                    </a:moveTo>
                    <a:lnTo>
                      <a:pt x="98183" y="87272"/>
                    </a:lnTo>
                    <a:cubicBezTo>
                      <a:pt x="92155" y="87272"/>
                      <a:pt x="87272" y="92155"/>
                      <a:pt x="87272" y="98183"/>
                    </a:cubicBezTo>
                    <a:lnTo>
                      <a:pt x="87272" y="109088"/>
                    </a:lnTo>
                    <a:cubicBezTo>
                      <a:pt x="87272" y="115116"/>
                      <a:pt x="92155" y="120000"/>
                      <a:pt x="98183" y="120000"/>
                    </a:cubicBezTo>
                    <a:lnTo>
                      <a:pt x="109088" y="120000"/>
                    </a:lnTo>
                    <a:cubicBezTo>
                      <a:pt x="115116" y="120000"/>
                      <a:pt x="120000" y="115116"/>
                      <a:pt x="120000" y="109088"/>
                    </a:cubicBezTo>
                    <a:lnTo>
                      <a:pt x="120000" y="98183"/>
                    </a:lnTo>
                    <a:cubicBezTo>
                      <a:pt x="120000" y="92155"/>
                      <a:pt x="115116" y="87272"/>
                      <a:pt x="109088" y="87272"/>
                    </a:cubicBezTo>
                    <a:moveTo>
                      <a:pt x="27272" y="109088"/>
                    </a:moveTo>
                    <a:cubicBezTo>
                      <a:pt x="27272" y="112100"/>
                      <a:pt x="24827" y="114544"/>
                      <a:pt x="21816" y="114544"/>
                    </a:cubicBezTo>
                    <a:lnTo>
                      <a:pt x="10911" y="114544"/>
                    </a:lnTo>
                    <a:cubicBezTo>
                      <a:pt x="7900" y="114544"/>
                      <a:pt x="5455" y="112100"/>
                      <a:pt x="5455" y="109088"/>
                    </a:cubicBezTo>
                    <a:lnTo>
                      <a:pt x="5455" y="98183"/>
                    </a:lnTo>
                    <a:cubicBezTo>
                      <a:pt x="5455" y="95172"/>
                      <a:pt x="7900" y="92727"/>
                      <a:pt x="10911" y="92727"/>
                    </a:cubicBezTo>
                    <a:lnTo>
                      <a:pt x="21816" y="92727"/>
                    </a:lnTo>
                    <a:cubicBezTo>
                      <a:pt x="24827" y="92727"/>
                      <a:pt x="27272" y="95172"/>
                      <a:pt x="27272" y="98183"/>
                    </a:cubicBezTo>
                    <a:cubicBezTo>
                      <a:pt x="27272" y="98183"/>
                      <a:pt x="27272" y="109088"/>
                      <a:pt x="27272" y="109088"/>
                    </a:cubicBezTo>
                    <a:close/>
                    <a:moveTo>
                      <a:pt x="21816" y="87272"/>
                    </a:moveTo>
                    <a:lnTo>
                      <a:pt x="10911" y="87272"/>
                    </a:lnTo>
                    <a:cubicBezTo>
                      <a:pt x="4883" y="87272"/>
                      <a:pt x="0" y="92155"/>
                      <a:pt x="0" y="98183"/>
                    </a:cubicBezTo>
                    <a:lnTo>
                      <a:pt x="0" y="109088"/>
                    </a:lnTo>
                    <a:cubicBezTo>
                      <a:pt x="0" y="115116"/>
                      <a:pt x="4883" y="120000"/>
                      <a:pt x="10911" y="120000"/>
                    </a:cubicBezTo>
                    <a:lnTo>
                      <a:pt x="21816" y="120000"/>
                    </a:lnTo>
                    <a:cubicBezTo>
                      <a:pt x="27844" y="120000"/>
                      <a:pt x="32727" y="115116"/>
                      <a:pt x="32727" y="109088"/>
                    </a:cubicBezTo>
                    <a:lnTo>
                      <a:pt x="32727" y="98183"/>
                    </a:lnTo>
                    <a:cubicBezTo>
                      <a:pt x="32727" y="92155"/>
                      <a:pt x="27844" y="87272"/>
                      <a:pt x="21816" y="87272"/>
                    </a:cubicBezTo>
                    <a:moveTo>
                      <a:pt x="16361" y="81816"/>
                    </a:moveTo>
                    <a:cubicBezTo>
                      <a:pt x="17872" y="81816"/>
                      <a:pt x="19088" y="80594"/>
                      <a:pt x="19088" y="79088"/>
                    </a:cubicBezTo>
                    <a:lnTo>
                      <a:pt x="19088" y="60000"/>
                    </a:lnTo>
                    <a:lnTo>
                      <a:pt x="57272" y="60000"/>
                    </a:lnTo>
                    <a:lnTo>
                      <a:pt x="57272" y="79088"/>
                    </a:lnTo>
                    <a:cubicBezTo>
                      <a:pt x="57272" y="80594"/>
                      <a:pt x="58494" y="81816"/>
                      <a:pt x="60000" y="81816"/>
                    </a:cubicBezTo>
                    <a:cubicBezTo>
                      <a:pt x="61505" y="81816"/>
                      <a:pt x="62727" y="80594"/>
                      <a:pt x="62727" y="79088"/>
                    </a:cubicBezTo>
                    <a:lnTo>
                      <a:pt x="62727" y="60000"/>
                    </a:lnTo>
                    <a:lnTo>
                      <a:pt x="100911" y="60000"/>
                    </a:lnTo>
                    <a:lnTo>
                      <a:pt x="100911" y="79088"/>
                    </a:lnTo>
                    <a:cubicBezTo>
                      <a:pt x="100911" y="80594"/>
                      <a:pt x="102133" y="81816"/>
                      <a:pt x="103638" y="81816"/>
                    </a:cubicBezTo>
                    <a:cubicBezTo>
                      <a:pt x="105144" y="81816"/>
                      <a:pt x="106361" y="80594"/>
                      <a:pt x="106361" y="79088"/>
                    </a:cubicBezTo>
                    <a:lnTo>
                      <a:pt x="106361" y="57272"/>
                    </a:lnTo>
                    <a:cubicBezTo>
                      <a:pt x="106361" y="55766"/>
                      <a:pt x="105144" y="54544"/>
                      <a:pt x="103638" y="54544"/>
                    </a:cubicBezTo>
                    <a:lnTo>
                      <a:pt x="62727" y="54544"/>
                    </a:lnTo>
                    <a:lnTo>
                      <a:pt x="62727" y="40911"/>
                    </a:lnTo>
                    <a:cubicBezTo>
                      <a:pt x="62727" y="39405"/>
                      <a:pt x="61505" y="38183"/>
                      <a:pt x="60000" y="38183"/>
                    </a:cubicBezTo>
                    <a:cubicBezTo>
                      <a:pt x="58494" y="38183"/>
                      <a:pt x="57272" y="39405"/>
                      <a:pt x="57272" y="40911"/>
                    </a:cubicBezTo>
                    <a:lnTo>
                      <a:pt x="57272" y="54544"/>
                    </a:lnTo>
                    <a:lnTo>
                      <a:pt x="16361" y="54544"/>
                    </a:lnTo>
                    <a:cubicBezTo>
                      <a:pt x="14855" y="54544"/>
                      <a:pt x="13638" y="55766"/>
                      <a:pt x="13638" y="57272"/>
                    </a:cubicBezTo>
                    <a:lnTo>
                      <a:pt x="13638" y="79088"/>
                    </a:lnTo>
                    <a:cubicBezTo>
                      <a:pt x="13638" y="80594"/>
                      <a:pt x="14855" y="81816"/>
                      <a:pt x="16361" y="81816"/>
                    </a:cubicBezTo>
                    <a:moveTo>
                      <a:pt x="49088" y="10911"/>
                    </a:moveTo>
                    <a:cubicBezTo>
                      <a:pt x="49088" y="7900"/>
                      <a:pt x="51533" y="5455"/>
                      <a:pt x="54544" y="5455"/>
                    </a:cubicBezTo>
                    <a:lnTo>
                      <a:pt x="65455" y="5455"/>
                    </a:lnTo>
                    <a:cubicBezTo>
                      <a:pt x="68466" y="5455"/>
                      <a:pt x="70911" y="7900"/>
                      <a:pt x="70911" y="10911"/>
                    </a:cubicBezTo>
                    <a:lnTo>
                      <a:pt x="70911" y="21816"/>
                    </a:lnTo>
                    <a:cubicBezTo>
                      <a:pt x="70911" y="24827"/>
                      <a:pt x="68466" y="27272"/>
                      <a:pt x="65455" y="27272"/>
                    </a:cubicBezTo>
                    <a:lnTo>
                      <a:pt x="54544" y="27272"/>
                    </a:lnTo>
                    <a:cubicBezTo>
                      <a:pt x="51533" y="27272"/>
                      <a:pt x="49088" y="24827"/>
                      <a:pt x="49088" y="21816"/>
                    </a:cubicBezTo>
                    <a:cubicBezTo>
                      <a:pt x="49088" y="21816"/>
                      <a:pt x="49088" y="10911"/>
                      <a:pt x="49088" y="10911"/>
                    </a:cubicBezTo>
                    <a:close/>
                    <a:moveTo>
                      <a:pt x="54544" y="32727"/>
                    </a:moveTo>
                    <a:lnTo>
                      <a:pt x="65455" y="32727"/>
                    </a:lnTo>
                    <a:cubicBezTo>
                      <a:pt x="71477" y="32727"/>
                      <a:pt x="76361" y="27844"/>
                      <a:pt x="76361" y="21816"/>
                    </a:cubicBezTo>
                    <a:lnTo>
                      <a:pt x="76361" y="10911"/>
                    </a:lnTo>
                    <a:cubicBezTo>
                      <a:pt x="76361" y="4883"/>
                      <a:pt x="71477" y="0"/>
                      <a:pt x="65455" y="0"/>
                    </a:cubicBezTo>
                    <a:lnTo>
                      <a:pt x="54544" y="0"/>
                    </a:lnTo>
                    <a:cubicBezTo>
                      <a:pt x="48522" y="0"/>
                      <a:pt x="43638" y="4883"/>
                      <a:pt x="43638" y="10911"/>
                    </a:cubicBezTo>
                    <a:lnTo>
                      <a:pt x="43638" y="21816"/>
                    </a:lnTo>
                    <a:cubicBezTo>
                      <a:pt x="43638" y="27844"/>
                      <a:pt x="48522" y="32727"/>
                      <a:pt x="54544" y="32727"/>
                    </a:cubicBezTo>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grpSp>
      </p:grpSp>
      <p:grpSp>
        <p:nvGrpSpPr>
          <p:cNvPr id="119" name="Groupe 118">
            <a:extLst>
              <a:ext uri="{FF2B5EF4-FFF2-40B4-BE49-F238E27FC236}">
                <a16:creationId xmlns:a16="http://schemas.microsoft.com/office/drawing/2014/main" id="{6F3D91C0-C015-AED0-5D54-E089BC741A9F}"/>
              </a:ext>
            </a:extLst>
          </p:cNvPr>
          <p:cNvGrpSpPr/>
          <p:nvPr/>
        </p:nvGrpSpPr>
        <p:grpSpPr>
          <a:xfrm>
            <a:off x="7877160" y="6003196"/>
            <a:ext cx="3842882" cy="648000"/>
            <a:chOff x="7880947" y="6003196"/>
            <a:chExt cx="3842882" cy="648000"/>
          </a:xfrm>
        </p:grpSpPr>
        <p:sp>
          <p:nvSpPr>
            <p:cNvPr id="77" name="TextBox 4">
              <a:extLst>
                <a:ext uri="{FF2B5EF4-FFF2-40B4-BE49-F238E27FC236}">
                  <a16:creationId xmlns:a16="http://schemas.microsoft.com/office/drawing/2014/main" id="{0A4FC4FB-D674-5859-0BDD-F28817AF825D}"/>
                </a:ext>
              </a:extLst>
            </p:cNvPr>
            <p:cNvSpPr txBox="1"/>
            <p:nvPr/>
          </p:nvSpPr>
          <p:spPr>
            <a:xfrm>
              <a:off x="8737615" y="6059431"/>
              <a:ext cx="2986214" cy="535531"/>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Stream </a:t>
              </a:r>
              <a:r>
                <a:rPr lang="fr-FR" err="1"/>
                <a:t>Processing</a:t>
              </a:r>
              <a:r>
                <a:rPr lang="fr-FR"/>
                <a:t> (fil de l’eau)</a:t>
              </a:r>
            </a:p>
          </p:txBody>
        </p:sp>
        <p:grpSp>
          <p:nvGrpSpPr>
            <p:cNvPr id="74" name="Groupe 73">
              <a:extLst>
                <a:ext uri="{FF2B5EF4-FFF2-40B4-BE49-F238E27FC236}">
                  <a16:creationId xmlns:a16="http://schemas.microsoft.com/office/drawing/2014/main" id="{1EE08C95-6E24-78D0-4AD6-992A52416963}"/>
                </a:ext>
              </a:extLst>
            </p:cNvPr>
            <p:cNvGrpSpPr/>
            <p:nvPr/>
          </p:nvGrpSpPr>
          <p:grpSpPr>
            <a:xfrm>
              <a:off x="7880947" y="6003196"/>
              <a:ext cx="648000" cy="648000"/>
              <a:chOff x="7865186" y="5021932"/>
              <a:chExt cx="648000" cy="648000"/>
            </a:xfrm>
          </p:grpSpPr>
          <p:sp>
            <p:nvSpPr>
              <p:cNvPr id="52" name="Oval 9">
                <a:extLst>
                  <a:ext uri="{FF2B5EF4-FFF2-40B4-BE49-F238E27FC236}">
                    <a16:creationId xmlns:a16="http://schemas.microsoft.com/office/drawing/2014/main" id="{15DA6935-983C-F553-DDF5-5F06878CC933}"/>
                  </a:ext>
                </a:extLst>
              </p:cNvPr>
              <p:cNvSpPr/>
              <p:nvPr/>
            </p:nvSpPr>
            <p:spPr>
              <a:xfrm>
                <a:off x="7865186" y="5021932"/>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62" name="Shape 7296">
                <a:extLst>
                  <a:ext uri="{FF2B5EF4-FFF2-40B4-BE49-F238E27FC236}">
                    <a16:creationId xmlns:a16="http://schemas.microsoft.com/office/drawing/2014/main" id="{E7D3DCA7-55D3-B17C-DF2E-EB4026FC5635}"/>
                  </a:ext>
                </a:extLst>
              </p:cNvPr>
              <p:cNvSpPr/>
              <p:nvPr/>
            </p:nvSpPr>
            <p:spPr>
              <a:xfrm>
                <a:off x="7955186" y="5111932"/>
                <a:ext cx="468000" cy="468000"/>
              </a:xfrm>
              <a:custGeom>
                <a:avLst/>
                <a:gdLst/>
                <a:ahLst/>
                <a:cxnLst/>
                <a:rect l="0" t="0" r="0" b="0"/>
                <a:pathLst>
                  <a:path w="120000" h="120000" extrusionOk="0">
                    <a:moveTo>
                      <a:pt x="114219" y="43152"/>
                    </a:moveTo>
                    <a:lnTo>
                      <a:pt x="114219" y="43152"/>
                    </a:lnTo>
                    <a:cubicBezTo>
                      <a:pt x="108438" y="43152"/>
                      <a:pt x="108438" y="43152"/>
                      <a:pt x="108438" y="43152"/>
                    </a:cubicBezTo>
                    <a:cubicBezTo>
                      <a:pt x="105647" y="43152"/>
                      <a:pt x="105647" y="43152"/>
                      <a:pt x="105647" y="43152"/>
                    </a:cubicBezTo>
                    <a:cubicBezTo>
                      <a:pt x="90099" y="43152"/>
                      <a:pt x="90099" y="43152"/>
                      <a:pt x="90099" y="43152"/>
                    </a:cubicBezTo>
                    <a:cubicBezTo>
                      <a:pt x="85913" y="43152"/>
                      <a:pt x="84518" y="40394"/>
                      <a:pt x="84518" y="37635"/>
                    </a:cubicBezTo>
                    <a:cubicBezTo>
                      <a:pt x="84518" y="34876"/>
                      <a:pt x="85913" y="31921"/>
                      <a:pt x="90099" y="31921"/>
                    </a:cubicBezTo>
                    <a:cubicBezTo>
                      <a:pt x="100066" y="31921"/>
                      <a:pt x="100066" y="31921"/>
                      <a:pt x="100066" y="31921"/>
                    </a:cubicBezTo>
                    <a:cubicBezTo>
                      <a:pt x="90099" y="19507"/>
                      <a:pt x="76146" y="11034"/>
                      <a:pt x="59202" y="11034"/>
                    </a:cubicBezTo>
                    <a:cubicBezTo>
                      <a:pt x="32491" y="11034"/>
                      <a:pt x="11362" y="33300"/>
                      <a:pt x="11362" y="59901"/>
                    </a:cubicBezTo>
                    <a:cubicBezTo>
                      <a:pt x="11362" y="62660"/>
                      <a:pt x="8372" y="65418"/>
                      <a:pt x="5581" y="65418"/>
                    </a:cubicBezTo>
                    <a:cubicBezTo>
                      <a:pt x="1395" y="65418"/>
                      <a:pt x="0" y="62660"/>
                      <a:pt x="0" y="59901"/>
                    </a:cubicBezTo>
                    <a:lnTo>
                      <a:pt x="0" y="59901"/>
                    </a:lnTo>
                    <a:cubicBezTo>
                      <a:pt x="0" y="26403"/>
                      <a:pt x="26710" y="0"/>
                      <a:pt x="59202" y="0"/>
                    </a:cubicBezTo>
                    <a:cubicBezTo>
                      <a:pt x="80332" y="0"/>
                      <a:pt x="97275" y="9655"/>
                      <a:pt x="108438" y="25024"/>
                    </a:cubicBezTo>
                    <a:cubicBezTo>
                      <a:pt x="108438" y="15369"/>
                      <a:pt x="108438" y="15369"/>
                      <a:pt x="108438" y="15369"/>
                    </a:cubicBezTo>
                    <a:cubicBezTo>
                      <a:pt x="108438" y="12610"/>
                      <a:pt x="111229" y="9655"/>
                      <a:pt x="114219" y="9655"/>
                    </a:cubicBezTo>
                    <a:cubicBezTo>
                      <a:pt x="117009" y="9655"/>
                      <a:pt x="119800" y="12610"/>
                      <a:pt x="119800" y="15369"/>
                    </a:cubicBezTo>
                    <a:cubicBezTo>
                      <a:pt x="119800" y="37635"/>
                      <a:pt x="119800" y="37635"/>
                      <a:pt x="119800" y="37635"/>
                    </a:cubicBezTo>
                    <a:cubicBezTo>
                      <a:pt x="119800" y="40394"/>
                      <a:pt x="117009" y="43152"/>
                      <a:pt x="114219" y="43152"/>
                    </a:cubicBezTo>
                    <a:close/>
                    <a:moveTo>
                      <a:pt x="5581" y="76650"/>
                    </a:moveTo>
                    <a:lnTo>
                      <a:pt x="5581" y="76650"/>
                    </a:lnTo>
                    <a:cubicBezTo>
                      <a:pt x="29501" y="76650"/>
                      <a:pt x="29501" y="76650"/>
                      <a:pt x="29501" y="76650"/>
                    </a:cubicBezTo>
                    <a:cubicBezTo>
                      <a:pt x="32491" y="76650"/>
                      <a:pt x="35282" y="79408"/>
                      <a:pt x="35282" y="82167"/>
                    </a:cubicBezTo>
                    <a:cubicBezTo>
                      <a:pt x="35282" y="84926"/>
                      <a:pt x="32491" y="87684"/>
                      <a:pt x="29501" y="87684"/>
                    </a:cubicBezTo>
                    <a:cubicBezTo>
                      <a:pt x="19734" y="87684"/>
                      <a:pt x="19734" y="87684"/>
                      <a:pt x="19734" y="87684"/>
                    </a:cubicBezTo>
                    <a:cubicBezTo>
                      <a:pt x="28106" y="100295"/>
                      <a:pt x="43654" y="108571"/>
                      <a:pt x="59202" y="108571"/>
                    </a:cubicBezTo>
                    <a:cubicBezTo>
                      <a:pt x="85913" y="108571"/>
                      <a:pt x="108438" y="86305"/>
                      <a:pt x="108438" y="59901"/>
                    </a:cubicBezTo>
                    <a:cubicBezTo>
                      <a:pt x="108438" y="57142"/>
                      <a:pt x="111229" y="54384"/>
                      <a:pt x="114219" y="54384"/>
                    </a:cubicBezTo>
                    <a:cubicBezTo>
                      <a:pt x="117009" y="54384"/>
                      <a:pt x="119800" y="57142"/>
                      <a:pt x="119800" y="59901"/>
                    </a:cubicBezTo>
                    <a:lnTo>
                      <a:pt x="119800" y="59901"/>
                    </a:lnTo>
                    <a:cubicBezTo>
                      <a:pt x="119800" y="93201"/>
                      <a:pt x="92890" y="119802"/>
                      <a:pt x="59202" y="119802"/>
                    </a:cubicBezTo>
                    <a:cubicBezTo>
                      <a:pt x="39468" y="119802"/>
                      <a:pt x="21129" y="109950"/>
                      <a:pt x="11362" y="94581"/>
                    </a:cubicBezTo>
                    <a:cubicBezTo>
                      <a:pt x="11362" y="104433"/>
                      <a:pt x="11362" y="104433"/>
                      <a:pt x="11362" y="104433"/>
                    </a:cubicBezTo>
                    <a:cubicBezTo>
                      <a:pt x="11362" y="107192"/>
                      <a:pt x="8372" y="109950"/>
                      <a:pt x="5581" y="109950"/>
                    </a:cubicBezTo>
                    <a:cubicBezTo>
                      <a:pt x="1395" y="109950"/>
                      <a:pt x="0" y="107192"/>
                      <a:pt x="0" y="104433"/>
                    </a:cubicBezTo>
                    <a:cubicBezTo>
                      <a:pt x="0" y="82167"/>
                      <a:pt x="0" y="82167"/>
                      <a:pt x="0" y="82167"/>
                    </a:cubicBezTo>
                    <a:cubicBezTo>
                      <a:pt x="0" y="79408"/>
                      <a:pt x="1395" y="76650"/>
                      <a:pt x="5581" y="76650"/>
                    </a:cubicBezTo>
                    <a:close/>
                  </a:path>
                </a:pathLst>
              </a:custGeom>
              <a:solidFill>
                <a:schemeClr val="tx1"/>
              </a:solidFill>
              <a:ln>
                <a:noFill/>
              </a:ln>
            </p:spPr>
            <p:txBody>
              <a:bodyPr lIns="45713" tIns="22850" rIns="45713" bIns="22850" anchor="ctr" anchorCtr="0">
                <a:noAutofit/>
              </a:bodyPr>
              <a:lstStyle/>
              <a:p>
                <a:endParaRPr sz="900">
                  <a:solidFill>
                    <a:schemeClr val="dk1"/>
                  </a:solidFill>
                  <a:latin typeface="Calibri"/>
                  <a:ea typeface="Calibri"/>
                  <a:cs typeface="Calibri"/>
                  <a:sym typeface="Calibri"/>
                </a:endParaRPr>
              </a:p>
            </p:txBody>
          </p:sp>
        </p:grpSp>
      </p:grpSp>
      <p:grpSp>
        <p:nvGrpSpPr>
          <p:cNvPr id="116" name="Groupe 115">
            <a:extLst>
              <a:ext uri="{FF2B5EF4-FFF2-40B4-BE49-F238E27FC236}">
                <a16:creationId xmlns:a16="http://schemas.microsoft.com/office/drawing/2014/main" id="{797F0608-D402-5AB8-0C7B-4EED6976CAA2}"/>
              </a:ext>
            </a:extLst>
          </p:cNvPr>
          <p:cNvGrpSpPr/>
          <p:nvPr/>
        </p:nvGrpSpPr>
        <p:grpSpPr>
          <a:xfrm>
            <a:off x="7877160" y="3816850"/>
            <a:ext cx="3842882" cy="648000"/>
            <a:chOff x="7880947" y="3702876"/>
            <a:chExt cx="3842882" cy="648000"/>
          </a:xfrm>
        </p:grpSpPr>
        <p:sp>
          <p:nvSpPr>
            <p:cNvPr id="42" name="TextBox 4">
              <a:extLst>
                <a:ext uri="{FF2B5EF4-FFF2-40B4-BE49-F238E27FC236}">
                  <a16:creationId xmlns:a16="http://schemas.microsoft.com/office/drawing/2014/main" id="{924C5360-539B-76DE-78A6-39212235137F}"/>
                </a:ext>
              </a:extLst>
            </p:cNvPr>
            <p:cNvSpPr txBox="1"/>
            <p:nvPr/>
          </p:nvSpPr>
          <p:spPr>
            <a:xfrm>
              <a:off x="8737615" y="3869910"/>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L’ESB</a:t>
              </a:r>
            </a:p>
          </p:txBody>
        </p:sp>
        <p:grpSp>
          <p:nvGrpSpPr>
            <p:cNvPr id="70" name="Groupe 69">
              <a:extLst>
                <a:ext uri="{FF2B5EF4-FFF2-40B4-BE49-F238E27FC236}">
                  <a16:creationId xmlns:a16="http://schemas.microsoft.com/office/drawing/2014/main" id="{91815772-F57C-9BD1-260E-BD7407A6AF29}"/>
                </a:ext>
              </a:extLst>
            </p:cNvPr>
            <p:cNvGrpSpPr/>
            <p:nvPr/>
          </p:nvGrpSpPr>
          <p:grpSpPr>
            <a:xfrm>
              <a:off x="7880947" y="3702876"/>
              <a:ext cx="648000" cy="648000"/>
              <a:chOff x="7865191" y="2721613"/>
              <a:chExt cx="663756" cy="648000"/>
            </a:xfrm>
          </p:grpSpPr>
          <p:sp>
            <p:nvSpPr>
              <p:cNvPr id="43" name="Oval 9">
                <a:extLst>
                  <a:ext uri="{FF2B5EF4-FFF2-40B4-BE49-F238E27FC236}">
                    <a16:creationId xmlns:a16="http://schemas.microsoft.com/office/drawing/2014/main" id="{6D0E6F7E-AC04-2FCF-FDA1-104EC597C39F}"/>
                  </a:ext>
                </a:extLst>
              </p:cNvPr>
              <p:cNvSpPr/>
              <p:nvPr/>
            </p:nvSpPr>
            <p:spPr>
              <a:xfrm>
                <a:off x="7865191" y="2721613"/>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26" name="Picture 2" descr="Workflow Planning Svg Png Icon Free Download (#464234) - OnlineWebFonts.COM">
                <a:extLst>
                  <a:ext uri="{FF2B5EF4-FFF2-40B4-BE49-F238E27FC236}">
                    <a16:creationId xmlns:a16="http://schemas.microsoft.com/office/drawing/2014/main" id="{BA05EAA6-A966-B77A-899B-580AD6D11C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63095" y="2811639"/>
                <a:ext cx="467949" cy="467949"/>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7" name="Groupe 116">
            <a:extLst>
              <a:ext uri="{FF2B5EF4-FFF2-40B4-BE49-F238E27FC236}">
                <a16:creationId xmlns:a16="http://schemas.microsoft.com/office/drawing/2014/main" id="{A8431C3C-6318-E075-3591-AC823A35EE64}"/>
              </a:ext>
            </a:extLst>
          </p:cNvPr>
          <p:cNvGrpSpPr/>
          <p:nvPr/>
        </p:nvGrpSpPr>
        <p:grpSpPr>
          <a:xfrm>
            <a:off x="7877160" y="4545633"/>
            <a:ext cx="3842882" cy="648000"/>
            <a:chOff x="7880947" y="4469649"/>
            <a:chExt cx="3842882" cy="648000"/>
          </a:xfrm>
        </p:grpSpPr>
        <p:sp>
          <p:nvSpPr>
            <p:cNvPr id="45" name="TextBox 4">
              <a:extLst>
                <a:ext uri="{FF2B5EF4-FFF2-40B4-BE49-F238E27FC236}">
                  <a16:creationId xmlns:a16="http://schemas.microsoft.com/office/drawing/2014/main" id="{C841AE11-0EA3-40DB-73B6-0AABE4F3BE4C}"/>
                </a:ext>
              </a:extLst>
            </p:cNvPr>
            <p:cNvSpPr txBox="1"/>
            <p:nvPr/>
          </p:nvSpPr>
          <p:spPr>
            <a:xfrm>
              <a:off x="8737615" y="4636683"/>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L’ETL</a:t>
              </a:r>
            </a:p>
          </p:txBody>
        </p:sp>
        <p:grpSp>
          <p:nvGrpSpPr>
            <p:cNvPr id="69" name="Groupe 68">
              <a:extLst>
                <a:ext uri="{FF2B5EF4-FFF2-40B4-BE49-F238E27FC236}">
                  <a16:creationId xmlns:a16="http://schemas.microsoft.com/office/drawing/2014/main" id="{9C075171-309D-8030-88FD-2D97A560502C}"/>
                </a:ext>
              </a:extLst>
            </p:cNvPr>
            <p:cNvGrpSpPr/>
            <p:nvPr/>
          </p:nvGrpSpPr>
          <p:grpSpPr>
            <a:xfrm>
              <a:off x="7880947" y="4469649"/>
              <a:ext cx="648000" cy="648000"/>
              <a:chOff x="7865191" y="3488386"/>
              <a:chExt cx="663756" cy="648000"/>
            </a:xfrm>
          </p:grpSpPr>
          <p:sp>
            <p:nvSpPr>
              <p:cNvPr id="46" name="Oval 9">
                <a:extLst>
                  <a:ext uri="{FF2B5EF4-FFF2-40B4-BE49-F238E27FC236}">
                    <a16:creationId xmlns:a16="http://schemas.microsoft.com/office/drawing/2014/main" id="{D86ABF6A-AD19-C210-19A7-AB48D83723C5}"/>
                  </a:ext>
                </a:extLst>
              </p:cNvPr>
              <p:cNvSpPr/>
              <p:nvPr/>
            </p:nvSpPr>
            <p:spPr>
              <a:xfrm>
                <a:off x="7865191" y="3488386"/>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4" name="Picture 4" descr="Etl - Iconos gratis de computadora">
                <a:extLst>
                  <a:ext uri="{FF2B5EF4-FFF2-40B4-BE49-F238E27FC236}">
                    <a16:creationId xmlns:a16="http://schemas.microsoft.com/office/drawing/2014/main" id="{C41C84D1-577A-4F04-45C7-7AA83061BE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55776" y="3571093"/>
                <a:ext cx="482586" cy="48258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1" name="Groupe 110">
            <a:extLst>
              <a:ext uri="{FF2B5EF4-FFF2-40B4-BE49-F238E27FC236}">
                <a16:creationId xmlns:a16="http://schemas.microsoft.com/office/drawing/2014/main" id="{AD060793-59C3-78F8-CE95-A0ADE7E80C51}"/>
              </a:ext>
            </a:extLst>
          </p:cNvPr>
          <p:cNvGrpSpPr/>
          <p:nvPr/>
        </p:nvGrpSpPr>
        <p:grpSpPr>
          <a:xfrm>
            <a:off x="7877160" y="2359284"/>
            <a:ext cx="3842882" cy="648000"/>
            <a:chOff x="7880947" y="2473254"/>
            <a:chExt cx="3842882" cy="648000"/>
          </a:xfrm>
        </p:grpSpPr>
        <p:sp>
          <p:nvSpPr>
            <p:cNvPr id="39" name="TextBox 4">
              <a:extLst>
                <a:ext uri="{FF2B5EF4-FFF2-40B4-BE49-F238E27FC236}">
                  <a16:creationId xmlns:a16="http://schemas.microsoft.com/office/drawing/2014/main" id="{9F723379-8717-0275-2A6C-9F210CEAD42B}"/>
                </a:ext>
              </a:extLst>
            </p:cNvPr>
            <p:cNvSpPr txBox="1"/>
            <p:nvPr/>
          </p:nvSpPr>
          <p:spPr>
            <a:xfrm>
              <a:off x="8737615" y="2640288"/>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b="1">
                  <a:solidFill>
                    <a:schemeClr val="bg1"/>
                  </a:solidFill>
                </a:rPr>
                <a:t>L’API management</a:t>
              </a:r>
            </a:p>
          </p:txBody>
        </p:sp>
        <p:grpSp>
          <p:nvGrpSpPr>
            <p:cNvPr id="68" name="Groupe 67">
              <a:extLst>
                <a:ext uri="{FF2B5EF4-FFF2-40B4-BE49-F238E27FC236}">
                  <a16:creationId xmlns:a16="http://schemas.microsoft.com/office/drawing/2014/main" id="{94183892-46CF-E23A-3839-B305574E8FFC}"/>
                </a:ext>
              </a:extLst>
            </p:cNvPr>
            <p:cNvGrpSpPr/>
            <p:nvPr/>
          </p:nvGrpSpPr>
          <p:grpSpPr>
            <a:xfrm>
              <a:off x="7880947" y="2473254"/>
              <a:ext cx="648000" cy="648000"/>
              <a:chOff x="7865191" y="1954840"/>
              <a:chExt cx="663756" cy="648000"/>
            </a:xfrm>
          </p:grpSpPr>
          <p:sp>
            <p:nvSpPr>
              <p:cNvPr id="40" name="Oval 9">
                <a:extLst>
                  <a:ext uri="{FF2B5EF4-FFF2-40B4-BE49-F238E27FC236}">
                    <a16:creationId xmlns:a16="http://schemas.microsoft.com/office/drawing/2014/main" id="{C0E87504-7ABF-6174-7BAA-D6113F4E76B5}"/>
                  </a:ext>
                </a:extLst>
              </p:cNvPr>
              <p:cNvSpPr/>
              <p:nvPr/>
            </p:nvSpPr>
            <p:spPr>
              <a:xfrm>
                <a:off x="7865191" y="1954840"/>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5" name="Picture 6" descr="Api, management, cog, gear, website icon - Download on Iconfinder">
                <a:extLst>
                  <a:ext uri="{FF2B5EF4-FFF2-40B4-BE49-F238E27FC236}">
                    <a16:creationId xmlns:a16="http://schemas.microsoft.com/office/drawing/2014/main" id="{CEC27BF1-F31E-CA75-4ABB-971F0F722EB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94727" y="2089198"/>
                <a:ext cx="455485" cy="455485"/>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4" name="Groupe 113">
            <a:extLst>
              <a:ext uri="{FF2B5EF4-FFF2-40B4-BE49-F238E27FC236}">
                <a16:creationId xmlns:a16="http://schemas.microsoft.com/office/drawing/2014/main" id="{70A62B58-CD4D-0EB1-8109-25B5A0A1755B}"/>
              </a:ext>
            </a:extLst>
          </p:cNvPr>
          <p:cNvGrpSpPr/>
          <p:nvPr/>
        </p:nvGrpSpPr>
        <p:grpSpPr>
          <a:xfrm>
            <a:off x="7877160" y="901718"/>
            <a:ext cx="3839663" cy="648000"/>
            <a:chOff x="7880947" y="939708"/>
            <a:chExt cx="3839663" cy="648000"/>
          </a:xfrm>
        </p:grpSpPr>
        <p:sp>
          <p:nvSpPr>
            <p:cNvPr id="36" name="TextBox 4">
              <a:extLst>
                <a:ext uri="{FF2B5EF4-FFF2-40B4-BE49-F238E27FC236}">
                  <a16:creationId xmlns:a16="http://schemas.microsoft.com/office/drawing/2014/main" id="{0EE3CCEC-C4DD-276E-0586-816E18291BF8}"/>
                </a:ext>
              </a:extLst>
            </p:cNvPr>
            <p:cNvSpPr txBox="1"/>
            <p:nvPr/>
          </p:nvSpPr>
          <p:spPr>
            <a:xfrm>
              <a:off x="8734396" y="1107866"/>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Plateformes de médiation</a:t>
              </a:r>
            </a:p>
          </p:txBody>
        </p:sp>
        <p:grpSp>
          <p:nvGrpSpPr>
            <p:cNvPr id="67" name="Groupe 66">
              <a:extLst>
                <a:ext uri="{FF2B5EF4-FFF2-40B4-BE49-F238E27FC236}">
                  <a16:creationId xmlns:a16="http://schemas.microsoft.com/office/drawing/2014/main" id="{BB935DDB-705F-EA58-4A42-C38A67D58E3F}"/>
                </a:ext>
              </a:extLst>
            </p:cNvPr>
            <p:cNvGrpSpPr/>
            <p:nvPr/>
          </p:nvGrpSpPr>
          <p:grpSpPr>
            <a:xfrm>
              <a:off x="7880947" y="939708"/>
              <a:ext cx="648000" cy="648000"/>
              <a:chOff x="7865191" y="1188067"/>
              <a:chExt cx="663756" cy="648000"/>
            </a:xfrm>
          </p:grpSpPr>
          <p:sp>
            <p:nvSpPr>
              <p:cNvPr id="37" name="Oval 9">
                <a:extLst>
                  <a:ext uri="{FF2B5EF4-FFF2-40B4-BE49-F238E27FC236}">
                    <a16:creationId xmlns:a16="http://schemas.microsoft.com/office/drawing/2014/main" id="{F95B015E-DB72-9276-EB93-9FB345D474E1}"/>
                  </a:ext>
                </a:extLst>
              </p:cNvPr>
              <p:cNvSpPr/>
              <p:nvPr/>
            </p:nvSpPr>
            <p:spPr>
              <a:xfrm>
                <a:off x="7865191" y="1188067"/>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2" name="Picture 8" descr="Icône Cible, objectif dans Marketing (Outline) icon set">
                <a:extLst>
                  <a:ext uri="{FF2B5EF4-FFF2-40B4-BE49-F238E27FC236}">
                    <a16:creationId xmlns:a16="http://schemas.microsoft.com/office/drawing/2014/main" id="{BDAFF441-00EE-DC2C-4FE0-564B51EF9BE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41645" y="1256643"/>
                <a:ext cx="510848" cy="51084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3" name="Groupe 112">
            <a:extLst>
              <a:ext uri="{FF2B5EF4-FFF2-40B4-BE49-F238E27FC236}">
                <a16:creationId xmlns:a16="http://schemas.microsoft.com/office/drawing/2014/main" id="{382159C3-021D-B3BB-6438-CE906B6FA521}"/>
              </a:ext>
            </a:extLst>
          </p:cNvPr>
          <p:cNvGrpSpPr/>
          <p:nvPr/>
        </p:nvGrpSpPr>
        <p:grpSpPr>
          <a:xfrm>
            <a:off x="7877160" y="1630501"/>
            <a:ext cx="3842882" cy="648000"/>
            <a:chOff x="7880947" y="1706481"/>
            <a:chExt cx="3842882" cy="648000"/>
          </a:xfrm>
        </p:grpSpPr>
        <p:sp>
          <p:nvSpPr>
            <p:cNvPr id="54" name="TextBox 4">
              <a:extLst>
                <a:ext uri="{FF2B5EF4-FFF2-40B4-BE49-F238E27FC236}">
                  <a16:creationId xmlns:a16="http://schemas.microsoft.com/office/drawing/2014/main" id="{5D54B8AE-8409-6AB1-B235-6D655B69E37B}"/>
                </a:ext>
              </a:extLst>
            </p:cNvPr>
            <p:cNvSpPr txBox="1"/>
            <p:nvPr/>
          </p:nvSpPr>
          <p:spPr>
            <a:xfrm>
              <a:off x="8737615" y="1876903"/>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Typologies de flux </a:t>
              </a:r>
            </a:p>
          </p:txBody>
        </p:sp>
        <p:grpSp>
          <p:nvGrpSpPr>
            <p:cNvPr id="73" name="Groupe 72">
              <a:extLst>
                <a:ext uri="{FF2B5EF4-FFF2-40B4-BE49-F238E27FC236}">
                  <a16:creationId xmlns:a16="http://schemas.microsoft.com/office/drawing/2014/main" id="{640BF671-C2E0-7B90-22E4-5ED05B25F21F}"/>
                </a:ext>
              </a:extLst>
            </p:cNvPr>
            <p:cNvGrpSpPr/>
            <p:nvPr/>
          </p:nvGrpSpPr>
          <p:grpSpPr>
            <a:xfrm>
              <a:off x="7880947" y="1706481"/>
              <a:ext cx="648000" cy="648000"/>
              <a:chOff x="7865191" y="5788706"/>
              <a:chExt cx="663756" cy="648000"/>
            </a:xfrm>
          </p:grpSpPr>
          <p:sp>
            <p:nvSpPr>
              <p:cNvPr id="55" name="Oval 9">
                <a:extLst>
                  <a:ext uri="{FF2B5EF4-FFF2-40B4-BE49-F238E27FC236}">
                    <a16:creationId xmlns:a16="http://schemas.microsoft.com/office/drawing/2014/main" id="{8C62FFDF-D06B-043C-E6E9-520CB4B67950}"/>
                  </a:ext>
                </a:extLst>
              </p:cNvPr>
              <p:cNvSpPr/>
              <p:nvPr/>
            </p:nvSpPr>
            <p:spPr>
              <a:xfrm>
                <a:off x="7865191" y="5788706"/>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4" name="Picture 10" descr="Flux de travail - Icônes entreprise gratuites">
                <a:extLst>
                  <a:ext uri="{FF2B5EF4-FFF2-40B4-BE49-F238E27FC236}">
                    <a16:creationId xmlns:a16="http://schemas.microsoft.com/office/drawing/2014/main" id="{E7108A0A-EDD7-B70D-771E-800ED711E42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47416" y="5863053"/>
                <a:ext cx="499306" cy="49930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5" name="Groupe 114">
            <a:extLst>
              <a:ext uri="{FF2B5EF4-FFF2-40B4-BE49-F238E27FC236}">
                <a16:creationId xmlns:a16="http://schemas.microsoft.com/office/drawing/2014/main" id="{9688AF71-F11B-F7F7-1BF1-469F1FE3DA94}"/>
              </a:ext>
            </a:extLst>
          </p:cNvPr>
          <p:cNvGrpSpPr/>
          <p:nvPr/>
        </p:nvGrpSpPr>
        <p:grpSpPr>
          <a:xfrm>
            <a:off x="7877160" y="172935"/>
            <a:ext cx="3846669" cy="648000"/>
            <a:chOff x="7877160" y="172935"/>
            <a:chExt cx="3846669" cy="648000"/>
          </a:xfrm>
        </p:grpSpPr>
        <p:sp>
          <p:nvSpPr>
            <p:cNvPr id="102" name="TextBox 4">
              <a:extLst>
                <a:ext uri="{FF2B5EF4-FFF2-40B4-BE49-F238E27FC236}">
                  <a16:creationId xmlns:a16="http://schemas.microsoft.com/office/drawing/2014/main" id="{08EF1DAE-D77A-794C-3B18-C2C6C135E72E}"/>
                </a:ext>
              </a:extLst>
            </p:cNvPr>
            <p:cNvSpPr txBox="1"/>
            <p:nvPr/>
          </p:nvSpPr>
          <p:spPr>
            <a:xfrm>
              <a:off x="8737615" y="339969"/>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Médiation et urbanisation</a:t>
              </a:r>
            </a:p>
          </p:txBody>
        </p:sp>
        <p:grpSp>
          <p:nvGrpSpPr>
            <p:cNvPr id="76" name="Groupe 75">
              <a:extLst>
                <a:ext uri="{FF2B5EF4-FFF2-40B4-BE49-F238E27FC236}">
                  <a16:creationId xmlns:a16="http://schemas.microsoft.com/office/drawing/2014/main" id="{CE01ABCF-F61E-3F10-719A-B81BE6A61CD4}"/>
                </a:ext>
              </a:extLst>
            </p:cNvPr>
            <p:cNvGrpSpPr/>
            <p:nvPr/>
          </p:nvGrpSpPr>
          <p:grpSpPr>
            <a:xfrm>
              <a:off x="7877160" y="172935"/>
              <a:ext cx="648000" cy="648000"/>
              <a:chOff x="7877160" y="421293"/>
              <a:chExt cx="648000" cy="648000"/>
            </a:xfrm>
          </p:grpSpPr>
          <p:sp>
            <p:nvSpPr>
              <p:cNvPr id="103" name="Oval 9">
                <a:extLst>
                  <a:ext uri="{FF2B5EF4-FFF2-40B4-BE49-F238E27FC236}">
                    <a16:creationId xmlns:a16="http://schemas.microsoft.com/office/drawing/2014/main" id="{8AC00DDB-26A3-6160-4A14-ED454F592BDC}"/>
                  </a:ext>
                </a:extLst>
              </p:cNvPr>
              <p:cNvSpPr/>
              <p:nvPr/>
            </p:nvSpPr>
            <p:spPr>
              <a:xfrm>
                <a:off x="7877160" y="42129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75" name="Shape 7692">
                <a:extLst>
                  <a:ext uri="{FF2B5EF4-FFF2-40B4-BE49-F238E27FC236}">
                    <a16:creationId xmlns:a16="http://schemas.microsoft.com/office/drawing/2014/main" id="{BB65BE64-CCCA-0B16-C0CB-52B00EE5D1D9}"/>
                  </a:ext>
                </a:extLst>
              </p:cNvPr>
              <p:cNvSpPr/>
              <p:nvPr/>
            </p:nvSpPr>
            <p:spPr>
              <a:xfrm>
                <a:off x="7976160" y="520293"/>
                <a:ext cx="450000" cy="450000"/>
              </a:xfrm>
              <a:custGeom>
                <a:avLst/>
                <a:gdLst/>
                <a:ahLst/>
                <a:cxnLst/>
                <a:rect l="0" t="0" r="0" b="0"/>
                <a:pathLst>
                  <a:path w="120000" h="120000" extrusionOk="0">
                    <a:moveTo>
                      <a:pt x="114544" y="44972"/>
                    </a:moveTo>
                    <a:lnTo>
                      <a:pt x="111616" y="48000"/>
                    </a:lnTo>
                    <a:cubicBezTo>
                      <a:pt x="107188" y="46811"/>
                      <a:pt x="102677" y="46233"/>
                      <a:pt x="98194" y="46233"/>
                    </a:cubicBezTo>
                    <a:lnTo>
                      <a:pt x="95277" y="40983"/>
                    </a:lnTo>
                    <a:cubicBezTo>
                      <a:pt x="94733" y="40016"/>
                      <a:pt x="93950" y="39083"/>
                      <a:pt x="93005" y="38538"/>
                    </a:cubicBezTo>
                    <a:cubicBezTo>
                      <a:pt x="92227" y="38088"/>
                      <a:pt x="91344" y="37900"/>
                      <a:pt x="90377" y="38155"/>
                    </a:cubicBezTo>
                    <a:lnTo>
                      <a:pt x="74927" y="42294"/>
                    </a:lnTo>
                    <a:cubicBezTo>
                      <a:pt x="72788" y="42866"/>
                      <a:pt x="72194" y="45138"/>
                      <a:pt x="72094" y="47194"/>
                    </a:cubicBezTo>
                    <a:lnTo>
                      <a:pt x="72200" y="53166"/>
                    </a:lnTo>
                    <a:cubicBezTo>
                      <a:pt x="68294" y="55405"/>
                      <a:pt x="64661" y="58172"/>
                      <a:pt x="61405" y="61427"/>
                    </a:cubicBezTo>
                    <a:lnTo>
                      <a:pt x="55683" y="59788"/>
                    </a:lnTo>
                    <a:cubicBezTo>
                      <a:pt x="53738" y="59244"/>
                      <a:pt x="51327" y="59344"/>
                      <a:pt x="50222" y="61255"/>
                    </a:cubicBezTo>
                    <a:lnTo>
                      <a:pt x="42222" y="75111"/>
                    </a:lnTo>
                    <a:cubicBezTo>
                      <a:pt x="41116" y="77022"/>
                      <a:pt x="42300" y="79050"/>
                      <a:pt x="43683" y="80577"/>
                    </a:cubicBezTo>
                    <a:lnTo>
                      <a:pt x="47961" y="84711"/>
                    </a:lnTo>
                    <a:cubicBezTo>
                      <a:pt x="46772" y="89161"/>
                      <a:pt x="46194" y="93688"/>
                      <a:pt x="46205" y="98188"/>
                    </a:cubicBezTo>
                    <a:lnTo>
                      <a:pt x="40983" y="101088"/>
                    </a:lnTo>
                    <a:cubicBezTo>
                      <a:pt x="39222" y="102072"/>
                      <a:pt x="37583" y="103850"/>
                      <a:pt x="38155" y="105983"/>
                    </a:cubicBezTo>
                    <a:lnTo>
                      <a:pt x="40450" y="114550"/>
                    </a:lnTo>
                    <a:lnTo>
                      <a:pt x="10911" y="114550"/>
                    </a:lnTo>
                    <a:cubicBezTo>
                      <a:pt x="7900" y="114550"/>
                      <a:pt x="5455" y="112100"/>
                      <a:pt x="5455" y="109088"/>
                    </a:cubicBezTo>
                    <a:lnTo>
                      <a:pt x="5455" y="62727"/>
                    </a:lnTo>
                    <a:lnTo>
                      <a:pt x="10727" y="62727"/>
                    </a:lnTo>
                    <a:cubicBezTo>
                      <a:pt x="12933" y="62727"/>
                      <a:pt x="14100" y="60688"/>
                      <a:pt x="14727" y="58727"/>
                    </a:cubicBezTo>
                    <a:lnTo>
                      <a:pt x="16183" y="52905"/>
                    </a:lnTo>
                    <a:cubicBezTo>
                      <a:pt x="20616" y="51722"/>
                      <a:pt x="24811" y="49961"/>
                      <a:pt x="28688" y="47722"/>
                    </a:cubicBezTo>
                    <a:lnTo>
                      <a:pt x="33838" y="50811"/>
                    </a:lnTo>
                    <a:cubicBezTo>
                      <a:pt x="34861" y="51338"/>
                      <a:pt x="36022" y="51761"/>
                      <a:pt x="37116" y="51761"/>
                    </a:cubicBezTo>
                    <a:cubicBezTo>
                      <a:pt x="37983" y="51761"/>
                      <a:pt x="38805" y="51500"/>
                      <a:pt x="39500" y="50811"/>
                    </a:cubicBezTo>
                    <a:lnTo>
                      <a:pt x="50811" y="39494"/>
                    </a:lnTo>
                    <a:cubicBezTo>
                      <a:pt x="52372" y="37933"/>
                      <a:pt x="51844" y="35577"/>
                      <a:pt x="50811" y="33838"/>
                    </a:cubicBezTo>
                    <a:lnTo>
                      <a:pt x="47738" y="28716"/>
                    </a:lnTo>
                    <a:cubicBezTo>
                      <a:pt x="49994" y="24827"/>
                      <a:pt x="51761" y="20616"/>
                      <a:pt x="52950" y="16172"/>
                    </a:cubicBezTo>
                    <a:lnTo>
                      <a:pt x="58727" y="14727"/>
                    </a:lnTo>
                    <a:cubicBezTo>
                      <a:pt x="60688" y="14100"/>
                      <a:pt x="62727" y="12933"/>
                      <a:pt x="62727" y="10727"/>
                    </a:cubicBezTo>
                    <a:lnTo>
                      <a:pt x="62727" y="5455"/>
                    </a:lnTo>
                    <a:lnTo>
                      <a:pt x="109088" y="5455"/>
                    </a:lnTo>
                    <a:cubicBezTo>
                      <a:pt x="112100" y="5455"/>
                      <a:pt x="114544" y="7894"/>
                      <a:pt x="114544" y="10911"/>
                    </a:cubicBezTo>
                    <a:cubicBezTo>
                      <a:pt x="114544" y="10911"/>
                      <a:pt x="114544" y="44972"/>
                      <a:pt x="114544" y="44972"/>
                    </a:cubicBezTo>
                    <a:close/>
                    <a:moveTo>
                      <a:pt x="114544" y="69966"/>
                    </a:moveTo>
                    <a:cubicBezTo>
                      <a:pt x="109722" y="67155"/>
                      <a:pt x="104166" y="65455"/>
                      <a:pt x="98183" y="65455"/>
                    </a:cubicBezTo>
                    <a:cubicBezTo>
                      <a:pt x="80105" y="65455"/>
                      <a:pt x="65455" y="80105"/>
                      <a:pt x="65455" y="98183"/>
                    </a:cubicBezTo>
                    <a:cubicBezTo>
                      <a:pt x="65455" y="104172"/>
                      <a:pt x="67155" y="109722"/>
                      <a:pt x="69966" y="114550"/>
                    </a:cubicBezTo>
                    <a:lnTo>
                      <a:pt x="46100" y="114550"/>
                    </a:lnTo>
                    <a:lnTo>
                      <a:pt x="43750" y="105788"/>
                    </a:lnTo>
                    <a:lnTo>
                      <a:pt x="48855" y="102955"/>
                    </a:lnTo>
                    <a:cubicBezTo>
                      <a:pt x="50588" y="101988"/>
                      <a:pt x="51661" y="100155"/>
                      <a:pt x="51661" y="98172"/>
                    </a:cubicBezTo>
                    <a:cubicBezTo>
                      <a:pt x="51655" y="94100"/>
                      <a:pt x="52177" y="90044"/>
                      <a:pt x="53233" y="86122"/>
                    </a:cubicBezTo>
                    <a:cubicBezTo>
                      <a:pt x="53744" y="84211"/>
                      <a:pt x="53177" y="82172"/>
                      <a:pt x="51755" y="80794"/>
                    </a:cubicBezTo>
                    <a:lnTo>
                      <a:pt x="47622" y="76794"/>
                    </a:lnTo>
                    <a:cubicBezTo>
                      <a:pt x="47605" y="76777"/>
                      <a:pt x="47588" y="76761"/>
                      <a:pt x="47577" y="76738"/>
                    </a:cubicBezTo>
                    <a:lnTo>
                      <a:pt x="54311" y="65072"/>
                    </a:lnTo>
                    <a:lnTo>
                      <a:pt x="59905" y="66672"/>
                    </a:lnTo>
                    <a:cubicBezTo>
                      <a:pt x="61811" y="67216"/>
                      <a:pt x="63861" y="66683"/>
                      <a:pt x="65266" y="65283"/>
                    </a:cubicBezTo>
                    <a:cubicBezTo>
                      <a:pt x="68133" y="62411"/>
                      <a:pt x="71377" y="59927"/>
                      <a:pt x="74916" y="57894"/>
                    </a:cubicBezTo>
                    <a:cubicBezTo>
                      <a:pt x="76633" y="56905"/>
                      <a:pt x="77683" y="55061"/>
                      <a:pt x="77650" y="53077"/>
                    </a:cubicBezTo>
                    <a:lnTo>
                      <a:pt x="77555" y="47300"/>
                    </a:lnTo>
                    <a:lnTo>
                      <a:pt x="77555" y="47238"/>
                    </a:lnTo>
                    <a:lnTo>
                      <a:pt x="90577" y="43750"/>
                    </a:lnTo>
                    <a:lnTo>
                      <a:pt x="93427" y="48883"/>
                    </a:lnTo>
                    <a:cubicBezTo>
                      <a:pt x="93916" y="49766"/>
                      <a:pt x="94622" y="50472"/>
                      <a:pt x="95466" y="50955"/>
                    </a:cubicBezTo>
                    <a:cubicBezTo>
                      <a:pt x="96277" y="51427"/>
                      <a:pt x="97216" y="51688"/>
                      <a:pt x="98194" y="51688"/>
                    </a:cubicBezTo>
                    <a:cubicBezTo>
                      <a:pt x="102261" y="51688"/>
                      <a:pt x="106305" y="52216"/>
                      <a:pt x="110205" y="53272"/>
                    </a:cubicBezTo>
                    <a:cubicBezTo>
                      <a:pt x="111700" y="53666"/>
                      <a:pt x="113272" y="53394"/>
                      <a:pt x="114544" y="52577"/>
                    </a:cubicBezTo>
                    <a:cubicBezTo>
                      <a:pt x="114544" y="52577"/>
                      <a:pt x="114544" y="69966"/>
                      <a:pt x="114544" y="69966"/>
                    </a:cubicBezTo>
                    <a:close/>
                    <a:moveTo>
                      <a:pt x="114544" y="85972"/>
                    </a:moveTo>
                    <a:lnTo>
                      <a:pt x="106072" y="90683"/>
                    </a:lnTo>
                    <a:cubicBezTo>
                      <a:pt x="104083" y="88588"/>
                      <a:pt x="101294" y="87272"/>
                      <a:pt x="98183" y="87272"/>
                    </a:cubicBezTo>
                    <a:cubicBezTo>
                      <a:pt x="95072" y="87272"/>
                      <a:pt x="92277" y="88588"/>
                      <a:pt x="90294" y="90683"/>
                    </a:cubicBezTo>
                    <a:lnTo>
                      <a:pt x="75794" y="82627"/>
                    </a:lnTo>
                    <a:cubicBezTo>
                      <a:pt x="80722" y="75550"/>
                      <a:pt x="88905" y="70911"/>
                      <a:pt x="98183" y="70911"/>
                    </a:cubicBezTo>
                    <a:cubicBezTo>
                      <a:pt x="104350" y="70911"/>
                      <a:pt x="109988" y="73005"/>
                      <a:pt x="114544" y="76466"/>
                    </a:cubicBezTo>
                    <a:cubicBezTo>
                      <a:pt x="114544" y="76466"/>
                      <a:pt x="114544" y="85972"/>
                      <a:pt x="114544" y="85972"/>
                    </a:cubicBezTo>
                    <a:close/>
                    <a:moveTo>
                      <a:pt x="114544" y="109088"/>
                    </a:moveTo>
                    <a:cubicBezTo>
                      <a:pt x="114544" y="112100"/>
                      <a:pt x="112100" y="114550"/>
                      <a:pt x="109088" y="114550"/>
                    </a:cubicBezTo>
                    <a:lnTo>
                      <a:pt x="100911" y="114550"/>
                    </a:lnTo>
                    <a:lnTo>
                      <a:pt x="100911" y="108705"/>
                    </a:lnTo>
                    <a:cubicBezTo>
                      <a:pt x="105605" y="107488"/>
                      <a:pt x="109088" y="103261"/>
                      <a:pt x="109088" y="98183"/>
                    </a:cubicBezTo>
                    <a:cubicBezTo>
                      <a:pt x="109088" y="97233"/>
                      <a:pt x="108933" y="96327"/>
                      <a:pt x="108705" y="95455"/>
                    </a:cubicBezTo>
                    <a:lnTo>
                      <a:pt x="114544" y="92211"/>
                    </a:lnTo>
                    <a:cubicBezTo>
                      <a:pt x="114544" y="92211"/>
                      <a:pt x="114544" y="109088"/>
                      <a:pt x="114544" y="109088"/>
                    </a:cubicBezTo>
                    <a:close/>
                    <a:moveTo>
                      <a:pt x="92727" y="98183"/>
                    </a:moveTo>
                    <a:cubicBezTo>
                      <a:pt x="92727" y="95172"/>
                      <a:pt x="95172" y="92727"/>
                      <a:pt x="98183" y="92727"/>
                    </a:cubicBezTo>
                    <a:cubicBezTo>
                      <a:pt x="101188" y="92727"/>
                      <a:pt x="103638" y="95172"/>
                      <a:pt x="103638" y="98183"/>
                    </a:cubicBezTo>
                    <a:cubicBezTo>
                      <a:pt x="103638" y="101194"/>
                      <a:pt x="101188" y="103638"/>
                      <a:pt x="98183" y="103638"/>
                    </a:cubicBezTo>
                    <a:cubicBezTo>
                      <a:pt x="95172" y="103638"/>
                      <a:pt x="92727" y="101194"/>
                      <a:pt x="92727" y="98183"/>
                    </a:cubicBezTo>
                    <a:moveTo>
                      <a:pt x="95455" y="114550"/>
                    </a:moveTo>
                    <a:lnTo>
                      <a:pt x="76427" y="114550"/>
                    </a:lnTo>
                    <a:cubicBezTo>
                      <a:pt x="72988" y="109983"/>
                      <a:pt x="70911" y="104338"/>
                      <a:pt x="70911" y="98183"/>
                    </a:cubicBezTo>
                    <a:cubicBezTo>
                      <a:pt x="70911" y="94344"/>
                      <a:pt x="71705" y="90700"/>
                      <a:pt x="73138" y="87388"/>
                    </a:cubicBezTo>
                    <a:lnTo>
                      <a:pt x="87661" y="95455"/>
                    </a:lnTo>
                    <a:cubicBezTo>
                      <a:pt x="87433" y="96327"/>
                      <a:pt x="87272" y="97233"/>
                      <a:pt x="87272" y="98183"/>
                    </a:cubicBezTo>
                    <a:cubicBezTo>
                      <a:pt x="87272" y="103261"/>
                      <a:pt x="90755" y="107488"/>
                      <a:pt x="95455" y="108705"/>
                    </a:cubicBezTo>
                    <a:cubicBezTo>
                      <a:pt x="95455" y="108705"/>
                      <a:pt x="95455" y="114550"/>
                      <a:pt x="95455" y="114550"/>
                    </a:cubicBezTo>
                    <a:close/>
                    <a:moveTo>
                      <a:pt x="5455" y="29866"/>
                    </a:moveTo>
                    <a:cubicBezTo>
                      <a:pt x="18338" y="28583"/>
                      <a:pt x="28583" y="18338"/>
                      <a:pt x="29861" y="5455"/>
                    </a:cubicBezTo>
                    <a:lnTo>
                      <a:pt x="57272" y="5455"/>
                    </a:lnTo>
                    <a:lnTo>
                      <a:pt x="57272" y="9461"/>
                    </a:lnTo>
                    <a:cubicBezTo>
                      <a:pt x="57250" y="9472"/>
                      <a:pt x="57233" y="9477"/>
                      <a:pt x="57211" y="9483"/>
                    </a:cubicBezTo>
                    <a:lnTo>
                      <a:pt x="51627" y="10877"/>
                    </a:lnTo>
                    <a:cubicBezTo>
                      <a:pt x="49705" y="11361"/>
                      <a:pt x="48194" y="12850"/>
                      <a:pt x="47683" y="14761"/>
                    </a:cubicBezTo>
                    <a:cubicBezTo>
                      <a:pt x="46633" y="18683"/>
                      <a:pt x="45066" y="22455"/>
                      <a:pt x="43022" y="25977"/>
                    </a:cubicBezTo>
                    <a:cubicBezTo>
                      <a:pt x="42022" y="27700"/>
                      <a:pt x="42038" y="29822"/>
                      <a:pt x="43061" y="31522"/>
                    </a:cubicBezTo>
                    <a:lnTo>
                      <a:pt x="46066" y="36527"/>
                    </a:lnTo>
                    <a:lnTo>
                      <a:pt x="36533" y="46061"/>
                    </a:lnTo>
                    <a:cubicBezTo>
                      <a:pt x="36516" y="46055"/>
                      <a:pt x="36494" y="46044"/>
                      <a:pt x="36477" y="46033"/>
                    </a:cubicBezTo>
                    <a:lnTo>
                      <a:pt x="31494" y="43044"/>
                    </a:lnTo>
                    <a:cubicBezTo>
                      <a:pt x="30627" y="42527"/>
                      <a:pt x="29661" y="42266"/>
                      <a:pt x="28688" y="42266"/>
                    </a:cubicBezTo>
                    <a:cubicBezTo>
                      <a:pt x="27750" y="42266"/>
                      <a:pt x="26805" y="42511"/>
                      <a:pt x="25961" y="42994"/>
                    </a:cubicBezTo>
                    <a:cubicBezTo>
                      <a:pt x="22438" y="45033"/>
                      <a:pt x="18677" y="46594"/>
                      <a:pt x="14772" y="47638"/>
                    </a:cubicBezTo>
                    <a:cubicBezTo>
                      <a:pt x="12861" y="48144"/>
                      <a:pt x="11372" y="49655"/>
                      <a:pt x="10888" y="51583"/>
                    </a:cubicBezTo>
                    <a:lnTo>
                      <a:pt x="9483" y="57211"/>
                    </a:lnTo>
                    <a:cubicBezTo>
                      <a:pt x="9477" y="57233"/>
                      <a:pt x="9472" y="57250"/>
                      <a:pt x="9461" y="57277"/>
                    </a:cubicBezTo>
                    <a:lnTo>
                      <a:pt x="5455" y="57277"/>
                    </a:lnTo>
                    <a:cubicBezTo>
                      <a:pt x="5455" y="57277"/>
                      <a:pt x="5455" y="29866"/>
                      <a:pt x="5455" y="29866"/>
                    </a:cubicBezTo>
                    <a:close/>
                    <a:moveTo>
                      <a:pt x="5455" y="10911"/>
                    </a:moveTo>
                    <a:cubicBezTo>
                      <a:pt x="5455" y="7894"/>
                      <a:pt x="7900" y="5455"/>
                      <a:pt x="10911" y="5455"/>
                    </a:cubicBezTo>
                    <a:lnTo>
                      <a:pt x="24355" y="5455"/>
                    </a:lnTo>
                    <a:cubicBezTo>
                      <a:pt x="23122" y="15322"/>
                      <a:pt x="15322" y="23122"/>
                      <a:pt x="5455" y="24355"/>
                    </a:cubicBezTo>
                    <a:cubicBezTo>
                      <a:pt x="5455" y="24355"/>
                      <a:pt x="5455" y="10911"/>
                      <a:pt x="5455" y="10911"/>
                    </a:cubicBezTo>
                    <a:close/>
                    <a:moveTo>
                      <a:pt x="109088" y="0"/>
                    </a:moveTo>
                    <a:lnTo>
                      <a:pt x="10911" y="0"/>
                    </a:lnTo>
                    <a:cubicBezTo>
                      <a:pt x="4883" y="0"/>
                      <a:pt x="0" y="4883"/>
                      <a:pt x="0" y="10911"/>
                    </a:cubicBezTo>
                    <a:lnTo>
                      <a:pt x="0" y="109088"/>
                    </a:lnTo>
                    <a:cubicBezTo>
                      <a:pt x="0" y="115116"/>
                      <a:pt x="4883" y="120000"/>
                      <a:pt x="10911" y="120000"/>
                    </a:cubicBezTo>
                    <a:lnTo>
                      <a:pt x="109088" y="120000"/>
                    </a:lnTo>
                    <a:cubicBezTo>
                      <a:pt x="115116" y="120000"/>
                      <a:pt x="120000" y="115116"/>
                      <a:pt x="120000" y="109088"/>
                    </a:cubicBezTo>
                    <a:lnTo>
                      <a:pt x="120000" y="10911"/>
                    </a:lnTo>
                    <a:cubicBezTo>
                      <a:pt x="120000" y="4883"/>
                      <a:pt x="115116" y="0"/>
                      <a:pt x="109088" y="0"/>
                    </a:cubicBezTo>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grpSp>
      </p:grpSp>
      <p:grpSp>
        <p:nvGrpSpPr>
          <p:cNvPr id="82" name="Groupe 81">
            <a:extLst>
              <a:ext uri="{FF2B5EF4-FFF2-40B4-BE49-F238E27FC236}">
                <a16:creationId xmlns:a16="http://schemas.microsoft.com/office/drawing/2014/main" id="{E70F0B52-5F52-96BF-AEB5-7BB561F58AF7}"/>
              </a:ext>
            </a:extLst>
          </p:cNvPr>
          <p:cNvGrpSpPr>
            <a:grpSpLocks noChangeAspect="1"/>
          </p:cNvGrpSpPr>
          <p:nvPr/>
        </p:nvGrpSpPr>
        <p:grpSpPr>
          <a:xfrm>
            <a:off x="102722" y="3105000"/>
            <a:ext cx="648000" cy="648000"/>
            <a:chOff x="7838379" y="2027071"/>
            <a:chExt cx="748248" cy="748248"/>
          </a:xfrm>
        </p:grpSpPr>
        <p:sp>
          <p:nvSpPr>
            <p:cNvPr id="83" name="Oval 9">
              <a:extLst>
                <a:ext uri="{FF2B5EF4-FFF2-40B4-BE49-F238E27FC236}">
                  <a16:creationId xmlns:a16="http://schemas.microsoft.com/office/drawing/2014/main" id="{09E29480-55AA-1E9C-126F-CA7521CCEBF8}"/>
                </a:ext>
              </a:extLst>
            </p:cNvPr>
            <p:cNvSpPr/>
            <p:nvPr/>
          </p:nvSpPr>
          <p:spPr>
            <a:xfrm>
              <a:off x="7838379" y="2027071"/>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en-US" sz="2800" spc="300">
                <a:latin typeface="Arial" charset="0"/>
                <a:ea typeface="Arial" charset="0"/>
                <a:cs typeface="Arial" charset="0"/>
              </a:endParaRPr>
            </a:p>
          </p:txBody>
        </p:sp>
        <p:pic>
          <p:nvPicPr>
            <p:cNvPr id="84" name="Picture 4">
              <a:extLst>
                <a:ext uri="{FF2B5EF4-FFF2-40B4-BE49-F238E27FC236}">
                  <a16:creationId xmlns:a16="http://schemas.microsoft.com/office/drawing/2014/main" id="{F8A65C2C-4798-8D41-7566-F72A0D96507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49721" y="2151620"/>
              <a:ext cx="513183" cy="513183"/>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Box 4">
            <a:extLst>
              <a:ext uri="{FF2B5EF4-FFF2-40B4-BE49-F238E27FC236}">
                <a16:creationId xmlns:a16="http://schemas.microsoft.com/office/drawing/2014/main" id="{5410D7A1-EE28-F118-3AD3-0D94CEF620E9}"/>
              </a:ext>
            </a:extLst>
          </p:cNvPr>
          <p:cNvSpPr txBox="1"/>
          <p:nvPr/>
        </p:nvSpPr>
        <p:spPr>
          <a:xfrm>
            <a:off x="8733828" y="3255101"/>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 MOM</a:t>
            </a:r>
          </a:p>
        </p:txBody>
      </p:sp>
      <p:pic>
        <p:nvPicPr>
          <p:cNvPr id="2" name="Picture 2">
            <a:extLst>
              <a:ext uri="{FF2B5EF4-FFF2-40B4-BE49-F238E27FC236}">
                <a16:creationId xmlns:a16="http://schemas.microsoft.com/office/drawing/2014/main" id="{AD1D0F4F-0558-4EB2-5BFF-F481319BD29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73279" y="2839792"/>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3" name="Groupe 2">
            <a:extLst>
              <a:ext uri="{FF2B5EF4-FFF2-40B4-BE49-F238E27FC236}">
                <a16:creationId xmlns:a16="http://schemas.microsoft.com/office/drawing/2014/main" id="{F4E82563-A583-6B7B-8CB5-943616B04851}"/>
              </a:ext>
            </a:extLst>
          </p:cNvPr>
          <p:cNvGrpSpPr/>
          <p:nvPr/>
        </p:nvGrpSpPr>
        <p:grpSpPr>
          <a:xfrm>
            <a:off x="7877160" y="3088067"/>
            <a:ext cx="648000" cy="648000"/>
            <a:chOff x="7877160" y="3088067"/>
            <a:chExt cx="648000" cy="648000"/>
          </a:xfrm>
        </p:grpSpPr>
        <p:sp>
          <p:nvSpPr>
            <p:cNvPr id="4" name="Oval 9">
              <a:extLst>
                <a:ext uri="{FF2B5EF4-FFF2-40B4-BE49-F238E27FC236}">
                  <a16:creationId xmlns:a16="http://schemas.microsoft.com/office/drawing/2014/main" id="{1FEF7F8D-2D38-A3C1-688A-80128B6EBAFA}"/>
                </a:ext>
              </a:extLst>
            </p:cNvPr>
            <p:cNvSpPr/>
            <p:nvPr/>
          </p:nvSpPr>
          <p:spPr>
            <a:xfrm>
              <a:off x="7877160" y="3088067"/>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5" name="Picture 2" descr="middleware Vector Icons free download in SVG, PNG Format">
              <a:extLst>
                <a:ext uri="{FF2B5EF4-FFF2-40B4-BE49-F238E27FC236}">
                  <a16:creationId xmlns:a16="http://schemas.microsoft.com/office/drawing/2014/main" id="{F5030906-DCAA-C6D3-82FE-CEF86A6E9AF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03266" y="3214173"/>
              <a:ext cx="440945" cy="44094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2961306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L’API Management</a:t>
            </a:r>
          </a:p>
        </p:txBody>
      </p:sp>
      <p:sp>
        <p:nvSpPr>
          <p:cNvPr id="77" name="TextBox 10">
            <a:extLst>
              <a:ext uri="{FF2B5EF4-FFF2-40B4-BE49-F238E27FC236}">
                <a16:creationId xmlns:a16="http://schemas.microsoft.com/office/drawing/2014/main" id="{D3D1FEC4-2278-D939-3576-42163EB6D554}"/>
              </a:ext>
            </a:extLst>
          </p:cNvPr>
          <p:cNvSpPr txBox="1"/>
          <p:nvPr/>
        </p:nvSpPr>
        <p:spPr>
          <a:xfrm>
            <a:off x="1182919" y="2579948"/>
            <a:ext cx="9826157" cy="1698103"/>
          </a:xfrm>
          <a:prstGeom prst="rect">
            <a:avLst/>
          </a:prstGeom>
          <a:noFill/>
          <a:ln>
            <a:solidFill>
              <a:schemeClr val="tx2"/>
            </a:solidFill>
          </a:ln>
        </p:spPr>
        <p:txBody>
          <a:bodyPr wrap="square" lIns="216000" tIns="216000" rIns="216000" bIns="216000" rtlCol="0">
            <a:spAutoFit/>
          </a:bodyPr>
          <a:lstStyle/>
          <a:p>
            <a:pPr algn="just"/>
            <a:r>
              <a:rPr lang="fr-FR"/>
              <a:t>L’</a:t>
            </a:r>
            <a:r>
              <a:rPr lang="fr-FR" sz="2800" b="1"/>
              <a:t>API Management </a:t>
            </a:r>
            <a:r>
              <a:rPr lang="fr-FR"/>
              <a:t>est</a:t>
            </a:r>
            <a:r>
              <a:rPr lang="fr-FR">
                <a:solidFill>
                  <a:schemeClr val="bg1"/>
                </a:solidFill>
              </a:rPr>
              <a:t> </a:t>
            </a:r>
            <a:r>
              <a:rPr lang="fr-FR"/>
              <a:t>un</a:t>
            </a:r>
            <a:r>
              <a:rPr lang="fr-FR">
                <a:solidFill>
                  <a:schemeClr val="bg1"/>
                </a:solidFill>
              </a:rPr>
              <a:t> </a:t>
            </a:r>
            <a:r>
              <a:rPr lang="fr-FR" b="1">
                <a:solidFill>
                  <a:schemeClr val="tx2"/>
                </a:solidFill>
              </a:rPr>
              <a:t>service de médiation </a:t>
            </a:r>
            <a:r>
              <a:rPr lang="fr-FR"/>
              <a:t>qui</a:t>
            </a:r>
            <a:r>
              <a:rPr lang="fr-FR">
                <a:solidFill>
                  <a:schemeClr val="bg1"/>
                </a:solidFill>
              </a:rPr>
              <a:t> </a:t>
            </a:r>
            <a:r>
              <a:rPr lang="fr-FR" b="1">
                <a:solidFill>
                  <a:schemeClr val="tx2"/>
                </a:solidFill>
              </a:rPr>
              <a:t>gère</a:t>
            </a:r>
            <a:r>
              <a:rPr lang="fr-FR"/>
              <a:t>,</a:t>
            </a:r>
            <a:r>
              <a:rPr lang="fr-FR">
                <a:solidFill>
                  <a:schemeClr val="bg1"/>
                </a:solidFill>
              </a:rPr>
              <a:t> </a:t>
            </a:r>
            <a:r>
              <a:rPr lang="fr-FR" b="1">
                <a:solidFill>
                  <a:schemeClr val="tx2"/>
                </a:solidFill>
              </a:rPr>
              <a:t>expose</a:t>
            </a:r>
            <a:r>
              <a:rPr lang="fr-FR">
                <a:solidFill>
                  <a:schemeClr val="bg1"/>
                </a:solidFill>
              </a:rPr>
              <a:t> </a:t>
            </a:r>
            <a:r>
              <a:rPr lang="fr-FR"/>
              <a:t>et</a:t>
            </a:r>
            <a:r>
              <a:rPr lang="fr-FR">
                <a:solidFill>
                  <a:schemeClr val="bg1"/>
                </a:solidFill>
              </a:rPr>
              <a:t> </a:t>
            </a:r>
            <a:r>
              <a:rPr lang="fr-FR" b="1">
                <a:solidFill>
                  <a:schemeClr val="tx2"/>
                </a:solidFill>
              </a:rPr>
              <a:t>supervise</a:t>
            </a:r>
            <a:r>
              <a:rPr lang="fr-FR">
                <a:solidFill>
                  <a:schemeClr val="bg1"/>
                </a:solidFill>
              </a:rPr>
              <a:t> </a:t>
            </a:r>
            <a:r>
              <a:rPr lang="fr-FR"/>
              <a:t>certaines</a:t>
            </a:r>
            <a:r>
              <a:rPr lang="fr-FR">
                <a:solidFill>
                  <a:schemeClr val="bg1"/>
                </a:solidFill>
              </a:rPr>
              <a:t> </a:t>
            </a:r>
            <a:r>
              <a:rPr lang="fr-FR" b="1">
                <a:solidFill>
                  <a:schemeClr val="tx2"/>
                </a:solidFill>
              </a:rPr>
              <a:t>ressources</a:t>
            </a:r>
            <a:r>
              <a:rPr lang="fr-FR">
                <a:solidFill>
                  <a:schemeClr val="bg1"/>
                </a:solidFill>
              </a:rPr>
              <a:t> </a:t>
            </a:r>
            <a:r>
              <a:rPr lang="fr-FR"/>
              <a:t>d’une</a:t>
            </a:r>
            <a:r>
              <a:rPr lang="fr-FR">
                <a:solidFill>
                  <a:schemeClr val="bg1"/>
                </a:solidFill>
              </a:rPr>
              <a:t> </a:t>
            </a:r>
            <a:r>
              <a:rPr lang="fr-FR"/>
              <a:t>entreprise - sous</a:t>
            </a:r>
            <a:r>
              <a:rPr lang="fr-FR">
                <a:solidFill>
                  <a:schemeClr val="bg1"/>
                </a:solidFill>
              </a:rPr>
              <a:t> </a:t>
            </a:r>
            <a:r>
              <a:rPr lang="fr-FR"/>
              <a:t>forme</a:t>
            </a:r>
            <a:r>
              <a:rPr lang="fr-FR">
                <a:solidFill>
                  <a:schemeClr val="bg1"/>
                </a:solidFill>
              </a:rPr>
              <a:t> </a:t>
            </a:r>
            <a:r>
              <a:rPr lang="fr-FR" b="1">
                <a:solidFill>
                  <a:schemeClr val="tx2"/>
                </a:solidFill>
              </a:rPr>
              <a:t>d’APIs</a:t>
            </a:r>
            <a:r>
              <a:rPr lang="fr-FR">
                <a:solidFill>
                  <a:schemeClr val="bg1"/>
                </a:solidFill>
              </a:rPr>
              <a:t> - </a:t>
            </a:r>
            <a:r>
              <a:rPr lang="fr-FR"/>
              <a:t>en</a:t>
            </a:r>
            <a:r>
              <a:rPr lang="fr-FR">
                <a:solidFill>
                  <a:schemeClr val="bg1"/>
                </a:solidFill>
              </a:rPr>
              <a:t> </a:t>
            </a:r>
            <a:r>
              <a:rPr lang="fr-FR" b="1">
                <a:solidFill>
                  <a:schemeClr val="tx2"/>
                </a:solidFill>
              </a:rPr>
              <a:t>appliquant</a:t>
            </a:r>
            <a:r>
              <a:rPr lang="fr-FR" b="1">
                <a:solidFill>
                  <a:srgbClr val="504F5F"/>
                </a:solidFill>
              </a:rPr>
              <a:t> </a:t>
            </a:r>
            <a:r>
              <a:rPr lang="fr-FR"/>
              <a:t>des</a:t>
            </a:r>
            <a:r>
              <a:rPr lang="fr-FR" b="1">
                <a:solidFill>
                  <a:srgbClr val="504F5F"/>
                </a:solidFill>
              </a:rPr>
              <a:t> </a:t>
            </a:r>
            <a:r>
              <a:rPr lang="fr-FR" b="1">
                <a:solidFill>
                  <a:schemeClr val="tx2"/>
                </a:solidFill>
              </a:rPr>
              <a:t>règles</a:t>
            </a:r>
            <a:r>
              <a:rPr lang="fr-FR" b="1">
                <a:solidFill>
                  <a:srgbClr val="504F5F"/>
                </a:solidFill>
              </a:rPr>
              <a:t> </a:t>
            </a:r>
            <a:r>
              <a:rPr lang="fr-FR" b="1"/>
              <a:t>de sécurité</a:t>
            </a:r>
            <a:r>
              <a:rPr lang="fr-FR"/>
              <a:t>, et pouvant intégrer des </a:t>
            </a:r>
            <a:r>
              <a:rPr lang="fr-FR" b="1"/>
              <a:t>règles de filtrage</a:t>
            </a:r>
            <a:r>
              <a:rPr lang="fr-FR"/>
              <a:t> ou de </a:t>
            </a:r>
            <a:r>
              <a:rPr lang="fr-FR" b="1"/>
              <a:t>transformation</a:t>
            </a:r>
            <a:r>
              <a:rPr lang="fr-FR"/>
              <a:t> pour le compte de </a:t>
            </a:r>
            <a:r>
              <a:rPr lang="fr-FR" b="1">
                <a:solidFill>
                  <a:schemeClr val="tx2"/>
                </a:solidFill>
              </a:rPr>
              <a:t>partenaires</a:t>
            </a:r>
            <a:r>
              <a:rPr lang="fr-FR" b="1">
                <a:solidFill>
                  <a:srgbClr val="504F5F"/>
                </a:solidFill>
              </a:rPr>
              <a:t> </a:t>
            </a:r>
            <a:r>
              <a:rPr lang="fr-FR" b="1">
                <a:solidFill>
                  <a:schemeClr val="tx2"/>
                </a:solidFill>
              </a:rPr>
              <a:t>externes</a:t>
            </a:r>
            <a:r>
              <a:rPr lang="fr-FR">
                <a:solidFill>
                  <a:schemeClr val="bg1"/>
                </a:solidFill>
              </a:rPr>
              <a:t> </a:t>
            </a:r>
            <a:r>
              <a:rPr lang="fr-FR"/>
              <a:t>ou de </a:t>
            </a:r>
            <a:r>
              <a:rPr lang="fr-FR" b="1">
                <a:solidFill>
                  <a:schemeClr val="tx2"/>
                </a:solidFill>
              </a:rPr>
              <a:t>services</a:t>
            </a:r>
            <a:r>
              <a:rPr lang="fr-FR" b="1">
                <a:solidFill>
                  <a:srgbClr val="504F5F"/>
                </a:solidFill>
              </a:rPr>
              <a:t> </a:t>
            </a:r>
            <a:r>
              <a:rPr lang="fr-FR" b="1">
                <a:solidFill>
                  <a:schemeClr val="tx2"/>
                </a:solidFill>
              </a:rPr>
              <a:t>internes</a:t>
            </a:r>
            <a:r>
              <a:rPr lang="fr-FR">
                <a:solidFill>
                  <a:schemeClr val="bg1"/>
                </a:solidFill>
              </a:rPr>
              <a:t>.</a:t>
            </a:r>
          </a:p>
        </p:txBody>
      </p:sp>
    </p:spTree>
    <p:extLst>
      <p:ext uri="{BB962C8B-B14F-4D97-AF65-F5344CB8AC3E}">
        <p14:creationId xmlns:p14="http://schemas.microsoft.com/office/powerpoint/2010/main" val="7966005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L’API Management</a:t>
            </a:r>
          </a:p>
        </p:txBody>
      </p:sp>
      <p:grpSp>
        <p:nvGrpSpPr>
          <p:cNvPr id="212" name="Group 3">
            <a:extLst>
              <a:ext uri="{FF2B5EF4-FFF2-40B4-BE49-F238E27FC236}">
                <a16:creationId xmlns:a16="http://schemas.microsoft.com/office/drawing/2014/main" id="{6DA837F6-76AC-D4EE-DF4C-C6DED476AA94}"/>
              </a:ext>
            </a:extLst>
          </p:cNvPr>
          <p:cNvGrpSpPr>
            <a:grpSpLocks/>
          </p:cNvGrpSpPr>
          <p:nvPr/>
        </p:nvGrpSpPr>
        <p:grpSpPr bwMode="auto">
          <a:xfrm>
            <a:off x="431800" y="1721750"/>
            <a:ext cx="5045074" cy="4281282"/>
            <a:chOff x="1828800" y="1288794"/>
            <a:chExt cx="4524375" cy="2546862"/>
          </a:xfrm>
        </p:grpSpPr>
        <p:sp>
          <p:nvSpPr>
            <p:cNvPr id="236" name="Freeform 10">
              <a:extLst>
                <a:ext uri="{FF2B5EF4-FFF2-40B4-BE49-F238E27FC236}">
                  <a16:creationId xmlns:a16="http://schemas.microsoft.com/office/drawing/2014/main" id="{19E84FDC-5C69-1A52-2F82-3B847D968B08}"/>
                </a:ext>
              </a:extLst>
            </p:cNvPr>
            <p:cNvSpPr>
              <a:spLocks/>
            </p:cNvSpPr>
            <p:nvPr/>
          </p:nvSpPr>
          <p:spPr bwMode="auto">
            <a:xfrm>
              <a:off x="2475139" y="2935544"/>
              <a:ext cx="3375486" cy="741106"/>
            </a:xfrm>
            <a:custGeom>
              <a:avLst/>
              <a:gdLst/>
              <a:ahLst/>
              <a:cxnLst>
                <a:cxn ang="0">
                  <a:pos x="1965" y="0"/>
                </a:cxn>
                <a:cxn ang="0">
                  <a:pos x="0" y="0"/>
                </a:cxn>
                <a:cxn ang="0">
                  <a:pos x="0" y="467"/>
                </a:cxn>
                <a:cxn ang="0">
                  <a:pos x="1965" y="467"/>
                </a:cxn>
                <a:cxn ang="0">
                  <a:pos x="2126" y="234"/>
                </a:cxn>
                <a:cxn ang="0">
                  <a:pos x="1965" y="0"/>
                </a:cxn>
              </a:cxnLst>
              <a:rect l="0" t="0" r="r" b="b"/>
              <a:pathLst>
                <a:path w="2126" h="467">
                  <a:moveTo>
                    <a:pt x="1965" y="0"/>
                  </a:moveTo>
                  <a:lnTo>
                    <a:pt x="0" y="0"/>
                  </a:lnTo>
                  <a:lnTo>
                    <a:pt x="0" y="467"/>
                  </a:lnTo>
                  <a:lnTo>
                    <a:pt x="1965" y="467"/>
                  </a:lnTo>
                  <a:lnTo>
                    <a:pt x="2126" y="234"/>
                  </a:lnTo>
                  <a:lnTo>
                    <a:pt x="1965" y="0"/>
                  </a:lnTo>
                </a:path>
              </a:pathLst>
            </a:custGeom>
            <a:no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sp>
          <p:nvSpPr>
            <p:cNvPr id="237" name="Freeform 11">
              <a:extLst>
                <a:ext uri="{FF2B5EF4-FFF2-40B4-BE49-F238E27FC236}">
                  <a16:creationId xmlns:a16="http://schemas.microsoft.com/office/drawing/2014/main" id="{FF877F44-2CC9-1066-A252-05868C5F62D6}"/>
                </a:ext>
              </a:extLst>
            </p:cNvPr>
            <p:cNvSpPr>
              <a:spLocks/>
            </p:cNvSpPr>
            <p:nvPr/>
          </p:nvSpPr>
          <p:spPr bwMode="auto">
            <a:xfrm>
              <a:off x="3515831" y="2935544"/>
              <a:ext cx="2323405" cy="636024"/>
            </a:xfrm>
            <a:custGeom>
              <a:avLst/>
              <a:gdLst/>
              <a:ahLst/>
              <a:cxnLst>
                <a:cxn ang="0">
                  <a:pos x="1303" y="0"/>
                </a:cxn>
                <a:cxn ang="0">
                  <a:pos x="175" y="0"/>
                </a:cxn>
                <a:cxn ang="0">
                  <a:pos x="175" y="405"/>
                </a:cxn>
                <a:cxn ang="0">
                  <a:pos x="0" y="467"/>
                </a:cxn>
                <a:cxn ang="0">
                  <a:pos x="1303" y="467"/>
                </a:cxn>
                <a:cxn ang="0">
                  <a:pos x="1464" y="234"/>
                </a:cxn>
                <a:cxn ang="0">
                  <a:pos x="1303" y="0"/>
                </a:cxn>
              </a:cxnLst>
              <a:rect l="0" t="0" r="r" b="b"/>
              <a:pathLst>
                <a:path w="1464" h="467">
                  <a:moveTo>
                    <a:pt x="1303" y="0"/>
                  </a:moveTo>
                  <a:lnTo>
                    <a:pt x="175" y="0"/>
                  </a:lnTo>
                  <a:lnTo>
                    <a:pt x="175" y="405"/>
                  </a:lnTo>
                  <a:lnTo>
                    <a:pt x="0" y="467"/>
                  </a:lnTo>
                  <a:lnTo>
                    <a:pt x="1303" y="467"/>
                  </a:lnTo>
                  <a:lnTo>
                    <a:pt x="1464" y="234"/>
                  </a:lnTo>
                  <a:lnTo>
                    <a:pt x="1303" y="0"/>
                  </a:lnTo>
                  <a:close/>
                </a:path>
              </a:pathLst>
            </a:custGeom>
            <a:solidFill>
              <a:schemeClr val="accent6"/>
            </a:solid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sp>
          <p:nvSpPr>
            <p:cNvPr id="238" name="Freeform 12">
              <a:extLst>
                <a:ext uri="{FF2B5EF4-FFF2-40B4-BE49-F238E27FC236}">
                  <a16:creationId xmlns:a16="http://schemas.microsoft.com/office/drawing/2014/main" id="{DD09D3AB-D0B6-0996-2446-29B7DB354564}"/>
                </a:ext>
              </a:extLst>
            </p:cNvPr>
            <p:cNvSpPr>
              <a:spLocks/>
            </p:cNvSpPr>
            <p:nvPr/>
          </p:nvSpPr>
          <p:spPr bwMode="auto">
            <a:xfrm>
              <a:off x="3525797" y="2935544"/>
              <a:ext cx="2324829" cy="741106"/>
            </a:xfrm>
            <a:custGeom>
              <a:avLst/>
              <a:gdLst/>
              <a:ahLst/>
              <a:cxnLst>
                <a:cxn ang="0">
                  <a:pos x="1303" y="0"/>
                </a:cxn>
                <a:cxn ang="0">
                  <a:pos x="175" y="0"/>
                </a:cxn>
                <a:cxn ang="0">
                  <a:pos x="175" y="405"/>
                </a:cxn>
                <a:cxn ang="0">
                  <a:pos x="0" y="467"/>
                </a:cxn>
                <a:cxn ang="0">
                  <a:pos x="1303" y="467"/>
                </a:cxn>
                <a:cxn ang="0">
                  <a:pos x="1464" y="234"/>
                </a:cxn>
                <a:cxn ang="0">
                  <a:pos x="1303" y="0"/>
                </a:cxn>
              </a:cxnLst>
              <a:rect l="0" t="0" r="r" b="b"/>
              <a:pathLst>
                <a:path w="1464" h="467">
                  <a:moveTo>
                    <a:pt x="1303" y="0"/>
                  </a:moveTo>
                  <a:lnTo>
                    <a:pt x="175" y="0"/>
                  </a:lnTo>
                  <a:lnTo>
                    <a:pt x="175" y="405"/>
                  </a:lnTo>
                  <a:lnTo>
                    <a:pt x="0" y="467"/>
                  </a:lnTo>
                  <a:lnTo>
                    <a:pt x="1303" y="467"/>
                  </a:lnTo>
                  <a:lnTo>
                    <a:pt x="1464" y="234"/>
                  </a:lnTo>
                  <a:lnTo>
                    <a:pt x="1303" y="0"/>
                  </a:lnTo>
                </a:path>
              </a:pathLst>
            </a:custGeom>
            <a:no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sp>
          <p:nvSpPr>
            <p:cNvPr id="239" name="Freeform 13">
              <a:extLst>
                <a:ext uri="{FF2B5EF4-FFF2-40B4-BE49-F238E27FC236}">
                  <a16:creationId xmlns:a16="http://schemas.microsoft.com/office/drawing/2014/main" id="{367CE372-313C-AE2E-A8CF-2987D5D28CCA}"/>
                </a:ext>
              </a:extLst>
            </p:cNvPr>
            <p:cNvSpPr>
              <a:spLocks/>
            </p:cNvSpPr>
            <p:nvPr/>
          </p:nvSpPr>
          <p:spPr bwMode="auto">
            <a:xfrm>
              <a:off x="2977690" y="2188906"/>
              <a:ext cx="3375485" cy="746637"/>
            </a:xfrm>
            <a:custGeom>
              <a:avLst/>
              <a:gdLst/>
              <a:ahLst/>
              <a:cxnLst>
                <a:cxn ang="0">
                  <a:pos x="1965" y="0"/>
                </a:cxn>
                <a:cxn ang="0">
                  <a:pos x="0" y="0"/>
                </a:cxn>
                <a:cxn ang="0">
                  <a:pos x="0" y="470"/>
                </a:cxn>
                <a:cxn ang="0">
                  <a:pos x="1965" y="470"/>
                </a:cxn>
                <a:cxn ang="0">
                  <a:pos x="2126" y="235"/>
                </a:cxn>
                <a:cxn ang="0">
                  <a:pos x="1965" y="0"/>
                </a:cxn>
              </a:cxnLst>
              <a:rect l="0" t="0" r="r" b="b"/>
              <a:pathLst>
                <a:path w="2126" h="470">
                  <a:moveTo>
                    <a:pt x="1965" y="0"/>
                  </a:moveTo>
                  <a:lnTo>
                    <a:pt x="0" y="0"/>
                  </a:lnTo>
                  <a:lnTo>
                    <a:pt x="0" y="470"/>
                  </a:lnTo>
                  <a:lnTo>
                    <a:pt x="1965" y="470"/>
                  </a:lnTo>
                  <a:lnTo>
                    <a:pt x="2126" y="235"/>
                  </a:lnTo>
                  <a:lnTo>
                    <a:pt x="1965" y="0"/>
                  </a:lnTo>
                  <a:close/>
                </a:path>
              </a:pathLst>
            </a:custGeom>
            <a:solidFill>
              <a:srgbClr val="AAA876"/>
            </a:solid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sp>
          <p:nvSpPr>
            <p:cNvPr id="240" name="Freeform 14">
              <a:extLst>
                <a:ext uri="{FF2B5EF4-FFF2-40B4-BE49-F238E27FC236}">
                  <a16:creationId xmlns:a16="http://schemas.microsoft.com/office/drawing/2014/main" id="{02F0D406-61D2-0C36-73EE-E43B43E3A5D4}"/>
                </a:ext>
              </a:extLst>
            </p:cNvPr>
            <p:cNvSpPr>
              <a:spLocks/>
            </p:cNvSpPr>
            <p:nvPr/>
          </p:nvSpPr>
          <p:spPr bwMode="auto">
            <a:xfrm>
              <a:off x="2977690" y="2188906"/>
              <a:ext cx="3375485" cy="746637"/>
            </a:xfrm>
            <a:custGeom>
              <a:avLst/>
              <a:gdLst/>
              <a:ahLst/>
              <a:cxnLst>
                <a:cxn ang="0">
                  <a:pos x="1965" y="0"/>
                </a:cxn>
                <a:cxn ang="0">
                  <a:pos x="0" y="0"/>
                </a:cxn>
                <a:cxn ang="0">
                  <a:pos x="0" y="470"/>
                </a:cxn>
                <a:cxn ang="0">
                  <a:pos x="1965" y="470"/>
                </a:cxn>
                <a:cxn ang="0">
                  <a:pos x="2126" y="235"/>
                </a:cxn>
                <a:cxn ang="0">
                  <a:pos x="1965" y="0"/>
                </a:cxn>
              </a:cxnLst>
              <a:rect l="0" t="0" r="r" b="b"/>
              <a:pathLst>
                <a:path w="2126" h="470">
                  <a:moveTo>
                    <a:pt x="1965" y="0"/>
                  </a:moveTo>
                  <a:lnTo>
                    <a:pt x="0" y="0"/>
                  </a:lnTo>
                  <a:lnTo>
                    <a:pt x="0" y="470"/>
                  </a:lnTo>
                  <a:lnTo>
                    <a:pt x="1965" y="470"/>
                  </a:lnTo>
                  <a:lnTo>
                    <a:pt x="2126" y="235"/>
                  </a:lnTo>
                  <a:lnTo>
                    <a:pt x="1965" y="0"/>
                  </a:lnTo>
                </a:path>
              </a:pathLst>
            </a:custGeom>
            <a:no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sp>
          <p:nvSpPr>
            <p:cNvPr id="241" name="Freeform 15">
              <a:extLst>
                <a:ext uri="{FF2B5EF4-FFF2-40B4-BE49-F238E27FC236}">
                  <a16:creationId xmlns:a16="http://schemas.microsoft.com/office/drawing/2014/main" id="{291FEE9F-DBD2-7209-568E-354918F664BF}"/>
                </a:ext>
              </a:extLst>
            </p:cNvPr>
            <p:cNvSpPr>
              <a:spLocks/>
            </p:cNvSpPr>
            <p:nvPr/>
          </p:nvSpPr>
          <p:spPr bwMode="auto">
            <a:xfrm>
              <a:off x="3759276" y="2188906"/>
              <a:ext cx="2593899" cy="746637"/>
            </a:xfrm>
            <a:custGeom>
              <a:avLst/>
              <a:gdLst/>
              <a:ahLst/>
              <a:cxnLst>
                <a:cxn ang="0">
                  <a:pos x="1473" y="0"/>
                </a:cxn>
                <a:cxn ang="0">
                  <a:pos x="1158" y="0"/>
                </a:cxn>
                <a:cxn ang="0">
                  <a:pos x="1158" y="0"/>
                </a:cxn>
                <a:cxn ang="0">
                  <a:pos x="0" y="0"/>
                </a:cxn>
                <a:cxn ang="0">
                  <a:pos x="0" y="450"/>
                </a:cxn>
                <a:cxn ang="0">
                  <a:pos x="28" y="453"/>
                </a:cxn>
                <a:cxn ang="0">
                  <a:pos x="28" y="470"/>
                </a:cxn>
                <a:cxn ang="0">
                  <a:pos x="1473" y="470"/>
                </a:cxn>
                <a:cxn ang="0">
                  <a:pos x="1634" y="235"/>
                </a:cxn>
                <a:cxn ang="0">
                  <a:pos x="1473" y="0"/>
                </a:cxn>
              </a:cxnLst>
              <a:rect l="0" t="0" r="r" b="b"/>
              <a:pathLst>
                <a:path w="1634" h="470">
                  <a:moveTo>
                    <a:pt x="1473" y="0"/>
                  </a:moveTo>
                  <a:lnTo>
                    <a:pt x="1158" y="0"/>
                  </a:lnTo>
                  <a:lnTo>
                    <a:pt x="1158" y="0"/>
                  </a:lnTo>
                  <a:lnTo>
                    <a:pt x="0" y="0"/>
                  </a:lnTo>
                  <a:lnTo>
                    <a:pt x="0" y="450"/>
                  </a:lnTo>
                  <a:lnTo>
                    <a:pt x="28" y="453"/>
                  </a:lnTo>
                  <a:lnTo>
                    <a:pt x="28" y="470"/>
                  </a:lnTo>
                  <a:lnTo>
                    <a:pt x="1473" y="470"/>
                  </a:lnTo>
                  <a:lnTo>
                    <a:pt x="1634" y="235"/>
                  </a:lnTo>
                  <a:lnTo>
                    <a:pt x="1473" y="0"/>
                  </a:lnTo>
                  <a:close/>
                </a:path>
              </a:pathLst>
            </a:custGeom>
            <a:solidFill>
              <a:schemeClr val="tx2"/>
            </a:solid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sp>
          <p:nvSpPr>
            <p:cNvPr id="242" name="Freeform 16">
              <a:extLst>
                <a:ext uri="{FF2B5EF4-FFF2-40B4-BE49-F238E27FC236}">
                  <a16:creationId xmlns:a16="http://schemas.microsoft.com/office/drawing/2014/main" id="{03CA747F-D08D-2C53-0828-F5FDDC8F195B}"/>
                </a:ext>
              </a:extLst>
            </p:cNvPr>
            <p:cNvSpPr>
              <a:spLocks/>
            </p:cNvSpPr>
            <p:nvPr/>
          </p:nvSpPr>
          <p:spPr bwMode="auto">
            <a:xfrm>
              <a:off x="3759276" y="2188906"/>
              <a:ext cx="2593899" cy="746637"/>
            </a:xfrm>
            <a:custGeom>
              <a:avLst/>
              <a:gdLst/>
              <a:ahLst/>
              <a:cxnLst>
                <a:cxn ang="0">
                  <a:pos x="1473" y="0"/>
                </a:cxn>
                <a:cxn ang="0">
                  <a:pos x="1158" y="0"/>
                </a:cxn>
                <a:cxn ang="0">
                  <a:pos x="1158" y="0"/>
                </a:cxn>
                <a:cxn ang="0">
                  <a:pos x="0" y="0"/>
                </a:cxn>
                <a:cxn ang="0">
                  <a:pos x="0" y="450"/>
                </a:cxn>
                <a:cxn ang="0">
                  <a:pos x="28" y="453"/>
                </a:cxn>
                <a:cxn ang="0">
                  <a:pos x="28" y="470"/>
                </a:cxn>
                <a:cxn ang="0">
                  <a:pos x="1473" y="470"/>
                </a:cxn>
                <a:cxn ang="0">
                  <a:pos x="1634" y="235"/>
                </a:cxn>
                <a:cxn ang="0">
                  <a:pos x="1473" y="0"/>
                </a:cxn>
              </a:cxnLst>
              <a:rect l="0" t="0" r="r" b="b"/>
              <a:pathLst>
                <a:path w="1634" h="470">
                  <a:moveTo>
                    <a:pt x="1473" y="0"/>
                  </a:moveTo>
                  <a:lnTo>
                    <a:pt x="1158" y="0"/>
                  </a:lnTo>
                  <a:lnTo>
                    <a:pt x="1158" y="0"/>
                  </a:lnTo>
                  <a:lnTo>
                    <a:pt x="0" y="0"/>
                  </a:lnTo>
                  <a:lnTo>
                    <a:pt x="0" y="450"/>
                  </a:lnTo>
                  <a:lnTo>
                    <a:pt x="28" y="453"/>
                  </a:lnTo>
                  <a:lnTo>
                    <a:pt x="28" y="470"/>
                  </a:lnTo>
                  <a:lnTo>
                    <a:pt x="1473" y="470"/>
                  </a:lnTo>
                  <a:lnTo>
                    <a:pt x="1634" y="235"/>
                  </a:lnTo>
                  <a:lnTo>
                    <a:pt x="1473" y="0"/>
                  </a:lnTo>
                </a:path>
              </a:pathLst>
            </a:custGeom>
            <a:no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sp>
          <p:nvSpPr>
            <p:cNvPr id="243" name="Freeform 17">
              <a:extLst>
                <a:ext uri="{FF2B5EF4-FFF2-40B4-BE49-F238E27FC236}">
                  <a16:creationId xmlns:a16="http://schemas.microsoft.com/office/drawing/2014/main" id="{E6258912-48CD-B967-06E2-8D9AD0BAF293}"/>
                </a:ext>
              </a:extLst>
            </p:cNvPr>
            <p:cNvSpPr>
              <a:spLocks/>
            </p:cNvSpPr>
            <p:nvPr/>
          </p:nvSpPr>
          <p:spPr bwMode="auto">
            <a:xfrm>
              <a:off x="2475139" y="1447800"/>
              <a:ext cx="3376909" cy="741106"/>
            </a:xfrm>
            <a:custGeom>
              <a:avLst/>
              <a:gdLst/>
              <a:ahLst/>
              <a:cxnLst>
                <a:cxn ang="0">
                  <a:pos x="1967" y="0"/>
                </a:cxn>
                <a:cxn ang="0">
                  <a:pos x="0" y="0"/>
                </a:cxn>
                <a:cxn ang="0">
                  <a:pos x="0" y="467"/>
                </a:cxn>
                <a:cxn ang="0">
                  <a:pos x="1967" y="467"/>
                </a:cxn>
                <a:cxn ang="0">
                  <a:pos x="2127" y="234"/>
                </a:cxn>
                <a:cxn ang="0">
                  <a:pos x="1967" y="0"/>
                </a:cxn>
              </a:cxnLst>
              <a:rect l="0" t="0" r="r" b="b"/>
              <a:pathLst>
                <a:path w="2127" h="467">
                  <a:moveTo>
                    <a:pt x="1967" y="0"/>
                  </a:moveTo>
                  <a:lnTo>
                    <a:pt x="0" y="0"/>
                  </a:lnTo>
                  <a:lnTo>
                    <a:pt x="0" y="467"/>
                  </a:lnTo>
                  <a:lnTo>
                    <a:pt x="1967" y="467"/>
                  </a:lnTo>
                  <a:lnTo>
                    <a:pt x="2127" y="234"/>
                  </a:lnTo>
                  <a:lnTo>
                    <a:pt x="1967" y="0"/>
                  </a:lnTo>
                  <a:close/>
                </a:path>
              </a:pathLst>
            </a:custGeom>
            <a:solidFill>
              <a:srgbClr val="B7B96E"/>
            </a:solid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sp>
          <p:nvSpPr>
            <p:cNvPr id="244" name="Freeform 18">
              <a:extLst>
                <a:ext uri="{FF2B5EF4-FFF2-40B4-BE49-F238E27FC236}">
                  <a16:creationId xmlns:a16="http://schemas.microsoft.com/office/drawing/2014/main" id="{360CDFCF-B6D1-53F3-B7FC-358D19C8F8F7}"/>
                </a:ext>
              </a:extLst>
            </p:cNvPr>
            <p:cNvSpPr>
              <a:spLocks/>
            </p:cNvSpPr>
            <p:nvPr/>
          </p:nvSpPr>
          <p:spPr bwMode="auto">
            <a:xfrm>
              <a:off x="2475139" y="1447800"/>
              <a:ext cx="3376909" cy="741106"/>
            </a:xfrm>
            <a:custGeom>
              <a:avLst/>
              <a:gdLst/>
              <a:ahLst/>
              <a:cxnLst>
                <a:cxn ang="0">
                  <a:pos x="1967" y="0"/>
                </a:cxn>
                <a:cxn ang="0">
                  <a:pos x="0" y="0"/>
                </a:cxn>
                <a:cxn ang="0">
                  <a:pos x="0" y="467"/>
                </a:cxn>
                <a:cxn ang="0">
                  <a:pos x="1967" y="467"/>
                </a:cxn>
                <a:cxn ang="0">
                  <a:pos x="2127" y="234"/>
                </a:cxn>
                <a:cxn ang="0">
                  <a:pos x="1967" y="0"/>
                </a:cxn>
              </a:cxnLst>
              <a:rect l="0" t="0" r="r" b="b"/>
              <a:pathLst>
                <a:path w="2127" h="467">
                  <a:moveTo>
                    <a:pt x="1967" y="0"/>
                  </a:moveTo>
                  <a:lnTo>
                    <a:pt x="0" y="0"/>
                  </a:lnTo>
                  <a:lnTo>
                    <a:pt x="0" y="467"/>
                  </a:lnTo>
                  <a:lnTo>
                    <a:pt x="1967" y="467"/>
                  </a:lnTo>
                  <a:lnTo>
                    <a:pt x="2127" y="234"/>
                  </a:lnTo>
                  <a:lnTo>
                    <a:pt x="1967" y="0"/>
                  </a:lnTo>
                </a:path>
              </a:pathLst>
            </a:custGeom>
            <a:no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sp>
          <p:nvSpPr>
            <p:cNvPr id="245" name="Freeform 19">
              <a:extLst>
                <a:ext uri="{FF2B5EF4-FFF2-40B4-BE49-F238E27FC236}">
                  <a16:creationId xmlns:a16="http://schemas.microsoft.com/office/drawing/2014/main" id="{A46A9459-DF6D-CE42-E765-E88213F237F5}"/>
                </a:ext>
              </a:extLst>
            </p:cNvPr>
            <p:cNvSpPr>
              <a:spLocks/>
            </p:cNvSpPr>
            <p:nvPr/>
          </p:nvSpPr>
          <p:spPr bwMode="auto">
            <a:xfrm>
              <a:off x="3253879" y="1447800"/>
              <a:ext cx="2598170" cy="741106"/>
            </a:xfrm>
            <a:custGeom>
              <a:avLst/>
              <a:gdLst/>
              <a:ahLst/>
              <a:cxnLst>
                <a:cxn ang="0">
                  <a:pos x="1474" y="0"/>
                </a:cxn>
                <a:cxn ang="0">
                  <a:pos x="1145" y="0"/>
                </a:cxn>
                <a:cxn ang="0">
                  <a:pos x="1145" y="0"/>
                </a:cxn>
                <a:cxn ang="0">
                  <a:pos x="0" y="0"/>
                </a:cxn>
                <a:cxn ang="0">
                  <a:pos x="0" y="467"/>
                </a:cxn>
                <a:cxn ang="0">
                  <a:pos x="1474" y="467"/>
                </a:cxn>
                <a:cxn ang="0">
                  <a:pos x="1636" y="234"/>
                </a:cxn>
                <a:cxn ang="0">
                  <a:pos x="1474" y="0"/>
                </a:cxn>
              </a:cxnLst>
              <a:rect l="0" t="0" r="r" b="b"/>
              <a:pathLst>
                <a:path w="1636" h="467">
                  <a:moveTo>
                    <a:pt x="1474" y="0"/>
                  </a:moveTo>
                  <a:lnTo>
                    <a:pt x="1145" y="0"/>
                  </a:lnTo>
                  <a:lnTo>
                    <a:pt x="1145" y="0"/>
                  </a:lnTo>
                  <a:lnTo>
                    <a:pt x="0" y="0"/>
                  </a:lnTo>
                  <a:lnTo>
                    <a:pt x="0" y="467"/>
                  </a:lnTo>
                  <a:lnTo>
                    <a:pt x="1474" y="467"/>
                  </a:lnTo>
                  <a:lnTo>
                    <a:pt x="1636" y="234"/>
                  </a:lnTo>
                  <a:lnTo>
                    <a:pt x="1474" y="0"/>
                  </a:lnTo>
                  <a:close/>
                </a:path>
              </a:pathLst>
            </a:custGeom>
            <a:solidFill>
              <a:schemeClr val="accent5"/>
            </a:solid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sp>
          <p:nvSpPr>
            <p:cNvPr id="246" name="Freeform 20">
              <a:extLst>
                <a:ext uri="{FF2B5EF4-FFF2-40B4-BE49-F238E27FC236}">
                  <a16:creationId xmlns:a16="http://schemas.microsoft.com/office/drawing/2014/main" id="{C1EA2C3C-5671-EB60-CB3E-274D8160E5A1}"/>
                </a:ext>
              </a:extLst>
            </p:cNvPr>
            <p:cNvSpPr>
              <a:spLocks/>
            </p:cNvSpPr>
            <p:nvPr/>
          </p:nvSpPr>
          <p:spPr bwMode="auto">
            <a:xfrm>
              <a:off x="3253879" y="1447800"/>
              <a:ext cx="2598170" cy="741106"/>
            </a:xfrm>
            <a:custGeom>
              <a:avLst/>
              <a:gdLst/>
              <a:ahLst/>
              <a:cxnLst>
                <a:cxn ang="0">
                  <a:pos x="1474" y="0"/>
                </a:cxn>
                <a:cxn ang="0">
                  <a:pos x="1145" y="0"/>
                </a:cxn>
                <a:cxn ang="0">
                  <a:pos x="1145" y="0"/>
                </a:cxn>
                <a:cxn ang="0">
                  <a:pos x="0" y="0"/>
                </a:cxn>
                <a:cxn ang="0">
                  <a:pos x="0" y="467"/>
                </a:cxn>
                <a:cxn ang="0">
                  <a:pos x="1474" y="467"/>
                </a:cxn>
                <a:cxn ang="0">
                  <a:pos x="1636" y="234"/>
                </a:cxn>
                <a:cxn ang="0">
                  <a:pos x="1474" y="0"/>
                </a:cxn>
              </a:cxnLst>
              <a:rect l="0" t="0" r="r" b="b"/>
              <a:pathLst>
                <a:path w="1636" h="467">
                  <a:moveTo>
                    <a:pt x="1474" y="0"/>
                  </a:moveTo>
                  <a:lnTo>
                    <a:pt x="1145" y="0"/>
                  </a:lnTo>
                  <a:lnTo>
                    <a:pt x="1145" y="0"/>
                  </a:lnTo>
                  <a:lnTo>
                    <a:pt x="0" y="0"/>
                  </a:lnTo>
                  <a:lnTo>
                    <a:pt x="0" y="467"/>
                  </a:lnTo>
                  <a:lnTo>
                    <a:pt x="1474" y="467"/>
                  </a:lnTo>
                  <a:lnTo>
                    <a:pt x="1636" y="234"/>
                  </a:lnTo>
                  <a:lnTo>
                    <a:pt x="1474" y="0"/>
                  </a:lnTo>
                </a:path>
              </a:pathLst>
            </a:custGeom>
            <a:no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sp>
          <p:nvSpPr>
            <p:cNvPr id="253" name="Freeform 27">
              <a:extLst>
                <a:ext uri="{FF2B5EF4-FFF2-40B4-BE49-F238E27FC236}">
                  <a16:creationId xmlns:a16="http://schemas.microsoft.com/office/drawing/2014/main" id="{F516F7A7-EAAD-2992-F497-4E06A194D170}"/>
                </a:ext>
              </a:extLst>
            </p:cNvPr>
            <p:cNvSpPr>
              <a:spLocks/>
            </p:cNvSpPr>
            <p:nvPr/>
          </p:nvSpPr>
          <p:spPr bwMode="auto">
            <a:xfrm>
              <a:off x="2123497" y="1288794"/>
              <a:ext cx="716098" cy="1016256"/>
            </a:xfrm>
            <a:custGeom>
              <a:avLst/>
              <a:gdLst/>
              <a:ahLst/>
              <a:cxnLst>
                <a:cxn ang="0">
                  <a:pos x="451" y="640"/>
                </a:cxn>
                <a:cxn ang="0">
                  <a:pos x="0" y="584"/>
                </a:cxn>
                <a:cxn ang="0">
                  <a:pos x="0" y="162"/>
                </a:cxn>
                <a:cxn ang="0">
                  <a:pos x="451" y="0"/>
                </a:cxn>
                <a:cxn ang="0">
                  <a:pos x="451" y="640"/>
                </a:cxn>
              </a:cxnLst>
              <a:rect l="0" t="0" r="r" b="b"/>
              <a:pathLst>
                <a:path w="451" h="640">
                  <a:moveTo>
                    <a:pt x="451" y="640"/>
                  </a:moveTo>
                  <a:lnTo>
                    <a:pt x="0" y="584"/>
                  </a:lnTo>
                  <a:lnTo>
                    <a:pt x="0" y="162"/>
                  </a:lnTo>
                  <a:lnTo>
                    <a:pt x="451" y="0"/>
                  </a:lnTo>
                  <a:lnTo>
                    <a:pt x="451" y="640"/>
                  </a:lnTo>
                  <a:close/>
                </a:path>
              </a:pathLst>
            </a:custGeom>
            <a:solidFill>
              <a:schemeClr val="accent5">
                <a:lumMod val="60000"/>
                <a:lumOff val="40000"/>
              </a:schemeClr>
            </a:solid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sp>
          <p:nvSpPr>
            <p:cNvPr id="254" name="Freeform 28">
              <a:extLst>
                <a:ext uri="{FF2B5EF4-FFF2-40B4-BE49-F238E27FC236}">
                  <a16:creationId xmlns:a16="http://schemas.microsoft.com/office/drawing/2014/main" id="{AE703BF2-BA7B-8F0A-9370-CE81EC32959B}"/>
                </a:ext>
              </a:extLst>
            </p:cNvPr>
            <p:cNvSpPr>
              <a:spLocks/>
            </p:cNvSpPr>
            <p:nvPr/>
          </p:nvSpPr>
          <p:spPr bwMode="auto">
            <a:xfrm>
              <a:off x="2839595" y="1288794"/>
              <a:ext cx="963815" cy="1016256"/>
            </a:xfrm>
            <a:custGeom>
              <a:avLst/>
              <a:gdLst/>
              <a:ahLst/>
              <a:cxnLst>
                <a:cxn ang="0">
                  <a:pos x="0" y="640"/>
                </a:cxn>
                <a:cxn ang="0">
                  <a:pos x="607" y="584"/>
                </a:cxn>
                <a:cxn ang="0">
                  <a:pos x="607" y="103"/>
                </a:cxn>
                <a:cxn ang="0">
                  <a:pos x="0" y="0"/>
                </a:cxn>
                <a:cxn ang="0">
                  <a:pos x="0" y="640"/>
                </a:cxn>
              </a:cxnLst>
              <a:rect l="0" t="0" r="r" b="b"/>
              <a:pathLst>
                <a:path w="607" h="640">
                  <a:moveTo>
                    <a:pt x="0" y="640"/>
                  </a:moveTo>
                  <a:lnTo>
                    <a:pt x="607" y="584"/>
                  </a:lnTo>
                  <a:lnTo>
                    <a:pt x="607" y="103"/>
                  </a:lnTo>
                  <a:lnTo>
                    <a:pt x="0" y="0"/>
                  </a:lnTo>
                  <a:lnTo>
                    <a:pt x="0" y="640"/>
                  </a:lnTo>
                  <a:close/>
                </a:path>
              </a:pathLst>
            </a:custGeom>
            <a:solidFill>
              <a:schemeClr val="accent5">
                <a:lumMod val="75000"/>
              </a:schemeClr>
            </a:solid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sp>
          <p:nvSpPr>
            <p:cNvPr id="263" name="Freeform 34">
              <a:extLst>
                <a:ext uri="{FF2B5EF4-FFF2-40B4-BE49-F238E27FC236}">
                  <a16:creationId xmlns:a16="http://schemas.microsoft.com/office/drawing/2014/main" id="{C8C54EBD-322F-68F0-CF10-53D466E70E37}"/>
                </a:ext>
              </a:extLst>
            </p:cNvPr>
            <p:cNvSpPr>
              <a:spLocks/>
            </p:cNvSpPr>
            <p:nvPr/>
          </p:nvSpPr>
          <p:spPr bwMode="auto">
            <a:xfrm>
              <a:off x="3084464" y="2819400"/>
              <a:ext cx="718946" cy="1016256"/>
            </a:xfrm>
            <a:custGeom>
              <a:avLst/>
              <a:gdLst/>
              <a:ahLst/>
              <a:cxnLst>
                <a:cxn ang="0">
                  <a:pos x="0" y="0"/>
                </a:cxn>
                <a:cxn ang="0">
                  <a:pos x="453" y="56"/>
                </a:cxn>
                <a:cxn ang="0">
                  <a:pos x="453" y="478"/>
                </a:cxn>
                <a:cxn ang="0">
                  <a:pos x="0" y="640"/>
                </a:cxn>
                <a:cxn ang="0">
                  <a:pos x="0" y="0"/>
                </a:cxn>
              </a:cxnLst>
              <a:rect l="0" t="0" r="r" b="b"/>
              <a:pathLst>
                <a:path w="453" h="640">
                  <a:moveTo>
                    <a:pt x="0" y="0"/>
                  </a:moveTo>
                  <a:lnTo>
                    <a:pt x="453" y="56"/>
                  </a:lnTo>
                  <a:lnTo>
                    <a:pt x="453" y="478"/>
                  </a:lnTo>
                  <a:lnTo>
                    <a:pt x="0" y="640"/>
                  </a:lnTo>
                  <a:lnTo>
                    <a:pt x="0" y="0"/>
                  </a:lnTo>
                  <a:close/>
                </a:path>
              </a:pathLst>
            </a:custGeom>
            <a:solidFill>
              <a:srgbClr val="B7B96E"/>
            </a:solid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sp>
          <p:nvSpPr>
            <p:cNvPr id="264" name="Freeform 35">
              <a:extLst>
                <a:ext uri="{FF2B5EF4-FFF2-40B4-BE49-F238E27FC236}">
                  <a16:creationId xmlns:a16="http://schemas.microsoft.com/office/drawing/2014/main" id="{722A27AF-9227-2B71-316F-00D97413A101}"/>
                </a:ext>
              </a:extLst>
            </p:cNvPr>
            <p:cNvSpPr>
              <a:spLocks/>
            </p:cNvSpPr>
            <p:nvPr/>
          </p:nvSpPr>
          <p:spPr bwMode="auto">
            <a:xfrm>
              <a:off x="3084464" y="2819400"/>
              <a:ext cx="718946" cy="1016256"/>
            </a:xfrm>
            <a:custGeom>
              <a:avLst/>
              <a:gdLst/>
              <a:ahLst/>
              <a:cxnLst>
                <a:cxn ang="0">
                  <a:pos x="0" y="0"/>
                </a:cxn>
                <a:cxn ang="0">
                  <a:pos x="453" y="56"/>
                </a:cxn>
                <a:cxn ang="0">
                  <a:pos x="453" y="478"/>
                </a:cxn>
                <a:cxn ang="0">
                  <a:pos x="0" y="640"/>
                </a:cxn>
                <a:cxn ang="0">
                  <a:pos x="0" y="0"/>
                </a:cxn>
              </a:cxnLst>
              <a:rect l="0" t="0" r="r" b="b"/>
              <a:pathLst>
                <a:path w="453" h="640">
                  <a:moveTo>
                    <a:pt x="0" y="0"/>
                  </a:moveTo>
                  <a:lnTo>
                    <a:pt x="453" y="56"/>
                  </a:lnTo>
                  <a:lnTo>
                    <a:pt x="453" y="478"/>
                  </a:lnTo>
                  <a:lnTo>
                    <a:pt x="0" y="640"/>
                  </a:lnTo>
                  <a:lnTo>
                    <a:pt x="0" y="0"/>
                  </a:lnTo>
                </a:path>
              </a:pathLst>
            </a:custGeom>
            <a:no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sp>
          <p:nvSpPr>
            <p:cNvPr id="265" name="Freeform 36">
              <a:extLst>
                <a:ext uri="{FF2B5EF4-FFF2-40B4-BE49-F238E27FC236}">
                  <a16:creationId xmlns:a16="http://schemas.microsoft.com/office/drawing/2014/main" id="{25619D55-7CE6-ECD4-DEE0-A03104D5BC43}"/>
                </a:ext>
              </a:extLst>
            </p:cNvPr>
            <p:cNvSpPr>
              <a:spLocks/>
            </p:cNvSpPr>
            <p:nvPr/>
          </p:nvSpPr>
          <p:spPr bwMode="auto">
            <a:xfrm>
              <a:off x="2123497" y="2819400"/>
              <a:ext cx="960967" cy="1016256"/>
            </a:xfrm>
            <a:custGeom>
              <a:avLst/>
              <a:gdLst/>
              <a:ahLst/>
              <a:cxnLst>
                <a:cxn ang="0">
                  <a:pos x="605" y="0"/>
                </a:cxn>
                <a:cxn ang="0">
                  <a:pos x="0" y="56"/>
                </a:cxn>
                <a:cxn ang="0">
                  <a:pos x="0" y="537"/>
                </a:cxn>
                <a:cxn ang="0">
                  <a:pos x="605" y="640"/>
                </a:cxn>
                <a:cxn ang="0">
                  <a:pos x="605" y="0"/>
                </a:cxn>
              </a:cxnLst>
              <a:rect l="0" t="0" r="r" b="b"/>
              <a:pathLst>
                <a:path w="605" h="640">
                  <a:moveTo>
                    <a:pt x="605" y="0"/>
                  </a:moveTo>
                  <a:lnTo>
                    <a:pt x="0" y="56"/>
                  </a:lnTo>
                  <a:lnTo>
                    <a:pt x="0" y="537"/>
                  </a:lnTo>
                  <a:lnTo>
                    <a:pt x="605" y="640"/>
                  </a:lnTo>
                  <a:lnTo>
                    <a:pt x="605" y="0"/>
                  </a:lnTo>
                  <a:close/>
                </a:path>
              </a:pathLst>
            </a:custGeom>
            <a:solidFill>
              <a:schemeClr val="accent6">
                <a:lumMod val="60000"/>
                <a:lumOff val="40000"/>
              </a:schemeClr>
            </a:solid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sp>
          <p:nvSpPr>
            <p:cNvPr id="266" name="Freeform 37">
              <a:extLst>
                <a:ext uri="{FF2B5EF4-FFF2-40B4-BE49-F238E27FC236}">
                  <a16:creationId xmlns:a16="http://schemas.microsoft.com/office/drawing/2014/main" id="{17A1ACA9-35D9-46A9-198C-B1C1E2B493B9}"/>
                </a:ext>
              </a:extLst>
            </p:cNvPr>
            <p:cNvSpPr>
              <a:spLocks/>
            </p:cNvSpPr>
            <p:nvPr/>
          </p:nvSpPr>
          <p:spPr bwMode="auto">
            <a:xfrm>
              <a:off x="3084464" y="2819400"/>
              <a:ext cx="718946" cy="1016256"/>
            </a:xfrm>
            <a:custGeom>
              <a:avLst/>
              <a:gdLst/>
              <a:ahLst/>
              <a:cxnLst>
                <a:cxn ang="0">
                  <a:pos x="0" y="0"/>
                </a:cxn>
                <a:cxn ang="0">
                  <a:pos x="0" y="640"/>
                </a:cxn>
                <a:cxn ang="0">
                  <a:pos x="453" y="478"/>
                </a:cxn>
                <a:cxn ang="0">
                  <a:pos x="453" y="73"/>
                </a:cxn>
                <a:cxn ang="0">
                  <a:pos x="453" y="73"/>
                </a:cxn>
                <a:cxn ang="0">
                  <a:pos x="453" y="56"/>
                </a:cxn>
                <a:cxn ang="0">
                  <a:pos x="425" y="53"/>
                </a:cxn>
                <a:cxn ang="0">
                  <a:pos x="0" y="0"/>
                </a:cxn>
              </a:cxnLst>
              <a:rect l="0" t="0" r="r" b="b"/>
              <a:pathLst>
                <a:path w="453" h="640">
                  <a:moveTo>
                    <a:pt x="0" y="0"/>
                  </a:moveTo>
                  <a:lnTo>
                    <a:pt x="0" y="640"/>
                  </a:lnTo>
                  <a:lnTo>
                    <a:pt x="453" y="478"/>
                  </a:lnTo>
                  <a:lnTo>
                    <a:pt x="453" y="73"/>
                  </a:lnTo>
                  <a:lnTo>
                    <a:pt x="453" y="73"/>
                  </a:lnTo>
                  <a:lnTo>
                    <a:pt x="453" y="56"/>
                  </a:lnTo>
                  <a:lnTo>
                    <a:pt x="425" y="53"/>
                  </a:lnTo>
                  <a:lnTo>
                    <a:pt x="0" y="0"/>
                  </a:lnTo>
                  <a:close/>
                </a:path>
              </a:pathLst>
            </a:custGeom>
            <a:solidFill>
              <a:schemeClr val="accent6">
                <a:lumMod val="75000"/>
              </a:schemeClr>
            </a:solid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sp>
          <p:nvSpPr>
            <p:cNvPr id="267" name="Freeform 38">
              <a:extLst>
                <a:ext uri="{FF2B5EF4-FFF2-40B4-BE49-F238E27FC236}">
                  <a16:creationId xmlns:a16="http://schemas.microsoft.com/office/drawing/2014/main" id="{C042B7AB-D7A3-A10D-D3A3-78F9A49BB56A}"/>
                </a:ext>
              </a:extLst>
            </p:cNvPr>
            <p:cNvSpPr>
              <a:spLocks/>
            </p:cNvSpPr>
            <p:nvPr/>
          </p:nvSpPr>
          <p:spPr bwMode="auto">
            <a:xfrm>
              <a:off x="3084464" y="2819400"/>
              <a:ext cx="718946" cy="1016256"/>
            </a:xfrm>
            <a:custGeom>
              <a:avLst/>
              <a:gdLst/>
              <a:ahLst/>
              <a:cxnLst>
                <a:cxn ang="0">
                  <a:pos x="0" y="0"/>
                </a:cxn>
                <a:cxn ang="0">
                  <a:pos x="0" y="640"/>
                </a:cxn>
                <a:cxn ang="0">
                  <a:pos x="453" y="478"/>
                </a:cxn>
                <a:cxn ang="0">
                  <a:pos x="453" y="73"/>
                </a:cxn>
                <a:cxn ang="0">
                  <a:pos x="453" y="73"/>
                </a:cxn>
                <a:cxn ang="0">
                  <a:pos x="453" y="56"/>
                </a:cxn>
                <a:cxn ang="0">
                  <a:pos x="425" y="53"/>
                </a:cxn>
                <a:cxn ang="0">
                  <a:pos x="0" y="0"/>
                </a:cxn>
              </a:cxnLst>
              <a:rect l="0" t="0" r="r" b="b"/>
              <a:pathLst>
                <a:path w="453" h="640">
                  <a:moveTo>
                    <a:pt x="0" y="0"/>
                  </a:moveTo>
                  <a:lnTo>
                    <a:pt x="0" y="640"/>
                  </a:lnTo>
                  <a:lnTo>
                    <a:pt x="453" y="478"/>
                  </a:lnTo>
                  <a:lnTo>
                    <a:pt x="453" y="73"/>
                  </a:lnTo>
                  <a:lnTo>
                    <a:pt x="453" y="73"/>
                  </a:lnTo>
                  <a:lnTo>
                    <a:pt x="453" y="56"/>
                  </a:lnTo>
                  <a:lnTo>
                    <a:pt x="425" y="53"/>
                  </a:lnTo>
                  <a:lnTo>
                    <a:pt x="0" y="0"/>
                  </a:lnTo>
                </a:path>
              </a:pathLst>
            </a:custGeom>
            <a:no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sp>
          <p:nvSpPr>
            <p:cNvPr id="268" name="Freeform 39">
              <a:extLst>
                <a:ext uri="{FF2B5EF4-FFF2-40B4-BE49-F238E27FC236}">
                  <a16:creationId xmlns:a16="http://schemas.microsoft.com/office/drawing/2014/main" id="{75BA73B3-A8DF-A6CD-85C0-DABCCC853FE5}"/>
                </a:ext>
              </a:extLst>
            </p:cNvPr>
            <p:cNvSpPr>
              <a:spLocks/>
            </p:cNvSpPr>
            <p:nvPr/>
          </p:nvSpPr>
          <p:spPr bwMode="auto">
            <a:xfrm>
              <a:off x="1828800" y="2089355"/>
              <a:ext cx="1118993" cy="942975"/>
            </a:xfrm>
            <a:custGeom>
              <a:avLst/>
              <a:gdLst/>
              <a:ahLst/>
              <a:cxnLst>
                <a:cxn ang="0">
                  <a:pos x="705" y="594"/>
                </a:cxn>
                <a:cxn ang="0">
                  <a:pos x="0" y="531"/>
                </a:cxn>
                <a:cxn ang="0">
                  <a:pos x="0" y="63"/>
                </a:cxn>
                <a:cxn ang="0">
                  <a:pos x="705" y="0"/>
                </a:cxn>
                <a:cxn ang="0">
                  <a:pos x="705" y="594"/>
                </a:cxn>
              </a:cxnLst>
              <a:rect l="0" t="0" r="r" b="b"/>
              <a:pathLst>
                <a:path w="705" h="594">
                  <a:moveTo>
                    <a:pt x="705" y="594"/>
                  </a:moveTo>
                  <a:lnTo>
                    <a:pt x="0" y="531"/>
                  </a:lnTo>
                  <a:lnTo>
                    <a:pt x="0" y="63"/>
                  </a:lnTo>
                  <a:lnTo>
                    <a:pt x="705" y="0"/>
                  </a:lnTo>
                  <a:lnTo>
                    <a:pt x="705" y="594"/>
                  </a:lnTo>
                  <a:close/>
                </a:path>
              </a:pathLst>
            </a:custGeom>
            <a:solidFill>
              <a:schemeClr val="tx2">
                <a:lumMod val="60000"/>
                <a:lumOff val="40000"/>
              </a:schemeClr>
            </a:solid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sp>
          <p:nvSpPr>
            <p:cNvPr id="269" name="Freeform 40">
              <a:extLst>
                <a:ext uri="{FF2B5EF4-FFF2-40B4-BE49-F238E27FC236}">
                  <a16:creationId xmlns:a16="http://schemas.microsoft.com/office/drawing/2014/main" id="{12ECE536-D371-49A5-ECFE-A46C52D52265}"/>
                </a:ext>
              </a:extLst>
            </p:cNvPr>
            <p:cNvSpPr>
              <a:spLocks/>
            </p:cNvSpPr>
            <p:nvPr/>
          </p:nvSpPr>
          <p:spPr bwMode="auto">
            <a:xfrm>
              <a:off x="2947793" y="2089355"/>
              <a:ext cx="1147466" cy="942975"/>
            </a:xfrm>
            <a:custGeom>
              <a:avLst/>
              <a:gdLst/>
              <a:ahLst/>
              <a:cxnLst>
                <a:cxn ang="0">
                  <a:pos x="0" y="594"/>
                </a:cxn>
                <a:cxn ang="0">
                  <a:pos x="723" y="531"/>
                </a:cxn>
                <a:cxn ang="0">
                  <a:pos x="723" y="63"/>
                </a:cxn>
                <a:cxn ang="0">
                  <a:pos x="0" y="0"/>
                </a:cxn>
                <a:cxn ang="0">
                  <a:pos x="0" y="594"/>
                </a:cxn>
              </a:cxnLst>
              <a:rect l="0" t="0" r="r" b="b"/>
              <a:pathLst>
                <a:path w="723" h="594">
                  <a:moveTo>
                    <a:pt x="0" y="594"/>
                  </a:moveTo>
                  <a:lnTo>
                    <a:pt x="723" y="531"/>
                  </a:lnTo>
                  <a:lnTo>
                    <a:pt x="723" y="63"/>
                  </a:lnTo>
                  <a:lnTo>
                    <a:pt x="0" y="0"/>
                  </a:lnTo>
                  <a:lnTo>
                    <a:pt x="0" y="594"/>
                  </a:lnTo>
                  <a:close/>
                </a:path>
              </a:pathLst>
            </a:custGeom>
            <a:solidFill>
              <a:schemeClr val="tx2">
                <a:lumMod val="75000"/>
              </a:schemeClr>
            </a:solidFill>
            <a:ln w="9525">
              <a:noFill/>
              <a:round/>
              <a:headEnd/>
              <a:tailEnd/>
            </a:ln>
          </p:spPr>
          <p:txBody>
            <a:bodyPr/>
            <a:lstStyle/>
            <a:p>
              <a:pPr eaLnBrk="1" fontAlgn="auto" hangingPunct="1">
                <a:spcBef>
                  <a:spcPts val="0"/>
                </a:spcBef>
                <a:spcAft>
                  <a:spcPts val="0"/>
                </a:spcAft>
                <a:defRPr/>
              </a:pPr>
              <a:endParaRPr lang="en-US" sz="1351">
                <a:latin typeface="Arial" panose="020B0604020202020204" pitchFamily="34" charset="0"/>
                <a:cs typeface="Arial" panose="020B0604020202020204" pitchFamily="34" charset="0"/>
              </a:endParaRPr>
            </a:p>
          </p:txBody>
        </p:sp>
      </p:grpSp>
      <p:pic>
        <p:nvPicPr>
          <p:cNvPr id="270" name="Picture 3">
            <a:extLst>
              <a:ext uri="{FF2B5EF4-FFF2-40B4-BE49-F238E27FC236}">
                <a16:creationId xmlns:a16="http://schemas.microsoft.com/office/drawing/2014/main" id="{F534F271-6C59-5E8D-CE51-44BA499AE4F2}"/>
              </a:ext>
            </a:extLst>
          </p:cNvPr>
          <p:cNvPicPr>
            <a:picLocks noChangeAspect="1" noChangeArrowheads="1"/>
          </p:cNvPicPr>
          <p:nvPr>
            <p:custDataLst>
              <p:tags r:id="rId1"/>
            </p:custDataLst>
          </p:nvPr>
        </p:nvPicPr>
        <p:blipFill>
          <a:blip r:embed="rId9" cstate="email">
            <a:clrChange>
              <a:clrFrom>
                <a:srgbClr val="FFFFFF"/>
              </a:clrFrom>
              <a:clrTo>
                <a:srgbClr val="FFFFFF">
                  <a:alpha val="0"/>
                </a:srgbClr>
              </a:clrTo>
            </a:clrChange>
            <a:biLevel thresh="25000"/>
            <a:extLst>
              <a:ext uri="{28A0092B-C50C-407E-A947-70E740481C1C}">
                <a14:useLocalDpi xmlns:a14="http://schemas.microsoft.com/office/drawing/2010/main"/>
              </a:ext>
            </a:extLst>
          </a:blip>
          <a:srcRect/>
          <a:stretch>
            <a:fillRect/>
          </a:stretch>
        </p:blipFill>
        <p:spPr bwMode="auto">
          <a:xfrm>
            <a:off x="3405662" y="2243341"/>
            <a:ext cx="737199" cy="737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1" name="Picture 4">
            <a:extLst>
              <a:ext uri="{FF2B5EF4-FFF2-40B4-BE49-F238E27FC236}">
                <a16:creationId xmlns:a16="http://schemas.microsoft.com/office/drawing/2014/main" id="{0E3D3346-F565-2EA7-7620-52821BA6F51E}"/>
              </a:ext>
            </a:extLst>
          </p:cNvPr>
          <p:cNvPicPr>
            <a:picLocks noChangeAspect="1" noChangeArrowheads="1"/>
          </p:cNvPicPr>
          <p:nvPr>
            <p:custDataLst>
              <p:tags r:id="rId2"/>
            </p:custDataLst>
          </p:nvPr>
        </p:nvPicPr>
        <p:blipFill>
          <a:blip r:embed="rId10" cstate="email">
            <a:biLevel thresh="25000"/>
            <a:extLst>
              <a:ext uri="{28A0092B-C50C-407E-A947-70E740481C1C}">
                <a14:useLocalDpi xmlns:a14="http://schemas.microsoft.com/office/drawing/2010/main"/>
              </a:ext>
            </a:extLst>
          </a:blip>
          <a:srcRect/>
          <a:stretch>
            <a:fillRect/>
          </a:stretch>
        </p:blipFill>
        <p:spPr bwMode="auto">
          <a:xfrm>
            <a:off x="3569967" y="3490957"/>
            <a:ext cx="921389" cy="755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2" name="Picture 5">
            <a:extLst>
              <a:ext uri="{FF2B5EF4-FFF2-40B4-BE49-F238E27FC236}">
                <a16:creationId xmlns:a16="http://schemas.microsoft.com/office/drawing/2014/main" id="{B829CF33-17B9-B8A4-F25C-080921B83B97}"/>
              </a:ext>
            </a:extLst>
          </p:cNvPr>
          <p:cNvPicPr>
            <a:picLocks noChangeAspect="1" noChangeArrowheads="1"/>
          </p:cNvPicPr>
          <p:nvPr>
            <p:custDataLst>
              <p:tags r:id="rId3"/>
            </p:custDataLst>
          </p:nvPr>
        </p:nvPicPr>
        <p:blipFill>
          <a:blip r:embed="rId11" cstate="email">
            <a:biLevel thresh="25000"/>
            <a:extLst>
              <a:ext uri="{28A0092B-C50C-407E-A947-70E740481C1C}">
                <a14:useLocalDpi xmlns:a14="http://schemas.microsoft.com/office/drawing/2010/main"/>
              </a:ext>
            </a:extLst>
          </a:blip>
          <a:srcRect/>
          <a:stretch>
            <a:fillRect/>
          </a:stretch>
        </p:blipFill>
        <p:spPr bwMode="auto">
          <a:xfrm>
            <a:off x="3411471" y="4561432"/>
            <a:ext cx="727208" cy="910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3" name="Rectangle 272">
            <a:extLst>
              <a:ext uri="{FF2B5EF4-FFF2-40B4-BE49-F238E27FC236}">
                <a16:creationId xmlns:a16="http://schemas.microsoft.com/office/drawing/2014/main" id="{FB56D14D-FA03-9895-7E88-E1EF029F0AC8}"/>
              </a:ext>
            </a:extLst>
          </p:cNvPr>
          <p:cNvSpPr/>
          <p:nvPr>
            <p:custDataLst>
              <p:tags r:id="rId4"/>
            </p:custDataLst>
          </p:nvPr>
        </p:nvSpPr>
        <p:spPr bwMode="auto">
          <a:xfrm>
            <a:off x="4951578" y="2207314"/>
            <a:ext cx="5880791" cy="737200"/>
          </a:xfrm>
          <a:prstGeom prst="rect">
            <a:avLst/>
          </a:prstGeom>
          <a:noFill/>
          <a:ln>
            <a:noFill/>
          </a:ln>
        </p:spPr>
        <p:style>
          <a:lnRef idx="2">
            <a:schemeClr val="dk1"/>
          </a:lnRef>
          <a:fillRef idx="1">
            <a:schemeClr val="lt1"/>
          </a:fillRef>
          <a:effectRef idx="0">
            <a:schemeClr val="dk1"/>
          </a:effectRef>
          <a:fontRef idx="minor">
            <a:schemeClr val="dk1"/>
          </a:fontRef>
        </p:style>
        <p:txBody>
          <a:bodyPr lIns="91429" tIns="35996" rIns="91429" bIns="35996" anchor="ctr" anchorCtr="0"/>
          <a:lstStyle/>
          <a:p>
            <a:pPr marL="285750" indent="-285750" algn="just">
              <a:buClr>
                <a:schemeClr val="accent5"/>
              </a:buClr>
              <a:buFont typeface="Wingdings" panose="05000000000000000000" pitchFamily="2" charset="2"/>
              <a:buChar char="ü"/>
            </a:pPr>
            <a:r>
              <a:rPr lang="fr-FR" altLang="fr-FR" sz="1400">
                <a:latin typeface="Arial" charset="0"/>
                <a:ea typeface="Arial" charset="0"/>
                <a:cs typeface="Arial" charset="0"/>
              </a:rPr>
              <a:t>Promouvoir de nouveaux services à valeur ajoutée à un écosystème (consommateurs hétérogènes et technologiquement fragmentés)</a:t>
            </a:r>
          </a:p>
        </p:txBody>
      </p:sp>
      <p:sp>
        <p:nvSpPr>
          <p:cNvPr id="274" name="Rectangle 273">
            <a:extLst>
              <a:ext uri="{FF2B5EF4-FFF2-40B4-BE49-F238E27FC236}">
                <a16:creationId xmlns:a16="http://schemas.microsoft.com/office/drawing/2014/main" id="{FB91EB56-C9B6-F4F7-0802-0B8DAF9F0FB0}"/>
              </a:ext>
            </a:extLst>
          </p:cNvPr>
          <p:cNvSpPr/>
          <p:nvPr>
            <p:custDataLst>
              <p:tags r:id="rId5"/>
            </p:custDataLst>
          </p:nvPr>
        </p:nvSpPr>
        <p:spPr bwMode="auto">
          <a:xfrm>
            <a:off x="5527602" y="3253285"/>
            <a:ext cx="6664398" cy="1213564"/>
          </a:xfrm>
          <a:prstGeom prst="rect">
            <a:avLst/>
          </a:prstGeom>
          <a:noFill/>
          <a:ln>
            <a:noFill/>
          </a:ln>
        </p:spPr>
        <p:style>
          <a:lnRef idx="2">
            <a:schemeClr val="dk1"/>
          </a:lnRef>
          <a:fillRef idx="1">
            <a:schemeClr val="lt1"/>
          </a:fillRef>
          <a:effectRef idx="0">
            <a:schemeClr val="dk1"/>
          </a:effectRef>
          <a:fontRef idx="minor">
            <a:schemeClr val="dk1"/>
          </a:fontRef>
        </p:style>
        <p:txBody>
          <a:bodyPr lIns="91429" tIns="35996" rIns="91429" bIns="35996" anchor="ctr" anchorCtr="0"/>
          <a:lstStyle/>
          <a:p>
            <a:pPr marL="285750" indent="-285750">
              <a:buClr>
                <a:schemeClr val="tx2"/>
              </a:buClr>
              <a:buFont typeface="Wingdings" panose="05000000000000000000" pitchFamily="2" charset="2"/>
              <a:buChar char="ü"/>
            </a:pPr>
            <a:r>
              <a:rPr lang="fr-FR" altLang="fr-FR" sz="1400">
                <a:latin typeface="Arial" charset="0"/>
                <a:ea typeface="Arial" charset="0"/>
                <a:cs typeface="Arial" charset="0"/>
              </a:rPr>
              <a:t>Pouvoir se connecter facilement aux services Entreprise; </a:t>
            </a:r>
          </a:p>
          <a:p>
            <a:pPr marL="285750" indent="-285750">
              <a:buClr>
                <a:schemeClr val="tx2"/>
              </a:buClr>
              <a:buFont typeface="Wingdings" panose="05000000000000000000" pitchFamily="2" charset="2"/>
              <a:buChar char="ü"/>
            </a:pPr>
            <a:r>
              <a:rPr lang="fr-FR" altLang="fr-FR" sz="1400">
                <a:latin typeface="Arial" charset="0"/>
                <a:ea typeface="Arial" charset="0"/>
                <a:cs typeface="Arial" charset="0"/>
              </a:rPr>
              <a:t>Offrir de nouveaux services à valeur ajoutée;</a:t>
            </a:r>
          </a:p>
          <a:p>
            <a:pPr marL="285750" indent="-285750">
              <a:buClr>
                <a:schemeClr val="tx2"/>
              </a:buClr>
              <a:buFont typeface="Wingdings" panose="05000000000000000000" pitchFamily="2" charset="2"/>
              <a:buChar char="ü"/>
            </a:pPr>
            <a:r>
              <a:rPr lang="fr-FR" altLang="fr-FR" sz="1400">
                <a:latin typeface="Arial" charset="0"/>
                <a:ea typeface="Arial" charset="0"/>
                <a:cs typeface="Arial" charset="0"/>
              </a:rPr>
              <a:t>Le faire en toute sécurité. </a:t>
            </a:r>
          </a:p>
        </p:txBody>
      </p:sp>
      <p:sp>
        <p:nvSpPr>
          <p:cNvPr id="275" name="Rectangle 274">
            <a:extLst>
              <a:ext uri="{FF2B5EF4-FFF2-40B4-BE49-F238E27FC236}">
                <a16:creationId xmlns:a16="http://schemas.microsoft.com/office/drawing/2014/main" id="{6ACC5DE9-D65F-ED95-C9B6-F89D7E3EEB98}"/>
              </a:ext>
            </a:extLst>
          </p:cNvPr>
          <p:cNvSpPr/>
          <p:nvPr>
            <p:custDataLst>
              <p:tags r:id="rId6"/>
            </p:custDataLst>
          </p:nvPr>
        </p:nvSpPr>
        <p:spPr bwMode="auto">
          <a:xfrm>
            <a:off x="4949825" y="4489940"/>
            <a:ext cx="7971806" cy="1213564"/>
          </a:xfrm>
          <a:prstGeom prst="rect">
            <a:avLst/>
          </a:prstGeom>
          <a:noFill/>
          <a:ln>
            <a:noFill/>
          </a:ln>
        </p:spPr>
        <p:style>
          <a:lnRef idx="2">
            <a:schemeClr val="dk1"/>
          </a:lnRef>
          <a:fillRef idx="1">
            <a:schemeClr val="lt1"/>
          </a:fillRef>
          <a:effectRef idx="0">
            <a:schemeClr val="dk1"/>
          </a:effectRef>
          <a:fontRef idx="minor">
            <a:schemeClr val="dk1"/>
          </a:fontRef>
        </p:style>
        <p:txBody>
          <a:bodyPr lIns="91429" tIns="35996" rIns="91429" bIns="35996" anchor="ctr" anchorCtr="0"/>
          <a:lstStyle/>
          <a:p>
            <a:pPr marL="285750" indent="-285750">
              <a:buClr>
                <a:schemeClr val="accent6"/>
              </a:buClr>
              <a:buFont typeface="Wingdings" panose="05000000000000000000" pitchFamily="2" charset="2"/>
              <a:buChar char="ü"/>
            </a:pPr>
            <a:r>
              <a:rPr lang="fr-FR" altLang="fr-FR" sz="1400">
                <a:latin typeface="Arial" charset="0"/>
                <a:ea typeface="Arial" charset="0"/>
                <a:cs typeface="Arial" charset="0"/>
              </a:rPr>
              <a:t>Exposer et gérer un catalogue API</a:t>
            </a:r>
          </a:p>
          <a:p>
            <a:pPr marL="285750" indent="-285750">
              <a:buClr>
                <a:schemeClr val="accent6"/>
              </a:buClr>
              <a:buFont typeface="Wingdings" panose="05000000000000000000" pitchFamily="2" charset="2"/>
              <a:buChar char="ü"/>
            </a:pPr>
            <a:r>
              <a:rPr lang="fr-FR" altLang="fr-FR" sz="1400">
                <a:latin typeface="Arial" charset="0"/>
                <a:ea typeface="Arial" charset="0"/>
                <a:cs typeface="Arial" charset="0"/>
              </a:rPr>
              <a:t>Maitriser l’</a:t>
            </a:r>
            <a:r>
              <a:rPr lang="fr-FR" altLang="fr-FR" sz="1400" err="1">
                <a:latin typeface="Arial" charset="0"/>
                <a:ea typeface="Arial" charset="0"/>
                <a:cs typeface="Arial" charset="0"/>
              </a:rPr>
              <a:t>Onboarding</a:t>
            </a:r>
            <a:r>
              <a:rPr lang="fr-FR" altLang="fr-FR" sz="1400">
                <a:latin typeface="Arial" charset="0"/>
                <a:ea typeface="Arial" charset="0"/>
                <a:cs typeface="Arial" charset="0"/>
              </a:rPr>
              <a:t> des consommateurs d’API</a:t>
            </a:r>
          </a:p>
          <a:p>
            <a:pPr marL="285750" indent="-285750">
              <a:buClr>
                <a:schemeClr val="accent6"/>
              </a:buClr>
              <a:buFont typeface="Wingdings" panose="05000000000000000000" pitchFamily="2" charset="2"/>
              <a:buChar char="ü"/>
            </a:pPr>
            <a:r>
              <a:rPr lang="fr-FR" altLang="fr-FR" sz="1400">
                <a:latin typeface="Arial" charset="0"/>
                <a:ea typeface="Arial" charset="0"/>
                <a:cs typeface="Arial" charset="0"/>
              </a:rPr>
              <a:t>Surveiller et contrôler les usages et le respect des contrats de services</a:t>
            </a:r>
          </a:p>
          <a:p>
            <a:pPr marL="285750" indent="-285750">
              <a:buClr>
                <a:schemeClr val="accent6"/>
              </a:buClr>
              <a:buFont typeface="Wingdings" panose="05000000000000000000" pitchFamily="2" charset="2"/>
              <a:buChar char="ü"/>
            </a:pPr>
            <a:r>
              <a:rPr lang="fr-FR" altLang="fr-FR" sz="1400">
                <a:latin typeface="Arial" charset="0"/>
                <a:ea typeface="Arial" charset="0"/>
                <a:cs typeface="Arial" charset="0"/>
              </a:rPr>
              <a:t>Un socle à la monétisation des APIs</a:t>
            </a:r>
          </a:p>
        </p:txBody>
      </p:sp>
      <p:sp>
        <p:nvSpPr>
          <p:cNvPr id="276" name="Espace réservé du texte 1">
            <a:extLst>
              <a:ext uri="{FF2B5EF4-FFF2-40B4-BE49-F238E27FC236}">
                <a16:creationId xmlns:a16="http://schemas.microsoft.com/office/drawing/2014/main" id="{0CC543D0-5BEF-B842-C4FE-FAAFB9FADB34}"/>
              </a:ext>
            </a:extLst>
          </p:cNvPr>
          <p:cNvSpPr txBox="1">
            <a:spLocks/>
          </p:cNvSpPr>
          <p:nvPr/>
        </p:nvSpPr>
        <p:spPr>
          <a:xfrm>
            <a:off x="337932" y="930242"/>
            <a:ext cx="11433654" cy="358691"/>
          </a:xfrm>
          <a:prstGeom prst="rect">
            <a:avLst/>
          </a:prstGeom>
        </p:spPr>
        <p:txBody>
          <a:bodyPr anchor="t" anchorCtr="0"/>
          <a:lstStyle>
            <a:lvl1pPr marL="0" indent="0" algn="l" defTabSz="914400" rtl="0" eaLnBrk="1" latinLnBrk="0" hangingPunct="1">
              <a:lnSpc>
                <a:spcPct val="90000"/>
              </a:lnSpc>
              <a:spcBef>
                <a:spcPts val="1000"/>
              </a:spcBef>
              <a:buFont typeface="Arial" panose="020B0604020202020204" pitchFamily="34" charset="0"/>
              <a:buNone/>
              <a:defRPr sz="2400" b="1" kern="1200" cap="all" spc="-150" baseline="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cap="none"/>
              <a:t>Les apports</a:t>
            </a:r>
          </a:p>
        </p:txBody>
      </p:sp>
    </p:spTree>
    <p:extLst>
      <p:ext uri="{BB962C8B-B14F-4D97-AF65-F5344CB8AC3E}">
        <p14:creationId xmlns:p14="http://schemas.microsoft.com/office/powerpoint/2010/main" val="16668366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L’API Management</a:t>
            </a:r>
          </a:p>
        </p:txBody>
      </p:sp>
      <p:grpSp>
        <p:nvGrpSpPr>
          <p:cNvPr id="76" name="Groupe 75">
            <a:extLst>
              <a:ext uri="{FF2B5EF4-FFF2-40B4-BE49-F238E27FC236}">
                <a16:creationId xmlns:a16="http://schemas.microsoft.com/office/drawing/2014/main" id="{2D7C1FC7-5E97-9A1B-21EE-7B538B8D2122}"/>
              </a:ext>
            </a:extLst>
          </p:cNvPr>
          <p:cNvGrpSpPr/>
          <p:nvPr>
            <p:custDataLst>
              <p:tags r:id="rId1"/>
            </p:custDataLst>
          </p:nvPr>
        </p:nvGrpSpPr>
        <p:grpSpPr>
          <a:xfrm>
            <a:off x="29537" y="2423031"/>
            <a:ext cx="12132927" cy="2749806"/>
            <a:chOff x="34506" y="1772816"/>
            <a:chExt cx="12132927" cy="2749806"/>
          </a:xfrm>
        </p:grpSpPr>
        <p:pic>
          <p:nvPicPr>
            <p:cNvPr id="77" name="Image 76" descr="project-team1.jpg">
              <a:extLst>
                <a:ext uri="{FF2B5EF4-FFF2-40B4-BE49-F238E27FC236}">
                  <a16:creationId xmlns:a16="http://schemas.microsoft.com/office/drawing/2014/main" id="{487A3A8A-7D31-327C-E121-A29E3ADB50C1}"/>
                </a:ext>
              </a:extLst>
            </p:cNvPr>
            <p:cNvPicPr>
              <a:picLocks noChangeAspect="1"/>
            </p:cNvPicPr>
            <p:nvPr/>
          </p:nvPicPr>
          <p:blipFill rotWithShape="1">
            <a:blip r:embed="rId8"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flipH="1">
              <a:off x="34506" y="1772816"/>
              <a:ext cx="4435177" cy="2592288"/>
            </a:xfrm>
            <a:prstGeom prst="rect">
              <a:avLst/>
            </a:prstGeom>
          </p:spPr>
        </p:pic>
        <p:pic>
          <p:nvPicPr>
            <p:cNvPr id="78" name="Image 77" descr="engrenages02.png">
              <a:extLst>
                <a:ext uri="{FF2B5EF4-FFF2-40B4-BE49-F238E27FC236}">
                  <a16:creationId xmlns:a16="http://schemas.microsoft.com/office/drawing/2014/main" id="{12651E93-1033-B956-DC7C-4291345F46E3}"/>
                </a:ext>
              </a:extLst>
            </p:cNvPr>
            <p:cNvPicPr>
              <a:picLocks noChangeAspect="1"/>
            </p:cNvPicPr>
            <p:nvPr/>
          </p:nvPicPr>
          <p:blipFill>
            <a:blip r:embed="rId9">
              <a:grayscl/>
              <a:extLst>
                <a:ext uri="{28A0092B-C50C-407E-A947-70E740481C1C}">
                  <a14:useLocalDpi xmlns:a14="http://schemas.microsoft.com/office/drawing/2010/main"/>
                </a:ext>
              </a:extLst>
            </a:blip>
            <a:stretch>
              <a:fillRect/>
            </a:stretch>
          </p:blipFill>
          <p:spPr>
            <a:xfrm flipH="1">
              <a:off x="8783056" y="1772816"/>
              <a:ext cx="3384377" cy="2749806"/>
            </a:xfrm>
            <a:prstGeom prst="rect">
              <a:avLst/>
            </a:prstGeom>
          </p:spPr>
        </p:pic>
      </p:grpSp>
      <p:sp>
        <p:nvSpPr>
          <p:cNvPr id="79" name="Rectangle 78">
            <a:extLst>
              <a:ext uri="{FF2B5EF4-FFF2-40B4-BE49-F238E27FC236}">
                <a16:creationId xmlns:a16="http://schemas.microsoft.com/office/drawing/2014/main" id="{F6B98C5C-4CE3-26B2-0B33-3662E4BC147B}"/>
              </a:ext>
            </a:extLst>
          </p:cNvPr>
          <p:cNvSpPr/>
          <p:nvPr>
            <p:custDataLst>
              <p:tags r:id="rId2"/>
            </p:custDataLst>
          </p:nvPr>
        </p:nvSpPr>
        <p:spPr>
          <a:xfrm>
            <a:off x="257537" y="5258910"/>
            <a:ext cx="5580000" cy="586379"/>
          </a:xfrm>
          <a:prstGeom prst="rect">
            <a:avLst/>
          </a:prstGeom>
        </p:spPr>
        <p:txBody>
          <a:bodyPr wrap="square">
            <a:spAutoFit/>
          </a:bodyPr>
          <a:lstStyle/>
          <a:p>
            <a:pPr marL="0" lvl="4" algn="ctr">
              <a:lnSpc>
                <a:spcPct val="110000"/>
              </a:lnSpc>
              <a:spcBef>
                <a:spcPts val="300"/>
              </a:spcBef>
              <a:buClr>
                <a:schemeClr val="accent2">
                  <a:lumMod val="60000"/>
                  <a:lumOff val="40000"/>
                </a:schemeClr>
              </a:buClr>
            </a:pPr>
            <a:r>
              <a:rPr lang="fr-FR" sz="1400" b="1">
                <a:solidFill>
                  <a:schemeClr val="tx2"/>
                </a:solidFill>
                <a:latin typeface="Arial" pitchFamily="34" charset="0"/>
                <a:cs typeface="Arial" pitchFamily="34" charset="0"/>
              </a:rPr>
              <a:t>Gérer la contractualisation de la consommation</a:t>
            </a:r>
          </a:p>
          <a:p>
            <a:pPr marL="0" lvl="4" algn="ctr">
              <a:lnSpc>
                <a:spcPct val="110000"/>
              </a:lnSpc>
              <a:spcBef>
                <a:spcPts val="300"/>
              </a:spcBef>
              <a:buClr>
                <a:schemeClr val="accent2">
                  <a:lumMod val="60000"/>
                  <a:lumOff val="40000"/>
                </a:schemeClr>
              </a:buClr>
            </a:pPr>
            <a:r>
              <a:rPr lang="fr-FR" sz="1400" b="1">
                <a:solidFill>
                  <a:schemeClr val="tx2"/>
                </a:solidFill>
                <a:latin typeface="Arial" pitchFamily="34" charset="0"/>
                <a:cs typeface="Arial" pitchFamily="34" charset="0"/>
              </a:rPr>
              <a:t>Gérer le cycle de vie des APIs</a:t>
            </a:r>
          </a:p>
        </p:txBody>
      </p:sp>
      <p:grpSp>
        <p:nvGrpSpPr>
          <p:cNvPr id="80" name="Groupe 79">
            <a:extLst>
              <a:ext uri="{FF2B5EF4-FFF2-40B4-BE49-F238E27FC236}">
                <a16:creationId xmlns:a16="http://schemas.microsoft.com/office/drawing/2014/main" id="{FA5D1AFD-899C-4443-03AB-B5B6FA57A403}"/>
              </a:ext>
            </a:extLst>
          </p:cNvPr>
          <p:cNvGrpSpPr/>
          <p:nvPr>
            <p:custDataLst>
              <p:tags r:id="rId3"/>
            </p:custDataLst>
          </p:nvPr>
        </p:nvGrpSpPr>
        <p:grpSpPr>
          <a:xfrm>
            <a:off x="278757" y="1865908"/>
            <a:ext cx="11634487" cy="3384376"/>
            <a:chOff x="257537" y="1340768"/>
            <a:chExt cx="11634487" cy="3384376"/>
          </a:xfrm>
        </p:grpSpPr>
        <p:grpSp>
          <p:nvGrpSpPr>
            <p:cNvPr id="81" name="Groupe 80">
              <a:extLst>
                <a:ext uri="{FF2B5EF4-FFF2-40B4-BE49-F238E27FC236}">
                  <a16:creationId xmlns:a16="http://schemas.microsoft.com/office/drawing/2014/main" id="{C8D3B9C7-E3A6-A1D0-4FDB-14901A2B73ED}"/>
                </a:ext>
              </a:extLst>
            </p:cNvPr>
            <p:cNvGrpSpPr/>
            <p:nvPr/>
          </p:nvGrpSpPr>
          <p:grpSpPr>
            <a:xfrm>
              <a:off x="257537" y="1340768"/>
              <a:ext cx="5580000" cy="3384376"/>
              <a:chOff x="4223792" y="1392214"/>
              <a:chExt cx="5580000" cy="3384376"/>
            </a:xfrm>
          </p:grpSpPr>
          <p:sp>
            <p:nvSpPr>
              <p:cNvPr id="85" name="Rectangle à coins arrondis 13">
                <a:extLst>
                  <a:ext uri="{FF2B5EF4-FFF2-40B4-BE49-F238E27FC236}">
                    <a16:creationId xmlns:a16="http://schemas.microsoft.com/office/drawing/2014/main" id="{AB777C2C-83CC-F6C8-9BF5-455EBE991A03}"/>
                  </a:ext>
                </a:extLst>
              </p:cNvPr>
              <p:cNvSpPr/>
              <p:nvPr/>
            </p:nvSpPr>
            <p:spPr bwMode="auto">
              <a:xfrm>
                <a:off x="4223792" y="1516447"/>
                <a:ext cx="5580000" cy="3260143"/>
              </a:xfrm>
              <a:prstGeom prst="roundRect">
                <a:avLst>
                  <a:gd name="adj" fmla="val 0"/>
                </a:avLst>
              </a:prstGeom>
              <a:solidFill>
                <a:srgbClr val="FFFFFF">
                  <a:alpha val="80000"/>
                </a:srgbClr>
              </a:solidFill>
              <a:ln w="12700">
                <a:solidFill>
                  <a:schemeClr val="tx2"/>
                </a:solidFill>
                <a:headEnd/>
                <a:tailEnd/>
              </a:ln>
            </p:spPr>
            <p:style>
              <a:lnRef idx="2">
                <a:schemeClr val="dk1"/>
              </a:lnRef>
              <a:fillRef idx="1">
                <a:schemeClr val="lt1"/>
              </a:fillRef>
              <a:effectRef idx="0">
                <a:schemeClr val="dk1"/>
              </a:effectRef>
              <a:fontRef idx="minor">
                <a:schemeClr val="dk1"/>
              </a:fontRef>
            </p:style>
            <p:txBody>
              <a:bodyPr lIns="72000" tIns="176400" rIns="72000" bIns="36000" anchor="t" anchorCtr="0">
                <a:prstTxWarp prst="textNoShape">
                  <a:avLst/>
                </a:prstTxWarp>
              </a:bodyPr>
              <a:lstStyle/>
              <a:p>
                <a:pPr marL="0" lvl="1">
                  <a:lnSpc>
                    <a:spcPct val="110000"/>
                  </a:lnSpc>
                  <a:buClr>
                    <a:srgbClr val="D9D9D9">
                      <a:lumMod val="50000"/>
                    </a:srgbClr>
                  </a:buClr>
                </a:pPr>
                <a:endParaRPr lang="fr-FR" sz="1200" b="1" spc="300">
                  <a:solidFill>
                    <a:srgbClr val="3F3F3F"/>
                  </a:solidFill>
                  <a:latin typeface="Arial" pitchFamily="34" charset="0"/>
                  <a:cs typeface="Arial" pitchFamily="34" charset="0"/>
                </a:endParaRPr>
              </a:p>
              <a:p>
                <a:pPr marL="0" lvl="1">
                  <a:lnSpc>
                    <a:spcPct val="110000"/>
                  </a:lnSpc>
                  <a:buClr>
                    <a:srgbClr val="D9D9D9">
                      <a:lumMod val="50000"/>
                    </a:srgbClr>
                  </a:buClr>
                </a:pPr>
                <a:r>
                  <a:rPr lang="fr-FR" sz="1200" b="1" spc="300">
                    <a:solidFill>
                      <a:schemeClr val="tx2"/>
                    </a:solidFill>
                    <a:latin typeface="Arial" pitchFamily="34" charset="0"/>
                    <a:cs typeface="Arial" pitchFamily="34" charset="0"/>
                  </a:rPr>
                  <a:t>FONCTIONNALITES</a:t>
                </a:r>
              </a:p>
              <a:p>
                <a:pPr marL="342861" lvl="1" indent="-342861">
                  <a:spcBef>
                    <a:spcPts val="600"/>
                  </a:spcBef>
                  <a:buClr>
                    <a:schemeClr val="tx2"/>
                  </a:buClr>
                  <a:buFont typeface="Wingdings" charset="2"/>
                  <a:buChar char="Ø"/>
                </a:pPr>
                <a:r>
                  <a:rPr lang="fr-FR" sz="1400">
                    <a:solidFill>
                      <a:schemeClr val="tx1"/>
                    </a:solidFill>
                    <a:latin typeface="Arial" pitchFamily="34" charset="0"/>
                    <a:cs typeface="Arial" pitchFamily="34" charset="0"/>
                  </a:rPr>
                  <a:t>Publier simplement les nouvelles API</a:t>
                </a:r>
              </a:p>
              <a:p>
                <a:pPr marL="342861" lvl="1" indent="-342861">
                  <a:spcBef>
                    <a:spcPts val="600"/>
                  </a:spcBef>
                  <a:buClr>
                    <a:schemeClr val="tx2"/>
                  </a:buClr>
                  <a:buFont typeface="Wingdings" charset="2"/>
                  <a:buChar char="Ø"/>
                </a:pPr>
                <a:r>
                  <a:rPr lang="fr-FR" sz="1400">
                    <a:solidFill>
                      <a:schemeClr val="tx1"/>
                    </a:solidFill>
                    <a:latin typeface="Arial" pitchFamily="34" charset="0"/>
                    <a:cs typeface="Arial" pitchFamily="34" charset="0"/>
                  </a:rPr>
                  <a:t>Exposer les opérations aux partenaires</a:t>
                </a:r>
              </a:p>
              <a:p>
                <a:pPr marL="342861" lvl="1" indent="-342861">
                  <a:spcBef>
                    <a:spcPts val="600"/>
                  </a:spcBef>
                  <a:buClr>
                    <a:schemeClr val="tx2"/>
                  </a:buClr>
                  <a:buFont typeface="Wingdings" charset="2"/>
                  <a:buChar char="Ø"/>
                </a:pPr>
                <a:r>
                  <a:rPr lang="fr-FR" sz="1400">
                    <a:solidFill>
                      <a:schemeClr val="tx1"/>
                    </a:solidFill>
                    <a:latin typeface="Arial" pitchFamily="34" charset="0"/>
                    <a:cs typeface="Arial" pitchFamily="34" charset="0"/>
                  </a:rPr>
                  <a:t>Rendre compte de l’utilisation</a:t>
                </a:r>
              </a:p>
              <a:p>
                <a:pPr marL="342861" lvl="1" indent="-342861">
                  <a:spcBef>
                    <a:spcPts val="600"/>
                  </a:spcBef>
                  <a:buClr>
                    <a:schemeClr val="tx2"/>
                  </a:buClr>
                  <a:buFont typeface="Wingdings" charset="2"/>
                  <a:buChar char="Ø"/>
                </a:pPr>
                <a:r>
                  <a:rPr lang="fr-FR" sz="1400">
                    <a:solidFill>
                      <a:schemeClr val="tx1"/>
                    </a:solidFill>
                    <a:latin typeface="Arial" pitchFamily="34" charset="0"/>
                    <a:cs typeface="Arial" pitchFamily="34" charset="0"/>
                  </a:rPr>
                  <a:t>Déployer les politiques (SLA et sécurité) dans la couche </a:t>
                </a:r>
                <a:r>
                  <a:rPr lang="fr-FR" sz="1400" err="1">
                    <a:solidFill>
                      <a:schemeClr val="tx1"/>
                    </a:solidFill>
                    <a:latin typeface="Arial" pitchFamily="34" charset="0"/>
                    <a:cs typeface="Arial" pitchFamily="34" charset="0"/>
                  </a:rPr>
                  <a:t>runtime</a:t>
                </a:r>
                <a:endParaRPr lang="fr-FR" sz="1400">
                  <a:solidFill>
                    <a:schemeClr val="tx1"/>
                  </a:solidFill>
                  <a:latin typeface="Arial" pitchFamily="34" charset="0"/>
                  <a:cs typeface="Arial" pitchFamily="34" charset="0"/>
                </a:endParaRPr>
              </a:p>
              <a:p>
                <a:pPr marL="0" lvl="1">
                  <a:lnSpc>
                    <a:spcPct val="110000"/>
                  </a:lnSpc>
                  <a:buClr>
                    <a:srgbClr val="D9D9D9">
                      <a:lumMod val="50000"/>
                    </a:srgbClr>
                  </a:buClr>
                </a:pPr>
                <a:endParaRPr lang="fr-FR" sz="1200" b="1" spc="300">
                  <a:solidFill>
                    <a:srgbClr val="3F3F3F"/>
                  </a:solidFill>
                  <a:latin typeface="Arial" pitchFamily="34" charset="0"/>
                  <a:cs typeface="Arial" pitchFamily="34" charset="0"/>
                </a:endParaRPr>
              </a:p>
              <a:p>
                <a:pPr marL="0" lvl="1">
                  <a:lnSpc>
                    <a:spcPct val="110000"/>
                  </a:lnSpc>
                  <a:buClr>
                    <a:srgbClr val="D9D9D9">
                      <a:lumMod val="50000"/>
                    </a:srgbClr>
                  </a:buClr>
                </a:pPr>
                <a:r>
                  <a:rPr lang="fr-FR" sz="1200" b="1" spc="300">
                    <a:solidFill>
                      <a:schemeClr val="tx2"/>
                    </a:solidFill>
                    <a:latin typeface="Arial" pitchFamily="34" charset="0"/>
                    <a:cs typeface="Arial" pitchFamily="34" charset="0"/>
                  </a:rPr>
                  <a:t>COMPOSANTS</a:t>
                </a:r>
                <a:endParaRPr lang="fr-FR" sz="1600">
                  <a:solidFill>
                    <a:schemeClr val="tx2"/>
                  </a:solidFill>
                  <a:latin typeface="Arial" pitchFamily="34" charset="0"/>
                  <a:cs typeface="Arial" pitchFamily="34" charset="0"/>
                </a:endParaRPr>
              </a:p>
              <a:p>
                <a:pPr marL="342861" lvl="1" indent="-342861">
                  <a:spcBef>
                    <a:spcPts val="600"/>
                  </a:spcBef>
                  <a:buClr>
                    <a:schemeClr val="tx2"/>
                  </a:buClr>
                  <a:buFont typeface="Wingdings" charset="2"/>
                  <a:buChar char="Ø"/>
                </a:pPr>
                <a:r>
                  <a:rPr lang="fr-FR" sz="1400">
                    <a:solidFill>
                      <a:schemeClr val="tx1"/>
                    </a:solidFill>
                    <a:latin typeface="Arial" pitchFamily="34" charset="0"/>
                    <a:cs typeface="Arial" pitchFamily="34" charset="0"/>
                  </a:rPr>
                  <a:t>Porte les fonctionnalités de « </a:t>
                </a:r>
                <a:r>
                  <a:rPr lang="fr-FR" sz="1400" err="1">
                    <a:solidFill>
                      <a:schemeClr val="tx1"/>
                    </a:solidFill>
                    <a:latin typeface="Arial" pitchFamily="34" charset="0"/>
                    <a:cs typeface="Arial" pitchFamily="34" charset="0"/>
                  </a:rPr>
                  <a:t>build</a:t>
                </a:r>
                <a:r>
                  <a:rPr lang="fr-FR" sz="1400">
                    <a:solidFill>
                      <a:schemeClr val="tx1"/>
                    </a:solidFill>
                    <a:latin typeface="Arial" pitchFamily="34" charset="0"/>
                    <a:cs typeface="Arial" pitchFamily="34" charset="0"/>
                  </a:rPr>
                  <a:t> » et de « gouvernance »</a:t>
                </a:r>
              </a:p>
              <a:p>
                <a:pPr marL="342861" lvl="1" indent="-342861">
                  <a:spcBef>
                    <a:spcPts val="600"/>
                  </a:spcBef>
                  <a:buClr>
                    <a:schemeClr val="tx2"/>
                  </a:buClr>
                  <a:buFont typeface="Wingdings" charset="2"/>
                  <a:buChar char="Ø"/>
                </a:pPr>
                <a:r>
                  <a:rPr lang="fr-FR" sz="1400">
                    <a:solidFill>
                      <a:schemeClr val="tx1"/>
                    </a:solidFill>
                    <a:latin typeface="Arial" pitchFamily="34" charset="0"/>
                    <a:cs typeface="Arial" pitchFamily="34" charset="0"/>
                  </a:rPr>
                  <a:t>Est accessible au travers d’une interface Web</a:t>
                </a:r>
              </a:p>
              <a:p>
                <a:pPr marL="342861" lvl="1" indent="-342861">
                  <a:spcBef>
                    <a:spcPts val="600"/>
                  </a:spcBef>
                  <a:buClr>
                    <a:schemeClr val="tx2"/>
                  </a:buClr>
                  <a:buFont typeface="Wingdings" charset="2"/>
                  <a:buChar char="Ø"/>
                </a:pPr>
                <a:r>
                  <a:rPr lang="fr-FR" sz="1400">
                    <a:solidFill>
                      <a:schemeClr val="tx1"/>
                    </a:solidFill>
                    <a:latin typeface="Arial" pitchFamily="34" charset="0"/>
                    <a:cs typeface="Arial" pitchFamily="34" charset="0"/>
                  </a:rPr>
                  <a:t>Est gérée par des équipes dédiées (pas la production)</a:t>
                </a:r>
              </a:p>
            </p:txBody>
          </p:sp>
          <p:sp>
            <p:nvSpPr>
              <p:cNvPr id="86" name="Rectangle à coins arrondis 14">
                <a:extLst>
                  <a:ext uri="{FF2B5EF4-FFF2-40B4-BE49-F238E27FC236}">
                    <a16:creationId xmlns:a16="http://schemas.microsoft.com/office/drawing/2014/main" id="{C3043F33-9070-B52D-F74B-FAE36CD86FB7}"/>
                  </a:ext>
                </a:extLst>
              </p:cNvPr>
              <p:cNvSpPr/>
              <p:nvPr/>
            </p:nvSpPr>
            <p:spPr>
              <a:xfrm>
                <a:off x="5239096" y="1392214"/>
                <a:ext cx="3549391" cy="286232"/>
              </a:xfrm>
              <a:prstGeom prst="roundRect">
                <a:avLst>
                  <a:gd name="adj" fmla="val 0"/>
                </a:avLst>
              </a:prstGeom>
              <a:solidFill>
                <a:schemeClr val="tx2"/>
              </a:solidFill>
              <a:ln>
                <a:solidFill>
                  <a:schemeClr val="tx2"/>
                </a:solidFill>
              </a:ln>
            </p:spPr>
            <p:style>
              <a:lnRef idx="3">
                <a:schemeClr val="lt1"/>
              </a:lnRef>
              <a:fillRef idx="1">
                <a:schemeClr val="accent5"/>
              </a:fillRef>
              <a:effectRef idx="1">
                <a:schemeClr val="accent5"/>
              </a:effectRef>
              <a:fontRef idx="minor">
                <a:schemeClr val="lt1"/>
              </a:fontRef>
            </p:style>
            <p:txBody>
              <a:bodyPr wrap="square">
                <a:spAutoFit/>
              </a:bodyPr>
              <a:lstStyle/>
              <a:p>
                <a:pPr marL="0" lvl="1" algn="ctr" defTabSz="1377793">
                  <a:lnSpc>
                    <a:spcPct val="90000"/>
                  </a:lnSpc>
                  <a:spcAft>
                    <a:spcPts val="199"/>
                  </a:spcAft>
                  <a:buClr>
                    <a:srgbClr val="92D050"/>
                  </a:buClr>
                  <a:tabLst>
                    <a:tab pos="0" algn="l"/>
                  </a:tabLst>
                </a:pPr>
                <a:r>
                  <a:rPr lang="fr-FR" sz="1400" b="1" spc="600">
                    <a:solidFill>
                      <a:schemeClr val="bg1"/>
                    </a:solidFill>
                    <a:cs typeface="Arial" pitchFamily="34" charset="0"/>
                  </a:rPr>
                  <a:t>PORTAIL API</a:t>
                </a:r>
              </a:p>
            </p:txBody>
          </p:sp>
        </p:grpSp>
        <p:grpSp>
          <p:nvGrpSpPr>
            <p:cNvPr id="82" name="Groupe 81">
              <a:extLst>
                <a:ext uri="{FF2B5EF4-FFF2-40B4-BE49-F238E27FC236}">
                  <a16:creationId xmlns:a16="http://schemas.microsoft.com/office/drawing/2014/main" id="{3941675D-AC68-F9CD-782D-3DB26D1E3E68}"/>
                </a:ext>
              </a:extLst>
            </p:cNvPr>
            <p:cNvGrpSpPr/>
            <p:nvPr/>
          </p:nvGrpSpPr>
          <p:grpSpPr>
            <a:xfrm>
              <a:off x="6312024" y="1340768"/>
              <a:ext cx="5580000" cy="3384376"/>
              <a:chOff x="4223792" y="1392214"/>
              <a:chExt cx="5580000" cy="3384376"/>
            </a:xfrm>
          </p:grpSpPr>
          <p:sp>
            <p:nvSpPr>
              <p:cNvPr id="83" name="Rectangle à coins arrondis 22">
                <a:extLst>
                  <a:ext uri="{FF2B5EF4-FFF2-40B4-BE49-F238E27FC236}">
                    <a16:creationId xmlns:a16="http://schemas.microsoft.com/office/drawing/2014/main" id="{1985AC57-9466-5F68-8B8D-231690566B6E}"/>
                  </a:ext>
                </a:extLst>
              </p:cNvPr>
              <p:cNvSpPr/>
              <p:nvPr/>
            </p:nvSpPr>
            <p:spPr bwMode="auto">
              <a:xfrm>
                <a:off x="4223792" y="1516447"/>
                <a:ext cx="5580000" cy="3260143"/>
              </a:xfrm>
              <a:prstGeom prst="roundRect">
                <a:avLst>
                  <a:gd name="adj" fmla="val 0"/>
                </a:avLst>
              </a:prstGeom>
              <a:solidFill>
                <a:srgbClr val="FFFFFF">
                  <a:alpha val="80000"/>
                </a:srgbClr>
              </a:solidFill>
              <a:ln w="12700">
                <a:solidFill>
                  <a:schemeClr val="tx1"/>
                </a:solidFill>
                <a:headEnd/>
                <a:tailEnd/>
              </a:ln>
            </p:spPr>
            <p:style>
              <a:lnRef idx="2">
                <a:schemeClr val="dk1"/>
              </a:lnRef>
              <a:fillRef idx="1">
                <a:schemeClr val="lt1"/>
              </a:fillRef>
              <a:effectRef idx="0">
                <a:schemeClr val="dk1"/>
              </a:effectRef>
              <a:fontRef idx="minor">
                <a:schemeClr val="dk1"/>
              </a:fontRef>
            </p:style>
            <p:txBody>
              <a:bodyPr lIns="72000" tIns="176400" rIns="72000" bIns="36000" anchor="t" anchorCtr="0">
                <a:prstTxWarp prst="textNoShape">
                  <a:avLst/>
                </a:prstTxWarp>
              </a:bodyPr>
              <a:lstStyle/>
              <a:p>
                <a:pPr marL="0" lvl="1">
                  <a:lnSpc>
                    <a:spcPct val="110000"/>
                  </a:lnSpc>
                  <a:buClr>
                    <a:srgbClr val="D9D9D9">
                      <a:lumMod val="50000"/>
                    </a:srgbClr>
                  </a:buClr>
                </a:pPr>
                <a:br>
                  <a:rPr lang="fr-FR" sz="1200" b="1" spc="300">
                    <a:solidFill>
                      <a:schemeClr val="accent6">
                        <a:lumMod val="50000"/>
                      </a:schemeClr>
                    </a:solidFill>
                    <a:latin typeface="Arial" pitchFamily="34" charset="0"/>
                    <a:cs typeface="Arial" pitchFamily="34" charset="0"/>
                  </a:rPr>
                </a:br>
                <a:r>
                  <a:rPr lang="fr-FR" sz="1200" b="1" spc="300">
                    <a:solidFill>
                      <a:schemeClr val="tx1"/>
                    </a:solidFill>
                    <a:latin typeface="Arial" pitchFamily="34" charset="0"/>
                    <a:cs typeface="Arial" pitchFamily="34" charset="0"/>
                  </a:rPr>
                  <a:t>FONCTIONNALITES</a:t>
                </a:r>
              </a:p>
              <a:p>
                <a:pPr marL="342861" lvl="1" indent="-342861">
                  <a:spcBef>
                    <a:spcPts val="600"/>
                  </a:spcBef>
                  <a:buClr>
                    <a:schemeClr val="tx1"/>
                  </a:buClr>
                  <a:buFont typeface="Wingdings" charset="2"/>
                  <a:buChar char="Ø"/>
                </a:pPr>
                <a:r>
                  <a:rPr lang="fr-FR" sz="1400">
                    <a:solidFill>
                      <a:schemeClr val="tx1"/>
                    </a:solidFill>
                    <a:latin typeface="Arial" pitchFamily="34" charset="0"/>
                    <a:cs typeface="Arial" pitchFamily="34" charset="0"/>
                  </a:rPr>
                  <a:t>Sécuriser les API exposées</a:t>
                </a:r>
              </a:p>
              <a:p>
                <a:pPr marL="342861" lvl="1" indent="-342861">
                  <a:spcBef>
                    <a:spcPts val="600"/>
                  </a:spcBef>
                  <a:buClr>
                    <a:schemeClr val="tx1"/>
                  </a:buClr>
                  <a:buFont typeface="Wingdings" charset="2"/>
                  <a:buChar char="Ø"/>
                </a:pPr>
                <a:r>
                  <a:rPr lang="fr-FR" sz="1400">
                    <a:solidFill>
                      <a:schemeClr val="tx1"/>
                    </a:solidFill>
                    <a:latin typeface="Arial" pitchFamily="34" charset="0"/>
                    <a:cs typeface="Arial" pitchFamily="34" charset="0"/>
                  </a:rPr>
                  <a:t>Contrôler les contrats et les droits des partenaires</a:t>
                </a:r>
              </a:p>
              <a:p>
                <a:pPr marL="342861" lvl="1" indent="-342861">
                  <a:spcBef>
                    <a:spcPts val="600"/>
                  </a:spcBef>
                  <a:buClr>
                    <a:schemeClr val="tx1"/>
                  </a:buClr>
                  <a:buFont typeface="Wingdings" charset="2"/>
                  <a:buChar char="Ø"/>
                </a:pPr>
                <a:r>
                  <a:rPr lang="fr-FR" sz="1400">
                    <a:solidFill>
                      <a:schemeClr val="tx1"/>
                    </a:solidFill>
                    <a:latin typeface="Arial" pitchFamily="34" charset="0"/>
                    <a:cs typeface="Arial" pitchFamily="34" charset="0"/>
                  </a:rPr>
                  <a:t>Transformer les messages</a:t>
                </a:r>
              </a:p>
              <a:p>
                <a:pPr marL="342861" lvl="1" indent="-342861">
                  <a:spcBef>
                    <a:spcPts val="600"/>
                  </a:spcBef>
                  <a:buClr>
                    <a:schemeClr val="tx1"/>
                  </a:buClr>
                  <a:buFont typeface="Wingdings" charset="2"/>
                  <a:buChar char="Ø"/>
                </a:pPr>
                <a:r>
                  <a:rPr lang="fr-FR" sz="1400">
                    <a:solidFill>
                      <a:schemeClr val="tx1"/>
                    </a:solidFill>
                    <a:latin typeface="Arial" pitchFamily="34" charset="0"/>
                    <a:cs typeface="Arial" pitchFamily="34" charset="0"/>
                  </a:rPr>
                  <a:t>Mesurer l’utilisation des API</a:t>
                </a:r>
              </a:p>
              <a:p>
                <a:pPr marL="0" lvl="1">
                  <a:lnSpc>
                    <a:spcPct val="110000"/>
                  </a:lnSpc>
                  <a:buClr>
                    <a:schemeClr val="accent6">
                      <a:lumMod val="50000"/>
                    </a:schemeClr>
                  </a:buClr>
                </a:pPr>
                <a:endParaRPr lang="fr-FR" sz="1200" b="1" spc="300">
                  <a:solidFill>
                    <a:schemeClr val="accent6">
                      <a:lumMod val="50000"/>
                    </a:schemeClr>
                  </a:solidFill>
                  <a:latin typeface="Arial" pitchFamily="34" charset="0"/>
                  <a:cs typeface="Arial" pitchFamily="34" charset="0"/>
                </a:endParaRPr>
              </a:p>
              <a:p>
                <a:pPr marL="0" lvl="1">
                  <a:lnSpc>
                    <a:spcPct val="110000"/>
                  </a:lnSpc>
                  <a:buClr>
                    <a:schemeClr val="accent6">
                      <a:lumMod val="50000"/>
                    </a:schemeClr>
                  </a:buClr>
                </a:pPr>
                <a:r>
                  <a:rPr lang="fr-FR" sz="1200" b="1" spc="300">
                    <a:solidFill>
                      <a:schemeClr val="tx1"/>
                    </a:solidFill>
                    <a:latin typeface="Arial" pitchFamily="34" charset="0"/>
                    <a:cs typeface="Arial" pitchFamily="34" charset="0"/>
                  </a:rPr>
                  <a:t>COMPOSANTS</a:t>
                </a:r>
              </a:p>
              <a:p>
                <a:pPr marL="342861" lvl="1" indent="-342861">
                  <a:spcBef>
                    <a:spcPts val="600"/>
                  </a:spcBef>
                  <a:buClr>
                    <a:schemeClr val="tx1"/>
                  </a:buClr>
                  <a:buFont typeface="Wingdings" charset="2"/>
                  <a:buChar char="Ø"/>
                </a:pPr>
                <a:r>
                  <a:rPr lang="fr-FR" sz="1400">
                    <a:solidFill>
                      <a:schemeClr val="tx1"/>
                    </a:solidFill>
                    <a:latin typeface="Arial" pitchFamily="34" charset="0"/>
                    <a:cs typeface="Arial" pitchFamily="34" charset="0"/>
                  </a:rPr>
                  <a:t>Porte les fonctionnalités de « </a:t>
                </a:r>
                <a:r>
                  <a:rPr lang="fr-FR" sz="1400" err="1">
                    <a:solidFill>
                      <a:schemeClr val="tx1"/>
                    </a:solidFill>
                    <a:latin typeface="Arial" pitchFamily="34" charset="0"/>
                    <a:cs typeface="Arial" pitchFamily="34" charset="0"/>
                  </a:rPr>
                  <a:t>run</a:t>
                </a:r>
                <a:r>
                  <a:rPr lang="fr-FR" sz="1400">
                    <a:solidFill>
                      <a:schemeClr val="tx1"/>
                    </a:solidFill>
                    <a:latin typeface="Arial" pitchFamily="34" charset="0"/>
                    <a:cs typeface="Arial" pitchFamily="34" charset="0"/>
                  </a:rPr>
                  <a:t> » et de sécurisation</a:t>
                </a:r>
              </a:p>
              <a:p>
                <a:pPr marL="342861" lvl="1" indent="-342861">
                  <a:spcBef>
                    <a:spcPts val="600"/>
                  </a:spcBef>
                  <a:buClr>
                    <a:schemeClr val="tx1"/>
                  </a:buClr>
                  <a:buFont typeface="Wingdings" charset="2"/>
                  <a:buChar char="Ø"/>
                </a:pPr>
                <a:r>
                  <a:rPr lang="fr-FR" sz="1400">
                    <a:solidFill>
                      <a:schemeClr val="tx1"/>
                    </a:solidFill>
                    <a:latin typeface="Arial" pitchFamily="34" charset="0"/>
                    <a:cs typeface="Arial" pitchFamily="34" charset="0"/>
                  </a:rPr>
                  <a:t>Fonctionne en haute disponibilité sur plusieurs serveurs</a:t>
                </a:r>
              </a:p>
              <a:p>
                <a:pPr marL="342861" lvl="1" indent="-342861">
                  <a:spcBef>
                    <a:spcPts val="600"/>
                  </a:spcBef>
                  <a:buClr>
                    <a:schemeClr val="tx1"/>
                  </a:buClr>
                  <a:buFont typeface="Wingdings" charset="2"/>
                  <a:buChar char="Ø"/>
                </a:pPr>
                <a:r>
                  <a:rPr lang="fr-FR" sz="1400">
                    <a:solidFill>
                      <a:schemeClr val="tx1"/>
                    </a:solidFill>
                    <a:latin typeface="Arial" pitchFamily="34" charset="0"/>
                    <a:cs typeface="Arial" pitchFamily="34" charset="0"/>
                  </a:rPr>
                  <a:t>Est gérée par les équipes de production</a:t>
                </a:r>
              </a:p>
            </p:txBody>
          </p:sp>
          <p:sp>
            <p:nvSpPr>
              <p:cNvPr id="84" name="Rectangle à coins arrondis 23">
                <a:extLst>
                  <a:ext uri="{FF2B5EF4-FFF2-40B4-BE49-F238E27FC236}">
                    <a16:creationId xmlns:a16="http://schemas.microsoft.com/office/drawing/2014/main" id="{C8FD747C-4F8C-5355-A791-63AF4AB4BBE2}"/>
                  </a:ext>
                </a:extLst>
              </p:cNvPr>
              <p:cNvSpPr/>
              <p:nvPr/>
            </p:nvSpPr>
            <p:spPr>
              <a:xfrm>
                <a:off x="5239096" y="1392214"/>
                <a:ext cx="3549391" cy="286232"/>
              </a:xfrm>
              <a:prstGeom prst="roundRect">
                <a:avLst>
                  <a:gd name="adj" fmla="val 0"/>
                </a:avLst>
              </a:prstGeom>
              <a:solidFill>
                <a:schemeClr val="tx1"/>
              </a:solidFill>
              <a:ln>
                <a:solidFill>
                  <a:schemeClr val="tx1"/>
                </a:solidFill>
              </a:ln>
            </p:spPr>
            <p:style>
              <a:lnRef idx="3">
                <a:schemeClr val="lt1"/>
              </a:lnRef>
              <a:fillRef idx="1">
                <a:schemeClr val="accent5"/>
              </a:fillRef>
              <a:effectRef idx="1">
                <a:schemeClr val="accent5"/>
              </a:effectRef>
              <a:fontRef idx="minor">
                <a:schemeClr val="lt1"/>
              </a:fontRef>
            </p:style>
            <p:txBody>
              <a:bodyPr wrap="square">
                <a:spAutoFit/>
              </a:bodyPr>
              <a:lstStyle/>
              <a:p>
                <a:pPr marL="0" lvl="1" algn="ctr" defTabSz="1377793">
                  <a:lnSpc>
                    <a:spcPct val="90000"/>
                  </a:lnSpc>
                  <a:spcAft>
                    <a:spcPts val="199"/>
                  </a:spcAft>
                  <a:buClr>
                    <a:srgbClr val="92D050"/>
                  </a:buClr>
                  <a:tabLst>
                    <a:tab pos="0" algn="l"/>
                  </a:tabLst>
                </a:pPr>
                <a:r>
                  <a:rPr lang="fr-FR" sz="1400" b="1" spc="600">
                    <a:solidFill>
                      <a:schemeClr val="bg1"/>
                    </a:solidFill>
                    <a:cs typeface="Arial" pitchFamily="34" charset="0"/>
                  </a:rPr>
                  <a:t>API GATEWAY</a:t>
                </a:r>
              </a:p>
            </p:txBody>
          </p:sp>
        </p:grpSp>
      </p:grpSp>
      <p:sp>
        <p:nvSpPr>
          <p:cNvPr id="87" name="Rectangle 86">
            <a:extLst>
              <a:ext uri="{FF2B5EF4-FFF2-40B4-BE49-F238E27FC236}">
                <a16:creationId xmlns:a16="http://schemas.microsoft.com/office/drawing/2014/main" id="{789974D2-EB97-140F-0DCC-69EADB3D5841}"/>
              </a:ext>
            </a:extLst>
          </p:cNvPr>
          <p:cNvSpPr/>
          <p:nvPr>
            <p:custDataLst>
              <p:tags r:id="rId4"/>
            </p:custDataLst>
          </p:nvPr>
        </p:nvSpPr>
        <p:spPr>
          <a:xfrm>
            <a:off x="6333244" y="5258910"/>
            <a:ext cx="5580000" cy="586379"/>
          </a:xfrm>
          <a:prstGeom prst="rect">
            <a:avLst/>
          </a:prstGeom>
        </p:spPr>
        <p:txBody>
          <a:bodyPr wrap="square">
            <a:spAutoFit/>
          </a:bodyPr>
          <a:lstStyle/>
          <a:p>
            <a:pPr marL="0" lvl="4" algn="ctr">
              <a:lnSpc>
                <a:spcPct val="110000"/>
              </a:lnSpc>
              <a:spcBef>
                <a:spcPts val="300"/>
              </a:spcBef>
              <a:buClr>
                <a:schemeClr val="accent2">
                  <a:lumMod val="60000"/>
                  <a:lumOff val="40000"/>
                </a:schemeClr>
              </a:buClr>
            </a:pPr>
            <a:r>
              <a:rPr lang="fr-FR" sz="1400" b="1">
                <a:latin typeface="Arial" pitchFamily="34" charset="0"/>
                <a:cs typeface="Arial" pitchFamily="34" charset="0"/>
              </a:rPr>
              <a:t>Savoir qui consomme quoi et comment</a:t>
            </a:r>
          </a:p>
          <a:p>
            <a:pPr marL="0" lvl="4" algn="ctr">
              <a:lnSpc>
                <a:spcPct val="110000"/>
              </a:lnSpc>
              <a:spcBef>
                <a:spcPts val="300"/>
              </a:spcBef>
              <a:buClr>
                <a:schemeClr val="accent2">
                  <a:lumMod val="60000"/>
                  <a:lumOff val="40000"/>
                </a:schemeClr>
              </a:buClr>
            </a:pPr>
            <a:r>
              <a:rPr lang="fr-FR" sz="1400" b="1">
                <a:latin typeface="Arial" pitchFamily="34" charset="0"/>
                <a:cs typeface="Arial" pitchFamily="34" charset="0"/>
              </a:rPr>
              <a:t>Sécuriser les APIs</a:t>
            </a:r>
          </a:p>
        </p:txBody>
      </p:sp>
      <p:sp>
        <p:nvSpPr>
          <p:cNvPr id="88" name="Rectangle 87">
            <a:extLst>
              <a:ext uri="{FF2B5EF4-FFF2-40B4-BE49-F238E27FC236}">
                <a16:creationId xmlns:a16="http://schemas.microsoft.com/office/drawing/2014/main" id="{7F95B510-22EE-6AEF-4C9B-F4615F4BCD24}"/>
              </a:ext>
            </a:extLst>
          </p:cNvPr>
          <p:cNvSpPr/>
          <p:nvPr>
            <p:custDataLst>
              <p:tags r:id="rId5"/>
            </p:custDataLst>
          </p:nvPr>
        </p:nvSpPr>
        <p:spPr>
          <a:xfrm>
            <a:off x="278757" y="1260076"/>
            <a:ext cx="11634487" cy="342145"/>
          </a:xfrm>
          <a:prstGeom prst="rect">
            <a:avLst/>
          </a:prstGeom>
        </p:spPr>
        <p:txBody>
          <a:bodyPr wrap="square">
            <a:spAutoFit/>
          </a:bodyPr>
          <a:lstStyle/>
          <a:p>
            <a:pPr marL="0" lvl="1" algn="ctr">
              <a:lnSpc>
                <a:spcPct val="110000"/>
              </a:lnSpc>
              <a:spcBef>
                <a:spcPts val="300"/>
              </a:spcBef>
              <a:buClr>
                <a:schemeClr val="accent1">
                  <a:lumMod val="60000"/>
                  <a:lumOff val="40000"/>
                </a:schemeClr>
              </a:buClr>
            </a:pPr>
            <a:r>
              <a:rPr lang="fr-FR" sz="1600">
                <a:latin typeface="Arial" pitchFamily="34" charset="0"/>
                <a:cs typeface="Arial" pitchFamily="34" charset="0"/>
              </a:rPr>
              <a:t>Exposer, partager les APIs nécessite de manager les APIs et leurs consommateurs.</a:t>
            </a:r>
          </a:p>
        </p:txBody>
      </p:sp>
    </p:spTree>
    <p:extLst>
      <p:ext uri="{BB962C8B-B14F-4D97-AF65-F5344CB8AC3E}">
        <p14:creationId xmlns:p14="http://schemas.microsoft.com/office/powerpoint/2010/main" val="218566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L’API Management</a:t>
            </a:r>
          </a:p>
        </p:txBody>
      </p:sp>
      <p:grpSp>
        <p:nvGrpSpPr>
          <p:cNvPr id="47" name="Groupe 46">
            <a:extLst>
              <a:ext uri="{FF2B5EF4-FFF2-40B4-BE49-F238E27FC236}">
                <a16:creationId xmlns:a16="http://schemas.microsoft.com/office/drawing/2014/main" id="{23A1D533-6AAD-CAB8-8A91-3EDEC0E0E3FF}"/>
              </a:ext>
            </a:extLst>
          </p:cNvPr>
          <p:cNvGrpSpPr/>
          <p:nvPr/>
        </p:nvGrpSpPr>
        <p:grpSpPr>
          <a:xfrm>
            <a:off x="376155" y="1319065"/>
            <a:ext cx="11492665" cy="4679396"/>
            <a:chOff x="66061" y="1144355"/>
            <a:chExt cx="12033671" cy="5229255"/>
          </a:xfrm>
        </p:grpSpPr>
        <p:sp>
          <p:nvSpPr>
            <p:cNvPr id="48" name="Rectangle à coins arrondis 140">
              <a:extLst>
                <a:ext uri="{FF2B5EF4-FFF2-40B4-BE49-F238E27FC236}">
                  <a16:creationId xmlns:a16="http://schemas.microsoft.com/office/drawing/2014/main" id="{50341591-341D-AD64-560A-D0FF82F2FAF2}"/>
                </a:ext>
              </a:extLst>
            </p:cNvPr>
            <p:cNvSpPr/>
            <p:nvPr/>
          </p:nvSpPr>
          <p:spPr>
            <a:xfrm>
              <a:off x="4819165" y="2051959"/>
              <a:ext cx="4104000" cy="3661686"/>
            </a:xfrm>
            <a:prstGeom prst="roundRect">
              <a:avLst>
                <a:gd name="adj" fmla="val 3196"/>
              </a:avLst>
            </a:prstGeom>
            <a:solidFill>
              <a:schemeClr val="tx1">
                <a:lumMod val="75000"/>
                <a:lumOff val="2500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prstClr val="white"/>
                  </a:solidFill>
                  <a:effectLst/>
                  <a:uLnTx/>
                  <a:uFillTx/>
                  <a:latin typeface="Arial" panose="020B0604020202020204"/>
                  <a:ea typeface="+mn-ea"/>
                  <a:cs typeface="+mn-cs"/>
                </a:rPr>
                <a:t>API Gateway</a:t>
              </a:r>
            </a:p>
          </p:txBody>
        </p:sp>
        <p:sp>
          <p:nvSpPr>
            <p:cNvPr id="49" name="Rectangle à coins arrondis 144">
              <a:extLst>
                <a:ext uri="{FF2B5EF4-FFF2-40B4-BE49-F238E27FC236}">
                  <a16:creationId xmlns:a16="http://schemas.microsoft.com/office/drawing/2014/main" id="{28A75E8D-D7DF-D430-ED8D-0B142CC08538}"/>
                </a:ext>
              </a:extLst>
            </p:cNvPr>
            <p:cNvSpPr/>
            <p:nvPr/>
          </p:nvSpPr>
          <p:spPr>
            <a:xfrm>
              <a:off x="4182343" y="5021791"/>
              <a:ext cx="2492255" cy="691853"/>
            </a:xfrm>
            <a:prstGeom prst="roundRect">
              <a:avLst>
                <a:gd name="adj" fmla="val 0"/>
              </a:avLst>
            </a:prstGeom>
            <a:gradFill flip="none" rotWithShape="1">
              <a:gsLst>
                <a:gs pos="0">
                  <a:schemeClr val="tx2"/>
                </a:gs>
                <a:gs pos="100000">
                  <a:schemeClr val="tx1">
                    <a:lumMod val="75000"/>
                    <a:lumOff val="25000"/>
                  </a:schemeClr>
                </a:gs>
              </a:gsLst>
              <a:lin ang="0" scaled="1"/>
              <a:tileRect/>
            </a:gra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400" b="1"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0" name="Rectangle à coins arrondis 144">
              <a:extLst>
                <a:ext uri="{FF2B5EF4-FFF2-40B4-BE49-F238E27FC236}">
                  <a16:creationId xmlns:a16="http://schemas.microsoft.com/office/drawing/2014/main" id="{ABE2B54A-9743-28F8-E49F-D7297E325219}"/>
                </a:ext>
              </a:extLst>
            </p:cNvPr>
            <p:cNvSpPr/>
            <p:nvPr/>
          </p:nvSpPr>
          <p:spPr>
            <a:xfrm>
              <a:off x="144756" y="2051958"/>
              <a:ext cx="4104457" cy="4321652"/>
            </a:xfrm>
            <a:prstGeom prst="roundRect">
              <a:avLst>
                <a:gd name="adj" fmla="val 3114"/>
              </a:avLst>
            </a:prstGeom>
            <a:solidFill>
              <a:schemeClr val="tx2"/>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prstClr val="white"/>
                  </a:solidFill>
                  <a:effectLst/>
                  <a:uLnTx/>
                  <a:uFillTx/>
                  <a:latin typeface="Arial" panose="020B0604020202020204"/>
                  <a:ea typeface="+mn-ea"/>
                  <a:cs typeface="+mn-cs"/>
                </a:rPr>
                <a:t>Portail API</a:t>
              </a:r>
            </a:p>
          </p:txBody>
        </p:sp>
        <p:grpSp>
          <p:nvGrpSpPr>
            <p:cNvPr id="51" name="Groupe 50">
              <a:extLst>
                <a:ext uri="{FF2B5EF4-FFF2-40B4-BE49-F238E27FC236}">
                  <a16:creationId xmlns:a16="http://schemas.microsoft.com/office/drawing/2014/main" id="{62A8281A-7816-4C49-896C-6DFD06D4A8DB}"/>
                </a:ext>
              </a:extLst>
            </p:cNvPr>
            <p:cNvGrpSpPr/>
            <p:nvPr/>
          </p:nvGrpSpPr>
          <p:grpSpPr>
            <a:xfrm>
              <a:off x="281443" y="2504012"/>
              <a:ext cx="1800200" cy="504000"/>
              <a:chOff x="420883" y="2420888"/>
              <a:chExt cx="1800200" cy="504000"/>
            </a:xfrm>
          </p:grpSpPr>
          <p:sp>
            <p:nvSpPr>
              <p:cNvPr id="208" name="Rectangle à coins arrondis 148">
                <a:extLst>
                  <a:ext uri="{FF2B5EF4-FFF2-40B4-BE49-F238E27FC236}">
                    <a16:creationId xmlns:a16="http://schemas.microsoft.com/office/drawing/2014/main" id="{E16442F9-24B3-FDEB-E948-92E460782EC3}"/>
                  </a:ext>
                </a:extLst>
              </p:cNvPr>
              <p:cNvSpPr/>
              <p:nvPr/>
            </p:nvSpPr>
            <p:spPr>
              <a:xfrm>
                <a:off x="420883" y="2420888"/>
                <a:ext cx="1800200"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Catalogue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d’APIs</a:t>
                </a:r>
              </a:p>
            </p:txBody>
          </p:sp>
          <p:grpSp>
            <p:nvGrpSpPr>
              <p:cNvPr id="209" name="Groupe 208">
                <a:extLst>
                  <a:ext uri="{FF2B5EF4-FFF2-40B4-BE49-F238E27FC236}">
                    <a16:creationId xmlns:a16="http://schemas.microsoft.com/office/drawing/2014/main" id="{747F8459-D098-D37E-8054-56A714126ED4}"/>
                  </a:ext>
                </a:extLst>
              </p:cNvPr>
              <p:cNvGrpSpPr/>
              <p:nvPr/>
            </p:nvGrpSpPr>
            <p:grpSpPr>
              <a:xfrm>
                <a:off x="505101" y="2546888"/>
                <a:ext cx="258395" cy="252000"/>
                <a:chOff x="1517125" y="2895161"/>
                <a:chExt cx="258395" cy="252000"/>
              </a:xfrm>
            </p:grpSpPr>
            <p:sp>
              <p:nvSpPr>
                <p:cNvPr id="210" name="Parallélogramme 209">
                  <a:extLst>
                    <a:ext uri="{FF2B5EF4-FFF2-40B4-BE49-F238E27FC236}">
                      <a16:creationId xmlns:a16="http://schemas.microsoft.com/office/drawing/2014/main" id="{F6A82BD0-E5D4-A917-C0BF-AD518342CE20}"/>
                    </a:ext>
                  </a:extLst>
                </p:cNvPr>
                <p:cNvSpPr/>
                <p:nvPr/>
              </p:nvSpPr>
              <p:spPr>
                <a:xfrm rot="5400000">
                  <a:off x="1432237" y="2980049"/>
                  <a:ext cx="252000" cy="82224"/>
                </a:xfrm>
                <a:prstGeom prst="parallelogram">
                  <a:avLst>
                    <a:gd name="adj" fmla="val 4174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11" name="Parallélogramme 210">
                  <a:extLst>
                    <a:ext uri="{FF2B5EF4-FFF2-40B4-BE49-F238E27FC236}">
                      <a16:creationId xmlns:a16="http://schemas.microsoft.com/office/drawing/2014/main" id="{044876EE-8403-7C7F-DE57-1C2CA048AAE8}"/>
                    </a:ext>
                  </a:extLst>
                </p:cNvPr>
                <p:cNvSpPr/>
                <p:nvPr/>
              </p:nvSpPr>
              <p:spPr>
                <a:xfrm rot="5400000" flipV="1">
                  <a:off x="1578503" y="2950144"/>
                  <a:ext cx="252000" cy="142034"/>
                </a:xfrm>
                <a:prstGeom prst="parallelogram">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grpSp>
        </p:grpSp>
        <p:grpSp>
          <p:nvGrpSpPr>
            <p:cNvPr id="52" name="Groupe 51">
              <a:extLst>
                <a:ext uri="{FF2B5EF4-FFF2-40B4-BE49-F238E27FC236}">
                  <a16:creationId xmlns:a16="http://schemas.microsoft.com/office/drawing/2014/main" id="{718FB654-C04C-14B6-70D4-533F92054F0F}"/>
                </a:ext>
              </a:extLst>
            </p:cNvPr>
            <p:cNvGrpSpPr/>
            <p:nvPr/>
          </p:nvGrpSpPr>
          <p:grpSpPr>
            <a:xfrm>
              <a:off x="281443" y="3151862"/>
              <a:ext cx="1800201" cy="504000"/>
              <a:chOff x="420883" y="3071746"/>
              <a:chExt cx="1800201" cy="504000"/>
            </a:xfrm>
          </p:grpSpPr>
          <p:sp>
            <p:nvSpPr>
              <p:cNvPr id="204" name="Rectangle à coins arrondis 221">
                <a:extLst>
                  <a:ext uri="{FF2B5EF4-FFF2-40B4-BE49-F238E27FC236}">
                    <a16:creationId xmlns:a16="http://schemas.microsoft.com/office/drawing/2014/main" id="{E33D2A1E-9350-93D4-3332-B4A4B9880279}"/>
                  </a:ext>
                </a:extLst>
              </p:cNvPr>
              <p:cNvSpPr/>
              <p:nvPr/>
            </p:nvSpPr>
            <p:spPr>
              <a:xfrm>
                <a:off x="420883" y="3071746"/>
                <a:ext cx="1800201"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Documentation</a:t>
                </a:r>
              </a:p>
            </p:txBody>
          </p:sp>
          <p:grpSp>
            <p:nvGrpSpPr>
              <p:cNvPr id="205" name="Groupe 204">
                <a:extLst>
                  <a:ext uri="{FF2B5EF4-FFF2-40B4-BE49-F238E27FC236}">
                    <a16:creationId xmlns:a16="http://schemas.microsoft.com/office/drawing/2014/main" id="{7F72D515-636C-D4FA-6C37-DEF2E4705E06}"/>
                  </a:ext>
                </a:extLst>
              </p:cNvPr>
              <p:cNvGrpSpPr/>
              <p:nvPr/>
            </p:nvGrpSpPr>
            <p:grpSpPr>
              <a:xfrm>
                <a:off x="504602" y="3179746"/>
                <a:ext cx="259393" cy="288000"/>
                <a:chOff x="6442497" y="2650245"/>
                <a:chExt cx="259393" cy="288000"/>
              </a:xfrm>
            </p:grpSpPr>
            <p:sp>
              <p:nvSpPr>
                <p:cNvPr id="206" name="Rogner un rectangle à un seul coin 222">
                  <a:extLst>
                    <a:ext uri="{FF2B5EF4-FFF2-40B4-BE49-F238E27FC236}">
                      <a16:creationId xmlns:a16="http://schemas.microsoft.com/office/drawing/2014/main" id="{111FE0BF-CE9C-000D-E9F0-3709D9FF04DC}"/>
                    </a:ext>
                  </a:extLst>
                </p:cNvPr>
                <p:cNvSpPr/>
                <p:nvPr/>
              </p:nvSpPr>
              <p:spPr>
                <a:xfrm>
                  <a:off x="6442497" y="2712751"/>
                  <a:ext cx="190500" cy="225494"/>
                </a:xfrm>
                <a:prstGeom prst="snip1Rect">
                  <a:avLst>
                    <a:gd name="adj" fmla="val 39167"/>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07" name="Rogner un rectangle à un seul coin 223">
                  <a:extLst>
                    <a:ext uri="{FF2B5EF4-FFF2-40B4-BE49-F238E27FC236}">
                      <a16:creationId xmlns:a16="http://schemas.microsoft.com/office/drawing/2014/main" id="{90DA5E44-C1D9-3D99-D4E9-7CC11B84F797}"/>
                    </a:ext>
                  </a:extLst>
                </p:cNvPr>
                <p:cNvSpPr/>
                <p:nvPr/>
              </p:nvSpPr>
              <p:spPr>
                <a:xfrm>
                  <a:off x="6511390" y="2650245"/>
                  <a:ext cx="190500" cy="225494"/>
                </a:xfrm>
                <a:prstGeom prst="snip1Rect">
                  <a:avLst>
                    <a:gd name="adj" fmla="val 39167"/>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grpSp>
        </p:grpSp>
        <p:grpSp>
          <p:nvGrpSpPr>
            <p:cNvPr id="53" name="Groupe 52">
              <a:extLst>
                <a:ext uri="{FF2B5EF4-FFF2-40B4-BE49-F238E27FC236}">
                  <a16:creationId xmlns:a16="http://schemas.microsoft.com/office/drawing/2014/main" id="{CC3F9345-C2FD-AC21-5541-64D6CE9B5284}"/>
                </a:ext>
              </a:extLst>
            </p:cNvPr>
            <p:cNvGrpSpPr/>
            <p:nvPr/>
          </p:nvGrpSpPr>
          <p:grpSpPr>
            <a:xfrm>
              <a:off x="281443" y="5095412"/>
              <a:ext cx="1800201" cy="504000"/>
              <a:chOff x="420883" y="3722604"/>
              <a:chExt cx="1800201" cy="504000"/>
            </a:xfrm>
          </p:grpSpPr>
          <p:sp>
            <p:nvSpPr>
              <p:cNvPr id="202" name="Rectangle à coins arrondis 224">
                <a:extLst>
                  <a:ext uri="{FF2B5EF4-FFF2-40B4-BE49-F238E27FC236}">
                    <a16:creationId xmlns:a16="http://schemas.microsoft.com/office/drawing/2014/main" id="{CE98AC54-486C-AA61-4434-43DD2611D1B1}"/>
                  </a:ext>
                </a:extLst>
              </p:cNvPr>
              <p:cNvSpPr/>
              <p:nvPr/>
            </p:nvSpPr>
            <p:spPr>
              <a:xfrm>
                <a:off x="420883" y="3722604"/>
                <a:ext cx="1800201"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Communauté</a:t>
                </a:r>
              </a:p>
            </p:txBody>
          </p:sp>
          <p:sp>
            <p:nvSpPr>
              <p:cNvPr id="203" name="Bulle ronde 234">
                <a:extLst>
                  <a:ext uri="{FF2B5EF4-FFF2-40B4-BE49-F238E27FC236}">
                    <a16:creationId xmlns:a16="http://schemas.microsoft.com/office/drawing/2014/main" id="{D3790620-0A6F-5362-1091-9D14A30C2200}"/>
                  </a:ext>
                </a:extLst>
              </p:cNvPr>
              <p:cNvSpPr/>
              <p:nvPr/>
            </p:nvSpPr>
            <p:spPr>
              <a:xfrm>
                <a:off x="490298" y="3856542"/>
                <a:ext cx="288000" cy="236124"/>
              </a:xfrm>
              <a:prstGeom prst="wedgeEllipseCallou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grpSp>
        <p:grpSp>
          <p:nvGrpSpPr>
            <p:cNvPr id="54" name="Groupe 53">
              <a:extLst>
                <a:ext uri="{FF2B5EF4-FFF2-40B4-BE49-F238E27FC236}">
                  <a16:creationId xmlns:a16="http://schemas.microsoft.com/office/drawing/2014/main" id="{5412C67D-C69F-92CF-8D3B-0EDE88A718F1}"/>
                </a:ext>
              </a:extLst>
            </p:cNvPr>
            <p:cNvGrpSpPr/>
            <p:nvPr/>
          </p:nvGrpSpPr>
          <p:grpSpPr>
            <a:xfrm>
              <a:off x="2332705" y="5107444"/>
              <a:ext cx="1800200" cy="504000"/>
              <a:chOff x="420883" y="4373462"/>
              <a:chExt cx="1800200" cy="504000"/>
            </a:xfrm>
          </p:grpSpPr>
          <p:sp>
            <p:nvSpPr>
              <p:cNvPr id="198" name="Rectangle à coins arrondis 225">
                <a:extLst>
                  <a:ext uri="{FF2B5EF4-FFF2-40B4-BE49-F238E27FC236}">
                    <a16:creationId xmlns:a16="http://schemas.microsoft.com/office/drawing/2014/main" id="{B22F1429-CAAE-88A2-100C-D721565A1C31}"/>
                  </a:ext>
                </a:extLst>
              </p:cNvPr>
              <p:cNvSpPr/>
              <p:nvPr/>
            </p:nvSpPr>
            <p:spPr>
              <a:xfrm>
                <a:off x="420883" y="4373462"/>
                <a:ext cx="1800200"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Souscription</a:t>
                </a:r>
              </a:p>
            </p:txBody>
          </p:sp>
          <p:grpSp>
            <p:nvGrpSpPr>
              <p:cNvPr id="199" name="Groupe 198">
                <a:extLst>
                  <a:ext uri="{FF2B5EF4-FFF2-40B4-BE49-F238E27FC236}">
                    <a16:creationId xmlns:a16="http://schemas.microsoft.com/office/drawing/2014/main" id="{25D921F1-5220-0412-50F9-B881F2DE34AB}"/>
                  </a:ext>
                </a:extLst>
              </p:cNvPr>
              <p:cNvGrpSpPr/>
              <p:nvPr/>
            </p:nvGrpSpPr>
            <p:grpSpPr>
              <a:xfrm>
                <a:off x="545834" y="4481462"/>
                <a:ext cx="176929" cy="288000"/>
                <a:chOff x="8819260" y="2026867"/>
                <a:chExt cx="176929" cy="288000"/>
              </a:xfrm>
            </p:grpSpPr>
            <p:sp>
              <p:nvSpPr>
                <p:cNvPr id="200" name="Rogner un rectangle à un seul coin 236">
                  <a:extLst>
                    <a:ext uri="{FF2B5EF4-FFF2-40B4-BE49-F238E27FC236}">
                      <a16:creationId xmlns:a16="http://schemas.microsoft.com/office/drawing/2014/main" id="{D307F5ED-30FC-D7DB-8C30-D6A8AC35EFFC}"/>
                    </a:ext>
                  </a:extLst>
                </p:cNvPr>
                <p:cNvSpPr/>
                <p:nvPr/>
              </p:nvSpPr>
              <p:spPr>
                <a:xfrm>
                  <a:off x="8819260" y="2090498"/>
                  <a:ext cx="172301" cy="224369"/>
                </a:xfrm>
                <a:prstGeom prst="snip1Rect">
                  <a:avLst>
                    <a:gd name="adj" fmla="val 39167"/>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201" name="Flèche gauche 237">
                  <a:extLst>
                    <a:ext uri="{FF2B5EF4-FFF2-40B4-BE49-F238E27FC236}">
                      <a16:creationId xmlns:a16="http://schemas.microsoft.com/office/drawing/2014/main" id="{E24B76C8-EAB1-5427-1A2D-EB8E9EECE0FA}"/>
                    </a:ext>
                  </a:extLst>
                </p:cNvPr>
                <p:cNvSpPr/>
                <p:nvPr/>
              </p:nvSpPr>
              <p:spPr>
                <a:xfrm rot="18347832">
                  <a:off x="8879672" y="2102033"/>
                  <a:ext cx="191683" cy="41351"/>
                </a:xfrm>
                <a:prstGeom prst="leftArrow">
                  <a:avLst>
                    <a:gd name="adj1" fmla="val 100000"/>
                    <a:gd name="adj2" fmla="val 50000"/>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grpSp>
        </p:grpSp>
        <p:sp>
          <p:nvSpPr>
            <p:cNvPr id="55" name="Rectangle à coins arrondis 226">
              <a:extLst>
                <a:ext uri="{FF2B5EF4-FFF2-40B4-BE49-F238E27FC236}">
                  <a16:creationId xmlns:a16="http://schemas.microsoft.com/office/drawing/2014/main" id="{B627EF22-A941-11A6-D01A-81B42E7D80EF}"/>
                </a:ext>
              </a:extLst>
            </p:cNvPr>
            <p:cNvSpPr/>
            <p:nvPr/>
          </p:nvSpPr>
          <p:spPr>
            <a:xfrm>
              <a:off x="2332704" y="4456586"/>
              <a:ext cx="1800201"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Test d’APIs</a:t>
              </a:r>
            </a:p>
          </p:txBody>
        </p:sp>
        <p:grpSp>
          <p:nvGrpSpPr>
            <p:cNvPr id="56" name="Groupe 55">
              <a:extLst>
                <a:ext uri="{FF2B5EF4-FFF2-40B4-BE49-F238E27FC236}">
                  <a16:creationId xmlns:a16="http://schemas.microsoft.com/office/drawing/2014/main" id="{A2860114-EF06-37C6-8705-ABA73B8C9975}"/>
                </a:ext>
              </a:extLst>
            </p:cNvPr>
            <p:cNvGrpSpPr/>
            <p:nvPr/>
          </p:nvGrpSpPr>
          <p:grpSpPr>
            <a:xfrm>
              <a:off x="281443" y="3799712"/>
              <a:ext cx="1800201" cy="504000"/>
              <a:chOff x="420883" y="5675180"/>
              <a:chExt cx="1800201" cy="504000"/>
            </a:xfrm>
          </p:grpSpPr>
          <p:sp>
            <p:nvSpPr>
              <p:cNvPr id="190" name="Rectangle à coins arrondis 227">
                <a:extLst>
                  <a:ext uri="{FF2B5EF4-FFF2-40B4-BE49-F238E27FC236}">
                    <a16:creationId xmlns:a16="http://schemas.microsoft.com/office/drawing/2014/main" id="{B43248B2-CFF6-3945-C320-0072B1640526}"/>
                  </a:ext>
                </a:extLst>
              </p:cNvPr>
              <p:cNvSpPr/>
              <p:nvPr/>
            </p:nvSpPr>
            <p:spPr>
              <a:xfrm>
                <a:off x="420883" y="5675180"/>
                <a:ext cx="1800201"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Suivi de la consommation</a:t>
                </a:r>
              </a:p>
            </p:txBody>
          </p:sp>
          <p:grpSp>
            <p:nvGrpSpPr>
              <p:cNvPr id="191" name="Groupe 190">
                <a:extLst>
                  <a:ext uri="{FF2B5EF4-FFF2-40B4-BE49-F238E27FC236}">
                    <a16:creationId xmlns:a16="http://schemas.microsoft.com/office/drawing/2014/main" id="{3FB6FC71-B76B-9A3D-76F1-15F1320247D5}"/>
                  </a:ext>
                </a:extLst>
              </p:cNvPr>
              <p:cNvGrpSpPr>
                <a:grpSpLocks noChangeAspect="1"/>
              </p:cNvGrpSpPr>
              <p:nvPr/>
            </p:nvGrpSpPr>
            <p:grpSpPr>
              <a:xfrm>
                <a:off x="516143" y="5783180"/>
                <a:ext cx="236310" cy="288000"/>
                <a:chOff x="3555864" y="2871857"/>
                <a:chExt cx="261219" cy="318358"/>
              </a:xfrm>
            </p:grpSpPr>
            <p:sp>
              <p:nvSpPr>
                <p:cNvPr id="192" name="Rectangle 191">
                  <a:extLst>
                    <a:ext uri="{FF2B5EF4-FFF2-40B4-BE49-F238E27FC236}">
                      <a16:creationId xmlns:a16="http://schemas.microsoft.com/office/drawing/2014/main" id="{542185F9-5C02-FD4A-B5EF-61127D7C5839}"/>
                    </a:ext>
                  </a:extLst>
                </p:cNvPr>
                <p:cNvSpPr/>
                <p:nvPr/>
              </p:nvSpPr>
              <p:spPr>
                <a:xfrm>
                  <a:off x="3555864" y="2871857"/>
                  <a:ext cx="261219" cy="318358"/>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cxnSp>
              <p:nvCxnSpPr>
                <p:cNvPr id="193" name="Connecteur droit 192">
                  <a:extLst>
                    <a:ext uri="{FF2B5EF4-FFF2-40B4-BE49-F238E27FC236}">
                      <a16:creationId xmlns:a16="http://schemas.microsoft.com/office/drawing/2014/main" id="{6DDE2430-236A-434D-68C2-3E99338C387B}"/>
                    </a:ext>
                  </a:extLst>
                </p:cNvPr>
                <p:cNvCxnSpPr/>
                <p:nvPr/>
              </p:nvCxnSpPr>
              <p:spPr>
                <a:xfrm flipH="1">
                  <a:off x="3666121" y="2964482"/>
                  <a:ext cx="52856" cy="1045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4" name="Connecteur droit 193">
                  <a:extLst>
                    <a:ext uri="{FF2B5EF4-FFF2-40B4-BE49-F238E27FC236}">
                      <a16:creationId xmlns:a16="http://schemas.microsoft.com/office/drawing/2014/main" id="{8665B2F5-9291-726B-4B62-0CAAFF8E7447}"/>
                    </a:ext>
                  </a:extLst>
                </p:cNvPr>
                <p:cNvCxnSpPr/>
                <p:nvPr/>
              </p:nvCxnSpPr>
              <p:spPr>
                <a:xfrm flipH="1">
                  <a:off x="3562403" y="3026718"/>
                  <a:ext cx="83384" cy="82215"/>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5" name="Connecteur droit 194">
                  <a:extLst>
                    <a:ext uri="{FF2B5EF4-FFF2-40B4-BE49-F238E27FC236}">
                      <a16:creationId xmlns:a16="http://schemas.microsoft.com/office/drawing/2014/main" id="{65CB7C0F-9711-2273-A93C-5E6A74F103E3}"/>
                    </a:ext>
                  </a:extLst>
                </p:cNvPr>
                <p:cNvCxnSpPr/>
                <p:nvPr/>
              </p:nvCxnSpPr>
              <p:spPr>
                <a:xfrm flipH="1" flipV="1">
                  <a:off x="3709700" y="2959259"/>
                  <a:ext cx="47840" cy="14479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6" name="Connecteur droit 195">
                  <a:extLst>
                    <a:ext uri="{FF2B5EF4-FFF2-40B4-BE49-F238E27FC236}">
                      <a16:creationId xmlns:a16="http://schemas.microsoft.com/office/drawing/2014/main" id="{63F41C32-1AE6-9713-FE96-A78D236ECD72}"/>
                    </a:ext>
                  </a:extLst>
                </p:cNvPr>
                <p:cNvCxnSpPr/>
                <p:nvPr/>
              </p:nvCxnSpPr>
              <p:spPr>
                <a:xfrm flipH="1" flipV="1">
                  <a:off x="3644691" y="3018700"/>
                  <a:ext cx="29787" cy="55505"/>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7" name="Connecteur droit 196">
                  <a:extLst>
                    <a:ext uri="{FF2B5EF4-FFF2-40B4-BE49-F238E27FC236}">
                      <a16:creationId xmlns:a16="http://schemas.microsoft.com/office/drawing/2014/main" id="{DB532908-3E63-F0E8-6342-956EB6A278F8}"/>
                    </a:ext>
                  </a:extLst>
                </p:cNvPr>
                <p:cNvCxnSpPr/>
                <p:nvPr/>
              </p:nvCxnSpPr>
              <p:spPr>
                <a:xfrm flipV="1">
                  <a:off x="3754199" y="3018701"/>
                  <a:ext cx="41649" cy="8535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57" name="Groupe 56">
              <a:extLst>
                <a:ext uri="{FF2B5EF4-FFF2-40B4-BE49-F238E27FC236}">
                  <a16:creationId xmlns:a16="http://schemas.microsoft.com/office/drawing/2014/main" id="{71DDEA52-CBB0-3D78-C546-4BE8CCEABC43}"/>
                </a:ext>
              </a:extLst>
            </p:cNvPr>
            <p:cNvGrpSpPr/>
            <p:nvPr/>
          </p:nvGrpSpPr>
          <p:grpSpPr>
            <a:xfrm>
              <a:off x="2332705" y="2504012"/>
              <a:ext cx="1800200" cy="504000"/>
              <a:chOff x="2461911" y="2420888"/>
              <a:chExt cx="1800200" cy="504000"/>
            </a:xfrm>
          </p:grpSpPr>
          <p:sp>
            <p:nvSpPr>
              <p:cNvPr id="186" name="Rectangle à coins arrondis 228">
                <a:extLst>
                  <a:ext uri="{FF2B5EF4-FFF2-40B4-BE49-F238E27FC236}">
                    <a16:creationId xmlns:a16="http://schemas.microsoft.com/office/drawing/2014/main" id="{64716338-74E9-B17E-FF0A-C9865906273C}"/>
                  </a:ext>
                </a:extLst>
              </p:cNvPr>
              <p:cNvSpPr/>
              <p:nvPr/>
            </p:nvSpPr>
            <p:spPr>
              <a:xfrm>
                <a:off x="2461911" y="2420888"/>
                <a:ext cx="1800200"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Publication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d’APIs</a:t>
                </a:r>
              </a:p>
            </p:txBody>
          </p:sp>
          <p:grpSp>
            <p:nvGrpSpPr>
              <p:cNvPr id="187" name="Groupe 186">
                <a:extLst>
                  <a:ext uri="{FF2B5EF4-FFF2-40B4-BE49-F238E27FC236}">
                    <a16:creationId xmlns:a16="http://schemas.microsoft.com/office/drawing/2014/main" id="{77C89F6B-4AF9-84DD-D914-303A0BB3A8F2}"/>
                  </a:ext>
                </a:extLst>
              </p:cNvPr>
              <p:cNvGrpSpPr>
                <a:grpSpLocks noChangeAspect="1"/>
              </p:cNvGrpSpPr>
              <p:nvPr/>
            </p:nvGrpSpPr>
            <p:grpSpPr>
              <a:xfrm>
                <a:off x="2572715" y="2528888"/>
                <a:ext cx="290376" cy="288000"/>
                <a:chOff x="1286158" y="4060661"/>
                <a:chExt cx="331864" cy="329149"/>
              </a:xfrm>
            </p:grpSpPr>
            <p:sp>
              <p:nvSpPr>
                <p:cNvPr id="188" name="Rogner un rectangle à un seul coin 177">
                  <a:extLst>
                    <a:ext uri="{FF2B5EF4-FFF2-40B4-BE49-F238E27FC236}">
                      <a16:creationId xmlns:a16="http://schemas.microsoft.com/office/drawing/2014/main" id="{70CD31C3-694F-3487-46A6-889D742E1ABC}"/>
                    </a:ext>
                  </a:extLst>
                </p:cNvPr>
                <p:cNvSpPr/>
                <p:nvPr/>
              </p:nvSpPr>
              <p:spPr>
                <a:xfrm>
                  <a:off x="1286158" y="4060661"/>
                  <a:ext cx="331864" cy="248067"/>
                </a:xfrm>
                <a:prstGeom prst="snip1Rect">
                  <a:avLst>
                    <a:gd name="adj" fmla="val 39167"/>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89" name="Flèche vers le haut 178">
                  <a:extLst>
                    <a:ext uri="{FF2B5EF4-FFF2-40B4-BE49-F238E27FC236}">
                      <a16:creationId xmlns:a16="http://schemas.microsoft.com/office/drawing/2014/main" id="{3C241397-278B-6842-D2D5-07B24780C826}"/>
                    </a:ext>
                  </a:extLst>
                </p:cNvPr>
                <p:cNvSpPr/>
                <p:nvPr/>
              </p:nvSpPr>
              <p:spPr>
                <a:xfrm>
                  <a:off x="1369871" y="4181123"/>
                  <a:ext cx="166181" cy="208687"/>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grpSp>
        </p:grpSp>
        <p:grpSp>
          <p:nvGrpSpPr>
            <p:cNvPr id="58" name="Groupe 57">
              <a:extLst>
                <a:ext uri="{FF2B5EF4-FFF2-40B4-BE49-F238E27FC236}">
                  <a16:creationId xmlns:a16="http://schemas.microsoft.com/office/drawing/2014/main" id="{682D9EA5-7F66-2F81-7116-012FDEFD258E}"/>
                </a:ext>
              </a:extLst>
            </p:cNvPr>
            <p:cNvGrpSpPr/>
            <p:nvPr/>
          </p:nvGrpSpPr>
          <p:grpSpPr>
            <a:xfrm>
              <a:off x="281443" y="4447562"/>
              <a:ext cx="1800201" cy="504000"/>
              <a:chOff x="2461911" y="3071746"/>
              <a:chExt cx="1800201" cy="504000"/>
            </a:xfrm>
          </p:grpSpPr>
          <p:sp>
            <p:nvSpPr>
              <p:cNvPr id="180" name="Rectangle à coins arrondis 229">
                <a:extLst>
                  <a:ext uri="{FF2B5EF4-FFF2-40B4-BE49-F238E27FC236}">
                    <a16:creationId xmlns:a16="http://schemas.microsoft.com/office/drawing/2014/main" id="{E43C368A-F8F6-44B1-ADFC-1093BA880947}"/>
                  </a:ext>
                </a:extLst>
              </p:cNvPr>
              <p:cNvSpPr/>
              <p:nvPr/>
            </p:nvSpPr>
            <p:spPr>
              <a:xfrm>
                <a:off x="2461911" y="3071746"/>
                <a:ext cx="1800201"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Versioning</a:t>
                </a:r>
              </a:p>
            </p:txBody>
          </p:sp>
          <p:grpSp>
            <p:nvGrpSpPr>
              <p:cNvPr id="181" name="Groupe 180">
                <a:extLst>
                  <a:ext uri="{FF2B5EF4-FFF2-40B4-BE49-F238E27FC236}">
                    <a16:creationId xmlns:a16="http://schemas.microsoft.com/office/drawing/2014/main" id="{7F48C5A6-3F75-2F28-EBC9-75CAE71AEF61}"/>
                  </a:ext>
                </a:extLst>
              </p:cNvPr>
              <p:cNvGrpSpPr>
                <a:grpSpLocks noChangeAspect="1"/>
              </p:cNvGrpSpPr>
              <p:nvPr/>
            </p:nvGrpSpPr>
            <p:grpSpPr>
              <a:xfrm>
                <a:off x="2530378" y="3161746"/>
                <a:ext cx="375050" cy="324000"/>
                <a:chOff x="1361681" y="5117481"/>
                <a:chExt cx="394979" cy="341216"/>
              </a:xfrm>
            </p:grpSpPr>
            <p:grpSp>
              <p:nvGrpSpPr>
                <p:cNvPr id="182" name="Groupe 181">
                  <a:extLst>
                    <a:ext uri="{FF2B5EF4-FFF2-40B4-BE49-F238E27FC236}">
                      <a16:creationId xmlns:a16="http://schemas.microsoft.com/office/drawing/2014/main" id="{05F6BE38-2A14-B009-1E62-24A2F339F730}"/>
                    </a:ext>
                  </a:extLst>
                </p:cNvPr>
                <p:cNvGrpSpPr/>
                <p:nvPr/>
              </p:nvGrpSpPr>
              <p:grpSpPr>
                <a:xfrm>
                  <a:off x="1361681" y="5117481"/>
                  <a:ext cx="259393" cy="316830"/>
                  <a:chOff x="1254801" y="2286285"/>
                  <a:chExt cx="259393" cy="316830"/>
                </a:xfrm>
              </p:grpSpPr>
              <p:sp>
                <p:nvSpPr>
                  <p:cNvPr id="184" name="Rogner un rectangle à un seul coin 191">
                    <a:extLst>
                      <a:ext uri="{FF2B5EF4-FFF2-40B4-BE49-F238E27FC236}">
                        <a16:creationId xmlns:a16="http://schemas.microsoft.com/office/drawing/2014/main" id="{A1D78DDF-8562-4F9F-2D32-A1E6DFF53F33}"/>
                      </a:ext>
                    </a:extLst>
                  </p:cNvPr>
                  <p:cNvSpPr/>
                  <p:nvPr/>
                </p:nvSpPr>
                <p:spPr>
                  <a:xfrm>
                    <a:off x="1254801" y="2355048"/>
                    <a:ext cx="190500" cy="248067"/>
                  </a:xfrm>
                  <a:prstGeom prst="snip1Rect">
                    <a:avLst>
                      <a:gd name="adj" fmla="val 39167"/>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85" name="Rogner un rectangle à un seul coin 192">
                    <a:extLst>
                      <a:ext uri="{FF2B5EF4-FFF2-40B4-BE49-F238E27FC236}">
                        <a16:creationId xmlns:a16="http://schemas.microsoft.com/office/drawing/2014/main" id="{73DA1853-7CB1-2E21-49A2-3AB5360975D0}"/>
                      </a:ext>
                    </a:extLst>
                  </p:cNvPr>
                  <p:cNvSpPr/>
                  <p:nvPr/>
                </p:nvSpPr>
                <p:spPr>
                  <a:xfrm>
                    <a:off x="1323694" y="2286285"/>
                    <a:ext cx="190500" cy="248067"/>
                  </a:xfrm>
                  <a:prstGeom prst="snip1Rect">
                    <a:avLst>
                      <a:gd name="adj" fmla="val 39167"/>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grpSp>
            <p:sp>
              <p:nvSpPr>
                <p:cNvPr id="183" name="Rectangle à coins arrondis 190">
                  <a:extLst>
                    <a:ext uri="{FF2B5EF4-FFF2-40B4-BE49-F238E27FC236}">
                      <a16:creationId xmlns:a16="http://schemas.microsoft.com/office/drawing/2014/main" id="{B3A7E3F8-0FF3-69C9-E8DE-958F37FD4C4C}"/>
                    </a:ext>
                  </a:extLst>
                </p:cNvPr>
                <p:cNvSpPr/>
                <p:nvPr/>
              </p:nvSpPr>
              <p:spPr>
                <a:xfrm>
                  <a:off x="1477827" y="5177938"/>
                  <a:ext cx="278833" cy="280759"/>
                </a:xfrm>
                <a:prstGeom prst="roundRect">
                  <a:avLst>
                    <a:gd name="adj" fmla="val 50000"/>
                  </a:avLst>
                </a:prstGeom>
                <a:solidFill>
                  <a:schemeClr val="tx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prstClr val="white"/>
                      </a:solidFill>
                      <a:effectLst/>
                      <a:uLnTx/>
                      <a:uFillTx/>
                      <a:latin typeface="Calibri" panose="020F0502020204030204" pitchFamily="34" charset="0"/>
                      <a:ea typeface="+mn-ea"/>
                      <a:cs typeface="+mn-cs"/>
                    </a:rPr>
                    <a:t>1</a:t>
                  </a:r>
                  <a:endParaRPr kumimoji="0" lang="en-US" sz="1100" b="1"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grpSp>
        </p:grpSp>
        <p:grpSp>
          <p:nvGrpSpPr>
            <p:cNvPr id="59" name="Groupe 58">
              <a:extLst>
                <a:ext uri="{FF2B5EF4-FFF2-40B4-BE49-F238E27FC236}">
                  <a16:creationId xmlns:a16="http://schemas.microsoft.com/office/drawing/2014/main" id="{4A103AB9-EDE9-1F05-3C8E-046C38DE096F}"/>
                </a:ext>
              </a:extLst>
            </p:cNvPr>
            <p:cNvGrpSpPr/>
            <p:nvPr/>
          </p:nvGrpSpPr>
          <p:grpSpPr>
            <a:xfrm>
              <a:off x="2332704" y="3805728"/>
              <a:ext cx="1800201" cy="504000"/>
              <a:chOff x="2461911" y="3722604"/>
              <a:chExt cx="1800201" cy="504000"/>
            </a:xfrm>
          </p:grpSpPr>
          <p:sp>
            <p:nvSpPr>
              <p:cNvPr id="176" name="Rectangle à coins arrondis 230">
                <a:extLst>
                  <a:ext uri="{FF2B5EF4-FFF2-40B4-BE49-F238E27FC236}">
                    <a16:creationId xmlns:a16="http://schemas.microsoft.com/office/drawing/2014/main" id="{D184D983-8CEF-36E3-A258-EF3416A93B59}"/>
                  </a:ext>
                </a:extLst>
              </p:cNvPr>
              <p:cNvSpPr/>
              <p:nvPr/>
            </p:nvSpPr>
            <p:spPr>
              <a:xfrm>
                <a:off x="2461911" y="3722604"/>
                <a:ext cx="1800201"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Tableau</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de bord</a:t>
                </a:r>
              </a:p>
            </p:txBody>
          </p:sp>
          <p:grpSp>
            <p:nvGrpSpPr>
              <p:cNvPr id="177" name="Groupe 176">
                <a:extLst>
                  <a:ext uri="{FF2B5EF4-FFF2-40B4-BE49-F238E27FC236}">
                    <a16:creationId xmlns:a16="http://schemas.microsoft.com/office/drawing/2014/main" id="{6DC746B3-AC04-2400-724E-D259E449AB4F}"/>
                  </a:ext>
                </a:extLst>
              </p:cNvPr>
              <p:cNvGrpSpPr/>
              <p:nvPr/>
            </p:nvGrpSpPr>
            <p:grpSpPr>
              <a:xfrm>
                <a:off x="2566004" y="3821016"/>
                <a:ext cx="303799" cy="307176"/>
                <a:chOff x="1235727" y="5214141"/>
                <a:chExt cx="379400" cy="396668"/>
              </a:xfrm>
            </p:grpSpPr>
            <p:sp>
              <p:nvSpPr>
                <p:cNvPr id="178" name="Secteurs 212">
                  <a:extLst>
                    <a:ext uri="{FF2B5EF4-FFF2-40B4-BE49-F238E27FC236}">
                      <a16:creationId xmlns:a16="http://schemas.microsoft.com/office/drawing/2014/main" id="{1131A367-C860-8DA5-85D6-B8857B3E25DF}"/>
                    </a:ext>
                  </a:extLst>
                </p:cNvPr>
                <p:cNvSpPr/>
                <p:nvPr/>
              </p:nvSpPr>
              <p:spPr>
                <a:xfrm>
                  <a:off x="1235727" y="5243038"/>
                  <a:ext cx="359410" cy="367771"/>
                </a:xfrm>
                <a:prstGeom prst="pi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pitchFamily="34" charset="0"/>
                    <a:ea typeface="+mn-ea"/>
                    <a:cs typeface="+mn-cs"/>
                  </a:endParaRPr>
                </a:p>
              </p:txBody>
            </p:sp>
            <p:sp>
              <p:nvSpPr>
                <p:cNvPr id="179" name="Secteurs 213">
                  <a:extLst>
                    <a:ext uri="{FF2B5EF4-FFF2-40B4-BE49-F238E27FC236}">
                      <a16:creationId xmlns:a16="http://schemas.microsoft.com/office/drawing/2014/main" id="{7853E592-4B90-F628-5FCC-0AEB0B29648D}"/>
                    </a:ext>
                  </a:extLst>
                </p:cNvPr>
                <p:cNvSpPr/>
                <p:nvPr/>
              </p:nvSpPr>
              <p:spPr>
                <a:xfrm rot="10800000">
                  <a:off x="1275351" y="5214141"/>
                  <a:ext cx="339776" cy="368178"/>
                </a:xfrm>
                <a:prstGeom prst="pie">
                  <a:avLst>
                    <a:gd name="adj1" fmla="val 5400061"/>
                    <a:gd name="adj2" fmla="val 10783693"/>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pitchFamily="34" charset="0"/>
                    <a:ea typeface="+mn-ea"/>
                    <a:cs typeface="+mn-cs"/>
                  </a:endParaRPr>
                </a:p>
              </p:txBody>
            </p:sp>
          </p:grpSp>
        </p:grpSp>
        <p:grpSp>
          <p:nvGrpSpPr>
            <p:cNvPr id="60" name="Groupe 59">
              <a:extLst>
                <a:ext uri="{FF2B5EF4-FFF2-40B4-BE49-F238E27FC236}">
                  <a16:creationId xmlns:a16="http://schemas.microsoft.com/office/drawing/2014/main" id="{DCB1F2C4-57AE-BE96-656B-F05FD02B0629}"/>
                </a:ext>
              </a:extLst>
            </p:cNvPr>
            <p:cNvGrpSpPr/>
            <p:nvPr/>
          </p:nvGrpSpPr>
          <p:grpSpPr>
            <a:xfrm>
              <a:off x="2332705" y="3154870"/>
              <a:ext cx="1800200" cy="504000"/>
              <a:chOff x="2461912" y="3154870"/>
              <a:chExt cx="1800200" cy="504000"/>
            </a:xfrm>
          </p:grpSpPr>
          <p:sp>
            <p:nvSpPr>
              <p:cNvPr id="170" name="Rectangle à coins arrondis 231">
                <a:extLst>
                  <a:ext uri="{FF2B5EF4-FFF2-40B4-BE49-F238E27FC236}">
                    <a16:creationId xmlns:a16="http://schemas.microsoft.com/office/drawing/2014/main" id="{44796167-7929-2E2B-A2EA-1B657E3DBBBA}"/>
                  </a:ext>
                </a:extLst>
              </p:cNvPr>
              <p:cNvSpPr/>
              <p:nvPr/>
            </p:nvSpPr>
            <p:spPr>
              <a:xfrm>
                <a:off x="2461912" y="3154870"/>
                <a:ext cx="1800200"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Publication de documentations</a:t>
                </a:r>
              </a:p>
            </p:txBody>
          </p:sp>
          <p:grpSp>
            <p:nvGrpSpPr>
              <p:cNvPr id="171" name="Groupe 170">
                <a:extLst>
                  <a:ext uri="{FF2B5EF4-FFF2-40B4-BE49-F238E27FC236}">
                    <a16:creationId xmlns:a16="http://schemas.microsoft.com/office/drawing/2014/main" id="{CCC903CF-A722-139C-0A39-416A51EC0049}"/>
                  </a:ext>
                </a:extLst>
              </p:cNvPr>
              <p:cNvGrpSpPr/>
              <p:nvPr/>
            </p:nvGrpSpPr>
            <p:grpSpPr>
              <a:xfrm>
                <a:off x="2575039" y="3224050"/>
                <a:ext cx="259393" cy="365640"/>
                <a:chOff x="3542674" y="4060661"/>
                <a:chExt cx="259393" cy="365640"/>
              </a:xfrm>
            </p:grpSpPr>
            <p:grpSp>
              <p:nvGrpSpPr>
                <p:cNvPr id="172" name="Groupe 171">
                  <a:extLst>
                    <a:ext uri="{FF2B5EF4-FFF2-40B4-BE49-F238E27FC236}">
                      <a16:creationId xmlns:a16="http://schemas.microsoft.com/office/drawing/2014/main" id="{89C9425F-7115-DD0F-D240-D87679E59718}"/>
                    </a:ext>
                  </a:extLst>
                </p:cNvPr>
                <p:cNvGrpSpPr/>
                <p:nvPr/>
              </p:nvGrpSpPr>
              <p:grpSpPr>
                <a:xfrm>
                  <a:off x="3542674" y="4060661"/>
                  <a:ext cx="259393" cy="316830"/>
                  <a:chOff x="1254801" y="2286285"/>
                  <a:chExt cx="259393" cy="316830"/>
                </a:xfrm>
              </p:grpSpPr>
              <p:sp>
                <p:nvSpPr>
                  <p:cNvPr id="174" name="Rogner un rectangle à un seul coin 184">
                    <a:extLst>
                      <a:ext uri="{FF2B5EF4-FFF2-40B4-BE49-F238E27FC236}">
                        <a16:creationId xmlns:a16="http://schemas.microsoft.com/office/drawing/2014/main" id="{5EF10818-7C9C-868C-06C2-EE07E27050BE}"/>
                      </a:ext>
                    </a:extLst>
                  </p:cNvPr>
                  <p:cNvSpPr/>
                  <p:nvPr/>
                </p:nvSpPr>
                <p:spPr>
                  <a:xfrm>
                    <a:off x="1254801" y="2355048"/>
                    <a:ext cx="190500" cy="248067"/>
                  </a:xfrm>
                  <a:prstGeom prst="snip1Rect">
                    <a:avLst>
                      <a:gd name="adj" fmla="val 39167"/>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75" name="Rogner un rectangle à un seul coin 185">
                    <a:extLst>
                      <a:ext uri="{FF2B5EF4-FFF2-40B4-BE49-F238E27FC236}">
                        <a16:creationId xmlns:a16="http://schemas.microsoft.com/office/drawing/2014/main" id="{639764B1-1C1A-E8A6-63E1-459240647E80}"/>
                      </a:ext>
                    </a:extLst>
                  </p:cNvPr>
                  <p:cNvSpPr/>
                  <p:nvPr/>
                </p:nvSpPr>
                <p:spPr>
                  <a:xfrm>
                    <a:off x="1323694" y="2286285"/>
                    <a:ext cx="190500" cy="248067"/>
                  </a:xfrm>
                  <a:prstGeom prst="snip1Rect">
                    <a:avLst>
                      <a:gd name="adj" fmla="val 39167"/>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grpSp>
            <p:sp>
              <p:nvSpPr>
                <p:cNvPr id="173" name="Flèche vers le haut 183">
                  <a:extLst>
                    <a:ext uri="{FF2B5EF4-FFF2-40B4-BE49-F238E27FC236}">
                      <a16:creationId xmlns:a16="http://schemas.microsoft.com/office/drawing/2014/main" id="{38A09E6C-9335-FA47-729D-49C4A1AD3C07}"/>
                    </a:ext>
                  </a:extLst>
                </p:cNvPr>
                <p:cNvSpPr/>
                <p:nvPr/>
              </p:nvSpPr>
              <p:spPr>
                <a:xfrm>
                  <a:off x="3619475" y="4259918"/>
                  <a:ext cx="180551" cy="166383"/>
                </a:xfrm>
                <a:prstGeom prst="up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grpSp>
        </p:grpSp>
        <p:grpSp>
          <p:nvGrpSpPr>
            <p:cNvPr id="61" name="Groupe 60">
              <a:extLst>
                <a:ext uri="{FF2B5EF4-FFF2-40B4-BE49-F238E27FC236}">
                  <a16:creationId xmlns:a16="http://schemas.microsoft.com/office/drawing/2014/main" id="{7EDC355A-D3D8-DD34-ACBC-3D910D251331}"/>
                </a:ext>
              </a:extLst>
            </p:cNvPr>
            <p:cNvGrpSpPr/>
            <p:nvPr/>
          </p:nvGrpSpPr>
          <p:grpSpPr>
            <a:xfrm>
              <a:off x="281443" y="5743264"/>
              <a:ext cx="1800201" cy="504000"/>
              <a:chOff x="2461911" y="5024320"/>
              <a:chExt cx="1800201" cy="504000"/>
            </a:xfrm>
          </p:grpSpPr>
          <p:sp>
            <p:nvSpPr>
              <p:cNvPr id="160" name="Rectangle à coins arrondis 232">
                <a:extLst>
                  <a:ext uri="{FF2B5EF4-FFF2-40B4-BE49-F238E27FC236}">
                    <a16:creationId xmlns:a16="http://schemas.microsoft.com/office/drawing/2014/main" id="{C2E7CBE6-B3E2-FC50-157A-244ACA6FB415}"/>
                  </a:ext>
                </a:extLst>
              </p:cNvPr>
              <p:cNvSpPr/>
              <p:nvPr/>
            </p:nvSpPr>
            <p:spPr>
              <a:xfrm>
                <a:off x="2461911" y="5024320"/>
                <a:ext cx="1800201"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Gestion des</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utilisateurs</a:t>
                </a:r>
              </a:p>
            </p:txBody>
          </p:sp>
          <p:grpSp>
            <p:nvGrpSpPr>
              <p:cNvPr id="161" name="Groupe 160">
                <a:extLst>
                  <a:ext uri="{FF2B5EF4-FFF2-40B4-BE49-F238E27FC236}">
                    <a16:creationId xmlns:a16="http://schemas.microsoft.com/office/drawing/2014/main" id="{B1990BA2-8AAE-9D02-97A3-02D2892CE94A}"/>
                  </a:ext>
                </a:extLst>
              </p:cNvPr>
              <p:cNvGrpSpPr>
                <a:grpSpLocks noChangeAspect="1"/>
              </p:cNvGrpSpPr>
              <p:nvPr/>
            </p:nvGrpSpPr>
            <p:grpSpPr>
              <a:xfrm>
                <a:off x="2522627" y="5132320"/>
                <a:ext cx="390552" cy="288000"/>
                <a:chOff x="6693938" y="4139630"/>
                <a:chExt cx="427663" cy="315366"/>
              </a:xfrm>
            </p:grpSpPr>
            <p:grpSp>
              <p:nvGrpSpPr>
                <p:cNvPr id="162" name="Groupe 161">
                  <a:extLst>
                    <a:ext uri="{FF2B5EF4-FFF2-40B4-BE49-F238E27FC236}">
                      <a16:creationId xmlns:a16="http://schemas.microsoft.com/office/drawing/2014/main" id="{7924C672-55D2-042A-82BF-3153F542D466}"/>
                    </a:ext>
                  </a:extLst>
                </p:cNvPr>
                <p:cNvGrpSpPr/>
                <p:nvPr/>
              </p:nvGrpSpPr>
              <p:grpSpPr>
                <a:xfrm>
                  <a:off x="6918961" y="4139630"/>
                  <a:ext cx="202640" cy="271326"/>
                  <a:chOff x="7028089" y="4281756"/>
                  <a:chExt cx="93511" cy="129199"/>
                </a:xfrm>
              </p:grpSpPr>
              <p:sp>
                <p:nvSpPr>
                  <p:cNvPr id="167" name="Rectangle à coins arrondis 201">
                    <a:extLst>
                      <a:ext uri="{FF2B5EF4-FFF2-40B4-BE49-F238E27FC236}">
                        <a16:creationId xmlns:a16="http://schemas.microsoft.com/office/drawing/2014/main" id="{C13BA67F-FBB7-EC02-46BE-0B001EC3E725}"/>
                      </a:ext>
                    </a:extLst>
                  </p:cNvPr>
                  <p:cNvSpPr/>
                  <p:nvPr/>
                </p:nvSpPr>
                <p:spPr>
                  <a:xfrm>
                    <a:off x="7028089" y="4343584"/>
                    <a:ext cx="93511" cy="67371"/>
                  </a:xfrm>
                  <a:prstGeom prst="roundRect">
                    <a:avLst>
                      <a:gd name="adj" fmla="val 5000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68" name="Rectangle 167">
                    <a:extLst>
                      <a:ext uri="{FF2B5EF4-FFF2-40B4-BE49-F238E27FC236}">
                        <a16:creationId xmlns:a16="http://schemas.microsoft.com/office/drawing/2014/main" id="{740F396B-C394-B872-F1FF-CABCA70C9FD3}"/>
                      </a:ext>
                    </a:extLst>
                  </p:cNvPr>
                  <p:cNvSpPr/>
                  <p:nvPr/>
                </p:nvSpPr>
                <p:spPr>
                  <a:xfrm>
                    <a:off x="7028089" y="4379854"/>
                    <a:ext cx="93511" cy="3110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69" name="Ellipse 168">
                    <a:extLst>
                      <a:ext uri="{FF2B5EF4-FFF2-40B4-BE49-F238E27FC236}">
                        <a16:creationId xmlns:a16="http://schemas.microsoft.com/office/drawing/2014/main" id="{C68A7BB9-8DEF-17FA-39A1-B02F2F8EF12D}"/>
                      </a:ext>
                    </a:extLst>
                  </p:cNvPr>
                  <p:cNvSpPr/>
                  <p:nvPr/>
                </p:nvSpPr>
                <p:spPr>
                  <a:xfrm>
                    <a:off x="7048064" y="4281756"/>
                    <a:ext cx="53562" cy="533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grpSp>
            <p:grpSp>
              <p:nvGrpSpPr>
                <p:cNvPr id="163" name="Groupe 162">
                  <a:extLst>
                    <a:ext uri="{FF2B5EF4-FFF2-40B4-BE49-F238E27FC236}">
                      <a16:creationId xmlns:a16="http://schemas.microsoft.com/office/drawing/2014/main" id="{CC82B351-A5D3-58D6-E26E-921672BB8F63}"/>
                    </a:ext>
                  </a:extLst>
                </p:cNvPr>
                <p:cNvGrpSpPr/>
                <p:nvPr/>
              </p:nvGrpSpPr>
              <p:grpSpPr>
                <a:xfrm>
                  <a:off x="6693938" y="4183670"/>
                  <a:ext cx="202640" cy="271326"/>
                  <a:chOff x="7028089" y="4281756"/>
                  <a:chExt cx="93511" cy="129199"/>
                </a:xfrm>
              </p:grpSpPr>
              <p:sp>
                <p:nvSpPr>
                  <p:cNvPr id="164" name="Rectangle à coins arrondis 198">
                    <a:extLst>
                      <a:ext uri="{FF2B5EF4-FFF2-40B4-BE49-F238E27FC236}">
                        <a16:creationId xmlns:a16="http://schemas.microsoft.com/office/drawing/2014/main" id="{BD2D0750-B996-8137-6964-325A6898D6D7}"/>
                      </a:ext>
                    </a:extLst>
                  </p:cNvPr>
                  <p:cNvSpPr/>
                  <p:nvPr/>
                </p:nvSpPr>
                <p:spPr>
                  <a:xfrm>
                    <a:off x="7028089" y="4343584"/>
                    <a:ext cx="93511" cy="67371"/>
                  </a:xfrm>
                  <a:prstGeom prst="roundRect">
                    <a:avLst>
                      <a:gd name="adj" fmla="val 5000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65" name="Rectangle 164">
                    <a:extLst>
                      <a:ext uri="{FF2B5EF4-FFF2-40B4-BE49-F238E27FC236}">
                        <a16:creationId xmlns:a16="http://schemas.microsoft.com/office/drawing/2014/main" id="{55F1D9EC-9FBF-0572-D7C3-87851B898BD8}"/>
                      </a:ext>
                    </a:extLst>
                  </p:cNvPr>
                  <p:cNvSpPr/>
                  <p:nvPr/>
                </p:nvSpPr>
                <p:spPr>
                  <a:xfrm>
                    <a:off x="7028089" y="4379854"/>
                    <a:ext cx="93511" cy="3110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66" name="Ellipse 165">
                    <a:extLst>
                      <a:ext uri="{FF2B5EF4-FFF2-40B4-BE49-F238E27FC236}">
                        <a16:creationId xmlns:a16="http://schemas.microsoft.com/office/drawing/2014/main" id="{E4E65E88-A45E-FFDD-C46E-B714111A2E59}"/>
                      </a:ext>
                    </a:extLst>
                  </p:cNvPr>
                  <p:cNvSpPr/>
                  <p:nvPr/>
                </p:nvSpPr>
                <p:spPr>
                  <a:xfrm>
                    <a:off x="7048064" y="4281756"/>
                    <a:ext cx="53562" cy="533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grpSp>
          </p:grpSp>
        </p:grpSp>
        <p:sp>
          <p:nvSpPr>
            <p:cNvPr id="62" name="Rectangle à coins arrondis 233">
              <a:extLst>
                <a:ext uri="{FF2B5EF4-FFF2-40B4-BE49-F238E27FC236}">
                  <a16:creationId xmlns:a16="http://schemas.microsoft.com/office/drawing/2014/main" id="{0225E80D-A18E-9EBA-B339-B862AA80E6C9}"/>
                </a:ext>
              </a:extLst>
            </p:cNvPr>
            <p:cNvSpPr/>
            <p:nvPr/>
          </p:nvSpPr>
          <p:spPr>
            <a:xfrm>
              <a:off x="2332704" y="5758304"/>
              <a:ext cx="1800201"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Gestion des</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contrats</a:t>
              </a:r>
            </a:p>
          </p:txBody>
        </p:sp>
        <p:grpSp>
          <p:nvGrpSpPr>
            <p:cNvPr id="63" name="Groupe 62">
              <a:extLst>
                <a:ext uri="{FF2B5EF4-FFF2-40B4-BE49-F238E27FC236}">
                  <a16:creationId xmlns:a16="http://schemas.microsoft.com/office/drawing/2014/main" id="{65178DD5-E653-BE63-ECF7-4ECF56452A97}"/>
                </a:ext>
              </a:extLst>
            </p:cNvPr>
            <p:cNvGrpSpPr/>
            <p:nvPr/>
          </p:nvGrpSpPr>
          <p:grpSpPr>
            <a:xfrm>
              <a:off x="66061" y="1268760"/>
              <a:ext cx="1082884" cy="756575"/>
              <a:chOff x="742146" y="1355881"/>
              <a:chExt cx="1082884" cy="756575"/>
            </a:xfrm>
          </p:grpSpPr>
          <p:pic>
            <p:nvPicPr>
              <p:cNvPr id="158" name="Image 157">
                <a:extLst>
                  <a:ext uri="{FF2B5EF4-FFF2-40B4-BE49-F238E27FC236}">
                    <a16:creationId xmlns:a16="http://schemas.microsoft.com/office/drawing/2014/main" id="{DC10C400-8551-CDA8-51FB-EC9E97B67CA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31587" y="1355881"/>
                <a:ext cx="504000" cy="504000"/>
              </a:xfrm>
              <a:prstGeom prst="rect">
                <a:avLst/>
              </a:prstGeom>
            </p:spPr>
          </p:pic>
          <p:sp>
            <p:nvSpPr>
              <p:cNvPr id="159" name="Rectangle à coins arrondis 250">
                <a:extLst>
                  <a:ext uri="{FF2B5EF4-FFF2-40B4-BE49-F238E27FC236}">
                    <a16:creationId xmlns:a16="http://schemas.microsoft.com/office/drawing/2014/main" id="{3214F412-C13F-9AB0-CF29-2A57C6099536}"/>
                  </a:ext>
                </a:extLst>
              </p:cNvPr>
              <p:cNvSpPr/>
              <p:nvPr/>
            </p:nvSpPr>
            <p:spPr>
              <a:xfrm>
                <a:off x="742146" y="1801356"/>
                <a:ext cx="1082884" cy="311100"/>
              </a:xfrm>
              <a:prstGeom prst="roundRect">
                <a:avLst>
                  <a:gd name="adj" fmla="val 50000"/>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3F3F3F"/>
                    </a:solidFill>
                    <a:effectLst/>
                    <a:uLnTx/>
                    <a:uFillTx/>
                    <a:latin typeface="Calibri" panose="020F0502020204030204" pitchFamily="34" charset="0"/>
                    <a:ea typeface="+mn-ea"/>
                    <a:cs typeface="+mn-cs"/>
                  </a:rPr>
                  <a:t>Producteur</a:t>
                </a:r>
                <a:endParaRPr kumimoji="0" lang="en-US" sz="1200" b="0" i="0" u="none" strike="noStrike" kern="1200" cap="none" spc="0" normalizeH="0" baseline="0" noProof="0">
                  <a:ln>
                    <a:noFill/>
                  </a:ln>
                  <a:solidFill>
                    <a:srgbClr val="3F3F3F"/>
                  </a:solidFill>
                  <a:effectLst/>
                  <a:uLnTx/>
                  <a:uFillTx/>
                  <a:latin typeface="Calibri" panose="020F0502020204030204" pitchFamily="34" charset="0"/>
                  <a:ea typeface="+mn-ea"/>
                  <a:cs typeface="+mn-cs"/>
                </a:endParaRPr>
              </a:p>
            </p:txBody>
          </p:sp>
        </p:grpSp>
        <p:grpSp>
          <p:nvGrpSpPr>
            <p:cNvPr id="64" name="Groupe 63">
              <a:extLst>
                <a:ext uri="{FF2B5EF4-FFF2-40B4-BE49-F238E27FC236}">
                  <a16:creationId xmlns:a16="http://schemas.microsoft.com/office/drawing/2014/main" id="{D736AFAA-264D-6FA4-9D67-218533270444}"/>
                </a:ext>
              </a:extLst>
            </p:cNvPr>
            <p:cNvGrpSpPr/>
            <p:nvPr/>
          </p:nvGrpSpPr>
          <p:grpSpPr>
            <a:xfrm>
              <a:off x="1404078" y="1160287"/>
              <a:ext cx="1336518" cy="826424"/>
              <a:chOff x="615329" y="1286032"/>
              <a:chExt cx="1336518" cy="826424"/>
            </a:xfrm>
          </p:grpSpPr>
          <p:pic>
            <p:nvPicPr>
              <p:cNvPr id="156" name="Image 155">
                <a:extLst>
                  <a:ext uri="{FF2B5EF4-FFF2-40B4-BE49-F238E27FC236}">
                    <a16:creationId xmlns:a16="http://schemas.microsoft.com/office/drawing/2014/main" id="{FB1CC205-7DBC-2FA6-99F0-0687426DF37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31588" y="1286032"/>
                <a:ext cx="504000" cy="504000"/>
              </a:xfrm>
              <a:prstGeom prst="rect">
                <a:avLst/>
              </a:prstGeom>
            </p:spPr>
          </p:pic>
          <p:sp>
            <p:nvSpPr>
              <p:cNvPr id="157" name="Rectangle à coins arrondis 254">
                <a:extLst>
                  <a:ext uri="{FF2B5EF4-FFF2-40B4-BE49-F238E27FC236}">
                    <a16:creationId xmlns:a16="http://schemas.microsoft.com/office/drawing/2014/main" id="{7C1C41C4-4E66-BFF6-8927-F7F917F1D432}"/>
                  </a:ext>
                </a:extLst>
              </p:cNvPr>
              <p:cNvSpPr/>
              <p:nvPr/>
            </p:nvSpPr>
            <p:spPr>
              <a:xfrm>
                <a:off x="615329" y="1801356"/>
                <a:ext cx="1336518" cy="311100"/>
              </a:xfrm>
              <a:prstGeom prst="roundRect">
                <a:avLst>
                  <a:gd name="adj" fmla="val 50000"/>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3F3F3F"/>
                    </a:solidFill>
                    <a:effectLst/>
                    <a:uLnTx/>
                    <a:uFillTx/>
                    <a:latin typeface="Calibri" panose="020F0502020204030204" pitchFamily="34" charset="0"/>
                    <a:ea typeface="+mn-ea"/>
                    <a:cs typeface="+mn-cs"/>
                  </a:rPr>
                  <a:t>Partenaire / Consommateur</a:t>
                </a:r>
                <a:endParaRPr kumimoji="0" lang="en-US" sz="1200" b="0" i="0" u="none" strike="noStrike" kern="1200" cap="none" spc="0" normalizeH="0" baseline="0" noProof="0">
                  <a:ln>
                    <a:noFill/>
                  </a:ln>
                  <a:solidFill>
                    <a:srgbClr val="3F3F3F"/>
                  </a:solidFill>
                  <a:effectLst/>
                  <a:uLnTx/>
                  <a:uFillTx/>
                  <a:latin typeface="Calibri" panose="020F0502020204030204" pitchFamily="34" charset="0"/>
                  <a:ea typeface="+mn-ea"/>
                  <a:cs typeface="+mn-cs"/>
                </a:endParaRPr>
              </a:p>
            </p:txBody>
          </p:sp>
        </p:grpSp>
        <p:grpSp>
          <p:nvGrpSpPr>
            <p:cNvPr id="65" name="Groupe 64">
              <a:extLst>
                <a:ext uri="{FF2B5EF4-FFF2-40B4-BE49-F238E27FC236}">
                  <a16:creationId xmlns:a16="http://schemas.microsoft.com/office/drawing/2014/main" id="{C35B7077-F77B-CF60-6D53-6BC56943FC69}"/>
                </a:ext>
              </a:extLst>
            </p:cNvPr>
            <p:cNvGrpSpPr/>
            <p:nvPr/>
          </p:nvGrpSpPr>
          <p:grpSpPr>
            <a:xfrm>
              <a:off x="3063816" y="1268760"/>
              <a:ext cx="1257404" cy="756575"/>
              <a:chOff x="3520593" y="1437572"/>
              <a:chExt cx="1257404" cy="756575"/>
            </a:xfrm>
          </p:grpSpPr>
          <p:pic>
            <p:nvPicPr>
              <p:cNvPr id="154" name="Image 153">
                <a:extLst>
                  <a:ext uri="{FF2B5EF4-FFF2-40B4-BE49-F238E27FC236}">
                    <a16:creationId xmlns:a16="http://schemas.microsoft.com/office/drawing/2014/main" id="{7E1DBB8A-B5A8-9E7E-1FC6-466A77A3841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897295" y="1437572"/>
                <a:ext cx="504000" cy="504000"/>
              </a:xfrm>
              <a:prstGeom prst="rect">
                <a:avLst/>
              </a:prstGeom>
            </p:spPr>
          </p:pic>
          <p:sp>
            <p:nvSpPr>
              <p:cNvPr id="155" name="Rectangle à coins arrondis 257">
                <a:extLst>
                  <a:ext uri="{FF2B5EF4-FFF2-40B4-BE49-F238E27FC236}">
                    <a16:creationId xmlns:a16="http://schemas.microsoft.com/office/drawing/2014/main" id="{5EDC5865-97F2-488B-B1F3-137DAD9CB4CB}"/>
                  </a:ext>
                </a:extLst>
              </p:cNvPr>
              <p:cNvSpPr/>
              <p:nvPr/>
            </p:nvSpPr>
            <p:spPr>
              <a:xfrm>
                <a:off x="3520593" y="1883047"/>
                <a:ext cx="1257404" cy="311100"/>
              </a:xfrm>
              <a:prstGeom prst="roundRect">
                <a:avLst>
                  <a:gd name="adj" fmla="val 50000"/>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3F3F3F"/>
                    </a:solidFill>
                    <a:effectLst/>
                    <a:uLnTx/>
                    <a:uFillTx/>
                    <a:latin typeface="Calibri" panose="020F0502020204030204" pitchFamily="34" charset="0"/>
                    <a:ea typeface="+mn-ea"/>
                    <a:cs typeface="+mn-cs"/>
                  </a:rPr>
                  <a:t>Administrateur</a:t>
                </a:r>
                <a:endParaRPr kumimoji="0" lang="en-US" sz="1200" b="0" i="0" u="none" strike="noStrike" kern="1200" cap="none" spc="0" normalizeH="0" baseline="0" noProof="0">
                  <a:ln>
                    <a:noFill/>
                  </a:ln>
                  <a:solidFill>
                    <a:srgbClr val="3F3F3F"/>
                  </a:solidFill>
                  <a:effectLst/>
                  <a:uLnTx/>
                  <a:uFillTx/>
                  <a:latin typeface="Calibri" panose="020F0502020204030204" pitchFamily="34" charset="0"/>
                  <a:ea typeface="+mn-ea"/>
                  <a:cs typeface="+mn-cs"/>
                </a:endParaRPr>
              </a:p>
            </p:txBody>
          </p:sp>
        </p:grpSp>
        <p:grpSp>
          <p:nvGrpSpPr>
            <p:cNvPr id="66" name="Groupe 65">
              <a:extLst>
                <a:ext uri="{FF2B5EF4-FFF2-40B4-BE49-F238E27FC236}">
                  <a16:creationId xmlns:a16="http://schemas.microsoft.com/office/drawing/2014/main" id="{85B01757-9329-F32B-DC99-9F75CA83156A}"/>
                </a:ext>
              </a:extLst>
            </p:cNvPr>
            <p:cNvGrpSpPr/>
            <p:nvPr/>
          </p:nvGrpSpPr>
          <p:grpSpPr>
            <a:xfrm>
              <a:off x="4945399" y="3154870"/>
              <a:ext cx="1800200" cy="504000"/>
              <a:chOff x="4999164" y="3505652"/>
              <a:chExt cx="1800200" cy="504000"/>
            </a:xfrm>
          </p:grpSpPr>
          <p:sp>
            <p:nvSpPr>
              <p:cNvPr id="150" name="Rectangle à coins arrondis 260">
                <a:extLst>
                  <a:ext uri="{FF2B5EF4-FFF2-40B4-BE49-F238E27FC236}">
                    <a16:creationId xmlns:a16="http://schemas.microsoft.com/office/drawing/2014/main" id="{0C4990FE-2A00-5B7C-4E1D-474B33F06C30}"/>
                  </a:ext>
                </a:extLst>
              </p:cNvPr>
              <p:cNvSpPr/>
              <p:nvPr/>
            </p:nvSpPr>
            <p:spPr>
              <a:xfrm>
                <a:off x="4999164" y="3505652"/>
                <a:ext cx="1800200"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Virtualisation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de services</a:t>
                </a:r>
              </a:p>
            </p:txBody>
          </p:sp>
          <p:grpSp>
            <p:nvGrpSpPr>
              <p:cNvPr id="151" name="Groupe 150">
                <a:extLst>
                  <a:ext uri="{FF2B5EF4-FFF2-40B4-BE49-F238E27FC236}">
                    <a16:creationId xmlns:a16="http://schemas.microsoft.com/office/drawing/2014/main" id="{A8352CD1-9722-C5EA-30A0-05285CF72512}"/>
                  </a:ext>
                </a:extLst>
              </p:cNvPr>
              <p:cNvGrpSpPr>
                <a:grpSpLocks noChangeAspect="1"/>
              </p:cNvGrpSpPr>
              <p:nvPr/>
            </p:nvGrpSpPr>
            <p:grpSpPr>
              <a:xfrm>
                <a:off x="5076907" y="3631652"/>
                <a:ext cx="362610" cy="252000"/>
                <a:chOff x="9281132" y="1688670"/>
                <a:chExt cx="423614" cy="294396"/>
              </a:xfrm>
            </p:grpSpPr>
            <p:sp>
              <p:nvSpPr>
                <p:cNvPr id="152" name="Rectangle à coins arrondis 315">
                  <a:extLst>
                    <a:ext uri="{FF2B5EF4-FFF2-40B4-BE49-F238E27FC236}">
                      <a16:creationId xmlns:a16="http://schemas.microsoft.com/office/drawing/2014/main" id="{CD6B0695-F568-9226-51C3-0C902A365C60}"/>
                    </a:ext>
                  </a:extLst>
                </p:cNvPr>
                <p:cNvSpPr/>
                <p:nvPr/>
              </p:nvSpPr>
              <p:spPr>
                <a:xfrm>
                  <a:off x="9281132" y="1786802"/>
                  <a:ext cx="327325" cy="196264"/>
                </a:xfrm>
                <a:prstGeom prst="roundRect">
                  <a:avLst>
                    <a:gd name="adj" fmla="val 32844"/>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53" name="Rectangle à coins arrondis 316">
                  <a:extLst>
                    <a:ext uri="{FF2B5EF4-FFF2-40B4-BE49-F238E27FC236}">
                      <a16:creationId xmlns:a16="http://schemas.microsoft.com/office/drawing/2014/main" id="{89847EDB-001E-DB1B-2C4B-1C46779A2967}"/>
                    </a:ext>
                  </a:extLst>
                </p:cNvPr>
                <p:cNvSpPr/>
                <p:nvPr/>
              </p:nvSpPr>
              <p:spPr>
                <a:xfrm>
                  <a:off x="9377421" y="1688670"/>
                  <a:ext cx="327325" cy="196264"/>
                </a:xfrm>
                <a:prstGeom prst="roundRect">
                  <a:avLst>
                    <a:gd name="adj" fmla="val 32844"/>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grpSp>
        </p:grpSp>
        <p:grpSp>
          <p:nvGrpSpPr>
            <p:cNvPr id="67" name="Groupe 66">
              <a:extLst>
                <a:ext uri="{FF2B5EF4-FFF2-40B4-BE49-F238E27FC236}">
                  <a16:creationId xmlns:a16="http://schemas.microsoft.com/office/drawing/2014/main" id="{6E5CF9D3-B283-AB82-1654-2F04867A1505}"/>
                </a:ext>
              </a:extLst>
            </p:cNvPr>
            <p:cNvGrpSpPr/>
            <p:nvPr/>
          </p:nvGrpSpPr>
          <p:grpSpPr>
            <a:xfrm>
              <a:off x="4945399" y="3805728"/>
              <a:ext cx="1800200" cy="504000"/>
              <a:chOff x="4999164" y="4590416"/>
              <a:chExt cx="1800200" cy="504000"/>
            </a:xfrm>
          </p:grpSpPr>
          <p:sp>
            <p:nvSpPr>
              <p:cNvPr id="143" name="Rectangle à coins arrondis 304">
                <a:extLst>
                  <a:ext uri="{FF2B5EF4-FFF2-40B4-BE49-F238E27FC236}">
                    <a16:creationId xmlns:a16="http://schemas.microsoft.com/office/drawing/2014/main" id="{0B11DEDB-F4E9-7102-2BBB-EA43803C98E7}"/>
                  </a:ext>
                </a:extLst>
              </p:cNvPr>
              <p:cNvSpPr/>
              <p:nvPr/>
            </p:nvSpPr>
            <p:spPr>
              <a:xfrm>
                <a:off x="4999164" y="4590416"/>
                <a:ext cx="1800200"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Transformation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&amp; Médiation</a:t>
                </a:r>
              </a:p>
            </p:txBody>
          </p:sp>
          <p:grpSp>
            <p:nvGrpSpPr>
              <p:cNvPr id="144" name="Groupe 143">
                <a:extLst>
                  <a:ext uri="{FF2B5EF4-FFF2-40B4-BE49-F238E27FC236}">
                    <a16:creationId xmlns:a16="http://schemas.microsoft.com/office/drawing/2014/main" id="{DEB715FB-65E5-BE55-F548-5A785C85A3A2}"/>
                  </a:ext>
                </a:extLst>
              </p:cNvPr>
              <p:cNvGrpSpPr/>
              <p:nvPr/>
            </p:nvGrpSpPr>
            <p:grpSpPr>
              <a:xfrm>
                <a:off x="5031589" y="4750802"/>
                <a:ext cx="453246" cy="183229"/>
                <a:chOff x="10556625" y="1373500"/>
                <a:chExt cx="453246" cy="183229"/>
              </a:xfrm>
            </p:grpSpPr>
            <p:sp>
              <p:nvSpPr>
                <p:cNvPr id="145" name="Rectangle 144">
                  <a:extLst>
                    <a:ext uri="{FF2B5EF4-FFF2-40B4-BE49-F238E27FC236}">
                      <a16:creationId xmlns:a16="http://schemas.microsoft.com/office/drawing/2014/main" id="{D19644E5-EECB-DAE6-F083-BDE1F061A2F6}"/>
                    </a:ext>
                  </a:extLst>
                </p:cNvPr>
                <p:cNvSpPr/>
                <p:nvPr/>
              </p:nvSpPr>
              <p:spPr>
                <a:xfrm>
                  <a:off x="10556625" y="1436946"/>
                  <a:ext cx="179863" cy="6167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46" name="Rectangle 145">
                  <a:extLst>
                    <a:ext uri="{FF2B5EF4-FFF2-40B4-BE49-F238E27FC236}">
                      <a16:creationId xmlns:a16="http://schemas.microsoft.com/office/drawing/2014/main" id="{3AE8A8CF-56E6-7641-597C-D9EE53F003BF}"/>
                    </a:ext>
                  </a:extLst>
                </p:cNvPr>
                <p:cNvSpPr/>
                <p:nvPr/>
              </p:nvSpPr>
              <p:spPr>
                <a:xfrm>
                  <a:off x="10830007" y="1373500"/>
                  <a:ext cx="179863" cy="6167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47" name="Rectangle 146">
                  <a:extLst>
                    <a:ext uri="{FF2B5EF4-FFF2-40B4-BE49-F238E27FC236}">
                      <a16:creationId xmlns:a16="http://schemas.microsoft.com/office/drawing/2014/main" id="{245A15AA-5A4B-1302-E3D2-1A8973F181D7}"/>
                    </a:ext>
                  </a:extLst>
                </p:cNvPr>
                <p:cNvSpPr/>
                <p:nvPr/>
              </p:nvSpPr>
              <p:spPr>
                <a:xfrm>
                  <a:off x="10830008" y="1495052"/>
                  <a:ext cx="179863" cy="6167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cxnSp>
              <p:nvCxnSpPr>
                <p:cNvPr id="148" name="Connecteur droit 147">
                  <a:extLst>
                    <a:ext uri="{FF2B5EF4-FFF2-40B4-BE49-F238E27FC236}">
                      <a16:creationId xmlns:a16="http://schemas.microsoft.com/office/drawing/2014/main" id="{2CFB421C-B3E5-D7CE-F8C3-DF5EA201ED64}"/>
                    </a:ext>
                  </a:extLst>
                </p:cNvPr>
                <p:cNvCxnSpPr>
                  <a:stCxn id="145" idx="3"/>
                  <a:endCxn id="146" idx="1"/>
                </p:cNvCxnSpPr>
                <p:nvPr/>
              </p:nvCxnSpPr>
              <p:spPr>
                <a:xfrm flipV="1">
                  <a:off x="10736488" y="1404339"/>
                  <a:ext cx="93519" cy="63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Connecteur droit 148">
                  <a:extLst>
                    <a:ext uri="{FF2B5EF4-FFF2-40B4-BE49-F238E27FC236}">
                      <a16:creationId xmlns:a16="http://schemas.microsoft.com/office/drawing/2014/main" id="{9FA7FB1E-FEDF-09A7-370E-B724DEF9A089}"/>
                    </a:ext>
                  </a:extLst>
                </p:cNvPr>
                <p:cNvCxnSpPr>
                  <a:stCxn id="145" idx="3"/>
                  <a:endCxn id="147" idx="1"/>
                </p:cNvCxnSpPr>
                <p:nvPr/>
              </p:nvCxnSpPr>
              <p:spPr>
                <a:xfrm>
                  <a:off x="10736488" y="1467785"/>
                  <a:ext cx="93520" cy="581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68" name="Groupe 67">
              <a:extLst>
                <a:ext uri="{FF2B5EF4-FFF2-40B4-BE49-F238E27FC236}">
                  <a16:creationId xmlns:a16="http://schemas.microsoft.com/office/drawing/2014/main" id="{787AE59A-2C31-B5EC-BFF7-00C51B36B027}"/>
                </a:ext>
              </a:extLst>
            </p:cNvPr>
            <p:cNvGrpSpPr/>
            <p:nvPr/>
          </p:nvGrpSpPr>
          <p:grpSpPr>
            <a:xfrm>
              <a:off x="7005879" y="3154870"/>
              <a:ext cx="1800000" cy="504000"/>
              <a:chOff x="4999163" y="5675180"/>
              <a:chExt cx="1800000" cy="504000"/>
            </a:xfrm>
          </p:grpSpPr>
          <p:sp>
            <p:nvSpPr>
              <p:cNvPr id="134" name="Rectangle à coins arrondis 305">
                <a:extLst>
                  <a:ext uri="{FF2B5EF4-FFF2-40B4-BE49-F238E27FC236}">
                    <a16:creationId xmlns:a16="http://schemas.microsoft.com/office/drawing/2014/main" id="{B8249F98-714D-144A-0159-6EDE7328BE4E}"/>
                  </a:ext>
                </a:extLst>
              </p:cNvPr>
              <p:cNvSpPr/>
              <p:nvPr/>
            </p:nvSpPr>
            <p:spPr>
              <a:xfrm>
                <a:off x="4999163" y="5675180"/>
                <a:ext cx="1800000"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Gestion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des SLAs</a:t>
                </a:r>
              </a:p>
            </p:txBody>
          </p:sp>
          <p:grpSp>
            <p:nvGrpSpPr>
              <p:cNvPr id="135" name="Groupe 134">
                <a:extLst>
                  <a:ext uri="{FF2B5EF4-FFF2-40B4-BE49-F238E27FC236}">
                    <a16:creationId xmlns:a16="http://schemas.microsoft.com/office/drawing/2014/main" id="{F6430471-7476-EC64-3870-14C3779C7F9B}"/>
                  </a:ext>
                </a:extLst>
              </p:cNvPr>
              <p:cNvGrpSpPr>
                <a:grpSpLocks noChangeAspect="1"/>
              </p:cNvGrpSpPr>
              <p:nvPr/>
            </p:nvGrpSpPr>
            <p:grpSpPr>
              <a:xfrm>
                <a:off x="5097283" y="5783180"/>
                <a:ext cx="286096" cy="288000"/>
                <a:chOff x="10721110" y="1852084"/>
                <a:chExt cx="716669" cy="699038"/>
              </a:xfrm>
            </p:grpSpPr>
            <p:sp>
              <p:nvSpPr>
                <p:cNvPr id="136" name="Ellipse 135">
                  <a:extLst>
                    <a:ext uri="{FF2B5EF4-FFF2-40B4-BE49-F238E27FC236}">
                      <a16:creationId xmlns:a16="http://schemas.microsoft.com/office/drawing/2014/main" id="{9CC4E3F1-7FE5-3E8F-AC89-5682CBA0416B}"/>
                    </a:ext>
                  </a:extLst>
                </p:cNvPr>
                <p:cNvSpPr/>
                <p:nvPr/>
              </p:nvSpPr>
              <p:spPr>
                <a:xfrm>
                  <a:off x="10721110" y="1852084"/>
                  <a:ext cx="716669" cy="699038"/>
                </a:xfrm>
                <a:prstGeom prst="ellipse">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grpSp>
              <p:nvGrpSpPr>
                <p:cNvPr id="137" name="Groupe 136">
                  <a:extLst>
                    <a:ext uri="{FF2B5EF4-FFF2-40B4-BE49-F238E27FC236}">
                      <a16:creationId xmlns:a16="http://schemas.microsoft.com/office/drawing/2014/main" id="{C6AB0A06-BB2C-EEDA-2D61-A458B68B4A65}"/>
                    </a:ext>
                  </a:extLst>
                </p:cNvPr>
                <p:cNvGrpSpPr/>
                <p:nvPr/>
              </p:nvGrpSpPr>
              <p:grpSpPr>
                <a:xfrm>
                  <a:off x="11078725" y="1911885"/>
                  <a:ext cx="0" cy="574769"/>
                  <a:chOff x="11953156" y="1763928"/>
                  <a:chExt cx="0" cy="574769"/>
                </a:xfrm>
              </p:grpSpPr>
              <p:cxnSp>
                <p:nvCxnSpPr>
                  <p:cNvPr id="141" name="Connecteur droit avec flèche 140">
                    <a:extLst>
                      <a:ext uri="{FF2B5EF4-FFF2-40B4-BE49-F238E27FC236}">
                        <a16:creationId xmlns:a16="http://schemas.microsoft.com/office/drawing/2014/main" id="{2938151C-FE81-72C5-AADD-1DB43FB553FA}"/>
                      </a:ext>
                    </a:extLst>
                  </p:cNvPr>
                  <p:cNvCxnSpPr/>
                  <p:nvPr/>
                </p:nvCxnSpPr>
                <p:spPr>
                  <a:xfrm>
                    <a:off x="11953156" y="2054984"/>
                    <a:ext cx="0" cy="283713"/>
                  </a:xfrm>
                  <a:prstGeom prst="straightConnector1">
                    <a:avLst/>
                  </a:prstGeom>
                  <a:ln w="28575">
                    <a:no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2" name="Connecteur droit avec flèche 141">
                    <a:extLst>
                      <a:ext uri="{FF2B5EF4-FFF2-40B4-BE49-F238E27FC236}">
                        <a16:creationId xmlns:a16="http://schemas.microsoft.com/office/drawing/2014/main" id="{CAE32687-AB23-6D0E-8066-2CD0BEBB6531}"/>
                      </a:ext>
                    </a:extLst>
                  </p:cNvPr>
                  <p:cNvCxnSpPr/>
                  <p:nvPr/>
                </p:nvCxnSpPr>
                <p:spPr>
                  <a:xfrm flipV="1">
                    <a:off x="11953156" y="1763928"/>
                    <a:ext cx="0" cy="288000"/>
                  </a:xfrm>
                  <a:prstGeom prst="straightConnector1">
                    <a:avLst/>
                  </a:prstGeom>
                  <a:ln w="28575">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38" name="Groupe 137">
                  <a:extLst>
                    <a:ext uri="{FF2B5EF4-FFF2-40B4-BE49-F238E27FC236}">
                      <a16:creationId xmlns:a16="http://schemas.microsoft.com/office/drawing/2014/main" id="{46E7DCA5-FAF4-EF06-2AA1-B215B1F3E2C3}"/>
                    </a:ext>
                  </a:extLst>
                </p:cNvPr>
                <p:cNvGrpSpPr/>
                <p:nvPr/>
              </p:nvGrpSpPr>
              <p:grpSpPr>
                <a:xfrm>
                  <a:off x="10898143" y="2199885"/>
                  <a:ext cx="361163" cy="1"/>
                  <a:chOff x="11861890" y="2331648"/>
                  <a:chExt cx="361163" cy="1"/>
                </a:xfrm>
              </p:grpSpPr>
              <p:cxnSp>
                <p:nvCxnSpPr>
                  <p:cNvPr id="139" name="Connecteur droit avec flèche 138">
                    <a:extLst>
                      <a:ext uri="{FF2B5EF4-FFF2-40B4-BE49-F238E27FC236}">
                        <a16:creationId xmlns:a16="http://schemas.microsoft.com/office/drawing/2014/main" id="{BAF092AE-5125-0285-4724-1BBF4ED97604}"/>
                      </a:ext>
                    </a:extLst>
                  </p:cNvPr>
                  <p:cNvCxnSpPr/>
                  <p:nvPr/>
                </p:nvCxnSpPr>
                <p:spPr>
                  <a:xfrm flipH="1" flipV="1">
                    <a:off x="11861890" y="2331648"/>
                    <a:ext cx="180000" cy="1"/>
                  </a:xfrm>
                  <a:prstGeom prst="straightConnector1">
                    <a:avLst/>
                  </a:prstGeom>
                  <a:ln w="28575">
                    <a:no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0" name="Connecteur droit avec flèche 139">
                    <a:extLst>
                      <a:ext uri="{FF2B5EF4-FFF2-40B4-BE49-F238E27FC236}">
                        <a16:creationId xmlns:a16="http://schemas.microsoft.com/office/drawing/2014/main" id="{249F1D0D-1B10-4A9E-A414-33AA8B0A3497}"/>
                      </a:ext>
                    </a:extLst>
                  </p:cNvPr>
                  <p:cNvCxnSpPr/>
                  <p:nvPr/>
                </p:nvCxnSpPr>
                <p:spPr>
                  <a:xfrm>
                    <a:off x="12043053" y="2331648"/>
                    <a:ext cx="180000" cy="0"/>
                  </a:xfrm>
                  <a:prstGeom prst="straightConnector1">
                    <a:avLst/>
                  </a:prstGeom>
                  <a:ln w="28575">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grpSp>
        </p:grpSp>
        <p:grpSp>
          <p:nvGrpSpPr>
            <p:cNvPr id="69" name="Groupe 68">
              <a:extLst>
                <a:ext uri="{FF2B5EF4-FFF2-40B4-BE49-F238E27FC236}">
                  <a16:creationId xmlns:a16="http://schemas.microsoft.com/office/drawing/2014/main" id="{0652497C-4193-8403-8B88-DA81880F73CB}"/>
                </a:ext>
              </a:extLst>
            </p:cNvPr>
            <p:cNvGrpSpPr/>
            <p:nvPr/>
          </p:nvGrpSpPr>
          <p:grpSpPr>
            <a:xfrm>
              <a:off x="4945399" y="4459008"/>
              <a:ext cx="1800200" cy="504000"/>
              <a:chOff x="6970707" y="3505652"/>
              <a:chExt cx="1800200" cy="504000"/>
            </a:xfrm>
          </p:grpSpPr>
          <p:sp>
            <p:nvSpPr>
              <p:cNvPr id="129" name="Rectangle à coins arrondis 306">
                <a:extLst>
                  <a:ext uri="{FF2B5EF4-FFF2-40B4-BE49-F238E27FC236}">
                    <a16:creationId xmlns:a16="http://schemas.microsoft.com/office/drawing/2014/main" id="{3957DDAC-610F-C38C-E31C-45A7F41288E4}"/>
                  </a:ext>
                </a:extLst>
              </p:cNvPr>
              <p:cNvSpPr/>
              <p:nvPr/>
            </p:nvSpPr>
            <p:spPr>
              <a:xfrm>
                <a:off x="6970707" y="3505652"/>
                <a:ext cx="1800200"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Gestion du cycle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de vie des APIs</a:t>
                </a:r>
              </a:p>
            </p:txBody>
          </p:sp>
          <p:grpSp>
            <p:nvGrpSpPr>
              <p:cNvPr id="130" name="Groupe 129">
                <a:extLst>
                  <a:ext uri="{FF2B5EF4-FFF2-40B4-BE49-F238E27FC236}">
                    <a16:creationId xmlns:a16="http://schemas.microsoft.com/office/drawing/2014/main" id="{ACC201CA-3BD7-7506-A325-F245C67F3607}"/>
                  </a:ext>
                </a:extLst>
              </p:cNvPr>
              <p:cNvGrpSpPr/>
              <p:nvPr/>
            </p:nvGrpSpPr>
            <p:grpSpPr>
              <a:xfrm>
                <a:off x="7006276" y="3592764"/>
                <a:ext cx="335796" cy="329777"/>
                <a:chOff x="8816975" y="4469169"/>
                <a:chExt cx="441325" cy="441539"/>
              </a:xfrm>
              <a:solidFill>
                <a:schemeClr val="tx1"/>
              </a:solidFill>
            </p:grpSpPr>
            <p:sp>
              <p:nvSpPr>
                <p:cNvPr id="131" name="Flèche en arc 290">
                  <a:extLst>
                    <a:ext uri="{FF2B5EF4-FFF2-40B4-BE49-F238E27FC236}">
                      <a16:creationId xmlns:a16="http://schemas.microsoft.com/office/drawing/2014/main" id="{8D94EA09-8A39-94C6-A688-0DAC07328DAB}"/>
                    </a:ext>
                  </a:extLst>
                </p:cNvPr>
                <p:cNvSpPr/>
                <p:nvPr/>
              </p:nvSpPr>
              <p:spPr>
                <a:xfrm rot="7016076">
                  <a:off x="8830568" y="4487584"/>
                  <a:ext cx="441323" cy="404494"/>
                </a:xfrm>
                <a:prstGeom prst="circularArrow">
                  <a:avLst>
                    <a:gd name="adj1" fmla="val 12500"/>
                    <a:gd name="adj2" fmla="val 1142319"/>
                    <a:gd name="adj3" fmla="val 20457681"/>
                    <a:gd name="adj4" fmla="val 14792952"/>
                    <a:gd name="adj5" fmla="val 12500"/>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pitchFamily="34" charset="0"/>
                    <a:ea typeface="+mn-ea"/>
                    <a:cs typeface="+mn-cs"/>
                  </a:endParaRPr>
                </a:p>
              </p:txBody>
            </p:sp>
            <p:sp>
              <p:nvSpPr>
                <p:cNvPr id="132" name="Flèche en arc 291">
                  <a:extLst>
                    <a:ext uri="{FF2B5EF4-FFF2-40B4-BE49-F238E27FC236}">
                      <a16:creationId xmlns:a16="http://schemas.microsoft.com/office/drawing/2014/main" id="{E4576BF2-C0DD-6D6D-08D9-34E0A23A46F2}"/>
                    </a:ext>
                  </a:extLst>
                </p:cNvPr>
                <p:cNvSpPr/>
                <p:nvPr/>
              </p:nvSpPr>
              <p:spPr>
                <a:xfrm>
                  <a:off x="8816975" y="4469709"/>
                  <a:ext cx="441325" cy="404494"/>
                </a:xfrm>
                <a:prstGeom prst="circularArrow">
                  <a:avLst>
                    <a:gd name="adj1" fmla="val 12500"/>
                    <a:gd name="adj2" fmla="val 1142319"/>
                    <a:gd name="adj3" fmla="val 20457681"/>
                    <a:gd name="adj4" fmla="val 13585798"/>
                    <a:gd name="adj5" fmla="val 12500"/>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pitchFamily="34" charset="0"/>
                    <a:ea typeface="+mn-ea"/>
                    <a:cs typeface="+mn-cs"/>
                  </a:endParaRPr>
                </a:p>
              </p:txBody>
            </p:sp>
            <p:sp>
              <p:nvSpPr>
                <p:cNvPr id="133" name="Flèche en arc 292">
                  <a:extLst>
                    <a:ext uri="{FF2B5EF4-FFF2-40B4-BE49-F238E27FC236}">
                      <a16:creationId xmlns:a16="http://schemas.microsoft.com/office/drawing/2014/main" id="{1D65EE4F-B1A2-932C-02C4-E424C0BD0972}"/>
                    </a:ext>
                  </a:extLst>
                </p:cNvPr>
                <p:cNvSpPr/>
                <p:nvPr/>
              </p:nvSpPr>
              <p:spPr>
                <a:xfrm rot="13521400">
                  <a:off x="8812883" y="4488126"/>
                  <a:ext cx="430458" cy="414706"/>
                </a:xfrm>
                <a:prstGeom prst="circularArrow">
                  <a:avLst>
                    <a:gd name="adj1" fmla="val 12500"/>
                    <a:gd name="adj2" fmla="val 1142319"/>
                    <a:gd name="adj3" fmla="val 20457681"/>
                    <a:gd name="adj4" fmla="val 15144449"/>
                    <a:gd name="adj5" fmla="val 12500"/>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pitchFamily="34" charset="0"/>
                    <a:ea typeface="+mn-ea"/>
                    <a:cs typeface="+mn-cs"/>
                  </a:endParaRPr>
                </a:p>
              </p:txBody>
            </p:sp>
          </p:grpSp>
        </p:grpSp>
        <p:grpSp>
          <p:nvGrpSpPr>
            <p:cNvPr id="70" name="Groupe 69">
              <a:extLst>
                <a:ext uri="{FF2B5EF4-FFF2-40B4-BE49-F238E27FC236}">
                  <a16:creationId xmlns:a16="http://schemas.microsoft.com/office/drawing/2014/main" id="{47A727FC-3D30-54D1-A426-109E1A91533C}"/>
                </a:ext>
              </a:extLst>
            </p:cNvPr>
            <p:cNvGrpSpPr/>
            <p:nvPr/>
          </p:nvGrpSpPr>
          <p:grpSpPr>
            <a:xfrm>
              <a:off x="7005879" y="4445577"/>
              <a:ext cx="1800000" cy="504000"/>
              <a:chOff x="6970707" y="4590416"/>
              <a:chExt cx="1800000" cy="504000"/>
            </a:xfrm>
          </p:grpSpPr>
          <p:sp>
            <p:nvSpPr>
              <p:cNvPr id="127" name="Rectangle à coins arrondis 307">
                <a:extLst>
                  <a:ext uri="{FF2B5EF4-FFF2-40B4-BE49-F238E27FC236}">
                    <a16:creationId xmlns:a16="http://schemas.microsoft.com/office/drawing/2014/main" id="{BB5E03A6-B218-F6D6-040F-8A8633EE7836}"/>
                  </a:ext>
                </a:extLst>
              </p:cNvPr>
              <p:cNvSpPr/>
              <p:nvPr/>
            </p:nvSpPr>
            <p:spPr>
              <a:xfrm>
                <a:off x="6970707" y="4590416"/>
                <a:ext cx="1800000"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Optimisation performances</a:t>
                </a:r>
              </a:p>
            </p:txBody>
          </p:sp>
          <p:sp>
            <p:nvSpPr>
              <p:cNvPr id="128" name="Flèche droite rayée 295">
                <a:extLst>
                  <a:ext uri="{FF2B5EF4-FFF2-40B4-BE49-F238E27FC236}">
                    <a16:creationId xmlns:a16="http://schemas.microsoft.com/office/drawing/2014/main" id="{8B24F192-A50F-B6BC-CCA9-824529B46C6E}"/>
                  </a:ext>
                </a:extLst>
              </p:cNvPr>
              <p:cNvSpPr/>
              <p:nvPr/>
            </p:nvSpPr>
            <p:spPr>
              <a:xfrm rot="18959477">
                <a:off x="7014356" y="4727386"/>
                <a:ext cx="379428" cy="230060"/>
              </a:xfrm>
              <a:prstGeom prst="striped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grpSp>
        <p:grpSp>
          <p:nvGrpSpPr>
            <p:cNvPr id="71" name="Groupe 70">
              <a:extLst>
                <a:ext uri="{FF2B5EF4-FFF2-40B4-BE49-F238E27FC236}">
                  <a16:creationId xmlns:a16="http://schemas.microsoft.com/office/drawing/2014/main" id="{0792427D-6BC0-6756-F61B-D6DAED0D8623}"/>
                </a:ext>
              </a:extLst>
            </p:cNvPr>
            <p:cNvGrpSpPr/>
            <p:nvPr/>
          </p:nvGrpSpPr>
          <p:grpSpPr>
            <a:xfrm>
              <a:off x="7005879" y="3805728"/>
              <a:ext cx="1800000" cy="504000"/>
              <a:chOff x="6970706" y="5675180"/>
              <a:chExt cx="1800000" cy="504000"/>
            </a:xfrm>
          </p:grpSpPr>
          <p:sp>
            <p:nvSpPr>
              <p:cNvPr id="125" name="Rectangle à coins arrondis 308">
                <a:extLst>
                  <a:ext uri="{FF2B5EF4-FFF2-40B4-BE49-F238E27FC236}">
                    <a16:creationId xmlns:a16="http://schemas.microsoft.com/office/drawing/2014/main" id="{42FBC059-BF20-FEC3-E862-6C1566CFBCE2}"/>
                  </a:ext>
                </a:extLst>
              </p:cNvPr>
              <p:cNvSpPr/>
              <p:nvPr/>
            </p:nvSpPr>
            <p:spPr>
              <a:xfrm>
                <a:off x="6970706" y="5675180"/>
                <a:ext cx="1800000"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Monitoring</a:t>
                </a:r>
              </a:p>
            </p:txBody>
          </p:sp>
          <p:pic>
            <p:nvPicPr>
              <p:cNvPr id="126" name="Image 125">
                <a:extLst>
                  <a:ext uri="{FF2B5EF4-FFF2-40B4-BE49-F238E27FC236}">
                    <a16:creationId xmlns:a16="http://schemas.microsoft.com/office/drawing/2014/main" id="{4FD826C8-5117-855D-5DFD-AABD75F24BE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006070" y="5729180"/>
                <a:ext cx="396000" cy="396000"/>
              </a:xfrm>
              <a:prstGeom prst="rect">
                <a:avLst/>
              </a:prstGeom>
            </p:spPr>
          </p:pic>
        </p:grpSp>
        <p:grpSp>
          <p:nvGrpSpPr>
            <p:cNvPr id="72" name="Groupe 71">
              <a:extLst>
                <a:ext uri="{FF2B5EF4-FFF2-40B4-BE49-F238E27FC236}">
                  <a16:creationId xmlns:a16="http://schemas.microsoft.com/office/drawing/2014/main" id="{9BC30B1C-90D5-C2AD-5E16-6DF198C4606E}"/>
                </a:ext>
              </a:extLst>
            </p:cNvPr>
            <p:cNvGrpSpPr/>
            <p:nvPr/>
          </p:nvGrpSpPr>
          <p:grpSpPr>
            <a:xfrm>
              <a:off x="6368897" y="1144355"/>
              <a:ext cx="1257404" cy="861589"/>
              <a:chOff x="3520593" y="1332558"/>
              <a:chExt cx="1257404" cy="861589"/>
            </a:xfrm>
          </p:grpSpPr>
          <p:pic>
            <p:nvPicPr>
              <p:cNvPr id="123" name="Image 122">
                <a:extLst>
                  <a:ext uri="{FF2B5EF4-FFF2-40B4-BE49-F238E27FC236}">
                    <a16:creationId xmlns:a16="http://schemas.microsoft.com/office/drawing/2014/main" id="{1443F99F-BC70-AC63-DF58-AFC4948A5F1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897295" y="1332558"/>
                <a:ext cx="504000" cy="504000"/>
              </a:xfrm>
              <a:prstGeom prst="rect">
                <a:avLst/>
              </a:prstGeom>
            </p:spPr>
          </p:pic>
          <p:sp>
            <p:nvSpPr>
              <p:cNvPr id="124" name="Rectangle à coins arrondis 326">
                <a:extLst>
                  <a:ext uri="{FF2B5EF4-FFF2-40B4-BE49-F238E27FC236}">
                    <a16:creationId xmlns:a16="http://schemas.microsoft.com/office/drawing/2014/main" id="{6BF23F52-CCB1-6B8D-ABF1-20B14F590E6A}"/>
                  </a:ext>
                </a:extLst>
              </p:cNvPr>
              <p:cNvSpPr/>
              <p:nvPr/>
            </p:nvSpPr>
            <p:spPr>
              <a:xfrm>
                <a:off x="3520593" y="1883047"/>
                <a:ext cx="1257404" cy="311100"/>
              </a:xfrm>
              <a:prstGeom prst="roundRect">
                <a:avLst>
                  <a:gd name="adj" fmla="val 50000"/>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3F3F3F"/>
                    </a:solidFill>
                    <a:effectLst/>
                    <a:uLnTx/>
                    <a:uFillTx/>
                    <a:latin typeface="Calibri" panose="020F0502020204030204" pitchFamily="34" charset="0"/>
                    <a:ea typeface="+mn-ea"/>
                    <a:cs typeface="+mn-cs"/>
                  </a:rPr>
                  <a:t>Développeur / Producteur</a:t>
                </a:r>
                <a:endParaRPr kumimoji="0" lang="en-US" sz="1200" b="0" i="0" u="none" strike="noStrike" kern="1200" cap="none" spc="0" normalizeH="0" baseline="0" noProof="0">
                  <a:ln>
                    <a:noFill/>
                  </a:ln>
                  <a:solidFill>
                    <a:srgbClr val="3F3F3F"/>
                  </a:solidFill>
                  <a:effectLst/>
                  <a:uLnTx/>
                  <a:uFillTx/>
                  <a:latin typeface="Calibri" panose="020F0502020204030204" pitchFamily="34" charset="0"/>
                  <a:ea typeface="+mn-ea"/>
                  <a:cs typeface="+mn-cs"/>
                </a:endParaRPr>
              </a:p>
            </p:txBody>
          </p:sp>
        </p:grpSp>
        <p:cxnSp>
          <p:nvCxnSpPr>
            <p:cNvPr id="73" name="Connecteur droit avec flèche 72">
              <a:extLst>
                <a:ext uri="{FF2B5EF4-FFF2-40B4-BE49-F238E27FC236}">
                  <a16:creationId xmlns:a16="http://schemas.microsoft.com/office/drawing/2014/main" id="{159DA45B-5440-74B7-2898-42316202E6AC}"/>
                </a:ext>
              </a:extLst>
            </p:cNvPr>
            <p:cNvCxnSpPr>
              <a:cxnSpLocks/>
            </p:cNvCxnSpPr>
            <p:nvPr/>
          </p:nvCxnSpPr>
          <p:spPr>
            <a:xfrm>
              <a:off x="4274820" y="3882802"/>
              <a:ext cx="536725" cy="0"/>
            </a:xfrm>
            <a:prstGeom prst="straightConnector1">
              <a:avLst/>
            </a:prstGeom>
            <a:ln w="19050">
              <a:headEnd type="triangle" w="lg" len="med"/>
              <a:tailEnd type="triangle" w="lg" len="med"/>
            </a:ln>
          </p:spPr>
          <p:style>
            <a:lnRef idx="1">
              <a:schemeClr val="accent1"/>
            </a:lnRef>
            <a:fillRef idx="0">
              <a:schemeClr val="accent1"/>
            </a:fillRef>
            <a:effectRef idx="0">
              <a:schemeClr val="accent1"/>
            </a:effectRef>
            <a:fontRef idx="minor">
              <a:schemeClr val="tx1"/>
            </a:fontRef>
          </p:style>
        </p:cxnSp>
        <p:pic>
          <p:nvPicPr>
            <p:cNvPr id="74" name="Image 73">
              <a:extLst>
                <a:ext uri="{FF2B5EF4-FFF2-40B4-BE49-F238E27FC236}">
                  <a16:creationId xmlns:a16="http://schemas.microsoft.com/office/drawing/2014/main" id="{D7052E16-37D1-362C-1BAA-A4DC06D2E5F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580622" y="1179429"/>
              <a:ext cx="937043" cy="656257"/>
            </a:xfrm>
            <a:prstGeom prst="rect">
              <a:avLst/>
            </a:prstGeom>
            <a:ln>
              <a:noFill/>
            </a:ln>
            <a:effectLst>
              <a:outerShdw blurRad="50800" dist="38100" dir="2700000" algn="tl" rotWithShape="0">
                <a:prstClr val="black">
                  <a:alpha val="40000"/>
                </a:prstClr>
              </a:outerShdw>
            </a:effectLst>
          </p:spPr>
        </p:pic>
        <p:pic>
          <p:nvPicPr>
            <p:cNvPr id="75" name="Image 74">
              <a:extLst>
                <a:ext uri="{FF2B5EF4-FFF2-40B4-BE49-F238E27FC236}">
                  <a16:creationId xmlns:a16="http://schemas.microsoft.com/office/drawing/2014/main" id="{CB75372E-CFA7-B74C-1F6C-51A15B95902C}"/>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11318690" y="2013575"/>
              <a:ext cx="781042" cy="407500"/>
            </a:xfrm>
            <a:prstGeom prst="rect">
              <a:avLst/>
            </a:prstGeom>
          </p:spPr>
        </p:pic>
        <p:cxnSp>
          <p:nvCxnSpPr>
            <p:cNvPr id="89" name="Connecteur droit avec flèche 88">
              <a:extLst>
                <a:ext uri="{FF2B5EF4-FFF2-40B4-BE49-F238E27FC236}">
                  <a16:creationId xmlns:a16="http://schemas.microsoft.com/office/drawing/2014/main" id="{202DD2B2-9A0F-AA6E-6368-3AF973595CBC}"/>
                </a:ext>
              </a:extLst>
            </p:cNvPr>
            <p:cNvCxnSpPr>
              <a:endCxn id="75" idx="1"/>
            </p:cNvCxnSpPr>
            <p:nvPr/>
          </p:nvCxnSpPr>
          <p:spPr>
            <a:xfrm flipV="1">
              <a:off x="10940987" y="2217325"/>
              <a:ext cx="377703" cy="3329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Connecteur droit avec flèche 89">
              <a:extLst>
                <a:ext uri="{FF2B5EF4-FFF2-40B4-BE49-F238E27FC236}">
                  <a16:creationId xmlns:a16="http://schemas.microsoft.com/office/drawing/2014/main" id="{7C95A14C-E5B8-447B-C822-43EB72E5A3A7}"/>
                </a:ext>
              </a:extLst>
            </p:cNvPr>
            <p:cNvCxnSpPr/>
            <p:nvPr/>
          </p:nvCxnSpPr>
          <p:spPr>
            <a:xfrm flipV="1">
              <a:off x="10652630" y="1835686"/>
              <a:ext cx="216024" cy="5134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Connecteur droit avec flèche 346">
              <a:extLst>
                <a:ext uri="{FF2B5EF4-FFF2-40B4-BE49-F238E27FC236}">
                  <a16:creationId xmlns:a16="http://schemas.microsoft.com/office/drawing/2014/main" id="{03A056F9-8289-D122-9ACD-3C272A4E212A}"/>
                </a:ext>
              </a:extLst>
            </p:cNvPr>
            <p:cNvCxnSpPr>
              <a:endCxn id="102" idx="1"/>
            </p:cNvCxnSpPr>
            <p:nvPr/>
          </p:nvCxnSpPr>
          <p:spPr>
            <a:xfrm flipV="1">
              <a:off x="8940472" y="2861171"/>
              <a:ext cx="1274949" cy="477866"/>
            </a:xfrm>
            <a:prstGeom prst="bentConnector2">
              <a:avLst/>
            </a:prstGeom>
            <a:ln w="19050">
              <a:headEnd type="none" w="lg" len="med"/>
              <a:tailEnd type="triangle" w="lg" len="med"/>
            </a:ln>
          </p:spPr>
          <p:style>
            <a:lnRef idx="1">
              <a:schemeClr val="accent1"/>
            </a:lnRef>
            <a:fillRef idx="0">
              <a:schemeClr val="accent1"/>
            </a:fillRef>
            <a:effectRef idx="0">
              <a:schemeClr val="accent1"/>
            </a:effectRef>
            <a:fontRef idx="minor">
              <a:schemeClr val="tx1"/>
            </a:fontRef>
          </p:style>
        </p:cxnSp>
        <p:sp>
          <p:nvSpPr>
            <p:cNvPr id="93" name="Rectangle à coins arrondis 347">
              <a:extLst>
                <a:ext uri="{FF2B5EF4-FFF2-40B4-BE49-F238E27FC236}">
                  <a16:creationId xmlns:a16="http://schemas.microsoft.com/office/drawing/2014/main" id="{0E1529F9-8030-56DE-AFB1-578809CD03FF}"/>
                </a:ext>
              </a:extLst>
            </p:cNvPr>
            <p:cNvSpPr/>
            <p:nvPr/>
          </p:nvSpPr>
          <p:spPr>
            <a:xfrm>
              <a:off x="10722136" y="3820132"/>
              <a:ext cx="1238486" cy="595271"/>
            </a:xfrm>
            <a:prstGeom prst="roundRect">
              <a:avLst>
                <a:gd name="adj" fmla="val 11265"/>
              </a:avLst>
            </a:prstGeom>
            <a:solidFill>
              <a:schemeClr val="tx1"/>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Arial" panose="020B0604020202020204"/>
                  <a:ea typeface="+mn-ea"/>
                  <a:cs typeface="+mn-cs"/>
                </a:rPr>
                <a:t>SI</a:t>
              </a:r>
            </a:p>
          </p:txBody>
        </p:sp>
        <p:cxnSp>
          <p:nvCxnSpPr>
            <p:cNvPr id="94" name="Connecteur droit avec flèche 346">
              <a:extLst>
                <a:ext uri="{FF2B5EF4-FFF2-40B4-BE49-F238E27FC236}">
                  <a16:creationId xmlns:a16="http://schemas.microsoft.com/office/drawing/2014/main" id="{064030E3-8755-D696-C2E0-2D4B39B90856}"/>
                </a:ext>
              </a:extLst>
            </p:cNvPr>
            <p:cNvCxnSpPr>
              <a:cxnSpLocks/>
              <a:endCxn id="93" idx="1"/>
            </p:cNvCxnSpPr>
            <p:nvPr/>
          </p:nvCxnSpPr>
          <p:spPr>
            <a:xfrm>
              <a:off x="8960198" y="4117768"/>
              <a:ext cx="1761939" cy="0"/>
            </a:xfrm>
            <a:prstGeom prst="straightConnector1">
              <a:avLst/>
            </a:prstGeom>
            <a:ln w="19050">
              <a:headEnd type="none" w="lg" len="med"/>
              <a:tailEnd type="triangle" w="lg" len="med"/>
            </a:ln>
          </p:spPr>
          <p:style>
            <a:lnRef idx="1">
              <a:schemeClr val="accent1"/>
            </a:lnRef>
            <a:fillRef idx="0">
              <a:schemeClr val="accent1"/>
            </a:fillRef>
            <a:effectRef idx="0">
              <a:schemeClr val="accent1"/>
            </a:effectRef>
            <a:fontRef idx="minor">
              <a:schemeClr val="tx1"/>
            </a:fontRef>
          </p:style>
        </p:cxnSp>
        <p:sp>
          <p:nvSpPr>
            <p:cNvPr id="95" name="Rectangle à coins arrondis 356">
              <a:extLst>
                <a:ext uri="{FF2B5EF4-FFF2-40B4-BE49-F238E27FC236}">
                  <a16:creationId xmlns:a16="http://schemas.microsoft.com/office/drawing/2014/main" id="{A51E5133-06F9-B3FC-87C1-B43B69F9B1F6}"/>
                </a:ext>
              </a:extLst>
            </p:cNvPr>
            <p:cNvSpPr/>
            <p:nvPr/>
          </p:nvSpPr>
          <p:spPr>
            <a:xfrm>
              <a:off x="9293606" y="5147993"/>
              <a:ext cx="1238486" cy="595271"/>
            </a:xfrm>
            <a:prstGeom prst="roundRect">
              <a:avLst>
                <a:gd name="adj" fmla="val 12506"/>
              </a:avLst>
            </a:prstGeom>
            <a:solidFill>
              <a:schemeClr val="tx1"/>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prstClr val="white"/>
                  </a:solidFill>
                  <a:effectLst/>
                  <a:uLnTx/>
                  <a:uFillTx/>
                  <a:latin typeface="Arial" panose="020B0604020202020204"/>
                  <a:ea typeface="+mn-ea"/>
                  <a:cs typeface="+mn-cs"/>
                </a:rPr>
                <a:t>Partenaires</a:t>
              </a:r>
            </a:p>
          </p:txBody>
        </p:sp>
        <p:sp>
          <p:nvSpPr>
            <p:cNvPr id="96" name="Rogner un rectangle à un seul coin 127">
              <a:extLst>
                <a:ext uri="{FF2B5EF4-FFF2-40B4-BE49-F238E27FC236}">
                  <a16:creationId xmlns:a16="http://schemas.microsoft.com/office/drawing/2014/main" id="{6253550A-9E82-B208-73C0-0F52CC2D57BC}"/>
                </a:ext>
              </a:extLst>
            </p:cNvPr>
            <p:cNvSpPr/>
            <p:nvPr/>
          </p:nvSpPr>
          <p:spPr>
            <a:xfrm>
              <a:off x="2457656" y="5883846"/>
              <a:ext cx="267943" cy="248067"/>
            </a:xfrm>
            <a:prstGeom prst="snip1Rect">
              <a:avLst>
                <a:gd name="adj" fmla="val 39167"/>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white"/>
                  </a:solidFill>
                  <a:effectLst/>
                  <a:uLnTx/>
                  <a:uFillTx/>
                  <a:latin typeface="Wingdings" pitchFamily="2" charset="2"/>
                  <a:ea typeface="+mn-ea"/>
                  <a:cs typeface="+mn-cs"/>
                </a:rPr>
                <a:t>ü</a:t>
              </a:r>
              <a:endParaRPr kumimoji="0" lang="en-US" sz="1800" b="0" i="0" u="none" strike="noStrike" kern="1200" cap="none" spc="0" normalizeH="0" baseline="0" noProof="0">
                <a:ln>
                  <a:noFill/>
                </a:ln>
                <a:solidFill>
                  <a:prstClr val="white"/>
                </a:solidFill>
                <a:effectLst/>
                <a:uLnTx/>
                <a:uFillTx/>
                <a:latin typeface="Wingdings" pitchFamily="2" charset="2"/>
                <a:ea typeface="+mn-ea"/>
                <a:cs typeface="+mn-cs"/>
              </a:endParaRPr>
            </a:p>
          </p:txBody>
        </p:sp>
        <p:sp>
          <p:nvSpPr>
            <p:cNvPr id="97" name="Flèche gauche 128">
              <a:extLst>
                <a:ext uri="{FF2B5EF4-FFF2-40B4-BE49-F238E27FC236}">
                  <a16:creationId xmlns:a16="http://schemas.microsoft.com/office/drawing/2014/main" id="{0B3A1085-5B25-D4BC-C19E-F46BD3AFACC1}"/>
                </a:ext>
              </a:extLst>
            </p:cNvPr>
            <p:cNvSpPr/>
            <p:nvPr/>
          </p:nvSpPr>
          <p:spPr>
            <a:xfrm rot="18347832">
              <a:off x="2556641" y="5872898"/>
              <a:ext cx="211929" cy="45719"/>
            </a:xfrm>
            <a:prstGeom prst="leftArrow">
              <a:avLst>
                <a:gd name="adj1" fmla="val 100000"/>
                <a:gd name="adj2" fmla="val 50000"/>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98" name="Rectangle 97">
              <a:extLst>
                <a:ext uri="{FF2B5EF4-FFF2-40B4-BE49-F238E27FC236}">
                  <a16:creationId xmlns:a16="http://schemas.microsoft.com/office/drawing/2014/main" id="{1F37AA09-1EC4-0334-DC52-CE307FDA2686}"/>
                </a:ext>
              </a:extLst>
            </p:cNvPr>
            <p:cNvSpPr/>
            <p:nvPr/>
          </p:nvSpPr>
          <p:spPr>
            <a:xfrm>
              <a:off x="2464515" y="4583203"/>
              <a:ext cx="269370" cy="24935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white"/>
                  </a:solidFill>
                  <a:effectLst/>
                  <a:uLnTx/>
                  <a:uFillTx/>
                  <a:latin typeface="Wingdings" pitchFamily="2" charset="2"/>
                  <a:ea typeface="+mn-ea"/>
                  <a:cs typeface="+mn-cs"/>
                </a:rPr>
                <a:t>ü</a:t>
              </a:r>
              <a:endParaRPr kumimoji="0" lang="en-US" sz="1800" b="0" i="0" u="none" strike="noStrike" kern="1200" cap="none" spc="0" normalizeH="0" baseline="0" noProof="0">
                <a:ln>
                  <a:noFill/>
                </a:ln>
                <a:solidFill>
                  <a:prstClr val="white"/>
                </a:solidFill>
                <a:effectLst/>
                <a:uLnTx/>
                <a:uFillTx/>
                <a:latin typeface="Wingdings" pitchFamily="2" charset="2"/>
                <a:ea typeface="+mn-ea"/>
                <a:cs typeface="+mn-cs"/>
              </a:endParaRPr>
            </a:p>
          </p:txBody>
        </p:sp>
        <p:cxnSp>
          <p:nvCxnSpPr>
            <p:cNvPr id="99" name="Connecteur : en angle 98">
              <a:extLst>
                <a:ext uri="{FF2B5EF4-FFF2-40B4-BE49-F238E27FC236}">
                  <a16:creationId xmlns:a16="http://schemas.microsoft.com/office/drawing/2014/main" id="{49483870-68AE-792C-51B3-EA842F8B6029}"/>
                </a:ext>
              </a:extLst>
            </p:cNvPr>
            <p:cNvCxnSpPr>
              <a:cxnSpLocks/>
              <a:stCxn id="95" idx="0"/>
            </p:cNvCxnSpPr>
            <p:nvPr/>
          </p:nvCxnSpPr>
          <p:spPr>
            <a:xfrm rot="16200000" flipV="1">
              <a:off x="9239222" y="4474365"/>
              <a:ext cx="374880" cy="972375"/>
            </a:xfrm>
            <a:prstGeom prst="bentConnector2">
              <a:avLst/>
            </a:prstGeom>
            <a:ln w="19050">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0" name="Connecteur : en angle 99">
              <a:extLst>
                <a:ext uri="{FF2B5EF4-FFF2-40B4-BE49-F238E27FC236}">
                  <a16:creationId xmlns:a16="http://schemas.microsoft.com/office/drawing/2014/main" id="{3C86D2DE-9418-6DF1-28CE-4EF6704A1A73}"/>
                </a:ext>
              </a:extLst>
            </p:cNvPr>
            <p:cNvCxnSpPr>
              <a:cxnSpLocks/>
              <a:endCxn id="95" idx="2"/>
            </p:cNvCxnSpPr>
            <p:nvPr/>
          </p:nvCxnSpPr>
          <p:spPr>
            <a:xfrm rot="10800000">
              <a:off x="9912849" y="5743265"/>
              <a:ext cx="1166236" cy="334999"/>
            </a:xfrm>
            <a:prstGeom prst="bentConnector2">
              <a:avLst/>
            </a:prstGeom>
            <a:ln w="19050">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1" name="Connecteur droit avec flèche 346">
              <a:extLst>
                <a:ext uri="{FF2B5EF4-FFF2-40B4-BE49-F238E27FC236}">
                  <a16:creationId xmlns:a16="http://schemas.microsoft.com/office/drawing/2014/main" id="{C93E5CCB-A35B-8E8A-AD7D-E992D6B712A0}"/>
                </a:ext>
              </a:extLst>
            </p:cNvPr>
            <p:cNvCxnSpPr>
              <a:cxnSpLocks/>
            </p:cNvCxnSpPr>
            <p:nvPr/>
          </p:nvCxnSpPr>
          <p:spPr>
            <a:xfrm>
              <a:off x="8949903" y="4256404"/>
              <a:ext cx="1749544" cy="0"/>
            </a:xfrm>
            <a:prstGeom prst="straightConnector1">
              <a:avLst/>
            </a:prstGeom>
            <a:ln w="19050">
              <a:headEnd type="triangle" w="lg" len="med"/>
              <a:tailEnd type="none" w="lg" len="med"/>
            </a:ln>
          </p:spPr>
          <p:style>
            <a:lnRef idx="1">
              <a:schemeClr val="accent1"/>
            </a:lnRef>
            <a:fillRef idx="0">
              <a:schemeClr val="accent1"/>
            </a:fillRef>
            <a:effectRef idx="0">
              <a:schemeClr val="accent1"/>
            </a:effectRef>
            <a:fontRef idx="minor">
              <a:schemeClr val="tx1"/>
            </a:fontRef>
          </p:style>
        </p:cxnSp>
        <p:sp>
          <p:nvSpPr>
            <p:cNvPr id="102" name="Nuage 101">
              <a:extLst>
                <a:ext uri="{FF2B5EF4-FFF2-40B4-BE49-F238E27FC236}">
                  <a16:creationId xmlns:a16="http://schemas.microsoft.com/office/drawing/2014/main" id="{BE2CEC94-BFAB-793D-78E6-425AC5399069}"/>
                </a:ext>
              </a:extLst>
            </p:cNvPr>
            <p:cNvSpPr/>
            <p:nvPr/>
          </p:nvSpPr>
          <p:spPr>
            <a:xfrm>
              <a:off x="9424687" y="2065374"/>
              <a:ext cx="1581467" cy="796645"/>
            </a:xfrm>
            <a:prstGeom prst="clou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prstClr val="white"/>
                  </a:solidFill>
                  <a:effectLst/>
                  <a:uLnTx/>
                  <a:uFillTx/>
                  <a:latin typeface="Arial" panose="020B0604020202020204"/>
                  <a:ea typeface="+mn-ea"/>
                  <a:cs typeface="+mn-cs"/>
                </a:rPr>
                <a:t>Internet</a:t>
              </a:r>
            </a:p>
          </p:txBody>
        </p:sp>
        <p:grpSp>
          <p:nvGrpSpPr>
            <p:cNvPr id="103" name="Groupe 102">
              <a:extLst>
                <a:ext uri="{FF2B5EF4-FFF2-40B4-BE49-F238E27FC236}">
                  <a16:creationId xmlns:a16="http://schemas.microsoft.com/office/drawing/2014/main" id="{44DDA8A2-CA4B-DB2E-FB2C-E1532E4D6BA8}"/>
                </a:ext>
              </a:extLst>
            </p:cNvPr>
            <p:cNvGrpSpPr/>
            <p:nvPr/>
          </p:nvGrpSpPr>
          <p:grpSpPr>
            <a:xfrm>
              <a:off x="10857728" y="4655337"/>
              <a:ext cx="946715" cy="756575"/>
              <a:chOff x="810230" y="1355881"/>
              <a:chExt cx="946715" cy="756575"/>
            </a:xfrm>
          </p:grpSpPr>
          <p:pic>
            <p:nvPicPr>
              <p:cNvPr id="121" name="Image 120">
                <a:extLst>
                  <a:ext uri="{FF2B5EF4-FFF2-40B4-BE49-F238E27FC236}">
                    <a16:creationId xmlns:a16="http://schemas.microsoft.com/office/drawing/2014/main" id="{BC2FA69A-9CDA-9C5D-61DA-04F58B943C5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31587" y="1355881"/>
                <a:ext cx="504000" cy="504000"/>
              </a:xfrm>
              <a:prstGeom prst="rect">
                <a:avLst/>
              </a:prstGeom>
            </p:spPr>
          </p:pic>
          <p:sp>
            <p:nvSpPr>
              <p:cNvPr id="122" name="Rectangle à coins arrondis 254">
                <a:extLst>
                  <a:ext uri="{FF2B5EF4-FFF2-40B4-BE49-F238E27FC236}">
                    <a16:creationId xmlns:a16="http://schemas.microsoft.com/office/drawing/2014/main" id="{B9BD565A-BBF5-53A9-73F0-1B2E5AE40CDF}"/>
                  </a:ext>
                </a:extLst>
              </p:cNvPr>
              <p:cNvSpPr/>
              <p:nvPr/>
            </p:nvSpPr>
            <p:spPr>
              <a:xfrm>
                <a:off x="810230" y="1801356"/>
                <a:ext cx="946715" cy="311100"/>
              </a:xfrm>
              <a:prstGeom prst="roundRect">
                <a:avLst>
                  <a:gd name="adj" fmla="val 50000"/>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3F3F3F"/>
                    </a:solidFill>
                    <a:effectLst/>
                    <a:uLnTx/>
                    <a:uFillTx/>
                    <a:latin typeface="Calibri" panose="020F0502020204030204" pitchFamily="34" charset="0"/>
                    <a:ea typeface="+mn-ea"/>
                    <a:cs typeface="+mn-cs"/>
                  </a:rPr>
                  <a:t>Clients</a:t>
                </a:r>
                <a:endParaRPr kumimoji="0" lang="en-US" sz="1200" b="0" i="0" u="none" strike="noStrike" kern="1200" cap="none" spc="0" normalizeH="0" baseline="0" noProof="0">
                  <a:ln>
                    <a:noFill/>
                  </a:ln>
                  <a:solidFill>
                    <a:srgbClr val="3F3F3F"/>
                  </a:solidFill>
                  <a:effectLst/>
                  <a:uLnTx/>
                  <a:uFillTx/>
                  <a:latin typeface="Calibri" panose="020F0502020204030204" pitchFamily="34" charset="0"/>
                  <a:ea typeface="+mn-ea"/>
                  <a:cs typeface="+mn-cs"/>
                </a:endParaRPr>
              </a:p>
            </p:txBody>
          </p:sp>
        </p:grpSp>
        <p:grpSp>
          <p:nvGrpSpPr>
            <p:cNvPr id="104" name="Groupe 103">
              <a:extLst>
                <a:ext uri="{FF2B5EF4-FFF2-40B4-BE49-F238E27FC236}">
                  <a16:creationId xmlns:a16="http://schemas.microsoft.com/office/drawing/2014/main" id="{C548729D-8876-F52B-1069-514862340957}"/>
                </a:ext>
              </a:extLst>
            </p:cNvPr>
            <p:cNvGrpSpPr/>
            <p:nvPr/>
          </p:nvGrpSpPr>
          <p:grpSpPr>
            <a:xfrm>
              <a:off x="10699447" y="2886169"/>
              <a:ext cx="1263276" cy="756575"/>
              <a:chOff x="651950" y="1355881"/>
              <a:chExt cx="1263276" cy="756575"/>
            </a:xfrm>
          </p:grpSpPr>
          <p:pic>
            <p:nvPicPr>
              <p:cNvPr id="119" name="Image 118">
                <a:extLst>
                  <a:ext uri="{FF2B5EF4-FFF2-40B4-BE49-F238E27FC236}">
                    <a16:creationId xmlns:a16="http://schemas.microsoft.com/office/drawing/2014/main" id="{F61822B0-2FEB-C49B-BF02-FC402D2ED21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31587" y="1355881"/>
                <a:ext cx="504000" cy="504000"/>
              </a:xfrm>
              <a:prstGeom prst="rect">
                <a:avLst/>
              </a:prstGeom>
            </p:spPr>
          </p:pic>
          <p:sp>
            <p:nvSpPr>
              <p:cNvPr id="120" name="Rectangle à coins arrondis 254">
                <a:extLst>
                  <a:ext uri="{FF2B5EF4-FFF2-40B4-BE49-F238E27FC236}">
                    <a16:creationId xmlns:a16="http://schemas.microsoft.com/office/drawing/2014/main" id="{AD5832D3-6DFE-68AE-F8DE-D560CFF2DDA2}"/>
                  </a:ext>
                </a:extLst>
              </p:cNvPr>
              <p:cNvSpPr/>
              <p:nvPr/>
            </p:nvSpPr>
            <p:spPr>
              <a:xfrm>
                <a:off x="651950" y="1801356"/>
                <a:ext cx="1263276" cy="311100"/>
              </a:xfrm>
              <a:prstGeom prst="roundRect">
                <a:avLst>
                  <a:gd name="adj" fmla="val 50000"/>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3F3F3F"/>
                    </a:solidFill>
                    <a:effectLst/>
                    <a:uLnTx/>
                    <a:uFillTx/>
                    <a:latin typeface="Calibri" panose="020F0502020204030204" pitchFamily="34" charset="0"/>
                    <a:ea typeface="+mn-ea"/>
                    <a:cs typeface="+mn-cs"/>
                  </a:rPr>
                  <a:t>Collaborateurs</a:t>
                </a:r>
                <a:endParaRPr kumimoji="0" lang="en-US" sz="1200" b="0" i="0" u="none" strike="noStrike" kern="1200" cap="none" spc="0" normalizeH="0" baseline="0" noProof="0">
                  <a:ln>
                    <a:noFill/>
                  </a:ln>
                  <a:solidFill>
                    <a:srgbClr val="3F3F3F"/>
                  </a:solidFill>
                  <a:effectLst/>
                  <a:uLnTx/>
                  <a:uFillTx/>
                  <a:latin typeface="Calibri" panose="020F0502020204030204" pitchFamily="34" charset="0"/>
                  <a:ea typeface="+mn-ea"/>
                  <a:cs typeface="+mn-cs"/>
                </a:endParaRPr>
              </a:p>
            </p:txBody>
          </p:sp>
        </p:grpSp>
        <p:cxnSp>
          <p:nvCxnSpPr>
            <p:cNvPr id="105" name="Connecteur droit avec flèche 346">
              <a:extLst>
                <a:ext uri="{FF2B5EF4-FFF2-40B4-BE49-F238E27FC236}">
                  <a16:creationId xmlns:a16="http://schemas.microsoft.com/office/drawing/2014/main" id="{DCCF817F-80B1-F5F5-94F2-90A2FA82AFDD}"/>
                </a:ext>
              </a:extLst>
            </p:cNvPr>
            <p:cNvCxnSpPr>
              <a:cxnSpLocks/>
            </p:cNvCxnSpPr>
            <p:nvPr/>
          </p:nvCxnSpPr>
          <p:spPr>
            <a:xfrm flipV="1">
              <a:off x="11331085" y="3632805"/>
              <a:ext cx="0" cy="177388"/>
            </a:xfrm>
            <a:prstGeom prst="straightConnector1">
              <a:avLst/>
            </a:prstGeom>
            <a:ln w="19050">
              <a:headEnd type="triangl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6" name="Connecteur droit avec flèche 346">
              <a:extLst>
                <a:ext uri="{FF2B5EF4-FFF2-40B4-BE49-F238E27FC236}">
                  <a16:creationId xmlns:a16="http://schemas.microsoft.com/office/drawing/2014/main" id="{5EC2DB5D-A3D7-7D0B-FC6E-3998E4CA1502}"/>
                </a:ext>
              </a:extLst>
            </p:cNvPr>
            <p:cNvCxnSpPr>
              <a:cxnSpLocks/>
              <a:stCxn id="93" idx="2"/>
              <a:endCxn id="121" idx="0"/>
            </p:cNvCxnSpPr>
            <p:nvPr/>
          </p:nvCxnSpPr>
          <p:spPr>
            <a:xfrm flipH="1">
              <a:off x="11331085" y="4415404"/>
              <a:ext cx="10295" cy="239933"/>
            </a:xfrm>
            <a:prstGeom prst="straightConnector1">
              <a:avLst/>
            </a:prstGeom>
            <a:ln w="19050">
              <a:headEnd type="triangl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07" name="Groupe 106">
              <a:extLst>
                <a:ext uri="{FF2B5EF4-FFF2-40B4-BE49-F238E27FC236}">
                  <a16:creationId xmlns:a16="http://schemas.microsoft.com/office/drawing/2014/main" id="{5C74AD0B-4B78-233C-345C-BD6D6612827A}"/>
                </a:ext>
              </a:extLst>
            </p:cNvPr>
            <p:cNvGrpSpPr/>
            <p:nvPr/>
          </p:nvGrpSpPr>
          <p:grpSpPr>
            <a:xfrm>
              <a:off x="4440164" y="5107444"/>
              <a:ext cx="1800201" cy="504000"/>
              <a:chOff x="4412031" y="5776487"/>
              <a:chExt cx="1800201" cy="504000"/>
            </a:xfrm>
          </p:grpSpPr>
          <p:sp>
            <p:nvSpPr>
              <p:cNvPr id="117" name="Rectangle à coins arrondis 233">
                <a:extLst>
                  <a:ext uri="{FF2B5EF4-FFF2-40B4-BE49-F238E27FC236}">
                    <a16:creationId xmlns:a16="http://schemas.microsoft.com/office/drawing/2014/main" id="{22865F16-0915-E8FC-D9F4-0FB9516DD424}"/>
                  </a:ext>
                </a:extLst>
              </p:cNvPr>
              <p:cNvSpPr/>
              <p:nvPr/>
            </p:nvSpPr>
            <p:spPr>
              <a:xfrm>
                <a:off x="4412031" y="5776487"/>
                <a:ext cx="1800201"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Monétisation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Services / Data</a:t>
                </a:r>
              </a:p>
            </p:txBody>
          </p:sp>
          <p:pic>
            <p:nvPicPr>
              <p:cNvPr id="118" name="Image 117">
                <a:extLst>
                  <a:ext uri="{FF2B5EF4-FFF2-40B4-BE49-F238E27FC236}">
                    <a16:creationId xmlns:a16="http://schemas.microsoft.com/office/drawing/2014/main" id="{CA90C848-AA3E-38D0-B28C-9C27EA9798FF}"/>
                  </a:ext>
                </a:extLst>
              </p:cNvPr>
              <p:cNvPicPr>
                <a:picLocks noChangeAspect="1"/>
              </p:cNvPicPr>
              <p:nvPr/>
            </p:nvPicPr>
            <p:blipFill>
              <a:blip r:embed="rId7" cstate="screen">
                <a:clrChange>
                  <a:clrFrom>
                    <a:srgbClr val="FFFFFF"/>
                  </a:clrFrom>
                  <a:clrTo>
                    <a:srgbClr val="FFFFFF">
                      <a:alpha val="0"/>
                    </a:srgbClr>
                  </a:clrTo>
                </a:clrChange>
                <a:biLevel thresh="50000"/>
                <a:extLst>
                  <a:ext uri="{28A0092B-C50C-407E-A947-70E740481C1C}">
                    <a14:useLocalDpi xmlns:a14="http://schemas.microsoft.com/office/drawing/2010/main"/>
                  </a:ext>
                </a:extLst>
              </a:blip>
              <a:stretch>
                <a:fillRect/>
              </a:stretch>
            </p:blipFill>
            <p:spPr>
              <a:xfrm>
                <a:off x="4478129" y="5868430"/>
                <a:ext cx="345155" cy="320115"/>
              </a:xfrm>
              <a:prstGeom prst="rect">
                <a:avLst/>
              </a:prstGeom>
            </p:spPr>
          </p:pic>
        </p:grpSp>
        <p:grpSp>
          <p:nvGrpSpPr>
            <p:cNvPr id="108" name="Groupe 107">
              <a:extLst>
                <a:ext uri="{FF2B5EF4-FFF2-40B4-BE49-F238E27FC236}">
                  <a16:creationId xmlns:a16="http://schemas.microsoft.com/office/drawing/2014/main" id="{213415A3-A813-E725-6C95-64E4E90EF231}"/>
                </a:ext>
              </a:extLst>
            </p:cNvPr>
            <p:cNvGrpSpPr/>
            <p:nvPr/>
          </p:nvGrpSpPr>
          <p:grpSpPr>
            <a:xfrm>
              <a:off x="4945399" y="2504012"/>
              <a:ext cx="3860480" cy="504000"/>
              <a:chOff x="4989412" y="2419463"/>
              <a:chExt cx="3860480" cy="504000"/>
            </a:xfrm>
          </p:grpSpPr>
          <p:grpSp>
            <p:nvGrpSpPr>
              <p:cNvPr id="110" name="Groupe 109">
                <a:extLst>
                  <a:ext uri="{FF2B5EF4-FFF2-40B4-BE49-F238E27FC236}">
                    <a16:creationId xmlns:a16="http://schemas.microsoft.com/office/drawing/2014/main" id="{A11A60CF-13D9-301F-0A35-FE888B42ACD4}"/>
                  </a:ext>
                </a:extLst>
              </p:cNvPr>
              <p:cNvGrpSpPr/>
              <p:nvPr/>
            </p:nvGrpSpPr>
            <p:grpSpPr>
              <a:xfrm>
                <a:off x="4989412" y="2419463"/>
                <a:ext cx="3860480" cy="504000"/>
                <a:chOff x="4989412" y="2420888"/>
                <a:chExt cx="3860480" cy="504000"/>
              </a:xfrm>
            </p:grpSpPr>
            <p:sp>
              <p:nvSpPr>
                <p:cNvPr id="112" name="Rectangle à coins arrondis 309">
                  <a:extLst>
                    <a:ext uri="{FF2B5EF4-FFF2-40B4-BE49-F238E27FC236}">
                      <a16:creationId xmlns:a16="http://schemas.microsoft.com/office/drawing/2014/main" id="{E381FD10-CEC8-7316-180C-7A0C3D7DEDED}"/>
                    </a:ext>
                  </a:extLst>
                </p:cNvPr>
                <p:cNvSpPr/>
                <p:nvPr/>
              </p:nvSpPr>
              <p:spPr>
                <a:xfrm>
                  <a:off x="4989412" y="2420888"/>
                  <a:ext cx="3860480" cy="504000"/>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358775" marR="0" lvl="0" indent="0" algn="l"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3F3F3F"/>
                      </a:solidFill>
                      <a:effectLst/>
                      <a:uLnTx/>
                      <a:uFillTx/>
                      <a:latin typeface="Arial" panose="020B0604020202020204"/>
                      <a:ea typeface="+mn-ea"/>
                      <a:cs typeface="+mn-cs"/>
                    </a:rPr>
                    <a:t>Sécurité</a:t>
                  </a:r>
                </a:p>
              </p:txBody>
            </p:sp>
            <p:grpSp>
              <p:nvGrpSpPr>
                <p:cNvPr id="113" name="Groupe 112">
                  <a:extLst>
                    <a:ext uri="{FF2B5EF4-FFF2-40B4-BE49-F238E27FC236}">
                      <a16:creationId xmlns:a16="http://schemas.microsoft.com/office/drawing/2014/main" id="{9C261883-AD80-1E81-9BA4-EC2FAD31FB8C}"/>
                    </a:ext>
                  </a:extLst>
                </p:cNvPr>
                <p:cNvGrpSpPr>
                  <a:grpSpLocks noChangeAspect="1"/>
                </p:cNvGrpSpPr>
                <p:nvPr/>
              </p:nvGrpSpPr>
              <p:grpSpPr>
                <a:xfrm>
                  <a:off x="5135404" y="2528888"/>
                  <a:ext cx="226113" cy="288000"/>
                  <a:chOff x="10693989" y="1366839"/>
                  <a:chExt cx="197849" cy="252779"/>
                </a:xfrm>
              </p:grpSpPr>
              <p:sp>
                <p:nvSpPr>
                  <p:cNvPr id="114" name="Rectangle 113">
                    <a:extLst>
                      <a:ext uri="{FF2B5EF4-FFF2-40B4-BE49-F238E27FC236}">
                        <a16:creationId xmlns:a16="http://schemas.microsoft.com/office/drawing/2014/main" id="{9F53A1EA-6296-81FE-83A4-1D0B278DA337}"/>
                      </a:ext>
                    </a:extLst>
                  </p:cNvPr>
                  <p:cNvSpPr/>
                  <p:nvPr/>
                </p:nvSpPr>
                <p:spPr>
                  <a:xfrm>
                    <a:off x="10693989" y="1470660"/>
                    <a:ext cx="197849" cy="6167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15" name="Arc plein 114">
                    <a:extLst>
                      <a:ext uri="{FF2B5EF4-FFF2-40B4-BE49-F238E27FC236}">
                        <a16:creationId xmlns:a16="http://schemas.microsoft.com/office/drawing/2014/main" id="{33340A53-F1FA-B998-B60E-C53AD287F315}"/>
                      </a:ext>
                    </a:extLst>
                  </p:cNvPr>
                  <p:cNvSpPr/>
                  <p:nvPr/>
                </p:nvSpPr>
                <p:spPr>
                  <a:xfrm>
                    <a:off x="10719455" y="1366839"/>
                    <a:ext cx="146915" cy="165498"/>
                  </a:xfrm>
                  <a:prstGeom prst="blockArc">
                    <a:avLst>
                      <a:gd name="adj1" fmla="val 10800000"/>
                      <a:gd name="adj2" fmla="val 0"/>
                      <a:gd name="adj3" fmla="val 16896"/>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pitchFamily="34" charset="0"/>
                      <a:ea typeface="+mn-ea"/>
                      <a:cs typeface="+mn-cs"/>
                    </a:endParaRPr>
                  </a:p>
                </p:txBody>
              </p:sp>
              <p:sp>
                <p:nvSpPr>
                  <p:cNvPr id="116" name="Rectangle 115">
                    <a:extLst>
                      <a:ext uri="{FF2B5EF4-FFF2-40B4-BE49-F238E27FC236}">
                        <a16:creationId xmlns:a16="http://schemas.microsoft.com/office/drawing/2014/main" id="{07025F44-910D-E2E8-BFB0-321B662985C9}"/>
                      </a:ext>
                    </a:extLst>
                  </p:cNvPr>
                  <p:cNvSpPr/>
                  <p:nvPr/>
                </p:nvSpPr>
                <p:spPr>
                  <a:xfrm>
                    <a:off x="10693989" y="1557941"/>
                    <a:ext cx="197849" cy="6167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grpSp>
          </p:grpSp>
          <p:sp>
            <p:nvSpPr>
              <p:cNvPr id="111" name="Rectangle : coins arrondis 110">
                <a:extLst>
                  <a:ext uri="{FF2B5EF4-FFF2-40B4-BE49-F238E27FC236}">
                    <a16:creationId xmlns:a16="http://schemas.microsoft.com/office/drawing/2014/main" id="{EAACD3BF-6AF7-6584-B85F-F38B2518FC63}"/>
                  </a:ext>
                </a:extLst>
              </p:cNvPr>
              <p:cNvSpPr/>
              <p:nvPr/>
            </p:nvSpPr>
            <p:spPr>
              <a:xfrm>
                <a:off x="6474997" y="2489019"/>
                <a:ext cx="2225247" cy="358940"/>
              </a:xfrm>
              <a:prstGeom prst="roundRect">
                <a:avLst/>
              </a:prstGeom>
              <a:ln>
                <a:solidFill>
                  <a:schemeClr val="tx1">
                    <a:lumMod val="75000"/>
                    <a:lumOff val="25000"/>
                  </a:schemeClr>
                </a:solidFill>
              </a:ln>
            </p:spPr>
            <p:style>
              <a:lnRef idx="2">
                <a:schemeClr val="accent1"/>
              </a:lnRef>
              <a:fillRef idx="1">
                <a:schemeClr val="lt1"/>
              </a:fillRef>
              <a:effectRef idx="0">
                <a:schemeClr val="accent1"/>
              </a:effectRef>
              <a:fontRef idx="minor">
                <a:schemeClr val="dk1"/>
              </a:fontRef>
            </p:style>
            <p:txBody>
              <a:bodyPr vert="horz"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3F3F3F"/>
                    </a:solidFill>
                    <a:effectLst/>
                    <a:uLnTx/>
                    <a:uFillTx/>
                    <a:latin typeface="Arial" panose="020B0604020202020204"/>
                    <a:ea typeface="+mn-ea"/>
                    <a:cs typeface="+mn-cs"/>
                  </a:rPr>
                  <a:t>OAuth2 / </a:t>
                </a:r>
                <a:r>
                  <a:rPr kumimoji="0" lang="fr-FR" sz="1200" b="0" i="0" u="none" strike="noStrike" kern="1200" cap="none" spc="0" normalizeH="0" baseline="0" noProof="0" err="1">
                    <a:ln>
                      <a:noFill/>
                    </a:ln>
                    <a:solidFill>
                      <a:srgbClr val="3F3F3F"/>
                    </a:solidFill>
                    <a:effectLst/>
                    <a:uLnTx/>
                    <a:uFillTx/>
                    <a:latin typeface="Arial" panose="020B0604020202020204"/>
                    <a:ea typeface="+mn-ea"/>
                    <a:cs typeface="+mn-cs"/>
                  </a:rPr>
                  <a:t>OpenIdConnect</a:t>
                </a:r>
                <a:endParaRPr kumimoji="0" lang="fr-FR" sz="1200" b="0" i="0" u="none" strike="noStrike" kern="1200" cap="none" spc="0" normalizeH="0" baseline="0" noProof="0">
                  <a:ln>
                    <a:noFill/>
                  </a:ln>
                  <a:solidFill>
                    <a:srgbClr val="3F3F3F"/>
                  </a:solidFill>
                  <a:effectLst/>
                  <a:uLnTx/>
                  <a:uFillTx/>
                  <a:latin typeface="Arial" panose="020B0604020202020204"/>
                  <a:ea typeface="+mn-ea"/>
                  <a:cs typeface="+mn-cs"/>
                </a:endParaRPr>
              </a:p>
            </p:txBody>
          </p:sp>
        </p:grpSp>
      </p:grpSp>
      <p:pic>
        <p:nvPicPr>
          <p:cNvPr id="212" name="Image 211">
            <a:extLst>
              <a:ext uri="{FF2B5EF4-FFF2-40B4-BE49-F238E27FC236}">
                <a16:creationId xmlns:a16="http://schemas.microsoft.com/office/drawing/2014/main" id="{A8954A88-F52B-268F-E3B7-3180EB8608D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71886" y="5523603"/>
            <a:ext cx="481341" cy="451004"/>
          </a:xfrm>
          <a:prstGeom prst="rect">
            <a:avLst/>
          </a:prstGeom>
        </p:spPr>
      </p:pic>
      <p:sp>
        <p:nvSpPr>
          <p:cNvPr id="213" name="Rectangle à coins arrondis 254">
            <a:extLst>
              <a:ext uri="{FF2B5EF4-FFF2-40B4-BE49-F238E27FC236}">
                <a16:creationId xmlns:a16="http://schemas.microsoft.com/office/drawing/2014/main" id="{346F3050-0C80-8CF9-3116-411EC0CC52FA}"/>
              </a:ext>
            </a:extLst>
          </p:cNvPr>
          <p:cNvSpPr/>
          <p:nvPr/>
        </p:nvSpPr>
        <p:spPr>
          <a:xfrm>
            <a:off x="10860481" y="5922236"/>
            <a:ext cx="904153" cy="278388"/>
          </a:xfrm>
          <a:prstGeom prst="roundRect">
            <a:avLst>
              <a:gd name="adj" fmla="val 50000"/>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3F3F3F"/>
                </a:solidFill>
                <a:effectLst/>
                <a:uLnTx/>
                <a:uFillTx/>
                <a:latin typeface="Calibri" panose="020F0502020204030204" pitchFamily="34" charset="0"/>
                <a:ea typeface="+mn-ea"/>
                <a:cs typeface="+mn-cs"/>
              </a:rPr>
              <a:t>Clients</a:t>
            </a:r>
            <a:endParaRPr kumimoji="0" lang="en-US" sz="1200" b="0" i="0" u="none" strike="noStrike" kern="1200" cap="none" spc="0" normalizeH="0" baseline="0" noProof="0">
              <a:ln>
                <a:noFill/>
              </a:ln>
              <a:solidFill>
                <a:srgbClr val="3F3F3F"/>
              </a:solidFill>
              <a:effectLst/>
              <a:uLnTx/>
              <a:uFillTx/>
              <a:latin typeface="Calibri" panose="020F0502020204030204" pitchFamily="34" charset="0"/>
              <a:ea typeface="+mn-ea"/>
              <a:cs typeface="+mn-cs"/>
            </a:endParaRPr>
          </a:p>
        </p:txBody>
      </p:sp>
      <p:pic>
        <p:nvPicPr>
          <p:cNvPr id="6" name="Image 5">
            <a:extLst>
              <a:ext uri="{FF2B5EF4-FFF2-40B4-BE49-F238E27FC236}">
                <a16:creationId xmlns:a16="http://schemas.microsoft.com/office/drawing/2014/main" id="{FD2F53EA-7AEB-7F57-F86A-D172BC52CF8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487372" y="1339048"/>
            <a:ext cx="1689100" cy="558800"/>
          </a:xfrm>
          <a:prstGeom prst="rect">
            <a:avLst/>
          </a:prstGeom>
        </p:spPr>
      </p:pic>
      <p:cxnSp>
        <p:nvCxnSpPr>
          <p:cNvPr id="3" name="Connecteur droit avec flèche 2">
            <a:extLst>
              <a:ext uri="{FF2B5EF4-FFF2-40B4-BE49-F238E27FC236}">
                <a16:creationId xmlns:a16="http://schemas.microsoft.com/office/drawing/2014/main" id="{8925DCA4-31B9-9510-C7A7-B57F01934199}"/>
              </a:ext>
            </a:extLst>
          </p:cNvPr>
          <p:cNvCxnSpPr>
            <a:cxnSpLocks/>
          </p:cNvCxnSpPr>
          <p:nvPr/>
        </p:nvCxnSpPr>
        <p:spPr>
          <a:xfrm flipH="1" flipV="1">
            <a:off x="9727170" y="1810723"/>
            <a:ext cx="87014" cy="411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Office 365 : les logiciels bureautiques Microsoft à la carte et sans  engagement">
            <a:extLst>
              <a:ext uri="{FF2B5EF4-FFF2-40B4-BE49-F238E27FC236}">
                <a16:creationId xmlns:a16="http://schemas.microsoft.com/office/drawing/2014/main" id="{BFCB4DED-BBAF-A973-71B5-F85DD91ACAA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07342" y="809533"/>
            <a:ext cx="762609" cy="484257"/>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necteur droit avec flèche 6">
            <a:extLst>
              <a:ext uri="{FF2B5EF4-FFF2-40B4-BE49-F238E27FC236}">
                <a16:creationId xmlns:a16="http://schemas.microsoft.com/office/drawing/2014/main" id="{5B2E6884-5E44-F6CC-0CDD-70460A9FD141}"/>
              </a:ext>
            </a:extLst>
          </p:cNvPr>
          <p:cNvCxnSpPr>
            <a:cxnSpLocks/>
            <a:stCxn id="102" idx="3"/>
            <a:endCxn id="1026" idx="2"/>
          </p:cNvCxnSpPr>
          <p:nvPr/>
        </p:nvCxnSpPr>
        <p:spPr>
          <a:xfrm flipV="1">
            <a:off x="10069223" y="1293790"/>
            <a:ext cx="219424" cy="8902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44050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L’API Management</a:t>
            </a:r>
          </a:p>
        </p:txBody>
      </p:sp>
      <p:grpSp>
        <p:nvGrpSpPr>
          <p:cNvPr id="47" name="Groupe 46">
            <a:extLst>
              <a:ext uri="{FF2B5EF4-FFF2-40B4-BE49-F238E27FC236}">
                <a16:creationId xmlns:a16="http://schemas.microsoft.com/office/drawing/2014/main" id="{991064A7-E75F-A1C1-AD4A-8B811C7B69B7}"/>
              </a:ext>
            </a:extLst>
          </p:cNvPr>
          <p:cNvGrpSpPr/>
          <p:nvPr>
            <p:custDataLst>
              <p:tags r:id="rId1"/>
            </p:custDataLst>
          </p:nvPr>
        </p:nvGrpSpPr>
        <p:grpSpPr>
          <a:xfrm>
            <a:off x="-203245" y="2129967"/>
            <a:ext cx="3147148" cy="4076700"/>
            <a:chOff x="-352825" y="1628800"/>
            <a:chExt cx="3147148" cy="4076700"/>
          </a:xfrm>
        </p:grpSpPr>
        <p:pic>
          <p:nvPicPr>
            <p:cNvPr id="48" name="Image 47">
              <a:extLst>
                <a:ext uri="{FF2B5EF4-FFF2-40B4-BE49-F238E27FC236}">
                  <a16:creationId xmlns:a16="http://schemas.microsoft.com/office/drawing/2014/main" id="{03C88ADB-66A1-5C5D-875D-E0AA479CAEFB}"/>
                </a:ext>
              </a:extLst>
            </p:cNvPr>
            <p:cNvPicPr>
              <a:picLocks noChangeAspect="1"/>
            </p:cNvPicPr>
            <p:nvPr/>
          </p:nvPicPr>
          <p:blipFill>
            <a:blip r:embed="rId7">
              <a:clrChange>
                <a:clrFrom>
                  <a:srgbClr val="FFFFFF"/>
                </a:clrFrom>
                <a:clrTo>
                  <a:srgbClr val="FFFFFF">
                    <a:alpha val="0"/>
                  </a:srgbClr>
                </a:clrTo>
              </a:clrChange>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1127448" y="1628800"/>
              <a:ext cx="1666875" cy="4076700"/>
            </a:xfrm>
            <a:prstGeom prst="rect">
              <a:avLst/>
            </a:prstGeom>
          </p:spPr>
        </p:pic>
        <p:sp>
          <p:nvSpPr>
            <p:cNvPr id="49" name="ZoneTexte 48">
              <a:extLst>
                <a:ext uri="{FF2B5EF4-FFF2-40B4-BE49-F238E27FC236}">
                  <a16:creationId xmlns:a16="http://schemas.microsoft.com/office/drawing/2014/main" id="{A20FBD53-09F9-F20C-7343-BB4B5F280284}"/>
                </a:ext>
              </a:extLst>
            </p:cNvPr>
            <p:cNvSpPr txBox="1"/>
            <p:nvPr/>
          </p:nvSpPr>
          <p:spPr>
            <a:xfrm>
              <a:off x="-245301" y="3417980"/>
              <a:ext cx="1381667" cy="261610"/>
            </a:xfrm>
            <a:prstGeom prst="rect">
              <a:avLst/>
            </a:prstGeom>
            <a:noFill/>
          </p:spPr>
          <p:txBody>
            <a:bodyPr wrap="square" rtlCol="0">
              <a:spAutoFit/>
            </a:bodyPr>
            <a:lstStyle/>
            <a:p>
              <a:pPr algn="r"/>
              <a:r>
                <a:rPr lang="fr-FR" sz="1100" b="1">
                  <a:latin typeface="+mj-lt"/>
                  <a:ea typeface="Roboto Light" panose="02000000000000000000" pitchFamily="2" charset="0"/>
                </a:rPr>
                <a:t>AEC</a:t>
              </a:r>
            </a:p>
          </p:txBody>
        </p:sp>
        <p:sp>
          <p:nvSpPr>
            <p:cNvPr id="50" name="ZoneTexte 49">
              <a:extLst>
                <a:ext uri="{FF2B5EF4-FFF2-40B4-BE49-F238E27FC236}">
                  <a16:creationId xmlns:a16="http://schemas.microsoft.com/office/drawing/2014/main" id="{10859DF4-64C7-2730-694B-D85737D110A6}"/>
                </a:ext>
              </a:extLst>
            </p:cNvPr>
            <p:cNvSpPr txBox="1"/>
            <p:nvPr/>
          </p:nvSpPr>
          <p:spPr>
            <a:xfrm>
              <a:off x="-352713" y="3934523"/>
              <a:ext cx="1489079" cy="430887"/>
            </a:xfrm>
            <a:prstGeom prst="rect">
              <a:avLst/>
            </a:prstGeom>
            <a:noFill/>
          </p:spPr>
          <p:txBody>
            <a:bodyPr wrap="square" rtlCol="0">
              <a:spAutoFit/>
            </a:bodyPr>
            <a:lstStyle/>
            <a:p>
              <a:pPr algn="r"/>
              <a:r>
                <a:rPr lang="fr-FR" sz="1100" b="1">
                  <a:latin typeface="+mj-lt"/>
                  <a:ea typeface="Roboto Light" panose="02000000000000000000" pitchFamily="2" charset="0"/>
                </a:rPr>
                <a:t>Smartphones, tablettes</a:t>
              </a:r>
            </a:p>
          </p:txBody>
        </p:sp>
        <p:sp>
          <p:nvSpPr>
            <p:cNvPr id="51" name="ZoneTexte 50">
              <a:extLst>
                <a:ext uri="{FF2B5EF4-FFF2-40B4-BE49-F238E27FC236}">
                  <a16:creationId xmlns:a16="http://schemas.microsoft.com/office/drawing/2014/main" id="{D4F563D6-89A6-7EE0-4389-5126313278C7}"/>
                </a:ext>
              </a:extLst>
            </p:cNvPr>
            <p:cNvSpPr txBox="1"/>
            <p:nvPr/>
          </p:nvSpPr>
          <p:spPr>
            <a:xfrm>
              <a:off x="-245301" y="1676475"/>
              <a:ext cx="1381667" cy="261610"/>
            </a:xfrm>
            <a:prstGeom prst="rect">
              <a:avLst/>
            </a:prstGeom>
            <a:noFill/>
          </p:spPr>
          <p:txBody>
            <a:bodyPr wrap="square" rtlCol="0">
              <a:spAutoFit/>
            </a:bodyPr>
            <a:lstStyle/>
            <a:p>
              <a:pPr algn="r"/>
              <a:r>
                <a:rPr lang="fr-FR" sz="1100" b="1">
                  <a:latin typeface="+mj-lt"/>
                  <a:ea typeface="Roboto Light" panose="02000000000000000000" pitchFamily="2" charset="0"/>
                </a:rPr>
                <a:t>Grue</a:t>
              </a:r>
            </a:p>
          </p:txBody>
        </p:sp>
        <p:sp>
          <p:nvSpPr>
            <p:cNvPr id="52" name="ZoneTexte 51">
              <a:extLst>
                <a:ext uri="{FF2B5EF4-FFF2-40B4-BE49-F238E27FC236}">
                  <a16:creationId xmlns:a16="http://schemas.microsoft.com/office/drawing/2014/main" id="{E71AB895-AE5B-68EE-617D-87B1935B3292}"/>
                </a:ext>
              </a:extLst>
            </p:cNvPr>
            <p:cNvSpPr txBox="1"/>
            <p:nvPr/>
          </p:nvSpPr>
          <p:spPr>
            <a:xfrm>
              <a:off x="-349169" y="4888875"/>
              <a:ext cx="1485535" cy="430887"/>
            </a:xfrm>
            <a:prstGeom prst="rect">
              <a:avLst/>
            </a:prstGeom>
            <a:noFill/>
          </p:spPr>
          <p:txBody>
            <a:bodyPr wrap="square" rtlCol="0">
              <a:spAutoFit/>
            </a:bodyPr>
            <a:lstStyle/>
            <a:p>
              <a:pPr algn="r"/>
              <a:r>
                <a:rPr lang="fr-FR" sz="1100" b="1">
                  <a:latin typeface="+mj-lt"/>
                  <a:ea typeface="Roboto Light" panose="02000000000000000000" pitchFamily="2" charset="0"/>
                </a:rPr>
                <a:t>Équipements connectés</a:t>
              </a:r>
            </a:p>
          </p:txBody>
        </p:sp>
        <p:sp>
          <p:nvSpPr>
            <p:cNvPr id="53" name="ZoneTexte 52">
              <a:extLst>
                <a:ext uri="{FF2B5EF4-FFF2-40B4-BE49-F238E27FC236}">
                  <a16:creationId xmlns:a16="http://schemas.microsoft.com/office/drawing/2014/main" id="{E0B8C7AF-123A-A432-AA0C-6410FE763325}"/>
                </a:ext>
              </a:extLst>
            </p:cNvPr>
            <p:cNvSpPr txBox="1"/>
            <p:nvPr/>
          </p:nvSpPr>
          <p:spPr>
            <a:xfrm>
              <a:off x="-352825" y="2718694"/>
              <a:ext cx="1489191" cy="261610"/>
            </a:xfrm>
            <a:prstGeom prst="rect">
              <a:avLst/>
            </a:prstGeom>
            <a:noFill/>
          </p:spPr>
          <p:txBody>
            <a:bodyPr wrap="square" rtlCol="0">
              <a:spAutoFit/>
            </a:bodyPr>
            <a:lstStyle/>
            <a:p>
              <a:pPr algn="r"/>
              <a:r>
                <a:rPr lang="fr-FR" sz="1100" b="1">
                  <a:latin typeface="+mj-lt"/>
                  <a:ea typeface="Roboto Light" panose="02000000000000000000" pitchFamily="2" charset="0"/>
                </a:rPr>
                <a:t>Scan béton</a:t>
              </a:r>
            </a:p>
          </p:txBody>
        </p:sp>
      </p:grpSp>
      <p:grpSp>
        <p:nvGrpSpPr>
          <p:cNvPr id="54" name="Groupe 53">
            <a:extLst>
              <a:ext uri="{FF2B5EF4-FFF2-40B4-BE49-F238E27FC236}">
                <a16:creationId xmlns:a16="http://schemas.microsoft.com/office/drawing/2014/main" id="{F066D390-8085-2FB9-C721-39AD897477F0}"/>
              </a:ext>
            </a:extLst>
          </p:cNvPr>
          <p:cNvGrpSpPr/>
          <p:nvPr>
            <p:custDataLst>
              <p:tags r:id="rId2"/>
            </p:custDataLst>
          </p:nvPr>
        </p:nvGrpSpPr>
        <p:grpSpPr>
          <a:xfrm>
            <a:off x="3029311" y="1869215"/>
            <a:ext cx="5704408" cy="3096344"/>
            <a:chOff x="2623840" y="1916832"/>
            <a:chExt cx="5704408" cy="3096344"/>
          </a:xfrm>
        </p:grpSpPr>
        <p:sp>
          <p:nvSpPr>
            <p:cNvPr id="55" name="Rectangle à coins arrondis 17">
              <a:extLst>
                <a:ext uri="{FF2B5EF4-FFF2-40B4-BE49-F238E27FC236}">
                  <a16:creationId xmlns:a16="http://schemas.microsoft.com/office/drawing/2014/main" id="{6DFE3F90-FFD3-3534-46A5-DD4367D5C59C}"/>
                </a:ext>
              </a:extLst>
            </p:cNvPr>
            <p:cNvSpPr/>
            <p:nvPr/>
          </p:nvSpPr>
          <p:spPr>
            <a:xfrm>
              <a:off x="2866331" y="1916832"/>
              <a:ext cx="5461917" cy="3096344"/>
            </a:xfrm>
            <a:prstGeom prst="roundRect">
              <a:avLst>
                <a:gd name="adj" fmla="val 4101"/>
              </a:avLst>
            </a:prstGeom>
            <a:solidFill>
              <a:schemeClr val="bg1">
                <a:lumMod val="75000"/>
              </a:schemeClr>
            </a:solidFill>
            <a:ln w="317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fr-FR" sz="1400" b="1">
                  <a:solidFill>
                    <a:schemeClr val="bg1"/>
                  </a:solidFill>
                </a:rPr>
                <a:t>API Gateway</a:t>
              </a:r>
            </a:p>
          </p:txBody>
        </p:sp>
        <p:cxnSp>
          <p:nvCxnSpPr>
            <p:cNvPr id="56" name="Connecteur droit avec flèche 55">
              <a:extLst>
                <a:ext uri="{FF2B5EF4-FFF2-40B4-BE49-F238E27FC236}">
                  <a16:creationId xmlns:a16="http://schemas.microsoft.com/office/drawing/2014/main" id="{0D3EB020-6AD8-F875-A7B0-D8ACF7EE7E09}"/>
                </a:ext>
              </a:extLst>
            </p:cNvPr>
            <p:cNvCxnSpPr/>
            <p:nvPr/>
          </p:nvCxnSpPr>
          <p:spPr>
            <a:xfrm>
              <a:off x="3108821" y="3320988"/>
              <a:ext cx="394891" cy="0"/>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57" name="Rectangle à coins arrondis 19">
              <a:extLst>
                <a:ext uri="{FF2B5EF4-FFF2-40B4-BE49-F238E27FC236}">
                  <a16:creationId xmlns:a16="http://schemas.microsoft.com/office/drawing/2014/main" id="{9D845255-01E3-2363-79C3-1F7456B89317}"/>
                </a:ext>
              </a:extLst>
            </p:cNvPr>
            <p:cNvSpPr/>
            <p:nvPr/>
          </p:nvSpPr>
          <p:spPr>
            <a:xfrm>
              <a:off x="2623840" y="2749116"/>
              <a:ext cx="484981" cy="1647800"/>
            </a:xfrm>
            <a:prstGeom prst="roundRect">
              <a:avLst>
                <a:gd name="adj" fmla="val 11691"/>
              </a:avLst>
            </a:prstGeom>
            <a:solidFill>
              <a:schemeClr val="bg1"/>
            </a:solidFill>
            <a:ln w="19050">
              <a:solidFill>
                <a:srgbClr val="9CA8A8"/>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fr-FR" sz="1200">
                  <a:solidFill>
                    <a:schemeClr val="tx1"/>
                  </a:solidFill>
                </a:rPr>
                <a:t>Exposition d’API</a:t>
              </a:r>
            </a:p>
          </p:txBody>
        </p:sp>
        <p:sp>
          <p:nvSpPr>
            <p:cNvPr id="58" name="Rectangle à coins arrondis 20">
              <a:extLst>
                <a:ext uri="{FF2B5EF4-FFF2-40B4-BE49-F238E27FC236}">
                  <a16:creationId xmlns:a16="http://schemas.microsoft.com/office/drawing/2014/main" id="{42EA4299-F198-F7C5-72E4-72DA67F29F08}"/>
                </a:ext>
              </a:extLst>
            </p:cNvPr>
            <p:cNvSpPr/>
            <p:nvPr/>
          </p:nvSpPr>
          <p:spPr>
            <a:xfrm>
              <a:off x="3503712" y="3068960"/>
              <a:ext cx="1320961" cy="504056"/>
            </a:xfrm>
            <a:prstGeom prst="roundRect">
              <a:avLst>
                <a:gd name="adj" fmla="val 11691"/>
              </a:avLst>
            </a:prstGeom>
            <a:solidFill>
              <a:schemeClr val="bg1"/>
            </a:solidFill>
            <a:ln w="19050">
              <a:solidFill>
                <a:srgbClr val="9CA8A8"/>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fr-FR" sz="1200">
                  <a:solidFill>
                    <a:schemeClr val="tx1"/>
                  </a:solidFill>
                </a:rPr>
                <a:t>Application des contrats</a:t>
              </a:r>
            </a:p>
          </p:txBody>
        </p:sp>
        <p:sp>
          <p:nvSpPr>
            <p:cNvPr id="59" name="Rectangle à coins arrondis 21">
              <a:extLst>
                <a:ext uri="{FF2B5EF4-FFF2-40B4-BE49-F238E27FC236}">
                  <a16:creationId xmlns:a16="http://schemas.microsoft.com/office/drawing/2014/main" id="{F42E4B34-249A-07C3-6DD1-40E25B4A0837}"/>
                </a:ext>
              </a:extLst>
            </p:cNvPr>
            <p:cNvSpPr/>
            <p:nvPr/>
          </p:nvSpPr>
          <p:spPr>
            <a:xfrm>
              <a:off x="7223311" y="2893535"/>
              <a:ext cx="528873" cy="1543979"/>
            </a:xfrm>
            <a:prstGeom prst="roundRect">
              <a:avLst>
                <a:gd name="adj" fmla="val 11691"/>
              </a:avLst>
            </a:prstGeom>
            <a:solidFill>
              <a:schemeClr val="bg1"/>
            </a:solidFill>
            <a:ln w="19050">
              <a:solidFill>
                <a:srgbClr val="9CA8A8"/>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fr-FR" sz="1200">
                  <a:solidFill>
                    <a:schemeClr val="tx1"/>
                  </a:solidFill>
                </a:rPr>
                <a:t>Optimisation</a:t>
              </a:r>
            </a:p>
          </p:txBody>
        </p:sp>
        <p:pic>
          <p:nvPicPr>
            <p:cNvPr id="60" name="Image 59">
              <a:extLst>
                <a:ext uri="{FF2B5EF4-FFF2-40B4-BE49-F238E27FC236}">
                  <a16:creationId xmlns:a16="http://schemas.microsoft.com/office/drawing/2014/main" id="{83B87904-8542-F2A6-6320-AEED1A40FA82}"/>
                </a:ext>
              </a:extLst>
            </p:cNvPr>
            <p:cNvPicPr>
              <a:picLocks noChangeAspect="1"/>
            </p:cNvPicPr>
            <p:nvPr/>
          </p:nvPicPr>
          <p:blipFill>
            <a:blip r:embed="rId8" cstate="email">
              <a:duotone>
                <a:prstClr val="black"/>
                <a:schemeClr val="accent6">
                  <a:tint val="45000"/>
                  <a:satMod val="400000"/>
                </a:schemeClr>
              </a:duotone>
              <a:extLst>
                <a:ext uri="{28A0092B-C50C-407E-A947-70E740481C1C}">
                  <a14:useLocalDpi xmlns:a14="http://schemas.microsoft.com/office/drawing/2010/main"/>
                </a:ext>
              </a:extLst>
            </a:blip>
            <a:stretch>
              <a:fillRect/>
            </a:stretch>
          </p:blipFill>
          <p:spPr>
            <a:xfrm>
              <a:off x="5143941" y="2681212"/>
              <a:ext cx="1643976" cy="1713529"/>
            </a:xfrm>
            <a:prstGeom prst="rect">
              <a:avLst/>
            </a:prstGeom>
          </p:spPr>
        </p:pic>
        <p:sp>
          <p:nvSpPr>
            <p:cNvPr id="61" name="Rectangle à coins arrondis 22">
              <a:extLst>
                <a:ext uri="{FF2B5EF4-FFF2-40B4-BE49-F238E27FC236}">
                  <a16:creationId xmlns:a16="http://schemas.microsoft.com/office/drawing/2014/main" id="{79DD0F78-B7DA-1257-45B4-8C1AFA1FA167}"/>
                </a:ext>
              </a:extLst>
            </p:cNvPr>
            <p:cNvSpPr/>
            <p:nvPr/>
          </p:nvSpPr>
          <p:spPr>
            <a:xfrm>
              <a:off x="5257174" y="3358108"/>
              <a:ext cx="1320961" cy="504056"/>
            </a:xfrm>
            <a:prstGeom prst="roundRect">
              <a:avLst>
                <a:gd name="adj" fmla="val 11691"/>
              </a:avLst>
            </a:prstGeom>
            <a:solidFill>
              <a:schemeClr val="bg1"/>
            </a:solidFill>
            <a:ln w="19050">
              <a:solidFill>
                <a:srgbClr val="9CA8A8"/>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fr-FR" sz="1200">
                  <a:solidFill>
                    <a:schemeClr val="tx1"/>
                  </a:solidFill>
                </a:rPr>
                <a:t>Transformation</a:t>
              </a:r>
            </a:p>
            <a:p>
              <a:pPr algn="ctr"/>
              <a:r>
                <a:rPr lang="fr-FR" sz="1200">
                  <a:solidFill>
                    <a:schemeClr val="tx1"/>
                  </a:solidFill>
                </a:rPr>
                <a:t>Médiation</a:t>
              </a:r>
            </a:p>
          </p:txBody>
        </p:sp>
        <p:sp>
          <p:nvSpPr>
            <p:cNvPr id="62" name="Rectangle à coins arrondis 23">
              <a:extLst>
                <a:ext uri="{FF2B5EF4-FFF2-40B4-BE49-F238E27FC236}">
                  <a16:creationId xmlns:a16="http://schemas.microsoft.com/office/drawing/2014/main" id="{D19785B4-9270-A5FF-5381-5E76ADE9CC15}"/>
                </a:ext>
              </a:extLst>
            </p:cNvPr>
            <p:cNvSpPr/>
            <p:nvPr/>
          </p:nvSpPr>
          <p:spPr>
            <a:xfrm>
              <a:off x="3351312" y="4571892"/>
              <a:ext cx="4719561" cy="336345"/>
            </a:xfrm>
            <a:prstGeom prst="roundRect">
              <a:avLst>
                <a:gd name="adj" fmla="val 19929"/>
              </a:avLst>
            </a:prstGeom>
            <a:solidFill>
              <a:schemeClr val="bg1"/>
            </a:solidFill>
            <a:ln w="19050">
              <a:solidFill>
                <a:srgbClr val="9CA8A8"/>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fr-FR" sz="1200">
                  <a:solidFill>
                    <a:schemeClr val="tx1"/>
                  </a:solidFill>
                </a:rPr>
                <a:t>Sécurité</a:t>
              </a:r>
            </a:p>
          </p:txBody>
        </p:sp>
        <p:sp>
          <p:nvSpPr>
            <p:cNvPr id="63" name="Rectangle à coins arrondis 24">
              <a:extLst>
                <a:ext uri="{FF2B5EF4-FFF2-40B4-BE49-F238E27FC236}">
                  <a16:creationId xmlns:a16="http://schemas.microsoft.com/office/drawing/2014/main" id="{EFC1276A-8F89-303E-AFA2-2DDC64E46FDA}"/>
                </a:ext>
              </a:extLst>
            </p:cNvPr>
            <p:cNvSpPr/>
            <p:nvPr/>
          </p:nvSpPr>
          <p:spPr>
            <a:xfrm>
              <a:off x="3351312" y="2285832"/>
              <a:ext cx="4719561" cy="336345"/>
            </a:xfrm>
            <a:prstGeom prst="roundRect">
              <a:avLst>
                <a:gd name="adj" fmla="val 17183"/>
              </a:avLst>
            </a:prstGeom>
            <a:solidFill>
              <a:schemeClr val="bg1"/>
            </a:solidFill>
            <a:ln w="19050">
              <a:solidFill>
                <a:srgbClr val="9CA8A8"/>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fr-FR" sz="1200">
                  <a:solidFill>
                    <a:schemeClr val="tx1"/>
                  </a:solidFill>
                </a:rPr>
                <a:t>Monitoring</a:t>
              </a:r>
            </a:p>
          </p:txBody>
        </p:sp>
        <p:cxnSp>
          <p:nvCxnSpPr>
            <p:cNvPr id="64" name="Connecteur droit avec flèche 63">
              <a:extLst>
                <a:ext uri="{FF2B5EF4-FFF2-40B4-BE49-F238E27FC236}">
                  <a16:creationId xmlns:a16="http://schemas.microsoft.com/office/drawing/2014/main" id="{3D201188-DCD3-9C4F-69F5-FA8DCCD7880B}"/>
                </a:ext>
              </a:extLst>
            </p:cNvPr>
            <p:cNvCxnSpPr>
              <a:stCxn id="58" idx="3"/>
            </p:cNvCxnSpPr>
            <p:nvPr/>
          </p:nvCxnSpPr>
          <p:spPr>
            <a:xfrm>
              <a:off x="4824673" y="3320988"/>
              <a:ext cx="335223" cy="0"/>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5" name="Connecteur droit avec flèche 64">
              <a:extLst>
                <a:ext uri="{FF2B5EF4-FFF2-40B4-BE49-F238E27FC236}">
                  <a16:creationId xmlns:a16="http://schemas.microsoft.com/office/drawing/2014/main" id="{A29B17CE-0E7E-43B1-4A93-E265A77EF2D4}"/>
                </a:ext>
              </a:extLst>
            </p:cNvPr>
            <p:cNvCxnSpPr/>
            <p:nvPr/>
          </p:nvCxnSpPr>
          <p:spPr>
            <a:xfrm>
              <a:off x="6672064" y="3314478"/>
              <a:ext cx="551247" cy="0"/>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6" name="Connecteur droit avec flèche 65">
              <a:extLst>
                <a:ext uri="{FF2B5EF4-FFF2-40B4-BE49-F238E27FC236}">
                  <a16:creationId xmlns:a16="http://schemas.microsoft.com/office/drawing/2014/main" id="{E530784D-22B9-2C73-FBB8-3574D1FD2184}"/>
                </a:ext>
              </a:extLst>
            </p:cNvPr>
            <p:cNvCxnSpPr/>
            <p:nvPr/>
          </p:nvCxnSpPr>
          <p:spPr>
            <a:xfrm flipV="1">
              <a:off x="7752183" y="3314478"/>
              <a:ext cx="576065" cy="3095"/>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7" name="Connecteur droit avec flèche 66">
              <a:extLst>
                <a:ext uri="{FF2B5EF4-FFF2-40B4-BE49-F238E27FC236}">
                  <a16:creationId xmlns:a16="http://schemas.microsoft.com/office/drawing/2014/main" id="{2B960E2F-21B7-3E1E-A286-5AF74CD10F9B}"/>
                </a:ext>
              </a:extLst>
            </p:cNvPr>
            <p:cNvCxnSpPr/>
            <p:nvPr/>
          </p:nvCxnSpPr>
          <p:spPr>
            <a:xfrm flipH="1">
              <a:off x="6672064" y="3877220"/>
              <a:ext cx="536276" cy="0"/>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8" name="Connecteur droit avec flèche 67">
              <a:extLst>
                <a:ext uri="{FF2B5EF4-FFF2-40B4-BE49-F238E27FC236}">
                  <a16:creationId xmlns:a16="http://schemas.microsoft.com/office/drawing/2014/main" id="{8C03E5E9-9377-8052-505A-D733FCDE280B}"/>
                </a:ext>
              </a:extLst>
            </p:cNvPr>
            <p:cNvCxnSpPr/>
            <p:nvPr/>
          </p:nvCxnSpPr>
          <p:spPr>
            <a:xfrm flipH="1" flipV="1">
              <a:off x="3108821" y="3877220"/>
              <a:ext cx="2031998" cy="15239"/>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9" name="Connecteur droit avec flèche 68">
              <a:extLst>
                <a:ext uri="{FF2B5EF4-FFF2-40B4-BE49-F238E27FC236}">
                  <a16:creationId xmlns:a16="http://schemas.microsoft.com/office/drawing/2014/main" id="{A0098A9D-631E-0FC3-C311-53948A4B8DAD}"/>
                </a:ext>
              </a:extLst>
            </p:cNvPr>
            <p:cNvCxnSpPr/>
            <p:nvPr/>
          </p:nvCxnSpPr>
          <p:spPr>
            <a:xfrm flipH="1" flipV="1">
              <a:off x="7752184" y="3870724"/>
              <a:ext cx="576064" cy="1"/>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70" name="Groupe 69">
            <a:extLst>
              <a:ext uri="{FF2B5EF4-FFF2-40B4-BE49-F238E27FC236}">
                <a16:creationId xmlns:a16="http://schemas.microsoft.com/office/drawing/2014/main" id="{1057D4F5-0715-09C6-7D86-94143939B98E}"/>
              </a:ext>
            </a:extLst>
          </p:cNvPr>
          <p:cNvGrpSpPr/>
          <p:nvPr>
            <p:custDataLst>
              <p:tags r:id="rId3"/>
            </p:custDataLst>
          </p:nvPr>
        </p:nvGrpSpPr>
        <p:grpSpPr>
          <a:xfrm>
            <a:off x="8496300" y="2129967"/>
            <a:ext cx="3695700" cy="4076700"/>
            <a:chOff x="7464152" y="1628800"/>
            <a:chExt cx="3695700" cy="4076700"/>
          </a:xfrm>
        </p:grpSpPr>
        <p:pic>
          <p:nvPicPr>
            <p:cNvPr id="71" name="Image 70">
              <a:extLst>
                <a:ext uri="{FF2B5EF4-FFF2-40B4-BE49-F238E27FC236}">
                  <a16:creationId xmlns:a16="http://schemas.microsoft.com/office/drawing/2014/main" id="{3BD06340-9AE1-839C-D7EA-44FE83CFEA0A}"/>
                </a:ext>
              </a:extLst>
            </p:cNvPr>
            <p:cNvPicPr>
              <a:picLocks noChangeAspect="1"/>
            </p:cNvPicPr>
            <p:nvPr/>
          </p:nvPicPr>
          <p:blipFill>
            <a:blip r:embed="rId9">
              <a:clrChange>
                <a:clrFrom>
                  <a:srgbClr val="FFFFFF"/>
                </a:clrFrom>
                <a:clrTo>
                  <a:srgbClr val="FFFFFF">
                    <a:alpha val="0"/>
                  </a:srgbClr>
                </a:clrTo>
              </a:clrChange>
              <a:duotone>
                <a:schemeClr val="accent6">
                  <a:shade val="45000"/>
                  <a:satMod val="135000"/>
                </a:schemeClr>
                <a:prstClr val="white"/>
              </a:duotone>
              <a:extLst>
                <a:ext uri="{28A0092B-C50C-407E-A947-70E740481C1C}">
                  <a14:useLocalDpi xmlns:a14="http://schemas.microsoft.com/office/drawing/2010/main"/>
                </a:ext>
              </a:extLst>
            </a:blip>
            <a:stretch>
              <a:fillRect/>
            </a:stretch>
          </p:blipFill>
          <p:spPr>
            <a:xfrm>
              <a:off x="7464152" y="1628800"/>
              <a:ext cx="3695700" cy="4076700"/>
            </a:xfrm>
            <a:prstGeom prst="rect">
              <a:avLst/>
            </a:prstGeom>
          </p:spPr>
        </p:pic>
        <p:sp>
          <p:nvSpPr>
            <p:cNvPr id="72" name="ZoneTexte 71">
              <a:extLst>
                <a:ext uri="{FF2B5EF4-FFF2-40B4-BE49-F238E27FC236}">
                  <a16:creationId xmlns:a16="http://schemas.microsoft.com/office/drawing/2014/main" id="{EC83CE73-953E-E82F-DDFF-8B8800D2261A}"/>
                </a:ext>
              </a:extLst>
            </p:cNvPr>
            <p:cNvSpPr txBox="1"/>
            <p:nvPr/>
          </p:nvSpPr>
          <p:spPr>
            <a:xfrm>
              <a:off x="7635269" y="2863021"/>
              <a:ext cx="593263" cy="307777"/>
            </a:xfrm>
            <a:prstGeom prst="rect">
              <a:avLst/>
            </a:prstGeom>
            <a:noFill/>
          </p:spPr>
          <p:txBody>
            <a:bodyPr wrap="square" rtlCol="0">
              <a:spAutoFit/>
            </a:bodyPr>
            <a:lstStyle/>
            <a:p>
              <a:pPr algn="ctr"/>
              <a:r>
                <a:rPr lang="fr-FR" sz="1400" b="1">
                  <a:solidFill>
                    <a:schemeClr val="bg1"/>
                  </a:solidFill>
                  <a:latin typeface="+mj-lt"/>
                  <a:ea typeface="Roboto Bold" panose="02000000000000000000" pitchFamily="2" charset="0"/>
                </a:rPr>
                <a:t>ESB</a:t>
              </a:r>
            </a:p>
          </p:txBody>
        </p:sp>
        <p:sp>
          <p:nvSpPr>
            <p:cNvPr id="73" name="ZoneTexte 72">
              <a:extLst>
                <a:ext uri="{FF2B5EF4-FFF2-40B4-BE49-F238E27FC236}">
                  <a16:creationId xmlns:a16="http://schemas.microsoft.com/office/drawing/2014/main" id="{A6E89B21-3217-37FA-AA86-094960E9025E}"/>
                </a:ext>
              </a:extLst>
            </p:cNvPr>
            <p:cNvSpPr txBox="1"/>
            <p:nvPr/>
          </p:nvSpPr>
          <p:spPr>
            <a:xfrm>
              <a:off x="7904253" y="4560091"/>
              <a:ext cx="1286330" cy="261610"/>
            </a:xfrm>
            <a:prstGeom prst="rect">
              <a:avLst/>
            </a:prstGeom>
            <a:noFill/>
          </p:spPr>
          <p:txBody>
            <a:bodyPr wrap="square" rtlCol="0">
              <a:spAutoFit/>
            </a:bodyPr>
            <a:lstStyle/>
            <a:p>
              <a:pPr algn="ctr"/>
              <a:r>
                <a:rPr lang="fr-FR" sz="1100" b="1">
                  <a:solidFill>
                    <a:srgbClr val="504F61"/>
                  </a:solidFill>
                  <a:latin typeface="+mj-lt"/>
                  <a:ea typeface="Roboto Bold" panose="02000000000000000000" pitchFamily="2" charset="0"/>
                </a:rPr>
                <a:t>Big Data</a:t>
              </a:r>
            </a:p>
          </p:txBody>
        </p:sp>
        <p:sp>
          <p:nvSpPr>
            <p:cNvPr id="74" name="ZoneTexte 73">
              <a:extLst>
                <a:ext uri="{FF2B5EF4-FFF2-40B4-BE49-F238E27FC236}">
                  <a16:creationId xmlns:a16="http://schemas.microsoft.com/office/drawing/2014/main" id="{7AE9D9C3-9E9B-E43B-169A-176254FA95D1}"/>
                </a:ext>
              </a:extLst>
            </p:cNvPr>
            <p:cNvSpPr txBox="1"/>
            <p:nvPr/>
          </p:nvSpPr>
          <p:spPr>
            <a:xfrm>
              <a:off x="9202158" y="4239092"/>
              <a:ext cx="1286330" cy="307777"/>
            </a:xfrm>
            <a:prstGeom prst="rect">
              <a:avLst/>
            </a:prstGeom>
            <a:noFill/>
          </p:spPr>
          <p:txBody>
            <a:bodyPr wrap="square" rtlCol="0">
              <a:spAutoFit/>
            </a:bodyPr>
            <a:lstStyle/>
            <a:p>
              <a:pPr algn="ctr"/>
              <a:r>
                <a:rPr lang="fr-FR" sz="1400" b="1">
                  <a:solidFill>
                    <a:schemeClr val="tx1">
                      <a:lumMod val="65000"/>
                      <a:lumOff val="35000"/>
                    </a:schemeClr>
                  </a:solidFill>
                  <a:latin typeface="+mj-lt"/>
                  <a:ea typeface="Roboto Bold" panose="02000000000000000000" pitchFamily="2" charset="0"/>
                </a:rPr>
                <a:t>Cloud</a:t>
              </a:r>
            </a:p>
          </p:txBody>
        </p:sp>
      </p:grpSp>
      <p:sp>
        <p:nvSpPr>
          <p:cNvPr id="75" name="Rectangle 74">
            <a:extLst>
              <a:ext uri="{FF2B5EF4-FFF2-40B4-BE49-F238E27FC236}">
                <a16:creationId xmlns:a16="http://schemas.microsoft.com/office/drawing/2014/main" id="{C6244C2E-1001-511F-7F50-91748AC56240}"/>
              </a:ext>
            </a:extLst>
          </p:cNvPr>
          <p:cNvSpPr/>
          <p:nvPr>
            <p:custDataLst>
              <p:tags r:id="rId4"/>
            </p:custDataLst>
          </p:nvPr>
        </p:nvSpPr>
        <p:spPr>
          <a:xfrm>
            <a:off x="1" y="1097251"/>
            <a:ext cx="12192000" cy="437881"/>
          </a:xfrm>
          <a:prstGeom prst="rect">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Un moyen d’</a:t>
            </a:r>
            <a:r>
              <a:rPr lang="fr-FR" b="1">
                <a:solidFill>
                  <a:schemeClr val="tx1"/>
                </a:solidFill>
              </a:rPr>
              <a:t>interconnecter </a:t>
            </a:r>
            <a:r>
              <a:rPr lang="fr-FR">
                <a:solidFill>
                  <a:schemeClr val="tx1"/>
                </a:solidFill>
              </a:rPr>
              <a:t>de façon </a:t>
            </a:r>
            <a:r>
              <a:rPr lang="fr-FR" b="1">
                <a:solidFill>
                  <a:schemeClr val="tx2"/>
                </a:solidFill>
              </a:rPr>
              <a:t>sécurisée</a:t>
            </a:r>
            <a:r>
              <a:rPr lang="fr-FR">
                <a:solidFill>
                  <a:schemeClr val="tx1"/>
                </a:solidFill>
              </a:rPr>
              <a:t> des </a:t>
            </a:r>
            <a:r>
              <a:rPr lang="fr-FR" b="1">
                <a:solidFill>
                  <a:schemeClr val="tx1"/>
                </a:solidFill>
              </a:rPr>
              <a:t>services </a:t>
            </a:r>
            <a:r>
              <a:rPr lang="fr-FR" b="1">
                <a:solidFill>
                  <a:schemeClr val="tx2"/>
                </a:solidFill>
              </a:rPr>
              <a:t>internes</a:t>
            </a:r>
            <a:r>
              <a:rPr lang="fr-FR" b="1">
                <a:solidFill>
                  <a:schemeClr val="tx1"/>
                </a:solidFill>
              </a:rPr>
              <a:t> et </a:t>
            </a:r>
            <a:r>
              <a:rPr lang="fr-FR" b="1">
                <a:solidFill>
                  <a:schemeClr val="tx2"/>
                </a:solidFill>
              </a:rPr>
              <a:t>externes</a:t>
            </a:r>
            <a:endParaRPr lang="fr-FR">
              <a:solidFill>
                <a:schemeClr val="tx1"/>
              </a:solidFill>
            </a:endParaRPr>
          </a:p>
        </p:txBody>
      </p:sp>
      <p:pic>
        <p:nvPicPr>
          <p:cNvPr id="3" name="Image 2">
            <a:extLst>
              <a:ext uri="{FF2B5EF4-FFF2-40B4-BE49-F238E27FC236}">
                <a16:creationId xmlns:a16="http://schemas.microsoft.com/office/drawing/2014/main" id="{9D2906D7-6858-3164-9569-9D4858DE98D9}"/>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0914972" y="5332432"/>
            <a:ext cx="894916" cy="587251"/>
          </a:xfrm>
          <a:prstGeom prst="rect">
            <a:avLst/>
          </a:prstGeom>
          <a:ln>
            <a:noFill/>
          </a:ln>
          <a:effectLst>
            <a:outerShdw blurRad="50800" dist="38100" dir="2700000" algn="tl" rotWithShape="0">
              <a:prstClr val="black">
                <a:alpha val="40000"/>
              </a:prstClr>
            </a:outerShdw>
          </a:effectLst>
        </p:spPr>
      </p:pic>
      <p:pic>
        <p:nvPicPr>
          <p:cNvPr id="2050" name="Picture 2" descr="Concepts clés et architecture — Snowflake Documentation">
            <a:extLst>
              <a:ext uri="{FF2B5EF4-FFF2-40B4-BE49-F238E27FC236}">
                <a16:creationId xmlns:a16="http://schemas.microsoft.com/office/drawing/2014/main" id="{F8B56065-558E-6EE6-D5EF-5C0F60D7BBA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05686" y="6225213"/>
            <a:ext cx="1338464" cy="307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2986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 name="Groupe 80">
            <a:extLst>
              <a:ext uri="{FF2B5EF4-FFF2-40B4-BE49-F238E27FC236}">
                <a16:creationId xmlns:a16="http://schemas.microsoft.com/office/drawing/2014/main" id="{C3A1658A-F14C-21C5-0420-3DDFE57638B0}"/>
              </a:ext>
            </a:extLst>
          </p:cNvPr>
          <p:cNvGrpSpPr/>
          <p:nvPr/>
        </p:nvGrpSpPr>
        <p:grpSpPr>
          <a:xfrm>
            <a:off x="-13400" y="2464322"/>
            <a:ext cx="5234766" cy="1929356"/>
            <a:chOff x="1" y="2863977"/>
            <a:chExt cx="6935519" cy="1929356"/>
          </a:xfrm>
        </p:grpSpPr>
        <p:sp>
          <p:nvSpPr>
            <p:cNvPr id="85" name="Rectangle 84">
              <a:extLst>
                <a:ext uri="{FF2B5EF4-FFF2-40B4-BE49-F238E27FC236}">
                  <a16:creationId xmlns:a16="http://schemas.microsoft.com/office/drawing/2014/main" id="{274F9BA2-1C73-2411-2870-D3672C59CCF4}"/>
                </a:ext>
              </a:extLst>
            </p:cNvPr>
            <p:cNvSpPr/>
            <p:nvPr/>
          </p:nvSpPr>
          <p:spPr>
            <a:xfrm>
              <a:off x="1" y="2863977"/>
              <a:ext cx="6823279"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Les différents types de solution de médiation proposés par la plateforme</a:t>
              </a:r>
            </a:p>
          </p:txBody>
        </p:sp>
        <p:sp>
          <p:nvSpPr>
            <p:cNvPr id="87" name="Rectangle 86">
              <a:extLst>
                <a:ext uri="{FF2B5EF4-FFF2-40B4-BE49-F238E27FC236}">
                  <a16:creationId xmlns:a16="http://schemas.microsoft.com/office/drawing/2014/main" id="{E38B2E64-D4D5-2B6B-BF7C-5D39A65AA264}"/>
                </a:ext>
              </a:extLst>
            </p:cNvPr>
            <p:cNvSpPr/>
            <p:nvPr/>
          </p:nvSpPr>
          <p:spPr>
            <a:xfrm>
              <a:off x="6697362" y="2863978"/>
              <a:ext cx="238158" cy="1929355"/>
            </a:xfrm>
            <a:prstGeom prst="rect">
              <a:avLst/>
            </a:prstGeom>
            <a:solidFill>
              <a:srgbClr val="006C9F">
                <a:alpha val="636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7BB83A"/>
                </a:solidFill>
                <a:effectLst/>
                <a:uLnTx/>
                <a:uFillTx/>
                <a:latin typeface="Arial"/>
                <a:ea typeface="+mn-ea"/>
                <a:cs typeface="+mn-cs"/>
              </a:endParaRPr>
            </a:p>
          </p:txBody>
        </p:sp>
      </p:grpSp>
      <p:pic>
        <p:nvPicPr>
          <p:cNvPr id="58" name="Picture 4" descr="Médiation de la consommation : une solution pour régler les litiges à  l'amiable | Dossier Familial | Dossier Familial">
            <a:extLst>
              <a:ext uri="{FF2B5EF4-FFF2-40B4-BE49-F238E27FC236}">
                <a16:creationId xmlns:a16="http://schemas.microsoft.com/office/drawing/2014/main" id="{6E1962DF-D432-29B8-18AD-D9AB9DD35BE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201" r="20815"/>
          <a:stretch/>
        </p:blipFill>
        <p:spPr bwMode="auto">
          <a:xfrm>
            <a:off x="5221366" y="0"/>
            <a:ext cx="2986216" cy="6858000"/>
          </a:xfrm>
          <a:prstGeom prst="rect">
            <a:avLst/>
          </a:prstGeom>
          <a:noFill/>
          <a:extLst>
            <a:ext uri="{909E8E84-426E-40DD-AFC4-6F175D3DCCD1}">
              <a14:hiddenFill xmlns:a14="http://schemas.microsoft.com/office/drawing/2010/main">
                <a:solidFill>
                  <a:srgbClr val="FFFFFF"/>
                </a:solidFill>
              </a14:hiddenFill>
            </a:ext>
          </a:extLst>
        </p:spPr>
      </p:pic>
      <p:sp>
        <p:nvSpPr>
          <p:cNvPr id="92" name="Rectangle 91">
            <a:extLst>
              <a:ext uri="{FF2B5EF4-FFF2-40B4-BE49-F238E27FC236}">
                <a16:creationId xmlns:a16="http://schemas.microsoft.com/office/drawing/2014/main" id="{484A9F92-A02A-7E4D-52B5-414BE76161CD}"/>
              </a:ext>
            </a:extLst>
          </p:cNvPr>
          <p:cNvSpPr/>
          <p:nvPr>
            <p:custDataLst>
              <p:tags r:id="rId1"/>
            </p:custDataLst>
          </p:nvPr>
        </p:nvSpPr>
        <p:spPr>
          <a:xfrm>
            <a:off x="5211289" y="-1"/>
            <a:ext cx="2986216"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grpSp>
        <p:nvGrpSpPr>
          <p:cNvPr id="118" name="Groupe 117">
            <a:extLst>
              <a:ext uri="{FF2B5EF4-FFF2-40B4-BE49-F238E27FC236}">
                <a16:creationId xmlns:a16="http://schemas.microsoft.com/office/drawing/2014/main" id="{76FC55DF-4358-F497-44C7-6D719472173C}"/>
              </a:ext>
            </a:extLst>
          </p:cNvPr>
          <p:cNvGrpSpPr/>
          <p:nvPr/>
        </p:nvGrpSpPr>
        <p:grpSpPr>
          <a:xfrm>
            <a:off x="7877160" y="5274416"/>
            <a:ext cx="3842882" cy="648000"/>
            <a:chOff x="7880947" y="5236422"/>
            <a:chExt cx="3842882" cy="648000"/>
          </a:xfrm>
        </p:grpSpPr>
        <p:sp>
          <p:nvSpPr>
            <p:cNvPr id="48" name="TextBox 4">
              <a:extLst>
                <a:ext uri="{FF2B5EF4-FFF2-40B4-BE49-F238E27FC236}">
                  <a16:creationId xmlns:a16="http://schemas.microsoft.com/office/drawing/2014/main" id="{B132117E-19EE-F1CF-618B-2A58EA8A6885}"/>
                </a:ext>
              </a:extLst>
            </p:cNvPr>
            <p:cNvSpPr txBox="1"/>
            <p:nvPr/>
          </p:nvSpPr>
          <p:spPr>
            <a:xfrm>
              <a:off x="8737615" y="5403456"/>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Batch </a:t>
              </a:r>
              <a:r>
                <a:rPr lang="fr-FR" err="1"/>
                <a:t>Processing</a:t>
              </a:r>
              <a:endParaRPr lang="fr-FR"/>
            </a:p>
          </p:txBody>
        </p:sp>
        <p:grpSp>
          <p:nvGrpSpPr>
            <p:cNvPr id="71" name="Groupe 70">
              <a:extLst>
                <a:ext uri="{FF2B5EF4-FFF2-40B4-BE49-F238E27FC236}">
                  <a16:creationId xmlns:a16="http://schemas.microsoft.com/office/drawing/2014/main" id="{A14B6B86-F02C-F5CF-666B-C8392AFF90DC}"/>
                </a:ext>
              </a:extLst>
            </p:cNvPr>
            <p:cNvGrpSpPr/>
            <p:nvPr/>
          </p:nvGrpSpPr>
          <p:grpSpPr>
            <a:xfrm>
              <a:off x="7880947" y="5236422"/>
              <a:ext cx="648000" cy="648000"/>
              <a:chOff x="7865191" y="4255159"/>
              <a:chExt cx="663756" cy="648000"/>
            </a:xfrm>
          </p:grpSpPr>
          <p:sp>
            <p:nvSpPr>
              <p:cNvPr id="49" name="Oval 9">
                <a:extLst>
                  <a:ext uri="{FF2B5EF4-FFF2-40B4-BE49-F238E27FC236}">
                    <a16:creationId xmlns:a16="http://schemas.microsoft.com/office/drawing/2014/main" id="{569CA1CD-3F6F-7275-9836-310A165CC4BF}"/>
                  </a:ext>
                </a:extLst>
              </p:cNvPr>
              <p:cNvSpPr/>
              <p:nvPr/>
            </p:nvSpPr>
            <p:spPr>
              <a:xfrm>
                <a:off x="7865191" y="4255159"/>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60" name="Shape 7667">
                <a:extLst>
                  <a:ext uri="{FF2B5EF4-FFF2-40B4-BE49-F238E27FC236}">
                    <a16:creationId xmlns:a16="http://schemas.microsoft.com/office/drawing/2014/main" id="{15110208-8F51-43EA-862D-BB01CA99DEC7}"/>
                  </a:ext>
                </a:extLst>
              </p:cNvPr>
              <p:cNvSpPr/>
              <p:nvPr/>
            </p:nvSpPr>
            <p:spPr>
              <a:xfrm rot="16200000" flipH="1">
                <a:off x="7906969" y="4363159"/>
                <a:ext cx="504000" cy="432000"/>
              </a:xfrm>
              <a:custGeom>
                <a:avLst/>
                <a:gdLst/>
                <a:ahLst/>
                <a:cxnLst/>
                <a:rect l="0" t="0" r="0" b="0"/>
                <a:pathLst>
                  <a:path w="120000" h="120000" extrusionOk="0">
                    <a:moveTo>
                      <a:pt x="70911" y="109088"/>
                    </a:moveTo>
                    <a:cubicBezTo>
                      <a:pt x="70911" y="112100"/>
                      <a:pt x="68466" y="114544"/>
                      <a:pt x="65455" y="114544"/>
                    </a:cubicBezTo>
                    <a:lnTo>
                      <a:pt x="54544" y="114544"/>
                    </a:lnTo>
                    <a:cubicBezTo>
                      <a:pt x="51533" y="114544"/>
                      <a:pt x="49088" y="112100"/>
                      <a:pt x="49088" y="109088"/>
                    </a:cubicBezTo>
                    <a:lnTo>
                      <a:pt x="49088" y="98183"/>
                    </a:lnTo>
                    <a:cubicBezTo>
                      <a:pt x="49088" y="95172"/>
                      <a:pt x="51533" y="92727"/>
                      <a:pt x="54544" y="92727"/>
                    </a:cubicBezTo>
                    <a:lnTo>
                      <a:pt x="65455" y="92727"/>
                    </a:lnTo>
                    <a:cubicBezTo>
                      <a:pt x="68466" y="92727"/>
                      <a:pt x="70911" y="95172"/>
                      <a:pt x="70911" y="98183"/>
                    </a:cubicBezTo>
                    <a:cubicBezTo>
                      <a:pt x="70911" y="98183"/>
                      <a:pt x="70911" y="109088"/>
                      <a:pt x="70911" y="109088"/>
                    </a:cubicBezTo>
                    <a:close/>
                    <a:moveTo>
                      <a:pt x="65455" y="87272"/>
                    </a:moveTo>
                    <a:lnTo>
                      <a:pt x="54544" y="87272"/>
                    </a:lnTo>
                    <a:cubicBezTo>
                      <a:pt x="48522" y="87272"/>
                      <a:pt x="43638" y="92155"/>
                      <a:pt x="43638" y="98183"/>
                    </a:cubicBezTo>
                    <a:lnTo>
                      <a:pt x="43638" y="109088"/>
                    </a:lnTo>
                    <a:cubicBezTo>
                      <a:pt x="43638" y="115116"/>
                      <a:pt x="48522" y="120000"/>
                      <a:pt x="54544" y="120000"/>
                    </a:cubicBezTo>
                    <a:lnTo>
                      <a:pt x="65455" y="120000"/>
                    </a:lnTo>
                    <a:cubicBezTo>
                      <a:pt x="71477" y="120000"/>
                      <a:pt x="76361" y="115116"/>
                      <a:pt x="76361" y="109088"/>
                    </a:cubicBezTo>
                    <a:lnTo>
                      <a:pt x="76361" y="98183"/>
                    </a:lnTo>
                    <a:cubicBezTo>
                      <a:pt x="76361" y="92155"/>
                      <a:pt x="71477" y="87272"/>
                      <a:pt x="65455" y="87272"/>
                    </a:cubicBezTo>
                    <a:moveTo>
                      <a:pt x="114544" y="109088"/>
                    </a:moveTo>
                    <a:cubicBezTo>
                      <a:pt x="114544" y="112100"/>
                      <a:pt x="112100" y="114544"/>
                      <a:pt x="109088" y="114544"/>
                    </a:cubicBezTo>
                    <a:lnTo>
                      <a:pt x="98183" y="114544"/>
                    </a:lnTo>
                    <a:cubicBezTo>
                      <a:pt x="95172" y="114544"/>
                      <a:pt x="92727" y="112100"/>
                      <a:pt x="92727" y="109088"/>
                    </a:cubicBezTo>
                    <a:lnTo>
                      <a:pt x="92727" y="98183"/>
                    </a:lnTo>
                    <a:cubicBezTo>
                      <a:pt x="92727" y="95172"/>
                      <a:pt x="95172" y="92727"/>
                      <a:pt x="98183" y="92727"/>
                    </a:cubicBezTo>
                    <a:lnTo>
                      <a:pt x="109088" y="92727"/>
                    </a:lnTo>
                    <a:cubicBezTo>
                      <a:pt x="112100" y="92727"/>
                      <a:pt x="114544" y="95172"/>
                      <a:pt x="114544" y="98183"/>
                    </a:cubicBezTo>
                    <a:cubicBezTo>
                      <a:pt x="114544" y="98183"/>
                      <a:pt x="114544" y="109088"/>
                      <a:pt x="114544" y="109088"/>
                    </a:cubicBezTo>
                    <a:close/>
                    <a:moveTo>
                      <a:pt x="109088" y="87272"/>
                    </a:moveTo>
                    <a:lnTo>
                      <a:pt x="98183" y="87272"/>
                    </a:lnTo>
                    <a:cubicBezTo>
                      <a:pt x="92155" y="87272"/>
                      <a:pt x="87272" y="92155"/>
                      <a:pt x="87272" y="98183"/>
                    </a:cubicBezTo>
                    <a:lnTo>
                      <a:pt x="87272" y="109088"/>
                    </a:lnTo>
                    <a:cubicBezTo>
                      <a:pt x="87272" y="115116"/>
                      <a:pt x="92155" y="120000"/>
                      <a:pt x="98183" y="120000"/>
                    </a:cubicBezTo>
                    <a:lnTo>
                      <a:pt x="109088" y="120000"/>
                    </a:lnTo>
                    <a:cubicBezTo>
                      <a:pt x="115116" y="120000"/>
                      <a:pt x="120000" y="115116"/>
                      <a:pt x="120000" y="109088"/>
                    </a:cubicBezTo>
                    <a:lnTo>
                      <a:pt x="120000" y="98183"/>
                    </a:lnTo>
                    <a:cubicBezTo>
                      <a:pt x="120000" y="92155"/>
                      <a:pt x="115116" y="87272"/>
                      <a:pt x="109088" y="87272"/>
                    </a:cubicBezTo>
                    <a:moveTo>
                      <a:pt x="27272" y="109088"/>
                    </a:moveTo>
                    <a:cubicBezTo>
                      <a:pt x="27272" y="112100"/>
                      <a:pt x="24827" y="114544"/>
                      <a:pt x="21816" y="114544"/>
                    </a:cubicBezTo>
                    <a:lnTo>
                      <a:pt x="10911" y="114544"/>
                    </a:lnTo>
                    <a:cubicBezTo>
                      <a:pt x="7900" y="114544"/>
                      <a:pt x="5455" y="112100"/>
                      <a:pt x="5455" y="109088"/>
                    </a:cubicBezTo>
                    <a:lnTo>
                      <a:pt x="5455" y="98183"/>
                    </a:lnTo>
                    <a:cubicBezTo>
                      <a:pt x="5455" y="95172"/>
                      <a:pt x="7900" y="92727"/>
                      <a:pt x="10911" y="92727"/>
                    </a:cubicBezTo>
                    <a:lnTo>
                      <a:pt x="21816" y="92727"/>
                    </a:lnTo>
                    <a:cubicBezTo>
                      <a:pt x="24827" y="92727"/>
                      <a:pt x="27272" y="95172"/>
                      <a:pt x="27272" y="98183"/>
                    </a:cubicBezTo>
                    <a:cubicBezTo>
                      <a:pt x="27272" y="98183"/>
                      <a:pt x="27272" y="109088"/>
                      <a:pt x="27272" y="109088"/>
                    </a:cubicBezTo>
                    <a:close/>
                    <a:moveTo>
                      <a:pt x="21816" y="87272"/>
                    </a:moveTo>
                    <a:lnTo>
                      <a:pt x="10911" y="87272"/>
                    </a:lnTo>
                    <a:cubicBezTo>
                      <a:pt x="4883" y="87272"/>
                      <a:pt x="0" y="92155"/>
                      <a:pt x="0" y="98183"/>
                    </a:cubicBezTo>
                    <a:lnTo>
                      <a:pt x="0" y="109088"/>
                    </a:lnTo>
                    <a:cubicBezTo>
                      <a:pt x="0" y="115116"/>
                      <a:pt x="4883" y="120000"/>
                      <a:pt x="10911" y="120000"/>
                    </a:cubicBezTo>
                    <a:lnTo>
                      <a:pt x="21816" y="120000"/>
                    </a:lnTo>
                    <a:cubicBezTo>
                      <a:pt x="27844" y="120000"/>
                      <a:pt x="32727" y="115116"/>
                      <a:pt x="32727" y="109088"/>
                    </a:cubicBezTo>
                    <a:lnTo>
                      <a:pt x="32727" y="98183"/>
                    </a:lnTo>
                    <a:cubicBezTo>
                      <a:pt x="32727" y="92155"/>
                      <a:pt x="27844" y="87272"/>
                      <a:pt x="21816" y="87272"/>
                    </a:cubicBezTo>
                    <a:moveTo>
                      <a:pt x="16361" y="81816"/>
                    </a:moveTo>
                    <a:cubicBezTo>
                      <a:pt x="17872" y="81816"/>
                      <a:pt x="19088" y="80594"/>
                      <a:pt x="19088" y="79088"/>
                    </a:cubicBezTo>
                    <a:lnTo>
                      <a:pt x="19088" y="60000"/>
                    </a:lnTo>
                    <a:lnTo>
                      <a:pt x="57272" y="60000"/>
                    </a:lnTo>
                    <a:lnTo>
                      <a:pt x="57272" y="79088"/>
                    </a:lnTo>
                    <a:cubicBezTo>
                      <a:pt x="57272" y="80594"/>
                      <a:pt x="58494" y="81816"/>
                      <a:pt x="60000" y="81816"/>
                    </a:cubicBezTo>
                    <a:cubicBezTo>
                      <a:pt x="61505" y="81816"/>
                      <a:pt x="62727" y="80594"/>
                      <a:pt x="62727" y="79088"/>
                    </a:cubicBezTo>
                    <a:lnTo>
                      <a:pt x="62727" y="60000"/>
                    </a:lnTo>
                    <a:lnTo>
                      <a:pt x="100911" y="60000"/>
                    </a:lnTo>
                    <a:lnTo>
                      <a:pt x="100911" y="79088"/>
                    </a:lnTo>
                    <a:cubicBezTo>
                      <a:pt x="100911" y="80594"/>
                      <a:pt x="102133" y="81816"/>
                      <a:pt x="103638" y="81816"/>
                    </a:cubicBezTo>
                    <a:cubicBezTo>
                      <a:pt x="105144" y="81816"/>
                      <a:pt x="106361" y="80594"/>
                      <a:pt x="106361" y="79088"/>
                    </a:cubicBezTo>
                    <a:lnTo>
                      <a:pt x="106361" y="57272"/>
                    </a:lnTo>
                    <a:cubicBezTo>
                      <a:pt x="106361" y="55766"/>
                      <a:pt x="105144" y="54544"/>
                      <a:pt x="103638" y="54544"/>
                    </a:cubicBezTo>
                    <a:lnTo>
                      <a:pt x="62727" y="54544"/>
                    </a:lnTo>
                    <a:lnTo>
                      <a:pt x="62727" y="40911"/>
                    </a:lnTo>
                    <a:cubicBezTo>
                      <a:pt x="62727" y="39405"/>
                      <a:pt x="61505" y="38183"/>
                      <a:pt x="60000" y="38183"/>
                    </a:cubicBezTo>
                    <a:cubicBezTo>
                      <a:pt x="58494" y="38183"/>
                      <a:pt x="57272" y="39405"/>
                      <a:pt x="57272" y="40911"/>
                    </a:cubicBezTo>
                    <a:lnTo>
                      <a:pt x="57272" y="54544"/>
                    </a:lnTo>
                    <a:lnTo>
                      <a:pt x="16361" y="54544"/>
                    </a:lnTo>
                    <a:cubicBezTo>
                      <a:pt x="14855" y="54544"/>
                      <a:pt x="13638" y="55766"/>
                      <a:pt x="13638" y="57272"/>
                    </a:cubicBezTo>
                    <a:lnTo>
                      <a:pt x="13638" y="79088"/>
                    </a:lnTo>
                    <a:cubicBezTo>
                      <a:pt x="13638" y="80594"/>
                      <a:pt x="14855" y="81816"/>
                      <a:pt x="16361" y="81816"/>
                    </a:cubicBezTo>
                    <a:moveTo>
                      <a:pt x="49088" y="10911"/>
                    </a:moveTo>
                    <a:cubicBezTo>
                      <a:pt x="49088" y="7900"/>
                      <a:pt x="51533" y="5455"/>
                      <a:pt x="54544" y="5455"/>
                    </a:cubicBezTo>
                    <a:lnTo>
                      <a:pt x="65455" y="5455"/>
                    </a:lnTo>
                    <a:cubicBezTo>
                      <a:pt x="68466" y="5455"/>
                      <a:pt x="70911" y="7900"/>
                      <a:pt x="70911" y="10911"/>
                    </a:cubicBezTo>
                    <a:lnTo>
                      <a:pt x="70911" y="21816"/>
                    </a:lnTo>
                    <a:cubicBezTo>
                      <a:pt x="70911" y="24827"/>
                      <a:pt x="68466" y="27272"/>
                      <a:pt x="65455" y="27272"/>
                    </a:cubicBezTo>
                    <a:lnTo>
                      <a:pt x="54544" y="27272"/>
                    </a:lnTo>
                    <a:cubicBezTo>
                      <a:pt x="51533" y="27272"/>
                      <a:pt x="49088" y="24827"/>
                      <a:pt x="49088" y="21816"/>
                    </a:cubicBezTo>
                    <a:cubicBezTo>
                      <a:pt x="49088" y="21816"/>
                      <a:pt x="49088" y="10911"/>
                      <a:pt x="49088" y="10911"/>
                    </a:cubicBezTo>
                    <a:close/>
                    <a:moveTo>
                      <a:pt x="54544" y="32727"/>
                    </a:moveTo>
                    <a:lnTo>
                      <a:pt x="65455" y="32727"/>
                    </a:lnTo>
                    <a:cubicBezTo>
                      <a:pt x="71477" y="32727"/>
                      <a:pt x="76361" y="27844"/>
                      <a:pt x="76361" y="21816"/>
                    </a:cubicBezTo>
                    <a:lnTo>
                      <a:pt x="76361" y="10911"/>
                    </a:lnTo>
                    <a:cubicBezTo>
                      <a:pt x="76361" y="4883"/>
                      <a:pt x="71477" y="0"/>
                      <a:pt x="65455" y="0"/>
                    </a:cubicBezTo>
                    <a:lnTo>
                      <a:pt x="54544" y="0"/>
                    </a:lnTo>
                    <a:cubicBezTo>
                      <a:pt x="48522" y="0"/>
                      <a:pt x="43638" y="4883"/>
                      <a:pt x="43638" y="10911"/>
                    </a:cubicBezTo>
                    <a:lnTo>
                      <a:pt x="43638" y="21816"/>
                    </a:lnTo>
                    <a:cubicBezTo>
                      <a:pt x="43638" y="27844"/>
                      <a:pt x="48522" y="32727"/>
                      <a:pt x="54544" y="32727"/>
                    </a:cubicBezTo>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grpSp>
      </p:grpSp>
      <p:grpSp>
        <p:nvGrpSpPr>
          <p:cNvPr id="119" name="Groupe 118">
            <a:extLst>
              <a:ext uri="{FF2B5EF4-FFF2-40B4-BE49-F238E27FC236}">
                <a16:creationId xmlns:a16="http://schemas.microsoft.com/office/drawing/2014/main" id="{6F3D91C0-C015-AED0-5D54-E089BC741A9F}"/>
              </a:ext>
            </a:extLst>
          </p:cNvPr>
          <p:cNvGrpSpPr/>
          <p:nvPr/>
        </p:nvGrpSpPr>
        <p:grpSpPr>
          <a:xfrm>
            <a:off x="7877160" y="6003196"/>
            <a:ext cx="3842882" cy="648000"/>
            <a:chOff x="7880947" y="6003196"/>
            <a:chExt cx="3842882" cy="648000"/>
          </a:xfrm>
        </p:grpSpPr>
        <p:sp>
          <p:nvSpPr>
            <p:cNvPr id="77" name="TextBox 4">
              <a:extLst>
                <a:ext uri="{FF2B5EF4-FFF2-40B4-BE49-F238E27FC236}">
                  <a16:creationId xmlns:a16="http://schemas.microsoft.com/office/drawing/2014/main" id="{0A4FC4FB-D674-5859-0BDD-F28817AF825D}"/>
                </a:ext>
              </a:extLst>
            </p:cNvPr>
            <p:cNvSpPr txBox="1"/>
            <p:nvPr/>
          </p:nvSpPr>
          <p:spPr>
            <a:xfrm>
              <a:off x="8737615" y="6059431"/>
              <a:ext cx="2986214" cy="535531"/>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Stream </a:t>
              </a:r>
              <a:r>
                <a:rPr lang="fr-FR" err="1"/>
                <a:t>Processing</a:t>
              </a:r>
              <a:r>
                <a:rPr lang="fr-FR"/>
                <a:t> (fil de l’eau)</a:t>
              </a:r>
            </a:p>
          </p:txBody>
        </p:sp>
        <p:grpSp>
          <p:nvGrpSpPr>
            <p:cNvPr id="74" name="Groupe 73">
              <a:extLst>
                <a:ext uri="{FF2B5EF4-FFF2-40B4-BE49-F238E27FC236}">
                  <a16:creationId xmlns:a16="http://schemas.microsoft.com/office/drawing/2014/main" id="{1EE08C95-6E24-78D0-4AD6-992A52416963}"/>
                </a:ext>
              </a:extLst>
            </p:cNvPr>
            <p:cNvGrpSpPr/>
            <p:nvPr/>
          </p:nvGrpSpPr>
          <p:grpSpPr>
            <a:xfrm>
              <a:off x="7880947" y="6003196"/>
              <a:ext cx="648000" cy="648000"/>
              <a:chOff x="7865186" y="5021932"/>
              <a:chExt cx="648000" cy="648000"/>
            </a:xfrm>
          </p:grpSpPr>
          <p:sp>
            <p:nvSpPr>
              <p:cNvPr id="52" name="Oval 9">
                <a:extLst>
                  <a:ext uri="{FF2B5EF4-FFF2-40B4-BE49-F238E27FC236}">
                    <a16:creationId xmlns:a16="http://schemas.microsoft.com/office/drawing/2014/main" id="{15DA6935-983C-F553-DDF5-5F06878CC933}"/>
                  </a:ext>
                </a:extLst>
              </p:cNvPr>
              <p:cNvSpPr/>
              <p:nvPr/>
            </p:nvSpPr>
            <p:spPr>
              <a:xfrm>
                <a:off x="7865186" y="5021932"/>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62" name="Shape 7296">
                <a:extLst>
                  <a:ext uri="{FF2B5EF4-FFF2-40B4-BE49-F238E27FC236}">
                    <a16:creationId xmlns:a16="http://schemas.microsoft.com/office/drawing/2014/main" id="{E7D3DCA7-55D3-B17C-DF2E-EB4026FC5635}"/>
                  </a:ext>
                </a:extLst>
              </p:cNvPr>
              <p:cNvSpPr/>
              <p:nvPr/>
            </p:nvSpPr>
            <p:spPr>
              <a:xfrm>
                <a:off x="7955186" y="5111932"/>
                <a:ext cx="468000" cy="468000"/>
              </a:xfrm>
              <a:custGeom>
                <a:avLst/>
                <a:gdLst/>
                <a:ahLst/>
                <a:cxnLst/>
                <a:rect l="0" t="0" r="0" b="0"/>
                <a:pathLst>
                  <a:path w="120000" h="120000" extrusionOk="0">
                    <a:moveTo>
                      <a:pt x="114219" y="43152"/>
                    </a:moveTo>
                    <a:lnTo>
                      <a:pt x="114219" y="43152"/>
                    </a:lnTo>
                    <a:cubicBezTo>
                      <a:pt x="108438" y="43152"/>
                      <a:pt x="108438" y="43152"/>
                      <a:pt x="108438" y="43152"/>
                    </a:cubicBezTo>
                    <a:cubicBezTo>
                      <a:pt x="105647" y="43152"/>
                      <a:pt x="105647" y="43152"/>
                      <a:pt x="105647" y="43152"/>
                    </a:cubicBezTo>
                    <a:cubicBezTo>
                      <a:pt x="90099" y="43152"/>
                      <a:pt x="90099" y="43152"/>
                      <a:pt x="90099" y="43152"/>
                    </a:cubicBezTo>
                    <a:cubicBezTo>
                      <a:pt x="85913" y="43152"/>
                      <a:pt x="84518" y="40394"/>
                      <a:pt x="84518" y="37635"/>
                    </a:cubicBezTo>
                    <a:cubicBezTo>
                      <a:pt x="84518" y="34876"/>
                      <a:pt x="85913" y="31921"/>
                      <a:pt x="90099" y="31921"/>
                    </a:cubicBezTo>
                    <a:cubicBezTo>
                      <a:pt x="100066" y="31921"/>
                      <a:pt x="100066" y="31921"/>
                      <a:pt x="100066" y="31921"/>
                    </a:cubicBezTo>
                    <a:cubicBezTo>
                      <a:pt x="90099" y="19507"/>
                      <a:pt x="76146" y="11034"/>
                      <a:pt x="59202" y="11034"/>
                    </a:cubicBezTo>
                    <a:cubicBezTo>
                      <a:pt x="32491" y="11034"/>
                      <a:pt x="11362" y="33300"/>
                      <a:pt x="11362" y="59901"/>
                    </a:cubicBezTo>
                    <a:cubicBezTo>
                      <a:pt x="11362" y="62660"/>
                      <a:pt x="8372" y="65418"/>
                      <a:pt x="5581" y="65418"/>
                    </a:cubicBezTo>
                    <a:cubicBezTo>
                      <a:pt x="1395" y="65418"/>
                      <a:pt x="0" y="62660"/>
                      <a:pt x="0" y="59901"/>
                    </a:cubicBezTo>
                    <a:lnTo>
                      <a:pt x="0" y="59901"/>
                    </a:lnTo>
                    <a:cubicBezTo>
                      <a:pt x="0" y="26403"/>
                      <a:pt x="26710" y="0"/>
                      <a:pt x="59202" y="0"/>
                    </a:cubicBezTo>
                    <a:cubicBezTo>
                      <a:pt x="80332" y="0"/>
                      <a:pt x="97275" y="9655"/>
                      <a:pt x="108438" y="25024"/>
                    </a:cubicBezTo>
                    <a:cubicBezTo>
                      <a:pt x="108438" y="15369"/>
                      <a:pt x="108438" y="15369"/>
                      <a:pt x="108438" y="15369"/>
                    </a:cubicBezTo>
                    <a:cubicBezTo>
                      <a:pt x="108438" y="12610"/>
                      <a:pt x="111229" y="9655"/>
                      <a:pt x="114219" y="9655"/>
                    </a:cubicBezTo>
                    <a:cubicBezTo>
                      <a:pt x="117009" y="9655"/>
                      <a:pt x="119800" y="12610"/>
                      <a:pt x="119800" y="15369"/>
                    </a:cubicBezTo>
                    <a:cubicBezTo>
                      <a:pt x="119800" y="37635"/>
                      <a:pt x="119800" y="37635"/>
                      <a:pt x="119800" y="37635"/>
                    </a:cubicBezTo>
                    <a:cubicBezTo>
                      <a:pt x="119800" y="40394"/>
                      <a:pt x="117009" y="43152"/>
                      <a:pt x="114219" y="43152"/>
                    </a:cubicBezTo>
                    <a:close/>
                    <a:moveTo>
                      <a:pt x="5581" y="76650"/>
                    </a:moveTo>
                    <a:lnTo>
                      <a:pt x="5581" y="76650"/>
                    </a:lnTo>
                    <a:cubicBezTo>
                      <a:pt x="29501" y="76650"/>
                      <a:pt x="29501" y="76650"/>
                      <a:pt x="29501" y="76650"/>
                    </a:cubicBezTo>
                    <a:cubicBezTo>
                      <a:pt x="32491" y="76650"/>
                      <a:pt x="35282" y="79408"/>
                      <a:pt x="35282" y="82167"/>
                    </a:cubicBezTo>
                    <a:cubicBezTo>
                      <a:pt x="35282" y="84926"/>
                      <a:pt x="32491" y="87684"/>
                      <a:pt x="29501" y="87684"/>
                    </a:cubicBezTo>
                    <a:cubicBezTo>
                      <a:pt x="19734" y="87684"/>
                      <a:pt x="19734" y="87684"/>
                      <a:pt x="19734" y="87684"/>
                    </a:cubicBezTo>
                    <a:cubicBezTo>
                      <a:pt x="28106" y="100295"/>
                      <a:pt x="43654" y="108571"/>
                      <a:pt x="59202" y="108571"/>
                    </a:cubicBezTo>
                    <a:cubicBezTo>
                      <a:pt x="85913" y="108571"/>
                      <a:pt x="108438" y="86305"/>
                      <a:pt x="108438" y="59901"/>
                    </a:cubicBezTo>
                    <a:cubicBezTo>
                      <a:pt x="108438" y="57142"/>
                      <a:pt x="111229" y="54384"/>
                      <a:pt x="114219" y="54384"/>
                    </a:cubicBezTo>
                    <a:cubicBezTo>
                      <a:pt x="117009" y="54384"/>
                      <a:pt x="119800" y="57142"/>
                      <a:pt x="119800" y="59901"/>
                    </a:cubicBezTo>
                    <a:lnTo>
                      <a:pt x="119800" y="59901"/>
                    </a:lnTo>
                    <a:cubicBezTo>
                      <a:pt x="119800" y="93201"/>
                      <a:pt x="92890" y="119802"/>
                      <a:pt x="59202" y="119802"/>
                    </a:cubicBezTo>
                    <a:cubicBezTo>
                      <a:pt x="39468" y="119802"/>
                      <a:pt x="21129" y="109950"/>
                      <a:pt x="11362" y="94581"/>
                    </a:cubicBezTo>
                    <a:cubicBezTo>
                      <a:pt x="11362" y="104433"/>
                      <a:pt x="11362" y="104433"/>
                      <a:pt x="11362" y="104433"/>
                    </a:cubicBezTo>
                    <a:cubicBezTo>
                      <a:pt x="11362" y="107192"/>
                      <a:pt x="8372" y="109950"/>
                      <a:pt x="5581" y="109950"/>
                    </a:cubicBezTo>
                    <a:cubicBezTo>
                      <a:pt x="1395" y="109950"/>
                      <a:pt x="0" y="107192"/>
                      <a:pt x="0" y="104433"/>
                    </a:cubicBezTo>
                    <a:cubicBezTo>
                      <a:pt x="0" y="82167"/>
                      <a:pt x="0" y="82167"/>
                      <a:pt x="0" y="82167"/>
                    </a:cubicBezTo>
                    <a:cubicBezTo>
                      <a:pt x="0" y="79408"/>
                      <a:pt x="1395" y="76650"/>
                      <a:pt x="5581" y="76650"/>
                    </a:cubicBezTo>
                    <a:close/>
                  </a:path>
                </a:pathLst>
              </a:custGeom>
              <a:solidFill>
                <a:schemeClr val="tx1"/>
              </a:solidFill>
              <a:ln>
                <a:noFill/>
              </a:ln>
            </p:spPr>
            <p:txBody>
              <a:bodyPr lIns="45713" tIns="22850" rIns="45713" bIns="22850" anchor="ctr" anchorCtr="0">
                <a:noAutofit/>
              </a:bodyPr>
              <a:lstStyle/>
              <a:p>
                <a:endParaRPr sz="900">
                  <a:solidFill>
                    <a:schemeClr val="dk1"/>
                  </a:solidFill>
                  <a:latin typeface="Calibri"/>
                  <a:ea typeface="Calibri"/>
                  <a:cs typeface="Calibri"/>
                  <a:sym typeface="Calibri"/>
                </a:endParaRPr>
              </a:p>
            </p:txBody>
          </p:sp>
        </p:grpSp>
      </p:grpSp>
      <p:grpSp>
        <p:nvGrpSpPr>
          <p:cNvPr id="116" name="Groupe 115">
            <a:extLst>
              <a:ext uri="{FF2B5EF4-FFF2-40B4-BE49-F238E27FC236}">
                <a16:creationId xmlns:a16="http://schemas.microsoft.com/office/drawing/2014/main" id="{797F0608-D402-5AB8-0C7B-4EED6976CAA2}"/>
              </a:ext>
            </a:extLst>
          </p:cNvPr>
          <p:cNvGrpSpPr/>
          <p:nvPr/>
        </p:nvGrpSpPr>
        <p:grpSpPr>
          <a:xfrm>
            <a:off x="7877160" y="3816850"/>
            <a:ext cx="3842882" cy="648000"/>
            <a:chOff x="7880947" y="3702876"/>
            <a:chExt cx="3842882" cy="648000"/>
          </a:xfrm>
        </p:grpSpPr>
        <p:sp>
          <p:nvSpPr>
            <p:cNvPr id="42" name="TextBox 4">
              <a:extLst>
                <a:ext uri="{FF2B5EF4-FFF2-40B4-BE49-F238E27FC236}">
                  <a16:creationId xmlns:a16="http://schemas.microsoft.com/office/drawing/2014/main" id="{924C5360-539B-76DE-78A6-39212235137F}"/>
                </a:ext>
              </a:extLst>
            </p:cNvPr>
            <p:cNvSpPr txBox="1"/>
            <p:nvPr/>
          </p:nvSpPr>
          <p:spPr>
            <a:xfrm>
              <a:off x="8737615" y="3869910"/>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L’ESB</a:t>
              </a:r>
            </a:p>
          </p:txBody>
        </p:sp>
        <p:grpSp>
          <p:nvGrpSpPr>
            <p:cNvPr id="70" name="Groupe 69">
              <a:extLst>
                <a:ext uri="{FF2B5EF4-FFF2-40B4-BE49-F238E27FC236}">
                  <a16:creationId xmlns:a16="http://schemas.microsoft.com/office/drawing/2014/main" id="{91815772-F57C-9BD1-260E-BD7407A6AF29}"/>
                </a:ext>
              </a:extLst>
            </p:cNvPr>
            <p:cNvGrpSpPr/>
            <p:nvPr/>
          </p:nvGrpSpPr>
          <p:grpSpPr>
            <a:xfrm>
              <a:off x="7880947" y="3702876"/>
              <a:ext cx="648000" cy="648000"/>
              <a:chOff x="7865191" y="2721613"/>
              <a:chExt cx="663756" cy="648000"/>
            </a:xfrm>
          </p:grpSpPr>
          <p:sp>
            <p:nvSpPr>
              <p:cNvPr id="43" name="Oval 9">
                <a:extLst>
                  <a:ext uri="{FF2B5EF4-FFF2-40B4-BE49-F238E27FC236}">
                    <a16:creationId xmlns:a16="http://schemas.microsoft.com/office/drawing/2014/main" id="{6D0E6F7E-AC04-2FCF-FDA1-104EC597C39F}"/>
                  </a:ext>
                </a:extLst>
              </p:cNvPr>
              <p:cNvSpPr/>
              <p:nvPr/>
            </p:nvSpPr>
            <p:spPr>
              <a:xfrm>
                <a:off x="7865191" y="2721613"/>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26" name="Picture 2" descr="Workflow Planning Svg Png Icon Free Download (#464234) - OnlineWebFonts.COM">
                <a:extLst>
                  <a:ext uri="{FF2B5EF4-FFF2-40B4-BE49-F238E27FC236}">
                    <a16:creationId xmlns:a16="http://schemas.microsoft.com/office/drawing/2014/main" id="{BA05EAA6-A966-B77A-899B-580AD6D11C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63095" y="2811639"/>
                <a:ext cx="467949" cy="467949"/>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7" name="Groupe 116">
            <a:extLst>
              <a:ext uri="{FF2B5EF4-FFF2-40B4-BE49-F238E27FC236}">
                <a16:creationId xmlns:a16="http://schemas.microsoft.com/office/drawing/2014/main" id="{A8431C3C-6318-E075-3591-AC823A35EE64}"/>
              </a:ext>
            </a:extLst>
          </p:cNvPr>
          <p:cNvGrpSpPr/>
          <p:nvPr/>
        </p:nvGrpSpPr>
        <p:grpSpPr>
          <a:xfrm>
            <a:off x="7877160" y="4545633"/>
            <a:ext cx="3842882" cy="648000"/>
            <a:chOff x="7880947" y="4469649"/>
            <a:chExt cx="3842882" cy="648000"/>
          </a:xfrm>
        </p:grpSpPr>
        <p:sp>
          <p:nvSpPr>
            <p:cNvPr id="45" name="TextBox 4">
              <a:extLst>
                <a:ext uri="{FF2B5EF4-FFF2-40B4-BE49-F238E27FC236}">
                  <a16:creationId xmlns:a16="http://schemas.microsoft.com/office/drawing/2014/main" id="{C841AE11-0EA3-40DB-73B6-0AABE4F3BE4C}"/>
                </a:ext>
              </a:extLst>
            </p:cNvPr>
            <p:cNvSpPr txBox="1"/>
            <p:nvPr/>
          </p:nvSpPr>
          <p:spPr>
            <a:xfrm>
              <a:off x="8737615" y="4636683"/>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L’ETL</a:t>
              </a:r>
            </a:p>
          </p:txBody>
        </p:sp>
        <p:grpSp>
          <p:nvGrpSpPr>
            <p:cNvPr id="69" name="Groupe 68">
              <a:extLst>
                <a:ext uri="{FF2B5EF4-FFF2-40B4-BE49-F238E27FC236}">
                  <a16:creationId xmlns:a16="http://schemas.microsoft.com/office/drawing/2014/main" id="{9C075171-309D-8030-88FD-2D97A560502C}"/>
                </a:ext>
              </a:extLst>
            </p:cNvPr>
            <p:cNvGrpSpPr/>
            <p:nvPr/>
          </p:nvGrpSpPr>
          <p:grpSpPr>
            <a:xfrm>
              <a:off x="7880947" y="4469649"/>
              <a:ext cx="648000" cy="648000"/>
              <a:chOff x="7865191" y="3488386"/>
              <a:chExt cx="663756" cy="648000"/>
            </a:xfrm>
          </p:grpSpPr>
          <p:sp>
            <p:nvSpPr>
              <p:cNvPr id="46" name="Oval 9">
                <a:extLst>
                  <a:ext uri="{FF2B5EF4-FFF2-40B4-BE49-F238E27FC236}">
                    <a16:creationId xmlns:a16="http://schemas.microsoft.com/office/drawing/2014/main" id="{D86ABF6A-AD19-C210-19A7-AB48D83723C5}"/>
                  </a:ext>
                </a:extLst>
              </p:cNvPr>
              <p:cNvSpPr/>
              <p:nvPr/>
            </p:nvSpPr>
            <p:spPr>
              <a:xfrm>
                <a:off x="7865191" y="3488386"/>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4" name="Picture 4" descr="Etl - Iconos gratis de computadora">
                <a:extLst>
                  <a:ext uri="{FF2B5EF4-FFF2-40B4-BE49-F238E27FC236}">
                    <a16:creationId xmlns:a16="http://schemas.microsoft.com/office/drawing/2014/main" id="{C41C84D1-577A-4F04-45C7-7AA83061BE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55776" y="3571093"/>
                <a:ext cx="482586" cy="48258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1" name="Groupe 110">
            <a:extLst>
              <a:ext uri="{FF2B5EF4-FFF2-40B4-BE49-F238E27FC236}">
                <a16:creationId xmlns:a16="http://schemas.microsoft.com/office/drawing/2014/main" id="{AD060793-59C3-78F8-CE95-A0ADE7E80C51}"/>
              </a:ext>
            </a:extLst>
          </p:cNvPr>
          <p:cNvGrpSpPr/>
          <p:nvPr/>
        </p:nvGrpSpPr>
        <p:grpSpPr>
          <a:xfrm>
            <a:off x="7877160" y="2359284"/>
            <a:ext cx="3842882" cy="648000"/>
            <a:chOff x="7880947" y="2473254"/>
            <a:chExt cx="3842882" cy="648000"/>
          </a:xfrm>
        </p:grpSpPr>
        <p:sp>
          <p:nvSpPr>
            <p:cNvPr id="39" name="TextBox 4">
              <a:extLst>
                <a:ext uri="{FF2B5EF4-FFF2-40B4-BE49-F238E27FC236}">
                  <a16:creationId xmlns:a16="http://schemas.microsoft.com/office/drawing/2014/main" id="{9F723379-8717-0275-2A6C-9F210CEAD42B}"/>
                </a:ext>
              </a:extLst>
            </p:cNvPr>
            <p:cNvSpPr txBox="1"/>
            <p:nvPr/>
          </p:nvSpPr>
          <p:spPr>
            <a:xfrm>
              <a:off x="8737615" y="2640288"/>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L’API management</a:t>
              </a:r>
            </a:p>
          </p:txBody>
        </p:sp>
        <p:grpSp>
          <p:nvGrpSpPr>
            <p:cNvPr id="68" name="Groupe 67">
              <a:extLst>
                <a:ext uri="{FF2B5EF4-FFF2-40B4-BE49-F238E27FC236}">
                  <a16:creationId xmlns:a16="http://schemas.microsoft.com/office/drawing/2014/main" id="{94183892-46CF-E23A-3839-B305574E8FFC}"/>
                </a:ext>
              </a:extLst>
            </p:cNvPr>
            <p:cNvGrpSpPr/>
            <p:nvPr/>
          </p:nvGrpSpPr>
          <p:grpSpPr>
            <a:xfrm>
              <a:off x="7880947" y="2473254"/>
              <a:ext cx="648000" cy="648000"/>
              <a:chOff x="7865191" y="1954840"/>
              <a:chExt cx="663756" cy="648000"/>
            </a:xfrm>
          </p:grpSpPr>
          <p:sp>
            <p:nvSpPr>
              <p:cNvPr id="40" name="Oval 9">
                <a:extLst>
                  <a:ext uri="{FF2B5EF4-FFF2-40B4-BE49-F238E27FC236}">
                    <a16:creationId xmlns:a16="http://schemas.microsoft.com/office/drawing/2014/main" id="{C0E87504-7ABF-6174-7BAA-D6113F4E76B5}"/>
                  </a:ext>
                </a:extLst>
              </p:cNvPr>
              <p:cNvSpPr/>
              <p:nvPr/>
            </p:nvSpPr>
            <p:spPr>
              <a:xfrm>
                <a:off x="7865191" y="1954840"/>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5" name="Picture 6" descr="Api, management, cog, gear, website icon - Download on Iconfinder">
                <a:extLst>
                  <a:ext uri="{FF2B5EF4-FFF2-40B4-BE49-F238E27FC236}">
                    <a16:creationId xmlns:a16="http://schemas.microsoft.com/office/drawing/2014/main" id="{CEC27BF1-F31E-CA75-4ABB-971F0F722EB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94727" y="2089198"/>
                <a:ext cx="455485" cy="455485"/>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4" name="Groupe 113">
            <a:extLst>
              <a:ext uri="{FF2B5EF4-FFF2-40B4-BE49-F238E27FC236}">
                <a16:creationId xmlns:a16="http://schemas.microsoft.com/office/drawing/2014/main" id="{70A62B58-CD4D-0EB1-8109-25B5A0A1755B}"/>
              </a:ext>
            </a:extLst>
          </p:cNvPr>
          <p:cNvGrpSpPr/>
          <p:nvPr/>
        </p:nvGrpSpPr>
        <p:grpSpPr>
          <a:xfrm>
            <a:off x="7877160" y="901718"/>
            <a:ext cx="3839663" cy="648000"/>
            <a:chOff x="7880947" y="939708"/>
            <a:chExt cx="3839663" cy="648000"/>
          </a:xfrm>
        </p:grpSpPr>
        <p:sp>
          <p:nvSpPr>
            <p:cNvPr id="36" name="TextBox 4">
              <a:extLst>
                <a:ext uri="{FF2B5EF4-FFF2-40B4-BE49-F238E27FC236}">
                  <a16:creationId xmlns:a16="http://schemas.microsoft.com/office/drawing/2014/main" id="{0EE3CCEC-C4DD-276E-0586-816E18291BF8}"/>
                </a:ext>
              </a:extLst>
            </p:cNvPr>
            <p:cNvSpPr txBox="1"/>
            <p:nvPr/>
          </p:nvSpPr>
          <p:spPr>
            <a:xfrm>
              <a:off x="8734396" y="1107866"/>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Plateformes de médiation</a:t>
              </a:r>
            </a:p>
          </p:txBody>
        </p:sp>
        <p:grpSp>
          <p:nvGrpSpPr>
            <p:cNvPr id="67" name="Groupe 66">
              <a:extLst>
                <a:ext uri="{FF2B5EF4-FFF2-40B4-BE49-F238E27FC236}">
                  <a16:creationId xmlns:a16="http://schemas.microsoft.com/office/drawing/2014/main" id="{BB935DDB-705F-EA58-4A42-C38A67D58E3F}"/>
                </a:ext>
              </a:extLst>
            </p:cNvPr>
            <p:cNvGrpSpPr/>
            <p:nvPr/>
          </p:nvGrpSpPr>
          <p:grpSpPr>
            <a:xfrm>
              <a:off x="7880947" y="939708"/>
              <a:ext cx="648000" cy="648000"/>
              <a:chOff x="7865191" y="1188067"/>
              <a:chExt cx="663756" cy="648000"/>
            </a:xfrm>
          </p:grpSpPr>
          <p:sp>
            <p:nvSpPr>
              <p:cNvPr id="37" name="Oval 9">
                <a:extLst>
                  <a:ext uri="{FF2B5EF4-FFF2-40B4-BE49-F238E27FC236}">
                    <a16:creationId xmlns:a16="http://schemas.microsoft.com/office/drawing/2014/main" id="{F95B015E-DB72-9276-EB93-9FB345D474E1}"/>
                  </a:ext>
                </a:extLst>
              </p:cNvPr>
              <p:cNvSpPr/>
              <p:nvPr/>
            </p:nvSpPr>
            <p:spPr>
              <a:xfrm>
                <a:off x="7865191" y="1188067"/>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2" name="Picture 8" descr="Icône Cible, objectif dans Marketing (Outline) icon set">
                <a:extLst>
                  <a:ext uri="{FF2B5EF4-FFF2-40B4-BE49-F238E27FC236}">
                    <a16:creationId xmlns:a16="http://schemas.microsoft.com/office/drawing/2014/main" id="{BDAFF441-00EE-DC2C-4FE0-564B51EF9BE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41645" y="1256643"/>
                <a:ext cx="510848" cy="51084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3" name="Groupe 112">
            <a:extLst>
              <a:ext uri="{FF2B5EF4-FFF2-40B4-BE49-F238E27FC236}">
                <a16:creationId xmlns:a16="http://schemas.microsoft.com/office/drawing/2014/main" id="{382159C3-021D-B3BB-6438-CE906B6FA521}"/>
              </a:ext>
            </a:extLst>
          </p:cNvPr>
          <p:cNvGrpSpPr/>
          <p:nvPr/>
        </p:nvGrpSpPr>
        <p:grpSpPr>
          <a:xfrm>
            <a:off x="7877160" y="1630501"/>
            <a:ext cx="3842882" cy="648000"/>
            <a:chOff x="7880947" y="1706481"/>
            <a:chExt cx="3842882" cy="648000"/>
          </a:xfrm>
        </p:grpSpPr>
        <p:sp>
          <p:nvSpPr>
            <p:cNvPr id="54" name="TextBox 4">
              <a:extLst>
                <a:ext uri="{FF2B5EF4-FFF2-40B4-BE49-F238E27FC236}">
                  <a16:creationId xmlns:a16="http://schemas.microsoft.com/office/drawing/2014/main" id="{5D54B8AE-8409-6AB1-B235-6D655B69E37B}"/>
                </a:ext>
              </a:extLst>
            </p:cNvPr>
            <p:cNvSpPr txBox="1"/>
            <p:nvPr/>
          </p:nvSpPr>
          <p:spPr>
            <a:xfrm>
              <a:off x="8737615" y="1876903"/>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Typologies de flux </a:t>
              </a:r>
            </a:p>
          </p:txBody>
        </p:sp>
        <p:grpSp>
          <p:nvGrpSpPr>
            <p:cNvPr id="73" name="Groupe 72">
              <a:extLst>
                <a:ext uri="{FF2B5EF4-FFF2-40B4-BE49-F238E27FC236}">
                  <a16:creationId xmlns:a16="http://schemas.microsoft.com/office/drawing/2014/main" id="{640BF671-C2E0-7B90-22E4-5ED05B25F21F}"/>
                </a:ext>
              </a:extLst>
            </p:cNvPr>
            <p:cNvGrpSpPr/>
            <p:nvPr/>
          </p:nvGrpSpPr>
          <p:grpSpPr>
            <a:xfrm>
              <a:off x="7880947" y="1706481"/>
              <a:ext cx="648000" cy="648000"/>
              <a:chOff x="7865191" y="5788706"/>
              <a:chExt cx="663756" cy="648000"/>
            </a:xfrm>
          </p:grpSpPr>
          <p:sp>
            <p:nvSpPr>
              <p:cNvPr id="55" name="Oval 9">
                <a:extLst>
                  <a:ext uri="{FF2B5EF4-FFF2-40B4-BE49-F238E27FC236}">
                    <a16:creationId xmlns:a16="http://schemas.microsoft.com/office/drawing/2014/main" id="{8C62FFDF-D06B-043C-E6E9-520CB4B67950}"/>
                  </a:ext>
                </a:extLst>
              </p:cNvPr>
              <p:cNvSpPr/>
              <p:nvPr/>
            </p:nvSpPr>
            <p:spPr>
              <a:xfrm>
                <a:off x="7865191" y="5788706"/>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4" name="Picture 10" descr="Flux de travail - Icônes entreprise gratuites">
                <a:extLst>
                  <a:ext uri="{FF2B5EF4-FFF2-40B4-BE49-F238E27FC236}">
                    <a16:creationId xmlns:a16="http://schemas.microsoft.com/office/drawing/2014/main" id="{E7108A0A-EDD7-B70D-771E-800ED711E42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47416" y="5863053"/>
                <a:ext cx="499306" cy="49930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5" name="Groupe 114">
            <a:extLst>
              <a:ext uri="{FF2B5EF4-FFF2-40B4-BE49-F238E27FC236}">
                <a16:creationId xmlns:a16="http://schemas.microsoft.com/office/drawing/2014/main" id="{9688AF71-F11B-F7F7-1BF1-469F1FE3DA94}"/>
              </a:ext>
            </a:extLst>
          </p:cNvPr>
          <p:cNvGrpSpPr/>
          <p:nvPr/>
        </p:nvGrpSpPr>
        <p:grpSpPr>
          <a:xfrm>
            <a:off x="7877160" y="172935"/>
            <a:ext cx="3846669" cy="648000"/>
            <a:chOff x="7877160" y="172935"/>
            <a:chExt cx="3846669" cy="648000"/>
          </a:xfrm>
        </p:grpSpPr>
        <p:sp>
          <p:nvSpPr>
            <p:cNvPr id="102" name="TextBox 4">
              <a:extLst>
                <a:ext uri="{FF2B5EF4-FFF2-40B4-BE49-F238E27FC236}">
                  <a16:creationId xmlns:a16="http://schemas.microsoft.com/office/drawing/2014/main" id="{08EF1DAE-D77A-794C-3B18-C2C6C135E72E}"/>
                </a:ext>
              </a:extLst>
            </p:cNvPr>
            <p:cNvSpPr txBox="1"/>
            <p:nvPr/>
          </p:nvSpPr>
          <p:spPr>
            <a:xfrm>
              <a:off x="8737615" y="339969"/>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Médiation et urbanisation</a:t>
              </a:r>
            </a:p>
          </p:txBody>
        </p:sp>
        <p:grpSp>
          <p:nvGrpSpPr>
            <p:cNvPr id="76" name="Groupe 75">
              <a:extLst>
                <a:ext uri="{FF2B5EF4-FFF2-40B4-BE49-F238E27FC236}">
                  <a16:creationId xmlns:a16="http://schemas.microsoft.com/office/drawing/2014/main" id="{CE01ABCF-F61E-3F10-719A-B81BE6A61CD4}"/>
                </a:ext>
              </a:extLst>
            </p:cNvPr>
            <p:cNvGrpSpPr/>
            <p:nvPr/>
          </p:nvGrpSpPr>
          <p:grpSpPr>
            <a:xfrm>
              <a:off x="7877160" y="172935"/>
              <a:ext cx="648000" cy="648000"/>
              <a:chOff x="7877160" y="421293"/>
              <a:chExt cx="648000" cy="648000"/>
            </a:xfrm>
          </p:grpSpPr>
          <p:sp>
            <p:nvSpPr>
              <p:cNvPr id="103" name="Oval 9">
                <a:extLst>
                  <a:ext uri="{FF2B5EF4-FFF2-40B4-BE49-F238E27FC236}">
                    <a16:creationId xmlns:a16="http://schemas.microsoft.com/office/drawing/2014/main" id="{8AC00DDB-26A3-6160-4A14-ED454F592BDC}"/>
                  </a:ext>
                </a:extLst>
              </p:cNvPr>
              <p:cNvSpPr/>
              <p:nvPr/>
            </p:nvSpPr>
            <p:spPr>
              <a:xfrm>
                <a:off x="7877160" y="42129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75" name="Shape 7692">
                <a:extLst>
                  <a:ext uri="{FF2B5EF4-FFF2-40B4-BE49-F238E27FC236}">
                    <a16:creationId xmlns:a16="http://schemas.microsoft.com/office/drawing/2014/main" id="{BB65BE64-CCCA-0B16-C0CB-52B00EE5D1D9}"/>
                  </a:ext>
                </a:extLst>
              </p:cNvPr>
              <p:cNvSpPr/>
              <p:nvPr/>
            </p:nvSpPr>
            <p:spPr>
              <a:xfrm>
                <a:off x="7976160" y="520293"/>
                <a:ext cx="450000" cy="450000"/>
              </a:xfrm>
              <a:custGeom>
                <a:avLst/>
                <a:gdLst/>
                <a:ahLst/>
                <a:cxnLst/>
                <a:rect l="0" t="0" r="0" b="0"/>
                <a:pathLst>
                  <a:path w="120000" h="120000" extrusionOk="0">
                    <a:moveTo>
                      <a:pt x="114544" y="44972"/>
                    </a:moveTo>
                    <a:lnTo>
                      <a:pt x="111616" y="48000"/>
                    </a:lnTo>
                    <a:cubicBezTo>
                      <a:pt x="107188" y="46811"/>
                      <a:pt x="102677" y="46233"/>
                      <a:pt x="98194" y="46233"/>
                    </a:cubicBezTo>
                    <a:lnTo>
                      <a:pt x="95277" y="40983"/>
                    </a:lnTo>
                    <a:cubicBezTo>
                      <a:pt x="94733" y="40016"/>
                      <a:pt x="93950" y="39083"/>
                      <a:pt x="93005" y="38538"/>
                    </a:cubicBezTo>
                    <a:cubicBezTo>
                      <a:pt x="92227" y="38088"/>
                      <a:pt x="91344" y="37900"/>
                      <a:pt x="90377" y="38155"/>
                    </a:cubicBezTo>
                    <a:lnTo>
                      <a:pt x="74927" y="42294"/>
                    </a:lnTo>
                    <a:cubicBezTo>
                      <a:pt x="72788" y="42866"/>
                      <a:pt x="72194" y="45138"/>
                      <a:pt x="72094" y="47194"/>
                    </a:cubicBezTo>
                    <a:lnTo>
                      <a:pt x="72200" y="53166"/>
                    </a:lnTo>
                    <a:cubicBezTo>
                      <a:pt x="68294" y="55405"/>
                      <a:pt x="64661" y="58172"/>
                      <a:pt x="61405" y="61427"/>
                    </a:cubicBezTo>
                    <a:lnTo>
                      <a:pt x="55683" y="59788"/>
                    </a:lnTo>
                    <a:cubicBezTo>
                      <a:pt x="53738" y="59244"/>
                      <a:pt x="51327" y="59344"/>
                      <a:pt x="50222" y="61255"/>
                    </a:cubicBezTo>
                    <a:lnTo>
                      <a:pt x="42222" y="75111"/>
                    </a:lnTo>
                    <a:cubicBezTo>
                      <a:pt x="41116" y="77022"/>
                      <a:pt x="42300" y="79050"/>
                      <a:pt x="43683" y="80577"/>
                    </a:cubicBezTo>
                    <a:lnTo>
                      <a:pt x="47961" y="84711"/>
                    </a:lnTo>
                    <a:cubicBezTo>
                      <a:pt x="46772" y="89161"/>
                      <a:pt x="46194" y="93688"/>
                      <a:pt x="46205" y="98188"/>
                    </a:cubicBezTo>
                    <a:lnTo>
                      <a:pt x="40983" y="101088"/>
                    </a:lnTo>
                    <a:cubicBezTo>
                      <a:pt x="39222" y="102072"/>
                      <a:pt x="37583" y="103850"/>
                      <a:pt x="38155" y="105983"/>
                    </a:cubicBezTo>
                    <a:lnTo>
                      <a:pt x="40450" y="114550"/>
                    </a:lnTo>
                    <a:lnTo>
                      <a:pt x="10911" y="114550"/>
                    </a:lnTo>
                    <a:cubicBezTo>
                      <a:pt x="7900" y="114550"/>
                      <a:pt x="5455" y="112100"/>
                      <a:pt x="5455" y="109088"/>
                    </a:cubicBezTo>
                    <a:lnTo>
                      <a:pt x="5455" y="62727"/>
                    </a:lnTo>
                    <a:lnTo>
                      <a:pt x="10727" y="62727"/>
                    </a:lnTo>
                    <a:cubicBezTo>
                      <a:pt x="12933" y="62727"/>
                      <a:pt x="14100" y="60688"/>
                      <a:pt x="14727" y="58727"/>
                    </a:cubicBezTo>
                    <a:lnTo>
                      <a:pt x="16183" y="52905"/>
                    </a:lnTo>
                    <a:cubicBezTo>
                      <a:pt x="20616" y="51722"/>
                      <a:pt x="24811" y="49961"/>
                      <a:pt x="28688" y="47722"/>
                    </a:cubicBezTo>
                    <a:lnTo>
                      <a:pt x="33838" y="50811"/>
                    </a:lnTo>
                    <a:cubicBezTo>
                      <a:pt x="34861" y="51338"/>
                      <a:pt x="36022" y="51761"/>
                      <a:pt x="37116" y="51761"/>
                    </a:cubicBezTo>
                    <a:cubicBezTo>
                      <a:pt x="37983" y="51761"/>
                      <a:pt x="38805" y="51500"/>
                      <a:pt x="39500" y="50811"/>
                    </a:cubicBezTo>
                    <a:lnTo>
                      <a:pt x="50811" y="39494"/>
                    </a:lnTo>
                    <a:cubicBezTo>
                      <a:pt x="52372" y="37933"/>
                      <a:pt x="51844" y="35577"/>
                      <a:pt x="50811" y="33838"/>
                    </a:cubicBezTo>
                    <a:lnTo>
                      <a:pt x="47738" y="28716"/>
                    </a:lnTo>
                    <a:cubicBezTo>
                      <a:pt x="49994" y="24827"/>
                      <a:pt x="51761" y="20616"/>
                      <a:pt x="52950" y="16172"/>
                    </a:cubicBezTo>
                    <a:lnTo>
                      <a:pt x="58727" y="14727"/>
                    </a:lnTo>
                    <a:cubicBezTo>
                      <a:pt x="60688" y="14100"/>
                      <a:pt x="62727" y="12933"/>
                      <a:pt x="62727" y="10727"/>
                    </a:cubicBezTo>
                    <a:lnTo>
                      <a:pt x="62727" y="5455"/>
                    </a:lnTo>
                    <a:lnTo>
                      <a:pt x="109088" y="5455"/>
                    </a:lnTo>
                    <a:cubicBezTo>
                      <a:pt x="112100" y="5455"/>
                      <a:pt x="114544" y="7894"/>
                      <a:pt x="114544" y="10911"/>
                    </a:cubicBezTo>
                    <a:cubicBezTo>
                      <a:pt x="114544" y="10911"/>
                      <a:pt x="114544" y="44972"/>
                      <a:pt x="114544" y="44972"/>
                    </a:cubicBezTo>
                    <a:close/>
                    <a:moveTo>
                      <a:pt x="114544" y="69966"/>
                    </a:moveTo>
                    <a:cubicBezTo>
                      <a:pt x="109722" y="67155"/>
                      <a:pt x="104166" y="65455"/>
                      <a:pt x="98183" y="65455"/>
                    </a:cubicBezTo>
                    <a:cubicBezTo>
                      <a:pt x="80105" y="65455"/>
                      <a:pt x="65455" y="80105"/>
                      <a:pt x="65455" y="98183"/>
                    </a:cubicBezTo>
                    <a:cubicBezTo>
                      <a:pt x="65455" y="104172"/>
                      <a:pt x="67155" y="109722"/>
                      <a:pt x="69966" y="114550"/>
                    </a:cubicBezTo>
                    <a:lnTo>
                      <a:pt x="46100" y="114550"/>
                    </a:lnTo>
                    <a:lnTo>
                      <a:pt x="43750" y="105788"/>
                    </a:lnTo>
                    <a:lnTo>
                      <a:pt x="48855" y="102955"/>
                    </a:lnTo>
                    <a:cubicBezTo>
                      <a:pt x="50588" y="101988"/>
                      <a:pt x="51661" y="100155"/>
                      <a:pt x="51661" y="98172"/>
                    </a:cubicBezTo>
                    <a:cubicBezTo>
                      <a:pt x="51655" y="94100"/>
                      <a:pt x="52177" y="90044"/>
                      <a:pt x="53233" y="86122"/>
                    </a:cubicBezTo>
                    <a:cubicBezTo>
                      <a:pt x="53744" y="84211"/>
                      <a:pt x="53177" y="82172"/>
                      <a:pt x="51755" y="80794"/>
                    </a:cubicBezTo>
                    <a:lnTo>
                      <a:pt x="47622" y="76794"/>
                    </a:lnTo>
                    <a:cubicBezTo>
                      <a:pt x="47605" y="76777"/>
                      <a:pt x="47588" y="76761"/>
                      <a:pt x="47577" y="76738"/>
                    </a:cubicBezTo>
                    <a:lnTo>
                      <a:pt x="54311" y="65072"/>
                    </a:lnTo>
                    <a:lnTo>
                      <a:pt x="59905" y="66672"/>
                    </a:lnTo>
                    <a:cubicBezTo>
                      <a:pt x="61811" y="67216"/>
                      <a:pt x="63861" y="66683"/>
                      <a:pt x="65266" y="65283"/>
                    </a:cubicBezTo>
                    <a:cubicBezTo>
                      <a:pt x="68133" y="62411"/>
                      <a:pt x="71377" y="59927"/>
                      <a:pt x="74916" y="57894"/>
                    </a:cubicBezTo>
                    <a:cubicBezTo>
                      <a:pt x="76633" y="56905"/>
                      <a:pt x="77683" y="55061"/>
                      <a:pt x="77650" y="53077"/>
                    </a:cubicBezTo>
                    <a:lnTo>
                      <a:pt x="77555" y="47300"/>
                    </a:lnTo>
                    <a:lnTo>
                      <a:pt x="77555" y="47238"/>
                    </a:lnTo>
                    <a:lnTo>
                      <a:pt x="90577" y="43750"/>
                    </a:lnTo>
                    <a:lnTo>
                      <a:pt x="93427" y="48883"/>
                    </a:lnTo>
                    <a:cubicBezTo>
                      <a:pt x="93916" y="49766"/>
                      <a:pt x="94622" y="50472"/>
                      <a:pt x="95466" y="50955"/>
                    </a:cubicBezTo>
                    <a:cubicBezTo>
                      <a:pt x="96277" y="51427"/>
                      <a:pt x="97216" y="51688"/>
                      <a:pt x="98194" y="51688"/>
                    </a:cubicBezTo>
                    <a:cubicBezTo>
                      <a:pt x="102261" y="51688"/>
                      <a:pt x="106305" y="52216"/>
                      <a:pt x="110205" y="53272"/>
                    </a:cubicBezTo>
                    <a:cubicBezTo>
                      <a:pt x="111700" y="53666"/>
                      <a:pt x="113272" y="53394"/>
                      <a:pt x="114544" y="52577"/>
                    </a:cubicBezTo>
                    <a:cubicBezTo>
                      <a:pt x="114544" y="52577"/>
                      <a:pt x="114544" y="69966"/>
                      <a:pt x="114544" y="69966"/>
                    </a:cubicBezTo>
                    <a:close/>
                    <a:moveTo>
                      <a:pt x="114544" y="85972"/>
                    </a:moveTo>
                    <a:lnTo>
                      <a:pt x="106072" y="90683"/>
                    </a:lnTo>
                    <a:cubicBezTo>
                      <a:pt x="104083" y="88588"/>
                      <a:pt x="101294" y="87272"/>
                      <a:pt x="98183" y="87272"/>
                    </a:cubicBezTo>
                    <a:cubicBezTo>
                      <a:pt x="95072" y="87272"/>
                      <a:pt x="92277" y="88588"/>
                      <a:pt x="90294" y="90683"/>
                    </a:cubicBezTo>
                    <a:lnTo>
                      <a:pt x="75794" y="82627"/>
                    </a:lnTo>
                    <a:cubicBezTo>
                      <a:pt x="80722" y="75550"/>
                      <a:pt x="88905" y="70911"/>
                      <a:pt x="98183" y="70911"/>
                    </a:cubicBezTo>
                    <a:cubicBezTo>
                      <a:pt x="104350" y="70911"/>
                      <a:pt x="109988" y="73005"/>
                      <a:pt x="114544" y="76466"/>
                    </a:cubicBezTo>
                    <a:cubicBezTo>
                      <a:pt x="114544" y="76466"/>
                      <a:pt x="114544" y="85972"/>
                      <a:pt x="114544" y="85972"/>
                    </a:cubicBezTo>
                    <a:close/>
                    <a:moveTo>
                      <a:pt x="114544" y="109088"/>
                    </a:moveTo>
                    <a:cubicBezTo>
                      <a:pt x="114544" y="112100"/>
                      <a:pt x="112100" y="114550"/>
                      <a:pt x="109088" y="114550"/>
                    </a:cubicBezTo>
                    <a:lnTo>
                      <a:pt x="100911" y="114550"/>
                    </a:lnTo>
                    <a:lnTo>
                      <a:pt x="100911" y="108705"/>
                    </a:lnTo>
                    <a:cubicBezTo>
                      <a:pt x="105605" y="107488"/>
                      <a:pt x="109088" y="103261"/>
                      <a:pt x="109088" y="98183"/>
                    </a:cubicBezTo>
                    <a:cubicBezTo>
                      <a:pt x="109088" y="97233"/>
                      <a:pt x="108933" y="96327"/>
                      <a:pt x="108705" y="95455"/>
                    </a:cubicBezTo>
                    <a:lnTo>
                      <a:pt x="114544" y="92211"/>
                    </a:lnTo>
                    <a:cubicBezTo>
                      <a:pt x="114544" y="92211"/>
                      <a:pt x="114544" y="109088"/>
                      <a:pt x="114544" y="109088"/>
                    </a:cubicBezTo>
                    <a:close/>
                    <a:moveTo>
                      <a:pt x="92727" y="98183"/>
                    </a:moveTo>
                    <a:cubicBezTo>
                      <a:pt x="92727" y="95172"/>
                      <a:pt x="95172" y="92727"/>
                      <a:pt x="98183" y="92727"/>
                    </a:cubicBezTo>
                    <a:cubicBezTo>
                      <a:pt x="101188" y="92727"/>
                      <a:pt x="103638" y="95172"/>
                      <a:pt x="103638" y="98183"/>
                    </a:cubicBezTo>
                    <a:cubicBezTo>
                      <a:pt x="103638" y="101194"/>
                      <a:pt x="101188" y="103638"/>
                      <a:pt x="98183" y="103638"/>
                    </a:cubicBezTo>
                    <a:cubicBezTo>
                      <a:pt x="95172" y="103638"/>
                      <a:pt x="92727" y="101194"/>
                      <a:pt x="92727" y="98183"/>
                    </a:cubicBezTo>
                    <a:moveTo>
                      <a:pt x="95455" y="114550"/>
                    </a:moveTo>
                    <a:lnTo>
                      <a:pt x="76427" y="114550"/>
                    </a:lnTo>
                    <a:cubicBezTo>
                      <a:pt x="72988" y="109983"/>
                      <a:pt x="70911" y="104338"/>
                      <a:pt x="70911" y="98183"/>
                    </a:cubicBezTo>
                    <a:cubicBezTo>
                      <a:pt x="70911" y="94344"/>
                      <a:pt x="71705" y="90700"/>
                      <a:pt x="73138" y="87388"/>
                    </a:cubicBezTo>
                    <a:lnTo>
                      <a:pt x="87661" y="95455"/>
                    </a:lnTo>
                    <a:cubicBezTo>
                      <a:pt x="87433" y="96327"/>
                      <a:pt x="87272" y="97233"/>
                      <a:pt x="87272" y="98183"/>
                    </a:cubicBezTo>
                    <a:cubicBezTo>
                      <a:pt x="87272" y="103261"/>
                      <a:pt x="90755" y="107488"/>
                      <a:pt x="95455" y="108705"/>
                    </a:cubicBezTo>
                    <a:cubicBezTo>
                      <a:pt x="95455" y="108705"/>
                      <a:pt x="95455" y="114550"/>
                      <a:pt x="95455" y="114550"/>
                    </a:cubicBezTo>
                    <a:close/>
                    <a:moveTo>
                      <a:pt x="5455" y="29866"/>
                    </a:moveTo>
                    <a:cubicBezTo>
                      <a:pt x="18338" y="28583"/>
                      <a:pt x="28583" y="18338"/>
                      <a:pt x="29861" y="5455"/>
                    </a:cubicBezTo>
                    <a:lnTo>
                      <a:pt x="57272" y="5455"/>
                    </a:lnTo>
                    <a:lnTo>
                      <a:pt x="57272" y="9461"/>
                    </a:lnTo>
                    <a:cubicBezTo>
                      <a:pt x="57250" y="9472"/>
                      <a:pt x="57233" y="9477"/>
                      <a:pt x="57211" y="9483"/>
                    </a:cubicBezTo>
                    <a:lnTo>
                      <a:pt x="51627" y="10877"/>
                    </a:lnTo>
                    <a:cubicBezTo>
                      <a:pt x="49705" y="11361"/>
                      <a:pt x="48194" y="12850"/>
                      <a:pt x="47683" y="14761"/>
                    </a:cubicBezTo>
                    <a:cubicBezTo>
                      <a:pt x="46633" y="18683"/>
                      <a:pt x="45066" y="22455"/>
                      <a:pt x="43022" y="25977"/>
                    </a:cubicBezTo>
                    <a:cubicBezTo>
                      <a:pt x="42022" y="27700"/>
                      <a:pt x="42038" y="29822"/>
                      <a:pt x="43061" y="31522"/>
                    </a:cubicBezTo>
                    <a:lnTo>
                      <a:pt x="46066" y="36527"/>
                    </a:lnTo>
                    <a:lnTo>
                      <a:pt x="36533" y="46061"/>
                    </a:lnTo>
                    <a:cubicBezTo>
                      <a:pt x="36516" y="46055"/>
                      <a:pt x="36494" y="46044"/>
                      <a:pt x="36477" y="46033"/>
                    </a:cubicBezTo>
                    <a:lnTo>
                      <a:pt x="31494" y="43044"/>
                    </a:lnTo>
                    <a:cubicBezTo>
                      <a:pt x="30627" y="42527"/>
                      <a:pt x="29661" y="42266"/>
                      <a:pt x="28688" y="42266"/>
                    </a:cubicBezTo>
                    <a:cubicBezTo>
                      <a:pt x="27750" y="42266"/>
                      <a:pt x="26805" y="42511"/>
                      <a:pt x="25961" y="42994"/>
                    </a:cubicBezTo>
                    <a:cubicBezTo>
                      <a:pt x="22438" y="45033"/>
                      <a:pt x="18677" y="46594"/>
                      <a:pt x="14772" y="47638"/>
                    </a:cubicBezTo>
                    <a:cubicBezTo>
                      <a:pt x="12861" y="48144"/>
                      <a:pt x="11372" y="49655"/>
                      <a:pt x="10888" y="51583"/>
                    </a:cubicBezTo>
                    <a:lnTo>
                      <a:pt x="9483" y="57211"/>
                    </a:lnTo>
                    <a:cubicBezTo>
                      <a:pt x="9477" y="57233"/>
                      <a:pt x="9472" y="57250"/>
                      <a:pt x="9461" y="57277"/>
                    </a:cubicBezTo>
                    <a:lnTo>
                      <a:pt x="5455" y="57277"/>
                    </a:lnTo>
                    <a:cubicBezTo>
                      <a:pt x="5455" y="57277"/>
                      <a:pt x="5455" y="29866"/>
                      <a:pt x="5455" y="29866"/>
                    </a:cubicBezTo>
                    <a:close/>
                    <a:moveTo>
                      <a:pt x="5455" y="10911"/>
                    </a:moveTo>
                    <a:cubicBezTo>
                      <a:pt x="5455" y="7894"/>
                      <a:pt x="7900" y="5455"/>
                      <a:pt x="10911" y="5455"/>
                    </a:cubicBezTo>
                    <a:lnTo>
                      <a:pt x="24355" y="5455"/>
                    </a:lnTo>
                    <a:cubicBezTo>
                      <a:pt x="23122" y="15322"/>
                      <a:pt x="15322" y="23122"/>
                      <a:pt x="5455" y="24355"/>
                    </a:cubicBezTo>
                    <a:cubicBezTo>
                      <a:pt x="5455" y="24355"/>
                      <a:pt x="5455" y="10911"/>
                      <a:pt x="5455" y="10911"/>
                    </a:cubicBezTo>
                    <a:close/>
                    <a:moveTo>
                      <a:pt x="109088" y="0"/>
                    </a:moveTo>
                    <a:lnTo>
                      <a:pt x="10911" y="0"/>
                    </a:lnTo>
                    <a:cubicBezTo>
                      <a:pt x="4883" y="0"/>
                      <a:pt x="0" y="4883"/>
                      <a:pt x="0" y="10911"/>
                    </a:cubicBezTo>
                    <a:lnTo>
                      <a:pt x="0" y="109088"/>
                    </a:lnTo>
                    <a:cubicBezTo>
                      <a:pt x="0" y="115116"/>
                      <a:pt x="4883" y="120000"/>
                      <a:pt x="10911" y="120000"/>
                    </a:cubicBezTo>
                    <a:lnTo>
                      <a:pt x="109088" y="120000"/>
                    </a:lnTo>
                    <a:cubicBezTo>
                      <a:pt x="115116" y="120000"/>
                      <a:pt x="120000" y="115116"/>
                      <a:pt x="120000" y="109088"/>
                    </a:cubicBezTo>
                    <a:lnTo>
                      <a:pt x="120000" y="10911"/>
                    </a:lnTo>
                    <a:cubicBezTo>
                      <a:pt x="120000" y="4883"/>
                      <a:pt x="115116" y="0"/>
                      <a:pt x="109088" y="0"/>
                    </a:cubicBezTo>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grpSp>
      </p:grpSp>
      <p:grpSp>
        <p:nvGrpSpPr>
          <p:cNvPr id="82" name="Groupe 81">
            <a:extLst>
              <a:ext uri="{FF2B5EF4-FFF2-40B4-BE49-F238E27FC236}">
                <a16:creationId xmlns:a16="http://schemas.microsoft.com/office/drawing/2014/main" id="{E70F0B52-5F52-96BF-AEB5-7BB561F58AF7}"/>
              </a:ext>
            </a:extLst>
          </p:cNvPr>
          <p:cNvGrpSpPr>
            <a:grpSpLocks noChangeAspect="1"/>
          </p:cNvGrpSpPr>
          <p:nvPr/>
        </p:nvGrpSpPr>
        <p:grpSpPr>
          <a:xfrm>
            <a:off x="102722" y="3105000"/>
            <a:ext cx="648000" cy="648000"/>
            <a:chOff x="7838379" y="2027071"/>
            <a:chExt cx="748248" cy="748248"/>
          </a:xfrm>
        </p:grpSpPr>
        <p:sp>
          <p:nvSpPr>
            <p:cNvPr id="83" name="Oval 9">
              <a:extLst>
                <a:ext uri="{FF2B5EF4-FFF2-40B4-BE49-F238E27FC236}">
                  <a16:creationId xmlns:a16="http://schemas.microsoft.com/office/drawing/2014/main" id="{09E29480-55AA-1E9C-126F-CA7521CCEBF8}"/>
                </a:ext>
              </a:extLst>
            </p:cNvPr>
            <p:cNvSpPr/>
            <p:nvPr/>
          </p:nvSpPr>
          <p:spPr>
            <a:xfrm>
              <a:off x="7838379" y="2027071"/>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en-US" sz="2800" spc="300">
                <a:latin typeface="Arial" charset="0"/>
                <a:ea typeface="Arial" charset="0"/>
                <a:cs typeface="Arial" charset="0"/>
              </a:endParaRPr>
            </a:p>
          </p:txBody>
        </p:sp>
        <p:pic>
          <p:nvPicPr>
            <p:cNvPr id="84" name="Picture 4">
              <a:extLst>
                <a:ext uri="{FF2B5EF4-FFF2-40B4-BE49-F238E27FC236}">
                  <a16:creationId xmlns:a16="http://schemas.microsoft.com/office/drawing/2014/main" id="{F8A65C2C-4798-8D41-7566-F72A0D96507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49721" y="2151620"/>
              <a:ext cx="513183" cy="513183"/>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Box 4">
            <a:extLst>
              <a:ext uri="{FF2B5EF4-FFF2-40B4-BE49-F238E27FC236}">
                <a16:creationId xmlns:a16="http://schemas.microsoft.com/office/drawing/2014/main" id="{5410D7A1-EE28-F118-3AD3-0D94CEF620E9}"/>
              </a:ext>
            </a:extLst>
          </p:cNvPr>
          <p:cNvSpPr txBox="1"/>
          <p:nvPr/>
        </p:nvSpPr>
        <p:spPr>
          <a:xfrm>
            <a:off x="8733828" y="3255101"/>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b="1">
                <a:solidFill>
                  <a:schemeClr val="bg1"/>
                </a:solidFill>
              </a:rPr>
              <a:t>Le MOM</a:t>
            </a:r>
          </a:p>
        </p:txBody>
      </p:sp>
      <p:grpSp>
        <p:nvGrpSpPr>
          <p:cNvPr id="3" name="Groupe 2">
            <a:extLst>
              <a:ext uri="{FF2B5EF4-FFF2-40B4-BE49-F238E27FC236}">
                <a16:creationId xmlns:a16="http://schemas.microsoft.com/office/drawing/2014/main" id="{4C6D1DA7-B7F6-CEB4-266C-78A129CEFEE2}"/>
              </a:ext>
            </a:extLst>
          </p:cNvPr>
          <p:cNvGrpSpPr/>
          <p:nvPr/>
        </p:nvGrpSpPr>
        <p:grpSpPr>
          <a:xfrm>
            <a:off x="7877160" y="3088067"/>
            <a:ext cx="648000" cy="648000"/>
            <a:chOff x="7877160" y="3088067"/>
            <a:chExt cx="648000" cy="648000"/>
          </a:xfrm>
        </p:grpSpPr>
        <p:sp>
          <p:nvSpPr>
            <p:cNvPr id="105" name="Oval 9">
              <a:extLst>
                <a:ext uri="{FF2B5EF4-FFF2-40B4-BE49-F238E27FC236}">
                  <a16:creationId xmlns:a16="http://schemas.microsoft.com/office/drawing/2014/main" id="{D63109E9-2F41-3CC4-4E40-97907A5791DA}"/>
                </a:ext>
              </a:extLst>
            </p:cNvPr>
            <p:cNvSpPr/>
            <p:nvPr/>
          </p:nvSpPr>
          <p:spPr>
            <a:xfrm>
              <a:off x="7877160" y="3088067"/>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9570" name="Picture 2" descr="middleware Vector Icons free download in SVG, PNG Format">
              <a:extLst>
                <a:ext uri="{FF2B5EF4-FFF2-40B4-BE49-F238E27FC236}">
                  <a16:creationId xmlns:a16="http://schemas.microsoft.com/office/drawing/2014/main" id="{DDE30AC4-C8CA-1BB5-B7B1-9AA4B3DDCE5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03266" y="3214173"/>
              <a:ext cx="440945" cy="440945"/>
            </a:xfrm>
            <a:prstGeom prst="rect">
              <a:avLst/>
            </a:prstGeom>
            <a:noFill/>
            <a:extLst>
              <a:ext uri="{909E8E84-426E-40DD-AFC4-6F175D3DCCD1}">
                <a14:hiddenFill xmlns:a14="http://schemas.microsoft.com/office/drawing/2010/main">
                  <a:solidFill>
                    <a:srgbClr val="FFFFFF"/>
                  </a:solidFill>
                </a14:hiddenFill>
              </a:ext>
            </a:extLst>
          </p:spPr>
        </p:pic>
      </p:grpSp>
      <p:pic>
        <p:nvPicPr>
          <p:cNvPr id="2" name="Picture 2">
            <a:extLst>
              <a:ext uri="{FF2B5EF4-FFF2-40B4-BE49-F238E27FC236}">
                <a16:creationId xmlns:a16="http://schemas.microsoft.com/office/drawing/2014/main" id="{AD1D0F4F-0558-4EB2-5BFF-F481319BD29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73279" y="3584864"/>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1325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4E66A6BE-06A3-764C-04F1-42A06020C093}"/>
              </a:ext>
            </a:extLst>
          </p:cNvPr>
          <p:cNvSpPr>
            <a:spLocks noGrp="1"/>
          </p:cNvSpPr>
          <p:nvPr>
            <p:ph type="body" sz="quarter" idx="35"/>
          </p:nvPr>
        </p:nvSpPr>
        <p:spPr/>
        <p:txBody>
          <a:bodyPr/>
          <a:lstStyle/>
          <a:p>
            <a:r>
              <a:rPr lang="fr-FR"/>
              <a:t>Définition</a:t>
            </a:r>
          </a:p>
        </p:txBody>
      </p:sp>
      <p:sp>
        <p:nvSpPr>
          <p:cNvPr id="6" name="Espace réservé du texte 5">
            <a:extLst>
              <a:ext uri="{FF2B5EF4-FFF2-40B4-BE49-F238E27FC236}">
                <a16:creationId xmlns:a16="http://schemas.microsoft.com/office/drawing/2014/main" id="{DBAA74EA-59DE-4F6E-3241-33357546BD61}"/>
              </a:ext>
            </a:extLst>
          </p:cNvPr>
          <p:cNvSpPr>
            <a:spLocks noGrp="1"/>
          </p:cNvSpPr>
          <p:nvPr>
            <p:ph type="body" sz="quarter" idx="10"/>
          </p:nvPr>
        </p:nvSpPr>
        <p:spPr/>
        <p:txBody>
          <a:bodyPr/>
          <a:lstStyle/>
          <a:p>
            <a:r>
              <a:rPr lang="fr-FR"/>
              <a:t>LE Message ORIENTED MIDDLEWARE</a:t>
            </a:r>
          </a:p>
        </p:txBody>
      </p:sp>
      <p:sp>
        <p:nvSpPr>
          <p:cNvPr id="2" name="Organigramme : Stockage à accès direct 1">
            <a:extLst>
              <a:ext uri="{FF2B5EF4-FFF2-40B4-BE49-F238E27FC236}">
                <a16:creationId xmlns:a16="http://schemas.microsoft.com/office/drawing/2014/main" id="{6D25B86F-F2EB-37F1-E0F3-37F131B618A4}"/>
              </a:ext>
            </a:extLst>
          </p:cNvPr>
          <p:cNvSpPr/>
          <p:nvPr>
            <p:custDataLst>
              <p:tags r:id="rId1"/>
            </p:custDataLst>
          </p:nvPr>
        </p:nvSpPr>
        <p:spPr>
          <a:xfrm>
            <a:off x="5125195" y="4128203"/>
            <a:ext cx="1941610" cy="618509"/>
          </a:xfrm>
          <a:prstGeom prst="flowChartMagneticDrum">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000"/>
          </a:p>
        </p:txBody>
      </p:sp>
      <p:sp>
        <p:nvSpPr>
          <p:cNvPr id="3" name="Rectangle 2">
            <a:extLst>
              <a:ext uri="{FF2B5EF4-FFF2-40B4-BE49-F238E27FC236}">
                <a16:creationId xmlns:a16="http://schemas.microsoft.com/office/drawing/2014/main" id="{FD3C531E-0D4E-961D-3FDC-227BDE7A6B5A}"/>
              </a:ext>
            </a:extLst>
          </p:cNvPr>
          <p:cNvSpPr/>
          <p:nvPr>
            <p:custDataLst>
              <p:tags r:id="rId2"/>
            </p:custDataLst>
          </p:nvPr>
        </p:nvSpPr>
        <p:spPr>
          <a:xfrm>
            <a:off x="1558116" y="4128202"/>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sp>
        <p:nvSpPr>
          <p:cNvPr id="4" name="Rectangle 3">
            <a:extLst>
              <a:ext uri="{FF2B5EF4-FFF2-40B4-BE49-F238E27FC236}">
                <a16:creationId xmlns:a16="http://schemas.microsoft.com/office/drawing/2014/main" id="{AB74AEFA-B529-2DE4-FE84-E7E9355E329F}"/>
              </a:ext>
            </a:extLst>
          </p:cNvPr>
          <p:cNvSpPr/>
          <p:nvPr>
            <p:custDataLst>
              <p:tags r:id="rId3"/>
            </p:custDataLst>
          </p:nvPr>
        </p:nvSpPr>
        <p:spPr>
          <a:xfrm>
            <a:off x="8943011" y="4128202"/>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dirty="0"/>
              <a:t>Récepteur</a:t>
            </a:r>
          </a:p>
        </p:txBody>
      </p:sp>
      <p:cxnSp>
        <p:nvCxnSpPr>
          <p:cNvPr id="17" name="Connecteur droit avec flèche 16">
            <a:extLst>
              <a:ext uri="{FF2B5EF4-FFF2-40B4-BE49-F238E27FC236}">
                <a16:creationId xmlns:a16="http://schemas.microsoft.com/office/drawing/2014/main" id="{8EB67316-5995-4780-8277-304667618297}"/>
              </a:ext>
            </a:extLst>
          </p:cNvPr>
          <p:cNvCxnSpPr>
            <a:stCxn id="3" idx="3"/>
            <a:endCxn id="2" idx="1"/>
          </p:cNvCxnSpPr>
          <p:nvPr>
            <p:custDataLst>
              <p:tags r:id="rId4"/>
            </p:custDataLst>
          </p:nvPr>
        </p:nvCxnSpPr>
        <p:spPr>
          <a:xfrm>
            <a:off x="3203316" y="4437457"/>
            <a:ext cx="1921879" cy="1"/>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sp>
        <p:nvSpPr>
          <p:cNvPr id="18" name="Parchemin vertical 16">
            <a:extLst>
              <a:ext uri="{FF2B5EF4-FFF2-40B4-BE49-F238E27FC236}">
                <a16:creationId xmlns:a16="http://schemas.microsoft.com/office/drawing/2014/main" id="{1A759C65-B970-8011-663D-DC07FC9A0635}"/>
              </a:ext>
            </a:extLst>
          </p:cNvPr>
          <p:cNvSpPr/>
          <p:nvPr>
            <p:custDataLst>
              <p:tags r:id="rId5"/>
            </p:custDataLst>
          </p:nvPr>
        </p:nvSpPr>
        <p:spPr>
          <a:xfrm>
            <a:off x="3858701" y="3898199"/>
            <a:ext cx="618836" cy="460005"/>
          </a:xfrm>
          <a:prstGeom prst="verticalScroll">
            <a:avLst/>
          </a:prstGeom>
          <a:solidFill>
            <a:schemeClr val="tx1">
              <a:lumMod val="10000"/>
              <a:lumOff val="9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00">
              <a:solidFill>
                <a:schemeClr val="tx1"/>
              </a:solidFill>
            </a:endParaRPr>
          </a:p>
        </p:txBody>
      </p:sp>
      <p:cxnSp>
        <p:nvCxnSpPr>
          <p:cNvPr id="19" name="Connecteur droit avec flèche 18">
            <a:extLst>
              <a:ext uri="{FF2B5EF4-FFF2-40B4-BE49-F238E27FC236}">
                <a16:creationId xmlns:a16="http://schemas.microsoft.com/office/drawing/2014/main" id="{6008C988-7026-254A-56F4-63B670AD2E38}"/>
              </a:ext>
            </a:extLst>
          </p:cNvPr>
          <p:cNvCxnSpPr>
            <a:stCxn id="2" idx="4"/>
            <a:endCxn id="4" idx="1"/>
          </p:cNvCxnSpPr>
          <p:nvPr>
            <p:custDataLst>
              <p:tags r:id="rId6"/>
            </p:custDataLst>
          </p:nvPr>
        </p:nvCxnSpPr>
        <p:spPr>
          <a:xfrm flipV="1">
            <a:off x="7066805" y="4437457"/>
            <a:ext cx="1876206" cy="1"/>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sp>
        <p:nvSpPr>
          <p:cNvPr id="20" name="Parchemin vertical 23">
            <a:extLst>
              <a:ext uri="{FF2B5EF4-FFF2-40B4-BE49-F238E27FC236}">
                <a16:creationId xmlns:a16="http://schemas.microsoft.com/office/drawing/2014/main" id="{81EF068C-7577-1371-171B-F2EA9F0EC3AB}"/>
              </a:ext>
            </a:extLst>
          </p:cNvPr>
          <p:cNvSpPr/>
          <p:nvPr>
            <p:custDataLst>
              <p:tags r:id="rId7"/>
            </p:custDataLst>
          </p:nvPr>
        </p:nvSpPr>
        <p:spPr>
          <a:xfrm>
            <a:off x="7639943" y="3898200"/>
            <a:ext cx="618836" cy="460005"/>
          </a:xfrm>
          <a:prstGeom prst="verticalScroll">
            <a:avLst/>
          </a:prstGeom>
          <a:solidFill>
            <a:schemeClr val="tx1">
              <a:lumMod val="10000"/>
              <a:lumOff val="9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00">
              <a:solidFill>
                <a:schemeClr val="tx1"/>
              </a:solidFill>
            </a:endParaRPr>
          </a:p>
        </p:txBody>
      </p:sp>
      <p:sp>
        <p:nvSpPr>
          <p:cNvPr id="22" name="ZoneTexte 21">
            <a:extLst>
              <a:ext uri="{FF2B5EF4-FFF2-40B4-BE49-F238E27FC236}">
                <a16:creationId xmlns:a16="http://schemas.microsoft.com/office/drawing/2014/main" id="{1A0DD5E7-960A-0722-1149-8EB3C05B5C45}"/>
              </a:ext>
            </a:extLst>
          </p:cNvPr>
          <p:cNvSpPr txBox="1"/>
          <p:nvPr>
            <p:custDataLst>
              <p:tags r:id="rId8"/>
            </p:custDataLst>
          </p:nvPr>
        </p:nvSpPr>
        <p:spPr>
          <a:xfrm>
            <a:off x="2880784" y="4919255"/>
            <a:ext cx="2898290" cy="584775"/>
          </a:xfrm>
          <a:prstGeom prst="rect">
            <a:avLst/>
          </a:prstGeom>
          <a:noFill/>
        </p:spPr>
        <p:txBody>
          <a:bodyPr wrap="square" rtlCol="0">
            <a:spAutoFit/>
          </a:bodyPr>
          <a:lstStyle/>
          <a:p>
            <a:pPr algn="ctr">
              <a:buClr>
                <a:schemeClr val="accent3"/>
              </a:buClr>
            </a:pPr>
            <a:r>
              <a:rPr lang="fr-FR" sz="1600" dirty="0"/>
              <a:t>Envoi du message dans une file de messages</a:t>
            </a:r>
            <a:endParaRPr lang="fr-FR" sz="1400" dirty="0"/>
          </a:p>
        </p:txBody>
      </p:sp>
      <p:sp>
        <p:nvSpPr>
          <p:cNvPr id="23" name="ZoneTexte 22">
            <a:extLst>
              <a:ext uri="{FF2B5EF4-FFF2-40B4-BE49-F238E27FC236}">
                <a16:creationId xmlns:a16="http://schemas.microsoft.com/office/drawing/2014/main" id="{8C2F0658-2D45-D3DB-2D9A-FF67911FFA89}"/>
              </a:ext>
            </a:extLst>
          </p:cNvPr>
          <p:cNvSpPr txBox="1"/>
          <p:nvPr>
            <p:custDataLst>
              <p:tags r:id="rId9"/>
            </p:custDataLst>
          </p:nvPr>
        </p:nvSpPr>
        <p:spPr>
          <a:xfrm>
            <a:off x="5952680" y="4938593"/>
            <a:ext cx="4104456" cy="584775"/>
          </a:xfrm>
          <a:prstGeom prst="rect">
            <a:avLst/>
          </a:prstGeom>
          <a:noFill/>
        </p:spPr>
        <p:txBody>
          <a:bodyPr wrap="square" rtlCol="0">
            <a:spAutoFit/>
          </a:bodyPr>
          <a:lstStyle/>
          <a:p>
            <a:pPr algn="ctr"/>
            <a:r>
              <a:rPr lang="fr-FR" sz="1600"/>
              <a:t>Réception du message par le client consommateur</a:t>
            </a:r>
          </a:p>
        </p:txBody>
      </p:sp>
      <p:sp>
        <p:nvSpPr>
          <p:cNvPr id="26" name="TextBox 10">
            <a:extLst>
              <a:ext uri="{FF2B5EF4-FFF2-40B4-BE49-F238E27FC236}">
                <a16:creationId xmlns:a16="http://schemas.microsoft.com/office/drawing/2014/main" id="{CEA53F63-07D4-AFCC-1CCB-30E57DAEEAA4}"/>
              </a:ext>
            </a:extLst>
          </p:cNvPr>
          <p:cNvSpPr txBox="1"/>
          <p:nvPr/>
        </p:nvSpPr>
        <p:spPr>
          <a:xfrm>
            <a:off x="1182922" y="1492670"/>
            <a:ext cx="9826157" cy="1975102"/>
          </a:xfrm>
          <a:prstGeom prst="rect">
            <a:avLst/>
          </a:prstGeom>
          <a:noFill/>
          <a:ln>
            <a:solidFill>
              <a:schemeClr val="tx2"/>
            </a:solidFill>
          </a:ln>
        </p:spPr>
        <p:txBody>
          <a:bodyPr wrap="square" lIns="216000" tIns="216000" rIns="216000" bIns="216000" rtlCol="0">
            <a:spAutoFit/>
          </a:bodyPr>
          <a:lstStyle/>
          <a:p>
            <a:pPr algn="just"/>
            <a:r>
              <a:rPr lang="fr-FR" dirty="0"/>
              <a:t>Un </a:t>
            </a:r>
            <a:r>
              <a:rPr lang="fr-FR" sz="2800" b="1" dirty="0"/>
              <a:t>Message </a:t>
            </a:r>
            <a:r>
              <a:rPr lang="fr-FR" sz="2800" b="1" dirty="0" err="1"/>
              <a:t>Oriented</a:t>
            </a:r>
            <a:r>
              <a:rPr lang="fr-FR" sz="2800" b="1" dirty="0"/>
              <a:t> Middleware </a:t>
            </a:r>
            <a:r>
              <a:rPr lang="fr-FR" dirty="0"/>
              <a:t>est</a:t>
            </a:r>
            <a:r>
              <a:rPr lang="fr-FR" dirty="0">
                <a:solidFill>
                  <a:schemeClr val="bg1"/>
                </a:solidFill>
              </a:rPr>
              <a:t> </a:t>
            </a:r>
            <a:r>
              <a:rPr lang="fr-FR" dirty="0"/>
              <a:t>un</a:t>
            </a:r>
            <a:r>
              <a:rPr lang="fr-FR" dirty="0">
                <a:solidFill>
                  <a:schemeClr val="bg1"/>
                </a:solidFill>
              </a:rPr>
              <a:t> </a:t>
            </a:r>
            <a:r>
              <a:rPr lang="fr-FR" b="1" dirty="0">
                <a:solidFill>
                  <a:schemeClr val="tx2"/>
                </a:solidFill>
              </a:rPr>
              <a:t>service de médiation </a:t>
            </a:r>
            <a:r>
              <a:rPr lang="fr-FR" dirty="0"/>
              <a:t>qui met en place une</a:t>
            </a:r>
            <a:r>
              <a:rPr lang="fr-FR" dirty="0">
                <a:solidFill>
                  <a:schemeClr val="bg1"/>
                </a:solidFill>
              </a:rPr>
              <a:t> </a:t>
            </a:r>
            <a:r>
              <a:rPr lang="fr-FR" b="1" dirty="0">
                <a:solidFill>
                  <a:schemeClr val="tx2"/>
                </a:solidFill>
              </a:rPr>
              <a:t>communication asynchrone </a:t>
            </a:r>
            <a:r>
              <a:rPr lang="fr-FR" dirty="0"/>
              <a:t>entre des applications informatiques en fournissant une </a:t>
            </a:r>
            <a:r>
              <a:rPr lang="fr-FR" b="1" dirty="0">
                <a:solidFill>
                  <a:schemeClr val="tx2"/>
                </a:solidFill>
              </a:rPr>
              <a:t>queue de messages </a:t>
            </a:r>
            <a:r>
              <a:rPr lang="fr-FR" dirty="0"/>
              <a:t>stockant les messages. Les clients du MOM peuvent envoyer ou recevoir des messages à travers cette queue. </a:t>
            </a:r>
            <a:r>
              <a:rPr lang="fr-FR" dirty="0">
                <a:latin typeface="Arial" panose="020B0604020202020204" pitchFamily="34" charset="0"/>
                <a:cs typeface="Arial" panose="020B0604020202020204" pitchFamily="34" charset="0"/>
              </a:rPr>
              <a:t>Ce service est en charge du </a:t>
            </a:r>
            <a:r>
              <a:rPr lang="fr-FR" b="1" dirty="0">
                <a:latin typeface="Arial" panose="020B0604020202020204" pitchFamily="34" charset="0"/>
                <a:cs typeface="Arial" panose="020B0604020202020204" pitchFamily="34" charset="0"/>
              </a:rPr>
              <a:t>transport</a:t>
            </a:r>
            <a:r>
              <a:rPr lang="fr-FR" dirty="0">
                <a:latin typeface="Arial" panose="020B0604020202020204" pitchFamily="34" charset="0"/>
                <a:cs typeface="Arial" panose="020B0604020202020204" pitchFamily="34" charset="0"/>
              </a:rPr>
              <a:t> asynchrone, de la </a:t>
            </a:r>
            <a:r>
              <a:rPr lang="fr-FR" b="1" dirty="0">
                <a:latin typeface="Arial" panose="020B0604020202020204" pitchFamily="34" charset="0"/>
                <a:cs typeface="Arial" panose="020B0604020202020204" pitchFamily="34" charset="0"/>
              </a:rPr>
              <a:t>persistance</a:t>
            </a:r>
            <a:r>
              <a:rPr lang="fr-FR" dirty="0">
                <a:latin typeface="Arial" panose="020B0604020202020204" pitchFamily="34" charset="0"/>
                <a:cs typeface="Arial" panose="020B0604020202020204" pitchFamily="34" charset="0"/>
              </a:rPr>
              <a:t>, de </a:t>
            </a:r>
            <a:r>
              <a:rPr lang="fr-FR" b="1" dirty="0">
                <a:latin typeface="Arial" panose="020B0604020202020204" pitchFamily="34" charset="0"/>
                <a:cs typeface="Arial" panose="020B0604020202020204" pitchFamily="34" charset="0"/>
              </a:rPr>
              <a:t>l’ordre</a:t>
            </a:r>
            <a:r>
              <a:rPr lang="fr-FR" dirty="0">
                <a:latin typeface="Arial" panose="020B0604020202020204" pitchFamily="34" charset="0"/>
                <a:cs typeface="Arial" panose="020B0604020202020204" pitchFamily="34" charset="0"/>
              </a:rPr>
              <a:t> et de la </a:t>
            </a:r>
            <a:r>
              <a:rPr lang="fr-FR" b="1" dirty="0">
                <a:latin typeface="Arial" panose="020B0604020202020204" pitchFamily="34" charset="0"/>
                <a:cs typeface="Arial" panose="020B0604020202020204" pitchFamily="34" charset="0"/>
              </a:rPr>
              <a:t>fiabilité</a:t>
            </a:r>
            <a:r>
              <a:rPr lang="fr-FR" dirty="0">
                <a:latin typeface="Arial" panose="020B0604020202020204" pitchFamily="34" charset="0"/>
                <a:cs typeface="Arial" panose="020B0604020202020204" pitchFamily="34" charset="0"/>
              </a:rPr>
              <a:t> des messages.</a:t>
            </a:r>
          </a:p>
        </p:txBody>
      </p:sp>
    </p:spTree>
    <p:extLst>
      <p:ext uri="{BB962C8B-B14F-4D97-AF65-F5344CB8AC3E}">
        <p14:creationId xmlns:p14="http://schemas.microsoft.com/office/powerpoint/2010/main" val="19723717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8" grpId="0" animBg="1"/>
      <p:bldP spid="20" grpId="0" animBg="1"/>
      <p:bldP spid="22" grpId="0"/>
      <p:bldP spid="23" grpId="0"/>
    </p:bldLst>
  </p:timing>
  <p:extLst>
    <p:ext uri="{6950BFC3-D8DA-4A85-94F7-54DA5524770B}">
      <p188:commentRel xmlns:p188="http://schemas.microsoft.com/office/powerpoint/2018/8/main" r:id="rId11"/>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7FFD6CDE-3DBE-A45D-6CEF-10E4F1A2D846}"/>
              </a:ext>
            </a:extLst>
          </p:cNvPr>
          <p:cNvSpPr>
            <a:spLocks noGrp="1"/>
          </p:cNvSpPr>
          <p:nvPr>
            <p:ph type="body" sz="quarter" idx="35"/>
          </p:nvPr>
        </p:nvSpPr>
        <p:spPr/>
        <p:txBody>
          <a:bodyPr/>
          <a:lstStyle/>
          <a:p>
            <a:r>
              <a:rPr lang="fr-FR" sz="1400" cap="none">
                <a:latin typeface="Arial" panose="020B0604020202020204" pitchFamily="34" charset="0"/>
                <a:cs typeface="Arial" panose="020B0604020202020204" pitchFamily="34" charset="0"/>
              </a:rPr>
              <a:t>En Synthèse</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 Message ORIENTED MIDDLEWARE</a:t>
            </a:r>
          </a:p>
        </p:txBody>
      </p:sp>
      <p:sp>
        <p:nvSpPr>
          <p:cNvPr id="21" name="Espace réservé du texte 1">
            <a:extLst>
              <a:ext uri="{FF2B5EF4-FFF2-40B4-BE49-F238E27FC236}">
                <a16:creationId xmlns:a16="http://schemas.microsoft.com/office/drawing/2014/main" id="{8904E5C4-473E-BC1C-E8F4-E986EABA1ECF}"/>
              </a:ext>
            </a:extLst>
          </p:cNvPr>
          <p:cNvSpPr txBox="1">
            <a:spLocks/>
          </p:cNvSpPr>
          <p:nvPr/>
        </p:nvSpPr>
        <p:spPr>
          <a:xfrm>
            <a:off x="337932" y="930242"/>
            <a:ext cx="11433654" cy="358691"/>
          </a:xfrm>
          <a:prstGeom prst="rect">
            <a:avLst/>
          </a:prstGeom>
        </p:spPr>
        <p:txBody>
          <a:bodyPr anchor="t" anchorCtr="0"/>
          <a:lstStyle>
            <a:lvl1pPr marL="0" indent="0" algn="l" defTabSz="914400" rtl="0" eaLnBrk="1" latinLnBrk="0" hangingPunct="1">
              <a:lnSpc>
                <a:spcPct val="90000"/>
              </a:lnSpc>
              <a:spcBef>
                <a:spcPts val="1000"/>
              </a:spcBef>
              <a:buFont typeface="Arial" panose="020B0604020202020204" pitchFamily="34" charset="0"/>
              <a:buNone/>
              <a:defRPr sz="2400" b="1" kern="1200" cap="all" spc="-150" baseline="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sz="1400" cap="none">
              <a:latin typeface="Arial" panose="020B0604020202020204" pitchFamily="34" charset="0"/>
              <a:cs typeface="Arial" panose="020B0604020202020204" pitchFamily="34" charset="0"/>
            </a:endParaRPr>
          </a:p>
        </p:txBody>
      </p:sp>
      <p:graphicFrame>
        <p:nvGraphicFramePr>
          <p:cNvPr id="20" name="Diagramme 19">
            <a:extLst>
              <a:ext uri="{FF2B5EF4-FFF2-40B4-BE49-F238E27FC236}">
                <a16:creationId xmlns:a16="http://schemas.microsoft.com/office/drawing/2014/main" id="{434A9A7B-CAE2-AB6A-0F45-6770AEACA1A1}"/>
              </a:ext>
            </a:extLst>
          </p:cNvPr>
          <p:cNvGraphicFramePr/>
          <p:nvPr>
            <p:custDataLst>
              <p:tags r:id="rId1"/>
            </p:custDataLst>
            <p:extLst>
              <p:ext uri="{D42A27DB-BD31-4B8C-83A1-F6EECF244321}">
                <p14:modId xmlns:p14="http://schemas.microsoft.com/office/powerpoint/2010/main" val="372324121"/>
              </p:ext>
            </p:extLst>
          </p:nvPr>
        </p:nvGraphicFramePr>
        <p:xfrm>
          <a:off x="707401" y="1822303"/>
          <a:ext cx="10632867" cy="412761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83176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 Message ORIENTED MIDDLEWARE</a:t>
            </a:r>
          </a:p>
        </p:txBody>
      </p:sp>
      <p:sp>
        <p:nvSpPr>
          <p:cNvPr id="28" name="Rectangle 27">
            <a:extLst>
              <a:ext uri="{FF2B5EF4-FFF2-40B4-BE49-F238E27FC236}">
                <a16:creationId xmlns:a16="http://schemas.microsoft.com/office/drawing/2014/main" id="{6644CC48-6892-1381-B9CF-75910304E592}"/>
              </a:ext>
            </a:extLst>
          </p:cNvPr>
          <p:cNvSpPr/>
          <p:nvPr>
            <p:custDataLst>
              <p:tags r:id="rId1"/>
            </p:custDataLst>
          </p:nvPr>
        </p:nvSpPr>
        <p:spPr>
          <a:xfrm>
            <a:off x="2249834" y="1866238"/>
            <a:ext cx="3696236" cy="3761820"/>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t"/>
          <a:lstStyle/>
          <a:p>
            <a:pPr algn="ctr"/>
            <a:r>
              <a:rPr lang="fr-FR" b="1">
                <a:solidFill>
                  <a:schemeClr val="tx1"/>
                </a:solidFill>
              </a:rPr>
              <a:t>Message</a:t>
            </a:r>
          </a:p>
        </p:txBody>
      </p:sp>
      <p:sp>
        <p:nvSpPr>
          <p:cNvPr id="29" name="Rectangle 28">
            <a:extLst>
              <a:ext uri="{FF2B5EF4-FFF2-40B4-BE49-F238E27FC236}">
                <a16:creationId xmlns:a16="http://schemas.microsoft.com/office/drawing/2014/main" id="{6CDE20E5-2ED4-AF1D-95D9-28336B1AD974}"/>
              </a:ext>
            </a:extLst>
          </p:cNvPr>
          <p:cNvSpPr/>
          <p:nvPr>
            <p:custDataLst>
              <p:tags r:id="rId2"/>
            </p:custDataLst>
          </p:nvPr>
        </p:nvSpPr>
        <p:spPr>
          <a:xfrm>
            <a:off x="2520290" y="2329877"/>
            <a:ext cx="3168203" cy="1200329"/>
          </a:xfrm>
          <a:prstGeom prst="rect">
            <a:avLst/>
          </a:prstGeom>
          <a:ln>
            <a:solidFill>
              <a:schemeClr val="tx2"/>
            </a:solidFill>
          </a:ln>
        </p:spPr>
        <p:style>
          <a:lnRef idx="2">
            <a:schemeClr val="accent3"/>
          </a:lnRef>
          <a:fillRef idx="1">
            <a:schemeClr val="lt1"/>
          </a:fillRef>
          <a:effectRef idx="0">
            <a:schemeClr val="accent3"/>
          </a:effectRef>
          <a:fontRef idx="minor">
            <a:schemeClr val="dk1"/>
          </a:fontRef>
        </p:style>
        <p:txBody>
          <a:bodyPr rtlCol="0" anchor="t">
            <a:spAutoFit/>
          </a:bodyPr>
          <a:lstStyle/>
          <a:p>
            <a:pPr algn="ctr"/>
            <a:r>
              <a:rPr lang="fr-FR" b="1">
                <a:solidFill>
                  <a:schemeClr val="tx2"/>
                </a:solidFill>
              </a:rPr>
              <a:t>Entête</a:t>
            </a:r>
          </a:p>
          <a:p>
            <a:r>
              <a:rPr lang="fr-FR">
                <a:solidFill>
                  <a:schemeClr val="tx2"/>
                </a:solidFill>
              </a:rPr>
              <a:t>header1 = value1</a:t>
            </a:r>
          </a:p>
          <a:p>
            <a:r>
              <a:rPr lang="fr-FR">
                <a:solidFill>
                  <a:schemeClr val="tx2"/>
                </a:solidFill>
              </a:rPr>
              <a:t>header2 = value2</a:t>
            </a:r>
          </a:p>
          <a:p>
            <a:r>
              <a:rPr lang="fr-FR">
                <a:solidFill>
                  <a:schemeClr val="tx2"/>
                </a:solidFill>
              </a:rPr>
              <a:t>…</a:t>
            </a:r>
          </a:p>
        </p:txBody>
      </p:sp>
      <p:sp>
        <p:nvSpPr>
          <p:cNvPr id="30" name="Rectangle 29">
            <a:extLst>
              <a:ext uri="{FF2B5EF4-FFF2-40B4-BE49-F238E27FC236}">
                <a16:creationId xmlns:a16="http://schemas.microsoft.com/office/drawing/2014/main" id="{94675CDE-2B40-071A-069A-B83815C425DB}"/>
              </a:ext>
            </a:extLst>
          </p:cNvPr>
          <p:cNvSpPr/>
          <p:nvPr>
            <p:custDataLst>
              <p:tags r:id="rId3"/>
            </p:custDataLst>
          </p:nvPr>
        </p:nvSpPr>
        <p:spPr>
          <a:xfrm>
            <a:off x="2513850" y="3843859"/>
            <a:ext cx="3168203" cy="1200329"/>
          </a:xfrm>
          <a:prstGeom prst="rect">
            <a:avLst/>
          </a:prstGeom>
          <a:ln>
            <a:solidFill>
              <a:schemeClr val="accent5"/>
            </a:solidFill>
          </a:ln>
        </p:spPr>
        <p:style>
          <a:lnRef idx="2">
            <a:schemeClr val="accent4"/>
          </a:lnRef>
          <a:fillRef idx="1">
            <a:schemeClr val="lt1"/>
          </a:fillRef>
          <a:effectRef idx="0">
            <a:schemeClr val="accent4"/>
          </a:effectRef>
          <a:fontRef idx="minor">
            <a:schemeClr val="dk1"/>
          </a:fontRef>
        </p:style>
        <p:txBody>
          <a:bodyPr rtlCol="0" anchor="t">
            <a:spAutoFit/>
          </a:bodyPr>
          <a:lstStyle/>
          <a:p>
            <a:pPr algn="ctr"/>
            <a:r>
              <a:rPr lang="fr-FR" b="1">
                <a:solidFill>
                  <a:schemeClr val="accent5"/>
                </a:solidFill>
              </a:rPr>
              <a:t>Corps</a:t>
            </a:r>
          </a:p>
          <a:p>
            <a:r>
              <a:rPr lang="fr-FR">
                <a:solidFill>
                  <a:schemeClr val="accent5"/>
                </a:solidFill>
              </a:rPr>
              <a:t>{"id":"1111"</a:t>
            </a:r>
          </a:p>
          <a:p>
            <a:r>
              <a:rPr lang="fr-FR">
                <a:solidFill>
                  <a:schemeClr val="accent5"/>
                </a:solidFill>
              </a:rPr>
              <a:t>"</a:t>
            </a:r>
            <a:r>
              <a:rPr lang="fr-FR" err="1">
                <a:solidFill>
                  <a:schemeClr val="accent5"/>
                </a:solidFill>
              </a:rPr>
              <a:t>name</a:t>
            </a:r>
            <a:r>
              <a:rPr lang="fr-FR">
                <a:solidFill>
                  <a:schemeClr val="accent5"/>
                </a:solidFill>
              </a:rPr>
              <a:t>": "</a:t>
            </a:r>
            <a:r>
              <a:rPr lang="fr-FR" err="1">
                <a:solidFill>
                  <a:schemeClr val="accent5"/>
                </a:solidFill>
              </a:rPr>
              <a:t>Nexworld</a:t>
            </a:r>
            <a:r>
              <a:rPr lang="fr-FR">
                <a:solidFill>
                  <a:schemeClr val="accent5"/>
                </a:solidFill>
              </a:rPr>
              <a:t>"</a:t>
            </a:r>
          </a:p>
          <a:p>
            <a:r>
              <a:rPr lang="fr-FR">
                <a:solidFill>
                  <a:schemeClr val="accent5"/>
                </a:solidFill>
              </a:rPr>
              <a:t>}</a:t>
            </a:r>
          </a:p>
        </p:txBody>
      </p:sp>
      <p:sp>
        <p:nvSpPr>
          <p:cNvPr id="47" name="Accolade fermante 46">
            <a:extLst>
              <a:ext uri="{FF2B5EF4-FFF2-40B4-BE49-F238E27FC236}">
                <a16:creationId xmlns:a16="http://schemas.microsoft.com/office/drawing/2014/main" id="{C548EEFA-18E4-0C73-F3A0-9620C1345BCA}"/>
              </a:ext>
            </a:extLst>
          </p:cNvPr>
          <p:cNvSpPr/>
          <p:nvPr>
            <p:custDataLst>
              <p:tags r:id="rId4"/>
            </p:custDataLst>
          </p:nvPr>
        </p:nvSpPr>
        <p:spPr>
          <a:xfrm>
            <a:off x="6200280" y="2329877"/>
            <a:ext cx="323556" cy="1200329"/>
          </a:xfrm>
          <a:prstGeom prst="rightBrace">
            <a:avLst/>
          </a:prstGeom>
          <a:ln>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48" name="Accolade fermante 47">
            <a:extLst>
              <a:ext uri="{FF2B5EF4-FFF2-40B4-BE49-F238E27FC236}">
                <a16:creationId xmlns:a16="http://schemas.microsoft.com/office/drawing/2014/main" id="{EE326C3F-8819-A508-7531-288E76F7643B}"/>
              </a:ext>
            </a:extLst>
          </p:cNvPr>
          <p:cNvSpPr/>
          <p:nvPr>
            <p:custDataLst>
              <p:tags r:id="rId5"/>
            </p:custDataLst>
          </p:nvPr>
        </p:nvSpPr>
        <p:spPr>
          <a:xfrm>
            <a:off x="6200280" y="3843859"/>
            <a:ext cx="323556" cy="1477328"/>
          </a:xfrm>
          <a:prstGeom prst="rightBrace">
            <a:avLst/>
          </a:prstGeom>
          <a:ln>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49" name="ZoneTexte 48">
            <a:extLst>
              <a:ext uri="{FF2B5EF4-FFF2-40B4-BE49-F238E27FC236}">
                <a16:creationId xmlns:a16="http://schemas.microsoft.com/office/drawing/2014/main" id="{D225B03F-C27B-96B4-9059-24F222DAE58A}"/>
              </a:ext>
            </a:extLst>
          </p:cNvPr>
          <p:cNvSpPr txBox="1"/>
          <p:nvPr>
            <p:custDataLst>
              <p:tags r:id="rId6"/>
            </p:custDataLst>
          </p:nvPr>
        </p:nvSpPr>
        <p:spPr>
          <a:xfrm>
            <a:off x="6778046" y="2468376"/>
            <a:ext cx="2813539" cy="923330"/>
          </a:xfrm>
          <a:prstGeom prst="rect">
            <a:avLst/>
          </a:prstGeom>
          <a:noFill/>
        </p:spPr>
        <p:txBody>
          <a:bodyPr wrap="square" rtlCol="0">
            <a:spAutoFit/>
          </a:bodyPr>
          <a:lstStyle/>
          <a:p>
            <a:r>
              <a:rPr lang="fr-FR"/>
              <a:t>Informations techniques nécessaires au transport et au routage</a:t>
            </a:r>
          </a:p>
        </p:txBody>
      </p:sp>
      <p:sp>
        <p:nvSpPr>
          <p:cNvPr id="50" name="ZoneTexte 49">
            <a:extLst>
              <a:ext uri="{FF2B5EF4-FFF2-40B4-BE49-F238E27FC236}">
                <a16:creationId xmlns:a16="http://schemas.microsoft.com/office/drawing/2014/main" id="{4BBFCAA4-2B30-7D76-1ECC-E9C27AC94FF3}"/>
              </a:ext>
            </a:extLst>
          </p:cNvPr>
          <p:cNvSpPr txBox="1"/>
          <p:nvPr>
            <p:custDataLst>
              <p:tags r:id="rId7"/>
            </p:custDataLst>
          </p:nvPr>
        </p:nvSpPr>
        <p:spPr>
          <a:xfrm>
            <a:off x="6699966" y="3705362"/>
            <a:ext cx="2813539" cy="1754326"/>
          </a:xfrm>
          <a:prstGeom prst="rect">
            <a:avLst/>
          </a:prstGeom>
          <a:noFill/>
        </p:spPr>
        <p:txBody>
          <a:bodyPr wrap="square" rtlCol="0" anchor="ctr">
            <a:spAutoFit/>
          </a:bodyPr>
          <a:lstStyle/>
          <a:p>
            <a:r>
              <a:rPr lang="fr-FR"/>
              <a:t>Message fonctionnel dont le format est libre. Peut optionnellement être du JSON, du XML, des objets </a:t>
            </a:r>
            <a:r>
              <a:rPr lang="fr-FR" err="1"/>
              <a:t>serialisés</a:t>
            </a:r>
            <a:r>
              <a:rPr lang="fr-FR"/>
              <a:t> (Java, .Net), etc.</a:t>
            </a:r>
          </a:p>
        </p:txBody>
      </p:sp>
      <p:sp>
        <p:nvSpPr>
          <p:cNvPr id="3" name="Espace réservé du texte 3">
            <a:extLst>
              <a:ext uri="{FF2B5EF4-FFF2-40B4-BE49-F238E27FC236}">
                <a16:creationId xmlns:a16="http://schemas.microsoft.com/office/drawing/2014/main" id="{6268B095-FF97-BF4E-20C3-D4A984707946}"/>
              </a:ext>
            </a:extLst>
          </p:cNvPr>
          <p:cNvSpPr>
            <a:spLocks noGrp="1"/>
          </p:cNvSpPr>
          <p:nvPr>
            <p:ph type="body" sz="quarter" idx="35"/>
          </p:nvPr>
        </p:nvSpPr>
        <p:spPr>
          <a:xfrm>
            <a:off x="337931" y="922713"/>
            <a:ext cx="11433654" cy="273879"/>
          </a:xfrm>
        </p:spPr>
        <p:txBody>
          <a:bodyPr/>
          <a:lstStyle/>
          <a:p>
            <a:r>
              <a:rPr lang="fr-FR" sz="1400" cap="none">
                <a:latin typeface="Arial" panose="020B0604020202020204" pitchFamily="34" charset="0"/>
                <a:cs typeface="Arial" panose="020B0604020202020204" pitchFamily="34" charset="0"/>
              </a:rPr>
              <a:t>Exemple de structure technique de message</a:t>
            </a:r>
          </a:p>
        </p:txBody>
      </p:sp>
    </p:spTree>
    <p:extLst>
      <p:ext uri="{BB962C8B-B14F-4D97-AF65-F5344CB8AC3E}">
        <p14:creationId xmlns:p14="http://schemas.microsoft.com/office/powerpoint/2010/main" val="27097099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 name="Groupe 80">
            <a:extLst>
              <a:ext uri="{FF2B5EF4-FFF2-40B4-BE49-F238E27FC236}">
                <a16:creationId xmlns:a16="http://schemas.microsoft.com/office/drawing/2014/main" id="{C3A1658A-F14C-21C5-0420-3DDFE57638B0}"/>
              </a:ext>
            </a:extLst>
          </p:cNvPr>
          <p:cNvGrpSpPr/>
          <p:nvPr/>
        </p:nvGrpSpPr>
        <p:grpSpPr>
          <a:xfrm>
            <a:off x="-13400" y="2464322"/>
            <a:ext cx="5234766" cy="1929356"/>
            <a:chOff x="1" y="2863977"/>
            <a:chExt cx="6935519" cy="1929356"/>
          </a:xfrm>
        </p:grpSpPr>
        <p:sp>
          <p:nvSpPr>
            <p:cNvPr id="85" name="Rectangle 84">
              <a:extLst>
                <a:ext uri="{FF2B5EF4-FFF2-40B4-BE49-F238E27FC236}">
                  <a16:creationId xmlns:a16="http://schemas.microsoft.com/office/drawing/2014/main" id="{274F9BA2-1C73-2411-2870-D3672C59CCF4}"/>
                </a:ext>
              </a:extLst>
            </p:cNvPr>
            <p:cNvSpPr/>
            <p:nvPr/>
          </p:nvSpPr>
          <p:spPr>
            <a:xfrm>
              <a:off x="1" y="2863977"/>
              <a:ext cx="6823279"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Les différents types de solution de médiation proposés par la plateforme</a:t>
              </a:r>
            </a:p>
          </p:txBody>
        </p:sp>
        <p:sp>
          <p:nvSpPr>
            <p:cNvPr id="87" name="Rectangle 86">
              <a:extLst>
                <a:ext uri="{FF2B5EF4-FFF2-40B4-BE49-F238E27FC236}">
                  <a16:creationId xmlns:a16="http://schemas.microsoft.com/office/drawing/2014/main" id="{E38B2E64-D4D5-2B6B-BF7C-5D39A65AA264}"/>
                </a:ext>
              </a:extLst>
            </p:cNvPr>
            <p:cNvSpPr/>
            <p:nvPr/>
          </p:nvSpPr>
          <p:spPr>
            <a:xfrm>
              <a:off x="6697362" y="2863978"/>
              <a:ext cx="238158" cy="1929355"/>
            </a:xfrm>
            <a:prstGeom prst="rect">
              <a:avLst/>
            </a:prstGeom>
            <a:solidFill>
              <a:srgbClr val="006C9F">
                <a:alpha val="636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7BB83A"/>
                </a:solidFill>
                <a:effectLst/>
                <a:uLnTx/>
                <a:uFillTx/>
                <a:latin typeface="Arial"/>
                <a:ea typeface="+mn-ea"/>
                <a:cs typeface="+mn-cs"/>
              </a:endParaRPr>
            </a:p>
          </p:txBody>
        </p:sp>
      </p:grpSp>
      <p:pic>
        <p:nvPicPr>
          <p:cNvPr id="58" name="Picture 4" descr="Médiation de la consommation : une solution pour régler les litiges à  l'amiable | Dossier Familial | Dossier Familial">
            <a:extLst>
              <a:ext uri="{FF2B5EF4-FFF2-40B4-BE49-F238E27FC236}">
                <a16:creationId xmlns:a16="http://schemas.microsoft.com/office/drawing/2014/main" id="{6E1962DF-D432-29B8-18AD-D9AB9DD35BE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201" r="20815"/>
          <a:stretch/>
        </p:blipFill>
        <p:spPr bwMode="auto">
          <a:xfrm>
            <a:off x="5221366" y="0"/>
            <a:ext cx="2986216" cy="6858000"/>
          </a:xfrm>
          <a:prstGeom prst="rect">
            <a:avLst/>
          </a:prstGeom>
          <a:noFill/>
          <a:extLst>
            <a:ext uri="{909E8E84-426E-40DD-AFC4-6F175D3DCCD1}">
              <a14:hiddenFill xmlns:a14="http://schemas.microsoft.com/office/drawing/2010/main">
                <a:solidFill>
                  <a:srgbClr val="FFFFFF"/>
                </a:solidFill>
              </a14:hiddenFill>
            </a:ext>
          </a:extLst>
        </p:spPr>
      </p:pic>
      <p:sp>
        <p:nvSpPr>
          <p:cNvPr id="92" name="Rectangle 91">
            <a:extLst>
              <a:ext uri="{FF2B5EF4-FFF2-40B4-BE49-F238E27FC236}">
                <a16:creationId xmlns:a16="http://schemas.microsoft.com/office/drawing/2014/main" id="{484A9F92-A02A-7E4D-52B5-414BE76161CD}"/>
              </a:ext>
            </a:extLst>
          </p:cNvPr>
          <p:cNvSpPr/>
          <p:nvPr>
            <p:custDataLst>
              <p:tags r:id="rId1"/>
            </p:custDataLst>
          </p:nvPr>
        </p:nvSpPr>
        <p:spPr>
          <a:xfrm>
            <a:off x="5211289" y="-1"/>
            <a:ext cx="2986216"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grpSp>
        <p:nvGrpSpPr>
          <p:cNvPr id="118" name="Groupe 117">
            <a:extLst>
              <a:ext uri="{FF2B5EF4-FFF2-40B4-BE49-F238E27FC236}">
                <a16:creationId xmlns:a16="http://schemas.microsoft.com/office/drawing/2014/main" id="{76FC55DF-4358-F497-44C7-6D719472173C}"/>
              </a:ext>
            </a:extLst>
          </p:cNvPr>
          <p:cNvGrpSpPr/>
          <p:nvPr/>
        </p:nvGrpSpPr>
        <p:grpSpPr>
          <a:xfrm>
            <a:off x="7877160" y="5274416"/>
            <a:ext cx="3842882" cy="648000"/>
            <a:chOff x="7880947" y="5236422"/>
            <a:chExt cx="3842882" cy="648000"/>
          </a:xfrm>
        </p:grpSpPr>
        <p:sp>
          <p:nvSpPr>
            <p:cNvPr id="48" name="TextBox 4">
              <a:extLst>
                <a:ext uri="{FF2B5EF4-FFF2-40B4-BE49-F238E27FC236}">
                  <a16:creationId xmlns:a16="http://schemas.microsoft.com/office/drawing/2014/main" id="{B132117E-19EE-F1CF-618B-2A58EA8A6885}"/>
                </a:ext>
              </a:extLst>
            </p:cNvPr>
            <p:cNvSpPr txBox="1"/>
            <p:nvPr/>
          </p:nvSpPr>
          <p:spPr>
            <a:xfrm>
              <a:off x="8737615" y="5403456"/>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Batch </a:t>
              </a:r>
              <a:r>
                <a:rPr lang="fr-FR" err="1"/>
                <a:t>Processing</a:t>
              </a:r>
              <a:endParaRPr lang="fr-FR"/>
            </a:p>
          </p:txBody>
        </p:sp>
        <p:grpSp>
          <p:nvGrpSpPr>
            <p:cNvPr id="71" name="Groupe 70">
              <a:extLst>
                <a:ext uri="{FF2B5EF4-FFF2-40B4-BE49-F238E27FC236}">
                  <a16:creationId xmlns:a16="http://schemas.microsoft.com/office/drawing/2014/main" id="{A14B6B86-F02C-F5CF-666B-C8392AFF90DC}"/>
                </a:ext>
              </a:extLst>
            </p:cNvPr>
            <p:cNvGrpSpPr/>
            <p:nvPr/>
          </p:nvGrpSpPr>
          <p:grpSpPr>
            <a:xfrm>
              <a:off x="7880947" y="5236422"/>
              <a:ext cx="648000" cy="648000"/>
              <a:chOff x="7865191" y="4255159"/>
              <a:chExt cx="663756" cy="648000"/>
            </a:xfrm>
          </p:grpSpPr>
          <p:sp>
            <p:nvSpPr>
              <p:cNvPr id="49" name="Oval 9">
                <a:extLst>
                  <a:ext uri="{FF2B5EF4-FFF2-40B4-BE49-F238E27FC236}">
                    <a16:creationId xmlns:a16="http://schemas.microsoft.com/office/drawing/2014/main" id="{569CA1CD-3F6F-7275-9836-310A165CC4BF}"/>
                  </a:ext>
                </a:extLst>
              </p:cNvPr>
              <p:cNvSpPr/>
              <p:nvPr/>
            </p:nvSpPr>
            <p:spPr>
              <a:xfrm>
                <a:off x="7865191" y="4255159"/>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60" name="Shape 7667">
                <a:extLst>
                  <a:ext uri="{FF2B5EF4-FFF2-40B4-BE49-F238E27FC236}">
                    <a16:creationId xmlns:a16="http://schemas.microsoft.com/office/drawing/2014/main" id="{15110208-8F51-43EA-862D-BB01CA99DEC7}"/>
                  </a:ext>
                </a:extLst>
              </p:cNvPr>
              <p:cNvSpPr/>
              <p:nvPr/>
            </p:nvSpPr>
            <p:spPr>
              <a:xfrm rot="16200000" flipH="1">
                <a:off x="7906969" y="4363159"/>
                <a:ext cx="504000" cy="432000"/>
              </a:xfrm>
              <a:custGeom>
                <a:avLst/>
                <a:gdLst/>
                <a:ahLst/>
                <a:cxnLst/>
                <a:rect l="0" t="0" r="0" b="0"/>
                <a:pathLst>
                  <a:path w="120000" h="120000" extrusionOk="0">
                    <a:moveTo>
                      <a:pt x="70911" y="109088"/>
                    </a:moveTo>
                    <a:cubicBezTo>
                      <a:pt x="70911" y="112100"/>
                      <a:pt x="68466" y="114544"/>
                      <a:pt x="65455" y="114544"/>
                    </a:cubicBezTo>
                    <a:lnTo>
                      <a:pt x="54544" y="114544"/>
                    </a:lnTo>
                    <a:cubicBezTo>
                      <a:pt x="51533" y="114544"/>
                      <a:pt x="49088" y="112100"/>
                      <a:pt x="49088" y="109088"/>
                    </a:cubicBezTo>
                    <a:lnTo>
                      <a:pt x="49088" y="98183"/>
                    </a:lnTo>
                    <a:cubicBezTo>
                      <a:pt x="49088" y="95172"/>
                      <a:pt x="51533" y="92727"/>
                      <a:pt x="54544" y="92727"/>
                    </a:cubicBezTo>
                    <a:lnTo>
                      <a:pt x="65455" y="92727"/>
                    </a:lnTo>
                    <a:cubicBezTo>
                      <a:pt x="68466" y="92727"/>
                      <a:pt x="70911" y="95172"/>
                      <a:pt x="70911" y="98183"/>
                    </a:cubicBezTo>
                    <a:cubicBezTo>
                      <a:pt x="70911" y="98183"/>
                      <a:pt x="70911" y="109088"/>
                      <a:pt x="70911" y="109088"/>
                    </a:cubicBezTo>
                    <a:close/>
                    <a:moveTo>
                      <a:pt x="65455" y="87272"/>
                    </a:moveTo>
                    <a:lnTo>
                      <a:pt x="54544" y="87272"/>
                    </a:lnTo>
                    <a:cubicBezTo>
                      <a:pt x="48522" y="87272"/>
                      <a:pt x="43638" y="92155"/>
                      <a:pt x="43638" y="98183"/>
                    </a:cubicBezTo>
                    <a:lnTo>
                      <a:pt x="43638" y="109088"/>
                    </a:lnTo>
                    <a:cubicBezTo>
                      <a:pt x="43638" y="115116"/>
                      <a:pt x="48522" y="120000"/>
                      <a:pt x="54544" y="120000"/>
                    </a:cubicBezTo>
                    <a:lnTo>
                      <a:pt x="65455" y="120000"/>
                    </a:lnTo>
                    <a:cubicBezTo>
                      <a:pt x="71477" y="120000"/>
                      <a:pt x="76361" y="115116"/>
                      <a:pt x="76361" y="109088"/>
                    </a:cubicBezTo>
                    <a:lnTo>
                      <a:pt x="76361" y="98183"/>
                    </a:lnTo>
                    <a:cubicBezTo>
                      <a:pt x="76361" y="92155"/>
                      <a:pt x="71477" y="87272"/>
                      <a:pt x="65455" y="87272"/>
                    </a:cubicBezTo>
                    <a:moveTo>
                      <a:pt x="114544" y="109088"/>
                    </a:moveTo>
                    <a:cubicBezTo>
                      <a:pt x="114544" y="112100"/>
                      <a:pt x="112100" y="114544"/>
                      <a:pt x="109088" y="114544"/>
                    </a:cubicBezTo>
                    <a:lnTo>
                      <a:pt x="98183" y="114544"/>
                    </a:lnTo>
                    <a:cubicBezTo>
                      <a:pt x="95172" y="114544"/>
                      <a:pt x="92727" y="112100"/>
                      <a:pt x="92727" y="109088"/>
                    </a:cubicBezTo>
                    <a:lnTo>
                      <a:pt x="92727" y="98183"/>
                    </a:lnTo>
                    <a:cubicBezTo>
                      <a:pt x="92727" y="95172"/>
                      <a:pt x="95172" y="92727"/>
                      <a:pt x="98183" y="92727"/>
                    </a:cubicBezTo>
                    <a:lnTo>
                      <a:pt x="109088" y="92727"/>
                    </a:lnTo>
                    <a:cubicBezTo>
                      <a:pt x="112100" y="92727"/>
                      <a:pt x="114544" y="95172"/>
                      <a:pt x="114544" y="98183"/>
                    </a:cubicBezTo>
                    <a:cubicBezTo>
                      <a:pt x="114544" y="98183"/>
                      <a:pt x="114544" y="109088"/>
                      <a:pt x="114544" y="109088"/>
                    </a:cubicBezTo>
                    <a:close/>
                    <a:moveTo>
                      <a:pt x="109088" y="87272"/>
                    </a:moveTo>
                    <a:lnTo>
                      <a:pt x="98183" y="87272"/>
                    </a:lnTo>
                    <a:cubicBezTo>
                      <a:pt x="92155" y="87272"/>
                      <a:pt x="87272" y="92155"/>
                      <a:pt x="87272" y="98183"/>
                    </a:cubicBezTo>
                    <a:lnTo>
                      <a:pt x="87272" y="109088"/>
                    </a:lnTo>
                    <a:cubicBezTo>
                      <a:pt x="87272" y="115116"/>
                      <a:pt x="92155" y="120000"/>
                      <a:pt x="98183" y="120000"/>
                    </a:cubicBezTo>
                    <a:lnTo>
                      <a:pt x="109088" y="120000"/>
                    </a:lnTo>
                    <a:cubicBezTo>
                      <a:pt x="115116" y="120000"/>
                      <a:pt x="120000" y="115116"/>
                      <a:pt x="120000" y="109088"/>
                    </a:cubicBezTo>
                    <a:lnTo>
                      <a:pt x="120000" y="98183"/>
                    </a:lnTo>
                    <a:cubicBezTo>
                      <a:pt x="120000" y="92155"/>
                      <a:pt x="115116" y="87272"/>
                      <a:pt x="109088" y="87272"/>
                    </a:cubicBezTo>
                    <a:moveTo>
                      <a:pt x="27272" y="109088"/>
                    </a:moveTo>
                    <a:cubicBezTo>
                      <a:pt x="27272" y="112100"/>
                      <a:pt x="24827" y="114544"/>
                      <a:pt x="21816" y="114544"/>
                    </a:cubicBezTo>
                    <a:lnTo>
                      <a:pt x="10911" y="114544"/>
                    </a:lnTo>
                    <a:cubicBezTo>
                      <a:pt x="7900" y="114544"/>
                      <a:pt x="5455" y="112100"/>
                      <a:pt x="5455" y="109088"/>
                    </a:cubicBezTo>
                    <a:lnTo>
                      <a:pt x="5455" y="98183"/>
                    </a:lnTo>
                    <a:cubicBezTo>
                      <a:pt x="5455" y="95172"/>
                      <a:pt x="7900" y="92727"/>
                      <a:pt x="10911" y="92727"/>
                    </a:cubicBezTo>
                    <a:lnTo>
                      <a:pt x="21816" y="92727"/>
                    </a:lnTo>
                    <a:cubicBezTo>
                      <a:pt x="24827" y="92727"/>
                      <a:pt x="27272" y="95172"/>
                      <a:pt x="27272" y="98183"/>
                    </a:cubicBezTo>
                    <a:cubicBezTo>
                      <a:pt x="27272" y="98183"/>
                      <a:pt x="27272" y="109088"/>
                      <a:pt x="27272" y="109088"/>
                    </a:cubicBezTo>
                    <a:close/>
                    <a:moveTo>
                      <a:pt x="21816" y="87272"/>
                    </a:moveTo>
                    <a:lnTo>
                      <a:pt x="10911" y="87272"/>
                    </a:lnTo>
                    <a:cubicBezTo>
                      <a:pt x="4883" y="87272"/>
                      <a:pt x="0" y="92155"/>
                      <a:pt x="0" y="98183"/>
                    </a:cubicBezTo>
                    <a:lnTo>
                      <a:pt x="0" y="109088"/>
                    </a:lnTo>
                    <a:cubicBezTo>
                      <a:pt x="0" y="115116"/>
                      <a:pt x="4883" y="120000"/>
                      <a:pt x="10911" y="120000"/>
                    </a:cubicBezTo>
                    <a:lnTo>
                      <a:pt x="21816" y="120000"/>
                    </a:lnTo>
                    <a:cubicBezTo>
                      <a:pt x="27844" y="120000"/>
                      <a:pt x="32727" y="115116"/>
                      <a:pt x="32727" y="109088"/>
                    </a:cubicBezTo>
                    <a:lnTo>
                      <a:pt x="32727" y="98183"/>
                    </a:lnTo>
                    <a:cubicBezTo>
                      <a:pt x="32727" y="92155"/>
                      <a:pt x="27844" y="87272"/>
                      <a:pt x="21816" y="87272"/>
                    </a:cubicBezTo>
                    <a:moveTo>
                      <a:pt x="16361" y="81816"/>
                    </a:moveTo>
                    <a:cubicBezTo>
                      <a:pt x="17872" y="81816"/>
                      <a:pt x="19088" y="80594"/>
                      <a:pt x="19088" y="79088"/>
                    </a:cubicBezTo>
                    <a:lnTo>
                      <a:pt x="19088" y="60000"/>
                    </a:lnTo>
                    <a:lnTo>
                      <a:pt x="57272" y="60000"/>
                    </a:lnTo>
                    <a:lnTo>
                      <a:pt x="57272" y="79088"/>
                    </a:lnTo>
                    <a:cubicBezTo>
                      <a:pt x="57272" y="80594"/>
                      <a:pt x="58494" y="81816"/>
                      <a:pt x="60000" y="81816"/>
                    </a:cubicBezTo>
                    <a:cubicBezTo>
                      <a:pt x="61505" y="81816"/>
                      <a:pt x="62727" y="80594"/>
                      <a:pt x="62727" y="79088"/>
                    </a:cubicBezTo>
                    <a:lnTo>
                      <a:pt x="62727" y="60000"/>
                    </a:lnTo>
                    <a:lnTo>
                      <a:pt x="100911" y="60000"/>
                    </a:lnTo>
                    <a:lnTo>
                      <a:pt x="100911" y="79088"/>
                    </a:lnTo>
                    <a:cubicBezTo>
                      <a:pt x="100911" y="80594"/>
                      <a:pt x="102133" y="81816"/>
                      <a:pt x="103638" y="81816"/>
                    </a:cubicBezTo>
                    <a:cubicBezTo>
                      <a:pt x="105144" y="81816"/>
                      <a:pt x="106361" y="80594"/>
                      <a:pt x="106361" y="79088"/>
                    </a:cubicBezTo>
                    <a:lnTo>
                      <a:pt x="106361" y="57272"/>
                    </a:lnTo>
                    <a:cubicBezTo>
                      <a:pt x="106361" y="55766"/>
                      <a:pt x="105144" y="54544"/>
                      <a:pt x="103638" y="54544"/>
                    </a:cubicBezTo>
                    <a:lnTo>
                      <a:pt x="62727" y="54544"/>
                    </a:lnTo>
                    <a:lnTo>
                      <a:pt x="62727" y="40911"/>
                    </a:lnTo>
                    <a:cubicBezTo>
                      <a:pt x="62727" y="39405"/>
                      <a:pt x="61505" y="38183"/>
                      <a:pt x="60000" y="38183"/>
                    </a:cubicBezTo>
                    <a:cubicBezTo>
                      <a:pt x="58494" y="38183"/>
                      <a:pt x="57272" y="39405"/>
                      <a:pt x="57272" y="40911"/>
                    </a:cubicBezTo>
                    <a:lnTo>
                      <a:pt x="57272" y="54544"/>
                    </a:lnTo>
                    <a:lnTo>
                      <a:pt x="16361" y="54544"/>
                    </a:lnTo>
                    <a:cubicBezTo>
                      <a:pt x="14855" y="54544"/>
                      <a:pt x="13638" y="55766"/>
                      <a:pt x="13638" y="57272"/>
                    </a:cubicBezTo>
                    <a:lnTo>
                      <a:pt x="13638" y="79088"/>
                    </a:lnTo>
                    <a:cubicBezTo>
                      <a:pt x="13638" y="80594"/>
                      <a:pt x="14855" y="81816"/>
                      <a:pt x="16361" y="81816"/>
                    </a:cubicBezTo>
                    <a:moveTo>
                      <a:pt x="49088" y="10911"/>
                    </a:moveTo>
                    <a:cubicBezTo>
                      <a:pt x="49088" y="7900"/>
                      <a:pt x="51533" y="5455"/>
                      <a:pt x="54544" y="5455"/>
                    </a:cubicBezTo>
                    <a:lnTo>
                      <a:pt x="65455" y="5455"/>
                    </a:lnTo>
                    <a:cubicBezTo>
                      <a:pt x="68466" y="5455"/>
                      <a:pt x="70911" y="7900"/>
                      <a:pt x="70911" y="10911"/>
                    </a:cubicBezTo>
                    <a:lnTo>
                      <a:pt x="70911" y="21816"/>
                    </a:lnTo>
                    <a:cubicBezTo>
                      <a:pt x="70911" y="24827"/>
                      <a:pt x="68466" y="27272"/>
                      <a:pt x="65455" y="27272"/>
                    </a:cubicBezTo>
                    <a:lnTo>
                      <a:pt x="54544" y="27272"/>
                    </a:lnTo>
                    <a:cubicBezTo>
                      <a:pt x="51533" y="27272"/>
                      <a:pt x="49088" y="24827"/>
                      <a:pt x="49088" y="21816"/>
                    </a:cubicBezTo>
                    <a:cubicBezTo>
                      <a:pt x="49088" y="21816"/>
                      <a:pt x="49088" y="10911"/>
                      <a:pt x="49088" y="10911"/>
                    </a:cubicBezTo>
                    <a:close/>
                    <a:moveTo>
                      <a:pt x="54544" y="32727"/>
                    </a:moveTo>
                    <a:lnTo>
                      <a:pt x="65455" y="32727"/>
                    </a:lnTo>
                    <a:cubicBezTo>
                      <a:pt x="71477" y="32727"/>
                      <a:pt x="76361" y="27844"/>
                      <a:pt x="76361" y="21816"/>
                    </a:cubicBezTo>
                    <a:lnTo>
                      <a:pt x="76361" y="10911"/>
                    </a:lnTo>
                    <a:cubicBezTo>
                      <a:pt x="76361" y="4883"/>
                      <a:pt x="71477" y="0"/>
                      <a:pt x="65455" y="0"/>
                    </a:cubicBezTo>
                    <a:lnTo>
                      <a:pt x="54544" y="0"/>
                    </a:lnTo>
                    <a:cubicBezTo>
                      <a:pt x="48522" y="0"/>
                      <a:pt x="43638" y="4883"/>
                      <a:pt x="43638" y="10911"/>
                    </a:cubicBezTo>
                    <a:lnTo>
                      <a:pt x="43638" y="21816"/>
                    </a:lnTo>
                    <a:cubicBezTo>
                      <a:pt x="43638" y="27844"/>
                      <a:pt x="48522" y="32727"/>
                      <a:pt x="54544" y="32727"/>
                    </a:cubicBezTo>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grpSp>
      </p:grpSp>
      <p:grpSp>
        <p:nvGrpSpPr>
          <p:cNvPr id="119" name="Groupe 118">
            <a:extLst>
              <a:ext uri="{FF2B5EF4-FFF2-40B4-BE49-F238E27FC236}">
                <a16:creationId xmlns:a16="http://schemas.microsoft.com/office/drawing/2014/main" id="{6F3D91C0-C015-AED0-5D54-E089BC741A9F}"/>
              </a:ext>
            </a:extLst>
          </p:cNvPr>
          <p:cNvGrpSpPr/>
          <p:nvPr/>
        </p:nvGrpSpPr>
        <p:grpSpPr>
          <a:xfrm>
            <a:off x="7877160" y="6003196"/>
            <a:ext cx="3842882" cy="648000"/>
            <a:chOff x="7880947" y="6003196"/>
            <a:chExt cx="3842882" cy="648000"/>
          </a:xfrm>
        </p:grpSpPr>
        <p:sp>
          <p:nvSpPr>
            <p:cNvPr id="77" name="TextBox 4">
              <a:extLst>
                <a:ext uri="{FF2B5EF4-FFF2-40B4-BE49-F238E27FC236}">
                  <a16:creationId xmlns:a16="http://schemas.microsoft.com/office/drawing/2014/main" id="{0A4FC4FB-D674-5859-0BDD-F28817AF825D}"/>
                </a:ext>
              </a:extLst>
            </p:cNvPr>
            <p:cNvSpPr txBox="1"/>
            <p:nvPr/>
          </p:nvSpPr>
          <p:spPr>
            <a:xfrm>
              <a:off x="8737615" y="6059431"/>
              <a:ext cx="2986214" cy="535531"/>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Stream </a:t>
              </a:r>
              <a:r>
                <a:rPr lang="fr-FR" err="1"/>
                <a:t>Processing</a:t>
              </a:r>
              <a:r>
                <a:rPr lang="fr-FR"/>
                <a:t> (fil de l’eau)</a:t>
              </a:r>
            </a:p>
          </p:txBody>
        </p:sp>
        <p:grpSp>
          <p:nvGrpSpPr>
            <p:cNvPr id="74" name="Groupe 73">
              <a:extLst>
                <a:ext uri="{FF2B5EF4-FFF2-40B4-BE49-F238E27FC236}">
                  <a16:creationId xmlns:a16="http://schemas.microsoft.com/office/drawing/2014/main" id="{1EE08C95-6E24-78D0-4AD6-992A52416963}"/>
                </a:ext>
              </a:extLst>
            </p:cNvPr>
            <p:cNvGrpSpPr/>
            <p:nvPr/>
          </p:nvGrpSpPr>
          <p:grpSpPr>
            <a:xfrm>
              <a:off x="7880947" y="6003196"/>
              <a:ext cx="648000" cy="648000"/>
              <a:chOff x="7865186" y="5021932"/>
              <a:chExt cx="648000" cy="648000"/>
            </a:xfrm>
          </p:grpSpPr>
          <p:sp>
            <p:nvSpPr>
              <p:cNvPr id="52" name="Oval 9">
                <a:extLst>
                  <a:ext uri="{FF2B5EF4-FFF2-40B4-BE49-F238E27FC236}">
                    <a16:creationId xmlns:a16="http://schemas.microsoft.com/office/drawing/2014/main" id="{15DA6935-983C-F553-DDF5-5F06878CC933}"/>
                  </a:ext>
                </a:extLst>
              </p:cNvPr>
              <p:cNvSpPr/>
              <p:nvPr/>
            </p:nvSpPr>
            <p:spPr>
              <a:xfrm>
                <a:off x="7865186" y="5021932"/>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62" name="Shape 7296">
                <a:extLst>
                  <a:ext uri="{FF2B5EF4-FFF2-40B4-BE49-F238E27FC236}">
                    <a16:creationId xmlns:a16="http://schemas.microsoft.com/office/drawing/2014/main" id="{E7D3DCA7-55D3-B17C-DF2E-EB4026FC5635}"/>
                  </a:ext>
                </a:extLst>
              </p:cNvPr>
              <p:cNvSpPr/>
              <p:nvPr/>
            </p:nvSpPr>
            <p:spPr>
              <a:xfrm>
                <a:off x="7955186" y="5111932"/>
                <a:ext cx="468000" cy="468000"/>
              </a:xfrm>
              <a:custGeom>
                <a:avLst/>
                <a:gdLst/>
                <a:ahLst/>
                <a:cxnLst/>
                <a:rect l="0" t="0" r="0" b="0"/>
                <a:pathLst>
                  <a:path w="120000" h="120000" extrusionOk="0">
                    <a:moveTo>
                      <a:pt x="114219" y="43152"/>
                    </a:moveTo>
                    <a:lnTo>
                      <a:pt x="114219" y="43152"/>
                    </a:lnTo>
                    <a:cubicBezTo>
                      <a:pt x="108438" y="43152"/>
                      <a:pt x="108438" y="43152"/>
                      <a:pt x="108438" y="43152"/>
                    </a:cubicBezTo>
                    <a:cubicBezTo>
                      <a:pt x="105647" y="43152"/>
                      <a:pt x="105647" y="43152"/>
                      <a:pt x="105647" y="43152"/>
                    </a:cubicBezTo>
                    <a:cubicBezTo>
                      <a:pt x="90099" y="43152"/>
                      <a:pt x="90099" y="43152"/>
                      <a:pt x="90099" y="43152"/>
                    </a:cubicBezTo>
                    <a:cubicBezTo>
                      <a:pt x="85913" y="43152"/>
                      <a:pt x="84518" y="40394"/>
                      <a:pt x="84518" y="37635"/>
                    </a:cubicBezTo>
                    <a:cubicBezTo>
                      <a:pt x="84518" y="34876"/>
                      <a:pt x="85913" y="31921"/>
                      <a:pt x="90099" y="31921"/>
                    </a:cubicBezTo>
                    <a:cubicBezTo>
                      <a:pt x="100066" y="31921"/>
                      <a:pt x="100066" y="31921"/>
                      <a:pt x="100066" y="31921"/>
                    </a:cubicBezTo>
                    <a:cubicBezTo>
                      <a:pt x="90099" y="19507"/>
                      <a:pt x="76146" y="11034"/>
                      <a:pt x="59202" y="11034"/>
                    </a:cubicBezTo>
                    <a:cubicBezTo>
                      <a:pt x="32491" y="11034"/>
                      <a:pt x="11362" y="33300"/>
                      <a:pt x="11362" y="59901"/>
                    </a:cubicBezTo>
                    <a:cubicBezTo>
                      <a:pt x="11362" y="62660"/>
                      <a:pt x="8372" y="65418"/>
                      <a:pt x="5581" y="65418"/>
                    </a:cubicBezTo>
                    <a:cubicBezTo>
                      <a:pt x="1395" y="65418"/>
                      <a:pt x="0" y="62660"/>
                      <a:pt x="0" y="59901"/>
                    </a:cubicBezTo>
                    <a:lnTo>
                      <a:pt x="0" y="59901"/>
                    </a:lnTo>
                    <a:cubicBezTo>
                      <a:pt x="0" y="26403"/>
                      <a:pt x="26710" y="0"/>
                      <a:pt x="59202" y="0"/>
                    </a:cubicBezTo>
                    <a:cubicBezTo>
                      <a:pt x="80332" y="0"/>
                      <a:pt x="97275" y="9655"/>
                      <a:pt x="108438" y="25024"/>
                    </a:cubicBezTo>
                    <a:cubicBezTo>
                      <a:pt x="108438" y="15369"/>
                      <a:pt x="108438" y="15369"/>
                      <a:pt x="108438" y="15369"/>
                    </a:cubicBezTo>
                    <a:cubicBezTo>
                      <a:pt x="108438" y="12610"/>
                      <a:pt x="111229" y="9655"/>
                      <a:pt x="114219" y="9655"/>
                    </a:cubicBezTo>
                    <a:cubicBezTo>
                      <a:pt x="117009" y="9655"/>
                      <a:pt x="119800" y="12610"/>
                      <a:pt x="119800" y="15369"/>
                    </a:cubicBezTo>
                    <a:cubicBezTo>
                      <a:pt x="119800" y="37635"/>
                      <a:pt x="119800" y="37635"/>
                      <a:pt x="119800" y="37635"/>
                    </a:cubicBezTo>
                    <a:cubicBezTo>
                      <a:pt x="119800" y="40394"/>
                      <a:pt x="117009" y="43152"/>
                      <a:pt x="114219" y="43152"/>
                    </a:cubicBezTo>
                    <a:close/>
                    <a:moveTo>
                      <a:pt x="5581" y="76650"/>
                    </a:moveTo>
                    <a:lnTo>
                      <a:pt x="5581" y="76650"/>
                    </a:lnTo>
                    <a:cubicBezTo>
                      <a:pt x="29501" y="76650"/>
                      <a:pt x="29501" y="76650"/>
                      <a:pt x="29501" y="76650"/>
                    </a:cubicBezTo>
                    <a:cubicBezTo>
                      <a:pt x="32491" y="76650"/>
                      <a:pt x="35282" y="79408"/>
                      <a:pt x="35282" y="82167"/>
                    </a:cubicBezTo>
                    <a:cubicBezTo>
                      <a:pt x="35282" y="84926"/>
                      <a:pt x="32491" y="87684"/>
                      <a:pt x="29501" y="87684"/>
                    </a:cubicBezTo>
                    <a:cubicBezTo>
                      <a:pt x="19734" y="87684"/>
                      <a:pt x="19734" y="87684"/>
                      <a:pt x="19734" y="87684"/>
                    </a:cubicBezTo>
                    <a:cubicBezTo>
                      <a:pt x="28106" y="100295"/>
                      <a:pt x="43654" y="108571"/>
                      <a:pt x="59202" y="108571"/>
                    </a:cubicBezTo>
                    <a:cubicBezTo>
                      <a:pt x="85913" y="108571"/>
                      <a:pt x="108438" y="86305"/>
                      <a:pt x="108438" y="59901"/>
                    </a:cubicBezTo>
                    <a:cubicBezTo>
                      <a:pt x="108438" y="57142"/>
                      <a:pt x="111229" y="54384"/>
                      <a:pt x="114219" y="54384"/>
                    </a:cubicBezTo>
                    <a:cubicBezTo>
                      <a:pt x="117009" y="54384"/>
                      <a:pt x="119800" y="57142"/>
                      <a:pt x="119800" y="59901"/>
                    </a:cubicBezTo>
                    <a:lnTo>
                      <a:pt x="119800" y="59901"/>
                    </a:lnTo>
                    <a:cubicBezTo>
                      <a:pt x="119800" y="93201"/>
                      <a:pt x="92890" y="119802"/>
                      <a:pt x="59202" y="119802"/>
                    </a:cubicBezTo>
                    <a:cubicBezTo>
                      <a:pt x="39468" y="119802"/>
                      <a:pt x="21129" y="109950"/>
                      <a:pt x="11362" y="94581"/>
                    </a:cubicBezTo>
                    <a:cubicBezTo>
                      <a:pt x="11362" y="104433"/>
                      <a:pt x="11362" y="104433"/>
                      <a:pt x="11362" y="104433"/>
                    </a:cubicBezTo>
                    <a:cubicBezTo>
                      <a:pt x="11362" y="107192"/>
                      <a:pt x="8372" y="109950"/>
                      <a:pt x="5581" y="109950"/>
                    </a:cubicBezTo>
                    <a:cubicBezTo>
                      <a:pt x="1395" y="109950"/>
                      <a:pt x="0" y="107192"/>
                      <a:pt x="0" y="104433"/>
                    </a:cubicBezTo>
                    <a:cubicBezTo>
                      <a:pt x="0" y="82167"/>
                      <a:pt x="0" y="82167"/>
                      <a:pt x="0" y="82167"/>
                    </a:cubicBezTo>
                    <a:cubicBezTo>
                      <a:pt x="0" y="79408"/>
                      <a:pt x="1395" y="76650"/>
                      <a:pt x="5581" y="76650"/>
                    </a:cubicBezTo>
                    <a:close/>
                  </a:path>
                </a:pathLst>
              </a:custGeom>
              <a:solidFill>
                <a:schemeClr val="tx1"/>
              </a:solidFill>
              <a:ln>
                <a:noFill/>
              </a:ln>
            </p:spPr>
            <p:txBody>
              <a:bodyPr lIns="45713" tIns="22850" rIns="45713" bIns="22850" anchor="ctr" anchorCtr="0">
                <a:noAutofit/>
              </a:bodyPr>
              <a:lstStyle/>
              <a:p>
                <a:endParaRPr sz="900">
                  <a:solidFill>
                    <a:schemeClr val="dk1"/>
                  </a:solidFill>
                  <a:latin typeface="Calibri"/>
                  <a:ea typeface="Calibri"/>
                  <a:cs typeface="Calibri"/>
                  <a:sym typeface="Calibri"/>
                </a:endParaRPr>
              </a:p>
            </p:txBody>
          </p:sp>
        </p:grpSp>
      </p:grpSp>
      <p:grpSp>
        <p:nvGrpSpPr>
          <p:cNvPr id="116" name="Groupe 115">
            <a:extLst>
              <a:ext uri="{FF2B5EF4-FFF2-40B4-BE49-F238E27FC236}">
                <a16:creationId xmlns:a16="http://schemas.microsoft.com/office/drawing/2014/main" id="{797F0608-D402-5AB8-0C7B-4EED6976CAA2}"/>
              </a:ext>
            </a:extLst>
          </p:cNvPr>
          <p:cNvGrpSpPr/>
          <p:nvPr/>
        </p:nvGrpSpPr>
        <p:grpSpPr>
          <a:xfrm>
            <a:off x="7877160" y="3816850"/>
            <a:ext cx="3842882" cy="648000"/>
            <a:chOff x="7880947" y="3702876"/>
            <a:chExt cx="3842882" cy="648000"/>
          </a:xfrm>
        </p:grpSpPr>
        <p:sp>
          <p:nvSpPr>
            <p:cNvPr id="42" name="TextBox 4">
              <a:extLst>
                <a:ext uri="{FF2B5EF4-FFF2-40B4-BE49-F238E27FC236}">
                  <a16:creationId xmlns:a16="http://schemas.microsoft.com/office/drawing/2014/main" id="{924C5360-539B-76DE-78A6-39212235137F}"/>
                </a:ext>
              </a:extLst>
            </p:cNvPr>
            <p:cNvSpPr txBox="1"/>
            <p:nvPr/>
          </p:nvSpPr>
          <p:spPr>
            <a:xfrm>
              <a:off x="8737615" y="3869910"/>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b="1">
                  <a:solidFill>
                    <a:schemeClr val="bg1"/>
                  </a:solidFill>
                </a:rPr>
                <a:t>L’ESB</a:t>
              </a:r>
            </a:p>
          </p:txBody>
        </p:sp>
        <p:grpSp>
          <p:nvGrpSpPr>
            <p:cNvPr id="70" name="Groupe 69">
              <a:extLst>
                <a:ext uri="{FF2B5EF4-FFF2-40B4-BE49-F238E27FC236}">
                  <a16:creationId xmlns:a16="http://schemas.microsoft.com/office/drawing/2014/main" id="{91815772-F57C-9BD1-260E-BD7407A6AF29}"/>
                </a:ext>
              </a:extLst>
            </p:cNvPr>
            <p:cNvGrpSpPr/>
            <p:nvPr/>
          </p:nvGrpSpPr>
          <p:grpSpPr>
            <a:xfrm>
              <a:off x="7880947" y="3702876"/>
              <a:ext cx="648000" cy="648000"/>
              <a:chOff x="7865191" y="2721613"/>
              <a:chExt cx="663756" cy="648000"/>
            </a:xfrm>
          </p:grpSpPr>
          <p:sp>
            <p:nvSpPr>
              <p:cNvPr id="43" name="Oval 9">
                <a:extLst>
                  <a:ext uri="{FF2B5EF4-FFF2-40B4-BE49-F238E27FC236}">
                    <a16:creationId xmlns:a16="http://schemas.microsoft.com/office/drawing/2014/main" id="{6D0E6F7E-AC04-2FCF-FDA1-104EC597C39F}"/>
                  </a:ext>
                </a:extLst>
              </p:cNvPr>
              <p:cNvSpPr/>
              <p:nvPr/>
            </p:nvSpPr>
            <p:spPr>
              <a:xfrm>
                <a:off x="7865191" y="2721613"/>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26" name="Picture 2" descr="Workflow Planning Svg Png Icon Free Download (#464234) - OnlineWebFonts.COM">
                <a:extLst>
                  <a:ext uri="{FF2B5EF4-FFF2-40B4-BE49-F238E27FC236}">
                    <a16:creationId xmlns:a16="http://schemas.microsoft.com/office/drawing/2014/main" id="{BA05EAA6-A966-B77A-899B-580AD6D11C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63095" y="2811639"/>
                <a:ext cx="467949" cy="467949"/>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7" name="Groupe 116">
            <a:extLst>
              <a:ext uri="{FF2B5EF4-FFF2-40B4-BE49-F238E27FC236}">
                <a16:creationId xmlns:a16="http://schemas.microsoft.com/office/drawing/2014/main" id="{A8431C3C-6318-E075-3591-AC823A35EE64}"/>
              </a:ext>
            </a:extLst>
          </p:cNvPr>
          <p:cNvGrpSpPr/>
          <p:nvPr/>
        </p:nvGrpSpPr>
        <p:grpSpPr>
          <a:xfrm>
            <a:off x="7877160" y="4545633"/>
            <a:ext cx="3842882" cy="648000"/>
            <a:chOff x="7880947" y="4469649"/>
            <a:chExt cx="3842882" cy="648000"/>
          </a:xfrm>
        </p:grpSpPr>
        <p:sp>
          <p:nvSpPr>
            <p:cNvPr id="45" name="TextBox 4">
              <a:extLst>
                <a:ext uri="{FF2B5EF4-FFF2-40B4-BE49-F238E27FC236}">
                  <a16:creationId xmlns:a16="http://schemas.microsoft.com/office/drawing/2014/main" id="{C841AE11-0EA3-40DB-73B6-0AABE4F3BE4C}"/>
                </a:ext>
              </a:extLst>
            </p:cNvPr>
            <p:cNvSpPr txBox="1"/>
            <p:nvPr/>
          </p:nvSpPr>
          <p:spPr>
            <a:xfrm>
              <a:off x="8737615" y="4636683"/>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L’ETL</a:t>
              </a:r>
            </a:p>
          </p:txBody>
        </p:sp>
        <p:grpSp>
          <p:nvGrpSpPr>
            <p:cNvPr id="69" name="Groupe 68">
              <a:extLst>
                <a:ext uri="{FF2B5EF4-FFF2-40B4-BE49-F238E27FC236}">
                  <a16:creationId xmlns:a16="http://schemas.microsoft.com/office/drawing/2014/main" id="{9C075171-309D-8030-88FD-2D97A560502C}"/>
                </a:ext>
              </a:extLst>
            </p:cNvPr>
            <p:cNvGrpSpPr/>
            <p:nvPr/>
          </p:nvGrpSpPr>
          <p:grpSpPr>
            <a:xfrm>
              <a:off x="7880947" y="4469649"/>
              <a:ext cx="648000" cy="648000"/>
              <a:chOff x="7865191" y="3488386"/>
              <a:chExt cx="663756" cy="648000"/>
            </a:xfrm>
          </p:grpSpPr>
          <p:sp>
            <p:nvSpPr>
              <p:cNvPr id="46" name="Oval 9">
                <a:extLst>
                  <a:ext uri="{FF2B5EF4-FFF2-40B4-BE49-F238E27FC236}">
                    <a16:creationId xmlns:a16="http://schemas.microsoft.com/office/drawing/2014/main" id="{D86ABF6A-AD19-C210-19A7-AB48D83723C5}"/>
                  </a:ext>
                </a:extLst>
              </p:cNvPr>
              <p:cNvSpPr/>
              <p:nvPr/>
            </p:nvSpPr>
            <p:spPr>
              <a:xfrm>
                <a:off x="7865191" y="3488386"/>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4" name="Picture 4" descr="Etl - Iconos gratis de computadora">
                <a:extLst>
                  <a:ext uri="{FF2B5EF4-FFF2-40B4-BE49-F238E27FC236}">
                    <a16:creationId xmlns:a16="http://schemas.microsoft.com/office/drawing/2014/main" id="{C41C84D1-577A-4F04-45C7-7AA83061BE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55776" y="3571093"/>
                <a:ext cx="482586" cy="48258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1" name="Groupe 110">
            <a:extLst>
              <a:ext uri="{FF2B5EF4-FFF2-40B4-BE49-F238E27FC236}">
                <a16:creationId xmlns:a16="http://schemas.microsoft.com/office/drawing/2014/main" id="{AD060793-59C3-78F8-CE95-A0ADE7E80C51}"/>
              </a:ext>
            </a:extLst>
          </p:cNvPr>
          <p:cNvGrpSpPr/>
          <p:nvPr/>
        </p:nvGrpSpPr>
        <p:grpSpPr>
          <a:xfrm>
            <a:off x="7877160" y="2359284"/>
            <a:ext cx="3842882" cy="648000"/>
            <a:chOff x="7880947" y="2473254"/>
            <a:chExt cx="3842882" cy="648000"/>
          </a:xfrm>
        </p:grpSpPr>
        <p:sp>
          <p:nvSpPr>
            <p:cNvPr id="39" name="TextBox 4">
              <a:extLst>
                <a:ext uri="{FF2B5EF4-FFF2-40B4-BE49-F238E27FC236}">
                  <a16:creationId xmlns:a16="http://schemas.microsoft.com/office/drawing/2014/main" id="{9F723379-8717-0275-2A6C-9F210CEAD42B}"/>
                </a:ext>
              </a:extLst>
            </p:cNvPr>
            <p:cNvSpPr txBox="1"/>
            <p:nvPr/>
          </p:nvSpPr>
          <p:spPr>
            <a:xfrm>
              <a:off x="8737615" y="2640288"/>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L’API management</a:t>
              </a:r>
            </a:p>
          </p:txBody>
        </p:sp>
        <p:grpSp>
          <p:nvGrpSpPr>
            <p:cNvPr id="68" name="Groupe 67">
              <a:extLst>
                <a:ext uri="{FF2B5EF4-FFF2-40B4-BE49-F238E27FC236}">
                  <a16:creationId xmlns:a16="http://schemas.microsoft.com/office/drawing/2014/main" id="{94183892-46CF-E23A-3839-B305574E8FFC}"/>
                </a:ext>
              </a:extLst>
            </p:cNvPr>
            <p:cNvGrpSpPr/>
            <p:nvPr/>
          </p:nvGrpSpPr>
          <p:grpSpPr>
            <a:xfrm>
              <a:off x="7880947" y="2473254"/>
              <a:ext cx="648000" cy="648000"/>
              <a:chOff x="7865191" y="1954840"/>
              <a:chExt cx="663756" cy="648000"/>
            </a:xfrm>
          </p:grpSpPr>
          <p:sp>
            <p:nvSpPr>
              <p:cNvPr id="40" name="Oval 9">
                <a:extLst>
                  <a:ext uri="{FF2B5EF4-FFF2-40B4-BE49-F238E27FC236}">
                    <a16:creationId xmlns:a16="http://schemas.microsoft.com/office/drawing/2014/main" id="{C0E87504-7ABF-6174-7BAA-D6113F4E76B5}"/>
                  </a:ext>
                </a:extLst>
              </p:cNvPr>
              <p:cNvSpPr/>
              <p:nvPr/>
            </p:nvSpPr>
            <p:spPr>
              <a:xfrm>
                <a:off x="7865191" y="1954840"/>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5" name="Picture 6" descr="Api, management, cog, gear, website icon - Download on Iconfinder">
                <a:extLst>
                  <a:ext uri="{FF2B5EF4-FFF2-40B4-BE49-F238E27FC236}">
                    <a16:creationId xmlns:a16="http://schemas.microsoft.com/office/drawing/2014/main" id="{CEC27BF1-F31E-CA75-4ABB-971F0F722EB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94727" y="2089198"/>
                <a:ext cx="455485" cy="455485"/>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4" name="Groupe 113">
            <a:extLst>
              <a:ext uri="{FF2B5EF4-FFF2-40B4-BE49-F238E27FC236}">
                <a16:creationId xmlns:a16="http://schemas.microsoft.com/office/drawing/2014/main" id="{70A62B58-CD4D-0EB1-8109-25B5A0A1755B}"/>
              </a:ext>
            </a:extLst>
          </p:cNvPr>
          <p:cNvGrpSpPr/>
          <p:nvPr/>
        </p:nvGrpSpPr>
        <p:grpSpPr>
          <a:xfrm>
            <a:off x="7877160" y="901718"/>
            <a:ext cx="3839663" cy="648000"/>
            <a:chOff x="7880947" y="939708"/>
            <a:chExt cx="3839663" cy="648000"/>
          </a:xfrm>
        </p:grpSpPr>
        <p:sp>
          <p:nvSpPr>
            <p:cNvPr id="36" name="TextBox 4">
              <a:extLst>
                <a:ext uri="{FF2B5EF4-FFF2-40B4-BE49-F238E27FC236}">
                  <a16:creationId xmlns:a16="http://schemas.microsoft.com/office/drawing/2014/main" id="{0EE3CCEC-C4DD-276E-0586-816E18291BF8}"/>
                </a:ext>
              </a:extLst>
            </p:cNvPr>
            <p:cNvSpPr txBox="1"/>
            <p:nvPr/>
          </p:nvSpPr>
          <p:spPr>
            <a:xfrm>
              <a:off x="8734396" y="1107866"/>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Plateformes de médiation</a:t>
              </a:r>
            </a:p>
          </p:txBody>
        </p:sp>
        <p:grpSp>
          <p:nvGrpSpPr>
            <p:cNvPr id="67" name="Groupe 66">
              <a:extLst>
                <a:ext uri="{FF2B5EF4-FFF2-40B4-BE49-F238E27FC236}">
                  <a16:creationId xmlns:a16="http://schemas.microsoft.com/office/drawing/2014/main" id="{BB935DDB-705F-EA58-4A42-C38A67D58E3F}"/>
                </a:ext>
              </a:extLst>
            </p:cNvPr>
            <p:cNvGrpSpPr/>
            <p:nvPr/>
          </p:nvGrpSpPr>
          <p:grpSpPr>
            <a:xfrm>
              <a:off x="7880947" y="939708"/>
              <a:ext cx="648000" cy="648000"/>
              <a:chOff x="7865191" y="1188067"/>
              <a:chExt cx="663756" cy="648000"/>
            </a:xfrm>
          </p:grpSpPr>
          <p:sp>
            <p:nvSpPr>
              <p:cNvPr id="37" name="Oval 9">
                <a:extLst>
                  <a:ext uri="{FF2B5EF4-FFF2-40B4-BE49-F238E27FC236}">
                    <a16:creationId xmlns:a16="http://schemas.microsoft.com/office/drawing/2014/main" id="{F95B015E-DB72-9276-EB93-9FB345D474E1}"/>
                  </a:ext>
                </a:extLst>
              </p:cNvPr>
              <p:cNvSpPr/>
              <p:nvPr/>
            </p:nvSpPr>
            <p:spPr>
              <a:xfrm>
                <a:off x="7865191" y="1188067"/>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2" name="Picture 8" descr="Icône Cible, objectif dans Marketing (Outline) icon set">
                <a:extLst>
                  <a:ext uri="{FF2B5EF4-FFF2-40B4-BE49-F238E27FC236}">
                    <a16:creationId xmlns:a16="http://schemas.microsoft.com/office/drawing/2014/main" id="{BDAFF441-00EE-DC2C-4FE0-564B51EF9BE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41645" y="1256643"/>
                <a:ext cx="510848" cy="51084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3" name="Groupe 112">
            <a:extLst>
              <a:ext uri="{FF2B5EF4-FFF2-40B4-BE49-F238E27FC236}">
                <a16:creationId xmlns:a16="http://schemas.microsoft.com/office/drawing/2014/main" id="{382159C3-021D-B3BB-6438-CE906B6FA521}"/>
              </a:ext>
            </a:extLst>
          </p:cNvPr>
          <p:cNvGrpSpPr/>
          <p:nvPr/>
        </p:nvGrpSpPr>
        <p:grpSpPr>
          <a:xfrm>
            <a:off x="7877160" y="1630501"/>
            <a:ext cx="3842882" cy="648000"/>
            <a:chOff x="7880947" y="1706481"/>
            <a:chExt cx="3842882" cy="648000"/>
          </a:xfrm>
        </p:grpSpPr>
        <p:sp>
          <p:nvSpPr>
            <p:cNvPr id="54" name="TextBox 4">
              <a:extLst>
                <a:ext uri="{FF2B5EF4-FFF2-40B4-BE49-F238E27FC236}">
                  <a16:creationId xmlns:a16="http://schemas.microsoft.com/office/drawing/2014/main" id="{5D54B8AE-8409-6AB1-B235-6D655B69E37B}"/>
                </a:ext>
              </a:extLst>
            </p:cNvPr>
            <p:cNvSpPr txBox="1"/>
            <p:nvPr/>
          </p:nvSpPr>
          <p:spPr>
            <a:xfrm>
              <a:off x="8737615" y="1876903"/>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Typologies de flux </a:t>
              </a:r>
            </a:p>
          </p:txBody>
        </p:sp>
        <p:grpSp>
          <p:nvGrpSpPr>
            <p:cNvPr id="73" name="Groupe 72">
              <a:extLst>
                <a:ext uri="{FF2B5EF4-FFF2-40B4-BE49-F238E27FC236}">
                  <a16:creationId xmlns:a16="http://schemas.microsoft.com/office/drawing/2014/main" id="{640BF671-C2E0-7B90-22E4-5ED05B25F21F}"/>
                </a:ext>
              </a:extLst>
            </p:cNvPr>
            <p:cNvGrpSpPr/>
            <p:nvPr/>
          </p:nvGrpSpPr>
          <p:grpSpPr>
            <a:xfrm>
              <a:off x="7880947" y="1706481"/>
              <a:ext cx="648000" cy="648000"/>
              <a:chOff x="7865191" y="5788706"/>
              <a:chExt cx="663756" cy="648000"/>
            </a:xfrm>
          </p:grpSpPr>
          <p:sp>
            <p:nvSpPr>
              <p:cNvPr id="55" name="Oval 9">
                <a:extLst>
                  <a:ext uri="{FF2B5EF4-FFF2-40B4-BE49-F238E27FC236}">
                    <a16:creationId xmlns:a16="http://schemas.microsoft.com/office/drawing/2014/main" id="{8C62FFDF-D06B-043C-E6E9-520CB4B67950}"/>
                  </a:ext>
                </a:extLst>
              </p:cNvPr>
              <p:cNvSpPr/>
              <p:nvPr/>
            </p:nvSpPr>
            <p:spPr>
              <a:xfrm>
                <a:off x="7865191" y="5788706"/>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4" name="Picture 10" descr="Flux de travail - Icônes entreprise gratuites">
                <a:extLst>
                  <a:ext uri="{FF2B5EF4-FFF2-40B4-BE49-F238E27FC236}">
                    <a16:creationId xmlns:a16="http://schemas.microsoft.com/office/drawing/2014/main" id="{E7108A0A-EDD7-B70D-771E-800ED711E42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47416" y="5863053"/>
                <a:ext cx="499306" cy="49930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5" name="Groupe 114">
            <a:extLst>
              <a:ext uri="{FF2B5EF4-FFF2-40B4-BE49-F238E27FC236}">
                <a16:creationId xmlns:a16="http://schemas.microsoft.com/office/drawing/2014/main" id="{9688AF71-F11B-F7F7-1BF1-469F1FE3DA94}"/>
              </a:ext>
            </a:extLst>
          </p:cNvPr>
          <p:cNvGrpSpPr/>
          <p:nvPr/>
        </p:nvGrpSpPr>
        <p:grpSpPr>
          <a:xfrm>
            <a:off x="7877160" y="172935"/>
            <a:ext cx="3846669" cy="648000"/>
            <a:chOff x="7877160" y="172935"/>
            <a:chExt cx="3846669" cy="648000"/>
          </a:xfrm>
        </p:grpSpPr>
        <p:sp>
          <p:nvSpPr>
            <p:cNvPr id="102" name="TextBox 4">
              <a:extLst>
                <a:ext uri="{FF2B5EF4-FFF2-40B4-BE49-F238E27FC236}">
                  <a16:creationId xmlns:a16="http://schemas.microsoft.com/office/drawing/2014/main" id="{08EF1DAE-D77A-794C-3B18-C2C6C135E72E}"/>
                </a:ext>
              </a:extLst>
            </p:cNvPr>
            <p:cNvSpPr txBox="1"/>
            <p:nvPr/>
          </p:nvSpPr>
          <p:spPr>
            <a:xfrm>
              <a:off x="8737615" y="339969"/>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Médiation et urbanisation</a:t>
              </a:r>
            </a:p>
          </p:txBody>
        </p:sp>
        <p:grpSp>
          <p:nvGrpSpPr>
            <p:cNvPr id="76" name="Groupe 75">
              <a:extLst>
                <a:ext uri="{FF2B5EF4-FFF2-40B4-BE49-F238E27FC236}">
                  <a16:creationId xmlns:a16="http://schemas.microsoft.com/office/drawing/2014/main" id="{CE01ABCF-F61E-3F10-719A-B81BE6A61CD4}"/>
                </a:ext>
              </a:extLst>
            </p:cNvPr>
            <p:cNvGrpSpPr/>
            <p:nvPr/>
          </p:nvGrpSpPr>
          <p:grpSpPr>
            <a:xfrm>
              <a:off x="7877160" y="172935"/>
              <a:ext cx="648000" cy="648000"/>
              <a:chOff x="7877160" y="421293"/>
              <a:chExt cx="648000" cy="648000"/>
            </a:xfrm>
          </p:grpSpPr>
          <p:sp>
            <p:nvSpPr>
              <p:cNvPr id="103" name="Oval 9">
                <a:extLst>
                  <a:ext uri="{FF2B5EF4-FFF2-40B4-BE49-F238E27FC236}">
                    <a16:creationId xmlns:a16="http://schemas.microsoft.com/office/drawing/2014/main" id="{8AC00DDB-26A3-6160-4A14-ED454F592BDC}"/>
                  </a:ext>
                </a:extLst>
              </p:cNvPr>
              <p:cNvSpPr/>
              <p:nvPr/>
            </p:nvSpPr>
            <p:spPr>
              <a:xfrm>
                <a:off x="7877160" y="42129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75" name="Shape 7692">
                <a:extLst>
                  <a:ext uri="{FF2B5EF4-FFF2-40B4-BE49-F238E27FC236}">
                    <a16:creationId xmlns:a16="http://schemas.microsoft.com/office/drawing/2014/main" id="{BB65BE64-CCCA-0B16-C0CB-52B00EE5D1D9}"/>
                  </a:ext>
                </a:extLst>
              </p:cNvPr>
              <p:cNvSpPr/>
              <p:nvPr/>
            </p:nvSpPr>
            <p:spPr>
              <a:xfrm>
                <a:off x="7976160" y="520293"/>
                <a:ext cx="450000" cy="450000"/>
              </a:xfrm>
              <a:custGeom>
                <a:avLst/>
                <a:gdLst/>
                <a:ahLst/>
                <a:cxnLst/>
                <a:rect l="0" t="0" r="0" b="0"/>
                <a:pathLst>
                  <a:path w="120000" h="120000" extrusionOk="0">
                    <a:moveTo>
                      <a:pt x="114544" y="44972"/>
                    </a:moveTo>
                    <a:lnTo>
                      <a:pt x="111616" y="48000"/>
                    </a:lnTo>
                    <a:cubicBezTo>
                      <a:pt x="107188" y="46811"/>
                      <a:pt x="102677" y="46233"/>
                      <a:pt x="98194" y="46233"/>
                    </a:cubicBezTo>
                    <a:lnTo>
                      <a:pt x="95277" y="40983"/>
                    </a:lnTo>
                    <a:cubicBezTo>
                      <a:pt x="94733" y="40016"/>
                      <a:pt x="93950" y="39083"/>
                      <a:pt x="93005" y="38538"/>
                    </a:cubicBezTo>
                    <a:cubicBezTo>
                      <a:pt x="92227" y="38088"/>
                      <a:pt x="91344" y="37900"/>
                      <a:pt x="90377" y="38155"/>
                    </a:cubicBezTo>
                    <a:lnTo>
                      <a:pt x="74927" y="42294"/>
                    </a:lnTo>
                    <a:cubicBezTo>
                      <a:pt x="72788" y="42866"/>
                      <a:pt x="72194" y="45138"/>
                      <a:pt x="72094" y="47194"/>
                    </a:cubicBezTo>
                    <a:lnTo>
                      <a:pt x="72200" y="53166"/>
                    </a:lnTo>
                    <a:cubicBezTo>
                      <a:pt x="68294" y="55405"/>
                      <a:pt x="64661" y="58172"/>
                      <a:pt x="61405" y="61427"/>
                    </a:cubicBezTo>
                    <a:lnTo>
                      <a:pt x="55683" y="59788"/>
                    </a:lnTo>
                    <a:cubicBezTo>
                      <a:pt x="53738" y="59244"/>
                      <a:pt x="51327" y="59344"/>
                      <a:pt x="50222" y="61255"/>
                    </a:cubicBezTo>
                    <a:lnTo>
                      <a:pt x="42222" y="75111"/>
                    </a:lnTo>
                    <a:cubicBezTo>
                      <a:pt x="41116" y="77022"/>
                      <a:pt x="42300" y="79050"/>
                      <a:pt x="43683" y="80577"/>
                    </a:cubicBezTo>
                    <a:lnTo>
                      <a:pt x="47961" y="84711"/>
                    </a:lnTo>
                    <a:cubicBezTo>
                      <a:pt x="46772" y="89161"/>
                      <a:pt x="46194" y="93688"/>
                      <a:pt x="46205" y="98188"/>
                    </a:cubicBezTo>
                    <a:lnTo>
                      <a:pt x="40983" y="101088"/>
                    </a:lnTo>
                    <a:cubicBezTo>
                      <a:pt x="39222" y="102072"/>
                      <a:pt x="37583" y="103850"/>
                      <a:pt x="38155" y="105983"/>
                    </a:cubicBezTo>
                    <a:lnTo>
                      <a:pt x="40450" y="114550"/>
                    </a:lnTo>
                    <a:lnTo>
                      <a:pt x="10911" y="114550"/>
                    </a:lnTo>
                    <a:cubicBezTo>
                      <a:pt x="7900" y="114550"/>
                      <a:pt x="5455" y="112100"/>
                      <a:pt x="5455" y="109088"/>
                    </a:cubicBezTo>
                    <a:lnTo>
                      <a:pt x="5455" y="62727"/>
                    </a:lnTo>
                    <a:lnTo>
                      <a:pt x="10727" y="62727"/>
                    </a:lnTo>
                    <a:cubicBezTo>
                      <a:pt x="12933" y="62727"/>
                      <a:pt x="14100" y="60688"/>
                      <a:pt x="14727" y="58727"/>
                    </a:cubicBezTo>
                    <a:lnTo>
                      <a:pt x="16183" y="52905"/>
                    </a:lnTo>
                    <a:cubicBezTo>
                      <a:pt x="20616" y="51722"/>
                      <a:pt x="24811" y="49961"/>
                      <a:pt x="28688" y="47722"/>
                    </a:cubicBezTo>
                    <a:lnTo>
                      <a:pt x="33838" y="50811"/>
                    </a:lnTo>
                    <a:cubicBezTo>
                      <a:pt x="34861" y="51338"/>
                      <a:pt x="36022" y="51761"/>
                      <a:pt x="37116" y="51761"/>
                    </a:cubicBezTo>
                    <a:cubicBezTo>
                      <a:pt x="37983" y="51761"/>
                      <a:pt x="38805" y="51500"/>
                      <a:pt x="39500" y="50811"/>
                    </a:cubicBezTo>
                    <a:lnTo>
                      <a:pt x="50811" y="39494"/>
                    </a:lnTo>
                    <a:cubicBezTo>
                      <a:pt x="52372" y="37933"/>
                      <a:pt x="51844" y="35577"/>
                      <a:pt x="50811" y="33838"/>
                    </a:cubicBezTo>
                    <a:lnTo>
                      <a:pt x="47738" y="28716"/>
                    </a:lnTo>
                    <a:cubicBezTo>
                      <a:pt x="49994" y="24827"/>
                      <a:pt x="51761" y="20616"/>
                      <a:pt x="52950" y="16172"/>
                    </a:cubicBezTo>
                    <a:lnTo>
                      <a:pt x="58727" y="14727"/>
                    </a:lnTo>
                    <a:cubicBezTo>
                      <a:pt x="60688" y="14100"/>
                      <a:pt x="62727" y="12933"/>
                      <a:pt x="62727" y="10727"/>
                    </a:cubicBezTo>
                    <a:lnTo>
                      <a:pt x="62727" y="5455"/>
                    </a:lnTo>
                    <a:lnTo>
                      <a:pt x="109088" y="5455"/>
                    </a:lnTo>
                    <a:cubicBezTo>
                      <a:pt x="112100" y="5455"/>
                      <a:pt x="114544" y="7894"/>
                      <a:pt x="114544" y="10911"/>
                    </a:cubicBezTo>
                    <a:cubicBezTo>
                      <a:pt x="114544" y="10911"/>
                      <a:pt x="114544" y="44972"/>
                      <a:pt x="114544" y="44972"/>
                    </a:cubicBezTo>
                    <a:close/>
                    <a:moveTo>
                      <a:pt x="114544" y="69966"/>
                    </a:moveTo>
                    <a:cubicBezTo>
                      <a:pt x="109722" y="67155"/>
                      <a:pt x="104166" y="65455"/>
                      <a:pt x="98183" y="65455"/>
                    </a:cubicBezTo>
                    <a:cubicBezTo>
                      <a:pt x="80105" y="65455"/>
                      <a:pt x="65455" y="80105"/>
                      <a:pt x="65455" y="98183"/>
                    </a:cubicBezTo>
                    <a:cubicBezTo>
                      <a:pt x="65455" y="104172"/>
                      <a:pt x="67155" y="109722"/>
                      <a:pt x="69966" y="114550"/>
                    </a:cubicBezTo>
                    <a:lnTo>
                      <a:pt x="46100" y="114550"/>
                    </a:lnTo>
                    <a:lnTo>
                      <a:pt x="43750" y="105788"/>
                    </a:lnTo>
                    <a:lnTo>
                      <a:pt x="48855" y="102955"/>
                    </a:lnTo>
                    <a:cubicBezTo>
                      <a:pt x="50588" y="101988"/>
                      <a:pt x="51661" y="100155"/>
                      <a:pt x="51661" y="98172"/>
                    </a:cubicBezTo>
                    <a:cubicBezTo>
                      <a:pt x="51655" y="94100"/>
                      <a:pt x="52177" y="90044"/>
                      <a:pt x="53233" y="86122"/>
                    </a:cubicBezTo>
                    <a:cubicBezTo>
                      <a:pt x="53744" y="84211"/>
                      <a:pt x="53177" y="82172"/>
                      <a:pt x="51755" y="80794"/>
                    </a:cubicBezTo>
                    <a:lnTo>
                      <a:pt x="47622" y="76794"/>
                    </a:lnTo>
                    <a:cubicBezTo>
                      <a:pt x="47605" y="76777"/>
                      <a:pt x="47588" y="76761"/>
                      <a:pt x="47577" y="76738"/>
                    </a:cubicBezTo>
                    <a:lnTo>
                      <a:pt x="54311" y="65072"/>
                    </a:lnTo>
                    <a:lnTo>
                      <a:pt x="59905" y="66672"/>
                    </a:lnTo>
                    <a:cubicBezTo>
                      <a:pt x="61811" y="67216"/>
                      <a:pt x="63861" y="66683"/>
                      <a:pt x="65266" y="65283"/>
                    </a:cubicBezTo>
                    <a:cubicBezTo>
                      <a:pt x="68133" y="62411"/>
                      <a:pt x="71377" y="59927"/>
                      <a:pt x="74916" y="57894"/>
                    </a:cubicBezTo>
                    <a:cubicBezTo>
                      <a:pt x="76633" y="56905"/>
                      <a:pt x="77683" y="55061"/>
                      <a:pt x="77650" y="53077"/>
                    </a:cubicBezTo>
                    <a:lnTo>
                      <a:pt x="77555" y="47300"/>
                    </a:lnTo>
                    <a:lnTo>
                      <a:pt x="77555" y="47238"/>
                    </a:lnTo>
                    <a:lnTo>
                      <a:pt x="90577" y="43750"/>
                    </a:lnTo>
                    <a:lnTo>
                      <a:pt x="93427" y="48883"/>
                    </a:lnTo>
                    <a:cubicBezTo>
                      <a:pt x="93916" y="49766"/>
                      <a:pt x="94622" y="50472"/>
                      <a:pt x="95466" y="50955"/>
                    </a:cubicBezTo>
                    <a:cubicBezTo>
                      <a:pt x="96277" y="51427"/>
                      <a:pt x="97216" y="51688"/>
                      <a:pt x="98194" y="51688"/>
                    </a:cubicBezTo>
                    <a:cubicBezTo>
                      <a:pt x="102261" y="51688"/>
                      <a:pt x="106305" y="52216"/>
                      <a:pt x="110205" y="53272"/>
                    </a:cubicBezTo>
                    <a:cubicBezTo>
                      <a:pt x="111700" y="53666"/>
                      <a:pt x="113272" y="53394"/>
                      <a:pt x="114544" y="52577"/>
                    </a:cubicBezTo>
                    <a:cubicBezTo>
                      <a:pt x="114544" y="52577"/>
                      <a:pt x="114544" y="69966"/>
                      <a:pt x="114544" y="69966"/>
                    </a:cubicBezTo>
                    <a:close/>
                    <a:moveTo>
                      <a:pt x="114544" y="85972"/>
                    </a:moveTo>
                    <a:lnTo>
                      <a:pt x="106072" y="90683"/>
                    </a:lnTo>
                    <a:cubicBezTo>
                      <a:pt x="104083" y="88588"/>
                      <a:pt x="101294" y="87272"/>
                      <a:pt x="98183" y="87272"/>
                    </a:cubicBezTo>
                    <a:cubicBezTo>
                      <a:pt x="95072" y="87272"/>
                      <a:pt x="92277" y="88588"/>
                      <a:pt x="90294" y="90683"/>
                    </a:cubicBezTo>
                    <a:lnTo>
                      <a:pt x="75794" y="82627"/>
                    </a:lnTo>
                    <a:cubicBezTo>
                      <a:pt x="80722" y="75550"/>
                      <a:pt x="88905" y="70911"/>
                      <a:pt x="98183" y="70911"/>
                    </a:cubicBezTo>
                    <a:cubicBezTo>
                      <a:pt x="104350" y="70911"/>
                      <a:pt x="109988" y="73005"/>
                      <a:pt x="114544" y="76466"/>
                    </a:cubicBezTo>
                    <a:cubicBezTo>
                      <a:pt x="114544" y="76466"/>
                      <a:pt x="114544" y="85972"/>
                      <a:pt x="114544" y="85972"/>
                    </a:cubicBezTo>
                    <a:close/>
                    <a:moveTo>
                      <a:pt x="114544" y="109088"/>
                    </a:moveTo>
                    <a:cubicBezTo>
                      <a:pt x="114544" y="112100"/>
                      <a:pt x="112100" y="114550"/>
                      <a:pt x="109088" y="114550"/>
                    </a:cubicBezTo>
                    <a:lnTo>
                      <a:pt x="100911" y="114550"/>
                    </a:lnTo>
                    <a:lnTo>
                      <a:pt x="100911" y="108705"/>
                    </a:lnTo>
                    <a:cubicBezTo>
                      <a:pt x="105605" y="107488"/>
                      <a:pt x="109088" y="103261"/>
                      <a:pt x="109088" y="98183"/>
                    </a:cubicBezTo>
                    <a:cubicBezTo>
                      <a:pt x="109088" y="97233"/>
                      <a:pt x="108933" y="96327"/>
                      <a:pt x="108705" y="95455"/>
                    </a:cubicBezTo>
                    <a:lnTo>
                      <a:pt x="114544" y="92211"/>
                    </a:lnTo>
                    <a:cubicBezTo>
                      <a:pt x="114544" y="92211"/>
                      <a:pt x="114544" y="109088"/>
                      <a:pt x="114544" y="109088"/>
                    </a:cubicBezTo>
                    <a:close/>
                    <a:moveTo>
                      <a:pt x="92727" y="98183"/>
                    </a:moveTo>
                    <a:cubicBezTo>
                      <a:pt x="92727" y="95172"/>
                      <a:pt x="95172" y="92727"/>
                      <a:pt x="98183" y="92727"/>
                    </a:cubicBezTo>
                    <a:cubicBezTo>
                      <a:pt x="101188" y="92727"/>
                      <a:pt x="103638" y="95172"/>
                      <a:pt x="103638" y="98183"/>
                    </a:cubicBezTo>
                    <a:cubicBezTo>
                      <a:pt x="103638" y="101194"/>
                      <a:pt x="101188" y="103638"/>
                      <a:pt x="98183" y="103638"/>
                    </a:cubicBezTo>
                    <a:cubicBezTo>
                      <a:pt x="95172" y="103638"/>
                      <a:pt x="92727" y="101194"/>
                      <a:pt x="92727" y="98183"/>
                    </a:cubicBezTo>
                    <a:moveTo>
                      <a:pt x="95455" y="114550"/>
                    </a:moveTo>
                    <a:lnTo>
                      <a:pt x="76427" y="114550"/>
                    </a:lnTo>
                    <a:cubicBezTo>
                      <a:pt x="72988" y="109983"/>
                      <a:pt x="70911" y="104338"/>
                      <a:pt x="70911" y="98183"/>
                    </a:cubicBezTo>
                    <a:cubicBezTo>
                      <a:pt x="70911" y="94344"/>
                      <a:pt x="71705" y="90700"/>
                      <a:pt x="73138" y="87388"/>
                    </a:cubicBezTo>
                    <a:lnTo>
                      <a:pt x="87661" y="95455"/>
                    </a:lnTo>
                    <a:cubicBezTo>
                      <a:pt x="87433" y="96327"/>
                      <a:pt x="87272" y="97233"/>
                      <a:pt x="87272" y="98183"/>
                    </a:cubicBezTo>
                    <a:cubicBezTo>
                      <a:pt x="87272" y="103261"/>
                      <a:pt x="90755" y="107488"/>
                      <a:pt x="95455" y="108705"/>
                    </a:cubicBezTo>
                    <a:cubicBezTo>
                      <a:pt x="95455" y="108705"/>
                      <a:pt x="95455" y="114550"/>
                      <a:pt x="95455" y="114550"/>
                    </a:cubicBezTo>
                    <a:close/>
                    <a:moveTo>
                      <a:pt x="5455" y="29866"/>
                    </a:moveTo>
                    <a:cubicBezTo>
                      <a:pt x="18338" y="28583"/>
                      <a:pt x="28583" y="18338"/>
                      <a:pt x="29861" y="5455"/>
                    </a:cubicBezTo>
                    <a:lnTo>
                      <a:pt x="57272" y="5455"/>
                    </a:lnTo>
                    <a:lnTo>
                      <a:pt x="57272" y="9461"/>
                    </a:lnTo>
                    <a:cubicBezTo>
                      <a:pt x="57250" y="9472"/>
                      <a:pt x="57233" y="9477"/>
                      <a:pt x="57211" y="9483"/>
                    </a:cubicBezTo>
                    <a:lnTo>
                      <a:pt x="51627" y="10877"/>
                    </a:lnTo>
                    <a:cubicBezTo>
                      <a:pt x="49705" y="11361"/>
                      <a:pt x="48194" y="12850"/>
                      <a:pt x="47683" y="14761"/>
                    </a:cubicBezTo>
                    <a:cubicBezTo>
                      <a:pt x="46633" y="18683"/>
                      <a:pt x="45066" y="22455"/>
                      <a:pt x="43022" y="25977"/>
                    </a:cubicBezTo>
                    <a:cubicBezTo>
                      <a:pt x="42022" y="27700"/>
                      <a:pt x="42038" y="29822"/>
                      <a:pt x="43061" y="31522"/>
                    </a:cubicBezTo>
                    <a:lnTo>
                      <a:pt x="46066" y="36527"/>
                    </a:lnTo>
                    <a:lnTo>
                      <a:pt x="36533" y="46061"/>
                    </a:lnTo>
                    <a:cubicBezTo>
                      <a:pt x="36516" y="46055"/>
                      <a:pt x="36494" y="46044"/>
                      <a:pt x="36477" y="46033"/>
                    </a:cubicBezTo>
                    <a:lnTo>
                      <a:pt x="31494" y="43044"/>
                    </a:lnTo>
                    <a:cubicBezTo>
                      <a:pt x="30627" y="42527"/>
                      <a:pt x="29661" y="42266"/>
                      <a:pt x="28688" y="42266"/>
                    </a:cubicBezTo>
                    <a:cubicBezTo>
                      <a:pt x="27750" y="42266"/>
                      <a:pt x="26805" y="42511"/>
                      <a:pt x="25961" y="42994"/>
                    </a:cubicBezTo>
                    <a:cubicBezTo>
                      <a:pt x="22438" y="45033"/>
                      <a:pt x="18677" y="46594"/>
                      <a:pt x="14772" y="47638"/>
                    </a:cubicBezTo>
                    <a:cubicBezTo>
                      <a:pt x="12861" y="48144"/>
                      <a:pt x="11372" y="49655"/>
                      <a:pt x="10888" y="51583"/>
                    </a:cubicBezTo>
                    <a:lnTo>
                      <a:pt x="9483" y="57211"/>
                    </a:lnTo>
                    <a:cubicBezTo>
                      <a:pt x="9477" y="57233"/>
                      <a:pt x="9472" y="57250"/>
                      <a:pt x="9461" y="57277"/>
                    </a:cubicBezTo>
                    <a:lnTo>
                      <a:pt x="5455" y="57277"/>
                    </a:lnTo>
                    <a:cubicBezTo>
                      <a:pt x="5455" y="57277"/>
                      <a:pt x="5455" y="29866"/>
                      <a:pt x="5455" y="29866"/>
                    </a:cubicBezTo>
                    <a:close/>
                    <a:moveTo>
                      <a:pt x="5455" y="10911"/>
                    </a:moveTo>
                    <a:cubicBezTo>
                      <a:pt x="5455" y="7894"/>
                      <a:pt x="7900" y="5455"/>
                      <a:pt x="10911" y="5455"/>
                    </a:cubicBezTo>
                    <a:lnTo>
                      <a:pt x="24355" y="5455"/>
                    </a:lnTo>
                    <a:cubicBezTo>
                      <a:pt x="23122" y="15322"/>
                      <a:pt x="15322" y="23122"/>
                      <a:pt x="5455" y="24355"/>
                    </a:cubicBezTo>
                    <a:cubicBezTo>
                      <a:pt x="5455" y="24355"/>
                      <a:pt x="5455" y="10911"/>
                      <a:pt x="5455" y="10911"/>
                    </a:cubicBezTo>
                    <a:close/>
                    <a:moveTo>
                      <a:pt x="109088" y="0"/>
                    </a:moveTo>
                    <a:lnTo>
                      <a:pt x="10911" y="0"/>
                    </a:lnTo>
                    <a:cubicBezTo>
                      <a:pt x="4883" y="0"/>
                      <a:pt x="0" y="4883"/>
                      <a:pt x="0" y="10911"/>
                    </a:cubicBezTo>
                    <a:lnTo>
                      <a:pt x="0" y="109088"/>
                    </a:lnTo>
                    <a:cubicBezTo>
                      <a:pt x="0" y="115116"/>
                      <a:pt x="4883" y="120000"/>
                      <a:pt x="10911" y="120000"/>
                    </a:cubicBezTo>
                    <a:lnTo>
                      <a:pt x="109088" y="120000"/>
                    </a:lnTo>
                    <a:cubicBezTo>
                      <a:pt x="115116" y="120000"/>
                      <a:pt x="120000" y="115116"/>
                      <a:pt x="120000" y="109088"/>
                    </a:cubicBezTo>
                    <a:lnTo>
                      <a:pt x="120000" y="10911"/>
                    </a:lnTo>
                    <a:cubicBezTo>
                      <a:pt x="120000" y="4883"/>
                      <a:pt x="115116" y="0"/>
                      <a:pt x="109088" y="0"/>
                    </a:cubicBezTo>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grpSp>
      </p:grpSp>
      <p:grpSp>
        <p:nvGrpSpPr>
          <p:cNvPr id="82" name="Groupe 81">
            <a:extLst>
              <a:ext uri="{FF2B5EF4-FFF2-40B4-BE49-F238E27FC236}">
                <a16:creationId xmlns:a16="http://schemas.microsoft.com/office/drawing/2014/main" id="{E70F0B52-5F52-96BF-AEB5-7BB561F58AF7}"/>
              </a:ext>
            </a:extLst>
          </p:cNvPr>
          <p:cNvGrpSpPr>
            <a:grpSpLocks noChangeAspect="1"/>
          </p:cNvGrpSpPr>
          <p:nvPr/>
        </p:nvGrpSpPr>
        <p:grpSpPr>
          <a:xfrm>
            <a:off x="102722" y="3105000"/>
            <a:ext cx="648000" cy="648000"/>
            <a:chOff x="7838379" y="2027071"/>
            <a:chExt cx="748248" cy="748248"/>
          </a:xfrm>
        </p:grpSpPr>
        <p:sp>
          <p:nvSpPr>
            <p:cNvPr id="83" name="Oval 9">
              <a:extLst>
                <a:ext uri="{FF2B5EF4-FFF2-40B4-BE49-F238E27FC236}">
                  <a16:creationId xmlns:a16="http://schemas.microsoft.com/office/drawing/2014/main" id="{09E29480-55AA-1E9C-126F-CA7521CCEBF8}"/>
                </a:ext>
              </a:extLst>
            </p:cNvPr>
            <p:cNvSpPr/>
            <p:nvPr/>
          </p:nvSpPr>
          <p:spPr>
            <a:xfrm>
              <a:off x="7838379" y="2027071"/>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en-US" sz="2800" spc="300">
                <a:latin typeface="Arial" charset="0"/>
                <a:ea typeface="Arial" charset="0"/>
                <a:cs typeface="Arial" charset="0"/>
              </a:endParaRPr>
            </a:p>
          </p:txBody>
        </p:sp>
        <p:pic>
          <p:nvPicPr>
            <p:cNvPr id="84" name="Picture 4">
              <a:extLst>
                <a:ext uri="{FF2B5EF4-FFF2-40B4-BE49-F238E27FC236}">
                  <a16:creationId xmlns:a16="http://schemas.microsoft.com/office/drawing/2014/main" id="{F8A65C2C-4798-8D41-7566-F72A0D96507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49721" y="2151620"/>
              <a:ext cx="513183" cy="513183"/>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Box 4">
            <a:extLst>
              <a:ext uri="{FF2B5EF4-FFF2-40B4-BE49-F238E27FC236}">
                <a16:creationId xmlns:a16="http://schemas.microsoft.com/office/drawing/2014/main" id="{5410D7A1-EE28-F118-3AD3-0D94CEF620E9}"/>
              </a:ext>
            </a:extLst>
          </p:cNvPr>
          <p:cNvSpPr txBox="1"/>
          <p:nvPr/>
        </p:nvSpPr>
        <p:spPr>
          <a:xfrm>
            <a:off x="8733828" y="3255101"/>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a:t>
            </a:r>
            <a:r>
              <a:rPr lang="fr-FR" b="1">
                <a:solidFill>
                  <a:schemeClr val="bg1"/>
                </a:solidFill>
              </a:rPr>
              <a:t> </a:t>
            </a:r>
            <a:r>
              <a:rPr lang="fr-FR"/>
              <a:t>MOM</a:t>
            </a:r>
          </a:p>
        </p:txBody>
      </p:sp>
      <p:grpSp>
        <p:nvGrpSpPr>
          <p:cNvPr id="3" name="Groupe 2">
            <a:extLst>
              <a:ext uri="{FF2B5EF4-FFF2-40B4-BE49-F238E27FC236}">
                <a16:creationId xmlns:a16="http://schemas.microsoft.com/office/drawing/2014/main" id="{4C6D1DA7-B7F6-CEB4-266C-78A129CEFEE2}"/>
              </a:ext>
            </a:extLst>
          </p:cNvPr>
          <p:cNvGrpSpPr/>
          <p:nvPr/>
        </p:nvGrpSpPr>
        <p:grpSpPr>
          <a:xfrm>
            <a:off x="7877160" y="3088067"/>
            <a:ext cx="648000" cy="648000"/>
            <a:chOff x="7877160" y="3088067"/>
            <a:chExt cx="648000" cy="648000"/>
          </a:xfrm>
        </p:grpSpPr>
        <p:sp>
          <p:nvSpPr>
            <p:cNvPr id="105" name="Oval 9">
              <a:extLst>
                <a:ext uri="{FF2B5EF4-FFF2-40B4-BE49-F238E27FC236}">
                  <a16:creationId xmlns:a16="http://schemas.microsoft.com/office/drawing/2014/main" id="{D63109E9-2F41-3CC4-4E40-97907A5791DA}"/>
                </a:ext>
              </a:extLst>
            </p:cNvPr>
            <p:cNvSpPr/>
            <p:nvPr/>
          </p:nvSpPr>
          <p:spPr>
            <a:xfrm>
              <a:off x="7877160" y="3088067"/>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9570" name="Picture 2" descr="middleware Vector Icons free download in SVG, PNG Format">
              <a:extLst>
                <a:ext uri="{FF2B5EF4-FFF2-40B4-BE49-F238E27FC236}">
                  <a16:creationId xmlns:a16="http://schemas.microsoft.com/office/drawing/2014/main" id="{DDE30AC4-C8CA-1BB5-B7B1-9AA4B3DDCE5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03266" y="3214173"/>
              <a:ext cx="440945" cy="440945"/>
            </a:xfrm>
            <a:prstGeom prst="rect">
              <a:avLst/>
            </a:prstGeom>
            <a:noFill/>
            <a:extLst>
              <a:ext uri="{909E8E84-426E-40DD-AFC4-6F175D3DCCD1}">
                <a14:hiddenFill xmlns:a14="http://schemas.microsoft.com/office/drawing/2010/main">
                  <a:solidFill>
                    <a:srgbClr val="FFFFFF"/>
                  </a:solidFill>
                </a14:hiddenFill>
              </a:ext>
            </a:extLst>
          </p:spPr>
        </p:pic>
      </p:grpSp>
      <p:pic>
        <p:nvPicPr>
          <p:cNvPr id="2" name="Picture 2">
            <a:extLst>
              <a:ext uri="{FF2B5EF4-FFF2-40B4-BE49-F238E27FC236}">
                <a16:creationId xmlns:a16="http://schemas.microsoft.com/office/drawing/2014/main" id="{AD1D0F4F-0558-4EB2-5BFF-F481319BD29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61990" y="4318648"/>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4116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21B8BAE8-691F-6092-F04F-375F66F4BC15}"/>
              </a:ext>
            </a:extLst>
          </p:cNvPr>
          <p:cNvSpPr>
            <a:spLocks noGrp="1"/>
          </p:cNvSpPr>
          <p:nvPr>
            <p:ph type="body" sz="quarter" idx="35"/>
          </p:nvPr>
        </p:nvSpPr>
        <p:spPr/>
        <p:txBody>
          <a:bodyPr/>
          <a:lstStyle/>
          <a:p>
            <a:r>
              <a:rPr lang="fr-FR"/>
              <a:t>Définition</a:t>
            </a:r>
          </a:p>
        </p:txBody>
      </p:sp>
      <p:sp>
        <p:nvSpPr>
          <p:cNvPr id="3" name="Espace réservé du texte 2">
            <a:extLst>
              <a:ext uri="{FF2B5EF4-FFF2-40B4-BE49-F238E27FC236}">
                <a16:creationId xmlns:a16="http://schemas.microsoft.com/office/drawing/2014/main" id="{7BC15389-3F03-534A-2C67-1DAFD30B6EE6}"/>
              </a:ext>
            </a:extLst>
          </p:cNvPr>
          <p:cNvSpPr>
            <a:spLocks noGrp="1"/>
          </p:cNvSpPr>
          <p:nvPr>
            <p:ph type="body" sz="quarter" idx="10"/>
          </p:nvPr>
        </p:nvSpPr>
        <p:spPr/>
        <p:txBody>
          <a:bodyPr/>
          <a:lstStyle/>
          <a:p>
            <a:r>
              <a:rPr lang="fr-FR"/>
              <a:t>ESB - L’Enterprise service BUS </a:t>
            </a:r>
          </a:p>
        </p:txBody>
      </p:sp>
      <p:sp>
        <p:nvSpPr>
          <p:cNvPr id="8" name="Rectangle 7">
            <a:extLst>
              <a:ext uri="{FF2B5EF4-FFF2-40B4-BE49-F238E27FC236}">
                <a16:creationId xmlns:a16="http://schemas.microsoft.com/office/drawing/2014/main" id="{768F5183-C447-D68C-9BA9-7D388578E5A6}"/>
              </a:ext>
            </a:extLst>
          </p:cNvPr>
          <p:cNvSpPr/>
          <p:nvPr/>
        </p:nvSpPr>
        <p:spPr>
          <a:xfrm>
            <a:off x="1995792" y="1533242"/>
            <a:ext cx="8200416"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fr-FR" sz="3600" b="1">
                <a:solidFill>
                  <a:schemeClr val="accent1">
                    <a:lumMod val="50000"/>
                  </a:schemeClr>
                </a:solidFill>
              </a:rPr>
              <a:t>Enterprise Service Bus - Définition</a:t>
            </a:r>
            <a:endParaRPr lang="fr-FR" b="1">
              <a:solidFill>
                <a:schemeClr val="accent1">
                  <a:lumMod val="50000"/>
                </a:schemeClr>
              </a:solidFill>
            </a:endParaRPr>
          </a:p>
        </p:txBody>
      </p:sp>
      <p:grpSp>
        <p:nvGrpSpPr>
          <p:cNvPr id="18" name="Groupe 17">
            <a:extLst>
              <a:ext uri="{FF2B5EF4-FFF2-40B4-BE49-F238E27FC236}">
                <a16:creationId xmlns:a16="http://schemas.microsoft.com/office/drawing/2014/main" id="{49C766DB-D0D2-3C84-FE72-D1C14B23CDDA}"/>
              </a:ext>
            </a:extLst>
          </p:cNvPr>
          <p:cNvGrpSpPr/>
          <p:nvPr/>
        </p:nvGrpSpPr>
        <p:grpSpPr>
          <a:xfrm>
            <a:off x="715370" y="2535559"/>
            <a:ext cx="10761260" cy="3110040"/>
            <a:chOff x="699604" y="2708980"/>
            <a:chExt cx="10761260" cy="3110040"/>
          </a:xfrm>
        </p:grpSpPr>
        <p:sp>
          <p:nvSpPr>
            <p:cNvPr id="4" name="Rectangle 3">
              <a:extLst>
                <a:ext uri="{FF2B5EF4-FFF2-40B4-BE49-F238E27FC236}">
                  <a16:creationId xmlns:a16="http://schemas.microsoft.com/office/drawing/2014/main" id="{D85F4CFD-8EE9-4061-BD69-2856B2866F57}"/>
                </a:ext>
              </a:extLst>
            </p:cNvPr>
            <p:cNvSpPr/>
            <p:nvPr/>
          </p:nvSpPr>
          <p:spPr>
            <a:xfrm>
              <a:off x="1084934" y="2982859"/>
              <a:ext cx="9990600" cy="283616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just">
                <a:lnSpc>
                  <a:spcPts val="2980"/>
                </a:lnSpc>
              </a:pPr>
              <a:r>
                <a:rPr lang="fr-FR" sz="2400" dirty="0">
                  <a:solidFill>
                    <a:schemeClr val="tx2">
                      <a:lumMod val="50000"/>
                    </a:schemeClr>
                  </a:solidFill>
                </a:rPr>
                <a:t>Est un </a:t>
              </a:r>
              <a:r>
                <a:rPr lang="fr-FR" sz="2400" b="1" dirty="0">
                  <a:solidFill>
                    <a:schemeClr val="tx1"/>
                  </a:solidFill>
                </a:rPr>
                <a:t>service de médiation </a:t>
              </a:r>
              <a:r>
                <a:rPr lang="fr-FR" sz="2400" dirty="0">
                  <a:solidFill>
                    <a:schemeClr val="tx2">
                      <a:lumMod val="50000"/>
                    </a:schemeClr>
                  </a:solidFill>
                </a:rPr>
                <a:t>à la </a:t>
              </a:r>
              <a:r>
                <a:rPr lang="fr-FR" sz="2400" b="1" dirty="0">
                  <a:solidFill>
                    <a:schemeClr val="tx1"/>
                  </a:solidFill>
                </a:rPr>
                <a:t>base du socle de l’intégration applicative</a:t>
              </a:r>
              <a:r>
                <a:rPr lang="fr-FR" sz="2400" dirty="0">
                  <a:solidFill>
                    <a:schemeClr val="tx2">
                      <a:lumMod val="50000"/>
                    </a:schemeClr>
                  </a:solidFill>
                </a:rPr>
                <a:t>, assurant un </a:t>
              </a:r>
              <a:r>
                <a:rPr lang="fr-FR" sz="2400" b="1" dirty="0">
                  <a:solidFill>
                    <a:schemeClr val="tx1"/>
                  </a:solidFill>
                </a:rPr>
                <a:t>découplage</a:t>
              </a:r>
              <a:r>
                <a:rPr lang="fr-FR" sz="2400" dirty="0">
                  <a:solidFill>
                    <a:schemeClr val="tx2">
                      <a:lumMod val="50000"/>
                    </a:schemeClr>
                  </a:solidFill>
                </a:rPr>
                <a:t> applicatif. Il est responsable de :</a:t>
              </a:r>
            </a:p>
            <a:p>
              <a:pPr marL="342900" indent="-342900" algn="just">
                <a:lnSpc>
                  <a:spcPts val="2980"/>
                </a:lnSpc>
                <a:spcBef>
                  <a:spcPts val="300"/>
                </a:spcBef>
                <a:buClr>
                  <a:schemeClr val="tx1"/>
                </a:buClr>
                <a:buFont typeface="Wingdings" panose="05000000000000000000" pitchFamily="2" charset="2"/>
                <a:buChar char="ü"/>
              </a:pPr>
              <a:r>
                <a:rPr lang="fr-FR" sz="2400" dirty="0">
                  <a:solidFill>
                    <a:schemeClr val="tx2">
                      <a:lumMod val="50000"/>
                    </a:schemeClr>
                  </a:solidFill>
                </a:rPr>
                <a:t>L’échange de données au </a:t>
              </a:r>
              <a:r>
                <a:rPr lang="fr-FR" sz="2400" b="1" dirty="0">
                  <a:solidFill>
                    <a:schemeClr val="tx1"/>
                  </a:solidFill>
                </a:rPr>
                <a:t>fil de l’eau </a:t>
              </a:r>
              <a:r>
                <a:rPr lang="fr-FR" sz="2400" dirty="0">
                  <a:solidFill>
                    <a:schemeClr val="tx2">
                      <a:lumMod val="50000"/>
                    </a:schemeClr>
                  </a:solidFill>
                </a:rPr>
                <a:t>entre applications au sein du SI pouvant </a:t>
              </a:r>
              <a:r>
                <a:rPr lang="fr-FR" sz="2400" b="1" dirty="0">
                  <a:solidFill>
                    <a:schemeClr val="tx1"/>
                  </a:solidFill>
                </a:rPr>
                <a:t>router</a:t>
              </a:r>
              <a:r>
                <a:rPr lang="fr-FR" sz="2400" dirty="0">
                  <a:solidFill>
                    <a:schemeClr val="tx1"/>
                  </a:solidFill>
                </a:rPr>
                <a:t>, </a:t>
              </a:r>
              <a:r>
                <a:rPr lang="fr-FR" sz="2400" b="1" dirty="0">
                  <a:solidFill>
                    <a:schemeClr val="tx1"/>
                  </a:solidFill>
                </a:rPr>
                <a:t>transformer</a:t>
              </a:r>
              <a:r>
                <a:rPr lang="fr-FR" sz="2400" dirty="0">
                  <a:solidFill>
                    <a:schemeClr val="tx1"/>
                  </a:solidFill>
                </a:rPr>
                <a:t> </a:t>
              </a:r>
              <a:r>
                <a:rPr lang="fr-FR" sz="2400" dirty="0">
                  <a:solidFill>
                    <a:schemeClr val="tx2">
                      <a:lumMod val="50000"/>
                    </a:schemeClr>
                  </a:solidFill>
                </a:rPr>
                <a:t>et </a:t>
              </a:r>
              <a:r>
                <a:rPr lang="fr-FR" sz="2400" b="1" dirty="0">
                  <a:solidFill>
                    <a:schemeClr val="tx1"/>
                  </a:solidFill>
                </a:rPr>
                <a:t>orchestrer</a:t>
              </a:r>
              <a:r>
                <a:rPr lang="fr-FR" sz="2400" dirty="0">
                  <a:solidFill>
                    <a:schemeClr val="tx2">
                      <a:lumMod val="50000"/>
                    </a:schemeClr>
                  </a:solidFill>
                </a:rPr>
                <a:t> les messages d’un système à un autre </a:t>
              </a:r>
            </a:p>
            <a:p>
              <a:pPr marL="342900" indent="-342900" algn="just">
                <a:lnSpc>
                  <a:spcPts val="2980"/>
                </a:lnSpc>
                <a:spcBef>
                  <a:spcPts val="300"/>
                </a:spcBef>
                <a:buClr>
                  <a:schemeClr val="tx1"/>
                </a:buClr>
                <a:buFont typeface="Wingdings" panose="05000000000000000000" pitchFamily="2" charset="2"/>
                <a:buChar char="ü"/>
              </a:pPr>
              <a:r>
                <a:rPr lang="fr-FR" sz="2400" dirty="0">
                  <a:solidFill>
                    <a:schemeClr val="tx2">
                      <a:lumMod val="50000"/>
                    </a:schemeClr>
                  </a:solidFill>
                </a:rPr>
                <a:t>La création de nouveaux services par </a:t>
              </a:r>
              <a:r>
                <a:rPr lang="fr-FR" sz="2400" b="1" dirty="0">
                  <a:solidFill>
                    <a:schemeClr val="tx1"/>
                  </a:solidFill>
                </a:rPr>
                <a:t>orchestration</a:t>
              </a:r>
              <a:r>
                <a:rPr lang="fr-FR" sz="2400" dirty="0">
                  <a:solidFill>
                    <a:schemeClr val="tx2">
                      <a:lumMod val="50000"/>
                    </a:schemeClr>
                  </a:solidFill>
                </a:rPr>
                <a:t> de services existants</a:t>
              </a:r>
            </a:p>
          </p:txBody>
        </p:sp>
        <p:sp>
          <p:nvSpPr>
            <p:cNvPr id="5" name="Demi-cadre 4">
              <a:extLst>
                <a:ext uri="{FF2B5EF4-FFF2-40B4-BE49-F238E27FC236}">
                  <a16:creationId xmlns:a16="http://schemas.microsoft.com/office/drawing/2014/main" id="{BCCC04A5-9A22-48BC-A2D2-6564025AEDE7}"/>
                </a:ext>
              </a:extLst>
            </p:cNvPr>
            <p:cNvSpPr/>
            <p:nvPr/>
          </p:nvSpPr>
          <p:spPr>
            <a:xfrm>
              <a:off x="699604" y="2708980"/>
              <a:ext cx="770660" cy="1006976"/>
            </a:xfrm>
            <a:prstGeom prst="halfFrame">
              <a:avLst/>
            </a:prstGeom>
            <a:noFill/>
            <a:ln>
              <a:solidFill>
                <a:schemeClr val="accent1">
                  <a:lumMod val="50000"/>
                </a:schemeClr>
              </a:solidFill>
            </a:ln>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fr-FR">
                <a:solidFill>
                  <a:schemeClr val="bg1">
                    <a:lumMod val="65000"/>
                  </a:schemeClr>
                </a:solidFill>
              </a:endParaRPr>
            </a:p>
          </p:txBody>
        </p:sp>
        <p:sp>
          <p:nvSpPr>
            <p:cNvPr id="6" name="Demi-cadre 5">
              <a:extLst>
                <a:ext uri="{FF2B5EF4-FFF2-40B4-BE49-F238E27FC236}">
                  <a16:creationId xmlns:a16="http://schemas.microsoft.com/office/drawing/2014/main" id="{80FD9E7F-214A-487D-A2FC-EC8CA0825557}"/>
                </a:ext>
              </a:extLst>
            </p:cNvPr>
            <p:cNvSpPr/>
            <p:nvPr/>
          </p:nvSpPr>
          <p:spPr>
            <a:xfrm rot="10800000">
              <a:off x="10690204" y="4927418"/>
              <a:ext cx="770660" cy="891602"/>
            </a:xfrm>
            <a:prstGeom prst="halfFrame">
              <a:avLst/>
            </a:prstGeom>
            <a:noFill/>
            <a:ln>
              <a:solidFill>
                <a:schemeClr val="accent1">
                  <a:lumMod val="50000"/>
                </a:schemeClr>
              </a:solidFill>
            </a:ln>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fr-FR">
                <a:solidFill>
                  <a:schemeClr val="bg1">
                    <a:lumMod val="65000"/>
                  </a:schemeClr>
                </a:solidFill>
              </a:endParaRPr>
            </a:p>
          </p:txBody>
        </p:sp>
        <p:sp>
          <p:nvSpPr>
            <p:cNvPr id="9" name="Rectangle 8">
              <a:extLst>
                <a:ext uri="{FF2B5EF4-FFF2-40B4-BE49-F238E27FC236}">
                  <a16:creationId xmlns:a16="http://schemas.microsoft.com/office/drawing/2014/main" id="{B02CB254-C47D-017B-85C2-71945D27AF65}"/>
                </a:ext>
              </a:extLst>
            </p:cNvPr>
            <p:cNvSpPr/>
            <p:nvPr/>
          </p:nvSpPr>
          <p:spPr>
            <a:xfrm>
              <a:off x="2228832" y="3237702"/>
              <a:ext cx="327600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97710380-8D9A-C0F2-B07E-D16290D0EC5E}"/>
                </a:ext>
              </a:extLst>
            </p:cNvPr>
            <p:cNvSpPr/>
            <p:nvPr/>
          </p:nvSpPr>
          <p:spPr>
            <a:xfrm>
              <a:off x="6354198" y="3243456"/>
              <a:ext cx="460800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A27DE7E8-A3DE-5585-1381-6DDD13BF1109}"/>
                </a:ext>
              </a:extLst>
            </p:cNvPr>
            <p:cNvSpPr/>
            <p:nvPr/>
          </p:nvSpPr>
          <p:spPr>
            <a:xfrm>
              <a:off x="1116466" y="3623716"/>
              <a:ext cx="165600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F56E8E12-3E12-E44B-4758-4A24669E588B}"/>
                </a:ext>
              </a:extLst>
            </p:cNvPr>
            <p:cNvSpPr/>
            <p:nvPr/>
          </p:nvSpPr>
          <p:spPr>
            <a:xfrm>
              <a:off x="4616899" y="3618440"/>
              <a:ext cx="165600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96F84D1B-DA23-535B-A5AA-9560D476D4ED}"/>
                </a:ext>
              </a:extLst>
            </p:cNvPr>
            <p:cNvSpPr/>
            <p:nvPr/>
          </p:nvSpPr>
          <p:spPr>
            <a:xfrm>
              <a:off x="5084121" y="4060414"/>
              <a:ext cx="151200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C1739A95-5D16-2ED4-C2D6-324D18DCA09A}"/>
                </a:ext>
              </a:extLst>
            </p:cNvPr>
            <p:cNvSpPr/>
            <p:nvPr/>
          </p:nvSpPr>
          <p:spPr>
            <a:xfrm>
              <a:off x="2772466" y="4427002"/>
              <a:ext cx="90000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203ED2C7-35CC-7086-EEDF-F1A590B7DDE4}"/>
                </a:ext>
              </a:extLst>
            </p:cNvPr>
            <p:cNvSpPr/>
            <p:nvPr/>
          </p:nvSpPr>
          <p:spPr>
            <a:xfrm>
              <a:off x="4038350" y="4435398"/>
              <a:ext cx="169200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9BAEBC65-34B0-0A80-880E-E061F34D7455}"/>
                </a:ext>
              </a:extLst>
            </p:cNvPr>
            <p:cNvSpPr/>
            <p:nvPr/>
          </p:nvSpPr>
          <p:spPr>
            <a:xfrm>
              <a:off x="6375759" y="4427002"/>
              <a:ext cx="158400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6C54DCBC-9D7A-9DC4-F577-9637ED7F5930}"/>
                </a:ext>
              </a:extLst>
            </p:cNvPr>
            <p:cNvSpPr/>
            <p:nvPr/>
          </p:nvSpPr>
          <p:spPr>
            <a:xfrm>
              <a:off x="7167757" y="5252758"/>
              <a:ext cx="2015999"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26012361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Rectangle 117">
            <a:extLst>
              <a:ext uri="{FF2B5EF4-FFF2-40B4-BE49-F238E27FC236}">
                <a16:creationId xmlns:a16="http://schemas.microsoft.com/office/drawing/2014/main" id="{EB3482F7-F281-9FBA-8E2C-AE6C6F6F35CD}"/>
              </a:ext>
            </a:extLst>
          </p:cNvPr>
          <p:cNvSpPr/>
          <p:nvPr/>
        </p:nvSpPr>
        <p:spPr>
          <a:xfrm>
            <a:off x="-114300" y="5786457"/>
            <a:ext cx="5494374" cy="9139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D4145BCC-3316-04B5-6F96-4FD0D0B600B1}"/>
              </a:ext>
            </a:extLst>
          </p:cNvPr>
          <p:cNvSpPr/>
          <p:nvPr/>
        </p:nvSpPr>
        <p:spPr>
          <a:xfrm>
            <a:off x="0" y="1435099"/>
            <a:ext cx="12192000" cy="808371"/>
          </a:xfrm>
          <a:prstGeom prst="rect">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Espace réservé du texte 5">
            <a:extLst>
              <a:ext uri="{FF2B5EF4-FFF2-40B4-BE49-F238E27FC236}">
                <a16:creationId xmlns:a16="http://schemas.microsoft.com/office/drawing/2014/main" id="{77CEEB62-9ACD-B675-4BE6-6F310E4480FD}"/>
              </a:ext>
            </a:extLst>
          </p:cNvPr>
          <p:cNvSpPr>
            <a:spLocks noGrp="1"/>
          </p:cNvSpPr>
          <p:nvPr>
            <p:ph type="body" sz="quarter" idx="35"/>
          </p:nvPr>
        </p:nvSpPr>
        <p:spPr/>
        <p:txBody>
          <a:bodyPr/>
          <a:lstStyle/>
          <a:p>
            <a:r>
              <a:rPr lang="fr-FR" sz="1400" cap="none"/>
              <a:t>Généralités, avantages et cas d’usage</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ESB - L’Enterprise service BUS</a:t>
            </a:r>
          </a:p>
        </p:txBody>
      </p:sp>
      <p:sp>
        <p:nvSpPr>
          <p:cNvPr id="28" name="ZoneTexte 27">
            <a:extLst>
              <a:ext uri="{FF2B5EF4-FFF2-40B4-BE49-F238E27FC236}">
                <a16:creationId xmlns:a16="http://schemas.microsoft.com/office/drawing/2014/main" id="{A9CE0385-211D-89A9-EBB2-FC6B863FD044}"/>
              </a:ext>
            </a:extLst>
          </p:cNvPr>
          <p:cNvSpPr txBox="1"/>
          <p:nvPr>
            <p:custDataLst>
              <p:tags r:id="rId1"/>
            </p:custDataLst>
          </p:nvPr>
        </p:nvSpPr>
        <p:spPr>
          <a:xfrm>
            <a:off x="267675" y="1519321"/>
            <a:ext cx="11503910" cy="646331"/>
          </a:xfrm>
          <a:prstGeom prst="rect">
            <a:avLst/>
          </a:prstGeom>
          <a:noFill/>
        </p:spPr>
        <p:txBody>
          <a:bodyPr wrap="square" rtlCol="0">
            <a:spAutoFit/>
          </a:bodyPr>
          <a:lstStyle/>
          <a:p>
            <a:pPr lvl="0" algn="ctr">
              <a:buClr>
                <a:schemeClr val="accent2"/>
              </a:buClr>
            </a:pPr>
            <a:r>
              <a:rPr lang="fr-FR">
                <a:cs typeface="Arial" pitchFamily="34" charset="0"/>
              </a:rPr>
              <a:t>L’</a:t>
            </a:r>
            <a:r>
              <a:rPr lang="fr-FR" b="1">
                <a:solidFill>
                  <a:schemeClr val="tx2"/>
                </a:solidFill>
                <a:cs typeface="Arial" pitchFamily="34" charset="0"/>
              </a:rPr>
              <a:t>ESB</a:t>
            </a:r>
            <a:r>
              <a:rPr lang="fr-FR">
                <a:solidFill>
                  <a:schemeClr val="accent5"/>
                </a:solidFill>
                <a:cs typeface="Arial" pitchFamily="34" charset="0"/>
              </a:rPr>
              <a:t> </a:t>
            </a:r>
            <a:r>
              <a:rPr lang="fr-FR">
                <a:cs typeface="Arial" pitchFamily="34" charset="0"/>
              </a:rPr>
              <a:t>est apparu pour offrir un des </a:t>
            </a:r>
            <a:r>
              <a:rPr lang="fr-FR" b="1">
                <a:solidFill>
                  <a:schemeClr val="tx2"/>
                </a:solidFill>
                <a:cs typeface="Arial" pitchFamily="34" charset="0"/>
              </a:rPr>
              <a:t>patterns de médiation supplémentaires dont l’orchestration, l’exposition en synchrone et asynchrone en plus des traitements au fil de l’eau</a:t>
            </a:r>
            <a:r>
              <a:rPr lang="fr-FR">
                <a:cs typeface="Arial" pitchFamily="34" charset="0"/>
              </a:rPr>
              <a:t>.</a:t>
            </a:r>
          </a:p>
        </p:txBody>
      </p:sp>
      <p:sp>
        <p:nvSpPr>
          <p:cNvPr id="12" name="Rectangle : coins arrondis 11">
            <a:extLst>
              <a:ext uri="{FF2B5EF4-FFF2-40B4-BE49-F238E27FC236}">
                <a16:creationId xmlns:a16="http://schemas.microsoft.com/office/drawing/2014/main" id="{72C7E3D9-9690-A2EB-6C32-93E16679B2DC}"/>
              </a:ext>
            </a:extLst>
          </p:cNvPr>
          <p:cNvSpPr/>
          <p:nvPr/>
        </p:nvSpPr>
        <p:spPr>
          <a:xfrm>
            <a:off x="208547" y="2564319"/>
            <a:ext cx="5694949" cy="2454248"/>
          </a:xfrm>
          <a:prstGeom prst="roundRect">
            <a:avLst>
              <a:gd name="adj" fmla="val 8527"/>
            </a:avLst>
          </a:prstGeom>
          <a:solidFill>
            <a:schemeClr val="bg1"/>
          </a:solid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180000" rIns="360000" rtlCol="0" anchor="ctr"/>
          <a:lstStyle/>
          <a:p>
            <a:pPr algn="just">
              <a:spcBef>
                <a:spcPts val="300"/>
              </a:spcBef>
              <a:buClr>
                <a:schemeClr val="accent3"/>
              </a:buClr>
            </a:pPr>
            <a:r>
              <a:rPr lang="fr-FR" sz="1300" dirty="0">
                <a:solidFill>
                  <a:schemeClr val="tx1"/>
                </a:solidFill>
              </a:rPr>
              <a:t>L’ESB en mode fil de l’eau permet de :</a:t>
            </a:r>
          </a:p>
          <a:p>
            <a:pPr marL="285750" indent="-285750" algn="just">
              <a:spcBef>
                <a:spcPts val="300"/>
              </a:spcBef>
              <a:buClr>
                <a:schemeClr val="accent3"/>
              </a:buClr>
              <a:buFont typeface="Arial" panose="020B0604020202020204" pitchFamily="34" charset="0"/>
              <a:buChar char="+"/>
            </a:pPr>
            <a:r>
              <a:rPr lang="fr-FR" sz="1300" dirty="0">
                <a:solidFill>
                  <a:schemeClr val="tx1"/>
                </a:solidFill>
              </a:rPr>
              <a:t>Offrir un mécanisme de </a:t>
            </a:r>
            <a:r>
              <a:rPr lang="fr-FR" sz="1300" b="1" dirty="0">
                <a:solidFill>
                  <a:schemeClr val="accent3"/>
                </a:solidFill>
              </a:rPr>
              <a:t>propagation</a:t>
            </a:r>
            <a:r>
              <a:rPr lang="fr-FR" sz="1300" dirty="0">
                <a:solidFill>
                  <a:schemeClr val="tx1"/>
                </a:solidFill>
              </a:rPr>
              <a:t> </a:t>
            </a:r>
            <a:r>
              <a:rPr lang="fr-FR" sz="1300" b="1" dirty="0">
                <a:solidFill>
                  <a:schemeClr val="accent3"/>
                </a:solidFill>
              </a:rPr>
              <a:t>de données </a:t>
            </a:r>
            <a:r>
              <a:rPr lang="fr-FR" sz="1300" dirty="0">
                <a:solidFill>
                  <a:schemeClr val="tx1"/>
                </a:solidFill>
              </a:rPr>
              <a:t>entre des applications, en garantissant la </a:t>
            </a:r>
            <a:r>
              <a:rPr lang="fr-FR" sz="1300" b="1" dirty="0">
                <a:solidFill>
                  <a:schemeClr val="accent3"/>
                </a:solidFill>
              </a:rPr>
              <a:t>délivrance des messages </a:t>
            </a:r>
          </a:p>
          <a:p>
            <a:pPr marL="285750" indent="-285750" algn="just">
              <a:spcBef>
                <a:spcPts val="300"/>
              </a:spcBef>
              <a:buClr>
                <a:schemeClr val="accent3"/>
              </a:buClr>
              <a:buFont typeface="Arial" panose="020B0604020202020204" pitchFamily="34" charset="0"/>
              <a:buChar char="+"/>
            </a:pPr>
            <a:r>
              <a:rPr lang="fr-FR" sz="1300" dirty="0">
                <a:solidFill>
                  <a:schemeClr val="tx1"/>
                </a:solidFill>
              </a:rPr>
              <a:t>Mettre en œuvre le concept de </a:t>
            </a:r>
            <a:r>
              <a:rPr lang="fr-FR" sz="1300" b="1" dirty="0">
                <a:solidFill>
                  <a:schemeClr val="accent3"/>
                </a:solidFill>
              </a:rPr>
              <a:t>demi-flux</a:t>
            </a:r>
            <a:r>
              <a:rPr lang="fr-FR" sz="1300" dirty="0">
                <a:solidFill>
                  <a:schemeClr val="tx1"/>
                </a:solidFill>
              </a:rPr>
              <a:t> et de format </a:t>
            </a:r>
            <a:r>
              <a:rPr lang="fr-FR" sz="1300" b="1" dirty="0">
                <a:solidFill>
                  <a:schemeClr val="accent3"/>
                </a:solidFill>
              </a:rPr>
              <a:t>pivot</a:t>
            </a:r>
          </a:p>
          <a:p>
            <a:pPr marL="285750" indent="-285750" algn="just">
              <a:spcBef>
                <a:spcPts val="300"/>
              </a:spcBef>
              <a:buClr>
                <a:schemeClr val="accent3"/>
              </a:buClr>
              <a:buFont typeface="Arial" panose="020B0604020202020204" pitchFamily="34" charset="0"/>
              <a:buChar char="+"/>
            </a:pPr>
            <a:r>
              <a:rPr lang="fr-FR" sz="1300" dirty="0">
                <a:solidFill>
                  <a:schemeClr val="tx1"/>
                </a:solidFill>
              </a:rPr>
              <a:t>Procéder au </a:t>
            </a:r>
            <a:r>
              <a:rPr lang="fr-FR" sz="1300" b="1" dirty="0">
                <a:solidFill>
                  <a:schemeClr val="accent3"/>
                </a:solidFill>
              </a:rPr>
              <a:t>mapping</a:t>
            </a:r>
            <a:r>
              <a:rPr lang="fr-FR" sz="1300" dirty="0">
                <a:solidFill>
                  <a:schemeClr val="tx1"/>
                </a:solidFill>
              </a:rPr>
              <a:t> entre le format pivot et le format attendu par une application cible (et source) est porté par l’</a:t>
            </a:r>
            <a:r>
              <a:rPr lang="fr-FR" sz="1300" b="1" dirty="0">
                <a:solidFill>
                  <a:schemeClr val="accent3"/>
                </a:solidFill>
              </a:rPr>
              <a:t>ESB</a:t>
            </a:r>
          </a:p>
          <a:p>
            <a:pPr marL="285750" indent="-285750" algn="just">
              <a:spcBef>
                <a:spcPts val="300"/>
              </a:spcBef>
              <a:buClr>
                <a:schemeClr val="accent3"/>
              </a:buClr>
              <a:buFont typeface="Arial" panose="020B0604020202020204" pitchFamily="34" charset="0"/>
              <a:buChar char="+"/>
            </a:pPr>
            <a:r>
              <a:rPr lang="fr-FR" sz="1300" dirty="0">
                <a:solidFill>
                  <a:schemeClr val="tx1"/>
                </a:solidFill>
              </a:rPr>
              <a:t>‘Porter’ du code </a:t>
            </a:r>
            <a:r>
              <a:rPr lang="fr-FR" sz="1300" b="1" dirty="0">
                <a:solidFill>
                  <a:schemeClr val="accent3"/>
                </a:solidFill>
              </a:rPr>
              <a:t>technique</a:t>
            </a:r>
            <a:r>
              <a:rPr lang="fr-FR" sz="1300" dirty="0">
                <a:solidFill>
                  <a:schemeClr val="tx1"/>
                </a:solidFill>
              </a:rPr>
              <a:t> au travers des règles de mapping – mais la transcodification doit se faire hors de la médiation sans </a:t>
            </a:r>
            <a:r>
              <a:rPr lang="fr-FR" sz="1300" b="1" dirty="0">
                <a:solidFill>
                  <a:schemeClr val="accent3"/>
                </a:solidFill>
              </a:rPr>
              <a:t>règles métiers</a:t>
            </a:r>
          </a:p>
          <a:p>
            <a:pPr marL="285750" indent="-285750" algn="just">
              <a:spcBef>
                <a:spcPts val="300"/>
              </a:spcBef>
              <a:buClr>
                <a:schemeClr val="accent3"/>
              </a:buClr>
              <a:buFont typeface="Arial" panose="020B0604020202020204" pitchFamily="34" charset="0"/>
              <a:buChar char="+"/>
            </a:pPr>
            <a:endParaRPr lang="fr-FR" sz="1300" b="1" dirty="0">
              <a:solidFill>
                <a:schemeClr val="accent3"/>
              </a:solidFill>
            </a:endParaRPr>
          </a:p>
        </p:txBody>
      </p:sp>
      <p:sp>
        <p:nvSpPr>
          <p:cNvPr id="85" name="Rectangle : coins arrondis 84">
            <a:extLst>
              <a:ext uri="{FF2B5EF4-FFF2-40B4-BE49-F238E27FC236}">
                <a16:creationId xmlns:a16="http://schemas.microsoft.com/office/drawing/2014/main" id="{ED6A8483-9936-4AED-38F4-A82134497521}"/>
              </a:ext>
            </a:extLst>
          </p:cNvPr>
          <p:cNvSpPr/>
          <p:nvPr/>
        </p:nvSpPr>
        <p:spPr>
          <a:xfrm>
            <a:off x="6288505" y="2564317"/>
            <a:ext cx="5694948" cy="2454249"/>
          </a:xfrm>
          <a:prstGeom prst="roundRect">
            <a:avLst>
              <a:gd name="adj" fmla="val 8527"/>
            </a:avLst>
          </a:prstGeom>
          <a:solidFill>
            <a:schemeClr val="bg1"/>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80000" rIns="360000" rtlCol="0" anchor="ctr"/>
          <a:lstStyle/>
          <a:p>
            <a:pPr marL="0" indent="0">
              <a:spcBef>
                <a:spcPts val="300"/>
              </a:spcBef>
              <a:buFont typeface="Arial" panose="020B0604020202020204" pitchFamily="34" charset="0"/>
              <a:buNone/>
            </a:pPr>
            <a:r>
              <a:rPr lang="fr-FR" sz="1300" dirty="0">
                <a:solidFill>
                  <a:schemeClr val="tx1"/>
                </a:solidFill>
                <a:cs typeface="Arial" pitchFamily="34" charset="0"/>
              </a:rPr>
              <a:t>L’ESB n’est </a:t>
            </a:r>
            <a:r>
              <a:rPr lang="fr-FR" sz="1300" b="1" dirty="0">
                <a:solidFill>
                  <a:schemeClr val="accent1"/>
                </a:solidFill>
                <a:cs typeface="Arial" pitchFamily="34" charset="0"/>
              </a:rPr>
              <a:t>pas adapté pour</a:t>
            </a:r>
            <a:r>
              <a:rPr lang="fr-FR" sz="1300" dirty="0">
                <a:solidFill>
                  <a:schemeClr val="accent1"/>
                </a:solidFill>
                <a:cs typeface="Arial" pitchFamily="34" charset="0"/>
              </a:rPr>
              <a:t> </a:t>
            </a:r>
            <a:r>
              <a:rPr lang="fr-FR" sz="1300" dirty="0">
                <a:solidFill>
                  <a:schemeClr val="tx1"/>
                </a:solidFill>
                <a:cs typeface="Arial" pitchFamily="34" charset="0"/>
              </a:rPr>
              <a:t>:</a:t>
            </a:r>
          </a:p>
          <a:p>
            <a:pPr>
              <a:spcBef>
                <a:spcPts val="300"/>
              </a:spcBef>
              <a:buClr>
                <a:schemeClr val="accent2"/>
              </a:buClr>
              <a:buFont typeface="Arial" panose="020B0604020202020204" pitchFamily="34" charset="0"/>
              <a:buChar char="‒"/>
            </a:pPr>
            <a:r>
              <a:rPr lang="fr-FR" sz="1300" dirty="0">
                <a:solidFill>
                  <a:schemeClr val="tx1"/>
                </a:solidFill>
                <a:cs typeface="Arial" pitchFamily="34" charset="0"/>
              </a:rPr>
              <a:t> La gestion de transfert de fichiers volumineux</a:t>
            </a:r>
          </a:p>
          <a:p>
            <a:pPr>
              <a:spcBef>
                <a:spcPts val="300"/>
              </a:spcBef>
              <a:buClr>
                <a:schemeClr val="accent2"/>
              </a:buClr>
              <a:buFont typeface="Arial" panose="020B0604020202020204" pitchFamily="34" charset="0"/>
              <a:buChar char="‒"/>
            </a:pPr>
            <a:r>
              <a:rPr lang="fr-FR" sz="1300" dirty="0">
                <a:solidFill>
                  <a:schemeClr val="tx1"/>
                </a:solidFill>
                <a:cs typeface="Arial" pitchFamily="34" charset="0"/>
              </a:rPr>
              <a:t> La gestion de données de masse (versus ETL par exemple)</a:t>
            </a:r>
          </a:p>
          <a:p>
            <a:pPr>
              <a:spcBef>
                <a:spcPts val="300"/>
              </a:spcBef>
              <a:buClr>
                <a:schemeClr val="accent2"/>
              </a:buClr>
              <a:buFont typeface="Arial" panose="020B0604020202020204" pitchFamily="34" charset="0"/>
              <a:buChar char="‒"/>
            </a:pPr>
            <a:endParaRPr lang="fr-FR" sz="1300" dirty="0">
              <a:solidFill>
                <a:schemeClr val="tx1"/>
              </a:solidFill>
              <a:cs typeface="Arial" pitchFamily="34" charset="0"/>
            </a:endParaRPr>
          </a:p>
          <a:p>
            <a:pPr>
              <a:spcBef>
                <a:spcPts val="300"/>
              </a:spcBef>
              <a:buClr>
                <a:schemeClr val="accent2"/>
              </a:buClr>
              <a:buFont typeface="Arial" panose="020B0604020202020204" pitchFamily="34" charset="0"/>
              <a:buChar char="‒"/>
            </a:pPr>
            <a:endParaRPr lang="fr-FR" sz="1300" dirty="0">
              <a:solidFill>
                <a:schemeClr val="tx1"/>
              </a:solidFill>
              <a:cs typeface="Arial" pitchFamily="34" charset="0"/>
            </a:endParaRPr>
          </a:p>
          <a:p>
            <a:pPr>
              <a:spcBef>
                <a:spcPts val="300"/>
              </a:spcBef>
              <a:buClr>
                <a:schemeClr val="accent2"/>
              </a:buClr>
              <a:buFont typeface="Arial" panose="020B0604020202020204" pitchFamily="34" charset="0"/>
              <a:buChar char="‒"/>
            </a:pPr>
            <a:endParaRPr lang="fr-FR" sz="1300" dirty="0">
              <a:solidFill>
                <a:schemeClr val="tx1"/>
              </a:solidFill>
              <a:cs typeface="Arial" pitchFamily="34" charset="0"/>
            </a:endParaRPr>
          </a:p>
          <a:p>
            <a:pPr>
              <a:spcBef>
                <a:spcPts val="300"/>
              </a:spcBef>
              <a:buClr>
                <a:schemeClr val="accent2"/>
              </a:buClr>
              <a:buFont typeface="Arial" panose="020B0604020202020204" pitchFamily="34" charset="0"/>
              <a:buChar char="‒"/>
            </a:pPr>
            <a:endParaRPr lang="fr-FR" sz="1300" dirty="0">
              <a:solidFill>
                <a:schemeClr val="tx1"/>
              </a:solidFill>
              <a:cs typeface="Arial" pitchFamily="34" charset="0"/>
            </a:endParaRPr>
          </a:p>
          <a:p>
            <a:pPr marL="285750" indent="-285750" algn="just">
              <a:spcBef>
                <a:spcPts val="300"/>
              </a:spcBef>
              <a:buClr>
                <a:schemeClr val="accent3"/>
              </a:buClr>
              <a:buFont typeface="Wingdings" panose="05000000000000000000" pitchFamily="2" charset="2"/>
              <a:buChar char="ü"/>
            </a:pPr>
            <a:endParaRPr lang="fr-FR" sz="1300" dirty="0">
              <a:solidFill>
                <a:schemeClr val="tx1"/>
              </a:solidFill>
            </a:endParaRPr>
          </a:p>
        </p:txBody>
      </p:sp>
      <p:sp>
        <p:nvSpPr>
          <p:cNvPr id="13" name="Ellipse 12">
            <a:extLst>
              <a:ext uri="{FF2B5EF4-FFF2-40B4-BE49-F238E27FC236}">
                <a16:creationId xmlns:a16="http://schemas.microsoft.com/office/drawing/2014/main" id="{5BA0DFCD-7C48-0A34-5F0E-EBFD67F60072}"/>
              </a:ext>
            </a:extLst>
          </p:cNvPr>
          <p:cNvSpPr/>
          <p:nvPr/>
        </p:nvSpPr>
        <p:spPr>
          <a:xfrm>
            <a:off x="2603808" y="4542942"/>
            <a:ext cx="914400" cy="914400"/>
          </a:xfrm>
          <a:prstGeom prst="ellipse">
            <a:avLst/>
          </a:prstGeom>
          <a:solidFill>
            <a:schemeClr val="bg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Signe Plus 85">
            <a:extLst>
              <a:ext uri="{FF2B5EF4-FFF2-40B4-BE49-F238E27FC236}">
                <a16:creationId xmlns:a16="http://schemas.microsoft.com/office/drawing/2014/main" id="{099B960F-AA4A-AAC8-8083-C430835205E1}"/>
              </a:ext>
            </a:extLst>
          </p:cNvPr>
          <p:cNvSpPr/>
          <p:nvPr>
            <p:custDataLst>
              <p:tags r:id="rId2"/>
            </p:custDataLst>
          </p:nvPr>
        </p:nvSpPr>
        <p:spPr>
          <a:xfrm>
            <a:off x="2625637" y="4542942"/>
            <a:ext cx="860767" cy="913903"/>
          </a:xfrm>
          <a:prstGeom prst="mathPlus">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87" name="Ellipse 86">
            <a:extLst>
              <a:ext uri="{FF2B5EF4-FFF2-40B4-BE49-F238E27FC236}">
                <a16:creationId xmlns:a16="http://schemas.microsoft.com/office/drawing/2014/main" id="{1F4B2F2C-7750-C691-ACE3-38171F4BEA24}"/>
              </a:ext>
            </a:extLst>
          </p:cNvPr>
          <p:cNvSpPr/>
          <p:nvPr/>
        </p:nvSpPr>
        <p:spPr>
          <a:xfrm>
            <a:off x="8673794" y="4542445"/>
            <a:ext cx="914400" cy="914400"/>
          </a:xfrm>
          <a:prstGeom prst="ellipse">
            <a:avLst/>
          </a:prstGeom>
          <a:solidFill>
            <a:schemeClr val="bg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Signe Moins 88">
            <a:extLst>
              <a:ext uri="{FF2B5EF4-FFF2-40B4-BE49-F238E27FC236}">
                <a16:creationId xmlns:a16="http://schemas.microsoft.com/office/drawing/2014/main" id="{B9FBDE9D-6960-DCDE-E98B-6A1D3565D0B5}"/>
              </a:ext>
            </a:extLst>
          </p:cNvPr>
          <p:cNvSpPr/>
          <p:nvPr>
            <p:custDataLst>
              <p:tags r:id="rId3"/>
            </p:custDataLst>
          </p:nvPr>
        </p:nvSpPr>
        <p:spPr>
          <a:xfrm>
            <a:off x="8696747" y="4647898"/>
            <a:ext cx="860767" cy="703494"/>
          </a:xfrm>
          <a:prstGeom prst="mathMinus">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a:p>
        </p:txBody>
      </p:sp>
      <p:grpSp>
        <p:nvGrpSpPr>
          <p:cNvPr id="116" name="Groupe 115">
            <a:extLst>
              <a:ext uri="{FF2B5EF4-FFF2-40B4-BE49-F238E27FC236}">
                <a16:creationId xmlns:a16="http://schemas.microsoft.com/office/drawing/2014/main" id="{B7AF07BA-7642-FFA6-8D72-B6712B04B2C3}"/>
              </a:ext>
            </a:extLst>
          </p:cNvPr>
          <p:cNvGrpSpPr/>
          <p:nvPr/>
        </p:nvGrpSpPr>
        <p:grpSpPr>
          <a:xfrm>
            <a:off x="208547" y="5949024"/>
            <a:ext cx="567630" cy="567630"/>
            <a:chOff x="3462518" y="109718"/>
            <a:chExt cx="5266953" cy="5266953"/>
          </a:xfrm>
          <a:solidFill>
            <a:schemeClr val="bg1"/>
          </a:solidFill>
        </p:grpSpPr>
        <p:sp>
          <p:nvSpPr>
            <p:cNvPr id="19" name="Forme libre : forme 18">
              <a:extLst>
                <a:ext uri="{FF2B5EF4-FFF2-40B4-BE49-F238E27FC236}">
                  <a16:creationId xmlns:a16="http://schemas.microsoft.com/office/drawing/2014/main" id="{EC3EDE90-2A18-49F7-09A3-5BF63AB2FAC2}"/>
                </a:ext>
              </a:extLst>
            </p:cNvPr>
            <p:cNvSpPr/>
            <p:nvPr/>
          </p:nvSpPr>
          <p:spPr>
            <a:xfrm>
              <a:off x="3462518" y="109718"/>
              <a:ext cx="2523744" cy="548639"/>
            </a:xfrm>
            <a:custGeom>
              <a:avLst/>
              <a:gdLst>
                <a:gd name="connsiteX0" fmla="*/ 0 w 2523744"/>
                <a:gd name="connsiteY0" fmla="*/ 0 h 548639"/>
                <a:gd name="connsiteX1" fmla="*/ 2523744 w 2523744"/>
                <a:gd name="connsiteY1" fmla="*/ 0 h 548639"/>
                <a:gd name="connsiteX2" fmla="*/ 2523744 w 2523744"/>
                <a:gd name="connsiteY2" fmla="*/ 548640 h 548639"/>
                <a:gd name="connsiteX3" fmla="*/ 0 w 2523744"/>
                <a:gd name="connsiteY3" fmla="*/ 548640 h 548639"/>
              </a:gdLst>
              <a:ahLst/>
              <a:cxnLst>
                <a:cxn ang="0">
                  <a:pos x="connsiteX0" y="connsiteY0"/>
                </a:cxn>
                <a:cxn ang="0">
                  <a:pos x="connsiteX1" y="connsiteY1"/>
                </a:cxn>
                <a:cxn ang="0">
                  <a:pos x="connsiteX2" y="connsiteY2"/>
                </a:cxn>
                <a:cxn ang="0">
                  <a:pos x="connsiteX3" y="connsiteY3"/>
                </a:cxn>
              </a:cxnLst>
              <a:rect l="l" t="t" r="r" b="b"/>
              <a:pathLst>
                <a:path w="2523744" h="548639">
                  <a:moveTo>
                    <a:pt x="0" y="0"/>
                  </a:moveTo>
                  <a:lnTo>
                    <a:pt x="2523744" y="0"/>
                  </a:lnTo>
                  <a:lnTo>
                    <a:pt x="2523744" y="548640"/>
                  </a:lnTo>
                  <a:lnTo>
                    <a:pt x="0" y="548640"/>
                  </a:lnTo>
                  <a:close/>
                </a:path>
              </a:pathLst>
            </a:custGeom>
            <a:grpFill/>
            <a:ln w="9797"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F8B687B6-1D61-53AE-C211-CD7D4C1E49A5}"/>
                </a:ext>
              </a:extLst>
            </p:cNvPr>
            <p:cNvSpPr/>
            <p:nvPr/>
          </p:nvSpPr>
          <p:spPr>
            <a:xfrm>
              <a:off x="3462518" y="1097280"/>
              <a:ext cx="2523744" cy="548640"/>
            </a:xfrm>
            <a:custGeom>
              <a:avLst/>
              <a:gdLst>
                <a:gd name="connsiteX0" fmla="*/ 0 w 2523744"/>
                <a:gd name="connsiteY0" fmla="*/ 0 h 548640"/>
                <a:gd name="connsiteX1" fmla="*/ 2523744 w 2523744"/>
                <a:gd name="connsiteY1" fmla="*/ 0 h 548640"/>
                <a:gd name="connsiteX2" fmla="*/ 2523744 w 2523744"/>
                <a:gd name="connsiteY2" fmla="*/ 548640 h 548640"/>
                <a:gd name="connsiteX3" fmla="*/ 0 w 2523744"/>
                <a:gd name="connsiteY3" fmla="*/ 548640 h 548640"/>
              </a:gdLst>
              <a:ahLst/>
              <a:cxnLst>
                <a:cxn ang="0">
                  <a:pos x="connsiteX0" y="connsiteY0"/>
                </a:cxn>
                <a:cxn ang="0">
                  <a:pos x="connsiteX1" y="connsiteY1"/>
                </a:cxn>
                <a:cxn ang="0">
                  <a:pos x="connsiteX2" y="connsiteY2"/>
                </a:cxn>
                <a:cxn ang="0">
                  <a:pos x="connsiteX3" y="connsiteY3"/>
                </a:cxn>
              </a:cxnLst>
              <a:rect l="l" t="t" r="r" b="b"/>
              <a:pathLst>
                <a:path w="2523744" h="548640">
                  <a:moveTo>
                    <a:pt x="0" y="0"/>
                  </a:moveTo>
                  <a:lnTo>
                    <a:pt x="2523744" y="0"/>
                  </a:lnTo>
                  <a:lnTo>
                    <a:pt x="2523744" y="548640"/>
                  </a:lnTo>
                  <a:lnTo>
                    <a:pt x="0" y="548640"/>
                  </a:lnTo>
                  <a:close/>
                </a:path>
              </a:pathLst>
            </a:custGeom>
            <a:grpFill/>
            <a:ln w="9797"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AF50F94E-3FAC-6E94-5FFD-7F099B0676BC}"/>
                </a:ext>
              </a:extLst>
            </p:cNvPr>
            <p:cNvSpPr/>
            <p:nvPr/>
          </p:nvSpPr>
          <p:spPr>
            <a:xfrm>
              <a:off x="3462518" y="2084832"/>
              <a:ext cx="2523744" cy="548639"/>
            </a:xfrm>
            <a:custGeom>
              <a:avLst/>
              <a:gdLst>
                <a:gd name="connsiteX0" fmla="*/ 0 w 2523744"/>
                <a:gd name="connsiteY0" fmla="*/ 0 h 548639"/>
                <a:gd name="connsiteX1" fmla="*/ 2523744 w 2523744"/>
                <a:gd name="connsiteY1" fmla="*/ 0 h 548639"/>
                <a:gd name="connsiteX2" fmla="*/ 2523744 w 2523744"/>
                <a:gd name="connsiteY2" fmla="*/ 548640 h 548639"/>
                <a:gd name="connsiteX3" fmla="*/ 0 w 2523744"/>
                <a:gd name="connsiteY3" fmla="*/ 548640 h 548639"/>
              </a:gdLst>
              <a:ahLst/>
              <a:cxnLst>
                <a:cxn ang="0">
                  <a:pos x="connsiteX0" y="connsiteY0"/>
                </a:cxn>
                <a:cxn ang="0">
                  <a:pos x="connsiteX1" y="connsiteY1"/>
                </a:cxn>
                <a:cxn ang="0">
                  <a:pos x="connsiteX2" y="connsiteY2"/>
                </a:cxn>
                <a:cxn ang="0">
                  <a:pos x="connsiteX3" y="connsiteY3"/>
                </a:cxn>
              </a:cxnLst>
              <a:rect l="l" t="t" r="r" b="b"/>
              <a:pathLst>
                <a:path w="2523744" h="548639">
                  <a:moveTo>
                    <a:pt x="0" y="0"/>
                  </a:moveTo>
                  <a:lnTo>
                    <a:pt x="2523744" y="0"/>
                  </a:lnTo>
                  <a:lnTo>
                    <a:pt x="2523744" y="548640"/>
                  </a:lnTo>
                  <a:lnTo>
                    <a:pt x="0" y="548640"/>
                  </a:lnTo>
                  <a:close/>
                </a:path>
              </a:pathLst>
            </a:custGeom>
            <a:grpFill/>
            <a:ln w="9797"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1F78CA3A-9A83-F0E3-0166-C11211C034A6}"/>
                </a:ext>
              </a:extLst>
            </p:cNvPr>
            <p:cNvSpPr/>
            <p:nvPr/>
          </p:nvSpPr>
          <p:spPr>
            <a:xfrm>
              <a:off x="6205728" y="2852928"/>
              <a:ext cx="2523743" cy="548640"/>
            </a:xfrm>
            <a:custGeom>
              <a:avLst/>
              <a:gdLst>
                <a:gd name="connsiteX0" fmla="*/ 0 w 2523743"/>
                <a:gd name="connsiteY0" fmla="*/ 0 h 548640"/>
                <a:gd name="connsiteX1" fmla="*/ 2523744 w 2523743"/>
                <a:gd name="connsiteY1" fmla="*/ 0 h 548640"/>
                <a:gd name="connsiteX2" fmla="*/ 2523744 w 2523743"/>
                <a:gd name="connsiteY2" fmla="*/ 548640 h 548640"/>
                <a:gd name="connsiteX3" fmla="*/ 0 w 2523743"/>
                <a:gd name="connsiteY3" fmla="*/ 548640 h 548640"/>
              </a:gdLst>
              <a:ahLst/>
              <a:cxnLst>
                <a:cxn ang="0">
                  <a:pos x="connsiteX0" y="connsiteY0"/>
                </a:cxn>
                <a:cxn ang="0">
                  <a:pos x="connsiteX1" y="connsiteY1"/>
                </a:cxn>
                <a:cxn ang="0">
                  <a:pos x="connsiteX2" y="connsiteY2"/>
                </a:cxn>
                <a:cxn ang="0">
                  <a:pos x="connsiteX3" y="connsiteY3"/>
                </a:cxn>
              </a:cxnLst>
              <a:rect l="l" t="t" r="r" b="b"/>
              <a:pathLst>
                <a:path w="2523743" h="548640">
                  <a:moveTo>
                    <a:pt x="0" y="0"/>
                  </a:moveTo>
                  <a:lnTo>
                    <a:pt x="2523744" y="0"/>
                  </a:lnTo>
                  <a:lnTo>
                    <a:pt x="2523744" y="548640"/>
                  </a:lnTo>
                  <a:lnTo>
                    <a:pt x="0" y="548640"/>
                  </a:lnTo>
                  <a:close/>
                </a:path>
              </a:pathLst>
            </a:custGeom>
            <a:grpFill/>
            <a:ln w="9797" cap="flat">
              <a:noFill/>
              <a:prstDash val="solid"/>
              <a:miter/>
            </a:ln>
          </p:spPr>
          <p:txBody>
            <a:bodyPr rtlCol="0" anchor="ctr"/>
            <a:lstStyle/>
            <a:p>
              <a:endParaRPr lang="fr-FR"/>
            </a:p>
          </p:txBody>
        </p:sp>
        <p:sp>
          <p:nvSpPr>
            <p:cNvPr id="92" name="Forme libre : forme 91">
              <a:extLst>
                <a:ext uri="{FF2B5EF4-FFF2-40B4-BE49-F238E27FC236}">
                  <a16:creationId xmlns:a16="http://schemas.microsoft.com/office/drawing/2014/main" id="{8B470EB5-9573-AF4C-7AE9-7DA56FA875B3}"/>
                </a:ext>
              </a:extLst>
            </p:cNvPr>
            <p:cNvSpPr/>
            <p:nvPr/>
          </p:nvSpPr>
          <p:spPr>
            <a:xfrm>
              <a:off x="6205728" y="3840480"/>
              <a:ext cx="2523743" cy="548640"/>
            </a:xfrm>
            <a:custGeom>
              <a:avLst/>
              <a:gdLst>
                <a:gd name="connsiteX0" fmla="*/ 0 w 2523743"/>
                <a:gd name="connsiteY0" fmla="*/ 0 h 548640"/>
                <a:gd name="connsiteX1" fmla="*/ 2523744 w 2523743"/>
                <a:gd name="connsiteY1" fmla="*/ 0 h 548640"/>
                <a:gd name="connsiteX2" fmla="*/ 2523744 w 2523743"/>
                <a:gd name="connsiteY2" fmla="*/ 548640 h 548640"/>
                <a:gd name="connsiteX3" fmla="*/ 0 w 2523743"/>
                <a:gd name="connsiteY3" fmla="*/ 548640 h 548640"/>
              </a:gdLst>
              <a:ahLst/>
              <a:cxnLst>
                <a:cxn ang="0">
                  <a:pos x="connsiteX0" y="connsiteY0"/>
                </a:cxn>
                <a:cxn ang="0">
                  <a:pos x="connsiteX1" y="connsiteY1"/>
                </a:cxn>
                <a:cxn ang="0">
                  <a:pos x="connsiteX2" y="connsiteY2"/>
                </a:cxn>
                <a:cxn ang="0">
                  <a:pos x="connsiteX3" y="connsiteY3"/>
                </a:cxn>
              </a:cxnLst>
              <a:rect l="l" t="t" r="r" b="b"/>
              <a:pathLst>
                <a:path w="2523743" h="548640">
                  <a:moveTo>
                    <a:pt x="0" y="0"/>
                  </a:moveTo>
                  <a:lnTo>
                    <a:pt x="2523744" y="0"/>
                  </a:lnTo>
                  <a:lnTo>
                    <a:pt x="2523744" y="548640"/>
                  </a:lnTo>
                  <a:lnTo>
                    <a:pt x="0" y="548640"/>
                  </a:lnTo>
                  <a:close/>
                </a:path>
              </a:pathLst>
            </a:custGeom>
            <a:grpFill/>
            <a:ln w="9797" cap="flat">
              <a:noFill/>
              <a:prstDash val="solid"/>
              <a:miter/>
            </a:ln>
          </p:spPr>
          <p:txBody>
            <a:bodyPr rtlCol="0" anchor="ctr"/>
            <a:lstStyle/>
            <a:p>
              <a:endParaRPr lang="fr-FR"/>
            </a:p>
          </p:txBody>
        </p:sp>
        <p:sp>
          <p:nvSpPr>
            <p:cNvPr id="93" name="Forme libre : forme 92">
              <a:extLst>
                <a:ext uri="{FF2B5EF4-FFF2-40B4-BE49-F238E27FC236}">
                  <a16:creationId xmlns:a16="http://schemas.microsoft.com/office/drawing/2014/main" id="{875F065A-297E-12A3-488A-994E7F598225}"/>
                </a:ext>
              </a:extLst>
            </p:cNvPr>
            <p:cNvSpPr/>
            <p:nvPr/>
          </p:nvSpPr>
          <p:spPr>
            <a:xfrm>
              <a:off x="6205728" y="4828031"/>
              <a:ext cx="2523743" cy="548640"/>
            </a:xfrm>
            <a:custGeom>
              <a:avLst/>
              <a:gdLst>
                <a:gd name="connsiteX0" fmla="*/ 0 w 2523743"/>
                <a:gd name="connsiteY0" fmla="*/ 0 h 548640"/>
                <a:gd name="connsiteX1" fmla="*/ 2523744 w 2523743"/>
                <a:gd name="connsiteY1" fmla="*/ 0 h 548640"/>
                <a:gd name="connsiteX2" fmla="*/ 2523744 w 2523743"/>
                <a:gd name="connsiteY2" fmla="*/ 548640 h 548640"/>
                <a:gd name="connsiteX3" fmla="*/ 0 w 2523743"/>
                <a:gd name="connsiteY3" fmla="*/ 548640 h 548640"/>
              </a:gdLst>
              <a:ahLst/>
              <a:cxnLst>
                <a:cxn ang="0">
                  <a:pos x="connsiteX0" y="connsiteY0"/>
                </a:cxn>
                <a:cxn ang="0">
                  <a:pos x="connsiteX1" y="connsiteY1"/>
                </a:cxn>
                <a:cxn ang="0">
                  <a:pos x="connsiteX2" y="connsiteY2"/>
                </a:cxn>
                <a:cxn ang="0">
                  <a:pos x="connsiteX3" y="connsiteY3"/>
                </a:cxn>
              </a:cxnLst>
              <a:rect l="l" t="t" r="r" b="b"/>
              <a:pathLst>
                <a:path w="2523743" h="548640">
                  <a:moveTo>
                    <a:pt x="0" y="0"/>
                  </a:moveTo>
                  <a:lnTo>
                    <a:pt x="2523744" y="0"/>
                  </a:lnTo>
                  <a:lnTo>
                    <a:pt x="2523744" y="548640"/>
                  </a:lnTo>
                  <a:lnTo>
                    <a:pt x="0" y="548640"/>
                  </a:lnTo>
                  <a:close/>
                </a:path>
              </a:pathLst>
            </a:custGeom>
            <a:grpFill/>
            <a:ln w="9797" cap="flat">
              <a:noFill/>
              <a:prstDash val="solid"/>
              <a:miter/>
            </a:ln>
          </p:spPr>
          <p:txBody>
            <a:bodyPr rtlCol="0" anchor="ctr"/>
            <a:lstStyle/>
            <a:p>
              <a:endParaRPr lang="fr-FR"/>
            </a:p>
          </p:txBody>
        </p:sp>
        <p:sp>
          <p:nvSpPr>
            <p:cNvPr id="94" name="Forme libre : forme 93">
              <a:extLst>
                <a:ext uri="{FF2B5EF4-FFF2-40B4-BE49-F238E27FC236}">
                  <a16:creationId xmlns:a16="http://schemas.microsoft.com/office/drawing/2014/main" id="{A03EE004-BE4B-D5D8-42B4-0AA06B837C0E}"/>
                </a:ext>
              </a:extLst>
            </p:cNvPr>
            <p:cNvSpPr/>
            <p:nvPr/>
          </p:nvSpPr>
          <p:spPr>
            <a:xfrm>
              <a:off x="5437631" y="2852928"/>
              <a:ext cx="548640" cy="2523743"/>
            </a:xfrm>
            <a:custGeom>
              <a:avLst/>
              <a:gdLst>
                <a:gd name="connsiteX0" fmla="*/ 0 w 548640"/>
                <a:gd name="connsiteY0" fmla="*/ 0 h 2523743"/>
                <a:gd name="connsiteX1" fmla="*/ 548640 w 548640"/>
                <a:gd name="connsiteY1" fmla="*/ 0 h 2523743"/>
                <a:gd name="connsiteX2" fmla="*/ 548640 w 548640"/>
                <a:gd name="connsiteY2" fmla="*/ 2523744 h 2523743"/>
                <a:gd name="connsiteX3" fmla="*/ 0 w 548640"/>
                <a:gd name="connsiteY3" fmla="*/ 2523744 h 2523743"/>
              </a:gdLst>
              <a:ahLst/>
              <a:cxnLst>
                <a:cxn ang="0">
                  <a:pos x="connsiteX0" y="connsiteY0"/>
                </a:cxn>
                <a:cxn ang="0">
                  <a:pos x="connsiteX1" y="connsiteY1"/>
                </a:cxn>
                <a:cxn ang="0">
                  <a:pos x="connsiteX2" y="connsiteY2"/>
                </a:cxn>
                <a:cxn ang="0">
                  <a:pos x="connsiteX3" y="connsiteY3"/>
                </a:cxn>
              </a:cxnLst>
              <a:rect l="l" t="t" r="r" b="b"/>
              <a:pathLst>
                <a:path w="548640" h="2523743">
                  <a:moveTo>
                    <a:pt x="0" y="0"/>
                  </a:moveTo>
                  <a:lnTo>
                    <a:pt x="548640" y="0"/>
                  </a:lnTo>
                  <a:lnTo>
                    <a:pt x="548640" y="2523744"/>
                  </a:lnTo>
                  <a:lnTo>
                    <a:pt x="0" y="2523744"/>
                  </a:lnTo>
                  <a:close/>
                </a:path>
              </a:pathLst>
            </a:custGeom>
            <a:grpFill/>
            <a:ln w="9797" cap="flat">
              <a:noFill/>
              <a:prstDash val="solid"/>
              <a:miter/>
            </a:ln>
          </p:spPr>
          <p:txBody>
            <a:bodyPr rtlCol="0" anchor="ctr"/>
            <a:lstStyle/>
            <a:p>
              <a:endParaRPr lang="fr-FR"/>
            </a:p>
          </p:txBody>
        </p:sp>
        <p:sp>
          <p:nvSpPr>
            <p:cNvPr id="95" name="Forme libre : forme 94">
              <a:extLst>
                <a:ext uri="{FF2B5EF4-FFF2-40B4-BE49-F238E27FC236}">
                  <a16:creationId xmlns:a16="http://schemas.microsoft.com/office/drawing/2014/main" id="{C6131EF6-0A25-2D73-FD40-9820E29FE2B0}"/>
                </a:ext>
              </a:extLst>
            </p:cNvPr>
            <p:cNvSpPr/>
            <p:nvPr/>
          </p:nvSpPr>
          <p:spPr>
            <a:xfrm>
              <a:off x="4450080" y="2852928"/>
              <a:ext cx="548640" cy="2523743"/>
            </a:xfrm>
            <a:custGeom>
              <a:avLst/>
              <a:gdLst>
                <a:gd name="connsiteX0" fmla="*/ 0 w 548640"/>
                <a:gd name="connsiteY0" fmla="*/ 0 h 2523743"/>
                <a:gd name="connsiteX1" fmla="*/ 548640 w 548640"/>
                <a:gd name="connsiteY1" fmla="*/ 0 h 2523743"/>
                <a:gd name="connsiteX2" fmla="*/ 548640 w 548640"/>
                <a:gd name="connsiteY2" fmla="*/ 2523744 h 2523743"/>
                <a:gd name="connsiteX3" fmla="*/ 0 w 548640"/>
                <a:gd name="connsiteY3" fmla="*/ 2523744 h 2523743"/>
              </a:gdLst>
              <a:ahLst/>
              <a:cxnLst>
                <a:cxn ang="0">
                  <a:pos x="connsiteX0" y="connsiteY0"/>
                </a:cxn>
                <a:cxn ang="0">
                  <a:pos x="connsiteX1" y="connsiteY1"/>
                </a:cxn>
                <a:cxn ang="0">
                  <a:pos x="connsiteX2" y="connsiteY2"/>
                </a:cxn>
                <a:cxn ang="0">
                  <a:pos x="connsiteX3" y="connsiteY3"/>
                </a:cxn>
              </a:cxnLst>
              <a:rect l="l" t="t" r="r" b="b"/>
              <a:pathLst>
                <a:path w="548640" h="2523743">
                  <a:moveTo>
                    <a:pt x="0" y="0"/>
                  </a:moveTo>
                  <a:lnTo>
                    <a:pt x="548640" y="0"/>
                  </a:lnTo>
                  <a:lnTo>
                    <a:pt x="548640" y="2523744"/>
                  </a:lnTo>
                  <a:lnTo>
                    <a:pt x="0" y="2523744"/>
                  </a:lnTo>
                  <a:close/>
                </a:path>
              </a:pathLst>
            </a:custGeom>
            <a:grpFill/>
            <a:ln w="9797" cap="flat">
              <a:noFill/>
              <a:prstDash val="solid"/>
              <a:miter/>
            </a:ln>
          </p:spPr>
          <p:txBody>
            <a:bodyPr rtlCol="0" anchor="ctr"/>
            <a:lstStyle/>
            <a:p>
              <a:endParaRPr lang="fr-FR"/>
            </a:p>
          </p:txBody>
        </p:sp>
        <p:sp>
          <p:nvSpPr>
            <p:cNvPr id="96" name="Forme libre : forme 95">
              <a:extLst>
                <a:ext uri="{FF2B5EF4-FFF2-40B4-BE49-F238E27FC236}">
                  <a16:creationId xmlns:a16="http://schemas.microsoft.com/office/drawing/2014/main" id="{1EC2569E-6CC9-3014-729C-663328E5EA95}"/>
                </a:ext>
              </a:extLst>
            </p:cNvPr>
            <p:cNvSpPr/>
            <p:nvPr/>
          </p:nvSpPr>
          <p:spPr>
            <a:xfrm>
              <a:off x="3462518" y="2852928"/>
              <a:ext cx="548640" cy="2523743"/>
            </a:xfrm>
            <a:custGeom>
              <a:avLst/>
              <a:gdLst>
                <a:gd name="connsiteX0" fmla="*/ 0 w 548640"/>
                <a:gd name="connsiteY0" fmla="*/ 0 h 2523743"/>
                <a:gd name="connsiteX1" fmla="*/ 548640 w 548640"/>
                <a:gd name="connsiteY1" fmla="*/ 0 h 2523743"/>
                <a:gd name="connsiteX2" fmla="*/ 548640 w 548640"/>
                <a:gd name="connsiteY2" fmla="*/ 2523744 h 2523743"/>
                <a:gd name="connsiteX3" fmla="*/ 0 w 548640"/>
                <a:gd name="connsiteY3" fmla="*/ 2523744 h 2523743"/>
              </a:gdLst>
              <a:ahLst/>
              <a:cxnLst>
                <a:cxn ang="0">
                  <a:pos x="connsiteX0" y="connsiteY0"/>
                </a:cxn>
                <a:cxn ang="0">
                  <a:pos x="connsiteX1" y="connsiteY1"/>
                </a:cxn>
                <a:cxn ang="0">
                  <a:pos x="connsiteX2" y="connsiteY2"/>
                </a:cxn>
                <a:cxn ang="0">
                  <a:pos x="connsiteX3" y="connsiteY3"/>
                </a:cxn>
              </a:cxnLst>
              <a:rect l="l" t="t" r="r" b="b"/>
              <a:pathLst>
                <a:path w="548640" h="2523743">
                  <a:moveTo>
                    <a:pt x="0" y="0"/>
                  </a:moveTo>
                  <a:lnTo>
                    <a:pt x="548640" y="0"/>
                  </a:lnTo>
                  <a:lnTo>
                    <a:pt x="548640" y="2523744"/>
                  </a:lnTo>
                  <a:lnTo>
                    <a:pt x="0" y="2523744"/>
                  </a:lnTo>
                  <a:close/>
                </a:path>
              </a:pathLst>
            </a:custGeom>
            <a:grpFill/>
            <a:ln w="9797" cap="flat">
              <a:noFill/>
              <a:prstDash val="solid"/>
              <a:miter/>
            </a:ln>
          </p:spPr>
          <p:txBody>
            <a:bodyPr rtlCol="0" anchor="ctr"/>
            <a:lstStyle/>
            <a:p>
              <a:endParaRPr lang="fr-FR"/>
            </a:p>
          </p:txBody>
        </p:sp>
        <p:sp>
          <p:nvSpPr>
            <p:cNvPr id="97" name="Forme libre : forme 96">
              <a:extLst>
                <a:ext uri="{FF2B5EF4-FFF2-40B4-BE49-F238E27FC236}">
                  <a16:creationId xmlns:a16="http://schemas.microsoft.com/office/drawing/2014/main" id="{0929EBC1-9050-4F10-0C77-1F3DAD0DF29E}"/>
                </a:ext>
              </a:extLst>
            </p:cNvPr>
            <p:cNvSpPr/>
            <p:nvPr/>
          </p:nvSpPr>
          <p:spPr>
            <a:xfrm>
              <a:off x="8180831" y="109718"/>
              <a:ext cx="548640" cy="2523744"/>
            </a:xfrm>
            <a:custGeom>
              <a:avLst/>
              <a:gdLst>
                <a:gd name="connsiteX0" fmla="*/ 0 w 548640"/>
                <a:gd name="connsiteY0" fmla="*/ 0 h 2523744"/>
                <a:gd name="connsiteX1" fmla="*/ 548640 w 548640"/>
                <a:gd name="connsiteY1" fmla="*/ 0 h 2523744"/>
                <a:gd name="connsiteX2" fmla="*/ 548640 w 548640"/>
                <a:gd name="connsiteY2" fmla="*/ 2523744 h 2523744"/>
                <a:gd name="connsiteX3" fmla="*/ 0 w 548640"/>
                <a:gd name="connsiteY3" fmla="*/ 2523744 h 2523744"/>
              </a:gdLst>
              <a:ahLst/>
              <a:cxnLst>
                <a:cxn ang="0">
                  <a:pos x="connsiteX0" y="connsiteY0"/>
                </a:cxn>
                <a:cxn ang="0">
                  <a:pos x="connsiteX1" y="connsiteY1"/>
                </a:cxn>
                <a:cxn ang="0">
                  <a:pos x="connsiteX2" y="connsiteY2"/>
                </a:cxn>
                <a:cxn ang="0">
                  <a:pos x="connsiteX3" y="connsiteY3"/>
                </a:cxn>
              </a:cxnLst>
              <a:rect l="l" t="t" r="r" b="b"/>
              <a:pathLst>
                <a:path w="548640" h="2523744">
                  <a:moveTo>
                    <a:pt x="0" y="0"/>
                  </a:moveTo>
                  <a:lnTo>
                    <a:pt x="548640" y="0"/>
                  </a:lnTo>
                  <a:lnTo>
                    <a:pt x="548640" y="2523744"/>
                  </a:lnTo>
                  <a:lnTo>
                    <a:pt x="0" y="2523744"/>
                  </a:lnTo>
                  <a:close/>
                </a:path>
              </a:pathLst>
            </a:custGeom>
            <a:grpFill/>
            <a:ln w="9797" cap="flat">
              <a:noFill/>
              <a:prstDash val="solid"/>
              <a:miter/>
            </a:ln>
          </p:spPr>
          <p:txBody>
            <a:bodyPr rtlCol="0" anchor="ctr"/>
            <a:lstStyle/>
            <a:p>
              <a:endParaRPr lang="fr-FR"/>
            </a:p>
          </p:txBody>
        </p:sp>
        <p:sp>
          <p:nvSpPr>
            <p:cNvPr id="98" name="Forme libre : forme 97">
              <a:extLst>
                <a:ext uri="{FF2B5EF4-FFF2-40B4-BE49-F238E27FC236}">
                  <a16:creationId xmlns:a16="http://schemas.microsoft.com/office/drawing/2014/main" id="{0F076AB2-DFDE-27F4-C9D0-44C8D30AA456}"/>
                </a:ext>
              </a:extLst>
            </p:cNvPr>
            <p:cNvSpPr/>
            <p:nvPr/>
          </p:nvSpPr>
          <p:spPr>
            <a:xfrm>
              <a:off x="7193280" y="109718"/>
              <a:ext cx="548640" cy="2523744"/>
            </a:xfrm>
            <a:custGeom>
              <a:avLst/>
              <a:gdLst>
                <a:gd name="connsiteX0" fmla="*/ 0 w 548640"/>
                <a:gd name="connsiteY0" fmla="*/ 0 h 2523744"/>
                <a:gd name="connsiteX1" fmla="*/ 548640 w 548640"/>
                <a:gd name="connsiteY1" fmla="*/ 0 h 2523744"/>
                <a:gd name="connsiteX2" fmla="*/ 548640 w 548640"/>
                <a:gd name="connsiteY2" fmla="*/ 2523744 h 2523744"/>
                <a:gd name="connsiteX3" fmla="*/ 0 w 548640"/>
                <a:gd name="connsiteY3" fmla="*/ 2523744 h 2523744"/>
              </a:gdLst>
              <a:ahLst/>
              <a:cxnLst>
                <a:cxn ang="0">
                  <a:pos x="connsiteX0" y="connsiteY0"/>
                </a:cxn>
                <a:cxn ang="0">
                  <a:pos x="connsiteX1" y="connsiteY1"/>
                </a:cxn>
                <a:cxn ang="0">
                  <a:pos x="connsiteX2" y="connsiteY2"/>
                </a:cxn>
                <a:cxn ang="0">
                  <a:pos x="connsiteX3" y="connsiteY3"/>
                </a:cxn>
              </a:cxnLst>
              <a:rect l="l" t="t" r="r" b="b"/>
              <a:pathLst>
                <a:path w="548640" h="2523744">
                  <a:moveTo>
                    <a:pt x="0" y="0"/>
                  </a:moveTo>
                  <a:lnTo>
                    <a:pt x="548640" y="0"/>
                  </a:lnTo>
                  <a:lnTo>
                    <a:pt x="548640" y="2523744"/>
                  </a:lnTo>
                  <a:lnTo>
                    <a:pt x="0" y="2523744"/>
                  </a:lnTo>
                  <a:close/>
                </a:path>
              </a:pathLst>
            </a:custGeom>
            <a:grpFill/>
            <a:ln w="9797" cap="flat">
              <a:noFill/>
              <a:prstDash val="solid"/>
              <a:miter/>
            </a:ln>
          </p:spPr>
          <p:txBody>
            <a:bodyPr rtlCol="0" anchor="ctr"/>
            <a:lstStyle/>
            <a:p>
              <a:endParaRPr lang="fr-FR"/>
            </a:p>
          </p:txBody>
        </p:sp>
        <p:sp>
          <p:nvSpPr>
            <p:cNvPr id="99" name="Forme libre : forme 98">
              <a:extLst>
                <a:ext uri="{FF2B5EF4-FFF2-40B4-BE49-F238E27FC236}">
                  <a16:creationId xmlns:a16="http://schemas.microsoft.com/office/drawing/2014/main" id="{FBCD4DA2-E255-9AD4-8528-A838336809B8}"/>
                </a:ext>
              </a:extLst>
            </p:cNvPr>
            <p:cNvSpPr/>
            <p:nvPr/>
          </p:nvSpPr>
          <p:spPr>
            <a:xfrm>
              <a:off x="6205728" y="109718"/>
              <a:ext cx="548640" cy="2523744"/>
            </a:xfrm>
            <a:custGeom>
              <a:avLst/>
              <a:gdLst>
                <a:gd name="connsiteX0" fmla="*/ 0 w 548640"/>
                <a:gd name="connsiteY0" fmla="*/ 0 h 2523744"/>
                <a:gd name="connsiteX1" fmla="*/ 548640 w 548640"/>
                <a:gd name="connsiteY1" fmla="*/ 0 h 2523744"/>
                <a:gd name="connsiteX2" fmla="*/ 548640 w 548640"/>
                <a:gd name="connsiteY2" fmla="*/ 2523744 h 2523744"/>
                <a:gd name="connsiteX3" fmla="*/ 0 w 548640"/>
                <a:gd name="connsiteY3" fmla="*/ 2523744 h 2523744"/>
              </a:gdLst>
              <a:ahLst/>
              <a:cxnLst>
                <a:cxn ang="0">
                  <a:pos x="connsiteX0" y="connsiteY0"/>
                </a:cxn>
                <a:cxn ang="0">
                  <a:pos x="connsiteX1" y="connsiteY1"/>
                </a:cxn>
                <a:cxn ang="0">
                  <a:pos x="connsiteX2" y="connsiteY2"/>
                </a:cxn>
                <a:cxn ang="0">
                  <a:pos x="connsiteX3" y="connsiteY3"/>
                </a:cxn>
              </a:cxnLst>
              <a:rect l="l" t="t" r="r" b="b"/>
              <a:pathLst>
                <a:path w="548640" h="2523744">
                  <a:moveTo>
                    <a:pt x="0" y="0"/>
                  </a:moveTo>
                  <a:lnTo>
                    <a:pt x="548640" y="0"/>
                  </a:lnTo>
                  <a:lnTo>
                    <a:pt x="548640" y="2523744"/>
                  </a:lnTo>
                  <a:lnTo>
                    <a:pt x="0" y="2523744"/>
                  </a:lnTo>
                  <a:close/>
                </a:path>
              </a:pathLst>
            </a:custGeom>
            <a:grpFill/>
            <a:ln w="9797" cap="flat">
              <a:noFill/>
              <a:prstDash val="solid"/>
              <a:miter/>
            </a:ln>
          </p:spPr>
          <p:txBody>
            <a:bodyPr rtlCol="0" anchor="ctr"/>
            <a:lstStyle/>
            <a:p>
              <a:endParaRPr lang="fr-FR"/>
            </a:p>
          </p:txBody>
        </p:sp>
      </p:grpSp>
      <p:sp>
        <p:nvSpPr>
          <p:cNvPr id="117" name="ZoneTexte 116">
            <a:extLst>
              <a:ext uri="{FF2B5EF4-FFF2-40B4-BE49-F238E27FC236}">
                <a16:creationId xmlns:a16="http://schemas.microsoft.com/office/drawing/2014/main" id="{3C031B8B-8730-A77F-C5FF-75BE427B3FED}"/>
              </a:ext>
            </a:extLst>
          </p:cNvPr>
          <p:cNvSpPr txBox="1"/>
          <p:nvPr/>
        </p:nvSpPr>
        <p:spPr>
          <a:xfrm>
            <a:off x="897910" y="5875333"/>
            <a:ext cx="1747594" cy="738664"/>
          </a:xfrm>
          <a:prstGeom prst="rect">
            <a:avLst/>
          </a:prstGeom>
          <a:noFill/>
        </p:spPr>
        <p:txBody>
          <a:bodyPr wrap="none" rtlCol="0">
            <a:spAutoFit/>
          </a:bodyPr>
          <a:lstStyle/>
          <a:p>
            <a:r>
              <a:rPr lang="fr-FR" sz="1050" b="1" dirty="0">
                <a:solidFill>
                  <a:schemeClr val="bg1"/>
                </a:solidFill>
                <a:latin typeface="Arial" panose="020B0604020202020204" pitchFamily="34" charset="0"/>
                <a:cs typeface="Arial" panose="020B0604020202020204" pitchFamily="34" charset="0"/>
              </a:rPr>
              <a:t>Patterns mis en œuvre </a:t>
            </a:r>
            <a:r>
              <a:rPr lang="fr-FR" sz="1050" dirty="0">
                <a:solidFill>
                  <a:schemeClr val="bg1"/>
                </a:solidFill>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fr-FR" sz="1050" dirty="0">
                <a:solidFill>
                  <a:schemeClr val="bg1"/>
                </a:solidFill>
                <a:latin typeface="Arial" panose="020B0604020202020204" pitchFamily="34" charset="0"/>
                <a:cs typeface="Arial" panose="020B0604020202020204" pitchFamily="34" charset="0"/>
              </a:rPr>
              <a:t>Publish/</a:t>
            </a:r>
            <a:r>
              <a:rPr lang="fr-FR" sz="1050" dirty="0" err="1">
                <a:solidFill>
                  <a:schemeClr val="bg1"/>
                </a:solidFill>
                <a:latin typeface="Arial" panose="020B0604020202020204" pitchFamily="34" charset="0"/>
                <a:cs typeface="Arial" panose="020B0604020202020204" pitchFamily="34" charset="0"/>
              </a:rPr>
              <a:t>Suscribe</a:t>
            </a:r>
            <a:endParaRPr lang="fr-FR" sz="1050"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fr-FR" sz="1050" dirty="0">
                <a:solidFill>
                  <a:schemeClr val="bg1"/>
                </a:solidFill>
                <a:latin typeface="Arial" panose="020B0604020202020204" pitchFamily="34" charset="0"/>
                <a:cs typeface="Arial" panose="020B0604020202020204" pitchFamily="34" charset="0"/>
              </a:rPr>
              <a:t>Diffusion</a:t>
            </a:r>
          </a:p>
          <a:p>
            <a:pPr marL="285750" indent="-285750">
              <a:buFont typeface="Arial" panose="020B0604020202020204" pitchFamily="34" charset="0"/>
              <a:buChar char="•"/>
            </a:pPr>
            <a:r>
              <a:rPr lang="fr-FR" sz="1050" dirty="0" err="1">
                <a:solidFill>
                  <a:schemeClr val="bg1"/>
                </a:solidFill>
                <a:latin typeface="Arial" panose="020B0604020202020204" pitchFamily="34" charset="0"/>
                <a:cs typeface="Arial" panose="020B0604020202020204" pitchFamily="34" charset="0"/>
              </a:rPr>
              <a:t>Request</a:t>
            </a:r>
            <a:r>
              <a:rPr lang="fr-FR" sz="1050" dirty="0">
                <a:solidFill>
                  <a:schemeClr val="bg1"/>
                </a:solidFill>
                <a:latin typeface="Arial" panose="020B0604020202020204" pitchFamily="34" charset="0"/>
                <a:cs typeface="Arial" panose="020B0604020202020204" pitchFamily="34" charset="0"/>
              </a:rPr>
              <a:t>/</a:t>
            </a:r>
            <a:r>
              <a:rPr lang="fr-FR" sz="1050" dirty="0" err="1">
                <a:solidFill>
                  <a:schemeClr val="bg1"/>
                </a:solidFill>
                <a:latin typeface="Arial" panose="020B0604020202020204" pitchFamily="34" charset="0"/>
                <a:cs typeface="Arial" panose="020B0604020202020204" pitchFamily="34" charset="0"/>
              </a:rPr>
              <a:t>Reply</a:t>
            </a:r>
            <a:endParaRPr lang="fr-FR" sz="1050" dirty="0">
              <a:solidFill>
                <a:schemeClr val="bg1"/>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0FD06671-8237-8BA9-215C-40EEE1D48491}"/>
              </a:ext>
            </a:extLst>
          </p:cNvPr>
          <p:cNvSpPr/>
          <p:nvPr/>
        </p:nvSpPr>
        <p:spPr>
          <a:xfrm>
            <a:off x="6682009" y="5918200"/>
            <a:ext cx="5509991" cy="939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Comme vu dans la partie Médiation et urbanisation, il est essentiel de diviser les flux et responsabilités par domaine avant la mise en œuvre.</a:t>
            </a:r>
          </a:p>
        </p:txBody>
      </p:sp>
    </p:spTree>
    <p:extLst>
      <p:ext uri="{BB962C8B-B14F-4D97-AF65-F5344CB8AC3E}">
        <p14:creationId xmlns:p14="http://schemas.microsoft.com/office/powerpoint/2010/main" val="29497723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extLst>
    <p:ext uri="{6950BFC3-D8DA-4A85-94F7-54DA5524770B}">
      <p188:commentRel xmlns:p188="http://schemas.microsoft.com/office/powerpoint/2018/8/main" r:id="rId6"/>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ESB - L’Enterprise service BUS</a:t>
            </a:r>
          </a:p>
        </p:txBody>
      </p:sp>
      <p:sp>
        <p:nvSpPr>
          <p:cNvPr id="75" name="Rectangle 74">
            <a:extLst>
              <a:ext uri="{FF2B5EF4-FFF2-40B4-BE49-F238E27FC236}">
                <a16:creationId xmlns:a16="http://schemas.microsoft.com/office/drawing/2014/main" id="{C6244C2E-1001-511F-7F50-91748AC56240}"/>
              </a:ext>
            </a:extLst>
          </p:cNvPr>
          <p:cNvSpPr/>
          <p:nvPr>
            <p:custDataLst>
              <p:tags r:id="rId1"/>
            </p:custDataLst>
          </p:nvPr>
        </p:nvSpPr>
        <p:spPr>
          <a:xfrm>
            <a:off x="1" y="1250758"/>
            <a:ext cx="12192000" cy="594813"/>
          </a:xfrm>
          <a:prstGeom prst="rect">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La solution de </a:t>
            </a:r>
            <a:r>
              <a:rPr lang="fr-FR" b="1" dirty="0">
                <a:solidFill>
                  <a:schemeClr val="tx2"/>
                </a:solidFill>
              </a:rPr>
              <a:t>Message-</a:t>
            </a:r>
            <a:r>
              <a:rPr lang="fr-FR" b="1" dirty="0" err="1">
                <a:solidFill>
                  <a:schemeClr val="tx2"/>
                </a:solidFill>
              </a:rPr>
              <a:t>Oriented</a:t>
            </a:r>
            <a:r>
              <a:rPr lang="fr-FR" b="1" dirty="0">
                <a:solidFill>
                  <a:schemeClr val="tx2"/>
                </a:solidFill>
              </a:rPr>
              <a:t> Middleware</a:t>
            </a:r>
            <a:r>
              <a:rPr lang="fr-FR" dirty="0">
                <a:solidFill>
                  <a:schemeClr val="tx1"/>
                </a:solidFill>
              </a:rPr>
              <a:t>, en mode « </a:t>
            </a:r>
            <a:r>
              <a:rPr lang="fr-FR" dirty="0" err="1">
                <a:solidFill>
                  <a:schemeClr val="tx1"/>
                </a:solidFill>
              </a:rPr>
              <a:t>publish</a:t>
            </a:r>
            <a:r>
              <a:rPr lang="fr-FR" dirty="0">
                <a:solidFill>
                  <a:schemeClr val="tx1"/>
                </a:solidFill>
              </a:rPr>
              <a:t>/</a:t>
            </a:r>
            <a:r>
              <a:rPr lang="fr-FR" dirty="0" err="1">
                <a:solidFill>
                  <a:schemeClr val="tx1"/>
                </a:solidFill>
              </a:rPr>
              <a:t>subcribe</a:t>
            </a:r>
            <a:r>
              <a:rPr lang="fr-FR" dirty="0">
                <a:solidFill>
                  <a:schemeClr val="tx1"/>
                </a:solidFill>
              </a:rPr>
              <a:t> » ou </a:t>
            </a:r>
          </a:p>
          <a:p>
            <a:pPr algn="ctr"/>
            <a:r>
              <a:rPr lang="fr-FR" dirty="0">
                <a:solidFill>
                  <a:schemeClr val="tx1"/>
                </a:solidFill>
              </a:rPr>
              <a:t>« Point à Point », est le cœur des implémentations d’ESB.</a:t>
            </a:r>
          </a:p>
        </p:txBody>
      </p:sp>
      <p:grpSp>
        <p:nvGrpSpPr>
          <p:cNvPr id="76" name="Groupe 75">
            <a:extLst>
              <a:ext uri="{FF2B5EF4-FFF2-40B4-BE49-F238E27FC236}">
                <a16:creationId xmlns:a16="http://schemas.microsoft.com/office/drawing/2014/main" id="{FA31B85E-4865-4906-24C2-7B05A506DBC1}"/>
              </a:ext>
            </a:extLst>
          </p:cNvPr>
          <p:cNvGrpSpPr/>
          <p:nvPr/>
        </p:nvGrpSpPr>
        <p:grpSpPr>
          <a:xfrm>
            <a:off x="2503707" y="3312960"/>
            <a:ext cx="7317126" cy="1190890"/>
            <a:chOff x="2999466" y="2883301"/>
            <a:chExt cx="7317126" cy="1190890"/>
          </a:xfrm>
          <a:effectLst>
            <a:outerShdw blurRad="50800" dist="38100" dir="2700000" algn="tl" rotWithShape="0">
              <a:prstClr val="black">
                <a:alpha val="40000"/>
              </a:prstClr>
            </a:outerShdw>
          </a:effectLst>
        </p:grpSpPr>
        <p:sp>
          <p:nvSpPr>
            <p:cNvPr id="78" name="Rectangle à coins arrondis 304">
              <a:extLst>
                <a:ext uri="{FF2B5EF4-FFF2-40B4-BE49-F238E27FC236}">
                  <a16:creationId xmlns:a16="http://schemas.microsoft.com/office/drawing/2014/main" id="{60170014-17B4-8C07-2798-E1B51C4DA495}"/>
                </a:ext>
              </a:extLst>
            </p:cNvPr>
            <p:cNvSpPr/>
            <p:nvPr/>
          </p:nvSpPr>
          <p:spPr>
            <a:xfrm>
              <a:off x="2999466" y="2883301"/>
              <a:ext cx="2160000" cy="504000"/>
            </a:xfrm>
            <a:prstGeom prst="roundRect">
              <a:avLst>
                <a:gd name="adj" fmla="val 11691"/>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fr-FR" sz="1400" b="1">
                  <a:solidFill>
                    <a:schemeClr val="tx1"/>
                  </a:solidFill>
                </a:rPr>
                <a:t>Routage &amp; Transformation</a:t>
              </a:r>
            </a:p>
          </p:txBody>
        </p:sp>
        <p:sp>
          <p:nvSpPr>
            <p:cNvPr id="79" name="Rectangle à coins arrondis 304">
              <a:extLst>
                <a:ext uri="{FF2B5EF4-FFF2-40B4-BE49-F238E27FC236}">
                  <a16:creationId xmlns:a16="http://schemas.microsoft.com/office/drawing/2014/main" id="{EA37B085-5E5B-8045-14A4-0BC52F9D767D}"/>
                </a:ext>
              </a:extLst>
            </p:cNvPr>
            <p:cNvSpPr/>
            <p:nvPr/>
          </p:nvSpPr>
          <p:spPr>
            <a:xfrm>
              <a:off x="5572642" y="2883301"/>
              <a:ext cx="2160000" cy="504000"/>
            </a:xfrm>
            <a:prstGeom prst="roundRect">
              <a:avLst>
                <a:gd name="adj" fmla="val 11691"/>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fr-FR" sz="1400" b="1">
                  <a:solidFill>
                    <a:schemeClr val="tx1"/>
                  </a:solidFill>
                </a:rPr>
                <a:t>Orchestration de services</a:t>
              </a:r>
            </a:p>
          </p:txBody>
        </p:sp>
        <p:sp>
          <p:nvSpPr>
            <p:cNvPr id="80" name="Rectangle à coins arrondis 304">
              <a:extLst>
                <a:ext uri="{FF2B5EF4-FFF2-40B4-BE49-F238E27FC236}">
                  <a16:creationId xmlns:a16="http://schemas.microsoft.com/office/drawing/2014/main" id="{2F2CA933-2B47-9DB2-463D-5B467FC23937}"/>
                </a:ext>
              </a:extLst>
            </p:cNvPr>
            <p:cNvSpPr/>
            <p:nvPr/>
          </p:nvSpPr>
          <p:spPr>
            <a:xfrm>
              <a:off x="6935164" y="3570191"/>
              <a:ext cx="2160000" cy="504000"/>
            </a:xfrm>
            <a:prstGeom prst="roundRect">
              <a:avLst>
                <a:gd name="adj" fmla="val 11691"/>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fr-FR" sz="1400" b="1">
                  <a:solidFill>
                    <a:schemeClr val="tx1"/>
                  </a:solidFill>
                </a:rPr>
                <a:t>Demi-flux &amp; Pivot</a:t>
              </a:r>
            </a:p>
          </p:txBody>
        </p:sp>
        <p:sp>
          <p:nvSpPr>
            <p:cNvPr id="81" name="Rectangle à coins arrondis 304">
              <a:extLst>
                <a:ext uri="{FF2B5EF4-FFF2-40B4-BE49-F238E27FC236}">
                  <a16:creationId xmlns:a16="http://schemas.microsoft.com/office/drawing/2014/main" id="{38399BC6-0D10-1CFD-0FF1-9FD637ABDAB4}"/>
                </a:ext>
              </a:extLst>
            </p:cNvPr>
            <p:cNvSpPr/>
            <p:nvPr/>
          </p:nvSpPr>
          <p:spPr>
            <a:xfrm>
              <a:off x="8156592" y="2883301"/>
              <a:ext cx="2160000" cy="504000"/>
            </a:xfrm>
            <a:prstGeom prst="roundRect">
              <a:avLst>
                <a:gd name="adj" fmla="val 11691"/>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fr-FR" sz="1400">
                  <a:solidFill>
                    <a:schemeClr val="tx1"/>
                  </a:solidFill>
                </a:rPr>
                <a:t>Synchrone / Asynchrone</a:t>
              </a:r>
            </a:p>
          </p:txBody>
        </p:sp>
        <p:sp>
          <p:nvSpPr>
            <p:cNvPr id="82" name="Rectangle à coins arrondis 304">
              <a:extLst>
                <a:ext uri="{FF2B5EF4-FFF2-40B4-BE49-F238E27FC236}">
                  <a16:creationId xmlns:a16="http://schemas.microsoft.com/office/drawing/2014/main" id="{B4EFF144-AAAB-BD7B-1794-B52450863573}"/>
                </a:ext>
              </a:extLst>
            </p:cNvPr>
            <p:cNvSpPr/>
            <p:nvPr/>
          </p:nvSpPr>
          <p:spPr>
            <a:xfrm>
              <a:off x="4079466" y="3570191"/>
              <a:ext cx="2160000" cy="504000"/>
            </a:xfrm>
            <a:prstGeom prst="roundRect">
              <a:avLst>
                <a:gd name="adj" fmla="val 11691"/>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fr-FR" sz="1400">
                  <a:solidFill>
                    <a:schemeClr val="tx1"/>
                  </a:solidFill>
                </a:rPr>
                <a:t>Transcodification</a:t>
              </a:r>
            </a:p>
          </p:txBody>
        </p:sp>
      </p:grpSp>
      <p:grpSp>
        <p:nvGrpSpPr>
          <p:cNvPr id="94" name="Groupe 93">
            <a:extLst>
              <a:ext uri="{FF2B5EF4-FFF2-40B4-BE49-F238E27FC236}">
                <a16:creationId xmlns:a16="http://schemas.microsoft.com/office/drawing/2014/main" id="{13A3F00E-D51F-AD83-81C3-C680D234F685}"/>
              </a:ext>
            </a:extLst>
          </p:cNvPr>
          <p:cNvGrpSpPr/>
          <p:nvPr/>
        </p:nvGrpSpPr>
        <p:grpSpPr>
          <a:xfrm>
            <a:off x="2107807" y="2119498"/>
            <a:ext cx="8119426" cy="3236175"/>
            <a:chOff x="2603566" y="1689839"/>
            <a:chExt cx="8119426" cy="3236175"/>
          </a:xfrm>
        </p:grpSpPr>
        <p:sp>
          <p:nvSpPr>
            <p:cNvPr id="95" name="Rectangle à coins arrondis 17">
              <a:extLst>
                <a:ext uri="{FF2B5EF4-FFF2-40B4-BE49-F238E27FC236}">
                  <a16:creationId xmlns:a16="http://schemas.microsoft.com/office/drawing/2014/main" id="{42FD2A4C-A0BE-8D7E-14C9-F98BD0BD1F74}"/>
                </a:ext>
              </a:extLst>
            </p:cNvPr>
            <p:cNvSpPr/>
            <p:nvPr/>
          </p:nvSpPr>
          <p:spPr>
            <a:xfrm>
              <a:off x="2603566" y="1689839"/>
              <a:ext cx="8119426" cy="3236175"/>
            </a:xfrm>
            <a:prstGeom prst="roundRect">
              <a:avLst>
                <a:gd name="adj" fmla="val 4101"/>
              </a:avLst>
            </a:prstGeom>
            <a:noFill/>
            <a:ln w="31750">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fr-FR" b="1" i="1">
                  <a:solidFill>
                    <a:schemeClr val="accent2"/>
                  </a:solidFill>
                </a:rPr>
                <a:t>ESB</a:t>
              </a:r>
              <a:endParaRPr lang="fr-FR" sz="1400" b="1" i="1">
                <a:solidFill>
                  <a:schemeClr val="accent2"/>
                </a:solidFill>
              </a:endParaRPr>
            </a:p>
          </p:txBody>
        </p:sp>
        <p:sp>
          <p:nvSpPr>
            <p:cNvPr id="96" name="Rectangle à coins arrondis 309">
              <a:extLst>
                <a:ext uri="{FF2B5EF4-FFF2-40B4-BE49-F238E27FC236}">
                  <a16:creationId xmlns:a16="http://schemas.microsoft.com/office/drawing/2014/main" id="{AAB2A866-C784-9FB5-0CD8-C9C9CF9C1E75}"/>
                </a:ext>
              </a:extLst>
            </p:cNvPr>
            <p:cNvSpPr/>
            <p:nvPr/>
          </p:nvSpPr>
          <p:spPr>
            <a:xfrm>
              <a:off x="2988692" y="4257082"/>
              <a:ext cx="7327900" cy="504000"/>
            </a:xfrm>
            <a:prstGeom prst="roundRect">
              <a:avLst>
                <a:gd name="adj" fmla="val 11691"/>
              </a:avLst>
            </a:prstGeom>
            <a:solidFill>
              <a:schemeClr val="tx2"/>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fr-FR" sz="1400" b="1">
                  <a:solidFill>
                    <a:srgbClr val="FFFFFF"/>
                  </a:solidFill>
                </a:rPr>
                <a:t>Connecteurs</a:t>
              </a:r>
            </a:p>
          </p:txBody>
        </p:sp>
        <p:sp>
          <p:nvSpPr>
            <p:cNvPr id="97" name="Cylindre 96">
              <a:extLst>
                <a:ext uri="{FF2B5EF4-FFF2-40B4-BE49-F238E27FC236}">
                  <a16:creationId xmlns:a16="http://schemas.microsoft.com/office/drawing/2014/main" id="{3493453A-AAA8-8713-F525-5B41A4287A13}"/>
                </a:ext>
              </a:extLst>
            </p:cNvPr>
            <p:cNvSpPr/>
            <p:nvPr/>
          </p:nvSpPr>
          <p:spPr>
            <a:xfrm rot="5400000">
              <a:off x="6400641" y="-1244013"/>
              <a:ext cx="504001" cy="7327901"/>
            </a:xfrm>
            <a:prstGeom prst="can">
              <a:avLst>
                <a:gd name="adj" fmla="val 49660"/>
              </a:avLst>
            </a:prstGeom>
            <a:solidFill>
              <a:schemeClr val="tx2"/>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fr-FR" sz="1400" b="1">
                  <a:solidFill>
                    <a:srgbClr val="FFFFFF"/>
                  </a:solidFill>
                </a:rPr>
                <a:t>MOM</a:t>
              </a:r>
            </a:p>
          </p:txBody>
        </p:sp>
      </p:grpSp>
      <p:grpSp>
        <p:nvGrpSpPr>
          <p:cNvPr id="83" name="Groupe 82">
            <a:extLst>
              <a:ext uri="{FF2B5EF4-FFF2-40B4-BE49-F238E27FC236}">
                <a16:creationId xmlns:a16="http://schemas.microsoft.com/office/drawing/2014/main" id="{8EAA2CFB-B02A-AD7C-2E1D-6A32C72FDE42}"/>
              </a:ext>
            </a:extLst>
          </p:cNvPr>
          <p:cNvGrpSpPr/>
          <p:nvPr/>
        </p:nvGrpSpPr>
        <p:grpSpPr>
          <a:xfrm>
            <a:off x="2107807" y="5190741"/>
            <a:ext cx="8119426" cy="1070553"/>
            <a:chOff x="2603566" y="4761082"/>
            <a:chExt cx="8119426" cy="1070553"/>
          </a:xfrm>
        </p:grpSpPr>
        <p:cxnSp>
          <p:nvCxnSpPr>
            <p:cNvPr id="88" name="Connecteur droit avec flèche 87">
              <a:extLst>
                <a:ext uri="{FF2B5EF4-FFF2-40B4-BE49-F238E27FC236}">
                  <a16:creationId xmlns:a16="http://schemas.microsoft.com/office/drawing/2014/main" id="{F7216608-1591-E8C0-567A-6BC5864FC567}"/>
                </a:ext>
              </a:extLst>
            </p:cNvPr>
            <p:cNvCxnSpPr>
              <a:cxnSpLocks/>
              <a:stCxn id="84" idx="0"/>
            </p:cNvCxnSpPr>
            <p:nvPr/>
          </p:nvCxnSpPr>
          <p:spPr>
            <a:xfrm flipV="1">
              <a:off x="3251566" y="4761082"/>
              <a:ext cx="0" cy="475282"/>
            </a:xfrm>
            <a:prstGeom prst="straightConnector1">
              <a:avLst/>
            </a:prstGeom>
            <a:ln w="19050">
              <a:solidFill>
                <a:schemeClr val="accent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89" name="Connecteur droit avec flèche 88">
              <a:extLst>
                <a:ext uri="{FF2B5EF4-FFF2-40B4-BE49-F238E27FC236}">
                  <a16:creationId xmlns:a16="http://schemas.microsoft.com/office/drawing/2014/main" id="{B7CE58BD-0CA4-5632-F125-17F4A8955C60}"/>
                </a:ext>
              </a:extLst>
            </p:cNvPr>
            <p:cNvCxnSpPr>
              <a:cxnSpLocks/>
              <a:stCxn id="85" idx="0"/>
            </p:cNvCxnSpPr>
            <p:nvPr/>
          </p:nvCxnSpPr>
          <p:spPr>
            <a:xfrm flipH="1" flipV="1">
              <a:off x="4957421" y="4761082"/>
              <a:ext cx="1" cy="475282"/>
            </a:xfrm>
            <a:prstGeom prst="straightConnector1">
              <a:avLst/>
            </a:prstGeom>
            <a:ln w="19050">
              <a:solidFill>
                <a:schemeClr val="accent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90" name="Connecteur droit avec flèche 89">
              <a:extLst>
                <a:ext uri="{FF2B5EF4-FFF2-40B4-BE49-F238E27FC236}">
                  <a16:creationId xmlns:a16="http://schemas.microsoft.com/office/drawing/2014/main" id="{44489636-653E-3A32-01D3-EAC1251B9C36}"/>
                </a:ext>
              </a:extLst>
            </p:cNvPr>
            <p:cNvCxnSpPr>
              <a:cxnSpLocks/>
              <a:stCxn id="86" idx="0"/>
            </p:cNvCxnSpPr>
            <p:nvPr/>
          </p:nvCxnSpPr>
          <p:spPr>
            <a:xfrm flipV="1">
              <a:off x="8369135" y="4761082"/>
              <a:ext cx="0" cy="475282"/>
            </a:xfrm>
            <a:prstGeom prst="straightConnector1">
              <a:avLst/>
            </a:prstGeom>
            <a:ln w="19050">
              <a:solidFill>
                <a:schemeClr val="accent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91" name="Connecteur droit avec flèche 90">
              <a:extLst>
                <a:ext uri="{FF2B5EF4-FFF2-40B4-BE49-F238E27FC236}">
                  <a16:creationId xmlns:a16="http://schemas.microsoft.com/office/drawing/2014/main" id="{F8267CE8-087F-0BE9-0DCE-2AD09D9EEF4B}"/>
                </a:ext>
              </a:extLst>
            </p:cNvPr>
            <p:cNvCxnSpPr>
              <a:cxnSpLocks/>
              <a:stCxn id="87" idx="0"/>
            </p:cNvCxnSpPr>
            <p:nvPr/>
          </p:nvCxnSpPr>
          <p:spPr>
            <a:xfrm flipV="1">
              <a:off x="10074992" y="4761082"/>
              <a:ext cx="0" cy="475282"/>
            </a:xfrm>
            <a:prstGeom prst="straightConnector1">
              <a:avLst/>
            </a:prstGeom>
            <a:ln w="19050">
              <a:solidFill>
                <a:schemeClr val="accent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93" name="Connecteur droit avec flèche 92">
              <a:extLst>
                <a:ext uri="{FF2B5EF4-FFF2-40B4-BE49-F238E27FC236}">
                  <a16:creationId xmlns:a16="http://schemas.microsoft.com/office/drawing/2014/main" id="{1B9EE5C4-5B2F-5154-AF83-83C5BB2BEB4F}"/>
                </a:ext>
              </a:extLst>
            </p:cNvPr>
            <p:cNvCxnSpPr>
              <a:cxnSpLocks/>
              <a:stCxn id="92" idx="0"/>
              <a:endCxn id="96" idx="2"/>
            </p:cNvCxnSpPr>
            <p:nvPr/>
          </p:nvCxnSpPr>
          <p:spPr>
            <a:xfrm flipH="1" flipV="1">
              <a:off x="6652642" y="4761082"/>
              <a:ext cx="10636" cy="475281"/>
            </a:xfrm>
            <a:prstGeom prst="straightConnector1">
              <a:avLst/>
            </a:prstGeom>
            <a:ln w="19050">
              <a:solidFill>
                <a:schemeClr val="accent2"/>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84" name="Rectangle à coins arrondis 347">
              <a:extLst>
                <a:ext uri="{FF2B5EF4-FFF2-40B4-BE49-F238E27FC236}">
                  <a16:creationId xmlns:a16="http://schemas.microsoft.com/office/drawing/2014/main" id="{47305470-469A-A28A-509A-6C4CA131EE83}"/>
                </a:ext>
              </a:extLst>
            </p:cNvPr>
            <p:cNvSpPr/>
            <p:nvPr/>
          </p:nvSpPr>
          <p:spPr>
            <a:xfrm>
              <a:off x="2603566" y="5236364"/>
              <a:ext cx="1296000" cy="595271"/>
            </a:xfrm>
            <a:prstGeom prst="roundRect">
              <a:avLst>
                <a:gd name="adj" fmla="val 11265"/>
              </a:avLst>
            </a:prstGeom>
            <a:solidFill>
              <a:schemeClr val="tx1"/>
            </a:solidFill>
            <a:ln w="317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fr-FR" sz="1400" b="1">
                  <a:solidFill>
                    <a:schemeClr val="bg1"/>
                  </a:solidFill>
                </a:rPr>
                <a:t>System </a:t>
              </a:r>
              <a:r>
                <a:rPr lang="fr-FR" sz="1400" b="1" err="1">
                  <a:solidFill>
                    <a:schemeClr val="bg1"/>
                  </a:solidFill>
                </a:rPr>
                <a:t>Legacy</a:t>
              </a:r>
              <a:endParaRPr lang="fr-FR" sz="1400" b="1">
                <a:solidFill>
                  <a:schemeClr val="bg1"/>
                </a:solidFill>
              </a:endParaRPr>
            </a:p>
          </p:txBody>
        </p:sp>
        <p:sp>
          <p:nvSpPr>
            <p:cNvPr id="85" name="Rectangle à coins arrondis 347">
              <a:extLst>
                <a:ext uri="{FF2B5EF4-FFF2-40B4-BE49-F238E27FC236}">
                  <a16:creationId xmlns:a16="http://schemas.microsoft.com/office/drawing/2014/main" id="{9FB00752-2E6D-9AEA-3AB0-5DCCD7CB4683}"/>
                </a:ext>
              </a:extLst>
            </p:cNvPr>
            <p:cNvSpPr/>
            <p:nvPr/>
          </p:nvSpPr>
          <p:spPr>
            <a:xfrm>
              <a:off x="4309422" y="5236364"/>
              <a:ext cx="1296000" cy="595271"/>
            </a:xfrm>
            <a:prstGeom prst="roundRect">
              <a:avLst>
                <a:gd name="adj" fmla="val 11265"/>
              </a:avLst>
            </a:prstGeom>
            <a:solidFill>
              <a:schemeClr val="tx1"/>
            </a:solidFill>
            <a:ln w="317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fr-FR" sz="1400" b="1">
                  <a:solidFill>
                    <a:schemeClr val="bg1"/>
                  </a:solidFill>
                </a:rPr>
                <a:t>Base de données</a:t>
              </a:r>
            </a:p>
          </p:txBody>
        </p:sp>
        <p:sp>
          <p:nvSpPr>
            <p:cNvPr id="86" name="Rectangle à coins arrondis 347">
              <a:extLst>
                <a:ext uri="{FF2B5EF4-FFF2-40B4-BE49-F238E27FC236}">
                  <a16:creationId xmlns:a16="http://schemas.microsoft.com/office/drawing/2014/main" id="{400E87E6-657B-3B67-0C87-6671114FE38C}"/>
                </a:ext>
              </a:extLst>
            </p:cNvPr>
            <p:cNvSpPr/>
            <p:nvPr/>
          </p:nvSpPr>
          <p:spPr>
            <a:xfrm>
              <a:off x="7721135" y="5236364"/>
              <a:ext cx="1296000" cy="595271"/>
            </a:xfrm>
            <a:prstGeom prst="roundRect">
              <a:avLst>
                <a:gd name="adj" fmla="val 11265"/>
              </a:avLst>
            </a:prstGeom>
            <a:solidFill>
              <a:schemeClr val="tx1"/>
            </a:solidFill>
            <a:ln w="317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fr-FR" sz="1400" b="1">
                  <a:solidFill>
                    <a:schemeClr val="bg1"/>
                  </a:solidFill>
                </a:rPr>
                <a:t>Fichiers</a:t>
              </a:r>
            </a:p>
          </p:txBody>
        </p:sp>
        <p:sp>
          <p:nvSpPr>
            <p:cNvPr id="87" name="Rectangle à coins arrondis 347">
              <a:extLst>
                <a:ext uri="{FF2B5EF4-FFF2-40B4-BE49-F238E27FC236}">
                  <a16:creationId xmlns:a16="http://schemas.microsoft.com/office/drawing/2014/main" id="{9D5F432A-4EFA-1372-09C7-4B20EB3FCAF7}"/>
                </a:ext>
              </a:extLst>
            </p:cNvPr>
            <p:cNvSpPr/>
            <p:nvPr/>
          </p:nvSpPr>
          <p:spPr>
            <a:xfrm>
              <a:off x="9426992" y="5236364"/>
              <a:ext cx="1296000" cy="595271"/>
            </a:xfrm>
            <a:prstGeom prst="roundRect">
              <a:avLst>
                <a:gd name="adj" fmla="val 11265"/>
              </a:avLst>
            </a:prstGeom>
            <a:solidFill>
              <a:schemeClr val="tx1"/>
            </a:solidFill>
            <a:ln w="317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fr-FR" sz="1400" b="1" dirty="0">
                  <a:solidFill>
                    <a:schemeClr val="bg1"/>
                  </a:solidFill>
                </a:rPr>
                <a:t>IBM MQ / JMS</a:t>
              </a:r>
            </a:p>
          </p:txBody>
        </p:sp>
        <p:sp>
          <p:nvSpPr>
            <p:cNvPr id="92" name="Rectangle à coins arrondis 347">
              <a:extLst>
                <a:ext uri="{FF2B5EF4-FFF2-40B4-BE49-F238E27FC236}">
                  <a16:creationId xmlns:a16="http://schemas.microsoft.com/office/drawing/2014/main" id="{DDB44C7E-A6AB-E495-BDE1-9781BEB5A9AC}"/>
                </a:ext>
              </a:extLst>
            </p:cNvPr>
            <p:cNvSpPr/>
            <p:nvPr/>
          </p:nvSpPr>
          <p:spPr>
            <a:xfrm>
              <a:off x="6015278" y="5236363"/>
              <a:ext cx="1296000" cy="595271"/>
            </a:xfrm>
            <a:prstGeom prst="roundRect">
              <a:avLst>
                <a:gd name="adj" fmla="val 11265"/>
              </a:avLst>
            </a:prstGeom>
            <a:solidFill>
              <a:schemeClr val="tx1"/>
            </a:solidFill>
            <a:ln w="317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fr-FR" sz="1400" b="1">
                  <a:solidFill>
                    <a:schemeClr val="bg1"/>
                  </a:solidFill>
                </a:rPr>
                <a:t>Web Services</a:t>
              </a:r>
            </a:p>
          </p:txBody>
        </p:sp>
      </p:grpSp>
      <p:sp>
        <p:nvSpPr>
          <p:cNvPr id="3" name="Espace réservé du texte 5">
            <a:extLst>
              <a:ext uri="{FF2B5EF4-FFF2-40B4-BE49-F238E27FC236}">
                <a16:creationId xmlns:a16="http://schemas.microsoft.com/office/drawing/2014/main" id="{FBEB46E5-CF47-6C0C-DFEA-1E20047EB6C8}"/>
              </a:ext>
            </a:extLst>
          </p:cNvPr>
          <p:cNvSpPr>
            <a:spLocks noGrp="1"/>
          </p:cNvSpPr>
          <p:nvPr>
            <p:ph type="body" sz="quarter" idx="35"/>
          </p:nvPr>
        </p:nvSpPr>
        <p:spPr>
          <a:xfrm>
            <a:off x="337931" y="922713"/>
            <a:ext cx="11433654" cy="273879"/>
          </a:xfrm>
        </p:spPr>
        <p:txBody>
          <a:bodyPr/>
          <a:lstStyle/>
          <a:p>
            <a:r>
              <a:rPr lang="fr-FR" sz="1400" cap="none"/>
              <a:t>Généralités, avantages et cas d’usage</a:t>
            </a:r>
          </a:p>
        </p:txBody>
      </p:sp>
    </p:spTree>
    <p:extLst>
      <p:ext uri="{BB962C8B-B14F-4D97-AF65-F5344CB8AC3E}">
        <p14:creationId xmlns:p14="http://schemas.microsoft.com/office/powerpoint/2010/main" val="1286874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4"/>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ESB - L’Enterprise service BUS</a:t>
            </a:r>
          </a:p>
        </p:txBody>
      </p:sp>
      <p:grpSp>
        <p:nvGrpSpPr>
          <p:cNvPr id="48" name="Groupe 47">
            <a:extLst>
              <a:ext uri="{FF2B5EF4-FFF2-40B4-BE49-F238E27FC236}">
                <a16:creationId xmlns:a16="http://schemas.microsoft.com/office/drawing/2014/main" id="{F7F4A137-E3A1-4F2E-3C37-534F1F03807E}"/>
              </a:ext>
            </a:extLst>
          </p:cNvPr>
          <p:cNvGrpSpPr/>
          <p:nvPr>
            <p:custDataLst>
              <p:tags r:id="rId1"/>
            </p:custDataLst>
          </p:nvPr>
        </p:nvGrpSpPr>
        <p:grpSpPr>
          <a:xfrm>
            <a:off x="2096783" y="1703119"/>
            <a:ext cx="3193858" cy="903294"/>
            <a:chOff x="3331" y="774759"/>
            <a:chExt cx="2643299" cy="1585979"/>
          </a:xfrm>
          <a:scene3d>
            <a:camera prst="orthographicFront"/>
            <a:lightRig rig="threePt" dir="t">
              <a:rot lat="0" lon="0" rev="7500000"/>
            </a:lightRig>
          </a:scene3d>
        </p:grpSpPr>
        <p:sp>
          <p:nvSpPr>
            <p:cNvPr id="49" name="Rectangle 48">
              <a:extLst>
                <a:ext uri="{FF2B5EF4-FFF2-40B4-BE49-F238E27FC236}">
                  <a16:creationId xmlns:a16="http://schemas.microsoft.com/office/drawing/2014/main" id="{AC8380A1-D564-F2A1-6E38-62E6A1EB0B12}"/>
                </a:ext>
              </a:extLst>
            </p:cNvPr>
            <p:cNvSpPr/>
            <p:nvPr/>
          </p:nvSpPr>
          <p:spPr>
            <a:xfrm>
              <a:off x="3331" y="774759"/>
              <a:ext cx="2643299" cy="158597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p>
              <a:endParaRPr lang="fr-FR"/>
            </a:p>
          </p:txBody>
        </p:sp>
        <p:sp>
          <p:nvSpPr>
            <p:cNvPr id="50" name="ZoneTexte 49">
              <a:extLst>
                <a:ext uri="{FF2B5EF4-FFF2-40B4-BE49-F238E27FC236}">
                  <a16:creationId xmlns:a16="http://schemas.microsoft.com/office/drawing/2014/main" id="{524A10CF-65DC-8843-D487-CFC6C35CA3A9}"/>
                </a:ext>
              </a:extLst>
            </p:cNvPr>
            <p:cNvSpPr txBox="1"/>
            <p:nvPr/>
          </p:nvSpPr>
          <p:spPr>
            <a:xfrm>
              <a:off x="3331" y="774759"/>
              <a:ext cx="2643299" cy="158597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Clr>
                  <a:schemeClr val="tx2">
                    <a:lumMod val="60000"/>
                    <a:lumOff val="40000"/>
                  </a:schemeClr>
                </a:buClr>
                <a:buNone/>
              </a:pPr>
              <a:r>
                <a:rPr lang="fr-FR" sz="1500" kern="1200">
                  <a:solidFill>
                    <a:schemeClr val="tx1"/>
                  </a:solidFill>
                  <a:latin typeface="Arial" pitchFamily="34" charset="0"/>
                  <a:cs typeface="Arial" pitchFamily="34" charset="0"/>
                </a:rPr>
                <a:t>Orchestration technique permettant le </a:t>
              </a:r>
              <a:r>
                <a:rPr lang="fr-FR" sz="1500" b="1" kern="1200">
                  <a:solidFill>
                    <a:schemeClr val="accent6"/>
                  </a:solidFill>
                  <a:latin typeface="Arial" pitchFamily="34" charset="0"/>
                  <a:cs typeface="Arial" pitchFamily="34" charset="0"/>
                </a:rPr>
                <a:t>mapping/transcodification de données</a:t>
              </a:r>
              <a:endParaRPr lang="fr-FR" sz="1500" kern="1200">
                <a:solidFill>
                  <a:schemeClr val="accent6"/>
                </a:solidFill>
              </a:endParaRPr>
            </a:p>
          </p:txBody>
        </p:sp>
      </p:grpSp>
      <p:pic>
        <p:nvPicPr>
          <p:cNvPr id="51" name="Image 50" descr="Une image contenant signe&#10;&#10;Description générée automatiquement">
            <a:extLst>
              <a:ext uri="{FF2B5EF4-FFF2-40B4-BE49-F238E27FC236}">
                <a16:creationId xmlns:a16="http://schemas.microsoft.com/office/drawing/2014/main" id="{82D21AEF-8832-4BB7-5D4D-2698FC8E3481}"/>
              </a:ext>
            </a:extLst>
          </p:cNvPr>
          <p:cNvPicPr>
            <a:picLocks noChangeAspect="1"/>
          </p:cNvPicPr>
          <p:nvPr>
            <p:custDataLst>
              <p:tags r:id="rId2"/>
            </p:custDataLst>
          </p:nvPr>
        </p:nvPicPr>
        <p:blipFill>
          <a:blip r:embed="rId17" cstate="screen">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7179698" y="1690147"/>
            <a:ext cx="703668" cy="720032"/>
          </a:xfrm>
          <a:prstGeom prst="rect">
            <a:avLst/>
          </a:prstGeom>
        </p:spPr>
      </p:pic>
      <p:grpSp>
        <p:nvGrpSpPr>
          <p:cNvPr id="52" name="Groupe 51">
            <a:extLst>
              <a:ext uri="{FF2B5EF4-FFF2-40B4-BE49-F238E27FC236}">
                <a16:creationId xmlns:a16="http://schemas.microsoft.com/office/drawing/2014/main" id="{3D2E6E89-6D5B-12BC-DACA-34F2BA553CB2}"/>
              </a:ext>
            </a:extLst>
          </p:cNvPr>
          <p:cNvGrpSpPr/>
          <p:nvPr>
            <p:custDataLst>
              <p:tags r:id="rId3"/>
            </p:custDataLst>
          </p:nvPr>
        </p:nvGrpSpPr>
        <p:grpSpPr>
          <a:xfrm>
            <a:off x="2096783" y="3234134"/>
            <a:ext cx="3193859" cy="579600"/>
            <a:chOff x="2910960" y="774759"/>
            <a:chExt cx="2643300" cy="1585979"/>
          </a:xfrm>
          <a:scene3d>
            <a:camera prst="orthographicFront"/>
            <a:lightRig rig="threePt" dir="t">
              <a:rot lat="0" lon="0" rev="7500000"/>
            </a:lightRig>
          </a:scene3d>
        </p:grpSpPr>
        <p:sp>
          <p:nvSpPr>
            <p:cNvPr id="53" name="Rectangle 52">
              <a:extLst>
                <a:ext uri="{FF2B5EF4-FFF2-40B4-BE49-F238E27FC236}">
                  <a16:creationId xmlns:a16="http://schemas.microsoft.com/office/drawing/2014/main" id="{B2C75AE7-23F4-9D63-19EE-21731F91E656}"/>
                </a:ext>
              </a:extLst>
            </p:cNvPr>
            <p:cNvSpPr/>
            <p:nvPr/>
          </p:nvSpPr>
          <p:spPr>
            <a:xfrm>
              <a:off x="2910960" y="774759"/>
              <a:ext cx="2643299" cy="158597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a:lstStyle/>
            <a:p>
              <a:endParaRPr lang="fr-FR"/>
            </a:p>
          </p:txBody>
        </p:sp>
        <p:sp>
          <p:nvSpPr>
            <p:cNvPr id="54" name="ZoneTexte 53">
              <a:extLst>
                <a:ext uri="{FF2B5EF4-FFF2-40B4-BE49-F238E27FC236}">
                  <a16:creationId xmlns:a16="http://schemas.microsoft.com/office/drawing/2014/main" id="{DD8EFF7E-D94E-6875-4602-EF0515D3DF12}"/>
                </a:ext>
              </a:extLst>
            </p:cNvPr>
            <p:cNvSpPr txBox="1"/>
            <p:nvPr/>
          </p:nvSpPr>
          <p:spPr>
            <a:xfrm>
              <a:off x="2910961" y="774759"/>
              <a:ext cx="2643299" cy="158597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Clr>
                  <a:schemeClr val="tx2">
                    <a:lumMod val="60000"/>
                    <a:lumOff val="40000"/>
                  </a:schemeClr>
                </a:buClr>
                <a:buNone/>
              </a:pPr>
              <a:r>
                <a:rPr lang="fr-FR" sz="1500" kern="1200">
                  <a:solidFill>
                    <a:schemeClr val="tx1"/>
                  </a:solidFill>
                  <a:latin typeface="Arial" pitchFamily="34" charset="0"/>
                  <a:cs typeface="Arial" pitchFamily="34" charset="0"/>
                </a:rPr>
                <a:t>La </a:t>
              </a:r>
              <a:r>
                <a:rPr lang="fr-FR" sz="1500" b="1" kern="1200">
                  <a:solidFill>
                    <a:srgbClr val="4B8096"/>
                  </a:solidFill>
                  <a:latin typeface="Arial" pitchFamily="34" charset="0"/>
                  <a:cs typeface="Arial" pitchFamily="34" charset="0"/>
                </a:rPr>
                <a:t>remontée d’information</a:t>
              </a:r>
              <a:r>
                <a:rPr lang="fr-FR" sz="1500" kern="1200">
                  <a:solidFill>
                    <a:srgbClr val="4B8096"/>
                  </a:solidFill>
                  <a:latin typeface="Arial" pitchFamily="34" charset="0"/>
                  <a:cs typeface="Arial" pitchFamily="34" charset="0"/>
                </a:rPr>
                <a:t> </a:t>
              </a:r>
              <a:r>
                <a:rPr lang="fr-FR" sz="1500" kern="1200">
                  <a:solidFill>
                    <a:schemeClr val="tx1"/>
                  </a:solidFill>
                  <a:latin typeface="Arial" pitchFamily="34" charset="0"/>
                  <a:cs typeface="Arial" pitchFamily="34" charset="0"/>
                </a:rPr>
                <a:t>d’un esclave vers un maître</a:t>
              </a:r>
              <a:endParaRPr lang="fr-FR" sz="1500" kern="1200">
                <a:solidFill>
                  <a:schemeClr val="tx1"/>
                </a:solidFill>
              </a:endParaRPr>
            </a:p>
          </p:txBody>
        </p:sp>
      </p:grpSp>
      <p:pic>
        <p:nvPicPr>
          <p:cNvPr id="55" name="Image 54" descr="Une image contenant dessin, horloge&#10;&#10;Description générée automatiquement">
            <a:extLst>
              <a:ext uri="{FF2B5EF4-FFF2-40B4-BE49-F238E27FC236}">
                <a16:creationId xmlns:a16="http://schemas.microsoft.com/office/drawing/2014/main" id="{5EF5FB3C-7BA2-AE6C-8E80-54B3968B0A17}"/>
              </a:ext>
            </a:extLst>
          </p:cNvPr>
          <p:cNvPicPr>
            <a:picLocks noChangeAspect="1"/>
          </p:cNvPicPr>
          <p:nvPr>
            <p:custDataLst>
              <p:tags r:id="rId4"/>
            </p:custDataLst>
          </p:nvPr>
        </p:nvPicPr>
        <p:blipFill>
          <a:blip r:embed="rId18" cstate="screen">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669377" y="3130260"/>
            <a:ext cx="1008112" cy="725638"/>
          </a:xfrm>
          <a:prstGeom prst="rect">
            <a:avLst/>
          </a:prstGeom>
        </p:spPr>
      </p:pic>
      <p:grpSp>
        <p:nvGrpSpPr>
          <p:cNvPr id="56" name="Groupe 55">
            <a:extLst>
              <a:ext uri="{FF2B5EF4-FFF2-40B4-BE49-F238E27FC236}">
                <a16:creationId xmlns:a16="http://schemas.microsoft.com/office/drawing/2014/main" id="{FC8D251E-8843-C128-A604-631D08546BAA}"/>
              </a:ext>
            </a:extLst>
          </p:cNvPr>
          <p:cNvGrpSpPr/>
          <p:nvPr>
            <p:custDataLst>
              <p:tags r:id="rId5"/>
            </p:custDataLst>
          </p:nvPr>
        </p:nvGrpSpPr>
        <p:grpSpPr>
          <a:xfrm>
            <a:off x="2096783" y="4431962"/>
            <a:ext cx="3193858" cy="725639"/>
            <a:chOff x="5818589" y="774759"/>
            <a:chExt cx="2643299" cy="1585979"/>
          </a:xfrm>
          <a:scene3d>
            <a:camera prst="orthographicFront"/>
            <a:lightRig rig="threePt" dir="t">
              <a:rot lat="0" lon="0" rev="7500000"/>
            </a:lightRig>
          </a:scene3d>
        </p:grpSpPr>
        <p:sp>
          <p:nvSpPr>
            <p:cNvPr id="57" name="Rectangle 56">
              <a:extLst>
                <a:ext uri="{FF2B5EF4-FFF2-40B4-BE49-F238E27FC236}">
                  <a16:creationId xmlns:a16="http://schemas.microsoft.com/office/drawing/2014/main" id="{E7FCA7C0-794F-E820-7461-6BCC7343C0C8}"/>
                </a:ext>
              </a:extLst>
            </p:cNvPr>
            <p:cNvSpPr/>
            <p:nvPr/>
          </p:nvSpPr>
          <p:spPr>
            <a:xfrm>
              <a:off x="5818589" y="774759"/>
              <a:ext cx="2643299" cy="158597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a:lstStyle/>
            <a:p>
              <a:endParaRPr lang="fr-FR"/>
            </a:p>
          </p:txBody>
        </p:sp>
        <p:sp>
          <p:nvSpPr>
            <p:cNvPr id="58" name="ZoneTexte 57">
              <a:extLst>
                <a:ext uri="{FF2B5EF4-FFF2-40B4-BE49-F238E27FC236}">
                  <a16:creationId xmlns:a16="http://schemas.microsoft.com/office/drawing/2014/main" id="{253515C8-D1FE-BC20-D575-A17F5249CD43}"/>
                </a:ext>
              </a:extLst>
            </p:cNvPr>
            <p:cNvSpPr txBox="1"/>
            <p:nvPr/>
          </p:nvSpPr>
          <p:spPr>
            <a:xfrm>
              <a:off x="5818589" y="774759"/>
              <a:ext cx="2643299" cy="158597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Clr>
                  <a:schemeClr val="tx2">
                    <a:lumMod val="60000"/>
                    <a:lumOff val="40000"/>
                  </a:schemeClr>
                </a:buClr>
                <a:buNone/>
              </a:pPr>
              <a:r>
                <a:rPr lang="fr-FR" sz="1500" kern="1200">
                  <a:solidFill>
                    <a:schemeClr val="tx1"/>
                  </a:solidFill>
                  <a:latin typeface="Arial" pitchFamily="34" charset="0"/>
                  <a:cs typeface="Arial" pitchFamily="34" charset="0"/>
                </a:rPr>
                <a:t>Exposition de </a:t>
              </a:r>
              <a:r>
                <a:rPr lang="fr-FR" sz="1500" b="1" kern="1200">
                  <a:solidFill>
                    <a:srgbClr val="966951"/>
                  </a:solidFill>
                  <a:latin typeface="Arial" pitchFamily="34" charset="0"/>
                  <a:cs typeface="Arial" pitchFamily="34" charset="0"/>
                </a:rPr>
                <a:t>services asynchrones </a:t>
              </a:r>
              <a:r>
                <a:rPr lang="fr-FR" sz="1500" kern="1200">
                  <a:solidFill>
                    <a:schemeClr val="tx1"/>
                  </a:solidFill>
                  <a:latin typeface="Arial" pitchFamily="34" charset="0"/>
                  <a:cs typeface="Arial" pitchFamily="34" charset="0"/>
                </a:rPr>
                <a:t>ou n’ayant pas besoin de </a:t>
              </a:r>
              <a:r>
                <a:rPr lang="fr-FR" sz="1500" b="1" kern="1200">
                  <a:solidFill>
                    <a:srgbClr val="966951"/>
                  </a:solidFill>
                  <a:latin typeface="Arial" pitchFamily="34" charset="0"/>
                  <a:cs typeface="Arial" pitchFamily="34" charset="0"/>
                </a:rPr>
                <a:t>validation/retour</a:t>
              </a:r>
              <a:endParaRPr lang="fr-FR" sz="1500" kern="1200">
                <a:solidFill>
                  <a:srgbClr val="966951"/>
                </a:solidFill>
              </a:endParaRPr>
            </a:p>
          </p:txBody>
        </p:sp>
      </p:grpSp>
      <p:pic>
        <p:nvPicPr>
          <p:cNvPr id="59" name="Image 58">
            <a:extLst>
              <a:ext uri="{FF2B5EF4-FFF2-40B4-BE49-F238E27FC236}">
                <a16:creationId xmlns:a16="http://schemas.microsoft.com/office/drawing/2014/main" id="{54FD97E3-8991-7834-BD31-6F088BED94A7}"/>
              </a:ext>
            </a:extLst>
          </p:cNvPr>
          <p:cNvPicPr>
            <a:picLocks noChangeAspect="1"/>
          </p:cNvPicPr>
          <p:nvPr>
            <p:custDataLst>
              <p:tags r:id="rId6"/>
            </p:custDataLst>
          </p:nvPr>
        </p:nvPicPr>
        <p:blipFill>
          <a:blip r:embed="rId19" cstate="screen">
            <a:duotone>
              <a:prstClr val="black"/>
              <a:schemeClr val="accent2">
                <a:tint val="45000"/>
                <a:satMod val="400000"/>
              </a:schemeClr>
            </a:duotone>
            <a:extLst>
              <a:ext uri="{28A0092B-C50C-407E-A947-70E740481C1C}">
                <a14:useLocalDpi xmlns:a14="http://schemas.microsoft.com/office/drawing/2010/main"/>
              </a:ext>
            </a:extLst>
          </a:blip>
          <a:stretch>
            <a:fillRect/>
          </a:stretch>
        </p:blipFill>
        <p:spPr>
          <a:xfrm>
            <a:off x="828644" y="4432496"/>
            <a:ext cx="689578" cy="689578"/>
          </a:xfrm>
          <a:prstGeom prst="rect">
            <a:avLst/>
          </a:prstGeom>
        </p:spPr>
      </p:pic>
      <p:grpSp>
        <p:nvGrpSpPr>
          <p:cNvPr id="60" name="Groupe 59">
            <a:extLst>
              <a:ext uri="{FF2B5EF4-FFF2-40B4-BE49-F238E27FC236}">
                <a16:creationId xmlns:a16="http://schemas.microsoft.com/office/drawing/2014/main" id="{641EF70A-C8A0-2F51-8D0C-418BA885F220}"/>
              </a:ext>
            </a:extLst>
          </p:cNvPr>
          <p:cNvGrpSpPr/>
          <p:nvPr>
            <p:custDataLst>
              <p:tags r:id="rId7"/>
            </p:custDataLst>
          </p:nvPr>
        </p:nvGrpSpPr>
        <p:grpSpPr>
          <a:xfrm>
            <a:off x="2098984" y="5512082"/>
            <a:ext cx="3189457" cy="725639"/>
            <a:chOff x="8726218" y="774759"/>
            <a:chExt cx="2643299" cy="1585979"/>
          </a:xfrm>
          <a:scene3d>
            <a:camera prst="orthographicFront"/>
            <a:lightRig rig="threePt" dir="t">
              <a:rot lat="0" lon="0" rev="7500000"/>
            </a:lightRig>
          </a:scene3d>
        </p:grpSpPr>
        <p:sp>
          <p:nvSpPr>
            <p:cNvPr id="61" name="Rectangle 60">
              <a:extLst>
                <a:ext uri="{FF2B5EF4-FFF2-40B4-BE49-F238E27FC236}">
                  <a16:creationId xmlns:a16="http://schemas.microsoft.com/office/drawing/2014/main" id="{ED3D0180-339F-C9C4-5632-AFCFE9633269}"/>
                </a:ext>
              </a:extLst>
            </p:cNvPr>
            <p:cNvSpPr/>
            <p:nvPr/>
          </p:nvSpPr>
          <p:spPr>
            <a:xfrm>
              <a:off x="8726218" y="774759"/>
              <a:ext cx="2643299" cy="158597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endParaRPr lang="fr-FR"/>
            </a:p>
          </p:txBody>
        </p:sp>
        <p:sp>
          <p:nvSpPr>
            <p:cNvPr id="62" name="ZoneTexte 61">
              <a:extLst>
                <a:ext uri="{FF2B5EF4-FFF2-40B4-BE49-F238E27FC236}">
                  <a16:creationId xmlns:a16="http://schemas.microsoft.com/office/drawing/2014/main" id="{F4CC4D1A-8DAE-885A-A8E8-4DB2E28566DC}"/>
                </a:ext>
              </a:extLst>
            </p:cNvPr>
            <p:cNvSpPr txBox="1"/>
            <p:nvPr/>
          </p:nvSpPr>
          <p:spPr>
            <a:xfrm>
              <a:off x="8726218" y="774759"/>
              <a:ext cx="2643299" cy="158597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Clr>
                  <a:schemeClr val="tx2">
                    <a:lumMod val="60000"/>
                    <a:lumOff val="40000"/>
                  </a:schemeClr>
                </a:buClr>
                <a:buNone/>
              </a:pPr>
              <a:r>
                <a:rPr lang="fr-FR" sz="1500" kern="1200">
                  <a:solidFill>
                    <a:schemeClr val="tx1"/>
                  </a:solidFill>
                  <a:latin typeface="Arial" pitchFamily="34" charset="0"/>
                  <a:cs typeface="Arial" pitchFamily="34" charset="0"/>
                </a:rPr>
                <a:t>A la responsabilité </a:t>
              </a:r>
              <a:r>
                <a:rPr lang="fr-FR" sz="1500" b="1" kern="1200">
                  <a:solidFill>
                    <a:srgbClr val="999999"/>
                  </a:solidFill>
                  <a:latin typeface="Arial" pitchFamily="34" charset="0"/>
                  <a:cs typeface="Arial" pitchFamily="34" charset="0"/>
                </a:rPr>
                <a:t>d</a:t>
              </a:r>
              <a:r>
                <a:rPr lang="fr-FR" sz="1500" kern="1200">
                  <a:solidFill>
                    <a:srgbClr val="999999"/>
                  </a:solidFill>
                  <a:latin typeface="Arial" pitchFamily="34" charset="0"/>
                  <a:cs typeface="Arial" pitchFamily="34" charset="0"/>
                </a:rPr>
                <a:t>’</a:t>
              </a:r>
              <a:r>
                <a:rPr lang="fr-FR" sz="1500" b="1" kern="1200">
                  <a:solidFill>
                    <a:srgbClr val="999999"/>
                  </a:solidFill>
                  <a:latin typeface="Arial" pitchFamily="34" charset="0"/>
                  <a:cs typeface="Arial" pitchFamily="34" charset="0"/>
                </a:rPr>
                <a:t>orchestrer</a:t>
              </a:r>
              <a:r>
                <a:rPr lang="fr-FR" sz="1500" kern="1200">
                  <a:latin typeface="Arial" pitchFamily="34" charset="0"/>
                  <a:cs typeface="Arial" pitchFamily="34" charset="0"/>
                </a:rPr>
                <a:t> </a:t>
              </a:r>
              <a:r>
                <a:rPr lang="fr-FR" sz="1500" kern="1200">
                  <a:solidFill>
                    <a:schemeClr val="tx1"/>
                  </a:solidFill>
                  <a:latin typeface="Arial" pitchFamily="34" charset="0"/>
                  <a:cs typeface="Arial" pitchFamily="34" charset="0"/>
                </a:rPr>
                <a:t>des processus qui « portent » des</a:t>
              </a:r>
              <a:r>
                <a:rPr lang="fr-FR" sz="1500" kern="1200">
                  <a:latin typeface="Arial" pitchFamily="34" charset="0"/>
                  <a:cs typeface="Arial" pitchFamily="34" charset="0"/>
                </a:rPr>
                <a:t> </a:t>
              </a:r>
              <a:r>
                <a:rPr lang="fr-FR" sz="1500" b="1" kern="1200">
                  <a:solidFill>
                    <a:srgbClr val="999999"/>
                  </a:solidFill>
                  <a:latin typeface="Arial" pitchFamily="34" charset="0"/>
                  <a:cs typeface="Arial" pitchFamily="34" charset="0"/>
                </a:rPr>
                <a:t>règles métiers</a:t>
              </a:r>
              <a:endParaRPr lang="fr-FR" sz="1500" kern="1200">
                <a:solidFill>
                  <a:srgbClr val="999999"/>
                </a:solidFill>
              </a:endParaRPr>
            </a:p>
          </p:txBody>
        </p:sp>
      </p:grpSp>
      <p:pic>
        <p:nvPicPr>
          <p:cNvPr id="63" name="Image 62" descr="Une image contenant signe, texte, arrêt, dessin&#10;&#10;Description générée automatiquement">
            <a:extLst>
              <a:ext uri="{FF2B5EF4-FFF2-40B4-BE49-F238E27FC236}">
                <a16:creationId xmlns:a16="http://schemas.microsoft.com/office/drawing/2014/main" id="{4496BDB4-840A-1B1B-27C4-B640712FE189}"/>
              </a:ext>
            </a:extLst>
          </p:cNvPr>
          <p:cNvPicPr>
            <a:picLocks noChangeAspect="1"/>
          </p:cNvPicPr>
          <p:nvPr>
            <p:custDataLst>
              <p:tags r:id="rId8"/>
            </p:custDataLst>
          </p:nvPr>
        </p:nvPicPr>
        <p:blipFill>
          <a:blip r:embed="rId20" cstate="screen">
            <a:grayscl/>
            <a:extLst>
              <a:ext uri="{28A0092B-C50C-407E-A947-70E740481C1C}">
                <a14:useLocalDpi xmlns:a14="http://schemas.microsoft.com/office/drawing/2010/main"/>
              </a:ext>
            </a:extLst>
          </a:blip>
          <a:stretch>
            <a:fillRect/>
          </a:stretch>
        </p:blipFill>
        <p:spPr>
          <a:xfrm>
            <a:off x="688218" y="5485114"/>
            <a:ext cx="970430" cy="818162"/>
          </a:xfrm>
          <a:prstGeom prst="rect">
            <a:avLst/>
          </a:prstGeom>
        </p:spPr>
      </p:pic>
      <p:grpSp>
        <p:nvGrpSpPr>
          <p:cNvPr id="64" name="Groupe 63">
            <a:extLst>
              <a:ext uri="{FF2B5EF4-FFF2-40B4-BE49-F238E27FC236}">
                <a16:creationId xmlns:a16="http://schemas.microsoft.com/office/drawing/2014/main" id="{290113D0-C0ED-E852-8602-1CC7F9575F72}"/>
              </a:ext>
            </a:extLst>
          </p:cNvPr>
          <p:cNvGrpSpPr/>
          <p:nvPr>
            <p:custDataLst>
              <p:tags r:id="rId9"/>
            </p:custDataLst>
          </p:nvPr>
        </p:nvGrpSpPr>
        <p:grpSpPr>
          <a:xfrm>
            <a:off x="8119313" y="1648156"/>
            <a:ext cx="2643299" cy="903294"/>
            <a:chOff x="1457146" y="2625068"/>
            <a:chExt cx="2643299" cy="1585979"/>
          </a:xfrm>
          <a:scene3d>
            <a:camera prst="orthographicFront"/>
            <a:lightRig rig="threePt" dir="t">
              <a:rot lat="0" lon="0" rev="7500000"/>
            </a:lightRig>
          </a:scene3d>
        </p:grpSpPr>
        <p:sp>
          <p:nvSpPr>
            <p:cNvPr id="65" name="Rectangle 64">
              <a:extLst>
                <a:ext uri="{FF2B5EF4-FFF2-40B4-BE49-F238E27FC236}">
                  <a16:creationId xmlns:a16="http://schemas.microsoft.com/office/drawing/2014/main" id="{B10301F5-9309-5A5B-3CD3-4DB76D52B916}"/>
                </a:ext>
              </a:extLst>
            </p:cNvPr>
            <p:cNvSpPr/>
            <p:nvPr/>
          </p:nvSpPr>
          <p:spPr>
            <a:xfrm>
              <a:off x="1457146" y="2625068"/>
              <a:ext cx="2643299" cy="158597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a:lstStyle/>
            <a:p>
              <a:endParaRPr lang="fr-FR"/>
            </a:p>
          </p:txBody>
        </p:sp>
        <p:sp>
          <p:nvSpPr>
            <p:cNvPr id="66" name="ZoneTexte 65">
              <a:extLst>
                <a:ext uri="{FF2B5EF4-FFF2-40B4-BE49-F238E27FC236}">
                  <a16:creationId xmlns:a16="http://schemas.microsoft.com/office/drawing/2014/main" id="{C8317AB1-0884-B495-C700-A1696B6E2FCE}"/>
                </a:ext>
              </a:extLst>
            </p:cNvPr>
            <p:cNvSpPr txBox="1"/>
            <p:nvPr/>
          </p:nvSpPr>
          <p:spPr>
            <a:xfrm>
              <a:off x="1457146" y="2625068"/>
              <a:ext cx="2643299" cy="158597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kern="1200">
                  <a:latin typeface="Arial" pitchFamily="34" charset="0"/>
                  <a:cs typeface="Arial" pitchFamily="34" charset="0"/>
                </a:rPr>
                <a:t>Publication et consommation des </a:t>
              </a:r>
              <a:r>
                <a:rPr lang="fr-FR" sz="1500" b="1" kern="1200">
                  <a:solidFill>
                    <a:schemeClr val="accent1">
                      <a:lumMod val="60000"/>
                      <a:lumOff val="40000"/>
                    </a:schemeClr>
                  </a:solidFill>
                  <a:latin typeface="Arial" pitchFamily="34" charset="0"/>
                  <a:cs typeface="Arial" pitchFamily="34" charset="0"/>
                </a:rPr>
                <a:t>Services</a:t>
              </a:r>
              <a:endParaRPr lang="fr-FR" sz="1500" kern="1200">
                <a:solidFill>
                  <a:schemeClr val="accent1">
                    <a:lumMod val="60000"/>
                    <a:lumOff val="40000"/>
                  </a:schemeClr>
                </a:solidFill>
              </a:endParaRPr>
            </a:p>
          </p:txBody>
        </p:sp>
      </p:grpSp>
      <p:grpSp>
        <p:nvGrpSpPr>
          <p:cNvPr id="67" name="Groupe 66">
            <a:extLst>
              <a:ext uri="{FF2B5EF4-FFF2-40B4-BE49-F238E27FC236}">
                <a16:creationId xmlns:a16="http://schemas.microsoft.com/office/drawing/2014/main" id="{13290E98-7487-60B1-7CE1-38E4C12011D5}"/>
              </a:ext>
            </a:extLst>
          </p:cNvPr>
          <p:cNvGrpSpPr/>
          <p:nvPr>
            <p:custDataLst>
              <p:tags r:id="rId10"/>
            </p:custDataLst>
          </p:nvPr>
        </p:nvGrpSpPr>
        <p:grpSpPr>
          <a:xfrm>
            <a:off x="8119313" y="3523145"/>
            <a:ext cx="2643299" cy="725638"/>
            <a:chOff x="4364775" y="2625068"/>
            <a:chExt cx="2643299" cy="1585979"/>
          </a:xfrm>
          <a:scene3d>
            <a:camera prst="orthographicFront"/>
            <a:lightRig rig="threePt" dir="t">
              <a:rot lat="0" lon="0" rev="7500000"/>
            </a:lightRig>
          </a:scene3d>
        </p:grpSpPr>
        <p:sp>
          <p:nvSpPr>
            <p:cNvPr id="68" name="Rectangle 67">
              <a:extLst>
                <a:ext uri="{FF2B5EF4-FFF2-40B4-BE49-F238E27FC236}">
                  <a16:creationId xmlns:a16="http://schemas.microsoft.com/office/drawing/2014/main" id="{536E413A-D520-8612-9FD2-CAAB85DA1A14}"/>
                </a:ext>
              </a:extLst>
            </p:cNvPr>
            <p:cNvSpPr/>
            <p:nvPr/>
          </p:nvSpPr>
          <p:spPr>
            <a:xfrm>
              <a:off x="4364775" y="2625068"/>
              <a:ext cx="2643299" cy="158597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a:lstStyle/>
            <a:p>
              <a:endParaRPr lang="fr-FR"/>
            </a:p>
          </p:txBody>
        </p:sp>
        <p:sp>
          <p:nvSpPr>
            <p:cNvPr id="69" name="ZoneTexte 68">
              <a:extLst>
                <a:ext uri="{FF2B5EF4-FFF2-40B4-BE49-F238E27FC236}">
                  <a16:creationId xmlns:a16="http://schemas.microsoft.com/office/drawing/2014/main" id="{3261D1F8-8377-6A31-524D-8728C8F208A7}"/>
                </a:ext>
              </a:extLst>
            </p:cNvPr>
            <p:cNvSpPr txBox="1"/>
            <p:nvPr/>
          </p:nvSpPr>
          <p:spPr>
            <a:xfrm>
              <a:off x="4364775" y="2625068"/>
              <a:ext cx="2643299" cy="158597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fr-FR" sz="1500" kern="1200">
                  <a:solidFill>
                    <a:schemeClr val="tx1"/>
                  </a:solidFill>
                  <a:latin typeface="Arial" pitchFamily="34" charset="0"/>
                  <a:cs typeface="Arial" pitchFamily="34" charset="0"/>
                </a:rPr>
                <a:t>La</a:t>
              </a:r>
              <a:r>
                <a:rPr lang="fr-FR" sz="1500" kern="1200">
                  <a:latin typeface="Arial" pitchFamily="34" charset="0"/>
                  <a:cs typeface="Arial" pitchFamily="34" charset="0"/>
                </a:rPr>
                <a:t> </a:t>
              </a:r>
              <a:r>
                <a:rPr lang="fr-FR" sz="1500" b="1" kern="1200">
                  <a:solidFill>
                    <a:srgbClr val="4B8096"/>
                  </a:solidFill>
                  <a:latin typeface="Arial" pitchFamily="34" charset="0"/>
                  <a:cs typeface="Arial" pitchFamily="34" charset="0"/>
                </a:rPr>
                <a:t>mise à jour d’une application maître</a:t>
              </a:r>
              <a:r>
                <a:rPr lang="fr-FR" sz="1500" kern="1200">
                  <a:solidFill>
                    <a:schemeClr val="bg1">
                      <a:lumMod val="10000"/>
                    </a:schemeClr>
                  </a:solidFill>
                  <a:latin typeface="Arial" pitchFamily="34" charset="0"/>
                  <a:cs typeface="Arial" pitchFamily="34" charset="0"/>
                </a:rPr>
                <a:t> </a:t>
              </a:r>
              <a:r>
                <a:rPr lang="fr-FR" sz="1500" kern="1200">
                  <a:solidFill>
                    <a:schemeClr val="tx1"/>
                  </a:solidFill>
                  <a:latin typeface="Arial" pitchFamily="34" charset="0"/>
                  <a:cs typeface="Arial" pitchFamily="34" charset="0"/>
                </a:rPr>
                <a:t>vers une ou des applications esclaves</a:t>
              </a:r>
            </a:p>
          </p:txBody>
        </p:sp>
      </p:grpSp>
      <p:grpSp>
        <p:nvGrpSpPr>
          <p:cNvPr id="70" name="Groupe 69">
            <a:extLst>
              <a:ext uri="{FF2B5EF4-FFF2-40B4-BE49-F238E27FC236}">
                <a16:creationId xmlns:a16="http://schemas.microsoft.com/office/drawing/2014/main" id="{F431355F-333B-1020-9AAB-AA6DC3F945F4}"/>
              </a:ext>
            </a:extLst>
          </p:cNvPr>
          <p:cNvGrpSpPr/>
          <p:nvPr>
            <p:custDataLst>
              <p:tags r:id="rId11"/>
            </p:custDataLst>
          </p:nvPr>
        </p:nvGrpSpPr>
        <p:grpSpPr>
          <a:xfrm>
            <a:off x="8119313" y="5196309"/>
            <a:ext cx="2643299" cy="903294"/>
            <a:chOff x="7272404" y="2625068"/>
            <a:chExt cx="2643299" cy="1585979"/>
          </a:xfrm>
          <a:scene3d>
            <a:camera prst="orthographicFront"/>
            <a:lightRig rig="threePt" dir="t">
              <a:rot lat="0" lon="0" rev="7500000"/>
            </a:lightRig>
          </a:scene3d>
        </p:grpSpPr>
        <p:sp>
          <p:nvSpPr>
            <p:cNvPr id="71" name="Rectangle 70">
              <a:extLst>
                <a:ext uri="{FF2B5EF4-FFF2-40B4-BE49-F238E27FC236}">
                  <a16:creationId xmlns:a16="http://schemas.microsoft.com/office/drawing/2014/main" id="{A8DB8AC0-FE6B-2103-638C-33B11EB8B15A}"/>
                </a:ext>
              </a:extLst>
            </p:cNvPr>
            <p:cNvSpPr/>
            <p:nvPr/>
          </p:nvSpPr>
          <p:spPr>
            <a:xfrm>
              <a:off x="7272404" y="2625068"/>
              <a:ext cx="2643299" cy="158597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p>
              <a:endParaRPr lang="fr-FR"/>
            </a:p>
          </p:txBody>
        </p:sp>
        <p:sp>
          <p:nvSpPr>
            <p:cNvPr id="72" name="ZoneTexte 71">
              <a:extLst>
                <a:ext uri="{FF2B5EF4-FFF2-40B4-BE49-F238E27FC236}">
                  <a16:creationId xmlns:a16="http://schemas.microsoft.com/office/drawing/2014/main" id="{91A9D8ED-72F5-0A70-8E8D-311682984CB3}"/>
                </a:ext>
              </a:extLst>
            </p:cNvPr>
            <p:cNvSpPr txBox="1"/>
            <p:nvPr/>
          </p:nvSpPr>
          <p:spPr>
            <a:xfrm>
              <a:off x="7272404" y="2625068"/>
              <a:ext cx="2643299" cy="1585979"/>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Clr>
                  <a:schemeClr val="tx2">
                    <a:lumMod val="60000"/>
                    <a:lumOff val="40000"/>
                  </a:schemeClr>
                </a:buClr>
                <a:buNone/>
              </a:pPr>
              <a:r>
                <a:rPr lang="fr-FR" sz="1500" kern="1200">
                  <a:solidFill>
                    <a:schemeClr val="tx1"/>
                  </a:solidFill>
                  <a:latin typeface="Arial" pitchFamily="34" charset="0"/>
                  <a:cs typeface="Arial" pitchFamily="34" charset="0"/>
                </a:rPr>
                <a:t>Le</a:t>
              </a:r>
              <a:r>
                <a:rPr lang="fr-FR" sz="1500" kern="1200">
                  <a:latin typeface="Arial" pitchFamily="34" charset="0"/>
                  <a:cs typeface="Arial" pitchFamily="34" charset="0"/>
                </a:rPr>
                <a:t> </a:t>
              </a:r>
              <a:r>
                <a:rPr lang="fr-FR" sz="1500" b="1" kern="1200">
                  <a:solidFill>
                    <a:schemeClr val="accent5"/>
                  </a:solidFill>
                  <a:latin typeface="Arial" pitchFamily="34" charset="0"/>
                  <a:cs typeface="Arial" pitchFamily="34" charset="0"/>
                </a:rPr>
                <a:t>routage</a:t>
              </a:r>
              <a:r>
                <a:rPr lang="fr-FR" sz="1500" kern="1200">
                  <a:latin typeface="Arial" pitchFamily="34" charset="0"/>
                  <a:cs typeface="Arial" pitchFamily="34" charset="0"/>
                </a:rPr>
                <a:t> </a:t>
              </a:r>
              <a:r>
                <a:rPr lang="fr-FR" sz="1500" kern="1200">
                  <a:solidFill>
                    <a:schemeClr val="tx1"/>
                  </a:solidFill>
                  <a:latin typeface="Arial" pitchFamily="34" charset="0"/>
                  <a:cs typeface="Arial" pitchFamily="34" charset="0"/>
                </a:rPr>
                <a:t>de messages vers des consommateurs </a:t>
              </a:r>
            </a:p>
          </p:txBody>
        </p:sp>
      </p:grpSp>
      <p:pic>
        <p:nvPicPr>
          <p:cNvPr id="73" name="Image 72" descr="Une image contenant horloge&#10;&#10;Description générée automatiquement">
            <a:extLst>
              <a:ext uri="{FF2B5EF4-FFF2-40B4-BE49-F238E27FC236}">
                <a16:creationId xmlns:a16="http://schemas.microsoft.com/office/drawing/2014/main" id="{79676C23-C9AB-8362-898C-5DA505F766DD}"/>
              </a:ext>
            </a:extLst>
          </p:cNvPr>
          <p:cNvPicPr>
            <a:picLocks noChangeAspect="1"/>
          </p:cNvPicPr>
          <p:nvPr>
            <p:custDataLst>
              <p:tags r:id="rId12"/>
            </p:custDataLst>
          </p:nvPr>
        </p:nvPicPr>
        <p:blipFill>
          <a:blip r:embed="rId21" cstate="screen">
            <a:duotone>
              <a:prstClr val="black"/>
              <a:schemeClr val="accent5">
                <a:tint val="45000"/>
                <a:satMod val="400000"/>
              </a:schemeClr>
            </a:duotone>
            <a:extLst>
              <a:ext uri="{28A0092B-C50C-407E-A947-70E740481C1C}">
                <a14:useLocalDpi xmlns:a14="http://schemas.microsoft.com/office/drawing/2010/main"/>
              </a:ext>
            </a:extLst>
          </a:blip>
          <a:stretch>
            <a:fillRect/>
          </a:stretch>
        </p:blipFill>
        <p:spPr>
          <a:xfrm>
            <a:off x="7058497" y="5174921"/>
            <a:ext cx="946070" cy="946070"/>
          </a:xfrm>
          <a:prstGeom prst="rect">
            <a:avLst/>
          </a:prstGeom>
        </p:spPr>
      </p:pic>
      <p:pic>
        <p:nvPicPr>
          <p:cNvPr id="74" name="Image 73" descr="Une image contenant capture d’écran, dessin&#10;&#10;Description générée automatiquement">
            <a:extLst>
              <a:ext uri="{FF2B5EF4-FFF2-40B4-BE49-F238E27FC236}">
                <a16:creationId xmlns:a16="http://schemas.microsoft.com/office/drawing/2014/main" id="{2C161094-9152-5E03-2D9D-073A765E80D5}"/>
              </a:ext>
            </a:extLst>
          </p:cNvPr>
          <p:cNvPicPr>
            <a:picLocks noChangeAspect="1"/>
          </p:cNvPicPr>
          <p:nvPr>
            <p:custDataLst>
              <p:tags r:id="rId13"/>
            </p:custDataLst>
          </p:nvPr>
        </p:nvPicPr>
        <p:blipFill>
          <a:blip r:embed="rId22" cstate="screen">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7169485" y="3483789"/>
            <a:ext cx="724094" cy="618956"/>
          </a:xfrm>
          <a:prstGeom prst="rect">
            <a:avLst/>
          </a:prstGeom>
        </p:spPr>
      </p:pic>
      <p:pic>
        <p:nvPicPr>
          <p:cNvPr id="75" name="Image 74" descr="Une image contenant horloge, signe&#10;&#10;Description générée automatiquement">
            <a:extLst>
              <a:ext uri="{FF2B5EF4-FFF2-40B4-BE49-F238E27FC236}">
                <a16:creationId xmlns:a16="http://schemas.microsoft.com/office/drawing/2014/main" id="{DA9CAA03-D996-7133-59EE-2BC9C312EA17}"/>
              </a:ext>
            </a:extLst>
          </p:cNvPr>
          <p:cNvPicPr>
            <a:picLocks noChangeAspect="1"/>
          </p:cNvPicPr>
          <p:nvPr>
            <p:custDataLst>
              <p:tags r:id="rId14"/>
            </p:custDataLst>
          </p:nvPr>
        </p:nvPicPr>
        <p:blipFill>
          <a:blip r:embed="rId23" cstate="screen">
            <a:duotone>
              <a:prstClr val="black"/>
              <a:schemeClr val="accent6">
                <a:tint val="45000"/>
                <a:satMod val="400000"/>
              </a:schemeClr>
            </a:duotone>
            <a:extLst>
              <a:ext uri="{28A0092B-C50C-407E-A947-70E740481C1C}">
                <a14:useLocalDpi xmlns:a14="http://schemas.microsoft.com/office/drawing/2010/main"/>
              </a:ext>
            </a:extLst>
          </a:blip>
          <a:stretch>
            <a:fillRect/>
          </a:stretch>
        </p:blipFill>
        <p:spPr>
          <a:xfrm>
            <a:off x="730404" y="1691566"/>
            <a:ext cx="886058" cy="926400"/>
          </a:xfrm>
          <a:prstGeom prst="rect">
            <a:avLst/>
          </a:prstGeom>
        </p:spPr>
      </p:pic>
      <p:sp>
        <p:nvSpPr>
          <p:cNvPr id="4" name="Espace réservé du texte 5">
            <a:extLst>
              <a:ext uri="{FF2B5EF4-FFF2-40B4-BE49-F238E27FC236}">
                <a16:creationId xmlns:a16="http://schemas.microsoft.com/office/drawing/2014/main" id="{4367C355-7A80-19D6-D59A-5EA83CDDA7B5}"/>
              </a:ext>
            </a:extLst>
          </p:cNvPr>
          <p:cNvSpPr>
            <a:spLocks noGrp="1"/>
          </p:cNvSpPr>
          <p:nvPr>
            <p:ph type="body" sz="quarter" idx="35"/>
          </p:nvPr>
        </p:nvSpPr>
        <p:spPr>
          <a:xfrm>
            <a:off x="337931" y="922713"/>
            <a:ext cx="11433654" cy="273879"/>
          </a:xfrm>
        </p:spPr>
        <p:txBody>
          <a:bodyPr/>
          <a:lstStyle/>
          <a:p>
            <a:r>
              <a:rPr lang="fr-FR" sz="1400" cap="none"/>
              <a:t>Généralités, avantages et cas d’usage</a:t>
            </a:r>
          </a:p>
        </p:txBody>
      </p:sp>
    </p:spTree>
    <p:extLst>
      <p:ext uri="{BB962C8B-B14F-4D97-AF65-F5344CB8AC3E}">
        <p14:creationId xmlns:p14="http://schemas.microsoft.com/office/powerpoint/2010/main" val="22849866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ESB - L’Enterprise service BUS</a:t>
            </a:r>
          </a:p>
        </p:txBody>
      </p:sp>
      <p:sp>
        <p:nvSpPr>
          <p:cNvPr id="75" name="Rectangle 74">
            <a:extLst>
              <a:ext uri="{FF2B5EF4-FFF2-40B4-BE49-F238E27FC236}">
                <a16:creationId xmlns:a16="http://schemas.microsoft.com/office/drawing/2014/main" id="{C6244C2E-1001-511F-7F50-91748AC56240}"/>
              </a:ext>
            </a:extLst>
          </p:cNvPr>
          <p:cNvSpPr/>
          <p:nvPr>
            <p:custDataLst>
              <p:tags r:id="rId1"/>
            </p:custDataLst>
          </p:nvPr>
        </p:nvSpPr>
        <p:spPr>
          <a:xfrm>
            <a:off x="1" y="1250758"/>
            <a:ext cx="12192000" cy="594813"/>
          </a:xfrm>
          <a:prstGeom prst="rect">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L’ESB est un moyen de </a:t>
            </a:r>
            <a:r>
              <a:rPr lang="fr-FR" b="1" dirty="0">
                <a:solidFill>
                  <a:schemeClr val="tx2"/>
                </a:solidFill>
              </a:rPr>
              <a:t>découpler des applications hétérogènes </a:t>
            </a:r>
            <a:r>
              <a:rPr lang="fr-FR" dirty="0">
                <a:solidFill>
                  <a:schemeClr val="tx1"/>
                </a:solidFill>
              </a:rPr>
              <a:t>au sein du SI </a:t>
            </a:r>
          </a:p>
          <a:p>
            <a:pPr algn="ctr"/>
            <a:r>
              <a:rPr lang="fr-FR" dirty="0">
                <a:solidFill>
                  <a:schemeClr val="tx1"/>
                </a:solidFill>
              </a:rPr>
              <a:t>et </a:t>
            </a:r>
            <a:r>
              <a:rPr lang="fr-FR" b="1" dirty="0">
                <a:solidFill>
                  <a:schemeClr val="tx1"/>
                </a:solidFill>
              </a:rPr>
              <a:t>souvent complété par d’autres solutions de médiation </a:t>
            </a:r>
            <a:r>
              <a:rPr lang="fr-FR" dirty="0">
                <a:solidFill>
                  <a:schemeClr val="tx1"/>
                </a:solidFill>
              </a:rPr>
              <a:t>et de </a:t>
            </a:r>
            <a:r>
              <a:rPr lang="fr-FR" b="1" dirty="0">
                <a:solidFill>
                  <a:schemeClr val="tx1"/>
                </a:solidFill>
              </a:rPr>
              <a:t>data gouvernance</a:t>
            </a:r>
            <a:r>
              <a:rPr lang="fr-FR" dirty="0">
                <a:solidFill>
                  <a:schemeClr val="tx1"/>
                </a:solidFill>
              </a:rPr>
              <a:t>.</a:t>
            </a:r>
          </a:p>
        </p:txBody>
      </p:sp>
      <p:pic>
        <p:nvPicPr>
          <p:cNvPr id="20" name="Image 19">
            <a:extLst>
              <a:ext uri="{FF2B5EF4-FFF2-40B4-BE49-F238E27FC236}">
                <a16:creationId xmlns:a16="http://schemas.microsoft.com/office/drawing/2014/main" id="{A46FB942-6A49-02B6-780C-3E5FF359EC33}"/>
              </a:ext>
            </a:extLst>
          </p:cNvPr>
          <p:cNvPicPr>
            <a:picLocks noChangeAspect="1"/>
          </p:cNvPicPr>
          <p:nvPr/>
        </p:nvPicPr>
        <p:blipFill>
          <a:blip r:embed="rId5">
            <a:duotone>
              <a:prstClr val="black"/>
              <a:schemeClr val="accent6">
                <a:tint val="45000"/>
                <a:satMod val="400000"/>
              </a:schemeClr>
            </a:duotone>
            <a:extLst>
              <a:ext uri="{28A0092B-C50C-407E-A947-70E740481C1C}">
                <a14:useLocalDpi xmlns:a14="http://schemas.microsoft.com/office/drawing/2010/main"/>
              </a:ext>
            </a:extLst>
          </a:blip>
          <a:stretch>
            <a:fillRect/>
          </a:stretch>
        </p:blipFill>
        <p:spPr>
          <a:xfrm>
            <a:off x="9022975" y="2732987"/>
            <a:ext cx="2962688" cy="3134162"/>
          </a:xfrm>
          <a:prstGeom prst="rect">
            <a:avLst/>
          </a:prstGeom>
        </p:spPr>
      </p:pic>
      <p:sp>
        <p:nvSpPr>
          <p:cNvPr id="21" name="Rectangle à coins arrondis 17">
            <a:extLst>
              <a:ext uri="{FF2B5EF4-FFF2-40B4-BE49-F238E27FC236}">
                <a16:creationId xmlns:a16="http://schemas.microsoft.com/office/drawing/2014/main" id="{19DA60FD-16AA-123E-E67A-94A9284FEA13}"/>
              </a:ext>
            </a:extLst>
          </p:cNvPr>
          <p:cNvSpPr/>
          <p:nvPr/>
        </p:nvSpPr>
        <p:spPr>
          <a:xfrm>
            <a:off x="3491102" y="2514183"/>
            <a:ext cx="5461917" cy="3096344"/>
          </a:xfrm>
          <a:prstGeom prst="roundRect">
            <a:avLst>
              <a:gd name="adj" fmla="val 4101"/>
            </a:avLst>
          </a:prstGeom>
          <a:solidFill>
            <a:schemeClr val="bg1">
              <a:lumMod val="75000"/>
            </a:schemeClr>
          </a:solidFill>
          <a:ln w="317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fr-FR" sz="1400" b="1">
                <a:solidFill>
                  <a:schemeClr val="bg1"/>
                </a:solidFill>
              </a:rPr>
              <a:t>ESB</a:t>
            </a:r>
          </a:p>
        </p:txBody>
      </p:sp>
      <p:cxnSp>
        <p:nvCxnSpPr>
          <p:cNvPr id="22" name="Connecteur droit avec flèche 21">
            <a:extLst>
              <a:ext uri="{FF2B5EF4-FFF2-40B4-BE49-F238E27FC236}">
                <a16:creationId xmlns:a16="http://schemas.microsoft.com/office/drawing/2014/main" id="{544A517F-7005-CAD7-53E5-C6D111C04F44}"/>
              </a:ext>
            </a:extLst>
          </p:cNvPr>
          <p:cNvCxnSpPr>
            <a:cxnSpLocks/>
            <a:endCxn id="24" idx="1"/>
          </p:cNvCxnSpPr>
          <p:nvPr/>
        </p:nvCxnSpPr>
        <p:spPr>
          <a:xfrm>
            <a:off x="3724750" y="3918339"/>
            <a:ext cx="890191" cy="0"/>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23" name="Rectangle à coins arrondis 19">
            <a:extLst>
              <a:ext uri="{FF2B5EF4-FFF2-40B4-BE49-F238E27FC236}">
                <a16:creationId xmlns:a16="http://schemas.microsoft.com/office/drawing/2014/main" id="{304C612D-3E87-036E-69DA-EE5657EC1686}"/>
              </a:ext>
            </a:extLst>
          </p:cNvPr>
          <p:cNvSpPr/>
          <p:nvPr/>
        </p:nvSpPr>
        <p:spPr>
          <a:xfrm>
            <a:off x="3239769" y="3378155"/>
            <a:ext cx="484981" cy="1647800"/>
          </a:xfrm>
          <a:prstGeom prst="roundRect">
            <a:avLst>
              <a:gd name="adj" fmla="val 11691"/>
            </a:avLst>
          </a:prstGeom>
          <a:solidFill>
            <a:schemeClr val="bg1"/>
          </a:solidFill>
          <a:ln w="19050">
            <a:solidFill>
              <a:srgbClr val="BEBEBE"/>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fr-FR" sz="1200">
                <a:solidFill>
                  <a:schemeClr val="tx1"/>
                </a:solidFill>
              </a:rPr>
              <a:t>APIs</a:t>
            </a:r>
          </a:p>
        </p:txBody>
      </p:sp>
      <p:sp>
        <p:nvSpPr>
          <p:cNvPr id="24" name="Rectangle à coins arrondis 20">
            <a:extLst>
              <a:ext uri="{FF2B5EF4-FFF2-40B4-BE49-F238E27FC236}">
                <a16:creationId xmlns:a16="http://schemas.microsoft.com/office/drawing/2014/main" id="{F1B4326A-EF08-4FF1-D9CE-FA97597CD8B0}"/>
              </a:ext>
            </a:extLst>
          </p:cNvPr>
          <p:cNvSpPr/>
          <p:nvPr/>
        </p:nvSpPr>
        <p:spPr>
          <a:xfrm>
            <a:off x="4614941" y="3666311"/>
            <a:ext cx="1320961" cy="504056"/>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fr-FR" sz="1200" err="1">
                <a:solidFill>
                  <a:schemeClr val="tx1"/>
                </a:solidFill>
              </a:rPr>
              <a:t>Routing</a:t>
            </a:r>
            <a:endParaRPr lang="fr-FR" sz="1200">
              <a:solidFill>
                <a:schemeClr val="tx1"/>
              </a:solidFill>
            </a:endParaRPr>
          </a:p>
          <a:p>
            <a:pPr algn="ctr"/>
            <a:r>
              <a:rPr lang="fr-FR" sz="1200">
                <a:solidFill>
                  <a:schemeClr val="tx1"/>
                </a:solidFill>
              </a:rPr>
              <a:t>Orchestration</a:t>
            </a:r>
          </a:p>
        </p:txBody>
      </p:sp>
      <p:sp>
        <p:nvSpPr>
          <p:cNvPr id="25" name="Rectangle à coins arrondis 21">
            <a:extLst>
              <a:ext uri="{FF2B5EF4-FFF2-40B4-BE49-F238E27FC236}">
                <a16:creationId xmlns:a16="http://schemas.microsoft.com/office/drawing/2014/main" id="{F916512B-58BD-834B-45B5-0282A7B4D09F}"/>
              </a:ext>
            </a:extLst>
          </p:cNvPr>
          <p:cNvSpPr/>
          <p:nvPr/>
        </p:nvSpPr>
        <p:spPr>
          <a:xfrm>
            <a:off x="8559758" y="2804009"/>
            <a:ext cx="484981" cy="2536861"/>
          </a:xfrm>
          <a:prstGeom prst="roundRect">
            <a:avLst>
              <a:gd name="adj" fmla="val 11691"/>
            </a:avLst>
          </a:prstGeom>
          <a:solidFill>
            <a:schemeClr val="bg1"/>
          </a:solidFill>
          <a:ln w="19050">
            <a:solidFill>
              <a:srgbClr val="BEBEBE"/>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fr-FR" sz="1200">
                <a:solidFill>
                  <a:schemeClr val="tx1"/>
                </a:solidFill>
              </a:rPr>
              <a:t>Adapteurs</a:t>
            </a:r>
          </a:p>
        </p:txBody>
      </p:sp>
      <p:sp>
        <p:nvSpPr>
          <p:cNvPr id="26" name="Rectangle à coins arrondis 22">
            <a:extLst>
              <a:ext uri="{FF2B5EF4-FFF2-40B4-BE49-F238E27FC236}">
                <a16:creationId xmlns:a16="http://schemas.microsoft.com/office/drawing/2014/main" id="{5BA23411-D6A6-C1BC-3B80-DBBCDE0264C1}"/>
              </a:ext>
            </a:extLst>
          </p:cNvPr>
          <p:cNvSpPr/>
          <p:nvPr/>
        </p:nvSpPr>
        <p:spPr>
          <a:xfrm>
            <a:off x="6687363" y="3346467"/>
            <a:ext cx="675732" cy="1647799"/>
          </a:xfrm>
          <a:prstGeom prst="roundRect">
            <a:avLst>
              <a:gd name="adj" fmla="val 11691"/>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fr-FR" sz="1200">
                <a:solidFill>
                  <a:schemeClr val="tx1"/>
                </a:solidFill>
              </a:rPr>
              <a:t>Transformation</a:t>
            </a:r>
          </a:p>
          <a:p>
            <a:pPr algn="ctr"/>
            <a:r>
              <a:rPr lang="fr-FR" sz="1200">
                <a:solidFill>
                  <a:schemeClr val="tx1"/>
                </a:solidFill>
              </a:rPr>
              <a:t>Format Pivot</a:t>
            </a:r>
          </a:p>
        </p:txBody>
      </p:sp>
      <p:sp>
        <p:nvSpPr>
          <p:cNvPr id="27" name="Rectangle à coins arrondis 23">
            <a:extLst>
              <a:ext uri="{FF2B5EF4-FFF2-40B4-BE49-F238E27FC236}">
                <a16:creationId xmlns:a16="http://schemas.microsoft.com/office/drawing/2014/main" id="{4F809444-1279-2051-E850-2AF15B342D69}"/>
              </a:ext>
            </a:extLst>
          </p:cNvPr>
          <p:cNvSpPr/>
          <p:nvPr/>
        </p:nvSpPr>
        <p:spPr>
          <a:xfrm>
            <a:off x="3967241" y="5169243"/>
            <a:ext cx="4109959" cy="336345"/>
          </a:xfrm>
          <a:prstGeom prst="roundRect">
            <a:avLst>
              <a:gd name="adj" fmla="val 19929"/>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fr-FR" sz="1200">
                <a:solidFill>
                  <a:schemeClr val="tx1"/>
                </a:solidFill>
              </a:rPr>
              <a:t>Management / Monitoring</a:t>
            </a:r>
          </a:p>
        </p:txBody>
      </p:sp>
      <p:sp>
        <p:nvSpPr>
          <p:cNvPr id="28" name="Rectangle à coins arrondis 24">
            <a:extLst>
              <a:ext uri="{FF2B5EF4-FFF2-40B4-BE49-F238E27FC236}">
                <a16:creationId xmlns:a16="http://schemas.microsoft.com/office/drawing/2014/main" id="{ED692016-F66F-57E7-6B06-03DBA3023F5D}"/>
              </a:ext>
            </a:extLst>
          </p:cNvPr>
          <p:cNvSpPr/>
          <p:nvPr/>
        </p:nvSpPr>
        <p:spPr>
          <a:xfrm>
            <a:off x="3967241" y="2883183"/>
            <a:ext cx="4109959" cy="336345"/>
          </a:xfrm>
          <a:prstGeom prst="roundRect">
            <a:avLst>
              <a:gd name="adj" fmla="val 17183"/>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fr-FR" sz="1200">
                <a:solidFill>
                  <a:schemeClr val="tx1"/>
                </a:solidFill>
              </a:rPr>
              <a:t>MOM</a:t>
            </a:r>
          </a:p>
        </p:txBody>
      </p:sp>
      <p:cxnSp>
        <p:nvCxnSpPr>
          <p:cNvPr id="29" name="Connecteur droit avec flèche 28">
            <a:extLst>
              <a:ext uri="{FF2B5EF4-FFF2-40B4-BE49-F238E27FC236}">
                <a16:creationId xmlns:a16="http://schemas.microsoft.com/office/drawing/2014/main" id="{DBA52C33-D701-398E-5A26-2D11FA7014C4}"/>
              </a:ext>
            </a:extLst>
          </p:cNvPr>
          <p:cNvCxnSpPr>
            <a:cxnSpLocks/>
            <a:stCxn id="24" idx="3"/>
          </p:cNvCxnSpPr>
          <p:nvPr/>
        </p:nvCxnSpPr>
        <p:spPr>
          <a:xfrm flipV="1">
            <a:off x="5935902" y="3911829"/>
            <a:ext cx="751461" cy="6510"/>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3C9113F3-C9C8-5905-D758-0AEBB88E1658}"/>
              </a:ext>
            </a:extLst>
          </p:cNvPr>
          <p:cNvCxnSpPr>
            <a:cxnSpLocks/>
          </p:cNvCxnSpPr>
          <p:nvPr/>
        </p:nvCxnSpPr>
        <p:spPr>
          <a:xfrm>
            <a:off x="7287993" y="3911829"/>
            <a:ext cx="1180045" cy="6510"/>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61631B33-846D-8AE1-CE42-675E07182EAF}"/>
              </a:ext>
            </a:extLst>
          </p:cNvPr>
          <p:cNvCxnSpPr>
            <a:cxnSpLocks/>
          </p:cNvCxnSpPr>
          <p:nvPr/>
        </p:nvCxnSpPr>
        <p:spPr>
          <a:xfrm flipH="1" flipV="1">
            <a:off x="7326093" y="4474571"/>
            <a:ext cx="1141945" cy="15238"/>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A63B043F-C57C-D81F-A41F-E2528755616C}"/>
              </a:ext>
            </a:extLst>
          </p:cNvPr>
          <p:cNvCxnSpPr>
            <a:cxnSpLocks/>
          </p:cNvCxnSpPr>
          <p:nvPr/>
        </p:nvCxnSpPr>
        <p:spPr>
          <a:xfrm flipH="1" flipV="1">
            <a:off x="3724750" y="4474572"/>
            <a:ext cx="2962613" cy="15237"/>
          </a:xfrm>
          <a:prstGeom prst="straightConnector1">
            <a:avLst/>
          </a:prstGeom>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49" name="ZoneTexte 48">
            <a:extLst>
              <a:ext uri="{FF2B5EF4-FFF2-40B4-BE49-F238E27FC236}">
                <a16:creationId xmlns:a16="http://schemas.microsoft.com/office/drawing/2014/main" id="{1F9D07E4-A93C-EC5A-0C5D-95B4A92A7BF5}"/>
              </a:ext>
            </a:extLst>
          </p:cNvPr>
          <p:cNvSpPr txBox="1"/>
          <p:nvPr/>
        </p:nvSpPr>
        <p:spPr>
          <a:xfrm>
            <a:off x="9954049" y="5128209"/>
            <a:ext cx="1286330" cy="307777"/>
          </a:xfrm>
          <a:prstGeom prst="rect">
            <a:avLst/>
          </a:prstGeom>
          <a:noFill/>
        </p:spPr>
        <p:txBody>
          <a:bodyPr wrap="square" rtlCol="0">
            <a:spAutoFit/>
          </a:bodyPr>
          <a:lstStyle/>
          <a:p>
            <a:pPr algn="ctr"/>
            <a:r>
              <a:rPr lang="fr-FR" sz="1400" b="1">
                <a:solidFill>
                  <a:schemeClr val="tx1">
                    <a:lumMod val="65000"/>
                    <a:lumOff val="35000"/>
                  </a:schemeClr>
                </a:solidFill>
                <a:latin typeface="+mj-lt"/>
                <a:ea typeface="Roboto Bold" panose="02000000000000000000" pitchFamily="2" charset="0"/>
              </a:rPr>
              <a:t>Cloud</a:t>
            </a:r>
          </a:p>
        </p:txBody>
      </p:sp>
      <p:sp>
        <p:nvSpPr>
          <p:cNvPr id="50" name="Nuage 49">
            <a:extLst>
              <a:ext uri="{FF2B5EF4-FFF2-40B4-BE49-F238E27FC236}">
                <a16:creationId xmlns:a16="http://schemas.microsoft.com/office/drawing/2014/main" id="{79BAA2A9-594A-2B07-E0BA-1DB33FD520A9}"/>
              </a:ext>
            </a:extLst>
          </p:cNvPr>
          <p:cNvSpPr/>
          <p:nvPr/>
        </p:nvSpPr>
        <p:spPr>
          <a:xfrm>
            <a:off x="268506" y="3682337"/>
            <a:ext cx="1562119" cy="1039437"/>
          </a:xfrm>
          <a:prstGeom prst="cloud">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lumMod val="65000"/>
                    <a:lumOff val="35000"/>
                  </a:schemeClr>
                </a:solidFill>
                <a:latin typeface="+mj-lt"/>
              </a:rPr>
              <a:t>Internet</a:t>
            </a:r>
          </a:p>
        </p:txBody>
      </p:sp>
      <p:sp>
        <p:nvSpPr>
          <p:cNvPr id="51" name="Rectangle à coins arrondis 140">
            <a:extLst>
              <a:ext uri="{FF2B5EF4-FFF2-40B4-BE49-F238E27FC236}">
                <a16:creationId xmlns:a16="http://schemas.microsoft.com/office/drawing/2014/main" id="{037FC835-52EF-3D28-A364-537A6EB781DB}"/>
              </a:ext>
            </a:extLst>
          </p:cNvPr>
          <p:cNvSpPr/>
          <p:nvPr/>
        </p:nvSpPr>
        <p:spPr>
          <a:xfrm>
            <a:off x="2325165" y="2653883"/>
            <a:ext cx="444047" cy="3096344"/>
          </a:xfrm>
          <a:prstGeom prst="roundRect">
            <a:avLst>
              <a:gd name="adj" fmla="val 18104"/>
            </a:avLst>
          </a:prstGeom>
          <a:solidFill>
            <a:schemeClr val="tx2"/>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nchorCtr="0"/>
          <a:lstStyle/>
          <a:p>
            <a:pPr algn="ctr"/>
            <a:r>
              <a:rPr lang="fr-FR" sz="1400" b="1">
                <a:solidFill>
                  <a:schemeClr val="bg1"/>
                </a:solidFill>
              </a:rPr>
              <a:t>API Management</a:t>
            </a:r>
          </a:p>
        </p:txBody>
      </p:sp>
      <p:cxnSp>
        <p:nvCxnSpPr>
          <p:cNvPr id="52" name="Connecteur droit avec flèche 51">
            <a:extLst>
              <a:ext uri="{FF2B5EF4-FFF2-40B4-BE49-F238E27FC236}">
                <a16:creationId xmlns:a16="http://schemas.microsoft.com/office/drawing/2014/main" id="{3F7A0A15-EF57-1B8B-D225-7101760633DB}"/>
              </a:ext>
            </a:extLst>
          </p:cNvPr>
          <p:cNvCxnSpPr>
            <a:cxnSpLocks/>
            <a:stCxn id="50" idx="0"/>
            <a:endCxn id="51" idx="1"/>
          </p:cNvCxnSpPr>
          <p:nvPr/>
        </p:nvCxnSpPr>
        <p:spPr>
          <a:xfrm flipV="1">
            <a:off x="1829323" y="4202055"/>
            <a:ext cx="495842" cy="1"/>
          </a:xfrm>
          <a:prstGeom prst="straightConnector1">
            <a:avLst/>
          </a:prstGeom>
          <a:ln w="19050">
            <a:solidFill>
              <a:schemeClr val="tx2"/>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3" name="Connecteur droit avec flèche 52">
            <a:extLst>
              <a:ext uri="{FF2B5EF4-FFF2-40B4-BE49-F238E27FC236}">
                <a16:creationId xmlns:a16="http://schemas.microsoft.com/office/drawing/2014/main" id="{78A33AB8-0D98-5BB3-EB28-8E80C35A992D}"/>
              </a:ext>
            </a:extLst>
          </p:cNvPr>
          <p:cNvCxnSpPr>
            <a:cxnSpLocks/>
            <a:stCxn id="51" idx="3"/>
          </p:cNvCxnSpPr>
          <p:nvPr/>
        </p:nvCxnSpPr>
        <p:spPr>
          <a:xfrm>
            <a:off x="2769212" y="4202055"/>
            <a:ext cx="470557" cy="0"/>
          </a:xfrm>
          <a:prstGeom prst="straightConnector1">
            <a:avLst/>
          </a:prstGeom>
          <a:ln w="19050">
            <a:solidFill>
              <a:schemeClr val="tx2"/>
            </a:solidFill>
            <a:tailEnd type="triangle" w="lg" len="lg"/>
          </a:ln>
        </p:spPr>
        <p:style>
          <a:lnRef idx="1">
            <a:schemeClr val="accent1"/>
          </a:lnRef>
          <a:fillRef idx="0">
            <a:schemeClr val="accent1"/>
          </a:fillRef>
          <a:effectRef idx="0">
            <a:schemeClr val="accent1"/>
          </a:effectRef>
          <a:fontRef idx="minor">
            <a:schemeClr val="tx1"/>
          </a:fontRef>
        </p:style>
      </p:cxnSp>
      <p:pic>
        <p:nvPicPr>
          <p:cNvPr id="3074" name="Picture 2">
            <a:extLst>
              <a:ext uri="{FF2B5EF4-FFF2-40B4-BE49-F238E27FC236}">
                <a16:creationId xmlns:a16="http://schemas.microsoft.com/office/drawing/2014/main" id="{E74E0D4B-DC28-FEF4-F813-E1C2749F61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6549" y="5330687"/>
            <a:ext cx="553110" cy="553110"/>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texte 5">
            <a:extLst>
              <a:ext uri="{FF2B5EF4-FFF2-40B4-BE49-F238E27FC236}">
                <a16:creationId xmlns:a16="http://schemas.microsoft.com/office/drawing/2014/main" id="{FD45B4FB-CB73-2DEE-E632-3299DA66C66A}"/>
              </a:ext>
            </a:extLst>
          </p:cNvPr>
          <p:cNvSpPr>
            <a:spLocks noGrp="1"/>
          </p:cNvSpPr>
          <p:nvPr>
            <p:ph type="body" sz="quarter" idx="35"/>
          </p:nvPr>
        </p:nvSpPr>
        <p:spPr>
          <a:xfrm>
            <a:off x="337931" y="922713"/>
            <a:ext cx="11433654" cy="273879"/>
          </a:xfrm>
        </p:spPr>
        <p:txBody>
          <a:bodyPr/>
          <a:lstStyle/>
          <a:p>
            <a:r>
              <a:rPr lang="fr-FR" sz="1400" cap="none"/>
              <a:t>Généralités, avantages et cas d’usage</a:t>
            </a:r>
          </a:p>
        </p:txBody>
      </p:sp>
    </p:spTree>
    <p:extLst>
      <p:ext uri="{BB962C8B-B14F-4D97-AF65-F5344CB8AC3E}">
        <p14:creationId xmlns:p14="http://schemas.microsoft.com/office/powerpoint/2010/main" val="24686791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extLst>
    <p:ext uri="{6950BFC3-D8DA-4A85-94F7-54DA5524770B}">
      <p188:commentRel xmlns:p188="http://schemas.microsoft.com/office/powerpoint/2018/8/main" r:id="rId4"/>
    </p:ext>
  </p:extLs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 name="Groupe 80">
            <a:extLst>
              <a:ext uri="{FF2B5EF4-FFF2-40B4-BE49-F238E27FC236}">
                <a16:creationId xmlns:a16="http://schemas.microsoft.com/office/drawing/2014/main" id="{C3A1658A-F14C-21C5-0420-3DDFE57638B0}"/>
              </a:ext>
            </a:extLst>
          </p:cNvPr>
          <p:cNvGrpSpPr/>
          <p:nvPr/>
        </p:nvGrpSpPr>
        <p:grpSpPr>
          <a:xfrm>
            <a:off x="-13400" y="2464322"/>
            <a:ext cx="5234766" cy="1929356"/>
            <a:chOff x="1" y="2863977"/>
            <a:chExt cx="6935519" cy="1929356"/>
          </a:xfrm>
        </p:grpSpPr>
        <p:sp>
          <p:nvSpPr>
            <p:cNvPr id="85" name="Rectangle 84">
              <a:extLst>
                <a:ext uri="{FF2B5EF4-FFF2-40B4-BE49-F238E27FC236}">
                  <a16:creationId xmlns:a16="http://schemas.microsoft.com/office/drawing/2014/main" id="{274F9BA2-1C73-2411-2870-D3672C59CCF4}"/>
                </a:ext>
              </a:extLst>
            </p:cNvPr>
            <p:cNvSpPr/>
            <p:nvPr/>
          </p:nvSpPr>
          <p:spPr>
            <a:xfrm>
              <a:off x="1" y="2863977"/>
              <a:ext cx="6823279"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Les différents types de solution de médiation proposés par la plateforme</a:t>
              </a:r>
            </a:p>
          </p:txBody>
        </p:sp>
        <p:sp>
          <p:nvSpPr>
            <p:cNvPr id="87" name="Rectangle 86">
              <a:extLst>
                <a:ext uri="{FF2B5EF4-FFF2-40B4-BE49-F238E27FC236}">
                  <a16:creationId xmlns:a16="http://schemas.microsoft.com/office/drawing/2014/main" id="{E38B2E64-D4D5-2B6B-BF7C-5D39A65AA264}"/>
                </a:ext>
              </a:extLst>
            </p:cNvPr>
            <p:cNvSpPr/>
            <p:nvPr/>
          </p:nvSpPr>
          <p:spPr>
            <a:xfrm>
              <a:off x="6697362" y="2863978"/>
              <a:ext cx="238158" cy="1929355"/>
            </a:xfrm>
            <a:prstGeom prst="rect">
              <a:avLst/>
            </a:prstGeom>
            <a:solidFill>
              <a:srgbClr val="006C9F">
                <a:alpha val="636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7BB83A"/>
                </a:solidFill>
                <a:effectLst/>
                <a:uLnTx/>
                <a:uFillTx/>
                <a:latin typeface="Arial"/>
                <a:ea typeface="+mn-ea"/>
                <a:cs typeface="+mn-cs"/>
              </a:endParaRPr>
            </a:p>
          </p:txBody>
        </p:sp>
      </p:grpSp>
      <p:pic>
        <p:nvPicPr>
          <p:cNvPr id="58" name="Picture 4" descr="Médiation de la consommation : une solution pour régler les litiges à  l'amiable | Dossier Familial | Dossier Familial">
            <a:extLst>
              <a:ext uri="{FF2B5EF4-FFF2-40B4-BE49-F238E27FC236}">
                <a16:creationId xmlns:a16="http://schemas.microsoft.com/office/drawing/2014/main" id="{6E1962DF-D432-29B8-18AD-D9AB9DD35BE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201" r="20815"/>
          <a:stretch/>
        </p:blipFill>
        <p:spPr bwMode="auto">
          <a:xfrm>
            <a:off x="5221366" y="0"/>
            <a:ext cx="2986216" cy="6858000"/>
          </a:xfrm>
          <a:prstGeom prst="rect">
            <a:avLst/>
          </a:prstGeom>
          <a:noFill/>
          <a:extLst>
            <a:ext uri="{909E8E84-426E-40DD-AFC4-6F175D3DCCD1}">
              <a14:hiddenFill xmlns:a14="http://schemas.microsoft.com/office/drawing/2010/main">
                <a:solidFill>
                  <a:srgbClr val="FFFFFF"/>
                </a:solidFill>
              </a14:hiddenFill>
            </a:ext>
          </a:extLst>
        </p:spPr>
      </p:pic>
      <p:sp>
        <p:nvSpPr>
          <p:cNvPr id="92" name="Rectangle 91">
            <a:extLst>
              <a:ext uri="{FF2B5EF4-FFF2-40B4-BE49-F238E27FC236}">
                <a16:creationId xmlns:a16="http://schemas.microsoft.com/office/drawing/2014/main" id="{484A9F92-A02A-7E4D-52B5-414BE76161CD}"/>
              </a:ext>
            </a:extLst>
          </p:cNvPr>
          <p:cNvSpPr/>
          <p:nvPr>
            <p:custDataLst>
              <p:tags r:id="rId1"/>
            </p:custDataLst>
          </p:nvPr>
        </p:nvSpPr>
        <p:spPr>
          <a:xfrm>
            <a:off x="5211289" y="-1"/>
            <a:ext cx="2986216"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grpSp>
        <p:nvGrpSpPr>
          <p:cNvPr id="118" name="Groupe 117">
            <a:extLst>
              <a:ext uri="{FF2B5EF4-FFF2-40B4-BE49-F238E27FC236}">
                <a16:creationId xmlns:a16="http://schemas.microsoft.com/office/drawing/2014/main" id="{76FC55DF-4358-F497-44C7-6D719472173C}"/>
              </a:ext>
            </a:extLst>
          </p:cNvPr>
          <p:cNvGrpSpPr/>
          <p:nvPr/>
        </p:nvGrpSpPr>
        <p:grpSpPr>
          <a:xfrm>
            <a:off x="7877160" y="5274416"/>
            <a:ext cx="3842882" cy="648000"/>
            <a:chOff x="7880947" y="5236422"/>
            <a:chExt cx="3842882" cy="648000"/>
          </a:xfrm>
        </p:grpSpPr>
        <p:sp>
          <p:nvSpPr>
            <p:cNvPr id="48" name="TextBox 4">
              <a:extLst>
                <a:ext uri="{FF2B5EF4-FFF2-40B4-BE49-F238E27FC236}">
                  <a16:creationId xmlns:a16="http://schemas.microsoft.com/office/drawing/2014/main" id="{B132117E-19EE-F1CF-618B-2A58EA8A6885}"/>
                </a:ext>
              </a:extLst>
            </p:cNvPr>
            <p:cNvSpPr txBox="1"/>
            <p:nvPr/>
          </p:nvSpPr>
          <p:spPr>
            <a:xfrm>
              <a:off x="8737615" y="5403456"/>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Batch </a:t>
              </a:r>
              <a:r>
                <a:rPr lang="fr-FR" err="1"/>
                <a:t>Processing</a:t>
              </a:r>
              <a:endParaRPr lang="fr-FR"/>
            </a:p>
          </p:txBody>
        </p:sp>
        <p:grpSp>
          <p:nvGrpSpPr>
            <p:cNvPr id="71" name="Groupe 70">
              <a:extLst>
                <a:ext uri="{FF2B5EF4-FFF2-40B4-BE49-F238E27FC236}">
                  <a16:creationId xmlns:a16="http://schemas.microsoft.com/office/drawing/2014/main" id="{A14B6B86-F02C-F5CF-666B-C8392AFF90DC}"/>
                </a:ext>
              </a:extLst>
            </p:cNvPr>
            <p:cNvGrpSpPr/>
            <p:nvPr/>
          </p:nvGrpSpPr>
          <p:grpSpPr>
            <a:xfrm>
              <a:off x="7880947" y="5236422"/>
              <a:ext cx="648000" cy="648000"/>
              <a:chOff x="7865191" y="4255159"/>
              <a:chExt cx="663756" cy="648000"/>
            </a:xfrm>
          </p:grpSpPr>
          <p:sp>
            <p:nvSpPr>
              <p:cNvPr id="49" name="Oval 9">
                <a:extLst>
                  <a:ext uri="{FF2B5EF4-FFF2-40B4-BE49-F238E27FC236}">
                    <a16:creationId xmlns:a16="http://schemas.microsoft.com/office/drawing/2014/main" id="{569CA1CD-3F6F-7275-9836-310A165CC4BF}"/>
                  </a:ext>
                </a:extLst>
              </p:cNvPr>
              <p:cNvSpPr/>
              <p:nvPr/>
            </p:nvSpPr>
            <p:spPr>
              <a:xfrm>
                <a:off x="7865191" y="4255159"/>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60" name="Shape 7667">
                <a:extLst>
                  <a:ext uri="{FF2B5EF4-FFF2-40B4-BE49-F238E27FC236}">
                    <a16:creationId xmlns:a16="http://schemas.microsoft.com/office/drawing/2014/main" id="{15110208-8F51-43EA-862D-BB01CA99DEC7}"/>
                  </a:ext>
                </a:extLst>
              </p:cNvPr>
              <p:cNvSpPr/>
              <p:nvPr/>
            </p:nvSpPr>
            <p:spPr>
              <a:xfrm rot="16200000" flipH="1">
                <a:off x="7906969" y="4363159"/>
                <a:ext cx="504000" cy="432000"/>
              </a:xfrm>
              <a:custGeom>
                <a:avLst/>
                <a:gdLst/>
                <a:ahLst/>
                <a:cxnLst/>
                <a:rect l="0" t="0" r="0" b="0"/>
                <a:pathLst>
                  <a:path w="120000" h="120000" extrusionOk="0">
                    <a:moveTo>
                      <a:pt x="70911" y="109088"/>
                    </a:moveTo>
                    <a:cubicBezTo>
                      <a:pt x="70911" y="112100"/>
                      <a:pt x="68466" y="114544"/>
                      <a:pt x="65455" y="114544"/>
                    </a:cubicBezTo>
                    <a:lnTo>
                      <a:pt x="54544" y="114544"/>
                    </a:lnTo>
                    <a:cubicBezTo>
                      <a:pt x="51533" y="114544"/>
                      <a:pt x="49088" y="112100"/>
                      <a:pt x="49088" y="109088"/>
                    </a:cubicBezTo>
                    <a:lnTo>
                      <a:pt x="49088" y="98183"/>
                    </a:lnTo>
                    <a:cubicBezTo>
                      <a:pt x="49088" y="95172"/>
                      <a:pt x="51533" y="92727"/>
                      <a:pt x="54544" y="92727"/>
                    </a:cubicBezTo>
                    <a:lnTo>
                      <a:pt x="65455" y="92727"/>
                    </a:lnTo>
                    <a:cubicBezTo>
                      <a:pt x="68466" y="92727"/>
                      <a:pt x="70911" y="95172"/>
                      <a:pt x="70911" y="98183"/>
                    </a:cubicBezTo>
                    <a:cubicBezTo>
                      <a:pt x="70911" y="98183"/>
                      <a:pt x="70911" y="109088"/>
                      <a:pt x="70911" y="109088"/>
                    </a:cubicBezTo>
                    <a:close/>
                    <a:moveTo>
                      <a:pt x="65455" y="87272"/>
                    </a:moveTo>
                    <a:lnTo>
                      <a:pt x="54544" y="87272"/>
                    </a:lnTo>
                    <a:cubicBezTo>
                      <a:pt x="48522" y="87272"/>
                      <a:pt x="43638" y="92155"/>
                      <a:pt x="43638" y="98183"/>
                    </a:cubicBezTo>
                    <a:lnTo>
                      <a:pt x="43638" y="109088"/>
                    </a:lnTo>
                    <a:cubicBezTo>
                      <a:pt x="43638" y="115116"/>
                      <a:pt x="48522" y="120000"/>
                      <a:pt x="54544" y="120000"/>
                    </a:cubicBezTo>
                    <a:lnTo>
                      <a:pt x="65455" y="120000"/>
                    </a:lnTo>
                    <a:cubicBezTo>
                      <a:pt x="71477" y="120000"/>
                      <a:pt x="76361" y="115116"/>
                      <a:pt x="76361" y="109088"/>
                    </a:cubicBezTo>
                    <a:lnTo>
                      <a:pt x="76361" y="98183"/>
                    </a:lnTo>
                    <a:cubicBezTo>
                      <a:pt x="76361" y="92155"/>
                      <a:pt x="71477" y="87272"/>
                      <a:pt x="65455" y="87272"/>
                    </a:cubicBezTo>
                    <a:moveTo>
                      <a:pt x="114544" y="109088"/>
                    </a:moveTo>
                    <a:cubicBezTo>
                      <a:pt x="114544" y="112100"/>
                      <a:pt x="112100" y="114544"/>
                      <a:pt x="109088" y="114544"/>
                    </a:cubicBezTo>
                    <a:lnTo>
                      <a:pt x="98183" y="114544"/>
                    </a:lnTo>
                    <a:cubicBezTo>
                      <a:pt x="95172" y="114544"/>
                      <a:pt x="92727" y="112100"/>
                      <a:pt x="92727" y="109088"/>
                    </a:cubicBezTo>
                    <a:lnTo>
                      <a:pt x="92727" y="98183"/>
                    </a:lnTo>
                    <a:cubicBezTo>
                      <a:pt x="92727" y="95172"/>
                      <a:pt x="95172" y="92727"/>
                      <a:pt x="98183" y="92727"/>
                    </a:cubicBezTo>
                    <a:lnTo>
                      <a:pt x="109088" y="92727"/>
                    </a:lnTo>
                    <a:cubicBezTo>
                      <a:pt x="112100" y="92727"/>
                      <a:pt x="114544" y="95172"/>
                      <a:pt x="114544" y="98183"/>
                    </a:cubicBezTo>
                    <a:cubicBezTo>
                      <a:pt x="114544" y="98183"/>
                      <a:pt x="114544" y="109088"/>
                      <a:pt x="114544" y="109088"/>
                    </a:cubicBezTo>
                    <a:close/>
                    <a:moveTo>
                      <a:pt x="109088" y="87272"/>
                    </a:moveTo>
                    <a:lnTo>
                      <a:pt x="98183" y="87272"/>
                    </a:lnTo>
                    <a:cubicBezTo>
                      <a:pt x="92155" y="87272"/>
                      <a:pt x="87272" y="92155"/>
                      <a:pt x="87272" y="98183"/>
                    </a:cubicBezTo>
                    <a:lnTo>
                      <a:pt x="87272" y="109088"/>
                    </a:lnTo>
                    <a:cubicBezTo>
                      <a:pt x="87272" y="115116"/>
                      <a:pt x="92155" y="120000"/>
                      <a:pt x="98183" y="120000"/>
                    </a:cubicBezTo>
                    <a:lnTo>
                      <a:pt x="109088" y="120000"/>
                    </a:lnTo>
                    <a:cubicBezTo>
                      <a:pt x="115116" y="120000"/>
                      <a:pt x="120000" y="115116"/>
                      <a:pt x="120000" y="109088"/>
                    </a:cubicBezTo>
                    <a:lnTo>
                      <a:pt x="120000" y="98183"/>
                    </a:lnTo>
                    <a:cubicBezTo>
                      <a:pt x="120000" y="92155"/>
                      <a:pt x="115116" y="87272"/>
                      <a:pt x="109088" y="87272"/>
                    </a:cubicBezTo>
                    <a:moveTo>
                      <a:pt x="27272" y="109088"/>
                    </a:moveTo>
                    <a:cubicBezTo>
                      <a:pt x="27272" y="112100"/>
                      <a:pt x="24827" y="114544"/>
                      <a:pt x="21816" y="114544"/>
                    </a:cubicBezTo>
                    <a:lnTo>
                      <a:pt x="10911" y="114544"/>
                    </a:lnTo>
                    <a:cubicBezTo>
                      <a:pt x="7900" y="114544"/>
                      <a:pt x="5455" y="112100"/>
                      <a:pt x="5455" y="109088"/>
                    </a:cubicBezTo>
                    <a:lnTo>
                      <a:pt x="5455" y="98183"/>
                    </a:lnTo>
                    <a:cubicBezTo>
                      <a:pt x="5455" y="95172"/>
                      <a:pt x="7900" y="92727"/>
                      <a:pt x="10911" y="92727"/>
                    </a:cubicBezTo>
                    <a:lnTo>
                      <a:pt x="21816" y="92727"/>
                    </a:lnTo>
                    <a:cubicBezTo>
                      <a:pt x="24827" y="92727"/>
                      <a:pt x="27272" y="95172"/>
                      <a:pt x="27272" y="98183"/>
                    </a:cubicBezTo>
                    <a:cubicBezTo>
                      <a:pt x="27272" y="98183"/>
                      <a:pt x="27272" y="109088"/>
                      <a:pt x="27272" y="109088"/>
                    </a:cubicBezTo>
                    <a:close/>
                    <a:moveTo>
                      <a:pt x="21816" y="87272"/>
                    </a:moveTo>
                    <a:lnTo>
                      <a:pt x="10911" y="87272"/>
                    </a:lnTo>
                    <a:cubicBezTo>
                      <a:pt x="4883" y="87272"/>
                      <a:pt x="0" y="92155"/>
                      <a:pt x="0" y="98183"/>
                    </a:cubicBezTo>
                    <a:lnTo>
                      <a:pt x="0" y="109088"/>
                    </a:lnTo>
                    <a:cubicBezTo>
                      <a:pt x="0" y="115116"/>
                      <a:pt x="4883" y="120000"/>
                      <a:pt x="10911" y="120000"/>
                    </a:cubicBezTo>
                    <a:lnTo>
                      <a:pt x="21816" y="120000"/>
                    </a:lnTo>
                    <a:cubicBezTo>
                      <a:pt x="27844" y="120000"/>
                      <a:pt x="32727" y="115116"/>
                      <a:pt x="32727" y="109088"/>
                    </a:cubicBezTo>
                    <a:lnTo>
                      <a:pt x="32727" y="98183"/>
                    </a:lnTo>
                    <a:cubicBezTo>
                      <a:pt x="32727" y="92155"/>
                      <a:pt x="27844" y="87272"/>
                      <a:pt x="21816" y="87272"/>
                    </a:cubicBezTo>
                    <a:moveTo>
                      <a:pt x="16361" y="81816"/>
                    </a:moveTo>
                    <a:cubicBezTo>
                      <a:pt x="17872" y="81816"/>
                      <a:pt x="19088" y="80594"/>
                      <a:pt x="19088" y="79088"/>
                    </a:cubicBezTo>
                    <a:lnTo>
                      <a:pt x="19088" y="60000"/>
                    </a:lnTo>
                    <a:lnTo>
                      <a:pt x="57272" y="60000"/>
                    </a:lnTo>
                    <a:lnTo>
                      <a:pt x="57272" y="79088"/>
                    </a:lnTo>
                    <a:cubicBezTo>
                      <a:pt x="57272" y="80594"/>
                      <a:pt x="58494" y="81816"/>
                      <a:pt x="60000" y="81816"/>
                    </a:cubicBezTo>
                    <a:cubicBezTo>
                      <a:pt x="61505" y="81816"/>
                      <a:pt x="62727" y="80594"/>
                      <a:pt x="62727" y="79088"/>
                    </a:cubicBezTo>
                    <a:lnTo>
                      <a:pt x="62727" y="60000"/>
                    </a:lnTo>
                    <a:lnTo>
                      <a:pt x="100911" y="60000"/>
                    </a:lnTo>
                    <a:lnTo>
                      <a:pt x="100911" y="79088"/>
                    </a:lnTo>
                    <a:cubicBezTo>
                      <a:pt x="100911" y="80594"/>
                      <a:pt x="102133" y="81816"/>
                      <a:pt x="103638" y="81816"/>
                    </a:cubicBezTo>
                    <a:cubicBezTo>
                      <a:pt x="105144" y="81816"/>
                      <a:pt x="106361" y="80594"/>
                      <a:pt x="106361" y="79088"/>
                    </a:cubicBezTo>
                    <a:lnTo>
                      <a:pt x="106361" y="57272"/>
                    </a:lnTo>
                    <a:cubicBezTo>
                      <a:pt x="106361" y="55766"/>
                      <a:pt x="105144" y="54544"/>
                      <a:pt x="103638" y="54544"/>
                    </a:cubicBezTo>
                    <a:lnTo>
                      <a:pt x="62727" y="54544"/>
                    </a:lnTo>
                    <a:lnTo>
                      <a:pt x="62727" y="40911"/>
                    </a:lnTo>
                    <a:cubicBezTo>
                      <a:pt x="62727" y="39405"/>
                      <a:pt x="61505" y="38183"/>
                      <a:pt x="60000" y="38183"/>
                    </a:cubicBezTo>
                    <a:cubicBezTo>
                      <a:pt x="58494" y="38183"/>
                      <a:pt x="57272" y="39405"/>
                      <a:pt x="57272" y="40911"/>
                    </a:cubicBezTo>
                    <a:lnTo>
                      <a:pt x="57272" y="54544"/>
                    </a:lnTo>
                    <a:lnTo>
                      <a:pt x="16361" y="54544"/>
                    </a:lnTo>
                    <a:cubicBezTo>
                      <a:pt x="14855" y="54544"/>
                      <a:pt x="13638" y="55766"/>
                      <a:pt x="13638" y="57272"/>
                    </a:cubicBezTo>
                    <a:lnTo>
                      <a:pt x="13638" y="79088"/>
                    </a:lnTo>
                    <a:cubicBezTo>
                      <a:pt x="13638" y="80594"/>
                      <a:pt x="14855" y="81816"/>
                      <a:pt x="16361" y="81816"/>
                    </a:cubicBezTo>
                    <a:moveTo>
                      <a:pt x="49088" y="10911"/>
                    </a:moveTo>
                    <a:cubicBezTo>
                      <a:pt x="49088" y="7900"/>
                      <a:pt x="51533" y="5455"/>
                      <a:pt x="54544" y="5455"/>
                    </a:cubicBezTo>
                    <a:lnTo>
                      <a:pt x="65455" y="5455"/>
                    </a:lnTo>
                    <a:cubicBezTo>
                      <a:pt x="68466" y="5455"/>
                      <a:pt x="70911" y="7900"/>
                      <a:pt x="70911" y="10911"/>
                    </a:cubicBezTo>
                    <a:lnTo>
                      <a:pt x="70911" y="21816"/>
                    </a:lnTo>
                    <a:cubicBezTo>
                      <a:pt x="70911" y="24827"/>
                      <a:pt x="68466" y="27272"/>
                      <a:pt x="65455" y="27272"/>
                    </a:cubicBezTo>
                    <a:lnTo>
                      <a:pt x="54544" y="27272"/>
                    </a:lnTo>
                    <a:cubicBezTo>
                      <a:pt x="51533" y="27272"/>
                      <a:pt x="49088" y="24827"/>
                      <a:pt x="49088" y="21816"/>
                    </a:cubicBezTo>
                    <a:cubicBezTo>
                      <a:pt x="49088" y="21816"/>
                      <a:pt x="49088" y="10911"/>
                      <a:pt x="49088" y="10911"/>
                    </a:cubicBezTo>
                    <a:close/>
                    <a:moveTo>
                      <a:pt x="54544" y="32727"/>
                    </a:moveTo>
                    <a:lnTo>
                      <a:pt x="65455" y="32727"/>
                    </a:lnTo>
                    <a:cubicBezTo>
                      <a:pt x="71477" y="32727"/>
                      <a:pt x="76361" y="27844"/>
                      <a:pt x="76361" y="21816"/>
                    </a:cubicBezTo>
                    <a:lnTo>
                      <a:pt x="76361" y="10911"/>
                    </a:lnTo>
                    <a:cubicBezTo>
                      <a:pt x="76361" y="4883"/>
                      <a:pt x="71477" y="0"/>
                      <a:pt x="65455" y="0"/>
                    </a:cubicBezTo>
                    <a:lnTo>
                      <a:pt x="54544" y="0"/>
                    </a:lnTo>
                    <a:cubicBezTo>
                      <a:pt x="48522" y="0"/>
                      <a:pt x="43638" y="4883"/>
                      <a:pt x="43638" y="10911"/>
                    </a:cubicBezTo>
                    <a:lnTo>
                      <a:pt x="43638" y="21816"/>
                    </a:lnTo>
                    <a:cubicBezTo>
                      <a:pt x="43638" y="27844"/>
                      <a:pt x="48522" y="32727"/>
                      <a:pt x="54544" y="32727"/>
                    </a:cubicBezTo>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grpSp>
      </p:grpSp>
      <p:grpSp>
        <p:nvGrpSpPr>
          <p:cNvPr id="119" name="Groupe 118">
            <a:extLst>
              <a:ext uri="{FF2B5EF4-FFF2-40B4-BE49-F238E27FC236}">
                <a16:creationId xmlns:a16="http://schemas.microsoft.com/office/drawing/2014/main" id="{6F3D91C0-C015-AED0-5D54-E089BC741A9F}"/>
              </a:ext>
            </a:extLst>
          </p:cNvPr>
          <p:cNvGrpSpPr/>
          <p:nvPr/>
        </p:nvGrpSpPr>
        <p:grpSpPr>
          <a:xfrm>
            <a:off x="7877160" y="6003196"/>
            <a:ext cx="3842882" cy="648000"/>
            <a:chOff x="7880947" y="6003196"/>
            <a:chExt cx="3842882" cy="648000"/>
          </a:xfrm>
        </p:grpSpPr>
        <p:sp>
          <p:nvSpPr>
            <p:cNvPr id="77" name="TextBox 4">
              <a:extLst>
                <a:ext uri="{FF2B5EF4-FFF2-40B4-BE49-F238E27FC236}">
                  <a16:creationId xmlns:a16="http://schemas.microsoft.com/office/drawing/2014/main" id="{0A4FC4FB-D674-5859-0BDD-F28817AF825D}"/>
                </a:ext>
              </a:extLst>
            </p:cNvPr>
            <p:cNvSpPr txBox="1"/>
            <p:nvPr/>
          </p:nvSpPr>
          <p:spPr>
            <a:xfrm>
              <a:off x="8737615" y="6059431"/>
              <a:ext cx="2986214" cy="535531"/>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Stream </a:t>
              </a:r>
              <a:r>
                <a:rPr lang="fr-FR" err="1"/>
                <a:t>Processing</a:t>
              </a:r>
              <a:r>
                <a:rPr lang="fr-FR"/>
                <a:t> (fil de l’eau)</a:t>
              </a:r>
            </a:p>
          </p:txBody>
        </p:sp>
        <p:grpSp>
          <p:nvGrpSpPr>
            <p:cNvPr id="74" name="Groupe 73">
              <a:extLst>
                <a:ext uri="{FF2B5EF4-FFF2-40B4-BE49-F238E27FC236}">
                  <a16:creationId xmlns:a16="http://schemas.microsoft.com/office/drawing/2014/main" id="{1EE08C95-6E24-78D0-4AD6-992A52416963}"/>
                </a:ext>
              </a:extLst>
            </p:cNvPr>
            <p:cNvGrpSpPr/>
            <p:nvPr/>
          </p:nvGrpSpPr>
          <p:grpSpPr>
            <a:xfrm>
              <a:off x="7880947" y="6003196"/>
              <a:ext cx="648000" cy="648000"/>
              <a:chOff x="7865186" y="5021932"/>
              <a:chExt cx="648000" cy="648000"/>
            </a:xfrm>
          </p:grpSpPr>
          <p:sp>
            <p:nvSpPr>
              <p:cNvPr id="52" name="Oval 9">
                <a:extLst>
                  <a:ext uri="{FF2B5EF4-FFF2-40B4-BE49-F238E27FC236}">
                    <a16:creationId xmlns:a16="http://schemas.microsoft.com/office/drawing/2014/main" id="{15DA6935-983C-F553-DDF5-5F06878CC933}"/>
                  </a:ext>
                </a:extLst>
              </p:cNvPr>
              <p:cNvSpPr/>
              <p:nvPr/>
            </p:nvSpPr>
            <p:spPr>
              <a:xfrm>
                <a:off x="7865186" y="5021932"/>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62" name="Shape 7296">
                <a:extLst>
                  <a:ext uri="{FF2B5EF4-FFF2-40B4-BE49-F238E27FC236}">
                    <a16:creationId xmlns:a16="http://schemas.microsoft.com/office/drawing/2014/main" id="{E7D3DCA7-55D3-B17C-DF2E-EB4026FC5635}"/>
                  </a:ext>
                </a:extLst>
              </p:cNvPr>
              <p:cNvSpPr/>
              <p:nvPr/>
            </p:nvSpPr>
            <p:spPr>
              <a:xfrm>
                <a:off x="7955186" y="5111932"/>
                <a:ext cx="468000" cy="468000"/>
              </a:xfrm>
              <a:custGeom>
                <a:avLst/>
                <a:gdLst/>
                <a:ahLst/>
                <a:cxnLst/>
                <a:rect l="0" t="0" r="0" b="0"/>
                <a:pathLst>
                  <a:path w="120000" h="120000" extrusionOk="0">
                    <a:moveTo>
                      <a:pt x="114219" y="43152"/>
                    </a:moveTo>
                    <a:lnTo>
                      <a:pt x="114219" y="43152"/>
                    </a:lnTo>
                    <a:cubicBezTo>
                      <a:pt x="108438" y="43152"/>
                      <a:pt x="108438" y="43152"/>
                      <a:pt x="108438" y="43152"/>
                    </a:cubicBezTo>
                    <a:cubicBezTo>
                      <a:pt x="105647" y="43152"/>
                      <a:pt x="105647" y="43152"/>
                      <a:pt x="105647" y="43152"/>
                    </a:cubicBezTo>
                    <a:cubicBezTo>
                      <a:pt x="90099" y="43152"/>
                      <a:pt x="90099" y="43152"/>
                      <a:pt x="90099" y="43152"/>
                    </a:cubicBezTo>
                    <a:cubicBezTo>
                      <a:pt x="85913" y="43152"/>
                      <a:pt x="84518" y="40394"/>
                      <a:pt x="84518" y="37635"/>
                    </a:cubicBezTo>
                    <a:cubicBezTo>
                      <a:pt x="84518" y="34876"/>
                      <a:pt x="85913" y="31921"/>
                      <a:pt x="90099" y="31921"/>
                    </a:cubicBezTo>
                    <a:cubicBezTo>
                      <a:pt x="100066" y="31921"/>
                      <a:pt x="100066" y="31921"/>
                      <a:pt x="100066" y="31921"/>
                    </a:cubicBezTo>
                    <a:cubicBezTo>
                      <a:pt x="90099" y="19507"/>
                      <a:pt x="76146" y="11034"/>
                      <a:pt x="59202" y="11034"/>
                    </a:cubicBezTo>
                    <a:cubicBezTo>
                      <a:pt x="32491" y="11034"/>
                      <a:pt x="11362" y="33300"/>
                      <a:pt x="11362" y="59901"/>
                    </a:cubicBezTo>
                    <a:cubicBezTo>
                      <a:pt x="11362" y="62660"/>
                      <a:pt x="8372" y="65418"/>
                      <a:pt x="5581" y="65418"/>
                    </a:cubicBezTo>
                    <a:cubicBezTo>
                      <a:pt x="1395" y="65418"/>
                      <a:pt x="0" y="62660"/>
                      <a:pt x="0" y="59901"/>
                    </a:cubicBezTo>
                    <a:lnTo>
                      <a:pt x="0" y="59901"/>
                    </a:lnTo>
                    <a:cubicBezTo>
                      <a:pt x="0" y="26403"/>
                      <a:pt x="26710" y="0"/>
                      <a:pt x="59202" y="0"/>
                    </a:cubicBezTo>
                    <a:cubicBezTo>
                      <a:pt x="80332" y="0"/>
                      <a:pt x="97275" y="9655"/>
                      <a:pt x="108438" y="25024"/>
                    </a:cubicBezTo>
                    <a:cubicBezTo>
                      <a:pt x="108438" y="15369"/>
                      <a:pt x="108438" y="15369"/>
                      <a:pt x="108438" y="15369"/>
                    </a:cubicBezTo>
                    <a:cubicBezTo>
                      <a:pt x="108438" y="12610"/>
                      <a:pt x="111229" y="9655"/>
                      <a:pt x="114219" y="9655"/>
                    </a:cubicBezTo>
                    <a:cubicBezTo>
                      <a:pt x="117009" y="9655"/>
                      <a:pt x="119800" y="12610"/>
                      <a:pt x="119800" y="15369"/>
                    </a:cubicBezTo>
                    <a:cubicBezTo>
                      <a:pt x="119800" y="37635"/>
                      <a:pt x="119800" y="37635"/>
                      <a:pt x="119800" y="37635"/>
                    </a:cubicBezTo>
                    <a:cubicBezTo>
                      <a:pt x="119800" y="40394"/>
                      <a:pt x="117009" y="43152"/>
                      <a:pt x="114219" y="43152"/>
                    </a:cubicBezTo>
                    <a:close/>
                    <a:moveTo>
                      <a:pt x="5581" y="76650"/>
                    </a:moveTo>
                    <a:lnTo>
                      <a:pt x="5581" y="76650"/>
                    </a:lnTo>
                    <a:cubicBezTo>
                      <a:pt x="29501" y="76650"/>
                      <a:pt x="29501" y="76650"/>
                      <a:pt x="29501" y="76650"/>
                    </a:cubicBezTo>
                    <a:cubicBezTo>
                      <a:pt x="32491" y="76650"/>
                      <a:pt x="35282" y="79408"/>
                      <a:pt x="35282" y="82167"/>
                    </a:cubicBezTo>
                    <a:cubicBezTo>
                      <a:pt x="35282" y="84926"/>
                      <a:pt x="32491" y="87684"/>
                      <a:pt x="29501" y="87684"/>
                    </a:cubicBezTo>
                    <a:cubicBezTo>
                      <a:pt x="19734" y="87684"/>
                      <a:pt x="19734" y="87684"/>
                      <a:pt x="19734" y="87684"/>
                    </a:cubicBezTo>
                    <a:cubicBezTo>
                      <a:pt x="28106" y="100295"/>
                      <a:pt x="43654" y="108571"/>
                      <a:pt x="59202" y="108571"/>
                    </a:cubicBezTo>
                    <a:cubicBezTo>
                      <a:pt x="85913" y="108571"/>
                      <a:pt x="108438" y="86305"/>
                      <a:pt x="108438" y="59901"/>
                    </a:cubicBezTo>
                    <a:cubicBezTo>
                      <a:pt x="108438" y="57142"/>
                      <a:pt x="111229" y="54384"/>
                      <a:pt x="114219" y="54384"/>
                    </a:cubicBezTo>
                    <a:cubicBezTo>
                      <a:pt x="117009" y="54384"/>
                      <a:pt x="119800" y="57142"/>
                      <a:pt x="119800" y="59901"/>
                    </a:cubicBezTo>
                    <a:lnTo>
                      <a:pt x="119800" y="59901"/>
                    </a:lnTo>
                    <a:cubicBezTo>
                      <a:pt x="119800" y="93201"/>
                      <a:pt x="92890" y="119802"/>
                      <a:pt x="59202" y="119802"/>
                    </a:cubicBezTo>
                    <a:cubicBezTo>
                      <a:pt x="39468" y="119802"/>
                      <a:pt x="21129" y="109950"/>
                      <a:pt x="11362" y="94581"/>
                    </a:cubicBezTo>
                    <a:cubicBezTo>
                      <a:pt x="11362" y="104433"/>
                      <a:pt x="11362" y="104433"/>
                      <a:pt x="11362" y="104433"/>
                    </a:cubicBezTo>
                    <a:cubicBezTo>
                      <a:pt x="11362" y="107192"/>
                      <a:pt x="8372" y="109950"/>
                      <a:pt x="5581" y="109950"/>
                    </a:cubicBezTo>
                    <a:cubicBezTo>
                      <a:pt x="1395" y="109950"/>
                      <a:pt x="0" y="107192"/>
                      <a:pt x="0" y="104433"/>
                    </a:cubicBezTo>
                    <a:cubicBezTo>
                      <a:pt x="0" y="82167"/>
                      <a:pt x="0" y="82167"/>
                      <a:pt x="0" y="82167"/>
                    </a:cubicBezTo>
                    <a:cubicBezTo>
                      <a:pt x="0" y="79408"/>
                      <a:pt x="1395" y="76650"/>
                      <a:pt x="5581" y="76650"/>
                    </a:cubicBezTo>
                    <a:close/>
                  </a:path>
                </a:pathLst>
              </a:custGeom>
              <a:solidFill>
                <a:schemeClr val="tx1"/>
              </a:solidFill>
              <a:ln>
                <a:noFill/>
              </a:ln>
            </p:spPr>
            <p:txBody>
              <a:bodyPr lIns="45713" tIns="22850" rIns="45713" bIns="22850" anchor="ctr" anchorCtr="0">
                <a:noAutofit/>
              </a:bodyPr>
              <a:lstStyle/>
              <a:p>
                <a:endParaRPr sz="900">
                  <a:solidFill>
                    <a:schemeClr val="dk1"/>
                  </a:solidFill>
                  <a:latin typeface="Calibri"/>
                  <a:ea typeface="Calibri"/>
                  <a:cs typeface="Calibri"/>
                  <a:sym typeface="Calibri"/>
                </a:endParaRPr>
              </a:p>
            </p:txBody>
          </p:sp>
        </p:grpSp>
      </p:grpSp>
      <p:grpSp>
        <p:nvGrpSpPr>
          <p:cNvPr id="116" name="Groupe 115">
            <a:extLst>
              <a:ext uri="{FF2B5EF4-FFF2-40B4-BE49-F238E27FC236}">
                <a16:creationId xmlns:a16="http://schemas.microsoft.com/office/drawing/2014/main" id="{797F0608-D402-5AB8-0C7B-4EED6976CAA2}"/>
              </a:ext>
            </a:extLst>
          </p:cNvPr>
          <p:cNvGrpSpPr/>
          <p:nvPr/>
        </p:nvGrpSpPr>
        <p:grpSpPr>
          <a:xfrm>
            <a:off x="7877160" y="3816850"/>
            <a:ext cx="3842882" cy="648000"/>
            <a:chOff x="7880947" y="3702876"/>
            <a:chExt cx="3842882" cy="648000"/>
          </a:xfrm>
        </p:grpSpPr>
        <p:sp>
          <p:nvSpPr>
            <p:cNvPr id="42" name="TextBox 4">
              <a:extLst>
                <a:ext uri="{FF2B5EF4-FFF2-40B4-BE49-F238E27FC236}">
                  <a16:creationId xmlns:a16="http://schemas.microsoft.com/office/drawing/2014/main" id="{924C5360-539B-76DE-78A6-39212235137F}"/>
                </a:ext>
              </a:extLst>
            </p:cNvPr>
            <p:cNvSpPr txBox="1"/>
            <p:nvPr/>
          </p:nvSpPr>
          <p:spPr>
            <a:xfrm>
              <a:off x="8737615" y="3869910"/>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L’ESB</a:t>
              </a:r>
            </a:p>
          </p:txBody>
        </p:sp>
        <p:grpSp>
          <p:nvGrpSpPr>
            <p:cNvPr id="70" name="Groupe 69">
              <a:extLst>
                <a:ext uri="{FF2B5EF4-FFF2-40B4-BE49-F238E27FC236}">
                  <a16:creationId xmlns:a16="http://schemas.microsoft.com/office/drawing/2014/main" id="{91815772-F57C-9BD1-260E-BD7407A6AF29}"/>
                </a:ext>
              </a:extLst>
            </p:cNvPr>
            <p:cNvGrpSpPr/>
            <p:nvPr/>
          </p:nvGrpSpPr>
          <p:grpSpPr>
            <a:xfrm>
              <a:off x="7880947" y="3702876"/>
              <a:ext cx="648000" cy="648000"/>
              <a:chOff x="7865191" y="2721613"/>
              <a:chExt cx="663756" cy="648000"/>
            </a:xfrm>
          </p:grpSpPr>
          <p:sp>
            <p:nvSpPr>
              <p:cNvPr id="43" name="Oval 9">
                <a:extLst>
                  <a:ext uri="{FF2B5EF4-FFF2-40B4-BE49-F238E27FC236}">
                    <a16:creationId xmlns:a16="http://schemas.microsoft.com/office/drawing/2014/main" id="{6D0E6F7E-AC04-2FCF-FDA1-104EC597C39F}"/>
                  </a:ext>
                </a:extLst>
              </p:cNvPr>
              <p:cNvSpPr/>
              <p:nvPr/>
            </p:nvSpPr>
            <p:spPr>
              <a:xfrm>
                <a:off x="7865191" y="2721613"/>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26" name="Picture 2" descr="Workflow Planning Svg Png Icon Free Download (#464234) - OnlineWebFonts.COM">
                <a:extLst>
                  <a:ext uri="{FF2B5EF4-FFF2-40B4-BE49-F238E27FC236}">
                    <a16:creationId xmlns:a16="http://schemas.microsoft.com/office/drawing/2014/main" id="{BA05EAA6-A966-B77A-899B-580AD6D11C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63095" y="2811639"/>
                <a:ext cx="467949" cy="467949"/>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7" name="Groupe 116">
            <a:extLst>
              <a:ext uri="{FF2B5EF4-FFF2-40B4-BE49-F238E27FC236}">
                <a16:creationId xmlns:a16="http://schemas.microsoft.com/office/drawing/2014/main" id="{A8431C3C-6318-E075-3591-AC823A35EE64}"/>
              </a:ext>
            </a:extLst>
          </p:cNvPr>
          <p:cNvGrpSpPr/>
          <p:nvPr/>
        </p:nvGrpSpPr>
        <p:grpSpPr>
          <a:xfrm>
            <a:off x="7877160" y="4545633"/>
            <a:ext cx="3842882" cy="648000"/>
            <a:chOff x="7880947" y="4469649"/>
            <a:chExt cx="3842882" cy="648000"/>
          </a:xfrm>
        </p:grpSpPr>
        <p:sp>
          <p:nvSpPr>
            <p:cNvPr id="45" name="TextBox 4">
              <a:extLst>
                <a:ext uri="{FF2B5EF4-FFF2-40B4-BE49-F238E27FC236}">
                  <a16:creationId xmlns:a16="http://schemas.microsoft.com/office/drawing/2014/main" id="{C841AE11-0EA3-40DB-73B6-0AABE4F3BE4C}"/>
                </a:ext>
              </a:extLst>
            </p:cNvPr>
            <p:cNvSpPr txBox="1"/>
            <p:nvPr/>
          </p:nvSpPr>
          <p:spPr>
            <a:xfrm>
              <a:off x="8737615" y="4636683"/>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b="1">
                  <a:solidFill>
                    <a:schemeClr val="bg1"/>
                  </a:solidFill>
                </a:rPr>
                <a:t>L’ETL</a:t>
              </a:r>
            </a:p>
          </p:txBody>
        </p:sp>
        <p:grpSp>
          <p:nvGrpSpPr>
            <p:cNvPr id="69" name="Groupe 68">
              <a:extLst>
                <a:ext uri="{FF2B5EF4-FFF2-40B4-BE49-F238E27FC236}">
                  <a16:creationId xmlns:a16="http://schemas.microsoft.com/office/drawing/2014/main" id="{9C075171-309D-8030-88FD-2D97A560502C}"/>
                </a:ext>
              </a:extLst>
            </p:cNvPr>
            <p:cNvGrpSpPr/>
            <p:nvPr/>
          </p:nvGrpSpPr>
          <p:grpSpPr>
            <a:xfrm>
              <a:off x="7880947" y="4469649"/>
              <a:ext cx="648000" cy="648000"/>
              <a:chOff x="7865191" y="3488386"/>
              <a:chExt cx="663756" cy="648000"/>
            </a:xfrm>
          </p:grpSpPr>
          <p:sp>
            <p:nvSpPr>
              <p:cNvPr id="46" name="Oval 9">
                <a:extLst>
                  <a:ext uri="{FF2B5EF4-FFF2-40B4-BE49-F238E27FC236}">
                    <a16:creationId xmlns:a16="http://schemas.microsoft.com/office/drawing/2014/main" id="{D86ABF6A-AD19-C210-19A7-AB48D83723C5}"/>
                  </a:ext>
                </a:extLst>
              </p:cNvPr>
              <p:cNvSpPr/>
              <p:nvPr/>
            </p:nvSpPr>
            <p:spPr>
              <a:xfrm>
                <a:off x="7865191" y="3488386"/>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4" name="Picture 4" descr="Etl - Iconos gratis de computadora">
                <a:extLst>
                  <a:ext uri="{FF2B5EF4-FFF2-40B4-BE49-F238E27FC236}">
                    <a16:creationId xmlns:a16="http://schemas.microsoft.com/office/drawing/2014/main" id="{C41C84D1-577A-4F04-45C7-7AA83061BE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55776" y="3571093"/>
                <a:ext cx="482586" cy="48258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1" name="Groupe 110">
            <a:extLst>
              <a:ext uri="{FF2B5EF4-FFF2-40B4-BE49-F238E27FC236}">
                <a16:creationId xmlns:a16="http://schemas.microsoft.com/office/drawing/2014/main" id="{AD060793-59C3-78F8-CE95-A0ADE7E80C51}"/>
              </a:ext>
            </a:extLst>
          </p:cNvPr>
          <p:cNvGrpSpPr/>
          <p:nvPr/>
        </p:nvGrpSpPr>
        <p:grpSpPr>
          <a:xfrm>
            <a:off x="7877160" y="2359284"/>
            <a:ext cx="3842882" cy="648000"/>
            <a:chOff x="7880947" y="2473254"/>
            <a:chExt cx="3842882" cy="648000"/>
          </a:xfrm>
        </p:grpSpPr>
        <p:sp>
          <p:nvSpPr>
            <p:cNvPr id="39" name="TextBox 4">
              <a:extLst>
                <a:ext uri="{FF2B5EF4-FFF2-40B4-BE49-F238E27FC236}">
                  <a16:creationId xmlns:a16="http://schemas.microsoft.com/office/drawing/2014/main" id="{9F723379-8717-0275-2A6C-9F210CEAD42B}"/>
                </a:ext>
              </a:extLst>
            </p:cNvPr>
            <p:cNvSpPr txBox="1"/>
            <p:nvPr/>
          </p:nvSpPr>
          <p:spPr>
            <a:xfrm>
              <a:off x="8737615" y="2640288"/>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L’API management</a:t>
              </a:r>
            </a:p>
          </p:txBody>
        </p:sp>
        <p:grpSp>
          <p:nvGrpSpPr>
            <p:cNvPr id="68" name="Groupe 67">
              <a:extLst>
                <a:ext uri="{FF2B5EF4-FFF2-40B4-BE49-F238E27FC236}">
                  <a16:creationId xmlns:a16="http://schemas.microsoft.com/office/drawing/2014/main" id="{94183892-46CF-E23A-3839-B305574E8FFC}"/>
                </a:ext>
              </a:extLst>
            </p:cNvPr>
            <p:cNvGrpSpPr/>
            <p:nvPr/>
          </p:nvGrpSpPr>
          <p:grpSpPr>
            <a:xfrm>
              <a:off x="7880947" y="2473254"/>
              <a:ext cx="648000" cy="648000"/>
              <a:chOff x="7865191" y="1954840"/>
              <a:chExt cx="663756" cy="648000"/>
            </a:xfrm>
          </p:grpSpPr>
          <p:sp>
            <p:nvSpPr>
              <p:cNvPr id="40" name="Oval 9">
                <a:extLst>
                  <a:ext uri="{FF2B5EF4-FFF2-40B4-BE49-F238E27FC236}">
                    <a16:creationId xmlns:a16="http://schemas.microsoft.com/office/drawing/2014/main" id="{C0E87504-7ABF-6174-7BAA-D6113F4E76B5}"/>
                  </a:ext>
                </a:extLst>
              </p:cNvPr>
              <p:cNvSpPr/>
              <p:nvPr/>
            </p:nvSpPr>
            <p:spPr>
              <a:xfrm>
                <a:off x="7865191" y="1954840"/>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5" name="Picture 6" descr="Api, management, cog, gear, website icon - Download on Iconfinder">
                <a:extLst>
                  <a:ext uri="{FF2B5EF4-FFF2-40B4-BE49-F238E27FC236}">
                    <a16:creationId xmlns:a16="http://schemas.microsoft.com/office/drawing/2014/main" id="{CEC27BF1-F31E-CA75-4ABB-971F0F722EB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94727" y="2089198"/>
                <a:ext cx="455485" cy="455485"/>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4" name="Groupe 113">
            <a:extLst>
              <a:ext uri="{FF2B5EF4-FFF2-40B4-BE49-F238E27FC236}">
                <a16:creationId xmlns:a16="http://schemas.microsoft.com/office/drawing/2014/main" id="{70A62B58-CD4D-0EB1-8109-25B5A0A1755B}"/>
              </a:ext>
            </a:extLst>
          </p:cNvPr>
          <p:cNvGrpSpPr/>
          <p:nvPr/>
        </p:nvGrpSpPr>
        <p:grpSpPr>
          <a:xfrm>
            <a:off x="7877160" y="901718"/>
            <a:ext cx="3839663" cy="648000"/>
            <a:chOff x="7880947" y="939708"/>
            <a:chExt cx="3839663" cy="648000"/>
          </a:xfrm>
        </p:grpSpPr>
        <p:sp>
          <p:nvSpPr>
            <p:cNvPr id="36" name="TextBox 4">
              <a:extLst>
                <a:ext uri="{FF2B5EF4-FFF2-40B4-BE49-F238E27FC236}">
                  <a16:creationId xmlns:a16="http://schemas.microsoft.com/office/drawing/2014/main" id="{0EE3CCEC-C4DD-276E-0586-816E18291BF8}"/>
                </a:ext>
              </a:extLst>
            </p:cNvPr>
            <p:cNvSpPr txBox="1"/>
            <p:nvPr/>
          </p:nvSpPr>
          <p:spPr>
            <a:xfrm>
              <a:off x="8734396" y="1107866"/>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Plateformes de médiation</a:t>
              </a:r>
            </a:p>
          </p:txBody>
        </p:sp>
        <p:grpSp>
          <p:nvGrpSpPr>
            <p:cNvPr id="67" name="Groupe 66">
              <a:extLst>
                <a:ext uri="{FF2B5EF4-FFF2-40B4-BE49-F238E27FC236}">
                  <a16:creationId xmlns:a16="http://schemas.microsoft.com/office/drawing/2014/main" id="{BB935DDB-705F-EA58-4A42-C38A67D58E3F}"/>
                </a:ext>
              </a:extLst>
            </p:cNvPr>
            <p:cNvGrpSpPr/>
            <p:nvPr/>
          </p:nvGrpSpPr>
          <p:grpSpPr>
            <a:xfrm>
              <a:off x="7880947" y="939708"/>
              <a:ext cx="648000" cy="648000"/>
              <a:chOff x="7865191" y="1188067"/>
              <a:chExt cx="663756" cy="648000"/>
            </a:xfrm>
          </p:grpSpPr>
          <p:sp>
            <p:nvSpPr>
              <p:cNvPr id="37" name="Oval 9">
                <a:extLst>
                  <a:ext uri="{FF2B5EF4-FFF2-40B4-BE49-F238E27FC236}">
                    <a16:creationId xmlns:a16="http://schemas.microsoft.com/office/drawing/2014/main" id="{F95B015E-DB72-9276-EB93-9FB345D474E1}"/>
                  </a:ext>
                </a:extLst>
              </p:cNvPr>
              <p:cNvSpPr/>
              <p:nvPr/>
            </p:nvSpPr>
            <p:spPr>
              <a:xfrm>
                <a:off x="7865191" y="1188067"/>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2" name="Picture 8" descr="Icône Cible, objectif dans Marketing (Outline) icon set">
                <a:extLst>
                  <a:ext uri="{FF2B5EF4-FFF2-40B4-BE49-F238E27FC236}">
                    <a16:creationId xmlns:a16="http://schemas.microsoft.com/office/drawing/2014/main" id="{BDAFF441-00EE-DC2C-4FE0-564B51EF9BE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41645" y="1256643"/>
                <a:ext cx="510848" cy="51084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3" name="Groupe 112">
            <a:extLst>
              <a:ext uri="{FF2B5EF4-FFF2-40B4-BE49-F238E27FC236}">
                <a16:creationId xmlns:a16="http://schemas.microsoft.com/office/drawing/2014/main" id="{382159C3-021D-B3BB-6438-CE906B6FA521}"/>
              </a:ext>
            </a:extLst>
          </p:cNvPr>
          <p:cNvGrpSpPr/>
          <p:nvPr/>
        </p:nvGrpSpPr>
        <p:grpSpPr>
          <a:xfrm>
            <a:off x="7877160" y="1630501"/>
            <a:ext cx="3842882" cy="648000"/>
            <a:chOff x="7880947" y="1706481"/>
            <a:chExt cx="3842882" cy="648000"/>
          </a:xfrm>
        </p:grpSpPr>
        <p:sp>
          <p:nvSpPr>
            <p:cNvPr id="54" name="TextBox 4">
              <a:extLst>
                <a:ext uri="{FF2B5EF4-FFF2-40B4-BE49-F238E27FC236}">
                  <a16:creationId xmlns:a16="http://schemas.microsoft.com/office/drawing/2014/main" id="{5D54B8AE-8409-6AB1-B235-6D655B69E37B}"/>
                </a:ext>
              </a:extLst>
            </p:cNvPr>
            <p:cNvSpPr txBox="1"/>
            <p:nvPr/>
          </p:nvSpPr>
          <p:spPr>
            <a:xfrm>
              <a:off x="8737615" y="1876903"/>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Typologies de flux </a:t>
              </a:r>
            </a:p>
          </p:txBody>
        </p:sp>
        <p:grpSp>
          <p:nvGrpSpPr>
            <p:cNvPr id="73" name="Groupe 72">
              <a:extLst>
                <a:ext uri="{FF2B5EF4-FFF2-40B4-BE49-F238E27FC236}">
                  <a16:creationId xmlns:a16="http://schemas.microsoft.com/office/drawing/2014/main" id="{640BF671-C2E0-7B90-22E4-5ED05B25F21F}"/>
                </a:ext>
              </a:extLst>
            </p:cNvPr>
            <p:cNvGrpSpPr/>
            <p:nvPr/>
          </p:nvGrpSpPr>
          <p:grpSpPr>
            <a:xfrm>
              <a:off x="7880947" y="1706481"/>
              <a:ext cx="648000" cy="648000"/>
              <a:chOff x="7865191" y="5788706"/>
              <a:chExt cx="663756" cy="648000"/>
            </a:xfrm>
          </p:grpSpPr>
          <p:sp>
            <p:nvSpPr>
              <p:cNvPr id="55" name="Oval 9">
                <a:extLst>
                  <a:ext uri="{FF2B5EF4-FFF2-40B4-BE49-F238E27FC236}">
                    <a16:creationId xmlns:a16="http://schemas.microsoft.com/office/drawing/2014/main" id="{8C62FFDF-D06B-043C-E6E9-520CB4B67950}"/>
                  </a:ext>
                </a:extLst>
              </p:cNvPr>
              <p:cNvSpPr/>
              <p:nvPr/>
            </p:nvSpPr>
            <p:spPr>
              <a:xfrm>
                <a:off x="7865191" y="5788706"/>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4" name="Picture 10" descr="Flux de travail - Icônes entreprise gratuites">
                <a:extLst>
                  <a:ext uri="{FF2B5EF4-FFF2-40B4-BE49-F238E27FC236}">
                    <a16:creationId xmlns:a16="http://schemas.microsoft.com/office/drawing/2014/main" id="{E7108A0A-EDD7-B70D-771E-800ED711E42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47416" y="5863053"/>
                <a:ext cx="499306" cy="49930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5" name="Groupe 114">
            <a:extLst>
              <a:ext uri="{FF2B5EF4-FFF2-40B4-BE49-F238E27FC236}">
                <a16:creationId xmlns:a16="http://schemas.microsoft.com/office/drawing/2014/main" id="{9688AF71-F11B-F7F7-1BF1-469F1FE3DA94}"/>
              </a:ext>
            </a:extLst>
          </p:cNvPr>
          <p:cNvGrpSpPr/>
          <p:nvPr/>
        </p:nvGrpSpPr>
        <p:grpSpPr>
          <a:xfrm>
            <a:off x="7877160" y="172935"/>
            <a:ext cx="3846669" cy="648000"/>
            <a:chOff x="7877160" y="172935"/>
            <a:chExt cx="3846669" cy="648000"/>
          </a:xfrm>
        </p:grpSpPr>
        <p:sp>
          <p:nvSpPr>
            <p:cNvPr id="102" name="TextBox 4">
              <a:extLst>
                <a:ext uri="{FF2B5EF4-FFF2-40B4-BE49-F238E27FC236}">
                  <a16:creationId xmlns:a16="http://schemas.microsoft.com/office/drawing/2014/main" id="{08EF1DAE-D77A-794C-3B18-C2C6C135E72E}"/>
                </a:ext>
              </a:extLst>
            </p:cNvPr>
            <p:cNvSpPr txBox="1"/>
            <p:nvPr/>
          </p:nvSpPr>
          <p:spPr>
            <a:xfrm>
              <a:off x="8737615" y="339969"/>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Médiation et urbanisation</a:t>
              </a:r>
            </a:p>
          </p:txBody>
        </p:sp>
        <p:grpSp>
          <p:nvGrpSpPr>
            <p:cNvPr id="76" name="Groupe 75">
              <a:extLst>
                <a:ext uri="{FF2B5EF4-FFF2-40B4-BE49-F238E27FC236}">
                  <a16:creationId xmlns:a16="http://schemas.microsoft.com/office/drawing/2014/main" id="{CE01ABCF-F61E-3F10-719A-B81BE6A61CD4}"/>
                </a:ext>
              </a:extLst>
            </p:cNvPr>
            <p:cNvGrpSpPr/>
            <p:nvPr/>
          </p:nvGrpSpPr>
          <p:grpSpPr>
            <a:xfrm>
              <a:off x="7877160" y="172935"/>
              <a:ext cx="648000" cy="648000"/>
              <a:chOff x="7877160" y="421293"/>
              <a:chExt cx="648000" cy="648000"/>
            </a:xfrm>
          </p:grpSpPr>
          <p:sp>
            <p:nvSpPr>
              <p:cNvPr id="103" name="Oval 9">
                <a:extLst>
                  <a:ext uri="{FF2B5EF4-FFF2-40B4-BE49-F238E27FC236}">
                    <a16:creationId xmlns:a16="http://schemas.microsoft.com/office/drawing/2014/main" id="{8AC00DDB-26A3-6160-4A14-ED454F592BDC}"/>
                  </a:ext>
                </a:extLst>
              </p:cNvPr>
              <p:cNvSpPr/>
              <p:nvPr/>
            </p:nvSpPr>
            <p:spPr>
              <a:xfrm>
                <a:off x="7877160" y="42129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75" name="Shape 7692">
                <a:extLst>
                  <a:ext uri="{FF2B5EF4-FFF2-40B4-BE49-F238E27FC236}">
                    <a16:creationId xmlns:a16="http://schemas.microsoft.com/office/drawing/2014/main" id="{BB65BE64-CCCA-0B16-C0CB-52B00EE5D1D9}"/>
                  </a:ext>
                </a:extLst>
              </p:cNvPr>
              <p:cNvSpPr/>
              <p:nvPr/>
            </p:nvSpPr>
            <p:spPr>
              <a:xfrm>
                <a:off x="7976160" y="520293"/>
                <a:ext cx="450000" cy="450000"/>
              </a:xfrm>
              <a:custGeom>
                <a:avLst/>
                <a:gdLst/>
                <a:ahLst/>
                <a:cxnLst/>
                <a:rect l="0" t="0" r="0" b="0"/>
                <a:pathLst>
                  <a:path w="120000" h="120000" extrusionOk="0">
                    <a:moveTo>
                      <a:pt x="114544" y="44972"/>
                    </a:moveTo>
                    <a:lnTo>
                      <a:pt x="111616" y="48000"/>
                    </a:lnTo>
                    <a:cubicBezTo>
                      <a:pt x="107188" y="46811"/>
                      <a:pt x="102677" y="46233"/>
                      <a:pt x="98194" y="46233"/>
                    </a:cubicBezTo>
                    <a:lnTo>
                      <a:pt x="95277" y="40983"/>
                    </a:lnTo>
                    <a:cubicBezTo>
                      <a:pt x="94733" y="40016"/>
                      <a:pt x="93950" y="39083"/>
                      <a:pt x="93005" y="38538"/>
                    </a:cubicBezTo>
                    <a:cubicBezTo>
                      <a:pt x="92227" y="38088"/>
                      <a:pt x="91344" y="37900"/>
                      <a:pt x="90377" y="38155"/>
                    </a:cubicBezTo>
                    <a:lnTo>
                      <a:pt x="74927" y="42294"/>
                    </a:lnTo>
                    <a:cubicBezTo>
                      <a:pt x="72788" y="42866"/>
                      <a:pt x="72194" y="45138"/>
                      <a:pt x="72094" y="47194"/>
                    </a:cubicBezTo>
                    <a:lnTo>
                      <a:pt x="72200" y="53166"/>
                    </a:lnTo>
                    <a:cubicBezTo>
                      <a:pt x="68294" y="55405"/>
                      <a:pt x="64661" y="58172"/>
                      <a:pt x="61405" y="61427"/>
                    </a:cubicBezTo>
                    <a:lnTo>
                      <a:pt x="55683" y="59788"/>
                    </a:lnTo>
                    <a:cubicBezTo>
                      <a:pt x="53738" y="59244"/>
                      <a:pt x="51327" y="59344"/>
                      <a:pt x="50222" y="61255"/>
                    </a:cubicBezTo>
                    <a:lnTo>
                      <a:pt x="42222" y="75111"/>
                    </a:lnTo>
                    <a:cubicBezTo>
                      <a:pt x="41116" y="77022"/>
                      <a:pt x="42300" y="79050"/>
                      <a:pt x="43683" y="80577"/>
                    </a:cubicBezTo>
                    <a:lnTo>
                      <a:pt x="47961" y="84711"/>
                    </a:lnTo>
                    <a:cubicBezTo>
                      <a:pt x="46772" y="89161"/>
                      <a:pt x="46194" y="93688"/>
                      <a:pt x="46205" y="98188"/>
                    </a:cubicBezTo>
                    <a:lnTo>
                      <a:pt x="40983" y="101088"/>
                    </a:lnTo>
                    <a:cubicBezTo>
                      <a:pt x="39222" y="102072"/>
                      <a:pt x="37583" y="103850"/>
                      <a:pt x="38155" y="105983"/>
                    </a:cubicBezTo>
                    <a:lnTo>
                      <a:pt x="40450" y="114550"/>
                    </a:lnTo>
                    <a:lnTo>
                      <a:pt x="10911" y="114550"/>
                    </a:lnTo>
                    <a:cubicBezTo>
                      <a:pt x="7900" y="114550"/>
                      <a:pt x="5455" y="112100"/>
                      <a:pt x="5455" y="109088"/>
                    </a:cubicBezTo>
                    <a:lnTo>
                      <a:pt x="5455" y="62727"/>
                    </a:lnTo>
                    <a:lnTo>
                      <a:pt x="10727" y="62727"/>
                    </a:lnTo>
                    <a:cubicBezTo>
                      <a:pt x="12933" y="62727"/>
                      <a:pt x="14100" y="60688"/>
                      <a:pt x="14727" y="58727"/>
                    </a:cubicBezTo>
                    <a:lnTo>
                      <a:pt x="16183" y="52905"/>
                    </a:lnTo>
                    <a:cubicBezTo>
                      <a:pt x="20616" y="51722"/>
                      <a:pt x="24811" y="49961"/>
                      <a:pt x="28688" y="47722"/>
                    </a:cubicBezTo>
                    <a:lnTo>
                      <a:pt x="33838" y="50811"/>
                    </a:lnTo>
                    <a:cubicBezTo>
                      <a:pt x="34861" y="51338"/>
                      <a:pt x="36022" y="51761"/>
                      <a:pt x="37116" y="51761"/>
                    </a:cubicBezTo>
                    <a:cubicBezTo>
                      <a:pt x="37983" y="51761"/>
                      <a:pt x="38805" y="51500"/>
                      <a:pt x="39500" y="50811"/>
                    </a:cubicBezTo>
                    <a:lnTo>
                      <a:pt x="50811" y="39494"/>
                    </a:lnTo>
                    <a:cubicBezTo>
                      <a:pt x="52372" y="37933"/>
                      <a:pt x="51844" y="35577"/>
                      <a:pt x="50811" y="33838"/>
                    </a:cubicBezTo>
                    <a:lnTo>
                      <a:pt x="47738" y="28716"/>
                    </a:lnTo>
                    <a:cubicBezTo>
                      <a:pt x="49994" y="24827"/>
                      <a:pt x="51761" y="20616"/>
                      <a:pt x="52950" y="16172"/>
                    </a:cubicBezTo>
                    <a:lnTo>
                      <a:pt x="58727" y="14727"/>
                    </a:lnTo>
                    <a:cubicBezTo>
                      <a:pt x="60688" y="14100"/>
                      <a:pt x="62727" y="12933"/>
                      <a:pt x="62727" y="10727"/>
                    </a:cubicBezTo>
                    <a:lnTo>
                      <a:pt x="62727" y="5455"/>
                    </a:lnTo>
                    <a:lnTo>
                      <a:pt x="109088" y="5455"/>
                    </a:lnTo>
                    <a:cubicBezTo>
                      <a:pt x="112100" y="5455"/>
                      <a:pt x="114544" y="7894"/>
                      <a:pt x="114544" y="10911"/>
                    </a:cubicBezTo>
                    <a:cubicBezTo>
                      <a:pt x="114544" y="10911"/>
                      <a:pt x="114544" y="44972"/>
                      <a:pt x="114544" y="44972"/>
                    </a:cubicBezTo>
                    <a:close/>
                    <a:moveTo>
                      <a:pt x="114544" y="69966"/>
                    </a:moveTo>
                    <a:cubicBezTo>
                      <a:pt x="109722" y="67155"/>
                      <a:pt x="104166" y="65455"/>
                      <a:pt x="98183" y="65455"/>
                    </a:cubicBezTo>
                    <a:cubicBezTo>
                      <a:pt x="80105" y="65455"/>
                      <a:pt x="65455" y="80105"/>
                      <a:pt x="65455" y="98183"/>
                    </a:cubicBezTo>
                    <a:cubicBezTo>
                      <a:pt x="65455" y="104172"/>
                      <a:pt x="67155" y="109722"/>
                      <a:pt x="69966" y="114550"/>
                    </a:cubicBezTo>
                    <a:lnTo>
                      <a:pt x="46100" y="114550"/>
                    </a:lnTo>
                    <a:lnTo>
                      <a:pt x="43750" y="105788"/>
                    </a:lnTo>
                    <a:lnTo>
                      <a:pt x="48855" y="102955"/>
                    </a:lnTo>
                    <a:cubicBezTo>
                      <a:pt x="50588" y="101988"/>
                      <a:pt x="51661" y="100155"/>
                      <a:pt x="51661" y="98172"/>
                    </a:cubicBezTo>
                    <a:cubicBezTo>
                      <a:pt x="51655" y="94100"/>
                      <a:pt x="52177" y="90044"/>
                      <a:pt x="53233" y="86122"/>
                    </a:cubicBezTo>
                    <a:cubicBezTo>
                      <a:pt x="53744" y="84211"/>
                      <a:pt x="53177" y="82172"/>
                      <a:pt x="51755" y="80794"/>
                    </a:cubicBezTo>
                    <a:lnTo>
                      <a:pt x="47622" y="76794"/>
                    </a:lnTo>
                    <a:cubicBezTo>
                      <a:pt x="47605" y="76777"/>
                      <a:pt x="47588" y="76761"/>
                      <a:pt x="47577" y="76738"/>
                    </a:cubicBezTo>
                    <a:lnTo>
                      <a:pt x="54311" y="65072"/>
                    </a:lnTo>
                    <a:lnTo>
                      <a:pt x="59905" y="66672"/>
                    </a:lnTo>
                    <a:cubicBezTo>
                      <a:pt x="61811" y="67216"/>
                      <a:pt x="63861" y="66683"/>
                      <a:pt x="65266" y="65283"/>
                    </a:cubicBezTo>
                    <a:cubicBezTo>
                      <a:pt x="68133" y="62411"/>
                      <a:pt x="71377" y="59927"/>
                      <a:pt x="74916" y="57894"/>
                    </a:cubicBezTo>
                    <a:cubicBezTo>
                      <a:pt x="76633" y="56905"/>
                      <a:pt x="77683" y="55061"/>
                      <a:pt x="77650" y="53077"/>
                    </a:cubicBezTo>
                    <a:lnTo>
                      <a:pt x="77555" y="47300"/>
                    </a:lnTo>
                    <a:lnTo>
                      <a:pt x="77555" y="47238"/>
                    </a:lnTo>
                    <a:lnTo>
                      <a:pt x="90577" y="43750"/>
                    </a:lnTo>
                    <a:lnTo>
                      <a:pt x="93427" y="48883"/>
                    </a:lnTo>
                    <a:cubicBezTo>
                      <a:pt x="93916" y="49766"/>
                      <a:pt x="94622" y="50472"/>
                      <a:pt x="95466" y="50955"/>
                    </a:cubicBezTo>
                    <a:cubicBezTo>
                      <a:pt x="96277" y="51427"/>
                      <a:pt x="97216" y="51688"/>
                      <a:pt x="98194" y="51688"/>
                    </a:cubicBezTo>
                    <a:cubicBezTo>
                      <a:pt x="102261" y="51688"/>
                      <a:pt x="106305" y="52216"/>
                      <a:pt x="110205" y="53272"/>
                    </a:cubicBezTo>
                    <a:cubicBezTo>
                      <a:pt x="111700" y="53666"/>
                      <a:pt x="113272" y="53394"/>
                      <a:pt x="114544" y="52577"/>
                    </a:cubicBezTo>
                    <a:cubicBezTo>
                      <a:pt x="114544" y="52577"/>
                      <a:pt x="114544" y="69966"/>
                      <a:pt x="114544" y="69966"/>
                    </a:cubicBezTo>
                    <a:close/>
                    <a:moveTo>
                      <a:pt x="114544" y="85972"/>
                    </a:moveTo>
                    <a:lnTo>
                      <a:pt x="106072" y="90683"/>
                    </a:lnTo>
                    <a:cubicBezTo>
                      <a:pt x="104083" y="88588"/>
                      <a:pt x="101294" y="87272"/>
                      <a:pt x="98183" y="87272"/>
                    </a:cubicBezTo>
                    <a:cubicBezTo>
                      <a:pt x="95072" y="87272"/>
                      <a:pt x="92277" y="88588"/>
                      <a:pt x="90294" y="90683"/>
                    </a:cubicBezTo>
                    <a:lnTo>
                      <a:pt x="75794" y="82627"/>
                    </a:lnTo>
                    <a:cubicBezTo>
                      <a:pt x="80722" y="75550"/>
                      <a:pt x="88905" y="70911"/>
                      <a:pt x="98183" y="70911"/>
                    </a:cubicBezTo>
                    <a:cubicBezTo>
                      <a:pt x="104350" y="70911"/>
                      <a:pt x="109988" y="73005"/>
                      <a:pt x="114544" y="76466"/>
                    </a:cubicBezTo>
                    <a:cubicBezTo>
                      <a:pt x="114544" y="76466"/>
                      <a:pt x="114544" y="85972"/>
                      <a:pt x="114544" y="85972"/>
                    </a:cubicBezTo>
                    <a:close/>
                    <a:moveTo>
                      <a:pt x="114544" y="109088"/>
                    </a:moveTo>
                    <a:cubicBezTo>
                      <a:pt x="114544" y="112100"/>
                      <a:pt x="112100" y="114550"/>
                      <a:pt x="109088" y="114550"/>
                    </a:cubicBezTo>
                    <a:lnTo>
                      <a:pt x="100911" y="114550"/>
                    </a:lnTo>
                    <a:lnTo>
                      <a:pt x="100911" y="108705"/>
                    </a:lnTo>
                    <a:cubicBezTo>
                      <a:pt x="105605" y="107488"/>
                      <a:pt x="109088" y="103261"/>
                      <a:pt x="109088" y="98183"/>
                    </a:cubicBezTo>
                    <a:cubicBezTo>
                      <a:pt x="109088" y="97233"/>
                      <a:pt x="108933" y="96327"/>
                      <a:pt x="108705" y="95455"/>
                    </a:cubicBezTo>
                    <a:lnTo>
                      <a:pt x="114544" y="92211"/>
                    </a:lnTo>
                    <a:cubicBezTo>
                      <a:pt x="114544" y="92211"/>
                      <a:pt x="114544" y="109088"/>
                      <a:pt x="114544" y="109088"/>
                    </a:cubicBezTo>
                    <a:close/>
                    <a:moveTo>
                      <a:pt x="92727" y="98183"/>
                    </a:moveTo>
                    <a:cubicBezTo>
                      <a:pt x="92727" y="95172"/>
                      <a:pt x="95172" y="92727"/>
                      <a:pt x="98183" y="92727"/>
                    </a:cubicBezTo>
                    <a:cubicBezTo>
                      <a:pt x="101188" y="92727"/>
                      <a:pt x="103638" y="95172"/>
                      <a:pt x="103638" y="98183"/>
                    </a:cubicBezTo>
                    <a:cubicBezTo>
                      <a:pt x="103638" y="101194"/>
                      <a:pt x="101188" y="103638"/>
                      <a:pt x="98183" y="103638"/>
                    </a:cubicBezTo>
                    <a:cubicBezTo>
                      <a:pt x="95172" y="103638"/>
                      <a:pt x="92727" y="101194"/>
                      <a:pt x="92727" y="98183"/>
                    </a:cubicBezTo>
                    <a:moveTo>
                      <a:pt x="95455" y="114550"/>
                    </a:moveTo>
                    <a:lnTo>
                      <a:pt x="76427" y="114550"/>
                    </a:lnTo>
                    <a:cubicBezTo>
                      <a:pt x="72988" y="109983"/>
                      <a:pt x="70911" y="104338"/>
                      <a:pt x="70911" y="98183"/>
                    </a:cubicBezTo>
                    <a:cubicBezTo>
                      <a:pt x="70911" y="94344"/>
                      <a:pt x="71705" y="90700"/>
                      <a:pt x="73138" y="87388"/>
                    </a:cubicBezTo>
                    <a:lnTo>
                      <a:pt x="87661" y="95455"/>
                    </a:lnTo>
                    <a:cubicBezTo>
                      <a:pt x="87433" y="96327"/>
                      <a:pt x="87272" y="97233"/>
                      <a:pt x="87272" y="98183"/>
                    </a:cubicBezTo>
                    <a:cubicBezTo>
                      <a:pt x="87272" y="103261"/>
                      <a:pt x="90755" y="107488"/>
                      <a:pt x="95455" y="108705"/>
                    </a:cubicBezTo>
                    <a:cubicBezTo>
                      <a:pt x="95455" y="108705"/>
                      <a:pt x="95455" y="114550"/>
                      <a:pt x="95455" y="114550"/>
                    </a:cubicBezTo>
                    <a:close/>
                    <a:moveTo>
                      <a:pt x="5455" y="29866"/>
                    </a:moveTo>
                    <a:cubicBezTo>
                      <a:pt x="18338" y="28583"/>
                      <a:pt x="28583" y="18338"/>
                      <a:pt x="29861" y="5455"/>
                    </a:cubicBezTo>
                    <a:lnTo>
                      <a:pt x="57272" y="5455"/>
                    </a:lnTo>
                    <a:lnTo>
                      <a:pt x="57272" y="9461"/>
                    </a:lnTo>
                    <a:cubicBezTo>
                      <a:pt x="57250" y="9472"/>
                      <a:pt x="57233" y="9477"/>
                      <a:pt x="57211" y="9483"/>
                    </a:cubicBezTo>
                    <a:lnTo>
                      <a:pt x="51627" y="10877"/>
                    </a:lnTo>
                    <a:cubicBezTo>
                      <a:pt x="49705" y="11361"/>
                      <a:pt x="48194" y="12850"/>
                      <a:pt x="47683" y="14761"/>
                    </a:cubicBezTo>
                    <a:cubicBezTo>
                      <a:pt x="46633" y="18683"/>
                      <a:pt x="45066" y="22455"/>
                      <a:pt x="43022" y="25977"/>
                    </a:cubicBezTo>
                    <a:cubicBezTo>
                      <a:pt x="42022" y="27700"/>
                      <a:pt x="42038" y="29822"/>
                      <a:pt x="43061" y="31522"/>
                    </a:cubicBezTo>
                    <a:lnTo>
                      <a:pt x="46066" y="36527"/>
                    </a:lnTo>
                    <a:lnTo>
                      <a:pt x="36533" y="46061"/>
                    </a:lnTo>
                    <a:cubicBezTo>
                      <a:pt x="36516" y="46055"/>
                      <a:pt x="36494" y="46044"/>
                      <a:pt x="36477" y="46033"/>
                    </a:cubicBezTo>
                    <a:lnTo>
                      <a:pt x="31494" y="43044"/>
                    </a:lnTo>
                    <a:cubicBezTo>
                      <a:pt x="30627" y="42527"/>
                      <a:pt x="29661" y="42266"/>
                      <a:pt x="28688" y="42266"/>
                    </a:cubicBezTo>
                    <a:cubicBezTo>
                      <a:pt x="27750" y="42266"/>
                      <a:pt x="26805" y="42511"/>
                      <a:pt x="25961" y="42994"/>
                    </a:cubicBezTo>
                    <a:cubicBezTo>
                      <a:pt x="22438" y="45033"/>
                      <a:pt x="18677" y="46594"/>
                      <a:pt x="14772" y="47638"/>
                    </a:cubicBezTo>
                    <a:cubicBezTo>
                      <a:pt x="12861" y="48144"/>
                      <a:pt x="11372" y="49655"/>
                      <a:pt x="10888" y="51583"/>
                    </a:cubicBezTo>
                    <a:lnTo>
                      <a:pt x="9483" y="57211"/>
                    </a:lnTo>
                    <a:cubicBezTo>
                      <a:pt x="9477" y="57233"/>
                      <a:pt x="9472" y="57250"/>
                      <a:pt x="9461" y="57277"/>
                    </a:cubicBezTo>
                    <a:lnTo>
                      <a:pt x="5455" y="57277"/>
                    </a:lnTo>
                    <a:cubicBezTo>
                      <a:pt x="5455" y="57277"/>
                      <a:pt x="5455" y="29866"/>
                      <a:pt x="5455" y="29866"/>
                    </a:cubicBezTo>
                    <a:close/>
                    <a:moveTo>
                      <a:pt x="5455" y="10911"/>
                    </a:moveTo>
                    <a:cubicBezTo>
                      <a:pt x="5455" y="7894"/>
                      <a:pt x="7900" y="5455"/>
                      <a:pt x="10911" y="5455"/>
                    </a:cubicBezTo>
                    <a:lnTo>
                      <a:pt x="24355" y="5455"/>
                    </a:lnTo>
                    <a:cubicBezTo>
                      <a:pt x="23122" y="15322"/>
                      <a:pt x="15322" y="23122"/>
                      <a:pt x="5455" y="24355"/>
                    </a:cubicBezTo>
                    <a:cubicBezTo>
                      <a:pt x="5455" y="24355"/>
                      <a:pt x="5455" y="10911"/>
                      <a:pt x="5455" y="10911"/>
                    </a:cubicBezTo>
                    <a:close/>
                    <a:moveTo>
                      <a:pt x="109088" y="0"/>
                    </a:moveTo>
                    <a:lnTo>
                      <a:pt x="10911" y="0"/>
                    </a:lnTo>
                    <a:cubicBezTo>
                      <a:pt x="4883" y="0"/>
                      <a:pt x="0" y="4883"/>
                      <a:pt x="0" y="10911"/>
                    </a:cubicBezTo>
                    <a:lnTo>
                      <a:pt x="0" y="109088"/>
                    </a:lnTo>
                    <a:cubicBezTo>
                      <a:pt x="0" y="115116"/>
                      <a:pt x="4883" y="120000"/>
                      <a:pt x="10911" y="120000"/>
                    </a:cubicBezTo>
                    <a:lnTo>
                      <a:pt x="109088" y="120000"/>
                    </a:lnTo>
                    <a:cubicBezTo>
                      <a:pt x="115116" y="120000"/>
                      <a:pt x="120000" y="115116"/>
                      <a:pt x="120000" y="109088"/>
                    </a:cubicBezTo>
                    <a:lnTo>
                      <a:pt x="120000" y="10911"/>
                    </a:lnTo>
                    <a:cubicBezTo>
                      <a:pt x="120000" y="4883"/>
                      <a:pt x="115116" y="0"/>
                      <a:pt x="109088" y="0"/>
                    </a:cubicBezTo>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grpSp>
      </p:grpSp>
      <p:grpSp>
        <p:nvGrpSpPr>
          <p:cNvPr id="82" name="Groupe 81">
            <a:extLst>
              <a:ext uri="{FF2B5EF4-FFF2-40B4-BE49-F238E27FC236}">
                <a16:creationId xmlns:a16="http://schemas.microsoft.com/office/drawing/2014/main" id="{E70F0B52-5F52-96BF-AEB5-7BB561F58AF7}"/>
              </a:ext>
            </a:extLst>
          </p:cNvPr>
          <p:cNvGrpSpPr>
            <a:grpSpLocks noChangeAspect="1"/>
          </p:cNvGrpSpPr>
          <p:nvPr/>
        </p:nvGrpSpPr>
        <p:grpSpPr>
          <a:xfrm>
            <a:off x="102722" y="3105000"/>
            <a:ext cx="648000" cy="648000"/>
            <a:chOff x="7838379" y="2027071"/>
            <a:chExt cx="748248" cy="748248"/>
          </a:xfrm>
        </p:grpSpPr>
        <p:sp>
          <p:nvSpPr>
            <p:cNvPr id="83" name="Oval 9">
              <a:extLst>
                <a:ext uri="{FF2B5EF4-FFF2-40B4-BE49-F238E27FC236}">
                  <a16:creationId xmlns:a16="http://schemas.microsoft.com/office/drawing/2014/main" id="{09E29480-55AA-1E9C-126F-CA7521CCEBF8}"/>
                </a:ext>
              </a:extLst>
            </p:cNvPr>
            <p:cNvSpPr/>
            <p:nvPr/>
          </p:nvSpPr>
          <p:spPr>
            <a:xfrm>
              <a:off x="7838379" y="2027071"/>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en-US" sz="2800" spc="300">
                <a:latin typeface="Arial" charset="0"/>
                <a:ea typeface="Arial" charset="0"/>
                <a:cs typeface="Arial" charset="0"/>
              </a:endParaRPr>
            </a:p>
          </p:txBody>
        </p:sp>
        <p:pic>
          <p:nvPicPr>
            <p:cNvPr id="84" name="Picture 4">
              <a:extLst>
                <a:ext uri="{FF2B5EF4-FFF2-40B4-BE49-F238E27FC236}">
                  <a16:creationId xmlns:a16="http://schemas.microsoft.com/office/drawing/2014/main" id="{F8A65C2C-4798-8D41-7566-F72A0D96507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49721" y="2151620"/>
              <a:ext cx="513183" cy="513183"/>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Box 4">
            <a:extLst>
              <a:ext uri="{FF2B5EF4-FFF2-40B4-BE49-F238E27FC236}">
                <a16:creationId xmlns:a16="http://schemas.microsoft.com/office/drawing/2014/main" id="{5410D7A1-EE28-F118-3AD3-0D94CEF620E9}"/>
              </a:ext>
            </a:extLst>
          </p:cNvPr>
          <p:cNvSpPr txBox="1"/>
          <p:nvPr/>
        </p:nvSpPr>
        <p:spPr>
          <a:xfrm>
            <a:off x="8733828" y="3255101"/>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a:t>
            </a:r>
            <a:r>
              <a:rPr lang="fr-FR" b="1">
                <a:solidFill>
                  <a:schemeClr val="bg1"/>
                </a:solidFill>
              </a:rPr>
              <a:t> </a:t>
            </a:r>
            <a:r>
              <a:rPr lang="fr-FR"/>
              <a:t>MOM</a:t>
            </a:r>
          </a:p>
        </p:txBody>
      </p:sp>
      <p:grpSp>
        <p:nvGrpSpPr>
          <p:cNvPr id="3" name="Groupe 2">
            <a:extLst>
              <a:ext uri="{FF2B5EF4-FFF2-40B4-BE49-F238E27FC236}">
                <a16:creationId xmlns:a16="http://schemas.microsoft.com/office/drawing/2014/main" id="{4C6D1DA7-B7F6-CEB4-266C-78A129CEFEE2}"/>
              </a:ext>
            </a:extLst>
          </p:cNvPr>
          <p:cNvGrpSpPr/>
          <p:nvPr/>
        </p:nvGrpSpPr>
        <p:grpSpPr>
          <a:xfrm>
            <a:off x="7877160" y="3088067"/>
            <a:ext cx="648000" cy="648000"/>
            <a:chOff x="7877160" y="3088067"/>
            <a:chExt cx="648000" cy="648000"/>
          </a:xfrm>
        </p:grpSpPr>
        <p:sp>
          <p:nvSpPr>
            <p:cNvPr id="105" name="Oval 9">
              <a:extLst>
                <a:ext uri="{FF2B5EF4-FFF2-40B4-BE49-F238E27FC236}">
                  <a16:creationId xmlns:a16="http://schemas.microsoft.com/office/drawing/2014/main" id="{D63109E9-2F41-3CC4-4E40-97907A5791DA}"/>
                </a:ext>
              </a:extLst>
            </p:cNvPr>
            <p:cNvSpPr/>
            <p:nvPr/>
          </p:nvSpPr>
          <p:spPr>
            <a:xfrm>
              <a:off x="7877160" y="3088067"/>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9570" name="Picture 2" descr="middleware Vector Icons free download in SVG, PNG Format">
              <a:extLst>
                <a:ext uri="{FF2B5EF4-FFF2-40B4-BE49-F238E27FC236}">
                  <a16:creationId xmlns:a16="http://schemas.microsoft.com/office/drawing/2014/main" id="{DDE30AC4-C8CA-1BB5-B7B1-9AA4B3DDCE5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03266" y="3214173"/>
              <a:ext cx="440945" cy="440945"/>
            </a:xfrm>
            <a:prstGeom prst="rect">
              <a:avLst/>
            </a:prstGeom>
            <a:noFill/>
            <a:extLst>
              <a:ext uri="{909E8E84-426E-40DD-AFC4-6F175D3DCCD1}">
                <a14:hiddenFill xmlns:a14="http://schemas.microsoft.com/office/drawing/2010/main">
                  <a:solidFill>
                    <a:srgbClr val="FFFFFF"/>
                  </a:solidFill>
                </a14:hiddenFill>
              </a:ext>
            </a:extLst>
          </p:spPr>
        </p:pic>
      </p:grpSp>
      <p:pic>
        <p:nvPicPr>
          <p:cNvPr id="2" name="Picture 2">
            <a:extLst>
              <a:ext uri="{FF2B5EF4-FFF2-40B4-BE49-F238E27FC236}">
                <a16:creationId xmlns:a16="http://schemas.microsoft.com/office/drawing/2014/main" id="{AD1D0F4F-0558-4EB2-5BFF-F481319BD29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61990" y="5029849"/>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52062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21B8BAE8-691F-6092-F04F-375F66F4BC15}"/>
              </a:ext>
            </a:extLst>
          </p:cNvPr>
          <p:cNvSpPr>
            <a:spLocks noGrp="1"/>
          </p:cNvSpPr>
          <p:nvPr>
            <p:ph type="body" sz="quarter" idx="35"/>
          </p:nvPr>
        </p:nvSpPr>
        <p:spPr/>
        <p:txBody>
          <a:bodyPr/>
          <a:lstStyle/>
          <a:p>
            <a:r>
              <a:rPr lang="fr-FR"/>
              <a:t>Définition</a:t>
            </a:r>
          </a:p>
        </p:txBody>
      </p:sp>
      <p:sp>
        <p:nvSpPr>
          <p:cNvPr id="3" name="Espace réservé du texte 2">
            <a:extLst>
              <a:ext uri="{FF2B5EF4-FFF2-40B4-BE49-F238E27FC236}">
                <a16:creationId xmlns:a16="http://schemas.microsoft.com/office/drawing/2014/main" id="{7BC15389-3F03-534A-2C67-1DAFD30B6EE6}"/>
              </a:ext>
            </a:extLst>
          </p:cNvPr>
          <p:cNvSpPr>
            <a:spLocks noGrp="1"/>
          </p:cNvSpPr>
          <p:nvPr>
            <p:ph type="body" sz="quarter" idx="10"/>
          </p:nvPr>
        </p:nvSpPr>
        <p:spPr/>
        <p:txBody>
          <a:bodyPr/>
          <a:lstStyle/>
          <a:p>
            <a:r>
              <a:rPr lang="fr-FR"/>
              <a:t>L’</a:t>
            </a:r>
            <a:r>
              <a:rPr lang="fr-FR" err="1"/>
              <a:t>Extract</a:t>
            </a:r>
            <a:r>
              <a:rPr lang="fr-FR"/>
              <a:t>-TRANSFORM-LOAD - ETL</a:t>
            </a:r>
          </a:p>
        </p:txBody>
      </p:sp>
      <p:sp>
        <p:nvSpPr>
          <p:cNvPr id="8" name="Rectangle 7">
            <a:extLst>
              <a:ext uri="{FF2B5EF4-FFF2-40B4-BE49-F238E27FC236}">
                <a16:creationId xmlns:a16="http://schemas.microsoft.com/office/drawing/2014/main" id="{768F5183-C447-D68C-9BA9-7D388578E5A6}"/>
              </a:ext>
            </a:extLst>
          </p:cNvPr>
          <p:cNvSpPr/>
          <p:nvPr/>
        </p:nvSpPr>
        <p:spPr>
          <a:xfrm>
            <a:off x="1995792" y="1533242"/>
            <a:ext cx="8200416"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fr-FR" sz="3600" b="1" err="1">
                <a:solidFill>
                  <a:schemeClr val="accent1">
                    <a:lumMod val="50000"/>
                  </a:schemeClr>
                </a:solidFill>
              </a:rPr>
              <a:t>Extract</a:t>
            </a:r>
            <a:r>
              <a:rPr lang="fr-FR" sz="3600" b="1">
                <a:solidFill>
                  <a:schemeClr val="accent1">
                    <a:lumMod val="50000"/>
                  </a:schemeClr>
                </a:solidFill>
              </a:rPr>
              <a:t> </a:t>
            </a:r>
            <a:r>
              <a:rPr lang="fr-FR" sz="3600" b="1" err="1">
                <a:solidFill>
                  <a:schemeClr val="accent1">
                    <a:lumMod val="50000"/>
                  </a:schemeClr>
                </a:solidFill>
              </a:rPr>
              <a:t>Transform</a:t>
            </a:r>
            <a:r>
              <a:rPr lang="fr-FR" sz="3600" b="1">
                <a:solidFill>
                  <a:schemeClr val="accent1">
                    <a:lumMod val="50000"/>
                  </a:schemeClr>
                </a:solidFill>
              </a:rPr>
              <a:t> </a:t>
            </a:r>
            <a:r>
              <a:rPr lang="fr-FR" sz="3600" b="1" err="1">
                <a:solidFill>
                  <a:schemeClr val="accent1">
                    <a:lumMod val="50000"/>
                  </a:schemeClr>
                </a:solidFill>
              </a:rPr>
              <a:t>Load</a:t>
            </a:r>
            <a:r>
              <a:rPr lang="fr-FR" sz="3600" b="1">
                <a:solidFill>
                  <a:schemeClr val="accent1">
                    <a:lumMod val="50000"/>
                  </a:schemeClr>
                </a:solidFill>
              </a:rPr>
              <a:t> - Définition</a:t>
            </a:r>
            <a:endParaRPr lang="fr-FR" b="1">
              <a:solidFill>
                <a:schemeClr val="accent1">
                  <a:lumMod val="50000"/>
                </a:schemeClr>
              </a:solidFill>
            </a:endParaRPr>
          </a:p>
        </p:txBody>
      </p:sp>
      <p:grpSp>
        <p:nvGrpSpPr>
          <p:cNvPr id="18" name="Groupe 17">
            <a:extLst>
              <a:ext uri="{FF2B5EF4-FFF2-40B4-BE49-F238E27FC236}">
                <a16:creationId xmlns:a16="http://schemas.microsoft.com/office/drawing/2014/main" id="{49C766DB-D0D2-3C84-FE72-D1C14B23CDDA}"/>
              </a:ext>
            </a:extLst>
          </p:cNvPr>
          <p:cNvGrpSpPr/>
          <p:nvPr/>
        </p:nvGrpSpPr>
        <p:grpSpPr>
          <a:xfrm>
            <a:off x="715370" y="2535559"/>
            <a:ext cx="10761260" cy="3630740"/>
            <a:chOff x="699604" y="2708980"/>
            <a:chExt cx="10761260" cy="3630740"/>
          </a:xfrm>
        </p:grpSpPr>
        <p:sp>
          <p:nvSpPr>
            <p:cNvPr id="4" name="Rectangle 3">
              <a:extLst>
                <a:ext uri="{FF2B5EF4-FFF2-40B4-BE49-F238E27FC236}">
                  <a16:creationId xmlns:a16="http://schemas.microsoft.com/office/drawing/2014/main" id="{D85F4CFD-8EE9-4061-BD69-2856B2866F57}"/>
                </a:ext>
              </a:extLst>
            </p:cNvPr>
            <p:cNvSpPr/>
            <p:nvPr/>
          </p:nvSpPr>
          <p:spPr>
            <a:xfrm>
              <a:off x="1084934" y="2982859"/>
              <a:ext cx="9990600" cy="325935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just">
                <a:lnSpc>
                  <a:spcPts val="2980"/>
                </a:lnSpc>
              </a:pPr>
              <a:r>
                <a:rPr lang="fr-FR" sz="2400" dirty="0">
                  <a:solidFill>
                    <a:schemeClr val="tx2">
                      <a:lumMod val="50000"/>
                    </a:schemeClr>
                  </a:solidFill>
                </a:rPr>
                <a:t>Est un </a:t>
              </a:r>
              <a:r>
                <a:rPr lang="fr-FR" sz="2400" b="1" dirty="0">
                  <a:solidFill>
                    <a:schemeClr val="tx1"/>
                  </a:solidFill>
                </a:rPr>
                <a:t>service de médiation </a:t>
              </a:r>
              <a:r>
                <a:rPr lang="fr-FR" sz="2400" dirty="0">
                  <a:solidFill>
                    <a:schemeClr val="tx2">
                      <a:lumMod val="50000"/>
                    </a:schemeClr>
                  </a:solidFill>
                </a:rPr>
                <a:t>à la </a:t>
              </a:r>
              <a:r>
                <a:rPr lang="fr-FR" sz="2400" b="1" dirty="0">
                  <a:solidFill>
                    <a:schemeClr val="tx1"/>
                  </a:solidFill>
                </a:rPr>
                <a:t>base du socle de l’intégration applicative</a:t>
              </a:r>
              <a:r>
                <a:rPr lang="fr-FR" sz="2400" dirty="0">
                  <a:solidFill>
                    <a:schemeClr val="tx2">
                      <a:lumMod val="50000"/>
                    </a:schemeClr>
                  </a:solidFill>
                </a:rPr>
                <a:t>, assurant </a:t>
              </a:r>
              <a:r>
                <a:rPr lang="fr-FR" sz="2400" b="1" dirty="0">
                  <a:solidFill>
                    <a:schemeClr val="tx2">
                      <a:lumMod val="50000"/>
                    </a:schemeClr>
                  </a:solidFill>
                </a:rPr>
                <a:t>l’</a:t>
              </a:r>
              <a:r>
                <a:rPr lang="fr-FR" sz="2400" b="1" dirty="0" err="1">
                  <a:solidFill>
                    <a:schemeClr val="tx2">
                      <a:lumMod val="50000"/>
                    </a:schemeClr>
                  </a:solidFill>
                </a:rPr>
                <a:t>aggrégation</a:t>
              </a:r>
              <a:r>
                <a:rPr lang="fr-FR" sz="2400" dirty="0">
                  <a:solidFill>
                    <a:schemeClr val="tx2">
                      <a:lumMod val="50000"/>
                    </a:schemeClr>
                  </a:solidFill>
                </a:rPr>
                <a:t> et le transport de </a:t>
              </a:r>
              <a:r>
                <a:rPr lang="fr-FR" sz="2400" b="1" dirty="0">
                  <a:solidFill>
                    <a:schemeClr val="tx2">
                      <a:lumMod val="50000"/>
                    </a:schemeClr>
                  </a:solidFill>
                </a:rPr>
                <a:t>gros volumes </a:t>
              </a:r>
              <a:r>
                <a:rPr lang="fr-FR" sz="2400" dirty="0">
                  <a:solidFill>
                    <a:schemeClr val="tx2">
                      <a:lumMod val="50000"/>
                    </a:schemeClr>
                  </a:solidFill>
                </a:rPr>
                <a:t>de données. Il est responsable de :</a:t>
              </a:r>
            </a:p>
            <a:p>
              <a:pPr marL="342900" indent="-342900" algn="just">
                <a:lnSpc>
                  <a:spcPts val="2980"/>
                </a:lnSpc>
                <a:spcBef>
                  <a:spcPts val="300"/>
                </a:spcBef>
                <a:buClr>
                  <a:schemeClr val="tx1"/>
                </a:buClr>
                <a:buFont typeface="Wingdings" panose="05000000000000000000" pitchFamily="2" charset="2"/>
                <a:buChar char="ü"/>
              </a:pPr>
              <a:r>
                <a:rPr lang="fr-FR" sz="2400" dirty="0">
                  <a:solidFill>
                    <a:schemeClr val="tx2">
                      <a:lumMod val="50000"/>
                    </a:schemeClr>
                  </a:solidFill>
                </a:rPr>
                <a:t>L’extraction de données de </a:t>
              </a:r>
              <a:r>
                <a:rPr lang="fr-FR" sz="2400" b="1" dirty="0">
                  <a:solidFill>
                    <a:schemeClr val="tx2">
                      <a:lumMod val="50000"/>
                    </a:schemeClr>
                  </a:solidFill>
                </a:rPr>
                <a:t>multiples sources </a:t>
              </a:r>
              <a:r>
                <a:rPr lang="fr-FR" sz="2400" dirty="0">
                  <a:solidFill>
                    <a:schemeClr val="tx2">
                      <a:lumMod val="50000"/>
                    </a:schemeClr>
                  </a:solidFill>
                </a:rPr>
                <a:t>d’information</a:t>
              </a:r>
            </a:p>
            <a:p>
              <a:pPr marL="342900" indent="-342900" algn="just">
                <a:lnSpc>
                  <a:spcPts val="2980"/>
                </a:lnSpc>
                <a:spcBef>
                  <a:spcPts val="300"/>
                </a:spcBef>
                <a:buClr>
                  <a:schemeClr val="tx1"/>
                </a:buClr>
                <a:buFont typeface="Wingdings" panose="05000000000000000000" pitchFamily="2" charset="2"/>
                <a:buChar char="ü"/>
              </a:pPr>
              <a:r>
                <a:rPr lang="fr-FR" sz="2400" dirty="0">
                  <a:solidFill>
                    <a:schemeClr val="tx2">
                      <a:lumMod val="50000"/>
                    </a:schemeClr>
                  </a:solidFill>
                </a:rPr>
                <a:t>La transformation de ces données par </a:t>
              </a:r>
              <a:r>
                <a:rPr lang="fr-FR" sz="2400" b="1" dirty="0" err="1">
                  <a:solidFill>
                    <a:schemeClr val="tx2">
                      <a:lumMod val="50000"/>
                    </a:schemeClr>
                  </a:solidFill>
                </a:rPr>
                <a:t>aggrégat</a:t>
              </a:r>
              <a:r>
                <a:rPr lang="fr-FR" sz="2400" dirty="0">
                  <a:solidFill>
                    <a:schemeClr val="tx2">
                      <a:lumMod val="50000"/>
                    </a:schemeClr>
                  </a:solidFill>
                </a:rPr>
                <a:t>, consolidation et par traitements spécifiques </a:t>
              </a:r>
            </a:p>
            <a:p>
              <a:pPr marL="342900" indent="-342900" algn="just">
                <a:lnSpc>
                  <a:spcPts val="2980"/>
                </a:lnSpc>
                <a:spcBef>
                  <a:spcPts val="300"/>
                </a:spcBef>
                <a:buClr>
                  <a:schemeClr val="tx1"/>
                </a:buClr>
                <a:buFont typeface="Wingdings" panose="05000000000000000000" pitchFamily="2" charset="2"/>
                <a:buChar char="ü"/>
              </a:pPr>
              <a:r>
                <a:rPr lang="fr-FR" sz="2400" dirty="0">
                  <a:solidFill>
                    <a:schemeClr val="tx2">
                      <a:lumMod val="50000"/>
                    </a:schemeClr>
                  </a:solidFill>
                </a:rPr>
                <a:t>L’injection des nouvelles données transformées vers d’autres systèmes fonctionnels</a:t>
              </a:r>
            </a:p>
          </p:txBody>
        </p:sp>
        <p:sp>
          <p:nvSpPr>
            <p:cNvPr id="5" name="Demi-cadre 4">
              <a:extLst>
                <a:ext uri="{FF2B5EF4-FFF2-40B4-BE49-F238E27FC236}">
                  <a16:creationId xmlns:a16="http://schemas.microsoft.com/office/drawing/2014/main" id="{BCCC04A5-9A22-48BC-A2D2-6564025AEDE7}"/>
                </a:ext>
              </a:extLst>
            </p:cNvPr>
            <p:cNvSpPr/>
            <p:nvPr/>
          </p:nvSpPr>
          <p:spPr>
            <a:xfrm>
              <a:off x="699604" y="2708980"/>
              <a:ext cx="770660" cy="1006976"/>
            </a:xfrm>
            <a:prstGeom prst="halfFrame">
              <a:avLst/>
            </a:prstGeom>
            <a:noFill/>
            <a:ln>
              <a:solidFill>
                <a:schemeClr val="accent1">
                  <a:lumMod val="50000"/>
                </a:schemeClr>
              </a:solidFill>
            </a:ln>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fr-FR">
                <a:solidFill>
                  <a:schemeClr val="bg1">
                    <a:lumMod val="65000"/>
                  </a:schemeClr>
                </a:solidFill>
              </a:endParaRPr>
            </a:p>
          </p:txBody>
        </p:sp>
        <p:sp>
          <p:nvSpPr>
            <p:cNvPr id="6" name="Demi-cadre 5">
              <a:extLst>
                <a:ext uri="{FF2B5EF4-FFF2-40B4-BE49-F238E27FC236}">
                  <a16:creationId xmlns:a16="http://schemas.microsoft.com/office/drawing/2014/main" id="{80FD9E7F-214A-487D-A2FC-EC8CA0825557}"/>
                </a:ext>
              </a:extLst>
            </p:cNvPr>
            <p:cNvSpPr/>
            <p:nvPr/>
          </p:nvSpPr>
          <p:spPr>
            <a:xfrm rot="10800000">
              <a:off x="10690204" y="5448118"/>
              <a:ext cx="770660" cy="891602"/>
            </a:xfrm>
            <a:prstGeom prst="halfFrame">
              <a:avLst/>
            </a:prstGeom>
            <a:noFill/>
            <a:ln>
              <a:solidFill>
                <a:schemeClr val="accent1">
                  <a:lumMod val="50000"/>
                </a:schemeClr>
              </a:solidFill>
            </a:ln>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fr-FR">
                <a:solidFill>
                  <a:schemeClr val="bg1">
                    <a:lumMod val="65000"/>
                  </a:schemeClr>
                </a:solidFill>
              </a:endParaRPr>
            </a:p>
          </p:txBody>
        </p:sp>
        <p:sp>
          <p:nvSpPr>
            <p:cNvPr id="9" name="Rectangle 8">
              <a:extLst>
                <a:ext uri="{FF2B5EF4-FFF2-40B4-BE49-F238E27FC236}">
                  <a16:creationId xmlns:a16="http://schemas.microsoft.com/office/drawing/2014/main" id="{B02CB254-C47D-017B-85C2-71945D27AF65}"/>
                </a:ext>
              </a:extLst>
            </p:cNvPr>
            <p:cNvSpPr/>
            <p:nvPr/>
          </p:nvSpPr>
          <p:spPr>
            <a:xfrm>
              <a:off x="2228832" y="3237702"/>
              <a:ext cx="327600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97710380-8D9A-C0F2-B07E-D16290D0EC5E}"/>
                </a:ext>
              </a:extLst>
            </p:cNvPr>
            <p:cNvSpPr/>
            <p:nvPr/>
          </p:nvSpPr>
          <p:spPr>
            <a:xfrm>
              <a:off x="6354198" y="3243456"/>
              <a:ext cx="460800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A27DE7E8-A3DE-5585-1381-6DDD13BF1109}"/>
                </a:ext>
              </a:extLst>
            </p:cNvPr>
            <p:cNvSpPr/>
            <p:nvPr/>
          </p:nvSpPr>
          <p:spPr>
            <a:xfrm>
              <a:off x="1116466" y="3623716"/>
              <a:ext cx="165600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F56E8E12-3E12-E44B-4758-4A24669E588B}"/>
                </a:ext>
              </a:extLst>
            </p:cNvPr>
            <p:cNvSpPr/>
            <p:nvPr/>
          </p:nvSpPr>
          <p:spPr>
            <a:xfrm>
              <a:off x="4256121" y="3611676"/>
              <a:ext cx="169200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203ED2C7-35CC-7086-EEDF-F1A590B7DDE4}"/>
                </a:ext>
              </a:extLst>
            </p:cNvPr>
            <p:cNvSpPr/>
            <p:nvPr/>
          </p:nvSpPr>
          <p:spPr>
            <a:xfrm>
              <a:off x="5270387" y="4435398"/>
              <a:ext cx="2603721"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9BAEBC65-34B0-0A80-880E-E061F34D7455}"/>
                </a:ext>
              </a:extLst>
            </p:cNvPr>
            <p:cNvSpPr/>
            <p:nvPr/>
          </p:nvSpPr>
          <p:spPr>
            <a:xfrm>
              <a:off x="6847397" y="4837127"/>
              <a:ext cx="1296587"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 name="Rectangle 1">
            <a:extLst>
              <a:ext uri="{FF2B5EF4-FFF2-40B4-BE49-F238E27FC236}">
                <a16:creationId xmlns:a16="http://schemas.microsoft.com/office/drawing/2014/main" id="{EF9D3AB1-FD15-3C34-9D29-EF2D0E40966A}"/>
              </a:ext>
            </a:extLst>
          </p:cNvPr>
          <p:cNvSpPr/>
          <p:nvPr/>
        </p:nvSpPr>
        <p:spPr>
          <a:xfrm>
            <a:off x="8749744" y="3450295"/>
            <a:ext cx="1789565" cy="126621"/>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906770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TL vs ELT : Comprendre les différences | Astera">
            <a:extLst>
              <a:ext uri="{FF2B5EF4-FFF2-40B4-BE49-F238E27FC236}">
                <a16:creationId xmlns:a16="http://schemas.microsoft.com/office/drawing/2014/main" id="{A346D200-667F-4AC5-9455-8B4E845E8CF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5114" b="14363"/>
          <a:stretch/>
        </p:blipFill>
        <p:spPr bwMode="auto">
          <a:xfrm>
            <a:off x="2176557" y="955960"/>
            <a:ext cx="7838885" cy="3881887"/>
          </a:xfrm>
          <a:prstGeom prst="rect">
            <a:avLst/>
          </a:prstGeom>
          <a:solidFill>
            <a:srgbClr val="FFFFFF"/>
          </a:solidFill>
        </p:spPr>
      </p:pic>
      <p:sp>
        <p:nvSpPr>
          <p:cNvPr id="7" name="Espace réservé du texte 6">
            <a:extLst>
              <a:ext uri="{FF2B5EF4-FFF2-40B4-BE49-F238E27FC236}">
                <a16:creationId xmlns:a16="http://schemas.microsoft.com/office/drawing/2014/main" id="{CB16771D-3559-792D-9759-F4D7725F3AB9}"/>
              </a:ext>
            </a:extLst>
          </p:cNvPr>
          <p:cNvSpPr>
            <a:spLocks noGrp="1"/>
          </p:cNvSpPr>
          <p:nvPr>
            <p:ph type="body" sz="quarter" idx="35"/>
          </p:nvPr>
        </p:nvSpPr>
        <p:spPr/>
        <p:txBody>
          <a:bodyPr/>
          <a:lstStyle/>
          <a:p>
            <a:r>
              <a:rPr lang="fr-FR" sz="1400" b="1" cap="none"/>
              <a:t>Synoptique</a:t>
            </a:r>
            <a:endParaRPr lang="fr-FR" b="1" dirty="0"/>
          </a:p>
        </p:txBody>
      </p:sp>
      <p:sp>
        <p:nvSpPr>
          <p:cNvPr id="2055" name="Text Placeholder 3">
            <a:extLst>
              <a:ext uri="{FF2B5EF4-FFF2-40B4-BE49-F238E27FC236}">
                <a16:creationId xmlns:a16="http://schemas.microsoft.com/office/drawing/2014/main" id="{5641237E-D21A-3C0B-7A56-9B369BDEED2D}"/>
              </a:ext>
            </a:extLst>
          </p:cNvPr>
          <p:cNvSpPr>
            <a:spLocks noGrp="1"/>
          </p:cNvSpPr>
          <p:nvPr>
            <p:ph type="body" sz="quarter" idx="10"/>
          </p:nvPr>
        </p:nvSpPr>
        <p:spPr/>
        <p:txBody>
          <a:bodyPr/>
          <a:lstStyle/>
          <a:p>
            <a:r>
              <a:rPr lang="fr-FR" dirty="0"/>
              <a:t>L’</a:t>
            </a:r>
            <a:r>
              <a:rPr lang="fr-FR" dirty="0" err="1"/>
              <a:t>Extract</a:t>
            </a:r>
            <a:r>
              <a:rPr lang="fr-FR" dirty="0"/>
              <a:t>-TRANSFORM-LOAD - ETL</a:t>
            </a:r>
          </a:p>
        </p:txBody>
      </p:sp>
      <p:sp>
        <p:nvSpPr>
          <p:cNvPr id="9" name="Signe Plus 8">
            <a:extLst>
              <a:ext uri="{FF2B5EF4-FFF2-40B4-BE49-F238E27FC236}">
                <a16:creationId xmlns:a16="http://schemas.microsoft.com/office/drawing/2014/main" id="{4289294E-22AD-46CE-8282-6095281A75E6}"/>
              </a:ext>
            </a:extLst>
          </p:cNvPr>
          <p:cNvSpPr/>
          <p:nvPr>
            <p:custDataLst>
              <p:tags r:id="rId1"/>
            </p:custDataLst>
          </p:nvPr>
        </p:nvSpPr>
        <p:spPr>
          <a:xfrm>
            <a:off x="256324" y="5235642"/>
            <a:ext cx="860767" cy="913903"/>
          </a:xfrm>
          <a:prstGeom prst="mathPl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10" name="Signe Moins 9">
            <a:extLst>
              <a:ext uri="{FF2B5EF4-FFF2-40B4-BE49-F238E27FC236}">
                <a16:creationId xmlns:a16="http://schemas.microsoft.com/office/drawing/2014/main" id="{0374110C-7BAF-45A8-8643-A0DF61CC6A38}"/>
              </a:ext>
            </a:extLst>
          </p:cNvPr>
          <p:cNvSpPr/>
          <p:nvPr>
            <p:custDataLst>
              <p:tags r:id="rId2"/>
            </p:custDataLst>
          </p:nvPr>
        </p:nvSpPr>
        <p:spPr>
          <a:xfrm>
            <a:off x="6334006" y="5383323"/>
            <a:ext cx="860767" cy="528545"/>
          </a:xfrm>
          <a:prstGeom prst="mathMinus">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a:p>
        </p:txBody>
      </p:sp>
      <p:sp>
        <p:nvSpPr>
          <p:cNvPr id="13" name="Espace réservé du texte 3">
            <a:extLst>
              <a:ext uri="{FF2B5EF4-FFF2-40B4-BE49-F238E27FC236}">
                <a16:creationId xmlns:a16="http://schemas.microsoft.com/office/drawing/2014/main" id="{CA429B11-335C-4C22-933E-614C04F20BCD}"/>
              </a:ext>
            </a:extLst>
          </p:cNvPr>
          <p:cNvSpPr txBox="1">
            <a:spLocks/>
          </p:cNvSpPr>
          <p:nvPr>
            <p:custDataLst>
              <p:tags r:id="rId3"/>
            </p:custDataLst>
          </p:nvPr>
        </p:nvSpPr>
        <p:spPr>
          <a:xfrm>
            <a:off x="1198698" y="4883183"/>
            <a:ext cx="4897301" cy="161882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buClr>
                <a:schemeClr val="accent3"/>
              </a:buClr>
              <a:buFont typeface="Arial" panose="020B0604020202020204" pitchFamily="34" charset="0"/>
              <a:buChar char="+"/>
            </a:pPr>
            <a:r>
              <a:rPr kumimoji="0" lang="fr-FR" altLang="fr-FR" sz="1600" b="0" i="0" u="none" strike="noStrike" cap="none" normalizeH="0" baseline="0" dirty="0">
                <a:ln>
                  <a:noFill/>
                </a:ln>
                <a:solidFill>
                  <a:srgbClr val="333333"/>
                </a:solidFill>
                <a:effectLst/>
              </a:rPr>
              <a:t>Mouvements de </a:t>
            </a:r>
            <a:r>
              <a:rPr kumimoji="0" lang="fr-FR" altLang="fr-FR" sz="1600" b="0" i="0" u="none" strike="noStrike" cap="none" normalizeH="0" baseline="0" dirty="0">
                <a:ln>
                  <a:noFill/>
                </a:ln>
                <a:solidFill>
                  <a:srgbClr val="9AD9B0"/>
                </a:solidFill>
                <a:effectLst/>
              </a:rPr>
              <a:t>données en masse </a:t>
            </a:r>
            <a:r>
              <a:rPr kumimoji="0" lang="fr-FR" altLang="fr-FR" sz="1600" b="0" i="0" u="none" strike="noStrike" cap="none" normalizeH="0" baseline="0" dirty="0">
                <a:ln>
                  <a:noFill/>
                </a:ln>
                <a:solidFill>
                  <a:srgbClr val="333333"/>
                </a:solidFill>
                <a:effectLst/>
              </a:rPr>
              <a:t>avec des règles et des transformations complexes</a:t>
            </a:r>
          </a:p>
          <a:p>
            <a:pPr>
              <a:spcBef>
                <a:spcPts val="600"/>
              </a:spcBef>
              <a:buClr>
                <a:schemeClr val="accent3"/>
              </a:buClr>
              <a:buFont typeface="Arial" panose="020B0604020202020204" pitchFamily="34" charset="0"/>
              <a:buChar char="+"/>
            </a:pPr>
            <a:r>
              <a:rPr lang="fr-FR" altLang="fr-FR" sz="1600" dirty="0">
                <a:solidFill>
                  <a:srgbClr val="333333"/>
                </a:solidFill>
              </a:rPr>
              <a:t>R</a:t>
            </a:r>
            <a:r>
              <a:rPr kumimoji="0" lang="fr-FR" altLang="fr-FR" sz="1600" b="0" i="0" u="none" strike="noStrike" cap="none" normalizeH="0" baseline="0" dirty="0">
                <a:ln>
                  <a:noFill/>
                </a:ln>
                <a:solidFill>
                  <a:srgbClr val="333333"/>
                </a:solidFill>
                <a:effectLst/>
              </a:rPr>
              <a:t>endre la maintenance et la traçabilité beaucoup plus faciles que le </a:t>
            </a:r>
            <a:r>
              <a:rPr kumimoji="0" lang="fr-FR" altLang="fr-FR" sz="1600" b="0" i="0" u="none" strike="noStrike" cap="none" normalizeH="0" baseline="0" dirty="0">
                <a:ln>
                  <a:noFill/>
                </a:ln>
                <a:solidFill>
                  <a:srgbClr val="9AD9B0"/>
                </a:solidFill>
                <a:effectLst/>
              </a:rPr>
              <a:t>codage manuel</a:t>
            </a:r>
          </a:p>
          <a:p>
            <a:pPr>
              <a:spcBef>
                <a:spcPts val="600"/>
              </a:spcBef>
              <a:buClr>
                <a:schemeClr val="accent3"/>
              </a:buClr>
              <a:buFont typeface="Arial" panose="020B0604020202020204" pitchFamily="34" charset="0"/>
              <a:buChar char="+"/>
            </a:pPr>
            <a:r>
              <a:rPr kumimoji="0" lang="fr-FR" altLang="fr-FR" sz="1600" b="0" i="0" u="none" strike="noStrike" cap="none" normalizeH="0" baseline="0" dirty="0">
                <a:ln>
                  <a:noFill/>
                </a:ln>
                <a:solidFill>
                  <a:srgbClr val="333333"/>
                </a:solidFill>
                <a:effectLst/>
              </a:rPr>
              <a:t>bon pour l'environnement d'entrepôt de données</a:t>
            </a:r>
            <a:r>
              <a:rPr kumimoji="0" lang="fr-FR" altLang="fr-FR" sz="1600" b="0" i="0" u="none" strike="noStrike" cap="none" normalizeH="0" baseline="0" dirty="0">
                <a:ln>
                  <a:noFill/>
                </a:ln>
                <a:solidFill>
                  <a:schemeClr val="tx1"/>
                </a:solidFill>
                <a:effectLst/>
              </a:rPr>
              <a:t> </a:t>
            </a:r>
          </a:p>
          <a:p>
            <a:pPr marL="0" indent="0">
              <a:buClr>
                <a:schemeClr val="accent3"/>
              </a:buClr>
              <a:buNone/>
            </a:pPr>
            <a:endParaRPr kumimoji="0" lang="fr-FR" altLang="fr-FR" sz="1600" b="0" i="0" u="none" strike="noStrike" cap="none" normalizeH="0" baseline="0" dirty="0">
              <a:ln>
                <a:noFill/>
              </a:ln>
              <a:solidFill>
                <a:srgbClr val="333333"/>
              </a:solidFill>
              <a:effectLst/>
              <a:latin typeface="Lato" panose="020F0502020204030203" pitchFamily="34" charset="0"/>
            </a:endParaRPr>
          </a:p>
          <a:p>
            <a:pPr>
              <a:buClr>
                <a:schemeClr val="accent3"/>
              </a:buClr>
              <a:buFont typeface="Arial" panose="020B0604020202020204" pitchFamily="34" charset="0"/>
              <a:buChar char="+"/>
            </a:pPr>
            <a:endParaRPr lang="fr-FR" sz="1600" b="1" dirty="0">
              <a:solidFill>
                <a:schemeClr val="accent3"/>
              </a:solidFill>
              <a:latin typeface="Arial" pitchFamily="34" charset="0"/>
              <a:cs typeface="Arial" pitchFamily="34" charset="0"/>
            </a:endParaRPr>
          </a:p>
        </p:txBody>
      </p:sp>
      <p:sp>
        <p:nvSpPr>
          <p:cNvPr id="17" name="Espace réservé du contenu 4">
            <a:extLst>
              <a:ext uri="{FF2B5EF4-FFF2-40B4-BE49-F238E27FC236}">
                <a16:creationId xmlns:a16="http://schemas.microsoft.com/office/drawing/2014/main" id="{D0D43E94-A666-4B8E-949B-60ADE7C60D35}"/>
              </a:ext>
            </a:extLst>
          </p:cNvPr>
          <p:cNvSpPr txBox="1">
            <a:spLocks/>
          </p:cNvSpPr>
          <p:nvPr>
            <p:custDataLst>
              <p:tags r:id="rId4"/>
            </p:custDataLst>
          </p:nvPr>
        </p:nvSpPr>
        <p:spPr>
          <a:xfrm>
            <a:off x="7272857" y="4918599"/>
            <a:ext cx="4355551" cy="1618821"/>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2"/>
              </a:buClr>
              <a:buFont typeface="Arial" panose="020B0604020202020204" pitchFamily="34" charset="0"/>
              <a:buChar char="‒"/>
            </a:pPr>
            <a:r>
              <a:rPr kumimoji="0" lang="fr-FR" altLang="fr-FR" sz="1600" b="0" i="0" u="none" strike="noStrike" cap="none" normalizeH="0" baseline="0" dirty="0">
                <a:ln>
                  <a:noFill/>
                </a:ln>
                <a:solidFill>
                  <a:srgbClr val="333333"/>
                </a:solidFill>
                <a:effectLst/>
              </a:rPr>
              <a:t>Prise en main compliquée</a:t>
            </a:r>
            <a:endParaRPr lang="fr-FR" sz="1600" dirty="0">
              <a:cs typeface="Arial" pitchFamily="34" charset="0"/>
            </a:endParaRPr>
          </a:p>
          <a:p>
            <a:pPr>
              <a:buClr>
                <a:schemeClr val="accent2"/>
              </a:buClr>
              <a:buFont typeface="Arial" panose="020B0604020202020204" pitchFamily="34" charset="0"/>
              <a:buChar char="‒"/>
            </a:pPr>
            <a:r>
              <a:rPr lang="fr-FR" sz="1600" dirty="0">
                <a:cs typeface="Arial" pitchFamily="34" charset="0"/>
              </a:rPr>
              <a:t>Difficulté d’accès</a:t>
            </a:r>
            <a:r>
              <a:rPr kumimoji="0" lang="fr-FR" altLang="fr-FR" sz="1600" b="0" i="0" u="none" strike="noStrike" cap="none" normalizeH="0" baseline="0" dirty="0">
                <a:ln>
                  <a:noFill/>
                </a:ln>
                <a:solidFill>
                  <a:srgbClr val="333333"/>
                </a:solidFill>
                <a:effectLst/>
              </a:rPr>
              <a:t> aux données en temps quasi réel ou à la demande</a:t>
            </a:r>
          </a:p>
          <a:p>
            <a:pPr>
              <a:buClr>
                <a:schemeClr val="accent2"/>
              </a:buClr>
              <a:buFont typeface="Arial" panose="020B0604020202020204" pitchFamily="34" charset="0"/>
              <a:buChar char="‒"/>
            </a:pPr>
            <a:r>
              <a:rPr lang="fr-FR" altLang="fr-FR" sz="1600" dirty="0">
                <a:solidFill>
                  <a:srgbClr val="333333"/>
                </a:solidFill>
              </a:rPr>
              <a:t>D</a:t>
            </a:r>
            <a:r>
              <a:rPr kumimoji="0" lang="fr-FR" altLang="fr-FR" sz="1600" b="0" i="0" u="none" strike="noStrike" cap="none" normalizeH="0" baseline="0" dirty="0">
                <a:ln>
                  <a:noFill/>
                </a:ln>
                <a:solidFill>
                  <a:srgbClr val="333333"/>
                </a:solidFill>
                <a:effectLst/>
              </a:rPr>
              <a:t>ifficulté du suivit de l'évolution des besoins</a:t>
            </a:r>
            <a:r>
              <a:rPr kumimoji="0" lang="fr-FR" altLang="fr-FR" sz="1600" b="0" i="0" u="none" strike="noStrike" cap="none" normalizeH="0" baseline="0" dirty="0">
                <a:ln>
                  <a:noFill/>
                </a:ln>
                <a:solidFill>
                  <a:schemeClr val="tx1"/>
                </a:solidFill>
                <a:effectLst/>
              </a:rPr>
              <a:t> </a:t>
            </a:r>
          </a:p>
          <a:p>
            <a:pPr>
              <a:buClr>
                <a:schemeClr val="accent2"/>
              </a:buClr>
              <a:buFont typeface="Arial" panose="020B0604020202020204" pitchFamily="34" charset="0"/>
              <a:buChar char="‒"/>
            </a:pPr>
            <a:r>
              <a:rPr lang="fr-FR" altLang="fr-FR" sz="1600" dirty="0"/>
              <a:t>Mise en place longue</a:t>
            </a:r>
            <a:endParaRPr kumimoji="0" lang="fr-FR" altLang="fr-FR"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41030324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extLst>
    <p:ext uri="{6950BFC3-D8DA-4A85-94F7-54DA5524770B}">
      <p188:commentRel xmlns:p188="http://schemas.microsoft.com/office/powerpoint/2018/8/main" r:id="rId7"/>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Espace réservé du contenu 12">
            <a:extLst>
              <a:ext uri="{FF2B5EF4-FFF2-40B4-BE49-F238E27FC236}">
                <a16:creationId xmlns:a16="http://schemas.microsoft.com/office/drawing/2014/main" id="{12A938DE-C3B0-52B1-A808-A270CAB831A0}"/>
              </a:ext>
            </a:extLst>
          </p:cNvPr>
          <p:cNvGraphicFramePr>
            <a:graphicFrameLocks/>
          </p:cNvGraphicFramePr>
          <p:nvPr>
            <p:extLst>
              <p:ext uri="{D42A27DB-BD31-4B8C-83A1-F6EECF244321}">
                <p14:modId xmlns:p14="http://schemas.microsoft.com/office/powerpoint/2010/main" val="2606337838"/>
              </p:ext>
            </p:extLst>
          </p:nvPr>
        </p:nvGraphicFramePr>
        <p:xfrm>
          <a:off x="304800" y="1277861"/>
          <a:ext cx="11582400" cy="52717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Espace réservé du texte 3">
            <a:extLst>
              <a:ext uri="{FF2B5EF4-FFF2-40B4-BE49-F238E27FC236}">
                <a16:creationId xmlns:a16="http://schemas.microsoft.com/office/drawing/2014/main" id="{7AAB2EFF-6066-EBE6-8152-6F466A86592E}"/>
              </a:ext>
            </a:extLst>
          </p:cNvPr>
          <p:cNvSpPr>
            <a:spLocks noGrp="1"/>
          </p:cNvSpPr>
          <p:nvPr>
            <p:ph type="body" sz="quarter" idx="35"/>
          </p:nvPr>
        </p:nvSpPr>
        <p:spPr/>
        <p:txBody>
          <a:bodyPr/>
          <a:lstStyle/>
          <a:p>
            <a:r>
              <a:rPr lang="fr-FR" sz="1400" cap="none"/>
              <a:t>Usages &amp; fonctionnalités principales</a:t>
            </a:r>
            <a:endParaRPr lang="fr-FR" sz="1400" cap="none" dirty="0"/>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L’</a:t>
            </a:r>
            <a:r>
              <a:rPr lang="fr-FR" dirty="0" err="1"/>
              <a:t>Extract</a:t>
            </a:r>
            <a:r>
              <a:rPr lang="fr-FR" dirty="0"/>
              <a:t>-TRANSFORM-LOAD - ETL</a:t>
            </a:r>
          </a:p>
        </p:txBody>
      </p:sp>
      <p:sp>
        <p:nvSpPr>
          <p:cNvPr id="21" name="Espace réservé du texte 1">
            <a:extLst>
              <a:ext uri="{FF2B5EF4-FFF2-40B4-BE49-F238E27FC236}">
                <a16:creationId xmlns:a16="http://schemas.microsoft.com/office/drawing/2014/main" id="{8904E5C4-473E-BC1C-E8F4-E986EABA1ECF}"/>
              </a:ext>
            </a:extLst>
          </p:cNvPr>
          <p:cNvSpPr txBox="1">
            <a:spLocks/>
          </p:cNvSpPr>
          <p:nvPr/>
        </p:nvSpPr>
        <p:spPr>
          <a:xfrm>
            <a:off x="337932" y="930242"/>
            <a:ext cx="11433654" cy="358691"/>
          </a:xfrm>
          <a:prstGeom prst="rect">
            <a:avLst/>
          </a:prstGeom>
        </p:spPr>
        <p:txBody>
          <a:bodyPr anchor="t" anchorCtr="0"/>
          <a:lstStyle>
            <a:lvl1pPr marL="0" indent="0" algn="l" defTabSz="914400" rtl="0" eaLnBrk="1" latinLnBrk="0" hangingPunct="1">
              <a:lnSpc>
                <a:spcPct val="90000"/>
              </a:lnSpc>
              <a:spcBef>
                <a:spcPts val="1000"/>
              </a:spcBef>
              <a:buFont typeface="Arial" panose="020B0604020202020204" pitchFamily="34" charset="0"/>
              <a:buNone/>
              <a:defRPr sz="2400" b="1" kern="1200" cap="all" spc="-150" baseline="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sz="1800" cap="none"/>
          </a:p>
        </p:txBody>
      </p:sp>
      <p:grpSp>
        <p:nvGrpSpPr>
          <p:cNvPr id="82" name="Groupe 81">
            <a:extLst>
              <a:ext uri="{FF2B5EF4-FFF2-40B4-BE49-F238E27FC236}">
                <a16:creationId xmlns:a16="http://schemas.microsoft.com/office/drawing/2014/main" id="{7F37C660-3A5B-409F-968C-E7331129D722}"/>
              </a:ext>
            </a:extLst>
          </p:cNvPr>
          <p:cNvGrpSpPr/>
          <p:nvPr/>
        </p:nvGrpSpPr>
        <p:grpSpPr>
          <a:xfrm>
            <a:off x="611587" y="1741828"/>
            <a:ext cx="402357" cy="445168"/>
            <a:chOff x="3664910" y="58488"/>
            <a:chExt cx="4869526" cy="5387645"/>
          </a:xfrm>
        </p:grpSpPr>
        <p:sp>
          <p:nvSpPr>
            <p:cNvPr id="7" name="Forme libre : forme 6">
              <a:extLst>
                <a:ext uri="{FF2B5EF4-FFF2-40B4-BE49-F238E27FC236}">
                  <a16:creationId xmlns:a16="http://schemas.microsoft.com/office/drawing/2014/main" id="{7E822386-A76D-7ED8-486D-F5060159C6D7}"/>
                </a:ext>
              </a:extLst>
            </p:cNvPr>
            <p:cNvSpPr/>
            <p:nvPr/>
          </p:nvSpPr>
          <p:spPr>
            <a:xfrm>
              <a:off x="3664985" y="58488"/>
              <a:ext cx="4868208" cy="4637907"/>
            </a:xfrm>
            <a:custGeom>
              <a:avLst/>
              <a:gdLst>
                <a:gd name="connsiteX0" fmla="*/ 4553663 w 4868208"/>
                <a:gd name="connsiteY0" fmla="*/ 4637870 h 4637907"/>
                <a:gd name="connsiteX1" fmla="*/ 4146475 w 4868208"/>
                <a:gd name="connsiteY1" fmla="*/ 4637870 h 4637907"/>
                <a:gd name="connsiteX2" fmla="*/ 4085510 w 4868208"/>
                <a:gd name="connsiteY2" fmla="*/ 4576905 h 4637907"/>
                <a:gd name="connsiteX3" fmla="*/ 4146475 w 4868208"/>
                <a:gd name="connsiteY3" fmla="*/ 4515940 h 4637907"/>
                <a:gd name="connsiteX4" fmla="*/ 4553663 w 4868208"/>
                <a:gd name="connsiteY4" fmla="*/ 4515940 h 4637907"/>
                <a:gd name="connsiteX5" fmla="*/ 4746314 w 4868208"/>
                <a:gd name="connsiteY5" fmla="*/ 4323289 h 4637907"/>
                <a:gd name="connsiteX6" fmla="*/ 4746314 w 4868208"/>
                <a:gd name="connsiteY6" fmla="*/ 314592 h 4637907"/>
                <a:gd name="connsiteX7" fmla="*/ 4553663 w 4868208"/>
                <a:gd name="connsiteY7" fmla="*/ 121941 h 4637907"/>
                <a:gd name="connsiteX8" fmla="*/ 314537 w 4868208"/>
                <a:gd name="connsiteY8" fmla="*/ 121979 h 4637907"/>
                <a:gd name="connsiteX9" fmla="*/ 121886 w 4868208"/>
                <a:gd name="connsiteY9" fmla="*/ 314630 h 4637907"/>
                <a:gd name="connsiteX10" fmla="*/ 121886 w 4868208"/>
                <a:gd name="connsiteY10" fmla="*/ 4323328 h 4637907"/>
                <a:gd name="connsiteX11" fmla="*/ 314537 w 4868208"/>
                <a:gd name="connsiteY11" fmla="*/ 4515979 h 4637907"/>
                <a:gd name="connsiteX12" fmla="*/ 721726 w 4868208"/>
                <a:gd name="connsiteY12" fmla="*/ 4515979 h 4637907"/>
                <a:gd name="connsiteX13" fmla="*/ 782691 w 4868208"/>
                <a:gd name="connsiteY13" fmla="*/ 4576943 h 4637907"/>
                <a:gd name="connsiteX14" fmla="*/ 721726 w 4868208"/>
                <a:gd name="connsiteY14" fmla="*/ 4637908 h 4637907"/>
                <a:gd name="connsiteX15" fmla="*/ 314537 w 4868208"/>
                <a:gd name="connsiteY15" fmla="*/ 4637870 h 4637907"/>
                <a:gd name="connsiteX16" fmla="*/ 0 w 4868208"/>
                <a:gd name="connsiteY16" fmla="*/ 4323332 h 4637907"/>
                <a:gd name="connsiteX17" fmla="*/ 0 w 4868208"/>
                <a:gd name="connsiteY17" fmla="*/ 314537 h 4637907"/>
                <a:gd name="connsiteX18" fmla="*/ 314537 w 4868208"/>
                <a:gd name="connsiteY18" fmla="*/ 0 h 4637907"/>
                <a:gd name="connsiteX19" fmla="*/ 4553663 w 4868208"/>
                <a:gd name="connsiteY19" fmla="*/ 0 h 4637907"/>
                <a:gd name="connsiteX20" fmla="*/ 4868201 w 4868208"/>
                <a:gd name="connsiteY20" fmla="*/ 314537 h 4637907"/>
                <a:gd name="connsiteX21" fmla="*/ 4868201 w 4868208"/>
                <a:gd name="connsiteY21" fmla="*/ 4323234 h 4637907"/>
                <a:gd name="connsiteX22" fmla="*/ 4553663 w 4868208"/>
                <a:gd name="connsiteY22" fmla="*/ 4637811 h 463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868208" h="4637907">
                  <a:moveTo>
                    <a:pt x="4553663" y="4637870"/>
                  </a:moveTo>
                  <a:lnTo>
                    <a:pt x="4146475" y="4637870"/>
                  </a:lnTo>
                  <a:cubicBezTo>
                    <a:pt x="4112337" y="4637870"/>
                    <a:pt x="4085510" y="4611042"/>
                    <a:pt x="4085510" y="4576905"/>
                  </a:cubicBezTo>
                  <a:cubicBezTo>
                    <a:pt x="4085510" y="4542768"/>
                    <a:pt x="4112337" y="4515940"/>
                    <a:pt x="4146475" y="4515940"/>
                  </a:cubicBezTo>
                  <a:lnTo>
                    <a:pt x="4553663" y="4515940"/>
                  </a:lnTo>
                  <a:cubicBezTo>
                    <a:pt x="4659747" y="4515940"/>
                    <a:pt x="4746314" y="4429374"/>
                    <a:pt x="4746314" y="4323289"/>
                  </a:cubicBezTo>
                  <a:lnTo>
                    <a:pt x="4746314" y="314592"/>
                  </a:lnTo>
                  <a:cubicBezTo>
                    <a:pt x="4746314" y="208509"/>
                    <a:pt x="4659748" y="121941"/>
                    <a:pt x="4553663" y="121941"/>
                  </a:cubicBezTo>
                  <a:lnTo>
                    <a:pt x="314537" y="121979"/>
                  </a:lnTo>
                  <a:cubicBezTo>
                    <a:pt x="208454" y="121979"/>
                    <a:pt x="121886" y="208546"/>
                    <a:pt x="121886" y="314630"/>
                  </a:cubicBezTo>
                  <a:lnTo>
                    <a:pt x="121886" y="4323328"/>
                  </a:lnTo>
                  <a:cubicBezTo>
                    <a:pt x="121886" y="4429411"/>
                    <a:pt x="208453" y="4515979"/>
                    <a:pt x="314537" y="4515979"/>
                  </a:cubicBezTo>
                  <a:lnTo>
                    <a:pt x="721726" y="4515979"/>
                  </a:lnTo>
                  <a:cubicBezTo>
                    <a:pt x="755863" y="4515979"/>
                    <a:pt x="782691" y="4542806"/>
                    <a:pt x="782691" y="4576943"/>
                  </a:cubicBezTo>
                  <a:cubicBezTo>
                    <a:pt x="782691" y="4611080"/>
                    <a:pt x="755863" y="4637908"/>
                    <a:pt x="721726" y="4637908"/>
                  </a:cubicBezTo>
                  <a:lnTo>
                    <a:pt x="314537" y="4637870"/>
                  </a:lnTo>
                  <a:cubicBezTo>
                    <a:pt x="140178" y="4637870"/>
                    <a:pt x="0" y="4496419"/>
                    <a:pt x="0" y="4323332"/>
                  </a:cubicBezTo>
                  <a:lnTo>
                    <a:pt x="0" y="314537"/>
                  </a:lnTo>
                  <a:cubicBezTo>
                    <a:pt x="0" y="140178"/>
                    <a:pt x="141451" y="0"/>
                    <a:pt x="314537" y="0"/>
                  </a:cubicBezTo>
                  <a:lnTo>
                    <a:pt x="4553663" y="0"/>
                  </a:lnTo>
                  <a:cubicBezTo>
                    <a:pt x="4728023" y="0"/>
                    <a:pt x="4868201" y="141451"/>
                    <a:pt x="4868201" y="314537"/>
                  </a:cubicBezTo>
                  <a:lnTo>
                    <a:pt x="4868201" y="4323234"/>
                  </a:lnTo>
                  <a:cubicBezTo>
                    <a:pt x="4869464" y="4496409"/>
                    <a:pt x="4728013" y="4637811"/>
                    <a:pt x="4553663" y="4637811"/>
                  </a:cubicBezTo>
                  <a:close/>
                </a:path>
              </a:pathLst>
            </a:custGeom>
            <a:solidFill>
              <a:srgbClr val="000000"/>
            </a:solidFill>
            <a:ln w="9797"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D104F6B6-D3FB-89B1-E158-C44982DCDAF4}"/>
                </a:ext>
              </a:extLst>
            </p:cNvPr>
            <p:cNvSpPr/>
            <p:nvPr/>
          </p:nvSpPr>
          <p:spPr>
            <a:xfrm>
              <a:off x="3664910" y="1016792"/>
              <a:ext cx="4869526" cy="121929"/>
            </a:xfrm>
            <a:custGeom>
              <a:avLst/>
              <a:gdLst>
                <a:gd name="connsiteX0" fmla="*/ 4808562 w 4869526"/>
                <a:gd name="connsiteY0" fmla="*/ 121929 h 121929"/>
                <a:gd name="connsiteX1" fmla="*/ 60965 w 4869526"/>
                <a:gd name="connsiteY1" fmla="*/ 121929 h 121929"/>
                <a:gd name="connsiteX2" fmla="*/ 0 w 4869526"/>
                <a:gd name="connsiteY2" fmla="*/ 60965 h 121929"/>
                <a:gd name="connsiteX3" fmla="*/ 60965 w 4869526"/>
                <a:gd name="connsiteY3" fmla="*/ 0 h 121929"/>
                <a:gd name="connsiteX4" fmla="*/ 4808562 w 4869526"/>
                <a:gd name="connsiteY4" fmla="*/ 0 h 121929"/>
                <a:gd name="connsiteX5" fmla="*/ 4869527 w 4869526"/>
                <a:gd name="connsiteY5" fmla="*/ 60965 h 121929"/>
                <a:gd name="connsiteX6" fmla="*/ 4808562 w 4869526"/>
                <a:gd name="connsiteY6" fmla="*/ 121929 h 12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69526" h="121929">
                  <a:moveTo>
                    <a:pt x="4808562" y="121929"/>
                  </a:moveTo>
                  <a:lnTo>
                    <a:pt x="60965" y="121929"/>
                  </a:lnTo>
                  <a:cubicBezTo>
                    <a:pt x="26827" y="121929"/>
                    <a:pt x="0" y="95102"/>
                    <a:pt x="0" y="60965"/>
                  </a:cubicBezTo>
                  <a:cubicBezTo>
                    <a:pt x="0" y="26828"/>
                    <a:pt x="26827" y="0"/>
                    <a:pt x="60965" y="0"/>
                  </a:cubicBezTo>
                  <a:lnTo>
                    <a:pt x="4808562" y="0"/>
                  </a:lnTo>
                  <a:cubicBezTo>
                    <a:pt x="4842700" y="0"/>
                    <a:pt x="4869527" y="26828"/>
                    <a:pt x="4869527" y="60965"/>
                  </a:cubicBezTo>
                  <a:cubicBezTo>
                    <a:pt x="4869527" y="95102"/>
                    <a:pt x="4841475" y="121929"/>
                    <a:pt x="4808562" y="121929"/>
                  </a:cubicBezTo>
                  <a:close/>
                </a:path>
              </a:pathLst>
            </a:custGeom>
            <a:solidFill>
              <a:srgbClr val="000000"/>
            </a:solidFill>
            <a:ln w="9797"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D8B03545-C3AB-498B-5CC4-F810783D9C63}"/>
                </a:ext>
              </a:extLst>
            </p:cNvPr>
            <p:cNvSpPr/>
            <p:nvPr/>
          </p:nvSpPr>
          <p:spPr>
            <a:xfrm>
              <a:off x="4178209" y="320631"/>
              <a:ext cx="553538" cy="553538"/>
            </a:xfrm>
            <a:custGeom>
              <a:avLst/>
              <a:gdLst>
                <a:gd name="connsiteX0" fmla="*/ 276769 w 553538"/>
                <a:gd name="connsiteY0" fmla="*/ 553539 h 553538"/>
                <a:gd name="connsiteX1" fmla="*/ 0 w 553538"/>
                <a:gd name="connsiteY1" fmla="*/ 276769 h 553538"/>
                <a:gd name="connsiteX2" fmla="*/ 276769 w 553538"/>
                <a:gd name="connsiteY2" fmla="*/ 0 h 553538"/>
                <a:gd name="connsiteX3" fmla="*/ 553539 w 553538"/>
                <a:gd name="connsiteY3" fmla="*/ 276769 h 553538"/>
                <a:gd name="connsiteX4" fmla="*/ 276769 w 553538"/>
                <a:gd name="connsiteY4" fmla="*/ 553539 h 553538"/>
                <a:gd name="connsiteX5" fmla="*/ 276769 w 553538"/>
                <a:gd name="connsiteY5" fmla="*/ 123150 h 553538"/>
                <a:gd name="connsiteX6" fmla="*/ 121926 w 553538"/>
                <a:gd name="connsiteY6" fmla="*/ 277994 h 553538"/>
                <a:gd name="connsiteX7" fmla="*/ 276769 w 553538"/>
                <a:gd name="connsiteY7" fmla="*/ 432838 h 553538"/>
                <a:gd name="connsiteX8" fmla="*/ 431613 w 553538"/>
                <a:gd name="connsiteY8" fmla="*/ 277994 h 553538"/>
                <a:gd name="connsiteX9" fmla="*/ 276769 w 553538"/>
                <a:gd name="connsiteY9" fmla="*/ 123150 h 553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3538" h="553538">
                  <a:moveTo>
                    <a:pt x="276769" y="553539"/>
                  </a:moveTo>
                  <a:cubicBezTo>
                    <a:pt x="124375" y="553539"/>
                    <a:pt x="0" y="429203"/>
                    <a:pt x="0" y="276769"/>
                  </a:cubicBezTo>
                  <a:cubicBezTo>
                    <a:pt x="0" y="124375"/>
                    <a:pt x="124335" y="0"/>
                    <a:pt x="276769" y="0"/>
                  </a:cubicBezTo>
                  <a:cubicBezTo>
                    <a:pt x="429164" y="0"/>
                    <a:pt x="553539" y="124336"/>
                    <a:pt x="553539" y="276769"/>
                  </a:cubicBezTo>
                  <a:cubicBezTo>
                    <a:pt x="553539" y="429203"/>
                    <a:pt x="429203" y="553539"/>
                    <a:pt x="276769" y="553539"/>
                  </a:cubicBezTo>
                  <a:close/>
                  <a:moveTo>
                    <a:pt x="276769" y="123150"/>
                  </a:moveTo>
                  <a:cubicBezTo>
                    <a:pt x="191427" y="123150"/>
                    <a:pt x="121926" y="192649"/>
                    <a:pt x="121926" y="277994"/>
                  </a:cubicBezTo>
                  <a:cubicBezTo>
                    <a:pt x="121926" y="363336"/>
                    <a:pt x="191424" y="432838"/>
                    <a:pt x="276769" y="432838"/>
                  </a:cubicBezTo>
                  <a:cubicBezTo>
                    <a:pt x="362111" y="432838"/>
                    <a:pt x="431613" y="363339"/>
                    <a:pt x="431613" y="277994"/>
                  </a:cubicBezTo>
                  <a:cubicBezTo>
                    <a:pt x="431613" y="192652"/>
                    <a:pt x="362114" y="123150"/>
                    <a:pt x="276769" y="123150"/>
                  </a:cubicBezTo>
                  <a:close/>
                </a:path>
              </a:pathLst>
            </a:custGeom>
            <a:solidFill>
              <a:schemeClr val="tx2"/>
            </a:solidFill>
            <a:ln w="9797"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C5530974-1721-661C-FB2A-DF6425150CA3}"/>
                </a:ext>
              </a:extLst>
            </p:cNvPr>
            <p:cNvSpPr/>
            <p:nvPr/>
          </p:nvSpPr>
          <p:spPr>
            <a:xfrm>
              <a:off x="4862147" y="320631"/>
              <a:ext cx="553538" cy="553538"/>
            </a:xfrm>
            <a:custGeom>
              <a:avLst/>
              <a:gdLst>
                <a:gd name="connsiteX0" fmla="*/ 276769 w 553538"/>
                <a:gd name="connsiteY0" fmla="*/ 553539 h 553538"/>
                <a:gd name="connsiteX1" fmla="*/ 0 w 553538"/>
                <a:gd name="connsiteY1" fmla="*/ 276769 h 553538"/>
                <a:gd name="connsiteX2" fmla="*/ 276769 w 553538"/>
                <a:gd name="connsiteY2" fmla="*/ 0 h 553538"/>
                <a:gd name="connsiteX3" fmla="*/ 553539 w 553538"/>
                <a:gd name="connsiteY3" fmla="*/ 276769 h 553538"/>
                <a:gd name="connsiteX4" fmla="*/ 276769 w 553538"/>
                <a:gd name="connsiteY4" fmla="*/ 553539 h 553538"/>
                <a:gd name="connsiteX5" fmla="*/ 276769 w 553538"/>
                <a:gd name="connsiteY5" fmla="*/ 123150 h 553538"/>
                <a:gd name="connsiteX6" fmla="*/ 121926 w 553538"/>
                <a:gd name="connsiteY6" fmla="*/ 277994 h 553538"/>
                <a:gd name="connsiteX7" fmla="*/ 276769 w 553538"/>
                <a:gd name="connsiteY7" fmla="*/ 432838 h 553538"/>
                <a:gd name="connsiteX8" fmla="*/ 431613 w 553538"/>
                <a:gd name="connsiteY8" fmla="*/ 277994 h 553538"/>
                <a:gd name="connsiteX9" fmla="*/ 276769 w 553538"/>
                <a:gd name="connsiteY9" fmla="*/ 123150 h 553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3538" h="553538">
                  <a:moveTo>
                    <a:pt x="276769" y="553539"/>
                  </a:moveTo>
                  <a:cubicBezTo>
                    <a:pt x="124375" y="553539"/>
                    <a:pt x="0" y="429203"/>
                    <a:pt x="0" y="276769"/>
                  </a:cubicBezTo>
                  <a:cubicBezTo>
                    <a:pt x="0" y="124375"/>
                    <a:pt x="124336" y="0"/>
                    <a:pt x="276769" y="0"/>
                  </a:cubicBezTo>
                  <a:cubicBezTo>
                    <a:pt x="429164" y="0"/>
                    <a:pt x="553539" y="124336"/>
                    <a:pt x="553539" y="276769"/>
                  </a:cubicBezTo>
                  <a:cubicBezTo>
                    <a:pt x="553500" y="429203"/>
                    <a:pt x="429164" y="553539"/>
                    <a:pt x="276769" y="553539"/>
                  </a:cubicBezTo>
                  <a:close/>
                  <a:moveTo>
                    <a:pt x="276769" y="123150"/>
                  </a:moveTo>
                  <a:cubicBezTo>
                    <a:pt x="191427" y="123150"/>
                    <a:pt x="121926" y="192649"/>
                    <a:pt x="121926" y="277994"/>
                  </a:cubicBezTo>
                  <a:cubicBezTo>
                    <a:pt x="121926" y="363336"/>
                    <a:pt x="191424" y="432838"/>
                    <a:pt x="276769" y="432838"/>
                  </a:cubicBezTo>
                  <a:cubicBezTo>
                    <a:pt x="362114" y="432838"/>
                    <a:pt x="431613" y="363339"/>
                    <a:pt x="431613" y="277994"/>
                  </a:cubicBezTo>
                  <a:cubicBezTo>
                    <a:pt x="431613" y="192652"/>
                    <a:pt x="362114" y="123150"/>
                    <a:pt x="276769" y="123150"/>
                  </a:cubicBezTo>
                  <a:close/>
                </a:path>
              </a:pathLst>
            </a:custGeom>
            <a:solidFill>
              <a:schemeClr val="tx2"/>
            </a:solidFill>
            <a:ln w="9797"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88B2F434-8821-190D-6D37-9D7CB77FDBD5}"/>
                </a:ext>
              </a:extLst>
            </p:cNvPr>
            <p:cNvSpPr/>
            <p:nvPr/>
          </p:nvSpPr>
          <p:spPr>
            <a:xfrm>
              <a:off x="5546086" y="320631"/>
              <a:ext cx="553538" cy="553538"/>
            </a:xfrm>
            <a:custGeom>
              <a:avLst/>
              <a:gdLst>
                <a:gd name="connsiteX0" fmla="*/ 276769 w 553538"/>
                <a:gd name="connsiteY0" fmla="*/ 553539 h 553538"/>
                <a:gd name="connsiteX1" fmla="*/ 0 w 553538"/>
                <a:gd name="connsiteY1" fmla="*/ 276769 h 553538"/>
                <a:gd name="connsiteX2" fmla="*/ 276769 w 553538"/>
                <a:gd name="connsiteY2" fmla="*/ 0 h 553538"/>
                <a:gd name="connsiteX3" fmla="*/ 553539 w 553538"/>
                <a:gd name="connsiteY3" fmla="*/ 276769 h 553538"/>
                <a:gd name="connsiteX4" fmla="*/ 276769 w 553538"/>
                <a:gd name="connsiteY4" fmla="*/ 553539 h 553538"/>
                <a:gd name="connsiteX5" fmla="*/ 276769 w 553538"/>
                <a:gd name="connsiteY5" fmla="*/ 123150 h 553538"/>
                <a:gd name="connsiteX6" fmla="*/ 121926 w 553538"/>
                <a:gd name="connsiteY6" fmla="*/ 277994 h 553538"/>
                <a:gd name="connsiteX7" fmla="*/ 276769 w 553538"/>
                <a:gd name="connsiteY7" fmla="*/ 432838 h 553538"/>
                <a:gd name="connsiteX8" fmla="*/ 431613 w 553538"/>
                <a:gd name="connsiteY8" fmla="*/ 277994 h 553538"/>
                <a:gd name="connsiteX9" fmla="*/ 276769 w 553538"/>
                <a:gd name="connsiteY9" fmla="*/ 123150 h 553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3538" h="553538">
                  <a:moveTo>
                    <a:pt x="276769" y="553539"/>
                  </a:moveTo>
                  <a:cubicBezTo>
                    <a:pt x="124375" y="553539"/>
                    <a:pt x="0" y="429203"/>
                    <a:pt x="0" y="276769"/>
                  </a:cubicBezTo>
                  <a:cubicBezTo>
                    <a:pt x="0" y="124375"/>
                    <a:pt x="124336" y="0"/>
                    <a:pt x="276769" y="0"/>
                  </a:cubicBezTo>
                  <a:cubicBezTo>
                    <a:pt x="429164" y="0"/>
                    <a:pt x="553539" y="124336"/>
                    <a:pt x="553539" y="276769"/>
                  </a:cubicBezTo>
                  <a:cubicBezTo>
                    <a:pt x="553539" y="429203"/>
                    <a:pt x="429164" y="553539"/>
                    <a:pt x="276769" y="553539"/>
                  </a:cubicBezTo>
                  <a:close/>
                  <a:moveTo>
                    <a:pt x="276769" y="123150"/>
                  </a:moveTo>
                  <a:cubicBezTo>
                    <a:pt x="191427" y="123150"/>
                    <a:pt x="121926" y="192649"/>
                    <a:pt x="121926" y="277994"/>
                  </a:cubicBezTo>
                  <a:cubicBezTo>
                    <a:pt x="121926" y="363336"/>
                    <a:pt x="191425" y="432838"/>
                    <a:pt x="276769" y="432838"/>
                  </a:cubicBezTo>
                  <a:cubicBezTo>
                    <a:pt x="362114" y="432838"/>
                    <a:pt x="431613" y="363339"/>
                    <a:pt x="431613" y="277994"/>
                  </a:cubicBezTo>
                  <a:cubicBezTo>
                    <a:pt x="431613" y="192652"/>
                    <a:pt x="362114" y="123150"/>
                    <a:pt x="276769" y="123150"/>
                  </a:cubicBezTo>
                  <a:close/>
                </a:path>
              </a:pathLst>
            </a:custGeom>
            <a:solidFill>
              <a:schemeClr val="tx2"/>
            </a:solidFill>
            <a:ln w="9797"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6B636CA7-FB74-C3AC-A5B1-B952E1E989CD}"/>
                </a:ext>
              </a:extLst>
            </p:cNvPr>
            <p:cNvSpPr/>
            <p:nvPr/>
          </p:nvSpPr>
          <p:spPr>
            <a:xfrm>
              <a:off x="6603171" y="537653"/>
              <a:ext cx="1415543" cy="121929"/>
            </a:xfrm>
            <a:custGeom>
              <a:avLst/>
              <a:gdLst>
                <a:gd name="connsiteX0" fmla="*/ 1355755 w 1415543"/>
                <a:gd name="connsiteY0" fmla="*/ 121929 h 121929"/>
                <a:gd name="connsiteX1" fmla="*/ 60965 w 1415543"/>
                <a:gd name="connsiteY1" fmla="*/ 121929 h 121929"/>
                <a:gd name="connsiteX2" fmla="*/ 0 w 1415543"/>
                <a:gd name="connsiteY2" fmla="*/ 60965 h 121929"/>
                <a:gd name="connsiteX3" fmla="*/ 60965 w 1415543"/>
                <a:gd name="connsiteY3" fmla="*/ 0 h 121929"/>
                <a:gd name="connsiteX4" fmla="*/ 1354580 w 1415543"/>
                <a:gd name="connsiteY4" fmla="*/ 0 h 121929"/>
                <a:gd name="connsiteX5" fmla="*/ 1415544 w 1415543"/>
                <a:gd name="connsiteY5" fmla="*/ 60965 h 121929"/>
                <a:gd name="connsiteX6" fmla="*/ 1355804 w 1415543"/>
                <a:gd name="connsiteY6" fmla="*/ 121929 h 12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5543" h="121929">
                  <a:moveTo>
                    <a:pt x="1355755" y="121929"/>
                  </a:moveTo>
                  <a:lnTo>
                    <a:pt x="60965" y="121929"/>
                  </a:lnTo>
                  <a:cubicBezTo>
                    <a:pt x="26828" y="121929"/>
                    <a:pt x="0" y="95102"/>
                    <a:pt x="0" y="60965"/>
                  </a:cubicBezTo>
                  <a:cubicBezTo>
                    <a:pt x="0" y="26828"/>
                    <a:pt x="26828" y="0"/>
                    <a:pt x="60965" y="0"/>
                  </a:cubicBezTo>
                  <a:lnTo>
                    <a:pt x="1354580" y="0"/>
                  </a:lnTo>
                  <a:cubicBezTo>
                    <a:pt x="1388717" y="0"/>
                    <a:pt x="1415544" y="26828"/>
                    <a:pt x="1415544" y="60965"/>
                  </a:cubicBezTo>
                  <a:cubicBezTo>
                    <a:pt x="1415544" y="95102"/>
                    <a:pt x="1389941" y="121929"/>
                    <a:pt x="1355804" y="121929"/>
                  </a:cubicBezTo>
                  <a:close/>
                </a:path>
              </a:pathLst>
            </a:custGeom>
            <a:solidFill>
              <a:schemeClr val="tx2"/>
            </a:solidFill>
            <a:ln w="9797"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BDC559A5-86E0-73F5-AF53-6D68DD261273}"/>
                </a:ext>
              </a:extLst>
            </p:cNvPr>
            <p:cNvSpPr/>
            <p:nvPr/>
          </p:nvSpPr>
          <p:spPr>
            <a:xfrm>
              <a:off x="4867019" y="3974209"/>
              <a:ext cx="736871" cy="1129415"/>
            </a:xfrm>
            <a:custGeom>
              <a:avLst/>
              <a:gdLst>
                <a:gd name="connsiteX0" fmla="*/ 676618 w 736871"/>
                <a:gd name="connsiteY0" fmla="*/ 1129416 h 1129415"/>
                <a:gd name="connsiteX1" fmla="*/ 637621 w 736871"/>
                <a:gd name="connsiteY1" fmla="*/ 1116021 h 1129415"/>
                <a:gd name="connsiteX2" fmla="*/ 21929 w 736871"/>
                <a:gd name="connsiteY2" fmla="*/ 612497 h 1129415"/>
                <a:gd name="connsiteX3" fmla="*/ 0 w 736871"/>
                <a:gd name="connsiteY3" fmla="*/ 564965 h 1129415"/>
                <a:gd name="connsiteX4" fmla="*/ 21929 w 736871"/>
                <a:gd name="connsiteY4" fmla="*/ 517433 h 1129415"/>
                <a:gd name="connsiteX5" fmla="*/ 637621 w 736871"/>
                <a:gd name="connsiteY5" fmla="*/ 13909 h 1129415"/>
                <a:gd name="connsiteX6" fmla="*/ 722963 w 736871"/>
                <a:gd name="connsiteY6" fmla="*/ 22443 h 1129415"/>
                <a:gd name="connsiteX7" fmla="*/ 714428 w 736871"/>
                <a:gd name="connsiteY7" fmla="*/ 107785 h 1129415"/>
                <a:gd name="connsiteX8" fmla="*/ 157255 w 736871"/>
                <a:gd name="connsiteY8" fmla="*/ 563774 h 1129415"/>
                <a:gd name="connsiteX9" fmla="*/ 714428 w 736871"/>
                <a:gd name="connsiteY9" fmla="*/ 1019762 h 1129415"/>
                <a:gd name="connsiteX10" fmla="*/ 722963 w 736871"/>
                <a:gd name="connsiteY10" fmla="*/ 1105104 h 1129415"/>
                <a:gd name="connsiteX11" fmla="*/ 676617 w 736871"/>
                <a:gd name="connsiteY11" fmla="*/ 1129406 h 1129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6871" h="1129415">
                  <a:moveTo>
                    <a:pt x="676618" y="1129416"/>
                  </a:moveTo>
                  <a:cubicBezTo>
                    <a:pt x="663224" y="1129416"/>
                    <a:pt x="649791" y="1124555"/>
                    <a:pt x="637621" y="1116021"/>
                  </a:cubicBezTo>
                  <a:lnTo>
                    <a:pt x="21929" y="612497"/>
                  </a:lnTo>
                  <a:cubicBezTo>
                    <a:pt x="7310" y="601513"/>
                    <a:pt x="0" y="583220"/>
                    <a:pt x="0" y="564965"/>
                  </a:cubicBezTo>
                  <a:cubicBezTo>
                    <a:pt x="0" y="546672"/>
                    <a:pt x="8534" y="529603"/>
                    <a:pt x="21929" y="517433"/>
                  </a:cubicBezTo>
                  <a:lnTo>
                    <a:pt x="637621" y="13909"/>
                  </a:lnTo>
                  <a:cubicBezTo>
                    <a:pt x="663224" y="-8020"/>
                    <a:pt x="702221" y="-3160"/>
                    <a:pt x="722963" y="22443"/>
                  </a:cubicBezTo>
                  <a:cubicBezTo>
                    <a:pt x="743705" y="48046"/>
                    <a:pt x="740031" y="87044"/>
                    <a:pt x="714428" y="107785"/>
                  </a:cubicBezTo>
                  <a:lnTo>
                    <a:pt x="157255" y="563774"/>
                  </a:lnTo>
                  <a:lnTo>
                    <a:pt x="714428" y="1019762"/>
                  </a:lnTo>
                  <a:cubicBezTo>
                    <a:pt x="740031" y="1040505"/>
                    <a:pt x="744892" y="1079502"/>
                    <a:pt x="722963" y="1105104"/>
                  </a:cubicBezTo>
                  <a:cubicBezTo>
                    <a:pt x="711979" y="1120871"/>
                    <a:pt x="693686" y="1129406"/>
                    <a:pt x="676617" y="1129406"/>
                  </a:cubicBezTo>
                  <a:close/>
                </a:path>
              </a:pathLst>
            </a:custGeom>
            <a:solidFill>
              <a:schemeClr val="tx2"/>
            </a:solidFill>
            <a:ln w="9797"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6F04A15D-63EC-74ED-4DE1-29C8FF41EC4F}"/>
                </a:ext>
              </a:extLst>
            </p:cNvPr>
            <p:cNvSpPr/>
            <p:nvPr/>
          </p:nvSpPr>
          <p:spPr>
            <a:xfrm>
              <a:off x="6592996" y="3976592"/>
              <a:ext cx="736871" cy="1127034"/>
            </a:xfrm>
            <a:custGeom>
              <a:avLst/>
              <a:gdLst>
                <a:gd name="connsiteX0" fmla="*/ 61441 w 736871"/>
                <a:gd name="connsiteY0" fmla="*/ 1127033 h 1127034"/>
                <a:gd name="connsiteX1" fmla="*/ 13909 w 736871"/>
                <a:gd name="connsiteY1" fmla="*/ 1105104 h 1127034"/>
                <a:gd name="connsiteX2" fmla="*/ 22443 w 736871"/>
                <a:gd name="connsiteY2" fmla="*/ 1019762 h 1127034"/>
                <a:gd name="connsiteX3" fmla="*/ 579617 w 736871"/>
                <a:gd name="connsiteY3" fmla="*/ 563774 h 1127034"/>
                <a:gd name="connsiteX4" fmla="*/ 22443 w 736871"/>
                <a:gd name="connsiteY4" fmla="*/ 107785 h 1127034"/>
                <a:gd name="connsiteX5" fmla="*/ 13909 w 736871"/>
                <a:gd name="connsiteY5" fmla="*/ 22443 h 1127034"/>
                <a:gd name="connsiteX6" fmla="*/ 99251 w 736871"/>
                <a:gd name="connsiteY6" fmla="*/ 13909 h 1127034"/>
                <a:gd name="connsiteX7" fmla="*/ 714943 w 736871"/>
                <a:gd name="connsiteY7" fmla="*/ 517434 h 1127034"/>
                <a:gd name="connsiteX8" fmla="*/ 736872 w 736871"/>
                <a:gd name="connsiteY8" fmla="*/ 564965 h 1127034"/>
                <a:gd name="connsiteX9" fmla="*/ 714943 w 736871"/>
                <a:gd name="connsiteY9" fmla="*/ 612497 h 1127034"/>
                <a:gd name="connsiteX10" fmla="*/ 100436 w 736871"/>
                <a:gd name="connsiteY10" fmla="*/ 1112377 h 1127034"/>
                <a:gd name="connsiteX11" fmla="*/ 61439 w 736871"/>
                <a:gd name="connsiteY11" fmla="*/ 1127034 h 1127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6871" h="1127034">
                  <a:moveTo>
                    <a:pt x="61441" y="1127033"/>
                  </a:moveTo>
                  <a:cubicBezTo>
                    <a:pt x="44372" y="1127033"/>
                    <a:pt x="26079" y="1119723"/>
                    <a:pt x="13909" y="1105104"/>
                  </a:cubicBezTo>
                  <a:cubicBezTo>
                    <a:pt x="-6834" y="1079502"/>
                    <a:pt x="-3160" y="1040504"/>
                    <a:pt x="22443" y="1019762"/>
                  </a:cubicBezTo>
                  <a:lnTo>
                    <a:pt x="579617" y="563774"/>
                  </a:lnTo>
                  <a:lnTo>
                    <a:pt x="22443" y="107785"/>
                  </a:lnTo>
                  <a:cubicBezTo>
                    <a:pt x="-3160" y="87043"/>
                    <a:pt x="-8020" y="48045"/>
                    <a:pt x="13909" y="22443"/>
                  </a:cubicBezTo>
                  <a:cubicBezTo>
                    <a:pt x="34652" y="-3160"/>
                    <a:pt x="73649" y="-8020"/>
                    <a:pt x="99251" y="13909"/>
                  </a:cubicBezTo>
                  <a:lnTo>
                    <a:pt x="714943" y="517434"/>
                  </a:lnTo>
                  <a:cubicBezTo>
                    <a:pt x="729562" y="528417"/>
                    <a:pt x="736872" y="546710"/>
                    <a:pt x="736872" y="564965"/>
                  </a:cubicBezTo>
                  <a:cubicBezTo>
                    <a:pt x="736872" y="583258"/>
                    <a:pt x="728337" y="600327"/>
                    <a:pt x="714943" y="612497"/>
                  </a:cubicBezTo>
                  <a:lnTo>
                    <a:pt x="100436" y="1112377"/>
                  </a:lnTo>
                  <a:cubicBezTo>
                    <a:pt x="89491" y="1122136"/>
                    <a:pt x="76058" y="1127034"/>
                    <a:pt x="61439" y="1127034"/>
                  </a:cubicBezTo>
                  <a:close/>
                </a:path>
              </a:pathLst>
            </a:custGeom>
            <a:solidFill>
              <a:schemeClr val="tx2"/>
            </a:solidFill>
            <a:ln w="9797"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5903EAF3-3ACB-C34D-8ECD-E942F31999A0}"/>
                </a:ext>
              </a:extLst>
            </p:cNvPr>
            <p:cNvSpPr/>
            <p:nvPr/>
          </p:nvSpPr>
          <p:spPr>
            <a:xfrm>
              <a:off x="5881346" y="3892126"/>
              <a:ext cx="436604" cy="1294383"/>
            </a:xfrm>
            <a:custGeom>
              <a:avLst/>
              <a:gdLst>
                <a:gd name="connsiteX0" fmla="*/ 61034 w 436604"/>
                <a:gd name="connsiteY0" fmla="*/ 1294383 h 1294383"/>
                <a:gd name="connsiteX1" fmla="*/ 45190 w 436604"/>
                <a:gd name="connsiteY1" fmla="*/ 1291934 h 1294383"/>
                <a:gd name="connsiteX2" fmla="*/ 2519 w 436604"/>
                <a:gd name="connsiteY2" fmla="*/ 1217575 h 1294383"/>
                <a:gd name="connsiteX3" fmla="*/ 317056 w 436604"/>
                <a:gd name="connsiteY3" fmla="*/ 44760 h 1294383"/>
                <a:gd name="connsiteX4" fmla="*/ 391415 w 436604"/>
                <a:gd name="connsiteY4" fmla="*/ 2088 h 1294383"/>
                <a:gd name="connsiteX5" fmla="*/ 434086 w 436604"/>
                <a:gd name="connsiteY5" fmla="*/ 76446 h 1294383"/>
                <a:gd name="connsiteX6" fmla="*/ 119549 w 436604"/>
                <a:gd name="connsiteY6" fmla="*/ 1249262 h 1294383"/>
                <a:gd name="connsiteX7" fmla="*/ 61033 w 436604"/>
                <a:gd name="connsiteY7" fmla="*/ 1294383 h 1294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6604" h="1294383">
                  <a:moveTo>
                    <a:pt x="61034" y="1294383"/>
                  </a:moveTo>
                  <a:cubicBezTo>
                    <a:pt x="56174" y="1294383"/>
                    <a:pt x="50051" y="1293159"/>
                    <a:pt x="45190" y="1291934"/>
                  </a:cubicBezTo>
                  <a:cubicBezTo>
                    <a:pt x="12278" y="1283400"/>
                    <a:pt x="-7240" y="1249262"/>
                    <a:pt x="2519" y="1217575"/>
                  </a:cubicBezTo>
                  <a:lnTo>
                    <a:pt x="317056" y="44760"/>
                  </a:lnTo>
                  <a:cubicBezTo>
                    <a:pt x="325590" y="11847"/>
                    <a:pt x="359728" y="-6446"/>
                    <a:pt x="391415" y="2088"/>
                  </a:cubicBezTo>
                  <a:cubicBezTo>
                    <a:pt x="424327" y="10622"/>
                    <a:pt x="443845" y="44760"/>
                    <a:pt x="434086" y="76446"/>
                  </a:cubicBezTo>
                  <a:lnTo>
                    <a:pt x="119549" y="1249262"/>
                  </a:lnTo>
                  <a:cubicBezTo>
                    <a:pt x="112239" y="1276090"/>
                    <a:pt x="87861" y="1294383"/>
                    <a:pt x="61033" y="1294383"/>
                  </a:cubicBezTo>
                  <a:close/>
                </a:path>
              </a:pathLst>
            </a:custGeom>
            <a:solidFill>
              <a:schemeClr val="tx2"/>
            </a:solidFill>
            <a:ln w="9797"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56D4B2D4-D9C9-AD62-9BF7-1275FDDD5885}"/>
                </a:ext>
              </a:extLst>
            </p:cNvPr>
            <p:cNvSpPr/>
            <p:nvPr/>
          </p:nvSpPr>
          <p:spPr>
            <a:xfrm>
              <a:off x="4325754" y="3630713"/>
              <a:ext cx="3545493" cy="1815420"/>
            </a:xfrm>
            <a:custGeom>
              <a:avLst/>
              <a:gdLst>
                <a:gd name="connsiteX0" fmla="*/ 3116275 w 3545493"/>
                <a:gd name="connsiteY0" fmla="*/ 1815421 h 1815420"/>
                <a:gd name="connsiteX1" fmla="*/ 430389 w 3545493"/>
                <a:gd name="connsiteY1" fmla="*/ 1815421 h 1815420"/>
                <a:gd name="connsiteX2" fmla="*/ 0 w 3545493"/>
                <a:gd name="connsiteY2" fmla="*/ 1385032 h 1815420"/>
                <a:gd name="connsiteX3" fmla="*/ 0 w 3545493"/>
                <a:gd name="connsiteY3" fmla="*/ 430389 h 1815420"/>
                <a:gd name="connsiteX4" fmla="*/ 430389 w 3545493"/>
                <a:gd name="connsiteY4" fmla="*/ 0 h 1815420"/>
                <a:gd name="connsiteX5" fmla="*/ 3115100 w 3545493"/>
                <a:gd name="connsiteY5" fmla="*/ 0 h 1815420"/>
                <a:gd name="connsiteX6" fmla="*/ 3545488 w 3545493"/>
                <a:gd name="connsiteY6" fmla="*/ 430389 h 1815420"/>
                <a:gd name="connsiteX7" fmla="*/ 3545488 w 3545493"/>
                <a:gd name="connsiteY7" fmla="*/ 1385032 h 1815420"/>
                <a:gd name="connsiteX8" fmla="*/ 3116324 w 3545493"/>
                <a:gd name="connsiteY8" fmla="*/ 1815421 h 1815420"/>
                <a:gd name="connsiteX9" fmla="*/ 430389 w 3545493"/>
                <a:gd name="connsiteY9" fmla="*/ 121886 h 1815420"/>
                <a:gd name="connsiteX10" fmla="*/ 121935 w 3545493"/>
                <a:gd name="connsiteY10" fmla="*/ 430340 h 1815420"/>
                <a:gd name="connsiteX11" fmla="*/ 121935 w 3545493"/>
                <a:gd name="connsiteY11" fmla="*/ 1384983 h 1815420"/>
                <a:gd name="connsiteX12" fmla="*/ 430389 w 3545493"/>
                <a:gd name="connsiteY12" fmla="*/ 1693437 h 1815420"/>
                <a:gd name="connsiteX13" fmla="*/ 3115100 w 3545493"/>
                <a:gd name="connsiteY13" fmla="*/ 1693437 h 1815420"/>
                <a:gd name="connsiteX14" fmla="*/ 3423553 w 3545493"/>
                <a:gd name="connsiteY14" fmla="*/ 1384983 h 1815420"/>
                <a:gd name="connsiteX15" fmla="*/ 3423553 w 3545493"/>
                <a:gd name="connsiteY15" fmla="*/ 430340 h 1815420"/>
                <a:gd name="connsiteX16" fmla="*/ 3115100 w 3545493"/>
                <a:gd name="connsiteY16" fmla="*/ 121886 h 1815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45493" h="1815420">
                  <a:moveTo>
                    <a:pt x="3116275" y="1815421"/>
                  </a:moveTo>
                  <a:lnTo>
                    <a:pt x="430389" y="1815421"/>
                  </a:lnTo>
                  <a:cubicBezTo>
                    <a:pt x="192651" y="1815421"/>
                    <a:pt x="0" y="1621584"/>
                    <a:pt x="0" y="1385032"/>
                  </a:cubicBezTo>
                  <a:lnTo>
                    <a:pt x="0" y="430389"/>
                  </a:lnTo>
                  <a:cubicBezTo>
                    <a:pt x="0" y="192651"/>
                    <a:pt x="193837" y="0"/>
                    <a:pt x="430389" y="0"/>
                  </a:cubicBezTo>
                  <a:lnTo>
                    <a:pt x="3115100" y="0"/>
                  </a:lnTo>
                  <a:cubicBezTo>
                    <a:pt x="3352837" y="0"/>
                    <a:pt x="3545488" y="193837"/>
                    <a:pt x="3545488" y="430389"/>
                  </a:cubicBezTo>
                  <a:lnTo>
                    <a:pt x="3545488" y="1385032"/>
                  </a:lnTo>
                  <a:cubicBezTo>
                    <a:pt x="3546713" y="1622770"/>
                    <a:pt x="3354062" y="1815421"/>
                    <a:pt x="3116324" y="1815421"/>
                  </a:cubicBezTo>
                  <a:close/>
                  <a:moveTo>
                    <a:pt x="430389" y="121886"/>
                  </a:moveTo>
                  <a:cubicBezTo>
                    <a:pt x="259703" y="121886"/>
                    <a:pt x="121935" y="260888"/>
                    <a:pt x="121935" y="430340"/>
                  </a:cubicBezTo>
                  <a:lnTo>
                    <a:pt x="121935" y="1384983"/>
                  </a:lnTo>
                  <a:cubicBezTo>
                    <a:pt x="121935" y="1555669"/>
                    <a:pt x="260937" y="1693437"/>
                    <a:pt x="430389" y="1693437"/>
                  </a:cubicBezTo>
                  <a:lnTo>
                    <a:pt x="3115100" y="1693437"/>
                  </a:lnTo>
                  <a:cubicBezTo>
                    <a:pt x="3285785" y="1693437"/>
                    <a:pt x="3423553" y="1554434"/>
                    <a:pt x="3423553" y="1384983"/>
                  </a:cubicBezTo>
                  <a:lnTo>
                    <a:pt x="3423553" y="430340"/>
                  </a:lnTo>
                  <a:cubicBezTo>
                    <a:pt x="3423553" y="259654"/>
                    <a:pt x="3284551" y="121886"/>
                    <a:pt x="3115100" y="121886"/>
                  </a:cubicBezTo>
                  <a:close/>
                </a:path>
              </a:pathLst>
            </a:custGeom>
            <a:solidFill>
              <a:srgbClr val="000000"/>
            </a:solidFill>
            <a:ln w="9797"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B4F79C05-DEEA-207E-C4C2-1F7DB5CB305B}"/>
                </a:ext>
              </a:extLst>
            </p:cNvPr>
            <p:cNvSpPr/>
            <p:nvPr/>
          </p:nvSpPr>
          <p:spPr>
            <a:xfrm>
              <a:off x="5341674" y="1559327"/>
              <a:ext cx="1515929" cy="2193370"/>
            </a:xfrm>
            <a:custGeom>
              <a:avLst/>
              <a:gdLst>
                <a:gd name="connsiteX0" fmla="*/ 1112803 w 1515929"/>
                <a:gd name="connsiteY0" fmla="*/ 2193371 h 2193370"/>
                <a:gd name="connsiteX1" fmla="*/ 1051838 w 1515929"/>
                <a:gd name="connsiteY1" fmla="*/ 2132406 h 2193370"/>
                <a:gd name="connsiteX2" fmla="*/ 1051838 w 1515929"/>
                <a:gd name="connsiteY2" fmla="*/ 1081466 h 2193370"/>
                <a:gd name="connsiteX3" fmla="*/ 1112803 w 1515929"/>
                <a:gd name="connsiteY3" fmla="*/ 1020502 h 2193370"/>
                <a:gd name="connsiteX4" fmla="*/ 1267647 w 1515929"/>
                <a:gd name="connsiteY4" fmla="*/ 1020502 h 2193370"/>
                <a:gd name="connsiteX5" fmla="*/ 1374915 w 1515929"/>
                <a:gd name="connsiteY5" fmla="*/ 942469 h 2193370"/>
                <a:gd name="connsiteX6" fmla="*/ 1352987 w 1515929"/>
                <a:gd name="connsiteY6" fmla="*/ 747408 h 2193370"/>
                <a:gd name="connsiteX7" fmla="*/ 845788 w 1515929"/>
                <a:gd name="connsiteY7" fmla="*/ 163410 h 2193370"/>
                <a:gd name="connsiteX8" fmla="*/ 756772 w 1515929"/>
                <a:gd name="connsiteY8" fmla="*/ 121964 h 2193370"/>
                <a:gd name="connsiteX9" fmla="*/ 667757 w 1515929"/>
                <a:gd name="connsiteY9" fmla="*/ 163410 h 2193370"/>
                <a:gd name="connsiteX10" fmla="*/ 160559 w 1515929"/>
                <a:gd name="connsiteY10" fmla="*/ 747408 h 2193370"/>
                <a:gd name="connsiteX11" fmla="*/ 139816 w 1515929"/>
                <a:gd name="connsiteY11" fmla="*/ 943694 h 2193370"/>
                <a:gd name="connsiteX12" fmla="*/ 245900 w 1515929"/>
                <a:gd name="connsiteY12" fmla="*/ 1020502 h 2193370"/>
                <a:gd name="connsiteX13" fmla="*/ 401968 w 1515929"/>
                <a:gd name="connsiteY13" fmla="*/ 1020502 h 2193370"/>
                <a:gd name="connsiteX14" fmla="*/ 462933 w 1515929"/>
                <a:gd name="connsiteY14" fmla="*/ 1081466 h 2193370"/>
                <a:gd name="connsiteX15" fmla="*/ 462933 w 1515929"/>
                <a:gd name="connsiteY15" fmla="*/ 2132406 h 2193370"/>
                <a:gd name="connsiteX16" fmla="*/ 401968 w 1515929"/>
                <a:gd name="connsiteY16" fmla="*/ 2193371 h 2193370"/>
                <a:gd name="connsiteX17" fmla="*/ 341004 w 1515929"/>
                <a:gd name="connsiteY17" fmla="*/ 2132406 h 2193370"/>
                <a:gd name="connsiteX18" fmla="*/ 341004 w 1515929"/>
                <a:gd name="connsiteY18" fmla="*/ 1142405 h 2193370"/>
                <a:gd name="connsiteX19" fmla="*/ 245903 w 1515929"/>
                <a:gd name="connsiteY19" fmla="*/ 1142405 h 2193370"/>
                <a:gd name="connsiteX20" fmla="*/ 28876 w 1515929"/>
                <a:gd name="connsiteY20" fmla="*/ 993645 h 2193370"/>
                <a:gd name="connsiteX21" fmla="*/ 69098 w 1515929"/>
                <a:gd name="connsiteY21" fmla="*/ 666890 h 2193370"/>
                <a:gd name="connsiteX22" fmla="*/ 576296 w 1515929"/>
                <a:gd name="connsiteY22" fmla="*/ 82893 h 2193370"/>
                <a:gd name="connsiteX23" fmla="*/ 757965 w 1515929"/>
                <a:gd name="connsiteY23" fmla="*/ 0 h 2193370"/>
                <a:gd name="connsiteX24" fmla="*/ 939633 w 1515929"/>
                <a:gd name="connsiteY24" fmla="*/ 82893 h 2193370"/>
                <a:gd name="connsiteX25" fmla="*/ 1446832 w 1515929"/>
                <a:gd name="connsiteY25" fmla="*/ 666890 h 2193370"/>
                <a:gd name="connsiteX26" fmla="*/ 1487054 w 1515929"/>
                <a:gd name="connsiteY26" fmla="*/ 993645 h 2193370"/>
                <a:gd name="connsiteX27" fmla="*/ 1268803 w 1515929"/>
                <a:gd name="connsiteY27" fmla="*/ 1143629 h 2193370"/>
                <a:gd name="connsiteX28" fmla="*/ 1174926 w 1515929"/>
                <a:gd name="connsiteY28" fmla="*/ 1143629 h 2193370"/>
                <a:gd name="connsiteX29" fmla="*/ 1174926 w 1515929"/>
                <a:gd name="connsiteY29" fmla="*/ 2133631 h 2193370"/>
                <a:gd name="connsiteX30" fmla="*/ 1112814 w 1515929"/>
                <a:gd name="connsiteY30" fmla="*/ 2193371 h 21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5929" h="2193370">
                  <a:moveTo>
                    <a:pt x="1112803" y="2193371"/>
                  </a:moveTo>
                  <a:cubicBezTo>
                    <a:pt x="1078666" y="2193371"/>
                    <a:pt x="1051838" y="2166543"/>
                    <a:pt x="1051838" y="2132406"/>
                  </a:cubicBezTo>
                  <a:lnTo>
                    <a:pt x="1051838" y="1081466"/>
                  </a:lnTo>
                  <a:cubicBezTo>
                    <a:pt x="1051838" y="1047329"/>
                    <a:pt x="1078666" y="1020502"/>
                    <a:pt x="1112803" y="1020502"/>
                  </a:cubicBezTo>
                  <a:lnTo>
                    <a:pt x="1267647" y="1020502"/>
                  </a:lnTo>
                  <a:cubicBezTo>
                    <a:pt x="1332247" y="1020502"/>
                    <a:pt x="1363972" y="965622"/>
                    <a:pt x="1374915" y="942469"/>
                  </a:cubicBezTo>
                  <a:cubicBezTo>
                    <a:pt x="1399294" y="888814"/>
                    <a:pt x="1402968" y="804702"/>
                    <a:pt x="1352987" y="747408"/>
                  </a:cubicBezTo>
                  <a:lnTo>
                    <a:pt x="845788" y="163410"/>
                  </a:lnTo>
                  <a:cubicBezTo>
                    <a:pt x="822635" y="136583"/>
                    <a:pt x="790909" y="121964"/>
                    <a:pt x="756772" y="121964"/>
                  </a:cubicBezTo>
                  <a:cubicBezTo>
                    <a:pt x="722636" y="121964"/>
                    <a:pt x="690948" y="136583"/>
                    <a:pt x="667757" y="163410"/>
                  </a:cubicBezTo>
                  <a:lnTo>
                    <a:pt x="160559" y="747408"/>
                  </a:lnTo>
                  <a:cubicBezTo>
                    <a:pt x="117887" y="796165"/>
                    <a:pt x="109353" y="877867"/>
                    <a:pt x="139816" y="943694"/>
                  </a:cubicBezTo>
                  <a:cubicBezTo>
                    <a:pt x="153211" y="972971"/>
                    <a:pt x="184937" y="1020502"/>
                    <a:pt x="245900" y="1020502"/>
                  </a:cubicBezTo>
                  <a:lnTo>
                    <a:pt x="401968" y="1020502"/>
                  </a:lnTo>
                  <a:cubicBezTo>
                    <a:pt x="436105" y="1020502"/>
                    <a:pt x="462933" y="1047329"/>
                    <a:pt x="462933" y="1081466"/>
                  </a:cubicBezTo>
                  <a:lnTo>
                    <a:pt x="462933" y="2132406"/>
                  </a:lnTo>
                  <a:cubicBezTo>
                    <a:pt x="462933" y="2166543"/>
                    <a:pt x="436105" y="2193371"/>
                    <a:pt x="401968" y="2193371"/>
                  </a:cubicBezTo>
                  <a:cubicBezTo>
                    <a:pt x="367831" y="2193371"/>
                    <a:pt x="341004" y="2166543"/>
                    <a:pt x="341004" y="2132406"/>
                  </a:cubicBezTo>
                  <a:lnTo>
                    <a:pt x="341004" y="1142405"/>
                  </a:lnTo>
                  <a:lnTo>
                    <a:pt x="245903" y="1142405"/>
                  </a:lnTo>
                  <a:cubicBezTo>
                    <a:pt x="152026" y="1142405"/>
                    <a:pt x="71543" y="1086338"/>
                    <a:pt x="28876" y="993645"/>
                  </a:cubicBezTo>
                  <a:cubicBezTo>
                    <a:pt x="-21105" y="883927"/>
                    <a:pt x="-5261" y="752233"/>
                    <a:pt x="69098" y="666890"/>
                  </a:cubicBezTo>
                  <a:lnTo>
                    <a:pt x="576296" y="82893"/>
                  </a:lnTo>
                  <a:cubicBezTo>
                    <a:pt x="622642" y="30462"/>
                    <a:pt x="688464" y="0"/>
                    <a:pt x="757965" y="0"/>
                  </a:cubicBezTo>
                  <a:cubicBezTo>
                    <a:pt x="827466" y="0"/>
                    <a:pt x="893283" y="30463"/>
                    <a:pt x="939633" y="82893"/>
                  </a:cubicBezTo>
                  <a:lnTo>
                    <a:pt x="1446832" y="666890"/>
                  </a:lnTo>
                  <a:cubicBezTo>
                    <a:pt x="1521190" y="752232"/>
                    <a:pt x="1537034" y="883917"/>
                    <a:pt x="1487054" y="993645"/>
                  </a:cubicBezTo>
                  <a:cubicBezTo>
                    <a:pt x="1444382" y="1087521"/>
                    <a:pt x="1362718" y="1143629"/>
                    <a:pt x="1268803" y="1143629"/>
                  </a:cubicBezTo>
                  <a:lnTo>
                    <a:pt x="1174926" y="1143629"/>
                  </a:lnTo>
                  <a:lnTo>
                    <a:pt x="1174926" y="2133631"/>
                  </a:lnTo>
                  <a:cubicBezTo>
                    <a:pt x="1173778" y="2166543"/>
                    <a:pt x="1145726" y="2193371"/>
                    <a:pt x="1112814" y="2193371"/>
                  </a:cubicBezTo>
                  <a:close/>
                </a:path>
              </a:pathLst>
            </a:custGeom>
            <a:solidFill>
              <a:schemeClr val="tx2"/>
            </a:solidFill>
            <a:ln w="9797"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7D6A1821-F8CB-E9F9-2D90-75B55E848D94}"/>
                </a:ext>
              </a:extLst>
            </p:cNvPr>
            <p:cNvSpPr/>
            <p:nvPr/>
          </p:nvSpPr>
          <p:spPr>
            <a:xfrm>
              <a:off x="4067279" y="1419161"/>
              <a:ext cx="1297194" cy="121929"/>
            </a:xfrm>
            <a:custGeom>
              <a:avLst/>
              <a:gdLst>
                <a:gd name="connsiteX0" fmla="*/ 1236230 w 1297194"/>
                <a:gd name="connsiteY0" fmla="*/ 121929 h 121929"/>
                <a:gd name="connsiteX1" fmla="*/ 60965 w 1297194"/>
                <a:gd name="connsiteY1" fmla="*/ 121929 h 121929"/>
                <a:gd name="connsiteX2" fmla="*/ 0 w 1297194"/>
                <a:gd name="connsiteY2" fmla="*/ 60965 h 121929"/>
                <a:gd name="connsiteX3" fmla="*/ 60965 w 1297194"/>
                <a:gd name="connsiteY3" fmla="*/ 0 h 121929"/>
                <a:gd name="connsiteX4" fmla="*/ 1236230 w 1297194"/>
                <a:gd name="connsiteY4" fmla="*/ 0 h 121929"/>
                <a:gd name="connsiteX5" fmla="*/ 1297195 w 1297194"/>
                <a:gd name="connsiteY5" fmla="*/ 60965 h 121929"/>
                <a:gd name="connsiteX6" fmla="*/ 1236230 w 1297194"/>
                <a:gd name="connsiteY6" fmla="*/ 121929 h 12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7194" h="121929">
                  <a:moveTo>
                    <a:pt x="1236230" y="121929"/>
                  </a:moveTo>
                  <a:lnTo>
                    <a:pt x="60965" y="121929"/>
                  </a:lnTo>
                  <a:cubicBezTo>
                    <a:pt x="26827" y="121929"/>
                    <a:pt x="0" y="95102"/>
                    <a:pt x="0" y="60965"/>
                  </a:cubicBezTo>
                  <a:cubicBezTo>
                    <a:pt x="0" y="26827"/>
                    <a:pt x="26827" y="0"/>
                    <a:pt x="60965" y="0"/>
                  </a:cubicBezTo>
                  <a:lnTo>
                    <a:pt x="1236230" y="0"/>
                  </a:lnTo>
                  <a:cubicBezTo>
                    <a:pt x="1270367" y="0"/>
                    <a:pt x="1297195" y="26827"/>
                    <a:pt x="1297195" y="60965"/>
                  </a:cubicBezTo>
                  <a:cubicBezTo>
                    <a:pt x="1297195" y="95102"/>
                    <a:pt x="1270367" y="121929"/>
                    <a:pt x="1236230" y="121929"/>
                  </a:cubicBezTo>
                  <a:close/>
                </a:path>
              </a:pathLst>
            </a:custGeom>
            <a:solidFill>
              <a:srgbClr val="000000"/>
            </a:solidFill>
            <a:ln w="9797"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285A54C3-53E0-5D8C-CDB8-1029088F4CED}"/>
                </a:ext>
              </a:extLst>
            </p:cNvPr>
            <p:cNvSpPr/>
            <p:nvPr/>
          </p:nvSpPr>
          <p:spPr>
            <a:xfrm>
              <a:off x="4067279" y="1722774"/>
              <a:ext cx="1297194" cy="121929"/>
            </a:xfrm>
            <a:custGeom>
              <a:avLst/>
              <a:gdLst>
                <a:gd name="connsiteX0" fmla="*/ 1236230 w 1297194"/>
                <a:gd name="connsiteY0" fmla="*/ 121929 h 121929"/>
                <a:gd name="connsiteX1" fmla="*/ 60965 w 1297194"/>
                <a:gd name="connsiteY1" fmla="*/ 121929 h 121929"/>
                <a:gd name="connsiteX2" fmla="*/ 0 w 1297194"/>
                <a:gd name="connsiteY2" fmla="*/ 60965 h 121929"/>
                <a:gd name="connsiteX3" fmla="*/ 60965 w 1297194"/>
                <a:gd name="connsiteY3" fmla="*/ 0 h 121929"/>
                <a:gd name="connsiteX4" fmla="*/ 1236230 w 1297194"/>
                <a:gd name="connsiteY4" fmla="*/ 0 h 121929"/>
                <a:gd name="connsiteX5" fmla="*/ 1297195 w 1297194"/>
                <a:gd name="connsiteY5" fmla="*/ 60965 h 121929"/>
                <a:gd name="connsiteX6" fmla="*/ 1236230 w 1297194"/>
                <a:gd name="connsiteY6" fmla="*/ 121929 h 12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7194" h="121929">
                  <a:moveTo>
                    <a:pt x="1236230" y="121929"/>
                  </a:moveTo>
                  <a:lnTo>
                    <a:pt x="60965" y="121929"/>
                  </a:lnTo>
                  <a:cubicBezTo>
                    <a:pt x="26827" y="121929"/>
                    <a:pt x="0" y="95102"/>
                    <a:pt x="0" y="60965"/>
                  </a:cubicBezTo>
                  <a:cubicBezTo>
                    <a:pt x="0" y="26827"/>
                    <a:pt x="26827" y="0"/>
                    <a:pt x="60965" y="0"/>
                  </a:cubicBezTo>
                  <a:lnTo>
                    <a:pt x="1236230" y="0"/>
                  </a:lnTo>
                  <a:cubicBezTo>
                    <a:pt x="1270367" y="0"/>
                    <a:pt x="1297195" y="26827"/>
                    <a:pt x="1297195" y="60965"/>
                  </a:cubicBezTo>
                  <a:cubicBezTo>
                    <a:pt x="1297195" y="95102"/>
                    <a:pt x="1270367" y="121929"/>
                    <a:pt x="1236230" y="121929"/>
                  </a:cubicBezTo>
                  <a:close/>
                </a:path>
              </a:pathLst>
            </a:custGeom>
            <a:solidFill>
              <a:srgbClr val="000000"/>
            </a:solidFill>
            <a:ln w="9797" cap="flat">
              <a:noFill/>
              <a:prstDash val="solid"/>
              <a:miter/>
            </a:ln>
          </p:spPr>
          <p:txBody>
            <a:bodyPr rtlCol="0" anchor="ctr"/>
            <a:lstStyle/>
            <a:p>
              <a:endParaRPr lang="fr-FR"/>
            </a:p>
          </p:txBody>
        </p:sp>
        <p:sp>
          <p:nvSpPr>
            <p:cNvPr id="24" name="Forme libre : forme 23">
              <a:extLst>
                <a:ext uri="{FF2B5EF4-FFF2-40B4-BE49-F238E27FC236}">
                  <a16:creationId xmlns:a16="http://schemas.microsoft.com/office/drawing/2014/main" id="{254D38CB-2051-5BE8-1E8A-62DA42BF83AD}"/>
                </a:ext>
              </a:extLst>
            </p:cNvPr>
            <p:cNvSpPr/>
            <p:nvPr/>
          </p:nvSpPr>
          <p:spPr>
            <a:xfrm>
              <a:off x="4067239" y="2025114"/>
              <a:ext cx="935131" cy="121929"/>
            </a:xfrm>
            <a:custGeom>
              <a:avLst/>
              <a:gdLst>
                <a:gd name="connsiteX0" fmla="*/ 874167 w 935131"/>
                <a:gd name="connsiteY0" fmla="*/ 121929 h 121929"/>
                <a:gd name="connsiteX1" fmla="*/ 60965 w 935131"/>
                <a:gd name="connsiteY1" fmla="*/ 121929 h 121929"/>
                <a:gd name="connsiteX2" fmla="*/ 0 w 935131"/>
                <a:gd name="connsiteY2" fmla="*/ 60965 h 121929"/>
                <a:gd name="connsiteX3" fmla="*/ 60965 w 935131"/>
                <a:gd name="connsiteY3" fmla="*/ 0 h 121929"/>
                <a:gd name="connsiteX4" fmla="*/ 874167 w 935131"/>
                <a:gd name="connsiteY4" fmla="*/ 0 h 121929"/>
                <a:gd name="connsiteX5" fmla="*/ 935131 w 935131"/>
                <a:gd name="connsiteY5" fmla="*/ 60965 h 121929"/>
                <a:gd name="connsiteX6" fmla="*/ 874167 w 935131"/>
                <a:gd name="connsiteY6" fmla="*/ 121929 h 12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5131" h="121929">
                  <a:moveTo>
                    <a:pt x="874167" y="121929"/>
                  </a:moveTo>
                  <a:lnTo>
                    <a:pt x="60965" y="121929"/>
                  </a:lnTo>
                  <a:cubicBezTo>
                    <a:pt x="26828" y="121929"/>
                    <a:pt x="0" y="95102"/>
                    <a:pt x="0" y="60965"/>
                  </a:cubicBezTo>
                  <a:cubicBezTo>
                    <a:pt x="0" y="26827"/>
                    <a:pt x="26828" y="0"/>
                    <a:pt x="60965" y="0"/>
                  </a:cubicBezTo>
                  <a:lnTo>
                    <a:pt x="874167" y="0"/>
                  </a:lnTo>
                  <a:cubicBezTo>
                    <a:pt x="908304" y="0"/>
                    <a:pt x="935131" y="26827"/>
                    <a:pt x="935131" y="60965"/>
                  </a:cubicBezTo>
                  <a:cubicBezTo>
                    <a:pt x="935131" y="95102"/>
                    <a:pt x="908304" y="121929"/>
                    <a:pt x="874167" y="121929"/>
                  </a:cubicBezTo>
                  <a:close/>
                </a:path>
              </a:pathLst>
            </a:custGeom>
            <a:solidFill>
              <a:srgbClr val="000000"/>
            </a:solidFill>
            <a:ln w="9797" cap="flat">
              <a:noFill/>
              <a:prstDash val="solid"/>
              <a:miter/>
            </a:ln>
          </p:spPr>
          <p:txBody>
            <a:bodyPr rtlCol="0" anchor="ctr"/>
            <a:lstStyle/>
            <a:p>
              <a:endParaRPr lang="fr-FR"/>
            </a:p>
          </p:txBody>
        </p:sp>
        <p:sp>
          <p:nvSpPr>
            <p:cNvPr id="25" name="Forme libre : forme 24">
              <a:extLst>
                <a:ext uri="{FF2B5EF4-FFF2-40B4-BE49-F238E27FC236}">
                  <a16:creationId xmlns:a16="http://schemas.microsoft.com/office/drawing/2014/main" id="{A8E79E7A-4BD5-1320-AA53-628471AB0FD4}"/>
                </a:ext>
              </a:extLst>
            </p:cNvPr>
            <p:cNvSpPr/>
            <p:nvPr/>
          </p:nvSpPr>
          <p:spPr>
            <a:xfrm>
              <a:off x="6833600" y="1419161"/>
              <a:ext cx="1298468" cy="121929"/>
            </a:xfrm>
            <a:custGeom>
              <a:avLst/>
              <a:gdLst>
                <a:gd name="connsiteX0" fmla="*/ 1237503 w 1298468"/>
                <a:gd name="connsiteY0" fmla="*/ 121929 h 121929"/>
                <a:gd name="connsiteX1" fmla="*/ 60965 w 1298468"/>
                <a:gd name="connsiteY1" fmla="*/ 121929 h 121929"/>
                <a:gd name="connsiteX2" fmla="*/ 0 w 1298468"/>
                <a:gd name="connsiteY2" fmla="*/ 60965 h 121929"/>
                <a:gd name="connsiteX3" fmla="*/ 60965 w 1298468"/>
                <a:gd name="connsiteY3" fmla="*/ 0 h 121929"/>
                <a:gd name="connsiteX4" fmla="*/ 1237503 w 1298468"/>
                <a:gd name="connsiteY4" fmla="*/ 0 h 121929"/>
                <a:gd name="connsiteX5" fmla="*/ 1298468 w 1298468"/>
                <a:gd name="connsiteY5" fmla="*/ 60965 h 121929"/>
                <a:gd name="connsiteX6" fmla="*/ 1237503 w 1298468"/>
                <a:gd name="connsiteY6" fmla="*/ 121929 h 12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8468" h="121929">
                  <a:moveTo>
                    <a:pt x="1237503" y="121929"/>
                  </a:moveTo>
                  <a:lnTo>
                    <a:pt x="60965" y="121929"/>
                  </a:lnTo>
                  <a:cubicBezTo>
                    <a:pt x="26828" y="121929"/>
                    <a:pt x="0" y="95102"/>
                    <a:pt x="0" y="60965"/>
                  </a:cubicBezTo>
                  <a:cubicBezTo>
                    <a:pt x="0" y="26827"/>
                    <a:pt x="26828" y="0"/>
                    <a:pt x="60965" y="0"/>
                  </a:cubicBezTo>
                  <a:lnTo>
                    <a:pt x="1237503" y="0"/>
                  </a:lnTo>
                  <a:cubicBezTo>
                    <a:pt x="1271641" y="0"/>
                    <a:pt x="1298468" y="26827"/>
                    <a:pt x="1298468" y="60965"/>
                  </a:cubicBezTo>
                  <a:cubicBezTo>
                    <a:pt x="1298430" y="95102"/>
                    <a:pt x="1270416" y="121929"/>
                    <a:pt x="1237503" y="121929"/>
                  </a:cubicBezTo>
                  <a:close/>
                </a:path>
              </a:pathLst>
            </a:custGeom>
            <a:solidFill>
              <a:srgbClr val="000000"/>
            </a:solidFill>
            <a:ln w="9797" cap="flat">
              <a:noFill/>
              <a:prstDash val="solid"/>
              <a:miter/>
            </a:ln>
          </p:spPr>
          <p:txBody>
            <a:bodyPr rtlCol="0" anchor="ctr"/>
            <a:lstStyle/>
            <a:p>
              <a:endParaRPr lang="fr-FR"/>
            </a:p>
          </p:txBody>
        </p:sp>
        <p:sp>
          <p:nvSpPr>
            <p:cNvPr id="26" name="Forme libre : forme 25">
              <a:extLst>
                <a:ext uri="{FF2B5EF4-FFF2-40B4-BE49-F238E27FC236}">
                  <a16:creationId xmlns:a16="http://schemas.microsoft.com/office/drawing/2014/main" id="{C945DAD1-ED5E-83C7-B716-6926C541A377}"/>
                </a:ext>
              </a:extLst>
            </p:cNvPr>
            <p:cNvSpPr/>
            <p:nvPr/>
          </p:nvSpPr>
          <p:spPr>
            <a:xfrm>
              <a:off x="6833600" y="1722774"/>
              <a:ext cx="1298468" cy="121929"/>
            </a:xfrm>
            <a:custGeom>
              <a:avLst/>
              <a:gdLst>
                <a:gd name="connsiteX0" fmla="*/ 1237503 w 1298468"/>
                <a:gd name="connsiteY0" fmla="*/ 121929 h 121929"/>
                <a:gd name="connsiteX1" fmla="*/ 60965 w 1298468"/>
                <a:gd name="connsiteY1" fmla="*/ 121929 h 121929"/>
                <a:gd name="connsiteX2" fmla="*/ 0 w 1298468"/>
                <a:gd name="connsiteY2" fmla="*/ 60965 h 121929"/>
                <a:gd name="connsiteX3" fmla="*/ 60965 w 1298468"/>
                <a:gd name="connsiteY3" fmla="*/ 0 h 121929"/>
                <a:gd name="connsiteX4" fmla="*/ 1237503 w 1298468"/>
                <a:gd name="connsiteY4" fmla="*/ 0 h 121929"/>
                <a:gd name="connsiteX5" fmla="*/ 1298468 w 1298468"/>
                <a:gd name="connsiteY5" fmla="*/ 60965 h 121929"/>
                <a:gd name="connsiteX6" fmla="*/ 1237503 w 1298468"/>
                <a:gd name="connsiteY6" fmla="*/ 121929 h 12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8468" h="121929">
                  <a:moveTo>
                    <a:pt x="1237503" y="121929"/>
                  </a:moveTo>
                  <a:lnTo>
                    <a:pt x="60965" y="121929"/>
                  </a:lnTo>
                  <a:cubicBezTo>
                    <a:pt x="26828" y="121929"/>
                    <a:pt x="0" y="95102"/>
                    <a:pt x="0" y="60965"/>
                  </a:cubicBezTo>
                  <a:cubicBezTo>
                    <a:pt x="0" y="26827"/>
                    <a:pt x="26828" y="0"/>
                    <a:pt x="60965" y="0"/>
                  </a:cubicBezTo>
                  <a:lnTo>
                    <a:pt x="1237503" y="0"/>
                  </a:lnTo>
                  <a:cubicBezTo>
                    <a:pt x="1271641" y="0"/>
                    <a:pt x="1298468" y="26827"/>
                    <a:pt x="1298468" y="60965"/>
                  </a:cubicBezTo>
                  <a:cubicBezTo>
                    <a:pt x="1298430" y="95102"/>
                    <a:pt x="1270416" y="121929"/>
                    <a:pt x="1237503" y="121929"/>
                  </a:cubicBezTo>
                  <a:close/>
                </a:path>
              </a:pathLst>
            </a:custGeom>
            <a:solidFill>
              <a:srgbClr val="000000"/>
            </a:solidFill>
            <a:ln w="9797" cap="flat">
              <a:noFill/>
              <a:prstDash val="solid"/>
              <a:miter/>
            </a:ln>
          </p:spPr>
          <p:txBody>
            <a:bodyPr rtlCol="0" anchor="ctr"/>
            <a:lstStyle/>
            <a:p>
              <a:endParaRPr lang="fr-FR"/>
            </a:p>
          </p:txBody>
        </p:sp>
        <p:sp>
          <p:nvSpPr>
            <p:cNvPr id="27" name="Forme libre : forme 26">
              <a:extLst>
                <a:ext uri="{FF2B5EF4-FFF2-40B4-BE49-F238E27FC236}">
                  <a16:creationId xmlns:a16="http://schemas.microsoft.com/office/drawing/2014/main" id="{5062C7DC-A7B0-BFDB-6B7C-C16673B9BA3D}"/>
                </a:ext>
              </a:extLst>
            </p:cNvPr>
            <p:cNvSpPr/>
            <p:nvPr/>
          </p:nvSpPr>
          <p:spPr>
            <a:xfrm>
              <a:off x="7196937" y="2025114"/>
              <a:ext cx="935131" cy="121929"/>
            </a:xfrm>
            <a:custGeom>
              <a:avLst/>
              <a:gdLst>
                <a:gd name="connsiteX0" fmla="*/ 874167 w 935131"/>
                <a:gd name="connsiteY0" fmla="*/ 121929 h 121929"/>
                <a:gd name="connsiteX1" fmla="*/ 60965 w 935131"/>
                <a:gd name="connsiteY1" fmla="*/ 121929 h 121929"/>
                <a:gd name="connsiteX2" fmla="*/ 0 w 935131"/>
                <a:gd name="connsiteY2" fmla="*/ 60965 h 121929"/>
                <a:gd name="connsiteX3" fmla="*/ 60965 w 935131"/>
                <a:gd name="connsiteY3" fmla="*/ 0 h 121929"/>
                <a:gd name="connsiteX4" fmla="*/ 874167 w 935131"/>
                <a:gd name="connsiteY4" fmla="*/ 0 h 121929"/>
                <a:gd name="connsiteX5" fmla="*/ 935131 w 935131"/>
                <a:gd name="connsiteY5" fmla="*/ 60965 h 121929"/>
                <a:gd name="connsiteX6" fmla="*/ 874167 w 935131"/>
                <a:gd name="connsiteY6" fmla="*/ 121929 h 12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5131" h="121929">
                  <a:moveTo>
                    <a:pt x="874167" y="121929"/>
                  </a:moveTo>
                  <a:lnTo>
                    <a:pt x="60965" y="121929"/>
                  </a:lnTo>
                  <a:cubicBezTo>
                    <a:pt x="26828" y="121929"/>
                    <a:pt x="0" y="95102"/>
                    <a:pt x="0" y="60965"/>
                  </a:cubicBezTo>
                  <a:cubicBezTo>
                    <a:pt x="0" y="26827"/>
                    <a:pt x="26828" y="0"/>
                    <a:pt x="60965" y="0"/>
                  </a:cubicBezTo>
                  <a:lnTo>
                    <a:pt x="874167" y="0"/>
                  </a:lnTo>
                  <a:cubicBezTo>
                    <a:pt x="908304" y="0"/>
                    <a:pt x="935131" y="26827"/>
                    <a:pt x="935131" y="60965"/>
                  </a:cubicBezTo>
                  <a:cubicBezTo>
                    <a:pt x="935093" y="95102"/>
                    <a:pt x="907079" y="121929"/>
                    <a:pt x="874167" y="121929"/>
                  </a:cubicBezTo>
                  <a:close/>
                </a:path>
              </a:pathLst>
            </a:custGeom>
            <a:solidFill>
              <a:srgbClr val="000000"/>
            </a:solidFill>
            <a:ln w="9797"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5F84F28C-866D-18BE-F7BE-8C4354F7E62A}"/>
                </a:ext>
              </a:extLst>
            </p:cNvPr>
            <p:cNvSpPr/>
            <p:nvPr/>
          </p:nvSpPr>
          <p:spPr>
            <a:xfrm>
              <a:off x="6038758" y="2693181"/>
              <a:ext cx="121929" cy="786371"/>
            </a:xfrm>
            <a:custGeom>
              <a:avLst/>
              <a:gdLst>
                <a:gd name="connsiteX0" fmla="*/ 60965 w 121929"/>
                <a:gd name="connsiteY0" fmla="*/ 786372 h 786371"/>
                <a:gd name="connsiteX1" fmla="*/ 0 w 121929"/>
                <a:gd name="connsiteY1" fmla="*/ 725407 h 786371"/>
                <a:gd name="connsiteX2" fmla="*/ 0 w 121929"/>
                <a:gd name="connsiteY2" fmla="*/ 60965 h 786371"/>
                <a:gd name="connsiteX3" fmla="*/ 60965 w 121929"/>
                <a:gd name="connsiteY3" fmla="*/ 0 h 786371"/>
                <a:gd name="connsiteX4" fmla="*/ 121929 w 121929"/>
                <a:gd name="connsiteY4" fmla="*/ 60965 h 786371"/>
                <a:gd name="connsiteX5" fmla="*/ 121929 w 121929"/>
                <a:gd name="connsiteY5" fmla="*/ 725407 h 786371"/>
                <a:gd name="connsiteX6" fmla="*/ 60965 w 121929"/>
                <a:gd name="connsiteY6" fmla="*/ 786372 h 786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9" h="786371">
                  <a:moveTo>
                    <a:pt x="60965" y="786372"/>
                  </a:moveTo>
                  <a:cubicBezTo>
                    <a:pt x="26828" y="786372"/>
                    <a:pt x="0" y="759544"/>
                    <a:pt x="0" y="725407"/>
                  </a:cubicBezTo>
                  <a:lnTo>
                    <a:pt x="0" y="60965"/>
                  </a:lnTo>
                  <a:cubicBezTo>
                    <a:pt x="0" y="26828"/>
                    <a:pt x="26828" y="0"/>
                    <a:pt x="60965" y="0"/>
                  </a:cubicBezTo>
                  <a:cubicBezTo>
                    <a:pt x="95102" y="0"/>
                    <a:pt x="121929" y="26828"/>
                    <a:pt x="121929" y="60965"/>
                  </a:cubicBezTo>
                  <a:lnTo>
                    <a:pt x="121929" y="725407"/>
                  </a:lnTo>
                  <a:cubicBezTo>
                    <a:pt x="121891" y="759544"/>
                    <a:pt x="93877" y="786372"/>
                    <a:pt x="60965" y="786372"/>
                  </a:cubicBezTo>
                  <a:close/>
                </a:path>
              </a:pathLst>
            </a:custGeom>
            <a:solidFill>
              <a:schemeClr val="tx2"/>
            </a:solidFill>
            <a:ln w="9797" cap="flat">
              <a:noFill/>
              <a:prstDash val="solid"/>
              <a:miter/>
            </a:ln>
          </p:spPr>
          <p:txBody>
            <a:bodyPr rtlCol="0" anchor="ctr"/>
            <a:lstStyle/>
            <a:p>
              <a:endParaRPr lang="fr-FR"/>
            </a:p>
          </p:txBody>
        </p:sp>
      </p:grpSp>
      <p:grpSp>
        <p:nvGrpSpPr>
          <p:cNvPr id="136" name="Groupe 135">
            <a:extLst>
              <a:ext uri="{FF2B5EF4-FFF2-40B4-BE49-F238E27FC236}">
                <a16:creationId xmlns:a16="http://schemas.microsoft.com/office/drawing/2014/main" id="{13BC8907-B78E-F899-D45C-A9F127D81E5A}"/>
              </a:ext>
            </a:extLst>
          </p:cNvPr>
          <p:cNvGrpSpPr/>
          <p:nvPr/>
        </p:nvGrpSpPr>
        <p:grpSpPr>
          <a:xfrm>
            <a:off x="1037742" y="2731721"/>
            <a:ext cx="439528" cy="439528"/>
            <a:chOff x="4603697" y="1278329"/>
            <a:chExt cx="2962657" cy="2962655"/>
          </a:xfrm>
        </p:grpSpPr>
        <p:sp>
          <p:nvSpPr>
            <p:cNvPr id="86" name="Forme libre : forme 85">
              <a:extLst>
                <a:ext uri="{FF2B5EF4-FFF2-40B4-BE49-F238E27FC236}">
                  <a16:creationId xmlns:a16="http://schemas.microsoft.com/office/drawing/2014/main" id="{101FD8BE-420B-DD32-4A4E-79ACD7413447}"/>
                </a:ext>
              </a:extLst>
            </p:cNvPr>
            <p:cNvSpPr/>
            <p:nvPr/>
          </p:nvSpPr>
          <p:spPr>
            <a:xfrm>
              <a:off x="4603697" y="1278329"/>
              <a:ext cx="2962657" cy="2962655"/>
            </a:xfrm>
            <a:custGeom>
              <a:avLst/>
              <a:gdLst>
                <a:gd name="connsiteX0" fmla="*/ 2962658 w 2962657"/>
                <a:gd name="connsiteY0" fmla="*/ 1201524 h 2962655"/>
                <a:gd name="connsiteX1" fmla="*/ 2902306 w 2962657"/>
                <a:gd name="connsiteY1" fmla="*/ 60352 h 2962655"/>
                <a:gd name="connsiteX2" fmla="*/ 1761134 w 2962657"/>
                <a:gd name="connsiteY2" fmla="*/ 0 h 2962655"/>
                <a:gd name="connsiteX3" fmla="*/ 0 w 2962657"/>
                <a:gd name="connsiteY3" fmla="*/ 1761135 h 2962655"/>
                <a:gd name="connsiteX4" fmla="*/ 1201522 w 2962657"/>
                <a:gd name="connsiteY4" fmla="*/ 2962656 h 2962655"/>
                <a:gd name="connsiteX5" fmla="*/ 1805028 w 2962657"/>
                <a:gd name="connsiteY5" fmla="*/ 109730 h 2962655"/>
                <a:gd name="connsiteX6" fmla="*/ 2798066 w 2962657"/>
                <a:gd name="connsiteY6" fmla="*/ 164610 h 2962655"/>
                <a:gd name="connsiteX7" fmla="*/ 2852946 w 2962657"/>
                <a:gd name="connsiteY7" fmla="*/ 1157648 h 2962655"/>
                <a:gd name="connsiteX8" fmla="*/ 1201539 w 2962657"/>
                <a:gd name="connsiteY8" fmla="*/ 2809055 h 2962655"/>
                <a:gd name="connsiteX9" fmla="*/ 153637 w 2962657"/>
                <a:gd name="connsiteY9" fmla="*/ 1761152 h 2962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62657" h="2962655">
                  <a:moveTo>
                    <a:pt x="2962658" y="1201524"/>
                  </a:moveTo>
                  <a:lnTo>
                    <a:pt x="2902306" y="60352"/>
                  </a:lnTo>
                  <a:lnTo>
                    <a:pt x="1761134" y="0"/>
                  </a:lnTo>
                  <a:lnTo>
                    <a:pt x="0" y="1761135"/>
                  </a:lnTo>
                  <a:lnTo>
                    <a:pt x="1201522" y="2962656"/>
                  </a:lnTo>
                  <a:close/>
                  <a:moveTo>
                    <a:pt x="1805028" y="109730"/>
                  </a:moveTo>
                  <a:lnTo>
                    <a:pt x="2798066" y="164610"/>
                  </a:lnTo>
                  <a:lnTo>
                    <a:pt x="2852946" y="1157648"/>
                  </a:lnTo>
                  <a:lnTo>
                    <a:pt x="1201539" y="2809055"/>
                  </a:lnTo>
                  <a:lnTo>
                    <a:pt x="153637" y="1761152"/>
                  </a:lnTo>
                  <a:close/>
                </a:path>
              </a:pathLst>
            </a:custGeom>
            <a:solidFill>
              <a:srgbClr val="000000"/>
            </a:solidFill>
            <a:ln w="9797" cap="flat">
              <a:noFill/>
              <a:prstDash val="solid"/>
              <a:miter/>
            </a:ln>
          </p:spPr>
          <p:txBody>
            <a:bodyPr rtlCol="0" anchor="ctr"/>
            <a:lstStyle/>
            <a:p>
              <a:endParaRPr lang="fr-FR"/>
            </a:p>
          </p:txBody>
        </p:sp>
        <p:sp>
          <p:nvSpPr>
            <p:cNvPr id="87" name="Forme libre : forme 86">
              <a:extLst>
                <a:ext uri="{FF2B5EF4-FFF2-40B4-BE49-F238E27FC236}">
                  <a16:creationId xmlns:a16="http://schemas.microsoft.com/office/drawing/2014/main" id="{C5CE4125-4E8B-55FC-49B9-E6762E6ADF0C}"/>
                </a:ext>
              </a:extLst>
            </p:cNvPr>
            <p:cNvSpPr/>
            <p:nvPr/>
          </p:nvSpPr>
          <p:spPr>
            <a:xfrm>
              <a:off x="6710445" y="1640370"/>
              <a:ext cx="493838" cy="493838"/>
            </a:xfrm>
            <a:custGeom>
              <a:avLst/>
              <a:gdLst>
                <a:gd name="connsiteX0" fmla="*/ 246920 w 493838"/>
                <a:gd name="connsiteY0" fmla="*/ 493839 h 493838"/>
                <a:gd name="connsiteX1" fmla="*/ 422504 w 493838"/>
                <a:gd name="connsiteY1" fmla="*/ 422504 h 493838"/>
                <a:gd name="connsiteX2" fmla="*/ 493839 w 493838"/>
                <a:gd name="connsiteY2" fmla="*/ 246919 h 493838"/>
                <a:gd name="connsiteX3" fmla="*/ 422504 w 493838"/>
                <a:gd name="connsiteY3" fmla="*/ 71335 h 493838"/>
                <a:gd name="connsiteX4" fmla="*/ 246920 w 493838"/>
                <a:gd name="connsiteY4" fmla="*/ 0 h 493838"/>
                <a:gd name="connsiteX5" fmla="*/ 71335 w 493838"/>
                <a:gd name="connsiteY5" fmla="*/ 71335 h 493838"/>
                <a:gd name="connsiteX6" fmla="*/ 0 w 493838"/>
                <a:gd name="connsiteY6" fmla="*/ 246919 h 493838"/>
                <a:gd name="connsiteX7" fmla="*/ 71335 w 493838"/>
                <a:gd name="connsiteY7" fmla="*/ 422504 h 493838"/>
                <a:gd name="connsiteX8" fmla="*/ 246920 w 493838"/>
                <a:gd name="connsiteY8" fmla="*/ 493839 h 493838"/>
                <a:gd name="connsiteX9" fmla="*/ 148145 w 493838"/>
                <a:gd name="connsiteY9" fmla="*/ 153692 h 493838"/>
                <a:gd name="connsiteX10" fmla="*/ 246880 w 493838"/>
                <a:gd name="connsiteY10" fmla="*/ 115268 h 493838"/>
                <a:gd name="connsiteX11" fmla="*/ 345616 w 493838"/>
                <a:gd name="connsiteY11" fmla="*/ 153692 h 493838"/>
                <a:gd name="connsiteX12" fmla="*/ 384039 w 493838"/>
                <a:gd name="connsiteY12" fmla="*/ 252427 h 493838"/>
                <a:gd name="connsiteX13" fmla="*/ 345616 w 493838"/>
                <a:gd name="connsiteY13" fmla="*/ 351163 h 493838"/>
                <a:gd name="connsiteX14" fmla="*/ 153572 w 493838"/>
                <a:gd name="connsiteY14" fmla="*/ 351163 h 493838"/>
                <a:gd name="connsiteX15" fmla="*/ 115149 w 493838"/>
                <a:gd name="connsiteY15" fmla="*/ 252427 h 493838"/>
                <a:gd name="connsiteX16" fmla="*/ 148138 w 493838"/>
                <a:gd name="connsiteY16" fmla="*/ 153692 h 49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3838" h="493838">
                  <a:moveTo>
                    <a:pt x="246920" y="493839"/>
                  </a:moveTo>
                  <a:cubicBezTo>
                    <a:pt x="312744" y="493839"/>
                    <a:pt x="373097" y="466399"/>
                    <a:pt x="422504" y="422504"/>
                  </a:cubicBezTo>
                  <a:cubicBezTo>
                    <a:pt x="471873" y="378608"/>
                    <a:pt x="493839" y="312786"/>
                    <a:pt x="493839" y="246919"/>
                  </a:cubicBezTo>
                  <a:cubicBezTo>
                    <a:pt x="493839" y="181094"/>
                    <a:pt x="466399" y="120742"/>
                    <a:pt x="422504" y="71335"/>
                  </a:cubicBezTo>
                  <a:cubicBezTo>
                    <a:pt x="378608" y="21966"/>
                    <a:pt x="312786" y="0"/>
                    <a:pt x="246920" y="0"/>
                  </a:cubicBezTo>
                  <a:cubicBezTo>
                    <a:pt x="181094" y="0"/>
                    <a:pt x="120742" y="27440"/>
                    <a:pt x="71335" y="71335"/>
                  </a:cubicBezTo>
                  <a:cubicBezTo>
                    <a:pt x="21966" y="115231"/>
                    <a:pt x="0" y="181053"/>
                    <a:pt x="0" y="246919"/>
                  </a:cubicBezTo>
                  <a:cubicBezTo>
                    <a:pt x="0" y="312745"/>
                    <a:pt x="27440" y="373097"/>
                    <a:pt x="71335" y="422504"/>
                  </a:cubicBezTo>
                  <a:cubicBezTo>
                    <a:pt x="115231" y="471911"/>
                    <a:pt x="181053" y="493839"/>
                    <a:pt x="246920" y="493839"/>
                  </a:cubicBezTo>
                  <a:close/>
                  <a:moveTo>
                    <a:pt x="148145" y="153692"/>
                  </a:moveTo>
                  <a:cubicBezTo>
                    <a:pt x="175584" y="126252"/>
                    <a:pt x="208497" y="115268"/>
                    <a:pt x="246880" y="115268"/>
                  </a:cubicBezTo>
                  <a:cubicBezTo>
                    <a:pt x="285304" y="115268"/>
                    <a:pt x="318215" y="131725"/>
                    <a:pt x="345616" y="153692"/>
                  </a:cubicBezTo>
                  <a:cubicBezTo>
                    <a:pt x="373056" y="175621"/>
                    <a:pt x="384039" y="214044"/>
                    <a:pt x="384039" y="252427"/>
                  </a:cubicBezTo>
                  <a:cubicBezTo>
                    <a:pt x="384039" y="290851"/>
                    <a:pt x="367583" y="323762"/>
                    <a:pt x="345616" y="351163"/>
                  </a:cubicBezTo>
                  <a:cubicBezTo>
                    <a:pt x="296247" y="400532"/>
                    <a:pt x="202979" y="400532"/>
                    <a:pt x="153572" y="351163"/>
                  </a:cubicBezTo>
                  <a:cubicBezTo>
                    <a:pt x="126132" y="323723"/>
                    <a:pt x="115149" y="290811"/>
                    <a:pt x="115149" y="252427"/>
                  </a:cubicBezTo>
                  <a:cubicBezTo>
                    <a:pt x="115225" y="214042"/>
                    <a:pt x="120698" y="175620"/>
                    <a:pt x="148138" y="153692"/>
                  </a:cubicBezTo>
                  <a:close/>
                </a:path>
              </a:pathLst>
            </a:custGeom>
            <a:solidFill>
              <a:schemeClr val="tx2"/>
            </a:solidFill>
            <a:ln w="9797" cap="flat">
              <a:noFill/>
              <a:prstDash val="solid"/>
              <a:miter/>
            </a:ln>
          </p:spPr>
          <p:txBody>
            <a:bodyPr rtlCol="0" anchor="ctr"/>
            <a:lstStyle/>
            <a:p>
              <a:endParaRPr lang="fr-FR"/>
            </a:p>
          </p:txBody>
        </p:sp>
      </p:grpSp>
      <p:grpSp>
        <p:nvGrpSpPr>
          <p:cNvPr id="164" name="Groupe 163">
            <a:extLst>
              <a:ext uri="{FF2B5EF4-FFF2-40B4-BE49-F238E27FC236}">
                <a16:creationId xmlns:a16="http://schemas.microsoft.com/office/drawing/2014/main" id="{CFEDFF68-01BF-BB81-5460-5E41FA290DB0}"/>
              </a:ext>
            </a:extLst>
          </p:cNvPr>
          <p:cNvGrpSpPr/>
          <p:nvPr/>
        </p:nvGrpSpPr>
        <p:grpSpPr>
          <a:xfrm>
            <a:off x="1207300" y="3675887"/>
            <a:ext cx="468453" cy="476145"/>
            <a:chOff x="769864" y="1379657"/>
            <a:chExt cx="5086486" cy="5169999"/>
          </a:xfrm>
        </p:grpSpPr>
        <p:sp>
          <p:nvSpPr>
            <p:cNvPr id="143" name="Forme libre : forme 142">
              <a:extLst>
                <a:ext uri="{FF2B5EF4-FFF2-40B4-BE49-F238E27FC236}">
                  <a16:creationId xmlns:a16="http://schemas.microsoft.com/office/drawing/2014/main" id="{BEFF9C3D-BA19-ADBA-37C7-CDCDCD404F19}"/>
                </a:ext>
              </a:extLst>
            </p:cNvPr>
            <p:cNvSpPr/>
            <p:nvPr/>
          </p:nvSpPr>
          <p:spPr>
            <a:xfrm>
              <a:off x="3463314" y="4156588"/>
              <a:ext cx="2393036" cy="2393068"/>
            </a:xfrm>
            <a:custGeom>
              <a:avLst/>
              <a:gdLst>
                <a:gd name="connsiteX0" fmla="*/ 1479329 w 2393036"/>
                <a:gd name="connsiteY0" fmla="*/ 2393038 h 2393068"/>
                <a:gd name="connsiteX1" fmla="*/ 1440331 w 2393036"/>
                <a:gd name="connsiteY1" fmla="*/ 2375817 h 2393068"/>
                <a:gd name="connsiteX2" fmla="*/ 1234934 w 2393036"/>
                <a:gd name="connsiteY2" fmla="*/ 2150179 h 2393068"/>
                <a:gd name="connsiteX3" fmla="*/ 1057400 w 2393036"/>
                <a:gd name="connsiteY3" fmla="*/ 2140688 h 2393068"/>
                <a:gd name="connsiteX4" fmla="*/ 829842 w 2393036"/>
                <a:gd name="connsiteY4" fmla="*/ 2344096 h 2393068"/>
                <a:gd name="connsiteX5" fmla="*/ 771978 w 2393036"/>
                <a:gd name="connsiteY5" fmla="*/ 2352324 h 2393068"/>
                <a:gd name="connsiteX6" fmla="*/ 564328 w 2393036"/>
                <a:gd name="connsiteY6" fmla="*/ 2253206 h 2393068"/>
                <a:gd name="connsiteX7" fmla="*/ 534362 w 2393036"/>
                <a:gd name="connsiteY7" fmla="*/ 2203149 h 2393068"/>
                <a:gd name="connsiteX8" fmla="*/ 548829 w 2393036"/>
                <a:gd name="connsiteY8" fmla="*/ 1897145 h 2393068"/>
                <a:gd name="connsiteX9" fmla="*/ 430842 w 2393036"/>
                <a:gd name="connsiteY9" fmla="*/ 1766373 h 2393068"/>
                <a:gd name="connsiteX10" fmla="*/ 124798 w 2393036"/>
                <a:gd name="connsiteY10" fmla="*/ 1747927 h 2393068"/>
                <a:gd name="connsiteX11" fmla="*/ 78109 w 2393036"/>
                <a:gd name="connsiteY11" fmla="*/ 1712603 h 2393068"/>
                <a:gd name="connsiteX12" fmla="*/ 2946 w 2393036"/>
                <a:gd name="connsiteY12" fmla="*/ 1496645 h 2393068"/>
                <a:gd name="connsiteX13" fmla="*/ 17259 w 2393036"/>
                <a:gd name="connsiteY13" fmla="*/ 1440273 h 2393068"/>
                <a:gd name="connsiteX14" fmla="*/ 242554 w 2393036"/>
                <a:gd name="connsiteY14" fmla="*/ 1235219 h 2393068"/>
                <a:gd name="connsiteX15" fmla="*/ 251242 w 2393036"/>
                <a:gd name="connsiteY15" fmla="*/ 1058223 h 2393068"/>
                <a:gd name="connsiteX16" fmla="*/ 48793 w 2393036"/>
                <a:gd name="connsiteY16" fmla="*/ 829793 h 2393068"/>
                <a:gd name="connsiteX17" fmla="*/ 40565 w 2393036"/>
                <a:gd name="connsiteY17" fmla="*/ 772197 h 2393068"/>
                <a:gd name="connsiteX18" fmla="*/ 138654 w 2393036"/>
                <a:gd name="connsiteY18" fmla="*/ 564468 h 2393068"/>
                <a:gd name="connsiteX19" fmla="*/ 188865 w 2393036"/>
                <a:gd name="connsiteY19" fmla="*/ 534388 h 2393068"/>
                <a:gd name="connsiteX20" fmla="*/ 493762 w 2393036"/>
                <a:gd name="connsiteY20" fmla="*/ 548816 h 2393068"/>
                <a:gd name="connsiteX21" fmla="*/ 626670 w 2393036"/>
                <a:gd name="connsiteY21" fmla="*/ 430330 h 2393068"/>
                <a:gd name="connsiteX22" fmla="*/ 643968 w 2393036"/>
                <a:gd name="connsiteY22" fmla="*/ 125971 h 2393068"/>
                <a:gd name="connsiteX23" fmla="*/ 679099 w 2393036"/>
                <a:gd name="connsiteY23" fmla="*/ 79206 h 2393068"/>
                <a:gd name="connsiteX24" fmla="*/ 895097 w 2393036"/>
                <a:gd name="connsiteY24" fmla="*/ 3049 h 2393068"/>
                <a:gd name="connsiteX25" fmla="*/ 951621 w 2393036"/>
                <a:gd name="connsiteY25" fmla="*/ 17285 h 2393068"/>
                <a:gd name="connsiteX26" fmla="*/ 1156715 w 2393036"/>
                <a:gd name="connsiteY26" fmla="*/ 242619 h 2393068"/>
                <a:gd name="connsiteX27" fmla="*/ 1334670 w 2393036"/>
                <a:gd name="connsiteY27" fmla="*/ 251268 h 2393068"/>
                <a:gd name="connsiteX28" fmla="*/ 1563218 w 2393036"/>
                <a:gd name="connsiteY28" fmla="*/ 47860 h 2393068"/>
                <a:gd name="connsiteX29" fmla="*/ 1621427 w 2393036"/>
                <a:gd name="connsiteY29" fmla="*/ 39823 h 2393068"/>
                <a:gd name="connsiteX30" fmla="*/ 1826970 w 2393036"/>
                <a:gd name="connsiteY30" fmla="*/ 139980 h 2393068"/>
                <a:gd name="connsiteX31" fmla="*/ 1856553 w 2393036"/>
                <a:gd name="connsiteY31" fmla="*/ 189845 h 2393068"/>
                <a:gd name="connsiteX32" fmla="*/ 1842125 w 2393036"/>
                <a:gd name="connsiteY32" fmla="*/ 493478 h 2393068"/>
                <a:gd name="connsiteX33" fmla="*/ 1962365 w 2393036"/>
                <a:gd name="connsiteY33" fmla="*/ 626699 h 2393068"/>
                <a:gd name="connsiteX34" fmla="*/ 2267262 w 2393036"/>
                <a:gd name="connsiteY34" fmla="*/ 645031 h 2393068"/>
                <a:gd name="connsiteX35" fmla="*/ 2313798 w 2393036"/>
                <a:gd name="connsiteY35" fmla="*/ 680048 h 2393068"/>
                <a:gd name="connsiteX36" fmla="*/ 2389994 w 2393036"/>
                <a:gd name="connsiteY36" fmla="*/ 894978 h 2393068"/>
                <a:gd name="connsiteX37" fmla="*/ 2375758 w 2393036"/>
                <a:gd name="connsiteY37" fmla="*/ 951656 h 2393068"/>
                <a:gd name="connsiteX38" fmla="*/ 2150120 w 2393036"/>
                <a:gd name="connsiteY38" fmla="*/ 1157171 h 2393068"/>
                <a:gd name="connsiteX39" fmla="*/ 2140705 w 2393036"/>
                <a:gd name="connsiteY39" fmla="*/ 1335743 h 2393068"/>
                <a:gd name="connsiteX40" fmla="*/ 2343114 w 2393036"/>
                <a:gd name="connsiteY40" fmla="*/ 1563262 h 2393068"/>
                <a:gd name="connsiteX41" fmla="*/ 2351342 w 2393036"/>
                <a:gd name="connsiteY41" fmla="*/ 1620973 h 2393068"/>
                <a:gd name="connsiteX42" fmla="*/ 2253253 w 2393036"/>
                <a:gd name="connsiteY42" fmla="*/ 1827673 h 2393068"/>
                <a:gd name="connsiteX43" fmla="*/ 2203119 w 2393036"/>
                <a:gd name="connsiteY43" fmla="*/ 1857639 h 2393068"/>
                <a:gd name="connsiteX44" fmla="*/ 1897762 w 2393036"/>
                <a:gd name="connsiteY44" fmla="*/ 1843211 h 2393068"/>
                <a:gd name="connsiteX45" fmla="*/ 1765275 w 2393036"/>
                <a:gd name="connsiteY45" fmla="*/ 1962726 h 2393068"/>
                <a:gd name="connsiteX46" fmla="*/ 1747977 w 2393036"/>
                <a:gd name="connsiteY46" fmla="*/ 2267084 h 2393068"/>
                <a:gd name="connsiteX47" fmla="*/ 1712884 w 2393036"/>
                <a:gd name="connsiteY47" fmla="*/ 2313850 h 2393068"/>
                <a:gd name="connsiteX48" fmla="*/ 1496886 w 2393036"/>
                <a:gd name="connsiteY48" fmla="*/ 2390084 h 2393068"/>
                <a:gd name="connsiteX49" fmla="*/ 1479320 w 2393036"/>
                <a:gd name="connsiteY49" fmla="*/ 2393069 h 2393068"/>
                <a:gd name="connsiteX50" fmla="*/ 1257022 w 2393036"/>
                <a:gd name="connsiteY50" fmla="*/ 2043369 h 2393068"/>
                <a:gd name="connsiteX51" fmla="*/ 1296020 w 2393036"/>
                <a:gd name="connsiteY51" fmla="*/ 2060590 h 2393068"/>
                <a:gd name="connsiteX52" fmla="*/ 1494754 w 2393036"/>
                <a:gd name="connsiteY52" fmla="*/ 2278919 h 2393068"/>
                <a:gd name="connsiteX53" fmla="*/ 1644621 w 2393036"/>
                <a:gd name="connsiteY53" fmla="*/ 2226069 h 2393068"/>
                <a:gd name="connsiteX54" fmla="*/ 1661422 w 2393036"/>
                <a:gd name="connsiteY54" fmla="*/ 1931390 h 2393068"/>
                <a:gd name="connsiteX55" fmla="*/ 1684154 w 2393036"/>
                <a:gd name="connsiteY55" fmla="*/ 1890900 h 2393068"/>
                <a:gd name="connsiteX56" fmla="*/ 1834520 w 2393036"/>
                <a:gd name="connsiteY56" fmla="*/ 1755191 h 2393068"/>
                <a:gd name="connsiteX57" fmla="*/ 1877268 w 2393036"/>
                <a:gd name="connsiteY57" fmla="*/ 1736630 h 2393068"/>
                <a:gd name="connsiteX58" fmla="*/ 2172985 w 2393036"/>
                <a:gd name="connsiteY58" fmla="*/ 1750522 h 2393068"/>
                <a:gd name="connsiteX59" fmla="*/ 2241030 w 2393036"/>
                <a:gd name="connsiteY59" fmla="*/ 1607200 h 2393068"/>
                <a:gd name="connsiteX60" fmla="*/ 2045126 w 2393036"/>
                <a:gd name="connsiteY60" fmla="*/ 1387028 h 2393068"/>
                <a:gd name="connsiteX61" fmla="*/ 2032612 w 2393036"/>
                <a:gd name="connsiteY61" fmla="*/ 1342712 h 2393068"/>
                <a:gd name="connsiteX62" fmla="*/ 2043443 w 2393036"/>
                <a:gd name="connsiteY62" fmla="*/ 1138696 h 2393068"/>
                <a:gd name="connsiteX63" fmla="*/ 2060550 w 2393036"/>
                <a:gd name="connsiteY63" fmla="*/ 1095948 h 2393068"/>
                <a:gd name="connsiteX64" fmla="*/ 2278840 w 2393036"/>
                <a:gd name="connsiteY64" fmla="*/ 897213 h 2393068"/>
                <a:gd name="connsiteX65" fmla="*/ 2225951 w 2393036"/>
                <a:gd name="connsiteY65" fmla="*/ 748307 h 2393068"/>
                <a:gd name="connsiteX66" fmla="*/ 1931076 w 2393036"/>
                <a:gd name="connsiteY66" fmla="*/ 730473 h 2393068"/>
                <a:gd name="connsiteX67" fmla="*/ 1891084 w 2393036"/>
                <a:gd name="connsiteY67" fmla="*/ 708124 h 2393068"/>
                <a:gd name="connsiteX68" fmla="*/ 1753699 w 2393036"/>
                <a:gd name="connsiteY68" fmla="*/ 556043 h 2393068"/>
                <a:gd name="connsiteX69" fmla="*/ 1735521 w 2393036"/>
                <a:gd name="connsiteY69" fmla="*/ 513678 h 2393068"/>
                <a:gd name="connsiteX70" fmla="*/ 1749489 w 2393036"/>
                <a:gd name="connsiteY70" fmla="*/ 219607 h 2393068"/>
                <a:gd name="connsiteX71" fmla="*/ 1606931 w 2393036"/>
                <a:gd name="connsiteY71" fmla="*/ 150147 h 2393068"/>
                <a:gd name="connsiteX72" fmla="*/ 1386035 w 2393036"/>
                <a:gd name="connsiteY72" fmla="*/ 346736 h 2393068"/>
                <a:gd name="connsiteX73" fmla="*/ 1341642 w 2393036"/>
                <a:gd name="connsiteY73" fmla="*/ 359289 h 2393068"/>
                <a:gd name="connsiteX74" fmla="*/ 1139497 w 2393036"/>
                <a:gd name="connsiteY74" fmla="*/ 349492 h 2393068"/>
                <a:gd name="connsiteX75" fmla="*/ 1095946 w 2393036"/>
                <a:gd name="connsiteY75" fmla="*/ 332499 h 2393068"/>
                <a:gd name="connsiteX76" fmla="*/ 897211 w 2393036"/>
                <a:gd name="connsiteY76" fmla="*/ 114170 h 2393068"/>
                <a:gd name="connsiteX77" fmla="*/ 747344 w 2393036"/>
                <a:gd name="connsiteY77" fmla="*/ 167021 h 2393068"/>
                <a:gd name="connsiteX78" fmla="*/ 730544 w 2393036"/>
                <a:gd name="connsiteY78" fmla="*/ 461582 h 2393068"/>
                <a:gd name="connsiteX79" fmla="*/ 707888 w 2393036"/>
                <a:gd name="connsiteY79" fmla="*/ 501957 h 2393068"/>
                <a:gd name="connsiteX80" fmla="*/ 555650 w 2393036"/>
                <a:gd name="connsiteY80" fmla="*/ 637549 h 2393068"/>
                <a:gd name="connsiteX81" fmla="*/ 513629 w 2393036"/>
                <a:gd name="connsiteY81" fmla="*/ 655268 h 2393068"/>
                <a:gd name="connsiteX82" fmla="*/ 219068 w 2393036"/>
                <a:gd name="connsiteY82" fmla="*/ 641376 h 2393068"/>
                <a:gd name="connsiteX83" fmla="*/ 150872 w 2393036"/>
                <a:gd name="connsiteY83" fmla="*/ 785727 h 2393068"/>
                <a:gd name="connsiteX84" fmla="*/ 346932 w 2393036"/>
                <a:gd name="connsiteY84" fmla="*/ 1006927 h 2393068"/>
                <a:gd name="connsiteX85" fmla="*/ 359408 w 2393036"/>
                <a:gd name="connsiteY85" fmla="*/ 1051243 h 2393068"/>
                <a:gd name="connsiteX86" fmla="*/ 349572 w 2393036"/>
                <a:gd name="connsiteY86" fmla="*/ 1252584 h 2393068"/>
                <a:gd name="connsiteX87" fmla="*/ 332504 w 2393036"/>
                <a:gd name="connsiteY87" fmla="*/ 1296059 h 2393068"/>
                <a:gd name="connsiteX88" fmla="*/ 114057 w 2393036"/>
                <a:gd name="connsiteY88" fmla="*/ 1494794 h 2393068"/>
                <a:gd name="connsiteX89" fmla="*/ 166257 w 2393036"/>
                <a:gd name="connsiteY89" fmla="*/ 1644622 h 2393068"/>
                <a:gd name="connsiteX90" fmla="*/ 461935 w 2393036"/>
                <a:gd name="connsiteY90" fmla="*/ 1662456 h 2393068"/>
                <a:gd name="connsiteX91" fmla="*/ 501698 w 2393036"/>
                <a:gd name="connsiteY91" fmla="*/ 1684385 h 2393068"/>
                <a:gd name="connsiteX92" fmla="*/ 637633 w 2393036"/>
                <a:gd name="connsiteY92" fmla="*/ 1835133 h 2393068"/>
                <a:gd name="connsiteX93" fmla="*/ 655467 w 2393036"/>
                <a:gd name="connsiteY93" fmla="*/ 1877154 h 2393068"/>
                <a:gd name="connsiteX94" fmla="*/ 641460 w 2393036"/>
                <a:gd name="connsiteY94" fmla="*/ 2172979 h 2393068"/>
                <a:gd name="connsiteX95" fmla="*/ 785811 w 2393036"/>
                <a:gd name="connsiteY95" fmla="*/ 2241904 h 2393068"/>
                <a:gd name="connsiteX96" fmla="*/ 1005943 w 2393036"/>
                <a:gd name="connsiteY96" fmla="*/ 2045118 h 2393068"/>
                <a:gd name="connsiteX97" fmla="*/ 1050298 w 2393036"/>
                <a:gd name="connsiteY97" fmla="*/ 2032566 h 2393068"/>
                <a:gd name="connsiteX98" fmla="*/ 1253392 w 2393036"/>
                <a:gd name="connsiteY98" fmla="*/ 2043397 h 2393068"/>
                <a:gd name="connsiteX99" fmla="*/ 1257028 w 2393036"/>
                <a:gd name="connsiteY99" fmla="*/ 2043359 h 2393068"/>
                <a:gd name="connsiteX100" fmla="*/ 1196938 w 2393036"/>
                <a:gd name="connsiteY100" fmla="*/ 1620289 h 2393068"/>
                <a:gd name="connsiteX101" fmla="*/ 796137 w 2393036"/>
                <a:gd name="connsiteY101" fmla="*/ 1337240 h 2393068"/>
                <a:gd name="connsiteX102" fmla="*/ 812976 w 2393036"/>
                <a:gd name="connsiteY102" fmla="*/ 1012788 h 2393068"/>
                <a:gd name="connsiteX103" fmla="*/ 1054917 w 2393036"/>
                <a:gd name="connsiteY103" fmla="*/ 796104 h 2393068"/>
                <a:gd name="connsiteX104" fmla="*/ 1379183 w 2393036"/>
                <a:gd name="connsiteY104" fmla="*/ 813020 h 2393068"/>
                <a:gd name="connsiteX105" fmla="*/ 1595905 w 2393036"/>
                <a:gd name="connsiteY105" fmla="*/ 1054960 h 2393068"/>
                <a:gd name="connsiteX106" fmla="*/ 1578989 w 2393036"/>
                <a:gd name="connsiteY106" fmla="*/ 1379295 h 2393068"/>
                <a:gd name="connsiteX107" fmla="*/ 1338156 w 2393036"/>
                <a:gd name="connsiteY107" fmla="*/ 1595861 h 2393068"/>
                <a:gd name="connsiteX108" fmla="*/ 1196940 w 2393036"/>
                <a:gd name="connsiteY108" fmla="*/ 1620277 h 2393068"/>
                <a:gd name="connsiteX109" fmla="*/ 1196862 w 2393036"/>
                <a:gd name="connsiteY109" fmla="*/ 877009 h 2393068"/>
                <a:gd name="connsiteX110" fmla="*/ 1090053 w 2393036"/>
                <a:gd name="connsiteY110" fmla="*/ 895570 h 2393068"/>
                <a:gd name="connsiteX111" fmla="*/ 908199 w 2393036"/>
                <a:gd name="connsiteY111" fmla="*/ 1058369 h 2393068"/>
                <a:gd name="connsiteX112" fmla="*/ 895531 w 2393036"/>
                <a:gd name="connsiteY112" fmla="*/ 1301955 h 2393068"/>
                <a:gd name="connsiteX113" fmla="*/ 1303072 w 2393036"/>
                <a:gd name="connsiteY113" fmla="*/ 1496370 h 2393068"/>
                <a:gd name="connsiteX114" fmla="*/ 1303225 w 2393036"/>
                <a:gd name="connsiteY114" fmla="*/ 1496370 h 2393068"/>
                <a:gd name="connsiteX115" fmla="*/ 1483787 w 2393036"/>
                <a:gd name="connsiteY115" fmla="*/ 1333874 h 2393068"/>
                <a:gd name="connsiteX116" fmla="*/ 1496416 w 2393036"/>
                <a:gd name="connsiteY116" fmla="*/ 1090092 h 2393068"/>
                <a:gd name="connsiteX117" fmla="*/ 1333656 w 2393036"/>
                <a:gd name="connsiteY117" fmla="*/ 908237 h 2393068"/>
                <a:gd name="connsiteX118" fmla="*/ 1196879 w 2393036"/>
                <a:gd name="connsiteY118" fmla="*/ 877009 h 2393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2393036" h="2393068">
                  <a:moveTo>
                    <a:pt x="1479329" y="2393038"/>
                  </a:moveTo>
                  <a:cubicBezTo>
                    <a:pt x="1464748" y="2393038"/>
                    <a:pt x="1450474" y="2386953"/>
                    <a:pt x="1440331" y="2375817"/>
                  </a:cubicBezTo>
                  <a:lnTo>
                    <a:pt x="1234934" y="2150179"/>
                  </a:lnTo>
                  <a:cubicBezTo>
                    <a:pt x="1175884" y="2152552"/>
                    <a:pt x="1116448" y="2149452"/>
                    <a:pt x="1057400" y="2140688"/>
                  </a:cubicBezTo>
                  <a:lnTo>
                    <a:pt x="829842" y="2344096"/>
                  </a:lnTo>
                  <a:cubicBezTo>
                    <a:pt x="814074" y="2358218"/>
                    <a:pt x="791266" y="2361701"/>
                    <a:pt x="771978" y="2352324"/>
                  </a:cubicBezTo>
                  <a:lnTo>
                    <a:pt x="564328" y="2253206"/>
                  </a:lnTo>
                  <a:cubicBezTo>
                    <a:pt x="545155" y="2244022"/>
                    <a:pt x="533367" y="2224351"/>
                    <a:pt x="534362" y="2203149"/>
                  </a:cubicBezTo>
                  <a:lnTo>
                    <a:pt x="548829" y="1897145"/>
                  </a:lnTo>
                  <a:cubicBezTo>
                    <a:pt x="505852" y="1857268"/>
                    <a:pt x="466280" y="1813486"/>
                    <a:pt x="430842" y="1766373"/>
                  </a:cubicBezTo>
                  <a:lnTo>
                    <a:pt x="124798" y="1747927"/>
                  </a:lnTo>
                  <a:cubicBezTo>
                    <a:pt x="103520" y="1746702"/>
                    <a:pt x="85112" y="1732695"/>
                    <a:pt x="78109" y="1712603"/>
                  </a:cubicBezTo>
                  <a:lnTo>
                    <a:pt x="2946" y="1496645"/>
                  </a:lnTo>
                  <a:cubicBezTo>
                    <a:pt x="-4019" y="1476745"/>
                    <a:pt x="1607" y="1454509"/>
                    <a:pt x="17259" y="1440273"/>
                  </a:cubicBezTo>
                  <a:lnTo>
                    <a:pt x="242554" y="1235219"/>
                  </a:lnTo>
                  <a:cubicBezTo>
                    <a:pt x="239416" y="1176283"/>
                    <a:pt x="242248" y="1117957"/>
                    <a:pt x="251242" y="1058223"/>
                  </a:cubicBezTo>
                  <a:lnTo>
                    <a:pt x="48793" y="829793"/>
                  </a:lnTo>
                  <a:cubicBezTo>
                    <a:pt x="34787" y="813911"/>
                    <a:pt x="31534" y="791370"/>
                    <a:pt x="40565" y="772197"/>
                  </a:cubicBezTo>
                  <a:lnTo>
                    <a:pt x="138654" y="564468"/>
                  </a:lnTo>
                  <a:cubicBezTo>
                    <a:pt x="147763" y="545295"/>
                    <a:pt x="165942" y="531173"/>
                    <a:pt x="188865" y="534388"/>
                  </a:cubicBezTo>
                  <a:lnTo>
                    <a:pt x="493762" y="548816"/>
                  </a:lnTo>
                  <a:cubicBezTo>
                    <a:pt x="535016" y="504424"/>
                    <a:pt x="578798" y="465349"/>
                    <a:pt x="626670" y="430330"/>
                  </a:cubicBezTo>
                  <a:lnTo>
                    <a:pt x="643968" y="125971"/>
                  </a:lnTo>
                  <a:cubicBezTo>
                    <a:pt x="645154" y="104731"/>
                    <a:pt x="659008" y="86285"/>
                    <a:pt x="679099" y="79206"/>
                  </a:cubicBezTo>
                  <a:lnTo>
                    <a:pt x="895097" y="3049"/>
                  </a:lnTo>
                  <a:cubicBezTo>
                    <a:pt x="914997" y="-4146"/>
                    <a:pt x="937385" y="1709"/>
                    <a:pt x="951621" y="17285"/>
                  </a:cubicBezTo>
                  <a:lnTo>
                    <a:pt x="1156715" y="242619"/>
                  </a:lnTo>
                  <a:cubicBezTo>
                    <a:pt x="1215689" y="239519"/>
                    <a:pt x="1275162" y="242313"/>
                    <a:pt x="1334670" y="251268"/>
                  </a:cubicBezTo>
                  <a:lnTo>
                    <a:pt x="1563218" y="47860"/>
                  </a:lnTo>
                  <a:cubicBezTo>
                    <a:pt x="1579291" y="33547"/>
                    <a:pt x="1602253" y="30562"/>
                    <a:pt x="1621427" y="39823"/>
                  </a:cubicBezTo>
                  <a:lnTo>
                    <a:pt x="1826970" y="139980"/>
                  </a:lnTo>
                  <a:cubicBezTo>
                    <a:pt x="1845876" y="149164"/>
                    <a:pt x="1857510" y="168835"/>
                    <a:pt x="1856553" y="189845"/>
                  </a:cubicBezTo>
                  <a:lnTo>
                    <a:pt x="1842125" y="493478"/>
                  </a:lnTo>
                  <a:cubicBezTo>
                    <a:pt x="1885867" y="533546"/>
                    <a:pt x="1926817" y="578897"/>
                    <a:pt x="1962365" y="626699"/>
                  </a:cubicBezTo>
                  <a:lnTo>
                    <a:pt x="2267262" y="645031"/>
                  </a:lnTo>
                  <a:cubicBezTo>
                    <a:pt x="2288386" y="646256"/>
                    <a:pt x="2306718" y="660072"/>
                    <a:pt x="2313798" y="680048"/>
                  </a:cubicBezTo>
                  <a:lnTo>
                    <a:pt x="2389994" y="894978"/>
                  </a:lnTo>
                  <a:cubicBezTo>
                    <a:pt x="2397112" y="914955"/>
                    <a:pt x="2391487" y="937343"/>
                    <a:pt x="2375758" y="951656"/>
                  </a:cubicBezTo>
                  <a:lnTo>
                    <a:pt x="2150120" y="1157171"/>
                  </a:lnTo>
                  <a:cubicBezTo>
                    <a:pt x="2152684" y="1217025"/>
                    <a:pt x="2149507" y="1276882"/>
                    <a:pt x="2140705" y="1335743"/>
                  </a:cubicBezTo>
                  <a:lnTo>
                    <a:pt x="2343114" y="1563262"/>
                  </a:lnTo>
                  <a:cubicBezTo>
                    <a:pt x="2357198" y="1579030"/>
                    <a:pt x="2360412" y="1601800"/>
                    <a:pt x="2351342" y="1620973"/>
                  </a:cubicBezTo>
                  <a:lnTo>
                    <a:pt x="2253253" y="1827673"/>
                  </a:lnTo>
                  <a:cubicBezTo>
                    <a:pt x="2244183" y="1846847"/>
                    <a:pt x="2225125" y="1861275"/>
                    <a:pt x="2203119" y="1857639"/>
                  </a:cubicBezTo>
                  <a:lnTo>
                    <a:pt x="1897762" y="1843211"/>
                  </a:lnTo>
                  <a:cubicBezTo>
                    <a:pt x="1858268" y="1887107"/>
                    <a:pt x="1813835" y="1927099"/>
                    <a:pt x="1765275" y="1962726"/>
                  </a:cubicBezTo>
                  <a:lnTo>
                    <a:pt x="1747977" y="2267084"/>
                  </a:lnTo>
                  <a:cubicBezTo>
                    <a:pt x="1746791" y="2288325"/>
                    <a:pt x="1732937" y="2306771"/>
                    <a:pt x="1712884" y="2313850"/>
                  </a:cubicBezTo>
                  <a:lnTo>
                    <a:pt x="1496886" y="2390084"/>
                  </a:lnTo>
                  <a:cubicBezTo>
                    <a:pt x="1491107" y="2392035"/>
                    <a:pt x="1485176" y="2393069"/>
                    <a:pt x="1479320" y="2393069"/>
                  </a:cubicBezTo>
                  <a:close/>
                  <a:moveTo>
                    <a:pt x="1257022" y="2043369"/>
                  </a:moveTo>
                  <a:cubicBezTo>
                    <a:pt x="1271794" y="2043369"/>
                    <a:pt x="1285992" y="2049568"/>
                    <a:pt x="1296020" y="2060590"/>
                  </a:cubicBezTo>
                  <a:lnTo>
                    <a:pt x="1494754" y="2278919"/>
                  </a:lnTo>
                  <a:lnTo>
                    <a:pt x="1644621" y="2226069"/>
                  </a:lnTo>
                  <a:lnTo>
                    <a:pt x="1661422" y="1931390"/>
                  </a:lnTo>
                  <a:cubicBezTo>
                    <a:pt x="1662340" y="1915125"/>
                    <a:pt x="1670683" y="1900162"/>
                    <a:pt x="1684154" y="1890900"/>
                  </a:cubicBezTo>
                  <a:cubicBezTo>
                    <a:pt x="1740755" y="1851941"/>
                    <a:pt x="1791345" y="1806209"/>
                    <a:pt x="1834520" y="1755191"/>
                  </a:cubicBezTo>
                  <a:cubicBezTo>
                    <a:pt x="1845083" y="1742715"/>
                    <a:pt x="1861195" y="1734181"/>
                    <a:pt x="1877268" y="1736630"/>
                  </a:cubicBezTo>
                  <a:lnTo>
                    <a:pt x="2172985" y="1750522"/>
                  </a:lnTo>
                  <a:lnTo>
                    <a:pt x="2241030" y="1607200"/>
                  </a:lnTo>
                  <a:lnTo>
                    <a:pt x="2045126" y="1387028"/>
                  </a:lnTo>
                  <a:cubicBezTo>
                    <a:pt x="2034372" y="1374973"/>
                    <a:pt x="2029779" y="1358594"/>
                    <a:pt x="2032612" y="1342712"/>
                  </a:cubicBezTo>
                  <a:cubicBezTo>
                    <a:pt x="2044553" y="1275854"/>
                    <a:pt x="2048227" y="1207237"/>
                    <a:pt x="2043443" y="1138696"/>
                  </a:cubicBezTo>
                  <a:cubicBezTo>
                    <a:pt x="2042295" y="1122623"/>
                    <a:pt x="2048609" y="1106856"/>
                    <a:pt x="2060550" y="1095948"/>
                  </a:cubicBezTo>
                  <a:lnTo>
                    <a:pt x="2278840" y="897213"/>
                  </a:lnTo>
                  <a:lnTo>
                    <a:pt x="2225951" y="748307"/>
                  </a:lnTo>
                  <a:lnTo>
                    <a:pt x="1931076" y="730473"/>
                  </a:lnTo>
                  <a:cubicBezTo>
                    <a:pt x="1915041" y="729555"/>
                    <a:pt x="1900307" y="721288"/>
                    <a:pt x="1891084" y="708124"/>
                  </a:cubicBezTo>
                  <a:cubicBezTo>
                    <a:pt x="1852125" y="652709"/>
                    <a:pt x="1804632" y="600130"/>
                    <a:pt x="1753699" y="556043"/>
                  </a:cubicBezTo>
                  <a:cubicBezTo>
                    <a:pt x="1741452" y="545519"/>
                    <a:pt x="1734755" y="529866"/>
                    <a:pt x="1735521" y="513678"/>
                  </a:cubicBezTo>
                  <a:lnTo>
                    <a:pt x="1749489" y="219607"/>
                  </a:lnTo>
                  <a:lnTo>
                    <a:pt x="1606931" y="150147"/>
                  </a:lnTo>
                  <a:lnTo>
                    <a:pt x="1386035" y="346736"/>
                  </a:lnTo>
                  <a:cubicBezTo>
                    <a:pt x="1373979" y="357567"/>
                    <a:pt x="1357639" y="361968"/>
                    <a:pt x="1341642" y="359289"/>
                  </a:cubicBezTo>
                  <a:cubicBezTo>
                    <a:pt x="1273903" y="347119"/>
                    <a:pt x="1206010" y="344057"/>
                    <a:pt x="1139497" y="349492"/>
                  </a:cubicBezTo>
                  <a:cubicBezTo>
                    <a:pt x="1122391" y="350640"/>
                    <a:pt x="1107006" y="344631"/>
                    <a:pt x="1095946" y="332499"/>
                  </a:cubicBezTo>
                  <a:lnTo>
                    <a:pt x="897211" y="114170"/>
                  </a:lnTo>
                  <a:lnTo>
                    <a:pt x="747344" y="167021"/>
                  </a:lnTo>
                  <a:lnTo>
                    <a:pt x="730544" y="461582"/>
                  </a:lnTo>
                  <a:cubicBezTo>
                    <a:pt x="729626" y="477847"/>
                    <a:pt x="721283" y="492695"/>
                    <a:pt x="707888" y="501957"/>
                  </a:cubicBezTo>
                  <a:cubicBezTo>
                    <a:pt x="651938" y="540686"/>
                    <a:pt x="602108" y="585003"/>
                    <a:pt x="555650" y="637549"/>
                  </a:cubicBezTo>
                  <a:cubicBezTo>
                    <a:pt x="545050" y="649490"/>
                    <a:pt x="530774" y="657029"/>
                    <a:pt x="513629" y="655268"/>
                  </a:cubicBezTo>
                  <a:lnTo>
                    <a:pt x="219068" y="641376"/>
                  </a:lnTo>
                  <a:lnTo>
                    <a:pt x="150872" y="785727"/>
                  </a:lnTo>
                  <a:lnTo>
                    <a:pt x="346932" y="1006927"/>
                  </a:lnTo>
                  <a:cubicBezTo>
                    <a:pt x="357648" y="1019097"/>
                    <a:pt x="362240" y="1035361"/>
                    <a:pt x="359408" y="1051243"/>
                  </a:cubicBezTo>
                  <a:cubicBezTo>
                    <a:pt x="347161" y="1119670"/>
                    <a:pt x="343947" y="1185494"/>
                    <a:pt x="349572" y="1252584"/>
                  </a:cubicBezTo>
                  <a:cubicBezTo>
                    <a:pt x="350950" y="1268964"/>
                    <a:pt x="344674" y="1285037"/>
                    <a:pt x="332504" y="1296059"/>
                  </a:cubicBezTo>
                  <a:lnTo>
                    <a:pt x="114057" y="1494794"/>
                  </a:lnTo>
                  <a:lnTo>
                    <a:pt x="166257" y="1644622"/>
                  </a:lnTo>
                  <a:lnTo>
                    <a:pt x="461935" y="1662456"/>
                  </a:lnTo>
                  <a:cubicBezTo>
                    <a:pt x="477855" y="1663374"/>
                    <a:pt x="492474" y="1671526"/>
                    <a:pt x="501698" y="1684385"/>
                  </a:cubicBezTo>
                  <a:cubicBezTo>
                    <a:pt x="541269" y="1739799"/>
                    <a:pt x="587001" y="1790507"/>
                    <a:pt x="637633" y="1835133"/>
                  </a:cubicBezTo>
                  <a:cubicBezTo>
                    <a:pt x="649650" y="1845734"/>
                    <a:pt x="656232" y="1861196"/>
                    <a:pt x="655467" y="1877154"/>
                  </a:cubicBezTo>
                  <a:lnTo>
                    <a:pt x="641460" y="2172979"/>
                  </a:lnTo>
                  <a:lnTo>
                    <a:pt x="785811" y="2241904"/>
                  </a:lnTo>
                  <a:lnTo>
                    <a:pt x="1005943" y="2045118"/>
                  </a:lnTo>
                  <a:cubicBezTo>
                    <a:pt x="1017998" y="2034402"/>
                    <a:pt x="1034262" y="2029887"/>
                    <a:pt x="1050298" y="2032566"/>
                  </a:cubicBezTo>
                  <a:cubicBezTo>
                    <a:pt x="1117729" y="2044507"/>
                    <a:pt x="1186007" y="2047912"/>
                    <a:pt x="1253392" y="2043397"/>
                  </a:cubicBezTo>
                  <a:cubicBezTo>
                    <a:pt x="1254540" y="2043359"/>
                    <a:pt x="1255803" y="2043359"/>
                    <a:pt x="1257028" y="2043359"/>
                  </a:cubicBezTo>
                  <a:close/>
                  <a:moveTo>
                    <a:pt x="1196938" y="1620289"/>
                  </a:moveTo>
                  <a:cubicBezTo>
                    <a:pt x="1022079" y="1620289"/>
                    <a:pt x="857908" y="1511296"/>
                    <a:pt x="796137" y="1337240"/>
                  </a:cubicBezTo>
                  <a:cubicBezTo>
                    <a:pt x="758020" y="1230500"/>
                    <a:pt x="763991" y="1115197"/>
                    <a:pt x="812976" y="1012788"/>
                  </a:cubicBezTo>
                  <a:cubicBezTo>
                    <a:pt x="861924" y="910495"/>
                    <a:pt x="947844" y="833490"/>
                    <a:pt x="1054917" y="796104"/>
                  </a:cubicBezTo>
                  <a:cubicBezTo>
                    <a:pt x="1161461" y="757987"/>
                    <a:pt x="1276773" y="764072"/>
                    <a:pt x="1379183" y="813020"/>
                  </a:cubicBezTo>
                  <a:cubicBezTo>
                    <a:pt x="1481475" y="861967"/>
                    <a:pt x="1558480" y="947887"/>
                    <a:pt x="1595905" y="1054960"/>
                  </a:cubicBezTo>
                  <a:cubicBezTo>
                    <a:pt x="1633869" y="1161504"/>
                    <a:pt x="1627937" y="1276817"/>
                    <a:pt x="1578989" y="1379295"/>
                  </a:cubicBezTo>
                  <a:cubicBezTo>
                    <a:pt x="1530271" y="1481518"/>
                    <a:pt x="1444700" y="1558475"/>
                    <a:pt x="1338156" y="1595861"/>
                  </a:cubicBezTo>
                  <a:cubicBezTo>
                    <a:pt x="1291543" y="1612355"/>
                    <a:pt x="1243820" y="1620277"/>
                    <a:pt x="1196940" y="1620277"/>
                  </a:cubicBezTo>
                  <a:close/>
                  <a:moveTo>
                    <a:pt x="1196862" y="877009"/>
                  </a:moveTo>
                  <a:cubicBezTo>
                    <a:pt x="1160964" y="877009"/>
                    <a:pt x="1124875" y="883209"/>
                    <a:pt x="1090053" y="895570"/>
                  </a:cubicBezTo>
                  <a:cubicBezTo>
                    <a:pt x="1009380" y="923813"/>
                    <a:pt x="944938" y="981486"/>
                    <a:pt x="908199" y="1058369"/>
                  </a:cubicBezTo>
                  <a:cubicBezTo>
                    <a:pt x="871421" y="1135215"/>
                    <a:pt x="866944" y="1221785"/>
                    <a:pt x="895531" y="1301955"/>
                  </a:cubicBezTo>
                  <a:cubicBezTo>
                    <a:pt x="954467" y="1467928"/>
                    <a:pt x="1137471" y="1555417"/>
                    <a:pt x="1303072" y="1496370"/>
                  </a:cubicBezTo>
                  <a:lnTo>
                    <a:pt x="1303225" y="1496370"/>
                  </a:lnTo>
                  <a:cubicBezTo>
                    <a:pt x="1383095" y="1468356"/>
                    <a:pt x="1447234" y="1410645"/>
                    <a:pt x="1483787" y="1333874"/>
                  </a:cubicBezTo>
                  <a:cubicBezTo>
                    <a:pt x="1520526" y="1256913"/>
                    <a:pt x="1525003" y="1170350"/>
                    <a:pt x="1496416" y="1090092"/>
                  </a:cubicBezTo>
                  <a:cubicBezTo>
                    <a:pt x="1468173" y="1009418"/>
                    <a:pt x="1410424" y="944937"/>
                    <a:pt x="1333656" y="908237"/>
                  </a:cubicBezTo>
                  <a:cubicBezTo>
                    <a:pt x="1290220" y="887418"/>
                    <a:pt x="1243645" y="877009"/>
                    <a:pt x="1196879" y="877009"/>
                  </a:cubicBezTo>
                  <a:close/>
                </a:path>
              </a:pathLst>
            </a:custGeom>
            <a:solidFill>
              <a:srgbClr val="000000"/>
            </a:solidFill>
            <a:ln w="9797" cap="flat">
              <a:noFill/>
              <a:prstDash val="solid"/>
              <a:miter/>
            </a:ln>
          </p:spPr>
          <p:txBody>
            <a:bodyPr rtlCol="0" anchor="ctr"/>
            <a:lstStyle/>
            <a:p>
              <a:endParaRPr lang="fr-FR"/>
            </a:p>
          </p:txBody>
        </p:sp>
        <p:sp>
          <p:nvSpPr>
            <p:cNvPr id="142" name="Forme libre : forme 141">
              <a:extLst>
                <a:ext uri="{FF2B5EF4-FFF2-40B4-BE49-F238E27FC236}">
                  <a16:creationId xmlns:a16="http://schemas.microsoft.com/office/drawing/2014/main" id="{AE4ACCC3-8BA4-DEEB-DBF1-6049524303D7}"/>
                </a:ext>
              </a:extLst>
            </p:cNvPr>
            <p:cNvSpPr/>
            <p:nvPr/>
          </p:nvSpPr>
          <p:spPr>
            <a:xfrm>
              <a:off x="769864" y="1379657"/>
              <a:ext cx="3478269" cy="3480361"/>
            </a:xfrm>
            <a:custGeom>
              <a:avLst/>
              <a:gdLst>
                <a:gd name="connsiteX0" fmla="*/ 1902977 w 3478269"/>
                <a:gd name="connsiteY0" fmla="*/ 3480355 h 3480361"/>
                <a:gd name="connsiteX1" fmla="*/ 1574234 w 3478269"/>
                <a:gd name="connsiteY1" fmla="*/ 3480355 h 3480361"/>
                <a:gd name="connsiteX2" fmla="*/ 1525594 w 3478269"/>
                <a:gd name="connsiteY2" fmla="*/ 3448093 h 3480361"/>
                <a:gd name="connsiteX3" fmla="*/ 1350852 w 3478269"/>
                <a:gd name="connsiteY3" fmla="*/ 3033282 h 3480361"/>
                <a:gd name="connsiteX4" fmla="*/ 1097850 w 3478269"/>
                <a:gd name="connsiteY4" fmla="*/ 2927767 h 3480361"/>
                <a:gd name="connsiteX5" fmla="*/ 683235 w 3478269"/>
                <a:gd name="connsiteY5" fmla="*/ 3097688 h 3480361"/>
                <a:gd name="connsiteX6" fmla="*/ 626098 w 3478269"/>
                <a:gd name="connsiteY6" fmla="*/ 3086361 h 3480361"/>
                <a:gd name="connsiteX7" fmla="*/ 392309 w 3478269"/>
                <a:gd name="connsiteY7" fmla="*/ 2854639 h 3480361"/>
                <a:gd name="connsiteX8" fmla="*/ 380598 w 3478269"/>
                <a:gd name="connsiteY8" fmla="*/ 2797233 h 3480361"/>
                <a:gd name="connsiteX9" fmla="*/ 550481 w 3478269"/>
                <a:gd name="connsiteY9" fmla="*/ 2380394 h 3480361"/>
                <a:gd name="connsiteX10" fmla="*/ 446190 w 3478269"/>
                <a:gd name="connsiteY10" fmla="*/ 2127540 h 3480361"/>
                <a:gd name="connsiteX11" fmla="*/ 32300 w 3478269"/>
                <a:gd name="connsiteY11" fmla="*/ 1953680 h 3480361"/>
                <a:gd name="connsiteX12" fmla="*/ 0 w 3478269"/>
                <a:gd name="connsiteY12" fmla="*/ 1905039 h 3480361"/>
                <a:gd name="connsiteX13" fmla="*/ 0 w 3478269"/>
                <a:gd name="connsiteY13" fmla="*/ 1575267 h 3480361"/>
                <a:gd name="connsiteX14" fmla="*/ 32300 w 3478269"/>
                <a:gd name="connsiteY14" fmla="*/ 1526626 h 3480361"/>
                <a:gd name="connsiteX15" fmla="*/ 446190 w 3478269"/>
                <a:gd name="connsiteY15" fmla="*/ 1352766 h 3480361"/>
                <a:gd name="connsiteX16" fmla="*/ 550549 w 3478269"/>
                <a:gd name="connsiteY16" fmla="*/ 1100225 h 3480361"/>
                <a:gd name="connsiteX17" fmla="*/ 380628 w 3478269"/>
                <a:gd name="connsiteY17" fmla="*/ 685336 h 3480361"/>
                <a:gd name="connsiteX18" fmla="*/ 392185 w 3478269"/>
                <a:gd name="connsiteY18" fmla="*/ 628045 h 3480361"/>
                <a:gd name="connsiteX19" fmla="*/ 625936 w 3478269"/>
                <a:gd name="connsiteY19" fmla="*/ 394256 h 3480361"/>
                <a:gd name="connsiteX20" fmla="*/ 683111 w 3478269"/>
                <a:gd name="connsiteY20" fmla="*/ 382698 h 3480361"/>
                <a:gd name="connsiteX21" fmla="*/ 1100175 w 3478269"/>
                <a:gd name="connsiteY21" fmla="*/ 552659 h 3480361"/>
                <a:gd name="connsiteX22" fmla="*/ 1350649 w 3478269"/>
                <a:gd name="connsiteY22" fmla="*/ 448447 h 3480361"/>
                <a:gd name="connsiteX23" fmla="*/ 1526694 w 3478269"/>
                <a:gd name="connsiteY23" fmla="*/ 32186 h 3480361"/>
                <a:gd name="connsiteX24" fmla="*/ 1575641 w 3478269"/>
                <a:gd name="connsiteY24" fmla="*/ 0 h 3480361"/>
                <a:gd name="connsiteX25" fmla="*/ 1904306 w 3478269"/>
                <a:gd name="connsiteY25" fmla="*/ 2105 h 3480361"/>
                <a:gd name="connsiteX26" fmla="*/ 1952526 w 3478269"/>
                <a:gd name="connsiteY26" fmla="*/ 34290 h 3480361"/>
                <a:gd name="connsiteX27" fmla="*/ 2127494 w 3478269"/>
                <a:gd name="connsiteY27" fmla="*/ 448376 h 3480361"/>
                <a:gd name="connsiteX28" fmla="*/ 2378281 w 3478269"/>
                <a:gd name="connsiteY28" fmla="*/ 552550 h 3480361"/>
                <a:gd name="connsiteX29" fmla="*/ 2795120 w 3478269"/>
                <a:gd name="connsiteY29" fmla="*/ 382706 h 3480361"/>
                <a:gd name="connsiteX30" fmla="*/ 2852295 w 3478269"/>
                <a:gd name="connsiteY30" fmla="*/ 394264 h 3480361"/>
                <a:gd name="connsiteX31" fmla="*/ 3086084 w 3478269"/>
                <a:gd name="connsiteY31" fmla="*/ 628053 h 3480361"/>
                <a:gd name="connsiteX32" fmla="*/ 3097642 w 3478269"/>
                <a:gd name="connsiteY32" fmla="*/ 685344 h 3480361"/>
                <a:gd name="connsiteX33" fmla="*/ 2927642 w 3478269"/>
                <a:gd name="connsiteY33" fmla="*/ 1100273 h 3480361"/>
                <a:gd name="connsiteX34" fmla="*/ 3032080 w 3478269"/>
                <a:gd name="connsiteY34" fmla="*/ 1352813 h 3480361"/>
                <a:gd name="connsiteX35" fmla="*/ 3445970 w 3478269"/>
                <a:gd name="connsiteY35" fmla="*/ 1526674 h 3480361"/>
                <a:gd name="connsiteX36" fmla="*/ 3478270 w 3478269"/>
                <a:gd name="connsiteY36" fmla="*/ 1575314 h 3480361"/>
                <a:gd name="connsiteX37" fmla="*/ 3478270 w 3478269"/>
                <a:gd name="connsiteY37" fmla="*/ 1905086 h 3480361"/>
                <a:gd name="connsiteX38" fmla="*/ 3445970 w 3478269"/>
                <a:gd name="connsiteY38" fmla="*/ 1953727 h 3480361"/>
                <a:gd name="connsiteX39" fmla="*/ 3032080 w 3478269"/>
                <a:gd name="connsiteY39" fmla="*/ 2127587 h 3480361"/>
                <a:gd name="connsiteX40" fmla="*/ 2927760 w 3478269"/>
                <a:gd name="connsiteY40" fmla="*/ 2380442 h 3480361"/>
                <a:gd name="connsiteX41" fmla="*/ 3097681 w 3478269"/>
                <a:gd name="connsiteY41" fmla="*/ 2797281 h 3480361"/>
                <a:gd name="connsiteX42" fmla="*/ 3085971 w 3478269"/>
                <a:gd name="connsiteY42" fmla="*/ 2854686 h 3480361"/>
                <a:gd name="connsiteX43" fmla="*/ 2852182 w 3478269"/>
                <a:gd name="connsiteY43" fmla="*/ 3086408 h 3480361"/>
                <a:gd name="connsiteX44" fmla="*/ 2795083 w 3478269"/>
                <a:gd name="connsiteY44" fmla="*/ 3097736 h 3480361"/>
                <a:gd name="connsiteX45" fmla="*/ 2379351 w 3478269"/>
                <a:gd name="connsiteY45" fmla="*/ 2927814 h 3480361"/>
                <a:gd name="connsiteX46" fmla="*/ 2125350 w 3478269"/>
                <a:gd name="connsiteY46" fmla="*/ 3033329 h 3480361"/>
                <a:gd name="connsiteX47" fmla="*/ 1951568 w 3478269"/>
                <a:gd name="connsiteY47" fmla="*/ 3448062 h 3480361"/>
                <a:gd name="connsiteX48" fmla="*/ 1902966 w 3478269"/>
                <a:gd name="connsiteY48" fmla="*/ 3480362 h 3480361"/>
                <a:gd name="connsiteX49" fmla="*/ 1609259 w 3478269"/>
                <a:gd name="connsiteY49" fmla="*/ 3374840 h 3480361"/>
                <a:gd name="connsiteX50" fmla="*/ 1867884 w 3478269"/>
                <a:gd name="connsiteY50" fmla="*/ 3374840 h 3480361"/>
                <a:gd name="connsiteX51" fmla="*/ 2037992 w 3478269"/>
                <a:gd name="connsiteY51" fmla="*/ 2968866 h 3480361"/>
                <a:gd name="connsiteX52" fmla="*/ 2073124 w 3478269"/>
                <a:gd name="connsiteY52" fmla="*/ 2938250 h 3480361"/>
                <a:gd name="connsiteX53" fmla="*/ 2349315 w 3478269"/>
                <a:gd name="connsiteY53" fmla="*/ 2823554 h 3480361"/>
                <a:gd name="connsiteX54" fmla="*/ 2395622 w 3478269"/>
                <a:gd name="connsiteY54" fmla="*/ 2820378 h 3480361"/>
                <a:gd name="connsiteX55" fmla="*/ 2802664 w 3478269"/>
                <a:gd name="connsiteY55" fmla="*/ 2986772 h 3480361"/>
                <a:gd name="connsiteX56" fmla="*/ 2986664 w 3478269"/>
                <a:gd name="connsiteY56" fmla="*/ 2804418 h 3480361"/>
                <a:gd name="connsiteX57" fmla="*/ 2820416 w 3478269"/>
                <a:gd name="connsiteY57" fmla="*/ 2396652 h 3480361"/>
                <a:gd name="connsiteX58" fmla="*/ 2823554 w 3478269"/>
                <a:gd name="connsiteY58" fmla="*/ 2350344 h 3480361"/>
                <a:gd name="connsiteX59" fmla="*/ 2937407 w 3478269"/>
                <a:gd name="connsiteY59" fmla="*/ 2074682 h 3480361"/>
                <a:gd name="connsiteX60" fmla="*/ 2967794 w 3478269"/>
                <a:gd name="connsiteY60" fmla="*/ 2040047 h 3480361"/>
                <a:gd name="connsiteX61" fmla="*/ 3372729 w 3478269"/>
                <a:gd name="connsiteY61" fmla="*/ 1869939 h 3480361"/>
                <a:gd name="connsiteX62" fmla="*/ 3372729 w 3478269"/>
                <a:gd name="connsiteY62" fmla="*/ 1610354 h 3480361"/>
                <a:gd name="connsiteX63" fmla="*/ 2967794 w 3478269"/>
                <a:gd name="connsiteY63" fmla="*/ 1440247 h 3480361"/>
                <a:gd name="connsiteX64" fmla="*/ 2937407 w 3478269"/>
                <a:gd name="connsiteY64" fmla="*/ 1405612 h 3480361"/>
                <a:gd name="connsiteX65" fmla="*/ 2823290 w 3478269"/>
                <a:gd name="connsiteY65" fmla="*/ 1129489 h 3480361"/>
                <a:gd name="connsiteX66" fmla="*/ 2820420 w 3478269"/>
                <a:gd name="connsiteY66" fmla="*/ 1083603 h 3480361"/>
                <a:gd name="connsiteX67" fmla="*/ 2986667 w 3478269"/>
                <a:gd name="connsiteY67" fmla="*/ 677786 h 3480361"/>
                <a:gd name="connsiteX68" fmla="*/ 2802471 w 3478269"/>
                <a:gd name="connsiteY68" fmla="*/ 493590 h 3480361"/>
                <a:gd name="connsiteX69" fmla="*/ 2394508 w 3478269"/>
                <a:gd name="connsiteY69" fmla="*/ 659837 h 3480361"/>
                <a:gd name="connsiteX70" fmla="*/ 2348278 w 3478269"/>
                <a:gd name="connsiteY70" fmla="*/ 656699 h 3480361"/>
                <a:gd name="connsiteX71" fmla="*/ 2074536 w 3478269"/>
                <a:gd name="connsiteY71" fmla="*/ 542886 h 3480361"/>
                <a:gd name="connsiteX72" fmla="*/ 2040131 w 3478269"/>
                <a:gd name="connsiteY72" fmla="*/ 512575 h 3480361"/>
                <a:gd name="connsiteX73" fmla="*/ 1868877 w 3478269"/>
                <a:gd name="connsiteY73" fmla="*/ 107336 h 3480361"/>
                <a:gd name="connsiteX74" fmla="*/ 1610174 w 3478269"/>
                <a:gd name="connsiteY74" fmla="*/ 105691 h 3480361"/>
                <a:gd name="connsiteX75" fmla="*/ 1438116 w 3478269"/>
                <a:gd name="connsiteY75" fmla="*/ 512615 h 3480361"/>
                <a:gd name="connsiteX76" fmla="*/ 1403788 w 3478269"/>
                <a:gd name="connsiteY76" fmla="*/ 542848 h 3480361"/>
                <a:gd name="connsiteX77" fmla="*/ 1129507 w 3478269"/>
                <a:gd name="connsiteY77" fmla="*/ 656965 h 3480361"/>
                <a:gd name="connsiteX78" fmla="*/ 1083698 w 3478269"/>
                <a:gd name="connsiteY78" fmla="*/ 659835 h 3480361"/>
                <a:gd name="connsiteX79" fmla="*/ 675774 w 3478269"/>
                <a:gd name="connsiteY79" fmla="*/ 493627 h 3480361"/>
                <a:gd name="connsiteX80" fmla="*/ 491578 w 3478269"/>
                <a:gd name="connsiteY80" fmla="*/ 677784 h 3480361"/>
                <a:gd name="connsiteX81" fmla="*/ 657786 w 3478269"/>
                <a:gd name="connsiteY81" fmla="*/ 1083601 h 3480361"/>
                <a:gd name="connsiteX82" fmla="*/ 654916 w 3478269"/>
                <a:gd name="connsiteY82" fmla="*/ 1129449 h 3480361"/>
                <a:gd name="connsiteX83" fmla="*/ 540868 w 3478269"/>
                <a:gd name="connsiteY83" fmla="*/ 1405640 h 3480361"/>
                <a:gd name="connsiteX84" fmla="*/ 510481 w 3478269"/>
                <a:gd name="connsiteY84" fmla="*/ 1440275 h 3480361"/>
                <a:gd name="connsiteX85" fmla="*/ 105545 w 3478269"/>
                <a:gd name="connsiteY85" fmla="*/ 1610383 h 3480361"/>
                <a:gd name="connsiteX86" fmla="*/ 105545 w 3478269"/>
                <a:gd name="connsiteY86" fmla="*/ 1869968 h 3480361"/>
                <a:gd name="connsiteX87" fmla="*/ 510481 w 3478269"/>
                <a:gd name="connsiteY87" fmla="*/ 2040075 h 3480361"/>
                <a:gd name="connsiteX88" fmla="*/ 540868 w 3478269"/>
                <a:gd name="connsiteY88" fmla="*/ 2074710 h 3480361"/>
                <a:gd name="connsiteX89" fmla="*/ 654681 w 3478269"/>
                <a:gd name="connsiteY89" fmla="*/ 2350451 h 3480361"/>
                <a:gd name="connsiteX90" fmla="*/ 657819 w 3478269"/>
                <a:gd name="connsiteY90" fmla="*/ 2396682 h 3480361"/>
                <a:gd name="connsiteX91" fmla="*/ 491611 w 3478269"/>
                <a:gd name="connsiteY91" fmla="*/ 2804488 h 3480361"/>
                <a:gd name="connsiteX92" fmla="*/ 675572 w 3478269"/>
                <a:gd name="connsiteY92" fmla="*/ 2986842 h 3480361"/>
                <a:gd name="connsiteX93" fmla="*/ 1081546 w 3478269"/>
                <a:gd name="connsiteY93" fmla="*/ 2820447 h 3480361"/>
                <a:gd name="connsiteX94" fmla="*/ 1127929 w 3478269"/>
                <a:gd name="connsiteY94" fmla="*/ 2823624 h 3480361"/>
                <a:gd name="connsiteX95" fmla="*/ 1403092 w 3478269"/>
                <a:gd name="connsiteY95" fmla="*/ 2938319 h 3480361"/>
                <a:gd name="connsiteX96" fmla="*/ 1438223 w 3478269"/>
                <a:gd name="connsiteY96" fmla="*/ 2968820 h 3480361"/>
                <a:gd name="connsiteX97" fmla="*/ 1739150 w 3478269"/>
                <a:gd name="connsiteY97" fmla="*/ 2328309 h 3480361"/>
                <a:gd name="connsiteX98" fmla="*/ 1152124 w 3478269"/>
                <a:gd name="connsiteY98" fmla="*/ 1741284 h 3480361"/>
                <a:gd name="connsiteX99" fmla="*/ 1739150 w 3478269"/>
                <a:gd name="connsiteY99" fmla="*/ 1154258 h 3480361"/>
                <a:gd name="connsiteX100" fmla="*/ 2326175 w 3478269"/>
                <a:gd name="connsiteY100" fmla="*/ 1741284 h 3480361"/>
                <a:gd name="connsiteX101" fmla="*/ 1739150 w 3478269"/>
                <a:gd name="connsiteY101" fmla="*/ 2328309 h 3480361"/>
                <a:gd name="connsiteX102" fmla="*/ 1739150 w 3478269"/>
                <a:gd name="connsiteY102" fmla="*/ 1259734 h 3480361"/>
                <a:gd name="connsiteX103" fmla="*/ 1257640 w 3478269"/>
                <a:gd name="connsiteY103" fmla="*/ 1741244 h 3480361"/>
                <a:gd name="connsiteX104" fmla="*/ 1739150 w 3478269"/>
                <a:gd name="connsiteY104" fmla="*/ 2222754 h 3480361"/>
                <a:gd name="connsiteX105" fmla="*/ 2220660 w 3478269"/>
                <a:gd name="connsiteY105" fmla="*/ 1741244 h 3480361"/>
                <a:gd name="connsiteX106" fmla="*/ 1739150 w 3478269"/>
                <a:gd name="connsiteY106" fmla="*/ 1259734 h 3480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3478269" h="3480361">
                  <a:moveTo>
                    <a:pt x="1902977" y="3480355"/>
                  </a:moveTo>
                  <a:lnTo>
                    <a:pt x="1574234" y="3480355"/>
                  </a:lnTo>
                  <a:cubicBezTo>
                    <a:pt x="1552994" y="3480355"/>
                    <a:pt x="1533859" y="3467687"/>
                    <a:pt x="1525594" y="3448093"/>
                  </a:cubicBezTo>
                  <a:lnTo>
                    <a:pt x="1350852" y="3033282"/>
                  </a:lnTo>
                  <a:cubicBezTo>
                    <a:pt x="1264705" y="3008330"/>
                    <a:pt x="1179862" y="2973007"/>
                    <a:pt x="1097850" y="2927767"/>
                  </a:cubicBezTo>
                  <a:lnTo>
                    <a:pt x="683235" y="3097688"/>
                  </a:lnTo>
                  <a:cubicBezTo>
                    <a:pt x="663832" y="3105840"/>
                    <a:pt x="641292" y="3101286"/>
                    <a:pt x="626098" y="3086361"/>
                  </a:cubicBezTo>
                  <a:lnTo>
                    <a:pt x="392309" y="2854639"/>
                  </a:lnTo>
                  <a:cubicBezTo>
                    <a:pt x="377154" y="2839598"/>
                    <a:pt x="372562" y="2816942"/>
                    <a:pt x="380598" y="2797233"/>
                  </a:cubicBezTo>
                  <a:lnTo>
                    <a:pt x="550481" y="2380394"/>
                  </a:lnTo>
                  <a:cubicBezTo>
                    <a:pt x="507771" y="2302285"/>
                    <a:pt x="472792" y="2217438"/>
                    <a:pt x="446190" y="2127540"/>
                  </a:cubicBezTo>
                  <a:lnTo>
                    <a:pt x="32300" y="1953680"/>
                  </a:lnTo>
                  <a:cubicBezTo>
                    <a:pt x="12706" y="1945452"/>
                    <a:pt x="0" y="1926278"/>
                    <a:pt x="0" y="1905039"/>
                  </a:cubicBezTo>
                  <a:lnTo>
                    <a:pt x="0" y="1575267"/>
                  </a:lnTo>
                  <a:cubicBezTo>
                    <a:pt x="0" y="1554027"/>
                    <a:pt x="12706" y="1534892"/>
                    <a:pt x="32300" y="1526626"/>
                  </a:cubicBezTo>
                  <a:lnTo>
                    <a:pt x="446190" y="1352766"/>
                  </a:lnTo>
                  <a:cubicBezTo>
                    <a:pt x="472213" y="1264937"/>
                    <a:pt x="506503" y="1181894"/>
                    <a:pt x="550549" y="1100225"/>
                  </a:cubicBezTo>
                  <a:lnTo>
                    <a:pt x="380628" y="685336"/>
                  </a:lnTo>
                  <a:cubicBezTo>
                    <a:pt x="372591" y="665665"/>
                    <a:pt x="377107" y="643085"/>
                    <a:pt x="392185" y="628045"/>
                  </a:cubicBezTo>
                  <a:lnTo>
                    <a:pt x="625936" y="394256"/>
                  </a:lnTo>
                  <a:cubicBezTo>
                    <a:pt x="640976" y="379215"/>
                    <a:pt x="663555" y="374776"/>
                    <a:pt x="683111" y="382698"/>
                  </a:cubicBezTo>
                  <a:lnTo>
                    <a:pt x="1100175" y="552659"/>
                  </a:lnTo>
                  <a:cubicBezTo>
                    <a:pt x="1180044" y="509605"/>
                    <a:pt x="1264052" y="474627"/>
                    <a:pt x="1350649" y="448447"/>
                  </a:cubicBezTo>
                  <a:lnTo>
                    <a:pt x="1526694" y="32186"/>
                  </a:lnTo>
                  <a:cubicBezTo>
                    <a:pt x="1534998" y="12553"/>
                    <a:pt x="1549350" y="1493"/>
                    <a:pt x="1575641" y="0"/>
                  </a:cubicBezTo>
                  <a:lnTo>
                    <a:pt x="1904306" y="2105"/>
                  </a:lnTo>
                  <a:cubicBezTo>
                    <a:pt x="1925392" y="2258"/>
                    <a:pt x="1944336" y="14925"/>
                    <a:pt x="1952526" y="34290"/>
                  </a:cubicBezTo>
                  <a:lnTo>
                    <a:pt x="2127494" y="448376"/>
                  </a:lnTo>
                  <a:cubicBezTo>
                    <a:pt x="2216013" y="474821"/>
                    <a:pt x="2300129" y="509800"/>
                    <a:pt x="2378281" y="552550"/>
                  </a:cubicBezTo>
                  <a:lnTo>
                    <a:pt x="2795120" y="382706"/>
                  </a:lnTo>
                  <a:cubicBezTo>
                    <a:pt x="2814714" y="374784"/>
                    <a:pt x="2837217" y="379185"/>
                    <a:pt x="2852295" y="394264"/>
                  </a:cubicBezTo>
                  <a:lnTo>
                    <a:pt x="3086084" y="628053"/>
                  </a:lnTo>
                  <a:cubicBezTo>
                    <a:pt x="3101125" y="643094"/>
                    <a:pt x="3105679" y="665672"/>
                    <a:pt x="3097642" y="685344"/>
                  </a:cubicBezTo>
                  <a:lnTo>
                    <a:pt x="2927642" y="1100273"/>
                  </a:lnTo>
                  <a:cubicBezTo>
                    <a:pt x="2971691" y="1181864"/>
                    <a:pt x="3006019" y="1264913"/>
                    <a:pt x="3032080" y="1352813"/>
                  </a:cubicBezTo>
                  <a:lnTo>
                    <a:pt x="3445970" y="1526674"/>
                  </a:lnTo>
                  <a:cubicBezTo>
                    <a:pt x="3465564" y="1534902"/>
                    <a:pt x="3478270" y="1554075"/>
                    <a:pt x="3478270" y="1575314"/>
                  </a:cubicBezTo>
                  <a:lnTo>
                    <a:pt x="3478270" y="1905086"/>
                  </a:lnTo>
                  <a:cubicBezTo>
                    <a:pt x="3478270" y="1926326"/>
                    <a:pt x="3465526" y="1945461"/>
                    <a:pt x="3445970" y="1953727"/>
                  </a:cubicBezTo>
                  <a:lnTo>
                    <a:pt x="3032080" y="2127587"/>
                  </a:lnTo>
                  <a:cubicBezTo>
                    <a:pt x="3005443" y="2217522"/>
                    <a:pt x="2970465" y="2302407"/>
                    <a:pt x="2927760" y="2380442"/>
                  </a:cubicBezTo>
                  <a:lnTo>
                    <a:pt x="3097681" y="2797281"/>
                  </a:lnTo>
                  <a:cubicBezTo>
                    <a:pt x="3105718" y="2816951"/>
                    <a:pt x="3101125" y="2839645"/>
                    <a:pt x="3085971" y="2854686"/>
                  </a:cubicBezTo>
                  <a:lnTo>
                    <a:pt x="2852182" y="3086408"/>
                  </a:lnTo>
                  <a:cubicBezTo>
                    <a:pt x="2837141" y="3101333"/>
                    <a:pt x="2814677" y="3105888"/>
                    <a:pt x="2795083" y="3097736"/>
                  </a:cubicBezTo>
                  <a:lnTo>
                    <a:pt x="2379351" y="2927814"/>
                  </a:lnTo>
                  <a:cubicBezTo>
                    <a:pt x="2297683" y="2972743"/>
                    <a:pt x="2212496" y="3008181"/>
                    <a:pt x="2125350" y="3033329"/>
                  </a:cubicBezTo>
                  <a:lnTo>
                    <a:pt x="1951568" y="3448062"/>
                  </a:lnTo>
                  <a:cubicBezTo>
                    <a:pt x="1943379" y="3467580"/>
                    <a:pt x="1924243" y="3480362"/>
                    <a:pt x="1902966" y="3480362"/>
                  </a:cubicBezTo>
                  <a:close/>
                  <a:moveTo>
                    <a:pt x="1609259" y="3374840"/>
                  </a:moveTo>
                  <a:lnTo>
                    <a:pt x="1867884" y="3374840"/>
                  </a:lnTo>
                  <a:lnTo>
                    <a:pt x="2037992" y="2968866"/>
                  </a:lnTo>
                  <a:cubicBezTo>
                    <a:pt x="2044268" y="2953825"/>
                    <a:pt x="2057241" y="2942498"/>
                    <a:pt x="2073124" y="2938250"/>
                  </a:cubicBezTo>
                  <a:cubicBezTo>
                    <a:pt x="2168110" y="2913106"/>
                    <a:pt x="2261072" y="2874453"/>
                    <a:pt x="2349315" y="2823554"/>
                  </a:cubicBezTo>
                  <a:cubicBezTo>
                    <a:pt x="2363475" y="2815326"/>
                    <a:pt x="2380620" y="2814293"/>
                    <a:pt x="2395622" y="2820378"/>
                  </a:cubicBezTo>
                  <a:lnTo>
                    <a:pt x="2802664" y="2986772"/>
                  </a:lnTo>
                  <a:lnTo>
                    <a:pt x="2986664" y="2804418"/>
                  </a:lnTo>
                  <a:lnTo>
                    <a:pt x="2820416" y="2396652"/>
                  </a:lnTo>
                  <a:cubicBezTo>
                    <a:pt x="2814216" y="2381573"/>
                    <a:pt x="2815403" y="2364466"/>
                    <a:pt x="2823554" y="2350344"/>
                  </a:cubicBezTo>
                  <a:cubicBezTo>
                    <a:pt x="2871660" y="2266878"/>
                    <a:pt x="2910006" y="2174153"/>
                    <a:pt x="2937407" y="2074682"/>
                  </a:cubicBezTo>
                  <a:cubicBezTo>
                    <a:pt x="2941693" y="2059067"/>
                    <a:pt x="2952906" y="2046362"/>
                    <a:pt x="2967794" y="2040047"/>
                  </a:cubicBezTo>
                  <a:lnTo>
                    <a:pt x="3372729" y="1869939"/>
                  </a:lnTo>
                  <a:lnTo>
                    <a:pt x="3372729" y="1610354"/>
                  </a:lnTo>
                  <a:lnTo>
                    <a:pt x="2967794" y="1440247"/>
                  </a:lnTo>
                  <a:cubicBezTo>
                    <a:pt x="2952907" y="1433970"/>
                    <a:pt x="2941655" y="1421226"/>
                    <a:pt x="2937407" y="1405612"/>
                  </a:cubicBezTo>
                  <a:cubicBezTo>
                    <a:pt x="2910656" y="1308712"/>
                    <a:pt x="2873381" y="1218359"/>
                    <a:pt x="2823290" y="1129489"/>
                  </a:cubicBezTo>
                  <a:cubicBezTo>
                    <a:pt x="2815368" y="1115406"/>
                    <a:pt x="2814335" y="1098528"/>
                    <a:pt x="2820420" y="1083603"/>
                  </a:cubicBezTo>
                  <a:lnTo>
                    <a:pt x="2986667" y="677786"/>
                  </a:lnTo>
                  <a:lnTo>
                    <a:pt x="2802471" y="493590"/>
                  </a:lnTo>
                  <a:lnTo>
                    <a:pt x="2394508" y="659837"/>
                  </a:lnTo>
                  <a:cubicBezTo>
                    <a:pt x="2379507" y="665961"/>
                    <a:pt x="2362362" y="664774"/>
                    <a:pt x="2348278" y="656699"/>
                  </a:cubicBezTo>
                  <a:cubicBezTo>
                    <a:pt x="2264351" y="608364"/>
                    <a:pt x="2172233" y="570095"/>
                    <a:pt x="2074536" y="542886"/>
                  </a:cubicBezTo>
                  <a:cubicBezTo>
                    <a:pt x="2059075" y="538561"/>
                    <a:pt x="2046369" y="527387"/>
                    <a:pt x="2040131" y="512575"/>
                  </a:cubicBezTo>
                  <a:lnTo>
                    <a:pt x="1868877" y="107336"/>
                  </a:lnTo>
                  <a:lnTo>
                    <a:pt x="1610174" y="105691"/>
                  </a:lnTo>
                  <a:lnTo>
                    <a:pt x="1438116" y="512615"/>
                  </a:lnTo>
                  <a:cubicBezTo>
                    <a:pt x="1431878" y="527387"/>
                    <a:pt x="1419249" y="538485"/>
                    <a:pt x="1403788" y="542848"/>
                  </a:cubicBezTo>
                  <a:cubicBezTo>
                    <a:pt x="1308419" y="569637"/>
                    <a:pt x="1216153" y="608060"/>
                    <a:pt x="1129507" y="656965"/>
                  </a:cubicBezTo>
                  <a:cubicBezTo>
                    <a:pt x="1115615" y="664964"/>
                    <a:pt x="1098585" y="666073"/>
                    <a:pt x="1083698" y="659835"/>
                  </a:cubicBezTo>
                  <a:lnTo>
                    <a:pt x="675774" y="493627"/>
                  </a:lnTo>
                  <a:lnTo>
                    <a:pt x="491578" y="677784"/>
                  </a:lnTo>
                  <a:lnTo>
                    <a:pt x="657786" y="1083601"/>
                  </a:lnTo>
                  <a:cubicBezTo>
                    <a:pt x="663871" y="1098488"/>
                    <a:pt x="662838" y="1115404"/>
                    <a:pt x="654916" y="1129449"/>
                  </a:cubicBezTo>
                  <a:cubicBezTo>
                    <a:pt x="604897" y="1218426"/>
                    <a:pt x="567545" y="1308785"/>
                    <a:pt x="540868" y="1405640"/>
                  </a:cubicBezTo>
                  <a:cubicBezTo>
                    <a:pt x="536581" y="1421255"/>
                    <a:pt x="525369" y="1433960"/>
                    <a:pt x="510481" y="1440275"/>
                  </a:cubicBezTo>
                  <a:lnTo>
                    <a:pt x="105545" y="1610383"/>
                  </a:lnTo>
                  <a:lnTo>
                    <a:pt x="105545" y="1869968"/>
                  </a:lnTo>
                  <a:lnTo>
                    <a:pt x="510481" y="2040075"/>
                  </a:lnTo>
                  <a:cubicBezTo>
                    <a:pt x="525368" y="2046352"/>
                    <a:pt x="536620" y="2059096"/>
                    <a:pt x="540868" y="2074710"/>
                  </a:cubicBezTo>
                  <a:cubicBezTo>
                    <a:pt x="568269" y="2174132"/>
                    <a:pt x="606539" y="2266862"/>
                    <a:pt x="654681" y="2350451"/>
                  </a:cubicBezTo>
                  <a:cubicBezTo>
                    <a:pt x="662833" y="2364573"/>
                    <a:pt x="664019" y="2381603"/>
                    <a:pt x="657819" y="2396682"/>
                  </a:cubicBezTo>
                  <a:lnTo>
                    <a:pt x="491611" y="2804488"/>
                  </a:lnTo>
                  <a:lnTo>
                    <a:pt x="675572" y="2986842"/>
                  </a:lnTo>
                  <a:lnTo>
                    <a:pt x="1081546" y="2820447"/>
                  </a:lnTo>
                  <a:cubicBezTo>
                    <a:pt x="1096624" y="2814362"/>
                    <a:pt x="1113731" y="2815396"/>
                    <a:pt x="1127929" y="2823624"/>
                  </a:cubicBezTo>
                  <a:cubicBezTo>
                    <a:pt x="1216792" y="2874829"/>
                    <a:pt x="1309372" y="2913482"/>
                    <a:pt x="1403092" y="2938319"/>
                  </a:cubicBezTo>
                  <a:cubicBezTo>
                    <a:pt x="1418898" y="2942529"/>
                    <a:pt x="1431871" y="2953780"/>
                    <a:pt x="1438223" y="2968820"/>
                  </a:cubicBezTo>
                  <a:close/>
                  <a:moveTo>
                    <a:pt x="1739150" y="2328309"/>
                  </a:moveTo>
                  <a:cubicBezTo>
                    <a:pt x="1415462" y="2328309"/>
                    <a:pt x="1152124" y="2064932"/>
                    <a:pt x="1152124" y="1741284"/>
                  </a:cubicBezTo>
                  <a:cubicBezTo>
                    <a:pt x="1152124" y="1417596"/>
                    <a:pt x="1415501" y="1154258"/>
                    <a:pt x="1739150" y="1154258"/>
                  </a:cubicBezTo>
                  <a:cubicBezTo>
                    <a:pt x="2062838" y="1154258"/>
                    <a:pt x="2326175" y="1417635"/>
                    <a:pt x="2326175" y="1741284"/>
                  </a:cubicBezTo>
                  <a:cubicBezTo>
                    <a:pt x="2326175" y="2064932"/>
                    <a:pt x="2062838" y="2328309"/>
                    <a:pt x="1739150" y="2328309"/>
                  </a:cubicBezTo>
                  <a:close/>
                  <a:moveTo>
                    <a:pt x="1739150" y="1259734"/>
                  </a:moveTo>
                  <a:cubicBezTo>
                    <a:pt x="1473628" y="1259734"/>
                    <a:pt x="1257640" y="1475732"/>
                    <a:pt x="1257640" y="1741244"/>
                  </a:cubicBezTo>
                  <a:cubicBezTo>
                    <a:pt x="1257640" y="2006766"/>
                    <a:pt x="1473637" y="2222754"/>
                    <a:pt x="1739150" y="2222754"/>
                  </a:cubicBezTo>
                  <a:cubicBezTo>
                    <a:pt x="2004672" y="2222754"/>
                    <a:pt x="2220660" y="2006757"/>
                    <a:pt x="2220660" y="1741244"/>
                  </a:cubicBezTo>
                  <a:cubicBezTo>
                    <a:pt x="2220660" y="1475722"/>
                    <a:pt x="2004662" y="1259734"/>
                    <a:pt x="1739150" y="1259734"/>
                  </a:cubicBezTo>
                  <a:close/>
                </a:path>
              </a:pathLst>
            </a:custGeom>
            <a:solidFill>
              <a:srgbClr val="000000"/>
            </a:solidFill>
            <a:ln w="9797" cap="flat">
              <a:noFill/>
              <a:prstDash val="solid"/>
              <a:miter/>
            </a:ln>
          </p:spPr>
          <p:txBody>
            <a:bodyPr rtlCol="0" anchor="ctr"/>
            <a:lstStyle/>
            <a:p>
              <a:endParaRPr lang="fr-FR"/>
            </a:p>
          </p:txBody>
        </p:sp>
        <p:sp>
          <p:nvSpPr>
            <p:cNvPr id="141" name="Forme libre : forme 140">
              <a:extLst>
                <a:ext uri="{FF2B5EF4-FFF2-40B4-BE49-F238E27FC236}">
                  <a16:creationId xmlns:a16="http://schemas.microsoft.com/office/drawing/2014/main" id="{03F7310A-D0DB-F4B6-FCD8-91BBD6ED008B}"/>
                </a:ext>
              </a:extLst>
            </p:cNvPr>
            <p:cNvSpPr/>
            <p:nvPr/>
          </p:nvSpPr>
          <p:spPr>
            <a:xfrm>
              <a:off x="1922008" y="2533915"/>
              <a:ext cx="1174050" cy="1174050"/>
            </a:xfrm>
            <a:custGeom>
              <a:avLst/>
              <a:gdLst>
                <a:gd name="connsiteX0" fmla="*/ 587025 w 1174050"/>
                <a:gd name="connsiteY0" fmla="*/ 1174050 h 1174050"/>
                <a:gd name="connsiteX1" fmla="*/ 0 w 1174050"/>
                <a:gd name="connsiteY1" fmla="*/ 587025 h 1174050"/>
                <a:gd name="connsiteX2" fmla="*/ 587025 w 1174050"/>
                <a:gd name="connsiteY2" fmla="*/ 0 h 1174050"/>
                <a:gd name="connsiteX3" fmla="*/ 1174050 w 1174050"/>
                <a:gd name="connsiteY3" fmla="*/ 587025 h 1174050"/>
                <a:gd name="connsiteX4" fmla="*/ 587025 w 1174050"/>
                <a:gd name="connsiteY4" fmla="*/ 1174050 h 1174050"/>
                <a:gd name="connsiteX5" fmla="*/ 587025 w 1174050"/>
                <a:gd name="connsiteY5" fmla="*/ 105476 h 1174050"/>
                <a:gd name="connsiteX6" fmla="*/ 105515 w 1174050"/>
                <a:gd name="connsiteY6" fmla="*/ 586986 h 1174050"/>
                <a:gd name="connsiteX7" fmla="*/ 587025 w 1174050"/>
                <a:gd name="connsiteY7" fmla="*/ 1068496 h 1174050"/>
                <a:gd name="connsiteX8" fmla="*/ 1068535 w 1174050"/>
                <a:gd name="connsiteY8" fmla="*/ 586986 h 1174050"/>
                <a:gd name="connsiteX9" fmla="*/ 587025 w 1174050"/>
                <a:gd name="connsiteY9" fmla="*/ 105476 h 117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4050" h="1174050">
                  <a:moveTo>
                    <a:pt x="587025" y="1174050"/>
                  </a:moveTo>
                  <a:cubicBezTo>
                    <a:pt x="263338" y="1174050"/>
                    <a:pt x="0" y="910674"/>
                    <a:pt x="0" y="587025"/>
                  </a:cubicBezTo>
                  <a:cubicBezTo>
                    <a:pt x="0" y="263337"/>
                    <a:pt x="263377" y="0"/>
                    <a:pt x="587025" y="0"/>
                  </a:cubicBezTo>
                  <a:cubicBezTo>
                    <a:pt x="910713" y="0"/>
                    <a:pt x="1174050" y="263377"/>
                    <a:pt x="1174050" y="587025"/>
                  </a:cubicBezTo>
                  <a:cubicBezTo>
                    <a:pt x="1174050" y="910674"/>
                    <a:pt x="910713" y="1174050"/>
                    <a:pt x="587025" y="1174050"/>
                  </a:cubicBezTo>
                  <a:close/>
                  <a:moveTo>
                    <a:pt x="587025" y="105476"/>
                  </a:moveTo>
                  <a:cubicBezTo>
                    <a:pt x="321503" y="105476"/>
                    <a:pt x="105515" y="321474"/>
                    <a:pt x="105515" y="586986"/>
                  </a:cubicBezTo>
                  <a:cubicBezTo>
                    <a:pt x="105515" y="852508"/>
                    <a:pt x="321513" y="1068496"/>
                    <a:pt x="587025" y="1068496"/>
                  </a:cubicBezTo>
                  <a:cubicBezTo>
                    <a:pt x="852548" y="1068496"/>
                    <a:pt x="1068535" y="852498"/>
                    <a:pt x="1068535" y="586986"/>
                  </a:cubicBezTo>
                  <a:cubicBezTo>
                    <a:pt x="1068535" y="321464"/>
                    <a:pt x="852538" y="105476"/>
                    <a:pt x="587025" y="105476"/>
                  </a:cubicBezTo>
                  <a:close/>
                </a:path>
              </a:pathLst>
            </a:custGeom>
            <a:solidFill>
              <a:schemeClr val="tx2"/>
            </a:solidFill>
            <a:ln w="9797" cap="flat">
              <a:noFill/>
              <a:prstDash val="solid"/>
              <a:miter/>
            </a:ln>
          </p:spPr>
          <p:txBody>
            <a:bodyPr rtlCol="0" anchor="ctr"/>
            <a:lstStyle/>
            <a:p>
              <a:endParaRPr lang="fr-FR"/>
            </a:p>
          </p:txBody>
        </p:sp>
        <p:sp>
          <p:nvSpPr>
            <p:cNvPr id="144" name="Forme libre : forme 143">
              <a:extLst>
                <a:ext uri="{FF2B5EF4-FFF2-40B4-BE49-F238E27FC236}">
                  <a16:creationId xmlns:a16="http://schemas.microsoft.com/office/drawing/2014/main" id="{4A12044F-4E7D-FE10-B830-D02510E57FFF}"/>
                </a:ext>
              </a:extLst>
            </p:cNvPr>
            <p:cNvSpPr/>
            <p:nvPr/>
          </p:nvSpPr>
          <p:spPr>
            <a:xfrm>
              <a:off x="4234587" y="4927883"/>
              <a:ext cx="849274" cy="848945"/>
            </a:xfrm>
            <a:custGeom>
              <a:avLst/>
              <a:gdLst>
                <a:gd name="connsiteX0" fmla="*/ 425605 w 849274"/>
                <a:gd name="connsiteY0" fmla="*/ 848945 h 848945"/>
                <a:gd name="connsiteX1" fmla="*/ 24803 w 849274"/>
                <a:gd name="connsiteY1" fmla="*/ 565896 h 848945"/>
                <a:gd name="connsiteX2" fmla="*/ 41643 w 849274"/>
                <a:gd name="connsiteY2" fmla="*/ 241444 h 848945"/>
                <a:gd name="connsiteX3" fmla="*/ 283583 w 849274"/>
                <a:gd name="connsiteY3" fmla="*/ 24760 h 848945"/>
                <a:gd name="connsiteX4" fmla="*/ 607849 w 849274"/>
                <a:gd name="connsiteY4" fmla="*/ 41676 h 848945"/>
                <a:gd name="connsiteX5" fmla="*/ 824571 w 849274"/>
                <a:gd name="connsiteY5" fmla="*/ 283617 h 848945"/>
                <a:gd name="connsiteX6" fmla="*/ 807733 w 849274"/>
                <a:gd name="connsiteY6" fmla="*/ 607951 h 848945"/>
                <a:gd name="connsiteX7" fmla="*/ 566821 w 849274"/>
                <a:gd name="connsiteY7" fmla="*/ 824517 h 848945"/>
                <a:gd name="connsiteX8" fmla="*/ 425605 w 849274"/>
                <a:gd name="connsiteY8" fmla="*/ 848934 h 848945"/>
                <a:gd name="connsiteX9" fmla="*/ 425528 w 849274"/>
                <a:gd name="connsiteY9" fmla="*/ 105665 h 848945"/>
                <a:gd name="connsiteX10" fmla="*/ 318719 w 849274"/>
                <a:gd name="connsiteY10" fmla="*/ 124226 h 848945"/>
                <a:gd name="connsiteX11" fmla="*/ 136865 w 849274"/>
                <a:gd name="connsiteY11" fmla="*/ 287025 h 848945"/>
                <a:gd name="connsiteX12" fmla="*/ 124197 w 849274"/>
                <a:gd name="connsiteY12" fmla="*/ 530612 h 848945"/>
                <a:gd name="connsiteX13" fmla="*/ 531739 w 849274"/>
                <a:gd name="connsiteY13" fmla="*/ 725026 h 848945"/>
                <a:gd name="connsiteX14" fmla="*/ 531892 w 849274"/>
                <a:gd name="connsiteY14" fmla="*/ 725026 h 848945"/>
                <a:gd name="connsiteX15" fmla="*/ 712453 w 849274"/>
                <a:gd name="connsiteY15" fmla="*/ 562531 h 848945"/>
                <a:gd name="connsiteX16" fmla="*/ 725083 w 849274"/>
                <a:gd name="connsiteY16" fmla="*/ 318748 h 848945"/>
                <a:gd name="connsiteX17" fmla="*/ 562323 w 849274"/>
                <a:gd name="connsiteY17" fmla="*/ 136894 h 848945"/>
                <a:gd name="connsiteX18" fmla="*/ 425545 w 849274"/>
                <a:gd name="connsiteY18" fmla="*/ 105665 h 848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49274" h="848945">
                  <a:moveTo>
                    <a:pt x="425605" y="848945"/>
                  </a:moveTo>
                  <a:cubicBezTo>
                    <a:pt x="250745" y="848945"/>
                    <a:pt x="86574" y="739952"/>
                    <a:pt x="24803" y="565896"/>
                  </a:cubicBezTo>
                  <a:cubicBezTo>
                    <a:pt x="-13313" y="459156"/>
                    <a:pt x="-7343" y="343854"/>
                    <a:pt x="41643" y="241444"/>
                  </a:cubicBezTo>
                  <a:cubicBezTo>
                    <a:pt x="90590" y="139152"/>
                    <a:pt x="176510" y="62146"/>
                    <a:pt x="283583" y="24760"/>
                  </a:cubicBezTo>
                  <a:cubicBezTo>
                    <a:pt x="390127" y="-13356"/>
                    <a:pt x="505440" y="-7271"/>
                    <a:pt x="607849" y="41676"/>
                  </a:cubicBezTo>
                  <a:cubicBezTo>
                    <a:pt x="710141" y="90624"/>
                    <a:pt x="787146" y="176544"/>
                    <a:pt x="824571" y="283617"/>
                  </a:cubicBezTo>
                  <a:cubicBezTo>
                    <a:pt x="862535" y="390161"/>
                    <a:pt x="856604" y="505473"/>
                    <a:pt x="807733" y="607951"/>
                  </a:cubicBezTo>
                  <a:cubicBezTo>
                    <a:pt x="758938" y="710243"/>
                    <a:pt x="673365" y="787131"/>
                    <a:pt x="566821" y="824517"/>
                  </a:cubicBezTo>
                  <a:cubicBezTo>
                    <a:pt x="520208" y="841011"/>
                    <a:pt x="472485" y="848934"/>
                    <a:pt x="425605" y="848934"/>
                  </a:cubicBezTo>
                  <a:close/>
                  <a:moveTo>
                    <a:pt x="425528" y="105665"/>
                  </a:moveTo>
                  <a:cubicBezTo>
                    <a:pt x="389630" y="105665"/>
                    <a:pt x="353542" y="111865"/>
                    <a:pt x="318719" y="124226"/>
                  </a:cubicBezTo>
                  <a:cubicBezTo>
                    <a:pt x="238046" y="152469"/>
                    <a:pt x="173604" y="210142"/>
                    <a:pt x="136865" y="287025"/>
                  </a:cubicBezTo>
                  <a:cubicBezTo>
                    <a:pt x="100088" y="363872"/>
                    <a:pt x="95610" y="450441"/>
                    <a:pt x="124197" y="530612"/>
                  </a:cubicBezTo>
                  <a:cubicBezTo>
                    <a:pt x="183133" y="696585"/>
                    <a:pt x="366138" y="784073"/>
                    <a:pt x="531739" y="725026"/>
                  </a:cubicBezTo>
                  <a:lnTo>
                    <a:pt x="531892" y="725026"/>
                  </a:lnTo>
                  <a:cubicBezTo>
                    <a:pt x="611761" y="697012"/>
                    <a:pt x="675900" y="639301"/>
                    <a:pt x="712453" y="562531"/>
                  </a:cubicBezTo>
                  <a:cubicBezTo>
                    <a:pt x="749193" y="485569"/>
                    <a:pt x="753670" y="399006"/>
                    <a:pt x="725083" y="318748"/>
                  </a:cubicBezTo>
                  <a:cubicBezTo>
                    <a:pt x="696840" y="238075"/>
                    <a:pt x="639090" y="173594"/>
                    <a:pt x="562323" y="136894"/>
                  </a:cubicBezTo>
                  <a:cubicBezTo>
                    <a:pt x="518886" y="116075"/>
                    <a:pt x="472312" y="105665"/>
                    <a:pt x="425545" y="105665"/>
                  </a:cubicBezTo>
                  <a:close/>
                </a:path>
              </a:pathLst>
            </a:custGeom>
            <a:solidFill>
              <a:schemeClr val="tx2"/>
            </a:solidFill>
            <a:ln w="9797" cap="flat">
              <a:noFill/>
              <a:prstDash val="solid"/>
              <a:miter/>
            </a:ln>
          </p:spPr>
          <p:txBody>
            <a:bodyPr rtlCol="0" anchor="ctr"/>
            <a:lstStyle/>
            <a:p>
              <a:endParaRPr lang="fr-FR"/>
            </a:p>
          </p:txBody>
        </p:sp>
      </p:grpSp>
      <p:grpSp>
        <p:nvGrpSpPr>
          <p:cNvPr id="219" name="Groupe 218">
            <a:extLst>
              <a:ext uri="{FF2B5EF4-FFF2-40B4-BE49-F238E27FC236}">
                <a16:creationId xmlns:a16="http://schemas.microsoft.com/office/drawing/2014/main" id="{3805C557-40FD-64EA-F43A-18D2E1D8CA92}"/>
              </a:ext>
            </a:extLst>
          </p:cNvPr>
          <p:cNvGrpSpPr/>
          <p:nvPr/>
        </p:nvGrpSpPr>
        <p:grpSpPr>
          <a:xfrm>
            <a:off x="1068384" y="4705822"/>
            <a:ext cx="429045" cy="434281"/>
            <a:chOff x="3846566" y="466343"/>
            <a:chExt cx="4498809" cy="4553713"/>
          </a:xfrm>
        </p:grpSpPr>
        <p:sp>
          <p:nvSpPr>
            <p:cNvPr id="169" name="Forme libre : forme 168">
              <a:extLst>
                <a:ext uri="{FF2B5EF4-FFF2-40B4-BE49-F238E27FC236}">
                  <a16:creationId xmlns:a16="http://schemas.microsoft.com/office/drawing/2014/main" id="{6E0F5397-B406-6A8E-9CFF-8F5D1247BEFB}"/>
                </a:ext>
              </a:extLst>
            </p:cNvPr>
            <p:cNvSpPr/>
            <p:nvPr/>
          </p:nvSpPr>
          <p:spPr>
            <a:xfrm>
              <a:off x="3846566" y="466343"/>
              <a:ext cx="2913258" cy="2946196"/>
            </a:xfrm>
            <a:custGeom>
              <a:avLst/>
              <a:gdLst>
                <a:gd name="connsiteX0" fmla="*/ 883320 w 2913258"/>
                <a:gd name="connsiteY0" fmla="*/ 2946197 h 2946196"/>
                <a:gd name="connsiteX1" fmla="*/ 279797 w 2913258"/>
                <a:gd name="connsiteY1" fmla="*/ 2946197 h 2946196"/>
                <a:gd name="connsiteX2" fmla="*/ 0 w 2913258"/>
                <a:gd name="connsiteY2" fmla="*/ 2660894 h 2946196"/>
                <a:gd name="connsiteX3" fmla="*/ 0 w 2913258"/>
                <a:gd name="connsiteY3" fmla="*/ 279797 h 2946196"/>
                <a:gd name="connsiteX4" fmla="*/ 279797 w 2913258"/>
                <a:gd name="connsiteY4" fmla="*/ 0 h 2946196"/>
                <a:gd name="connsiteX5" fmla="*/ 2633462 w 2913258"/>
                <a:gd name="connsiteY5" fmla="*/ 0 h 2946196"/>
                <a:gd name="connsiteX6" fmla="*/ 2913259 w 2913258"/>
                <a:gd name="connsiteY6" fmla="*/ 279797 h 2946196"/>
                <a:gd name="connsiteX7" fmla="*/ 2913259 w 2913258"/>
                <a:gd name="connsiteY7" fmla="*/ 888787 h 2946196"/>
                <a:gd name="connsiteX8" fmla="*/ 2748657 w 2913258"/>
                <a:gd name="connsiteY8" fmla="*/ 888787 h 2946196"/>
                <a:gd name="connsiteX9" fmla="*/ 2748695 w 2913258"/>
                <a:gd name="connsiteY9" fmla="*/ 279797 h 2946196"/>
                <a:gd name="connsiteX10" fmla="*/ 2633461 w 2913258"/>
                <a:gd name="connsiteY10" fmla="*/ 164563 h 2946196"/>
                <a:gd name="connsiteX11" fmla="*/ 279796 w 2913258"/>
                <a:gd name="connsiteY11" fmla="*/ 164563 h 2946196"/>
                <a:gd name="connsiteX12" fmla="*/ 164562 w 2913258"/>
                <a:gd name="connsiteY12" fmla="*/ 279797 h 2946196"/>
                <a:gd name="connsiteX13" fmla="*/ 164562 w 2913258"/>
                <a:gd name="connsiteY13" fmla="*/ 2660894 h 2946196"/>
                <a:gd name="connsiteX14" fmla="*/ 279796 w 2913258"/>
                <a:gd name="connsiteY14" fmla="*/ 2776128 h 2946196"/>
                <a:gd name="connsiteX15" fmla="*/ 883319 w 2913258"/>
                <a:gd name="connsiteY15" fmla="*/ 2776128 h 2946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13258" h="2946196">
                  <a:moveTo>
                    <a:pt x="883320" y="2946197"/>
                  </a:moveTo>
                  <a:lnTo>
                    <a:pt x="279797" y="2946197"/>
                  </a:lnTo>
                  <a:cubicBezTo>
                    <a:pt x="126217" y="2946197"/>
                    <a:pt x="0" y="2820020"/>
                    <a:pt x="0" y="2660894"/>
                  </a:cubicBezTo>
                  <a:lnTo>
                    <a:pt x="0" y="279797"/>
                  </a:lnTo>
                  <a:cubicBezTo>
                    <a:pt x="0" y="126177"/>
                    <a:pt x="126177" y="0"/>
                    <a:pt x="279797" y="0"/>
                  </a:cubicBezTo>
                  <a:lnTo>
                    <a:pt x="2633462" y="0"/>
                  </a:lnTo>
                  <a:cubicBezTo>
                    <a:pt x="2787081" y="0"/>
                    <a:pt x="2913259" y="126177"/>
                    <a:pt x="2913259" y="279797"/>
                  </a:cubicBezTo>
                  <a:lnTo>
                    <a:pt x="2913259" y="888787"/>
                  </a:lnTo>
                  <a:lnTo>
                    <a:pt x="2748657" y="888787"/>
                  </a:lnTo>
                  <a:lnTo>
                    <a:pt x="2748695" y="279797"/>
                  </a:lnTo>
                  <a:cubicBezTo>
                    <a:pt x="2748695" y="213972"/>
                    <a:pt x="2693816" y="164563"/>
                    <a:pt x="2633461" y="164563"/>
                  </a:cubicBezTo>
                  <a:lnTo>
                    <a:pt x="279796" y="164563"/>
                  </a:lnTo>
                  <a:cubicBezTo>
                    <a:pt x="213971" y="164563"/>
                    <a:pt x="164562" y="219442"/>
                    <a:pt x="164562" y="279797"/>
                  </a:cubicBezTo>
                  <a:lnTo>
                    <a:pt x="164562" y="2660894"/>
                  </a:lnTo>
                  <a:cubicBezTo>
                    <a:pt x="164562" y="2726719"/>
                    <a:pt x="219441" y="2776128"/>
                    <a:pt x="279796" y="2776128"/>
                  </a:cubicBezTo>
                  <a:lnTo>
                    <a:pt x="883319" y="2776128"/>
                  </a:lnTo>
                  <a:close/>
                </a:path>
              </a:pathLst>
            </a:custGeom>
            <a:solidFill>
              <a:srgbClr val="000000"/>
            </a:solidFill>
            <a:ln w="9797" cap="flat">
              <a:noFill/>
              <a:prstDash val="solid"/>
              <a:miter/>
            </a:ln>
          </p:spPr>
          <p:txBody>
            <a:bodyPr rtlCol="0" anchor="ctr"/>
            <a:lstStyle/>
            <a:p>
              <a:endParaRPr lang="fr-FR"/>
            </a:p>
          </p:txBody>
        </p:sp>
        <p:sp>
          <p:nvSpPr>
            <p:cNvPr id="170" name="Forme libre : forme 169">
              <a:extLst>
                <a:ext uri="{FF2B5EF4-FFF2-40B4-BE49-F238E27FC236}">
                  <a16:creationId xmlns:a16="http://schemas.microsoft.com/office/drawing/2014/main" id="{7B71CCF2-FE89-0232-655D-12A44E9B082E}"/>
                </a:ext>
              </a:extLst>
            </p:cNvPr>
            <p:cNvSpPr/>
            <p:nvPr/>
          </p:nvSpPr>
          <p:spPr>
            <a:xfrm>
              <a:off x="4642133" y="1272864"/>
              <a:ext cx="2918745" cy="2951663"/>
            </a:xfrm>
            <a:custGeom>
              <a:avLst/>
              <a:gdLst>
                <a:gd name="connsiteX0" fmla="*/ 790012 w 2918745"/>
                <a:gd name="connsiteY0" fmla="*/ 2951664 h 2951663"/>
                <a:gd name="connsiteX1" fmla="*/ 279797 w 2918745"/>
                <a:gd name="connsiteY1" fmla="*/ 2951664 h 2951663"/>
                <a:gd name="connsiteX2" fmla="*/ 0 w 2918745"/>
                <a:gd name="connsiteY2" fmla="*/ 2671867 h 2951663"/>
                <a:gd name="connsiteX3" fmla="*/ 0 w 2918745"/>
                <a:gd name="connsiteY3" fmla="*/ 279797 h 2951663"/>
                <a:gd name="connsiteX4" fmla="*/ 279797 w 2918745"/>
                <a:gd name="connsiteY4" fmla="*/ 0 h 2951663"/>
                <a:gd name="connsiteX5" fmla="*/ 2638949 w 2918745"/>
                <a:gd name="connsiteY5" fmla="*/ 0 h 2951663"/>
                <a:gd name="connsiteX6" fmla="*/ 2918745 w 2918745"/>
                <a:gd name="connsiteY6" fmla="*/ 279797 h 2951663"/>
                <a:gd name="connsiteX7" fmla="*/ 2918745 w 2918745"/>
                <a:gd name="connsiteY7" fmla="*/ 817454 h 2951663"/>
                <a:gd name="connsiteX8" fmla="*/ 2754144 w 2918745"/>
                <a:gd name="connsiteY8" fmla="*/ 817454 h 2951663"/>
                <a:gd name="connsiteX9" fmla="*/ 2754144 w 2918745"/>
                <a:gd name="connsiteY9" fmla="*/ 279797 h 2951663"/>
                <a:gd name="connsiteX10" fmla="*/ 2638910 w 2918745"/>
                <a:gd name="connsiteY10" fmla="*/ 164563 h 2951663"/>
                <a:gd name="connsiteX11" fmla="*/ 279758 w 2918745"/>
                <a:gd name="connsiteY11" fmla="*/ 164563 h 2951663"/>
                <a:gd name="connsiteX12" fmla="*/ 164523 w 2918745"/>
                <a:gd name="connsiteY12" fmla="*/ 279797 h 2951663"/>
                <a:gd name="connsiteX13" fmla="*/ 164523 w 2918745"/>
                <a:gd name="connsiteY13" fmla="*/ 2666381 h 2951663"/>
                <a:gd name="connsiteX14" fmla="*/ 279758 w 2918745"/>
                <a:gd name="connsiteY14" fmla="*/ 2781615 h 2951663"/>
                <a:gd name="connsiteX15" fmla="*/ 789973 w 2918745"/>
                <a:gd name="connsiteY15" fmla="*/ 2781615 h 295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18745" h="2951663">
                  <a:moveTo>
                    <a:pt x="790012" y="2951664"/>
                  </a:moveTo>
                  <a:lnTo>
                    <a:pt x="279797" y="2951664"/>
                  </a:lnTo>
                  <a:cubicBezTo>
                    <a:pt x="126177" y="2951664"/>
                    <a:pt x="0" y="2825486"/>
                    <a:pt x="0" y="2671867"/>
                  </a:cubicBezTo>
                  <a:lnTo>
                    <a:pt x="0" y="279797"/>
                  </a:lnTo>
                  <a:cubicBezTo>
                    <a:pt x="0" y="126177"/>
                    <a:pt x="126177" y="0"/>
                    <a:pt x="279797" y="0"/>
                  </a:cubicBezTo>
                  <a:lnTo>
                    <a:pt x="2638949" y="0"/>
                  </a:lnTo>
                  <a:cubicBezTo>
                    <a:pt x="2792568" y="0"/>
                    <a:pt x="2918745" y="126177"/>
                    <a:pt x="2918745" y="279797"/>
                  </a:cubicBezTo>
                  <a:lnTo>
                    <a:pt x="2918745" y="817454"/>
                  </a:lnTo>
                  <a:lnTo>
                    <a:pt x="2754144" y="817454"/>
                  </a:lnTo>
                  <a:lnTo>
                    <a:pt x="2754144" y="279797"/>
                  </a:lnTo>
                  <a:cubicBezTo>
                    <a:pt x="2754144" y="213972"/>
                    <a:pt x="2699264" y="164563"/>
                    <a:pt x="2638910" y="164563"/>
                  </a:cubicBezTo>
                  <a:lnTo>
                    <a:pt x="279758" y="164563"/>
                  </a:lnTo>
                  <a:cubicBezTo>
                    <a:pt x="213932" y="164563"/>
                    <a:pt x="164523" y="219442"/>
                    <a:pt x="164523" y="279797"/>
                  </a:cubicBezTo>
                  <a:lnTo>
                    <a:pt x="164523" y="2666381"/>
                  </a:lnTo>
                  <a:cubicBezTo>
                    <a:pt x="164523" y="2732206"/>
                    <a:pt x="219403" y="2781615"/>
                    <a:pt x="279758" y="2781615"/>
                  </a:cubicBezTo>
                  <a:lnTo>
                    <a:pt x="789973" y="2781615"/>
                  </a:lnTo>
                  <a:close/>
                </a:path>
              </a:pathLst>
            </a:custGeom>
            <a:solidFill>
              <a:schemeClr val="tx2"/>
            </a:solidFill>
            <a:ln w="9797" cap="flat">
              <a:noFill/>
              <a:prstDash val="solid"/>
              <a:miter/>
            </a:ln>
          </p:spPr>
          <p:txBody>
            <a:bodyPr rtlCol="0" anchor="ctr"/>
            <a:lstStyle/>
            <a:p>
              <a:endParaRPr lang="fr-FR"/>
            </a:p>
          </p:txBody>
        </p:sp>
        <p:sp>
          <p:nvSpPr>
            <p:cNvPr id="171" name="Forme libre : forme 170">
              <a:extLst>
                <a:ext uri="{FF2B5EF4-FFF2-40B4-BE49-F238E27FC236}">
                  <a16:creationId xmlns:a16="http://schemas.microsoft.com/office/drawing/2014/main" id="{655C6184-A2CC-DFCF-376A-574D66A16014}"/>
                </a:ext>
              </a:extLst>
            </p:cNvPr>
            <p:cNvSpPr/>
            <p:nvPr/>
          </p:nvSpPr>
          <p:spPr>
            <a:xfrm>
              <a:off x="5355307" y="1997069"/>
              <a:ext cx="2990068" cy="3022987"/>
            </a:xfrm>
            <a:custGeom>
              <a:avLst/>
              <a:gdLst>
                <a:gd name="connsiteX0" fmla="*/ 2710310 w 2990068"/>
                <a:gd name="connsiteY0" fmla="*/ 3022987 h 3022987"/>
                <a:gd name="connsiteX1" fmla="*/ 279835 w 2990068"/>
                <a:gd name="connsiteY1" fmla="*/ 3022987 h 3022987"/>
                <a:gd name="connsiteX2" fmla="*/ 38 w 2990068"/>
                <a:gd name="connsiteY2" fmla="*/ 2743190 h 3022987"/>
                <a:gd name="connsiteX3" fmla="*/ 0 w 2990068"/>
                <a:gd name="connsiteY3" fmla="*/ 279797 h 3022987"/>
                <a:gd name="connsiteX4" fmla="*/ 279797 w 2990068"/>
                <a:gd name="connsiteY4" fmla="*/ 0 h 3022987"/>
                <a:gd name="connsiteX5" fmla="*/ 2710272 w 2990068"/>
                <a:gd name="connsiteY5" fmla="*/ 0 h 3022987"/>
                <a:gd name="connsiteX6" fmla="*/ 2990069 w 2990068"/>
                <a:gd name="connsiteY6" fmla="*/ 279797 h 3022987"/>
                <a:gd name="connsiteX7" fmla="*/ 2990069 w 2990068"/>
                <a:gd name="connsiteY7" fmla="*/ 2743190 h 3022987"/>
                <a:gd name="connsiteX8" fmla="*/ 2710311 w 2990068"/>
                <a:gd name="connsiteY8" fmla="*/ 3022987 h 3022987"/>
                <a:gd name="connsiteX9" fmla="*/ 279835 w 2990068"/>
                <a:gd name="connsiteY9" fmla="*/ 164572 h 3022987"/>
                <a:gd name="connsiteX10" fmla="*/ 164601 w 2990068"/>
                <a:gd name="connsiteY10" fmla="*/ 279806 h 3022987"/>
                <a:gd name="connsiteX11" fmla="*/ 164601 w 2990068"/>
                <a:gd name="connsiteY11" fmla="*/ 2743200 h 3022987"/>
                <a:gd name="connsiteX12" fmla="*/ 279835 w 2990068"/>
                <a:gd name="connsiteY12" fmla="*/ 2858434 h 3022987"/>
                <a:gd name="connsiteX13" fmla="*/ 2710310 w 2990068"/>
                <a:gd name="connsiteY13" fmla="*/ 2858434 h 3022987"/>
                <a:gd name="connsiteX14" fmla="*/ 2825544 w 2990068"/>
                <a:gd name="connsiteY14" fmla="*/ 2743200 h 3022987"/>
                <a:gd name="connsiteX15" fmla="*/ 2825544 w 2990068"/>
                <a:gd name="connsiteY15" fmla="*/ 279708 h 3022987"/>
                <a:gd name="connsiteX16" fmla="*/ 2710310 w 2990068"/>
                <a:gd name="connsiteY16" fmla="*/ 164475 h 3022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990068" h="3022987">
                  <a:moveTo>
                    <a:pt x="2710310" y="3022987"/>
                  </a:moveTo>
                  <a:lnTo>
                    <a:pt x="279835" y="3022987"/>
                  </a:lnTo>
                  <a:cubicBezTo>
                    <a:pt x="126216" y="3022987"/>
                    <a:pt x="38" y="2896810"/>
                    <a:pt x="38" y="2743190"/>
                  </a:cubicBezTo>
                  <a:lnTo>
                    <a:pt x="0" y="279797"/>
                  </a:lnTo>
                  <a:cubicBezTo>
                    <a:pt x="0" y="126177"/>
                    <a:pt x="126177" y="0"/>
                    <a:pt x="279797" y="0"/>
                  </a:cubicBezTo>
                  <a:lnTo>
                    <a:pt x="2710272" y="0"/>
                  </a:lnTo>
                  <a:cubicBezTo>
                    <a:pt x="2863891" y="0"/>
                    <a:pt x="2990069" y="126177"/>
                    <a:pt x="2990069" y="279797"/>
                  </a:cubicBezTo>
                  <a:lnTo>
                    <a:pt x="2990069" y="2743190"/>
                  </a:lnTo>
                  <a:cubicBezTo>
                    <a:pt x="2990145" y="2896810"/>
                    <a:pt x="2863930" y="3022987"/>
                    <a:pt x="2710311" y="3022987"/>
                  </a:cubicBezTo>
                  <a:close/>
                  <a:moveTo>
                    <a:pt x="279835" y="164572"/>
                  </a:moveTo>
                  <a:cubicBezTo>
                    <a:pt x="214010" y="164572"/>
                    <a:pt x="164601" y="219452"/>
                    <a:pt x="164601" y="279806"/>
                  </a:cubicBezTo>
                  <a:lnTo>
                    <a:pt x="164601" y="2743200"/>
                  </a:lnTo>
                  <a:cubicBezTo>
                    <a:pt x="164601" y="2809025"/>
                    <a:pt x="219480" y="2858434"/>
                    <a:pt x="279835" y="2858434"/>
                  </a:cubicBezTo>
                  <a:lnTo>
                    <a:pt x="2710310" y="2858434"/>
                  </a:lnTo>
                  <a:cubicBezTo>
                    <a:pt x="2776135" y="2858434"/>
                    <a:pt x="2825544" y="2803555"/>
                    <a:pt x="2825544" y="2743200"/>
                  </a:cubicBezTo>
                  <a:lnTo>
                    <a:pt x="2825544" y="279708"/>
                  </a:lnTo>
                  <a:cubicBezTo>
                    <a:pt x="2825544" y="213883"/>
                    <a:pt x="2770664" y="164475"/>
                    <a:pt x="2710310" y="164475"/>
                  </a:cubicBezTo>
                  <a:close/>
                </a:path>
              </a:pathLst>
            </a:custGeom>
            <a:solidFill>
              <a:srgbClr val="000000"/>
            </a:solidFill>
            <a:ln w="9797" cap="flat">
              <a:noFill/>
              <a:prstDash val="solid"/>
              <a:miter/>
            </a:ln>
          </p:spPr>
          <p:txBody>
            <a:bodyPr rtlCol="0" anchor="ctr"/>
            <a:lstStyle/>
            <a:p>
              <a:endParaRPr lang="fr-FR"/>
            </a:p>
          </p:txBody>
        </p:sp>
      </p:grpSp>
      <p:grpSp>
        <p:nvGrpSpPr>
          <p:cNvPr id="266" name="Groupe 265">
            <a:extLst>
              <a:ext uri="{FF2B5EF4-FFF2-40B4-BE49-F238E27FC236}">
                <a16:creationId xmlns:a16="http://schemas.microsoft.com/office/drawing/2014/main" id="{30BD6C3F-06E2-4666-C650-FAF6473133E5}"/>
              </a:ext>
            </a:extLst>
          </p:cNvPr>
          <p:cNvGrpSpPr/>
          <p:nvPr/>
        </p:nvGrpSpPr>
        <p:grpSpPr>
          <a:xfrm>
            <a:off x="632130" y="5645490"/>
            <a:ext cx="292955" cy="353297"/>
            <a:chOff x="4221945" y="1935555"/>
            <a:chExt cx="3116275" cy="3758156"/>
          </a:xfrm>
        </p:grpSpPr>
        <p:sp>
          <p:nvSpPr>
            <p:cNvPr id="265" name="Organigramme : Disque magnétique 264">
              <a:extLst>
                <a:ext uri="{FF2B5EF4-FFF2-40B4-BE49-F238E27FC236}">
                  <a16:creationId xmlns:a16="http://schemas.microsoft.com/office/drawing/2014/main" id="{256BB44D-57C3-868C-6DED-4DBA0836B026}"/>
                </a:ext>
              </a:extLst>
            </p:cNvPr>
            <p:cNvSpPr/>
            <p:nvPr/>
          </p:nvSpPr>
          <p:spPr>
            <a:xfrm>
              <a:off x="4221945" y="1935555"/>
              <a:ext cx="3116274" cy="3758156"/>
            </a:xfrm>
            <a:prstGeom prst="flowChartMagneticDisk">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3" name="Forme libre : forme 222">
              <a:extLst>
                <a:ext uri="{FF2B5EF4-FFF2-40B4-BE49-F238E27FC236}">
                  <a16:creationId xmlns:a16="http://schemas.microsoft.com/office/drawing/2014/main" id="{31CFD9C2-C9E5-BB29-B33D-96D222574EC2}"/>
                </a:ext>
              </a:extLst>
            </p:cNvPr>
            <p:cNvSpPr/>
            <p:nvPr/>
          </p:nvSpPr>
          <p:spPr>
            <a:xfrm>
              <a:off x="4221945" y="1935555"/>
              <a:ext cx="3116275" cy="3758156"/>
            </a:xfrm>
            <a:custGeom>
              <a:avLst/>
              <a:gdLst>
                <a:gd name="connsiteX0" fmla="*/ 1558138 w 3116275"/>
                <a:gd name="connsiteY0" fmla="*/ 0 h 3758156"/>
                <a:gd name="connsiteX1" fmla="*/ 0 w 3116275"/>
                <a:gd name="connsiteY1" fmla="*/ 471830 h 3758156"/>
                <a:gd name="connsiteX2" fmla="*/ 0 w 3116275"/>
                <a:gd name="connsiteY2" fmla="*/ 3275381 h 3758156"/>
                <a:gd name="connsiteX3" fmla="*/ 0 w 3116275"/>
                <a:gd name="connsiteY3" fmla="*/ 3280853 h 3758156"/>
                <a:gd name="connsiteX4" fmla="*/ 0 w 3116275"/>
                <a:gd name="connsiteY4" fmla="*/ 3286326 h 3758156"/>
                <a:gd name="connsiteX5" fmla="*/ 1558138 w 3116275"/>
                <a:gd name="connsiteY5" fmla="*/ 3758156 h 3758156"/>
                <a:gd name="connsiteX6" fmla="*/ 3116275 w 3116275"/>
                <a:gd name="connsiteY6" fmla="*/ 3286326 h 3758156"/>
                <a:gd name="connsiteX7" fmla="*/ 3116275 w 3116275"/>
                <a:gd name="connsiteY7" fmla="*/ 3280853 h 3758156"/>
                <a:gd name="connsiteX8" fmla="*/ 3116275 w 3116275"/>
                <a:gd name="connsiteY8" fmla="*/ 3275381 h 3758156"/>
                <a:gd name="connsiteX9" fmla="*/ 3116275 w 3116275"/>
                <a:gd name="connsiteY9" fmla="*/ 471830 h 3758156"/>
                <a:gd name="connsiteX10" fmla="*/ 1558138 w 3116275"/>
                <a:gd name="connsiteY10" fmla="*/ 0 h 3758156"/>
                <a:gd name="connsiteX11" fmla="*/ 2979115 w 3116275"/>
                <a:gd name="connsiteY11" fmla="*/ 2342693 h 3758156"/>
                <a:gd name="connsiteX12" fmla="*/ 1558138 w 3116275"/>
                <a:gd name="connsiteY12" fmla="*/ 2677363 h 3758156"/>
                <a:gd name="connsiteX13" fmla="*/ 137160 w 3116275"/>
                <a:gd name="connsiteY13" fmla="*/ 2342693 h 3758156"/>
                <a:gd name="connsiteX14" fmla="*/ 137160 w 3116275"/>
                <a:gd name="connsiteY14" fmla="*/ 1613002 h 3758156"/>
                <a:gd name="connsiteX15" fmla="*/ 1558138 w 3116275"/>
                <a:gd name="connsiteY15" fmla="*/ 1881845 h 3758156"/>
                <a:gd name="connsiteX16" fmla="*/ 2979115 w 3116275"/>
                <a:gd name="connsiteY16" fmla="*/ 1613002 h 3758156"/>
                <a:gd name="connsiteX17" fmla="*/ 2979115 w 3116275"/>
                <a:gd name="connsiteY17" fmla="*/ 1409975 h 3758156"/>
                <a:gd name="connsiteX18" fmla="*/ 1558138 w 3116275"/>
                <a:gd name="connsiteY18" fmla="*/ 1744646 h 3758156"/>
                <a:gd name="connsiteX19" fmla="*/ 137160 w 3116275"/>
                <a:gd name="connsiteY19" fmla="*/ 1409975 h 3758156"/>
                <a:gd name="connsiteX20" fmla="*/ 137160 w 3116275"/>
                <a:gd name="connsiteY20" fmla="*/ 674808 h 3758156"/>
                <a:gd name="connsiteX21" fmla="*/ 1558138 w 3116275"/>
                <a:gd name="connsiteY21" fmla="*/ 943651 h 3758156"/>
                <a:gd name="connsiteX22" fmla="*/ 2979115 w 3116275"/>
                <a:gd name="connsiteY22" fmla="*/ 674808 h 3758156"/>
                <a:gd name="connsiteX23" fmla="*/ 1558138 w 3116275"/>
                <a:gd name="connsiteY23" fmla="*/ 137131 h 3758156"/>
                <a:gd name="connsiteX24" fmla="*/ 2979115 w 3116275"/>
                <a:gd name="connsiteY24" fmla="*/ 471801 h 3758156"/>
                <a:gd name="connsiteX25" fmla="*/ 1558138 w 3116275"/>
                <a:gd name="connsiteY25" fmla="*/ 806471 h 3758156"/>
                <a:gd name="connsiteX26" fmla="*/ 137160 w 3116275"/>
                <a:gd name="connsiteY26" fmla="*/ 471801 h 3758156"/>
                <a:gd name="connsiteX27" fmla="*/ 1558138 w 3116275"/>
                <a:gd name="connsiteY27" fmla="*/ 137131 h 3758156"/>
                <a:gd name="connsiteX28" fmla="*/ 1558138 w 3116275"/>
                <a:gd name="connsiteY28" fmla="*/ 3620995 h 3758156"/>
                <a:gd name="connsiteX29" fmla="*/ 137160 w 3116275"/>
                <a:gd name="connsiteY29" fmla="*/ 3286324 h 3758156"/>
                <a:gd name="connsiteX30" fmla="*/ 137160 w 3116275"/>
                <a:gd name="connsiteY30" fmla="*/ 3280852 h 3758156"/>
                <a:gd name="connsiteX31" fmla="*/ 137160 w 3116275"/>
                <a:gd name="connsiteY31" fmla="*/ 3275379 h 3758156"/>
                <a:gd name="connsiteX32" fmla="*/ 137160 w 3116275"/>
                <a:gd name="connsiteY32" fmla="*/ 2551155 h 3758156"/>
                <a:gd name="connsiteX33" fmla="*/ 1558138 w 3116275"/>
                <a:gd name="connsiteY33" fmla="*/ 2819998 h 3758156"/>
                <a:gd name="connsiteX34" fmla="*/ 2979115 w 3116275"/>
                <a:gd name="connsiteY34" fmla="*/ 2551155 h 3758156"/>
                <a:gd name="connsiteX35" fmla="*/ 2979115 w 3116275"/>
                <a:gd name="connsiteY35" fmla="*/ 3275379 h 3758156"/>
                <a:gd name="connsiteX36" fmla="*/ 2979115 w 3116275"/>
                <a:gd name="connsiteY36" fmla="*/ 3280852 h 3758156"/>
                <a:gd name="connsiteX37" fmla="*/ 2979115 w 3116275"/>
                <a:gd name="connsiteY37" fmla="*/ 3286324 h 3758156"/>
                <a:gd name="connsiteX38" fmla="*/ 1558138 w 3116275"/>
                <a:gd name="connsiteY38" fmla="*/ 3620995 h 3758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116275" h="3758156">
                  <a:moveTo>
                    <a:pt x="1558138" y="0"/>
                  </a:moveTo>
                  <a:cubicBezTo>
                    <a:pt x="784545" y="0"/>
                    <a:pt x="0" y="164602"/>
                    <a:pt x="0" y="471830"/>
                  </a:cubicBezTo>
                  <a:lnTo>
                    <a:pt x="0" y="3275381"/>
                  </a:lnTo>
                  <a:lnTo>
                    <a:pt x="0" y="3280853"/>
                  </a:lnTo>
                  <a:lnTo>
                    <a:pt x="0" y="3286326"/>
                  </a:lnTo>
                  <a:cubicBezTo>
                    <a:pt x="0" y="3599070"/>
                    <a:pt x="784536" y="3758156"/>
                    <a:pt x="1558138" y="3758156"/>
                  </a:cubicBezTo>
                  <a:cubicBezTo>
                    <a:pt x="2331740" y="3758156"/>
                    <a:pt x="3116275" y="3593555"/>
                    <a:pt x="3116275" y="3286326"/>
                  </a:cubicBezTo>
                  <a:lnTo>
                    <a:pt x="3116275" y="3280853"/>
                  </a:lnTo>
                  <a:lnTo>
                    <a:pt x="3116275" y="3275381"/>
                  </a:lnTo>
                  <a:lnTo>
                    <a:pt x="3116275" y="471830"/>
                  </a:lnTo>
                  <a:cubicBezTo>
                    <a:pt x="3116275" y="159086"/>
                    <a:pt x="2331740" y="0"/>
                    <a:pt x="1558138" y="0"/>
                  </a:cubicBezTo>
                  <a:close/>
                  <a:moveTo>
                    <a:pt x="2979115" y="2342693"/>
                  </a:moveTo>
                  <a:cubicBezTo>
                    <a:pt x="2979115" y="2479853"/>
                    <a:pt x="2424999" y="2677363"/>
                    <a:pt x="1558138" y="2677363"/>
                  </a:cubicBezTo>
                  <a:cubicBezTo>
                    <a:pt x="691277" y="2677363"/>
                    <a:pt x="137160" y="2479853"/>
                    <a:pt x="137160" y="2342693"/>
                  </a:cubicBezTo>
                  <a:lnTo>
                    <a:pt x="137160" y="1613002"/>
                  </a:lnTo>
                  <a:cubicBezTo>
                    <a:pt x="395021" y="1788586"/>
                    <a:pt x="982046" y="1881845"/>
                    <a:pt x="1558138" y="1881845"/>
                  </a:cubicBezTo>
                  <a:cubicBezTo>
                    <a:pt x="2134229" y="1881845"/>
                    <a:pt x="2721254" y="1788581"/>
                    <a:pt x="2979115" y="1613002"/>
                  </a:cubicBezTo>
                  <a:close/>
                  <a:moveTo>
                    <a:pt x="2979115" y="1409975"/>
                  </a:moveTo>
                  <a:cubicBezTo>
                    <a:pt x="2979115" y="1547135"/>
                    <a:pt x="2424999" y="1744646"/>
                    <a:pt x="1558138" y="1744646"/>
                  </a:cubicBezTo>
                  <a:cubicBezTo>
                    <a:pt x="691277" y="1744646"/>
                    <a:pt x="137160" y="1547135"/>
                    <a:pt x="137160" y="1409975"/>
                  </a:cubicBezTo>
                  <a:lnTo>
                    <a:pt x="137160" y="674808"/>
                  </a:lnTo>
                  <a:cubicBezTo>
                    <a:pt x="395021" y="850392"/>
                    <a:pt x="976579" y="943651"/>
                    <a:pt x="1558138" y="943651"/>
                  </a:cubicBezTo>
                  <a:cubicBezTo>
                    <a:pt x="2139696" y="943651"/>
                    <a:pt x="2721254" y="850387"/>
                    <a:pt x="2979115" y="674808"/>
                  </a:cubicBezTo>
                  <a:close/>
                  <a:moveTo>
                    <a:pt x="1558138" y="137131"/>
                  </a:moveTo>
                  <a:cubicBezTo>
                    <a:pt x="2424989" y="137131"/>
                    <a:pt x="2979115" y="334641"/>
                    <a:pt x="2979115" y="471801"/>
                  </a:cubicBezTo>
                  <a:cubicBezTo>
                    <a:pt x="2979115" y="608961"/>
                    <a:pt x="2424999" y="806471"/>
                    <a:pt x="1558138" y="806471"/>
                  </a:cubicBezTo>
                  <a:cubicBezTo>
                    <a:pt x="691277" y="806471"/>
                    <a:pt x="137160" y="608961"/>
                    <a:pt x="137160" y="471801"/>
                  </a:cubicBezTo>
                  <a:cubicBezTo>
                    <a:pt x="137160" y="334641"/>
                    <a:pt x="691277" y="137131"/>
                    <a:pt x="1558138" y="137131"/>
                  </a:cubicBezTo>
                  <a:close/>
                  <a:moveTo>
                    <a:pt x="1558138" y="3620995"/>
                  </a:moveTo>
                  <a:cubicBezTo>
                    <a:pt x="691286" y="3620995"/>
                    <a:pt x="137160" y="3423484"/>
                    <a:pt x="137160" y="3286324"/>
                  </a:cubicBezTo>
                  <a:lnTo>
                    <a:pt x="137160" y="3280852"/>
                  </a:lnTo>
                  <a:lnTo>
                    <a:pt x="137160" y="3275379"/>
                  </a:lnTo>
                  <a:lnTo>
                    <a:pt x="137160" y="2551155"/>
                  </a:lnTo>
                  <a:cubicBezTo>
                    <a:pt x="395021" y="2726739"/>
                    <a:pt x="982046" y="2819998"/>
                    <a:pt x="1558138" y="2819998"/>
                  </a:cubicBezTo>
                  <a:cubicBezTo>
                    <a:pt x="2134229" y="2819998"/>
                    <a:pt x="2721254" y="2726734"/>
                    <a:pt x="2979115" y="2551155"/>
                  </a:cubicBezTo>
                  <a:lnTo>
                    <a:pt x="2979115" y="3275379"/>
                  </a:lnTo>
                  <a:lnTo>
                    <a:pt x="2979115" y="3280852"/>
                  </a:lnTo>
                  <a:lnTo>
                    <a:pt x="2979115" y="3286324"/>
                  </a:lnTo>
                  <a:cubicBezTo>
                    <a:pt x="2979115" y="3418008"/>
                    <a:pt x="2424999" y="3620995"/>
                    <a:pt x="1558138" y="3620995"/>
                  </a:cubicBezTo>
                  <a:close/>
                </a:path>
              </a:pathLst>
            </a:custGeom>
            <a:solidFill>
              <a:srgbClr val="000000"/>
            </a:solidFill>
            <a:ln w="9797" cap="flat">
              <a:noFill/>
              <a:prstDash val="solid"/>
              <a:miter/>
            </a:ln>
          </p:spPr>
          <p:txBody>
            <a:bodyPr rtlCol="0" anchor="ctr"/>
            <a:lstStyle/>
            <a:p>
              <a:endParaRPr lang="fr-FR"/>
            </a:p>
          </p:txBody>
        </p:sp>
      </p:grpSp>
      <p:grpSp>
        <p:nvGrpSpPr>
          <p:cNvPr id="267" name="Groupe 266">
            <a:extLst>
              <a:ext uri="{FF2B5EF4-FFF2-40B4-BE49-F238E27FC236}">
                <a16:creationId xmlns:a16="http://schemas.microsoft.com/office/drawing/2014/main" id="{40CB0FD9-59DC-28D6-74D6-F2B1006110AC}"/>
              </a:ext>
            </a:extLst>
          </p:cNvPr>
          <p:cNvGrpSpPr/>
          <p:nvPr/>
        </p:nvGrpSpPr>
        <p:grpSpPr>
          <a:xfrm>
            <a:off x="754615" y="5730698"/>
            <a:ext cx="292955" cy="353297"/>
            <a:chOff x="4221945" y="1935555"/>
            <a:chExt cx="3116275" cy="3758156"/>
          </a:xfrm>
        </p:grpSpPr>
        <p:sp>
          <p:nvSpPr>
            <p:cNvPr id="268" name="Organigramme : Disque magnétique 267">
              <a:extLst>
                <a:ext uri="{FF2B5EF4-FFF2-40B4-BE49-F238E27FC236}">
                  <a16:creationId xmlns:a16="http://schemas.microsoft.com/office/drawing/2014/main" id="{997F8AC2-6728-D3B0-6ACE-168EA761B9C3}"/>
                </a:ext>
              </a:extLst>
            </p:cNvPr>
            <p:cNvSpPr/>
            <p:nvPr/>
          </p:nvSpPr>
          <p:spPr>
            <a:xfrm>
              <a:off x="4221945" y="1935555"/>
              <a:ext cx="3116274" cy="3758156"/>
            </a:xfrm>
            <a:prstGeom prst="flowChartMagneticDisk">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9" name="Forme libre : forme 268">
              <a:extLst>
                <a:ext uri="{FF2B5EF4-FFF2-40B4-BE49-F238E27FC236}">
                  <a16:creationId xmlns:a16="http://schemas.microsoft.com/office/drawing/2014/main" id="{0AE6A162-8FCF-8AF4-8C7E-21797C29AAEC}"/>
                </a:ext>
              </a:extLst>
            </p:cNvPr>
            <p:cNvSpPr/>
            <p:nvPr/>
          </p:nvSpPr>
          <p:spPr>
            <a:xfrm>
              <a:off x="4221945" y="1935555"/>
              <a:ext cx="3116275" cy="3758156"/>
            </a:xfrm>
            <a:custGeom>
              <a:avLst/>
              <a:gdLst>
                <a:gd name="connsiteX0" fmla="*/ 1558138 w 3116275"/>
                <a:gd name="connsiteY0" fmla="*/ 0 h 3758156"/>
                <a:gd name="connsiteX1" fmla="*/ 0 w 3116275"/>
                <a:gd name="connsiteY1" fmla="*/ 471830 h 3758156"/>
                <a:gd name="connsiteX2" fmla="*/ 0 w 3116275"/>
                <a:gd name="connsiteY2" fmla="*/ 3275381 h 3758156"/>
                <a:gd name="connsiteX3" fmla="*/ 0 w 3116275"/>
                <a:gd name="connsiteY3" fmla="*/ 3280853 h 3758156"/>
                <a:gd name="connsiteX4" fmla="*/ 0 w 3116275"/>
                <a:gd name="connsiteY4" fmla="*/ 3286326 h 3758156"/>
                <a:gd name="connsiteX5" fmla="*/ 1558138 w 3116275"/>
                <a:gd name="connsiteY5" fmla="*/ 3758156 h 3758156"/>
                <a:gd name="connsiteX6" fmla="*/ 3116275 w 3116275"/>
                <a:gd name="connsiteY6" fmla="*/ 3286326 h 3758156"/>
                <a:gd name="connsiteX7" fmla="*/ 3116275 w 3116275"/>
                <a:gd name="connsiteY7" fmla="*/ 3280853 h 3758156"/>
                <a:gd name="connsiteX8" fmla="*/ 3116275 w 3116275"/>
                <a:gd name="connsiteY8" fmla="*/ 3275381 h 3758156"/>
                <a:gd name="connsiteX9" fmla="*/ 3116275 w 3116275"/>
                <a:gd name="connsiteY9" fmla="*/ 471830 h 3758156"/>
                <a:gd name="connsiteX10" fmla="*/ 1558138 w 3116275"/>
                <a:gd name="connsiteY10" fmla="*/ 0 h 3758156"/>
                <a:gd name="connsiteX11" fmla="*/ 2979115 w 3116275"/>
                <a:gd name="connsiteY11" fmla="*/ 2342693 h 3758156"/>
                <a:gd name="connsiteX12" fmla="*/ 1558138 w 3116275"/>
                <a:gd name="connsiteY12" fmla="*/ 2677363 h 3758156"/>
                <a:gd name="connsiteX13" fmla="*/ 137160 w 3116275"/>
                <a:gd name="connsiteY13" fmla="*/ 2342693 h 3758156"/>
                <a:gd name="connsiteX14" fmla="*/ 137160 w 3116275"/>
                <a:gd name="connsiteY14" fmla="*/ 1613002 h 3758156"/>
                <a:gd name="connsiteX15" fmla="*/ 1558138 w 3116275"/>
                <a:gd name="connsiteY15" fmla="*/ 1881845 h 3758156"/>
                <a:gd name="connsiteX16" fmla="*/ 2979115 w 3116275"/>
                <a:gd name="connsiteY16" fmla="*/ 1613002 h 3758156"/>
                <a:gd name="connsiteX17" fmla="*/ 2979115 w 3116275"/>
                <a:gd name="connsiteY17" fmla="*/ 1409975 h 3758156"/>
                <a:gd name="connsiteX18" fmla="*/ 1558138 w 3116275"/>
                <a:gd name="connsiteY18" fmla="*/ 1744646 h 3758156"/>
                <a:gd name="connsiteX19" fmla="*/ 137160 w 3116275"/>
                <a:gd name="connsiteY19" fmla="*/ 1409975 h 3758156"/>
                <a:gd name="connsiteX20" fmla="*/ 137160 w 3116275"/>
                <a:gd name="connsiteY20" fmla="*/ 674808 h 3758156"/>
                <a:gd name="connsiteX21" fmla="*/ 1558138 w 3116275"/>
                <a:gd name="connsiteY21" fmla="*/ 943651 h 3758156"/>
                <a:gd name="connsiteX22" fmla="*/ 2979115 w 3116275"/>
                <a:gd name="connsiteY22" fmla="*/ 674808 h 3758156"/>
                <a:gd name="connsiteX23" fmla="*/ 1558138 w 3116275"/>
                <a:gd name="connsiteY23" fmla="*/ 137131 h 3758156"/>
                <a:gd name="connsiteX24" fmla="*/ 2979115 w 3116275"/>
                <a:gd name="connsiteY24" fmla="*/ 471801 h 3758156"/>
                <a:gd name="connsiteX25" fmla="*/ 1558138 w 3116275"/>
                <a:gd name="connsiteY25" fmla="*/ 806471 h 3758156"/>
                <a:gd name="connsiteX26" fmla="*/ 137160 w 3116275"/>
                <a:gd name="connsiteY26" fmla="*/ 471801 h 3758156"/>
                <a:gd name="connsiteX27" fmla="*/ 1558138 w 3116275"/>
                <a:gd name="connsiteY27" fmla="*/ 137131 h 3758156"/>
                <a:gd name="connsiteX28" fmla="*/ 1558138 w 3116275"/>
                <a:gd name="connsiteY28" fmla="*/ 3620995 h 3758156"/>
                <a:gd name="connsiteX29" fmla="*/ 137160 w 3116275"/>
                <a:gd name="connsiteY29" fmla="*/ 3286324 h 3758156"/>
                <a:gd name="connsiteX30" fmla="*/ 137160 w 3116275"/>
                <a:gd name="connsiteY30" fmla="*/ 3280852 h 3758156"/>
                <a:gd name="connsiteX31" fmla="*/ 137160 w 3116275"/>
                <a:gd name="connsiteY31" fmla="*/ 3275379 h 3758156"/>
                <a:gd name="connsiteX32" fmla="*/ 137160 w 3116275"/>
                <a:gd name="connsiteY32" fmla="*/ 2551155 h 3758156"/>
                <a:gd name="connsiteX33" fmla="*/ 1558138 w 3116275"/>
                <a:gd name="connsiteY33" fmla="*/ 2819998 h 3758156"/>
                <a:gd name="connsiteX34" fmla="*/ 2979115 w 3116275"/>
                <a:gd name="connsiteY34" fmla="*/ 2551155 h 3758156"/>
                <a:gd name="connsiteX35" fmla="*/ 2979115 w 3116275"/>
                <a:gd name="connsiteY35" fmla="*/ 3275379 h 3758156"/>
                <a:gd name="connsiteX36" fmla="*/ 2979115 w 3116275"/>
                <a:gd name="connsiteY36" fmla="*/ 3280852 h 3758156"/>
                <a:gd name="connsiteX37" fmla="*/ 2979115 w 3116275"/>
                <a:gd name="connsiteY37" fmla="*/ 3286324 h 3758156"/>
                <a:gd name="connsiteX38" fmla="*/ 1558138 w 3116275"/>
                <a:gd name="connsiteY38" fmla="*/ 3620995 h 3758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116275" h="3758156">
                  <a:moveTo>
                    <a:pt x="1558138" y="0"/>
                  </a:moveTo>
                  <a:cubicBezTo>
                    <a:pt x="784545" y="0"/>
                    <a:pt x="0" y="164602"/>
                    <a:pt x="0" y="471830"/>
                  </a:cubicBezTo>
                  <a:lnTo>
                    <a:pt x="0" y="3275381"/>
                  </a:lnTo>
                  <a:lnTo>
                    <a:pt x="0" y="3280853"/>
                  </a:lnTo>
                  <a:lnTo>
                    <a:pt x="0" y="3286326"/>
                  </a:lnTo>
                  <a:cubicBezTo>
                    <a:pt x="0" y="3599070"/>
                    <a:pt x="784536" y="3758156"/>
                    <a:pt x="1558138" y="3758156"/>
                  </a:cubicBezTo>
                  <a:cubicBezTo>
                    <a:pt x="2331740" y="3758156"/>
                    <a:pt x="3116275" y="3593555"/>
                    <a:pt x="3116275" y="3286326"/>
                  </a:cubicBezTo>
                  <a:lnTo>
                    <a:pt x="3116275" y="3280853"/>
                  </a:lnTo>
                  <a:lnTo>
                    <a:pt x="3116275" y="3275381"/>
                  </a:lnTo>
                  <a:lnTo>
                    <a:pt x="3116275" y="471830"/>
                  </a:lnTo>
                  <a:cubicBezTo>
                    <a:pt x="3116275" y="159086"/>
                    <a:pt x="2331740" y="0"/>
                    <a:pt x="1558138" y="0"/>
                  </a:cubicBezTo>
                  <a:close/>
                  <a:moveTo>
                    <a:pt x="2979115" y="2342693"/>
                  </a:moveTo>
                  <a:cubicBezTo>
                    <a:pt x="2979115" y="2479853"/>
                    <a:pt x="2424999" y="2677363"/>
                    <a:pt x="1558138" y="2677363"/>
                  </a:cubicBezTo>
                  <a:cubicBezTo>
                    <a:pt x="691277" y="2677363"/>
                    <a:pt x="137160" y="2479853"/>
                    <a:pt x="137160" y="2342693"/>
                  </a:cubicBezTo>
                  <a:lnTo>
                    <a:pt x="137160" y="1613002"/>
                  </a:lnTo>
                  <a:cubicBezTo>
                    <a:pt x="395021" y="1788586"/>
                    <a:pt x="982046" y="1881845"/>
                    <a:pt x="1558138" y="1881845"/>
                  </a:cubicBezTo>
                  <a:cubicBezTo>
                    <a:pt x="2134229" y="1881845"/>
                    <a:pt x="2721254" y="1788581"/>
                    <a:pt x="2979115" y="1613002"/>
                  </a:cubicBezTo>
                  <a:close/>
                  <a:moveTo>
                    <a:pt x="2979115" y="1409975"/>
                  </a:moveTo>
                  <a:cubicBezTo>
                    <a:pt x="2979115" y="1547135"/>
                    <a:pt x="2424999" y="1744646"/>
                    <a:pt x="1558138" y="1744646"/>
                  </a:cubicBezTo>
                  <a:cubicBezTo>
                    <a:pt x="691277" y="1744646"/>
                    <a:pt x="137160" y="1547135"/>
                    <a:pt x="137160" y="1409975"/>
                  </a:cubicBezTo>
                  <a:lnTo>
                    <a:pt x="137160" y="674808"/>
                  </a:lnTo>
                  <a:cubicBezTo>
                    <a:pt x="395021" y="850392"/>
                    <a:pt x="976579" y="943651"/>
                    <a:pt x="1558138" y="943651"/>
                  </a:cubicBezTo>
                  <a:cubicBezTo>
                    <a:pt x="2139696" y="943651"/>
                    <a:pt x="2721254" y="850387"/>
                    <a:pt x="2979115" y="674808"/>
                  </a:cubicBezTo>
                  <a:close/>
                  <a:moveTo>
                    <a:pt x="1558138" y="137131"/>
                  </a:moveTo>
                  <a:cubicBezTo>
                    <a:pt x="2424989" y="137131"/>
                    <a:pt x="2979115" y="334641"/>
                    <a:pt x="2979115" y="471801"/>
                  </a:cubicBezTo>
                  <a:cubicBezTo>
                    <a:pt x="2979115" y="608961"/>
                    <a:pt x="2424999" y="806471"/>
                    <a:pt x="1558138" y="806471"/>
                  </a:cubicBezTo>
                  <a:cubicBezTo>
                    <a:pt x="691277" y="806471"/>
                    <a:pt x="137160" y="608961"/>
                    <a:pt x="137160" y="471801"/>
                  </a:cubicBezTo>
                  <a:cubicBezTo>
                    <a:pt x="137160" y="334641"/>
                    <a:pt x="691277" y="137131"/>
                    <a:pt x="1558138" y="137131"/>
                  </a:cubicBezTo>
                  <a:close/>
                  <a:moveTo>
                    <a:pt x="1558138" y="3620995"/>
                  </a:moveTo>
                  <a:cubicBezTo>
                    <a:pt x="691286" y="3620995"/>
                    <a:pt x="137160" y="3423484"/>
                    <a:pt x="137160" y="3286324"/>
                  </a:cubicBezTo>
                  <a:lnTo>
                    <a:pt x="137160" y="3280852"/>
                  </a:lnTo>
                  <a:lnTo>
                    <a:pt x="137160" y="3275379"/>
                  </a:lnTo>
                  <a:lnTo>
                    <a:pt x="137160" y="2551155"/>
                  </a:lnTo>
                  <a:cubicBezTo>
                    <a:pt x="395021" y="2726739"/>
                    <a:pt x="982046" y="2819998"/>
                    <a:pt x="1558138" y="2819998"/>
                  </a:cubicBezTo>
                  <a:cubicBezTo>
                    <a:pt x="2134229" y="2819998"/>
                    <a:pt x="2721254" y="2726734"/>
                    <a:pt x="2979115" y="2551155"/>
                  </a:cubicBezTo>
                  <a:lnTo>
                    <a:pt x="2979115" y="3275379"/>
                  </a:lnTo>
                  <a:lnTo>
                    <a:pt x="2979115" y="3280852"/>
                  </a:lnTo>
                  <a:lnTo>
                    <a:pt x="2979115" y="3286324"/>
                  </a:lnTo>
                  <a:cubicBezTo>
                    <a:pt x="2979115" y="3418008"/>
                    <a:pt x="2424999" y="3620995"/>
                    <a:pt x="1558138" y="3620995"/>
                  </a:cubicBezTo>
                  <a:close/>
                </a:path>
              </a:pathLst>
            </a:custGeom>
            <a:solidFill>
              <a:schemeClr val="tx2"/>
            </a:solidFill>
            <a:ln w="9797" cap="flat">
              <a:noFill/>
              <a:prstDash val="solid"/>
              <a:miter/>
            </a:ln>
          </p:spPr>
          <p:txBody>
            <a:bodyPr rtlCol="0" anchor="ctr"/>
            <a:lstStyle/>
            <a:p>
              <a:endParaRPr lang="fr-FR"/>
            </a:p>
          </p:txBody>
        </p:sp>
      </p:grpSp>
      <p:grpSp>
        <p:nvGrpSpPr>
          <p:cNvPr id="270" name="Groupe 269">
            <a:extLst>
              <a:ext uri="{FF2B5EF4-FFF2-40B4-BE49-F238E27FC236}">
                <a16:creationId xmlns:a16="http://schemas.microsoft.com/office/drawing/2014/main" id="{00D771E0-5AD6-6237-D4F1-CB5A9E668EAF}"/>
              </a:ext>
            </a:extLst>
          </p:cNvPr>
          <p:cNvGrpSpPr/>
          <p:nvPr/>
        </p:nvGrpSpPr>
        <p:grpSpPr>
          <a:xfrm>
            <a:off x="593326" y="5766143"/>
            <a:ext cx="292955" cy="353297"/>
            <a:chOff x="4221945" y="1935555"/>
            <a:chExt cx="3116275" cy="3758156"/>
          </a:xfrm>
        </p:grpSpPr>
        <p:sp>
          <p:nvSpPr>
            <p:cNvPr id="271" name="Organigramme : Disque magnétique 270">
              <a:extLst>
                <a:ext uri="{FF2B5EF4-FFF2-40B4-BE49-F238E27FC236}">
                  <a16:creationId xmlns:a16="http://schemas.microsoft.com/office/drawing/2014/main" id="{9AF3AA45-23AE-2165-46F3-4AC3C7E49728}"/>
                </a:ext>
              </a:extLst>
            </p:cNvPr>
            <p:cNvSpPr/>
            <p:nvPr/>
          </p:nvSpPr>
          <p:spPr>
            <a:xfrm>
              <a:off x="4221945" y="1935555"/>
              <a:ext cx="3116274" cy="3758156"/>
            </a:xfrm>
            <a:prstGeom prst="flowChartMagneticDisk">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2" name="Forme libre : forme 271">
              <a:extLst>
                <a:ext uri="{FF2B5EF4-FFF2-40B4-BE49-F238E27FC236}">
                  <a16:creationId xmlns:a16="http://schemas.microsoft.com/office/drawing/2014/main" id="{9F71E43E-06B9-E0B6-86F4-86739A78A113}"/>
                </a:ext>
              </a:extLst>
            </p:cNvPr>
            <p:cNvSpPr/>
            <p:nvPr/>
          </p:nvSpPr>
          <p:spPr>
            <a:xfrm>
              <a:off x="4221945" y="1935555"/>
              <a:ext cx="3116275" cy="3758156"/>
            </a:xfrm>
            <a:custGeom>
              <a:avLst/>
              <a:gdLst>
                <a:gd name="connsiteX0" fmla="*/ 1558138 w 3116275"/>
                <a:gd name="connsiteY0" fmla="*/ 0 h 3758156"/>
                <a:gd name="connsiteX1" fmla="*/ 0 w 3116275"/>
                <a:gd name="connsiteY1" fmla="*/ 471830 h 3758156"/>
                <a:gd name="connsiteX2" fmla="*/ 0 w 3116275"/>
                <a:gd name="connsiteY2" fmla="*/ 3275381 h 3758156"/>
                <a:gd name="connsiteX3" fmla="*/ 0 w 3116275"/>
                <a:gd name="connsiteY3" fmla="*/ 3280853 h 3758156"/>
                <a:gd name="connsiteX4" fmla="*/ 0 w 3116275"/>
                <a:gd name="connsiteY4" fmla="*/ 3286326 h 3758156"/>
                <a:gd name="connsiteX5" fmla="*/ 1558138 w 3116275"/>
                <a:gd name="connsiteY5" fmla="*/ 3758156 h 3758156"/>
                <a:gd name="connsiteX6" fmla="*/ 3116275 w 3116275"/>
                <a:gd name="connsiteY6" fmla="*/ 3286326 h 3758156"/>
                <a:gd name="connsiteX7" fmla="*/ 3116275 w 3116275"/>
                <a:gd name="connsiteY7" fmla="*/ 3280853 h 3758156"/>
                <a:gd name="connsiteX8" fmla="*/ 3116275 w 3116275"/>
                <a:gd name="connsiteY8" fmla="*/ 3275381 h 3758156"/>
                <a:gd name="connsiteX9" fmla="*/ 3116275 w 3116275"/>
                <a:gd name="connsiteY9" fmla="*/ 471830 h 3758156"/>
                <a:gd name="connsiteX10" fmla="*/ 1558138 w 3116275"/>
                <a:gd name="connsiteY10" fmla="*/ 0 h 3758156"/>
                <a:gd name="connsiteX11" fmla="*/ 2979115 w 3116275"/>
                <a:gd name="connsiteY11" fmla="*/ 2342693 h 3758156"/>
                <a:gd name="connsiteX12" fmla="*/ 1558138 w 3116275"/>
                <a:gd name="connsiteY12" fmla="*/ 2677363 h 3758156"/>
                <a:gd name="connsiteX13" fmla="*/ 137160 w 3116275"/>
                <a:gd name="connsiteY13" fmla="*/ 2342693 h 3758156"/>
                <a:gd name="connsiteX14" fmla="*/ 137160 w 3116275"/>
                <a:gd name="connsiteY14" fmla="*/ 1613002 h 3758156"/>
                <a:gd name="connsiteX15" fmla="*/ 1558138 w 3116275"/>
                <a:gd name="connsiteY15" fmla="*/ 1881845 h 3758156"/>
                <a:gd name="connsiteX16" fmla="*/ 2979115 w 3116275"/>
                <a:gd name="connsiteY16" fmla="*/ 1613002 h 3758156"/>
                <a:gd name="connsiteX17" fmla="*/ 2979115 w 3116275"/>
                <a:gd name="connsiteY17" fmla="*/ 1409975 h 3758156"/>
                <a:gd name="connsiteX18" fmla="*/ 1558138 w 3116275"/>
                <a:gd name="connsiteY18" fmla="*/ 1744646 h 3758156"/>
                <a:gd name="connsiteX19" fmla="*/ 137160 w 3116275"/>
                <a:gd name="connsiteY19" fmla="*/ 1409975 h 3758156"/>
                <a:gd name="connsiteX20" fmla="*/ 137160 w 3116275"/>
                <a:gd name="connsiteY20" fmla="*/ 674808 h 3758156"/>
                <a:gd name="connsiteX21" fmla="*/ 1558138 w 3116275"/>
                <a:gd name="connsiteY21" fmla="*/ 943651 h 3758156"/>
                <a:gd name="connsiteX22" fmla="*/ 2979115 w 3116275"/>
                <a:gd name="connsiteY22" fmla="*/ 674808 h 3758156"/>
                <a:gd name="connsiteX23" fmla="*/ 1558138 w 3116275"/>
                <a:gd name="connsiteY23" fmla="*/ 137131 h 3758156"/>
                <a:gd name="connsiteX24" fmla="*/ 2979115 w 3116275"/>
                <a:gd name="connsiteY24" fmla="*/ 471801 h 3758156"/>
                <a:gd name="connsiteX25" fmla="*/ 1558138 w 3116275"/>
                <a:gd name="connsiteY25" fmla="*/ 806471 h 3758156"/>
                <a:gd name="connsiteX26" fmla="*/ 137160 w 3116275"/>
                <a:gd name="connsiteY26" fmla="*/ 471801 h 3758156"/>
                <a:gd name="connsiteX27" fmla="*/ 1558138 w 3116275"/>
                <a:gd name="connsiteY27" fmla="*/ 137131 h 3758156"/>
                <a:gd name="connsiteX28" fmla="*/ 1558138 w 3116275"/>
                <a:gd name="connsiteY28" fmla="*/ 3620995 h 3758156"/>
                <a:gd name="connsiteX29" fmla="*/ 137160 w 3116275"/>
                <a:gd name="connsiteY29" fmla="*/ 3286324 h 3758156"/>
                <a:gd name="connsiteX30" fmla="*/ 137160 w 3116275"/>
                <a:gd name="connsiteY30" fmla="*/ 3280852 h 3758156"/>
                <a:gd name="connsiteX31" fmla="*/ 137160 w 3116275"/>
                <a:gd name="connsiteY31" fmla="*/ 3275379 h 3758156"/>
                <a:gd name="connsiteX32" fmla="*/ 137160 w 3116275"/>
                <a:gd name="connsiteY32" fmla="*/ 2551155 h 3758156"/>
                <a:gd name="connsiteX33" fmla="*/ 1558138 w 3116275"/>
                <a:gd name="connsiteY33" fmla="*/ 2819998 h 3758156"/>
                <a:gd name="connsiteX34" fmla="*/ 2979115 w 3116275"/>
                <a:gd name="connsiteY34" fmla="*/ 2551155 h 3758156"/>
                <a:gd name="connsiteX35" fmla="*/ 2979115 w 3116275"/>
                <a:gd name="connsiteY35" fmla="*/ 3275379 h 3758156"/>
                <a:gd name="connsiteX36" fmla="*/ 2979115 w 3116275"/>
                <a:gd name="connsiteY36" fmla="*/ 3280852 h 3758156"/>
                <a:gd name="connsiteX37" fmla="*/ 2979115 w 3116275"/>
                <a:gd name="connsiteY37" fmla="*/ 3286324 h 3758156"/>
                <a:gd name="connsiteX38" fmla="*/ 1558138 w 3116275"/>
                <a:gd name="connsiteY38" fmla="*/ 3620995 h 3758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116275" h="3758156">
                  <a:moveTo>
                    <a:pt x="1558138" y="0"/>
                  </a:moveTo>
                  <a:cubicBezTo>
                    <a:pt x="784545" y="0"/>
                    <a:pt x="0" y="164602"/>
                    <a:pt x="0" y="471830"/>
                  </a:cubicBezTo>
                  <a:lnTo>
                    <a:pt x="0" y="3275381"/>
                  </a:lnTo>
                  <a:lnTo>
                    <a:pt x="0" y="3280853"/>
                  </a:lnTo>
                  <a:lnTo>
                    <a:pt x="0" y="3286326"/>
                  </a:lnTo>
                  <a:cubicBezTo>
                    <a:pt x="0" y="3599070"/>
                    <a:pt x="784536" y="3758156"/>
                    <a:pt x="1558138" y="3758156"/>
                  </a:cubicBezTo>
                  <a:cubicBezTo>
                    <a:pt x="2331740" y="3758156"/>
                    <a:pt x="3116275" y="3593555"/>
                    <a:pt x="3116275" y="3286326"/>
                  </a:cubicBezTo>
                  <a:lnTo>
                    <a:pt x="3116275" y="3280853"/>
                  </a:lnTo>
                  <a:lnTo>
                    <a:pt x="3116275" y="3275381"/>
                  </a:lnTo>
                  <a:lnTo>
                    <a:pt x="3116275" y="471830"/>
                  </a:lnTo>
                  <a:cubicBezTo>
                    <a:pt x="3116275" y="159086"/>
                    <a:pt x="2331740" y="0"/>
                    <a:pt x="1558138" y="0"/>
                  </a:cubicBezTo>
                  <a:close/>
                  <a:moveTo>
                    <a:pt x="2979115" y="2342693"/>
                  </a:moveTo>
                  <a:cubicBezTo>
                    <a:pt x="2979115" y="2479853"/>
                    <a:pt x="2424999" y="2677363"/>
                    <a:pt x="1558138" y="2677363"/>
                  </a:cubicBezTo>
                  <a:cubicBezTo>
                    <a:pt x="691277" y="2677363"/>
                    <a:pt x="137160" y="2479853"/>
                    <a:pt x="137160" y="2342693"/>
                  </a:cubicBezTo>
                  <a:lnTo>
                    <a:pt x="137160" y="1613002"/>
                  </a:lnTo>
                  <a:cubicBezTo>
                    <a:pt x="395021" y="1788586"/>
                    <a:pt x="982046" y="1881845"/>
                    <a:pt x="1558138" y="1881845"/>
                  </a:cubicBezTo>
                  <a:cubicBezTo>
                    <a:pt x="2134229" y="1881845"/>
                    <a:pt x="2721254" y="1788581"/>
                    <a:pt x="2979115" y="1613002"/>
                  </a:cubicBezTo>
                  <a:close/>
                  <a:moveTo>
                    <a:pt x="2979115" y="1409975"/>
                  </a:moveTo>
                  <a:cubicBezTo>
                    <a:pt x="2979115" y="1547135"/>
                    <a:pt x="2424999" y="1744646"/>
                    <a:pt x="1558138" y="1744646"/>
                  </a:cubicBezTo>
                  <a:cubicBezTo>
                    <a:pt x="691277" y="1744646"/>
                    <a:pt x="137160" y="1547135"/>
                    <a:pt x="137160" y="1409975"/>
                  </a:cubicBezTo>
                  <a:lnTo>
                    <a:pt x="137160" y="674808"/>
                  </a:lnTo>
                  <a:cubicBezTo>
                    <a:pt x="395021" y="850392"/>
                    <a:pt x="976579" y="943651"/>
                    <a:pt x="1558138" y="943651"/>
                  </a:cubicBezTo>
                  <a:cubicBezTo>
                    <a:pt x="2139696" y="943651"/>
                    <a:pt x="2721254" y="850387"/>
                    <a:pt x="2979115" y="674808"/>
                  </a:cubicBezTo>
                  <a:close/>
                  <a:moveTo>
                    <a:pt x="1558138" y="137131"/>
                  </a:moveTo>
                  <a:cubicBezTo>
                    <a:pt x="2424989" y="137131"/>
                    <a:pt x="2979115" y="334641"/>
                    <a:pt x="2979115" y="471801"/>
                  </a:cubicBezTo>
                  <a:cubicBezTo>
                    <a:pt x="2979115" y="608961"/>
                    <a:pt x="2424999" y="806471"/>
                    <a:pt x="1558138" y="806471"/>
                  </a:cubicBezTo>
                  <a:cubicBezTo>
                    <a:pt x="691277" y="806471"/>
                    <a:pt x="137160" y="608961"/>
                    <a:pt x="137160" y="471801"/>
                  </a:cubicBezTo>
                  <a:cubicBezTo>
                    <a:pt x="137160" y="334641"/>
                    <a:pt x="691277" y="137131"/>
                    <a:pt x="1558138" y="137131"/>
                  </a:cubicBezTo>
                  <a:close/>
                  <a:moveTo>
                    <a:pt x="1558138" y="3620995"/>
                  </a:moveTo>
                  <a:cubicBezTo>
                    <a:pt x="691286" y="3620995"/>
                    <a:pt x="137160" y="3423484"/>
                    <a:pt x="137160" y="3286324"/>
                  </a:cubicBezTo>
                  <a:lnTo>
                    <a:pt x="137160" y="3280852"/>
                  </a:lnTo>
                  <a:lnTo>
                    <a:pt x="137160" y="3275379"/>
                  </a:lnTo>
                  <a:lnTo>
                    <a:pt x="137160" y="2551155"/>
                  </a:lnTo>
                  <a:cubicBezTo>
                    <a:pt x="395021" y="2726739"/>
                    <a:pt x="982046" y="2819998"/>
                    <a:pt x="1558138" y="2819998"/>
                  </a:cubicBezTo>
                  <a:cubicBezTo>
                    <a:pt x="2134229" y="2819998"/>
                    <a:pt x="2721254" y="2726734"/>
                    <a:pt x="2979115" y="2551155"/>
                  </a:cubicBezTo>
                  <a:lnTo>
                    <a:pt x="2979115" y="3275379"/>
                  </a:lnTo>
                  <a:lnTo>
                    <a:pt x="2979115" y="3280852"/>
                  </a:lnTo>
                  <a:lnTo>
                    <a:pt x="2979115" y="3286324"/>
                  </a:lnTo>
                  <a:cubicBezTo>
                    <a:pt x="2979115" y="3418008"/>
                    <a:pt x="2424999" y="3620995"/>
                    <a:pt x="1558138" y="3620995"/>
                  </a:cubicBezTo>
                  <a:close/>
                </a:path>
              </a:pathLst>
            </a:custGeom>
            <a:solidFill>
              <a:srgbClr val="000000"/>
            </a:solidFill>
            <a:ln w="9797" cap="flat">
              <a:noFill/>
              <a:prstDash val="solid"/>
              <a:miter/>
            </a:ln>
          </p:spPr>
          <p:txBody>
            <a:bodyPr rtlCol="0" anchor="ctr"/>
            <a:lstStyle/>
            <a:p>
              <a:endParaRPr lang="fr-FR"/>
            </a:p>
          </p:txBody>
        </p:sp>
      </p:grpSp>
    </p:spTree>
    <p:extLst>
      <p:ext uri="{BB962C8B-B14F-4D97-AF65-F5344CB8AC3E}">
        <p14:creationId xmlns:p14="http://schemas.microsoft.com/office/powerpoint/2010/main" val="27466292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 name="Groupe 80">
            <a:extLst>
              <a:ext uri="{FF2B5EF4-FFF2-40B4-BE49-F238E27FC236}">
                <a16:creationId xmlns:a16="http://schemas.microsoft.com/office/drawing/2014/main" id="{C3A1658A-F14C-21C5-0420-3DDFE57638B0}"/>
              </a:ext>
            </a:extLst>
          </p:cNvPr>
          <p:cNvGrpSpPr/>
          <p:nvPr/>
        </p:nvGrpSpPr>
        <p:grpSpPr>
          <a:xfrm>
            <a:off x="-13400" y="2464322"/>
            <a:ext cx="5234766" cy="1929356"/>
            <a:chOff x="1" y="2863977"/>
            <a:chExt cx="6935519" cy="1929356"/>
          </a:xfrm>
        </p:grpSpPr>
        <p:sp>
          <p:nvSpPr>
            <p:cNvPr id="85" name="Rectangle 84">
              <a:extLst>
                <a:ext uri="{FF2B5EF4-FFF2-40B4-BE49-F238E27FC236}">
                  <a16:creationId xmlns:a16="http://schemas.microsoft.com/office/drawing/2014/main" id="{274F9BA2-1C73-2411-2870-D3672C59CCF4}"/>
                </a:ext>
              </a:extLst>
            </p:cNvPr>
            <p:cNvSpPr/>
            <p:nvPr/>
          </p:nvSpPr>
          <p:spPr>
            <a:xfrm>
              <a:off x="1" y="2863977"/>
              <a:ext cx="6823279"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Les différents types de solution de médiation proposés par la plateforme</a:t>
              </a:r>
            </a:p>
          </p:txBody>
        </p:sp>
        <p:sp>
          <p:nvSpPr>
            <p:cNvPr id="87" name="Rectangle 86">
              <a:extLst>
                <a:ext uri="{FF2B5EF4-FFF2-40B4-BE49-F238E27FC236}">
                  <a16:creationId xmlns:a16="http://schemas.microsoft.com/office/drawing/2014/main" id="{E38B2E64-D4D5-2B6B-BF7C-5D39A65AA264}"/>
                </a:ext>
              </a:extLst>
            </p:cNvPr>
            <p:cNvSpPr/>
            <p:nvPr/>
          </p:nvSpPr>
          <p:spPr>
            <a:xfrm>
              <a:off x="6697362" y="2863978"/>
              <a:ext cx="238158" cy="1929355"/>
            </a:xfrm>
            <a:prstGeom prst="rect">
              <a:avLst/>
            </a:prstGeom>
            <a:solidFill>
              <a:srgbClr val="006C9F">
                <a:alpha val="636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7BB83A"/>
                </a:solidFill>
                <a:effectLst/>
                <a:uLnTx/>
                <a:uFillTx/>
                <a:latin typeface="Arial"/>
                <a:ea typeface="+mn-ea"/>
                <a:cs typeface="+mn-cs"/>
              </a:endParaRPr>
            </a:p>
          </p:txBody>
        </p:sp>
      </p:grpSp>
      <p:pic>
        <p:nvPicPr>
          <p:cNvPr id="58" name="Picture 4" descr="Médiation de la consommation : une solution pour régler les litiges à  l'amiable | Dossier Familial | Dossier Familial">
            <a:extLst>
              <a:ext uri="{FF2B5EF4-FFF2-40B4-BE49-F238E27FC236}">
                <a16:creationId xmlns:a16="http://schemas.microsoft.com/office/drawing/2014/main" id="{6E1962DF-D432-29B8-18AD-D9AB9DD35BE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201" r="20815"/>
          <a:stretch/>
        </p:blipFill>
        <p:spPr bwMode="auto">
          <a:xfrm>
            <a:off x="5221366" y="0"/>
            <a:ext cx="2986216" cy="6858000"/>
          </a:xfrm>
          <a:prstGeom prst="rect">
            <a:avLst/>
          </a:prstGeom>
          <a:noFill/>
          <a:extLst>
            <a:ext uri="{909E8E84-426E-40DD-AFC4-6F175D3DCCD1}">
              <a14:hiddenFill xmlns:a14="http://schemas.microsoft.com/office/drawing/2010/main">
                <a:solidFill>
                  <a:srgbClr val="FFFFFF"/>
                </a:solidFill>
              </a14:hiddenFill>
            </a:ext>
          </a:extLst>
        </p:spPr>
      </p:pic>
      <p:sp>
        <p:nvSpPr>
          <p:cNvPr id="92" name="Rectangle 91">
            <a:extLst>
              <a:ext uri="{FF2B5EF4-FFF2-40B4-BE49-F238E27FC236}">
                <a16:creationId xmlns:a16="http://schemas.microsoft.com/office/drawing/2014/main" id="{484A9F92-A02A-7E4D-52B5-414BE76161CD}"/>
              </a:ext>
            </a:extLst>
          </p:cNvPr>
          <p:cNvSpPr/>
          <p:nvPr>
            <p:custDataLst>
              <p:tags r:id="rId1"/>
            </p:custDataLst>
          </p:nvPr>
        </p:nvSpPr>
        <p:spPr>
          <a:xfrm>
            <a:off x="5211289" y="-1"/>
            <a:ext cx="2986216"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grpSp>
        <p:nvGrpSpPr>
          <p:cNvPr id="118" name="Groupe 117">
            <a:extLst>
              <a:ext uri="{FF2B5EF4-FFF2-40B4-BE49-F238E27FC236}">
                <a16:creationId xmlns:a16="http://schemas.microsoft.com/office/drawing/2014/main" id="{76FC55DF-4358-F497-44C7-6D719472173C}"/>
              </a:ext>
            </a:extLst>
          </p:cNvPr>
          <p:cNvGrpSpPr/>
          <p:nvPr/>
        </p:nvGrpSpPr>
        <p:grpSpPr>
          <a:xfrm>
            <a:off x="7877160" y="5274416"/>
            <a:ext cx="3842882" cy="648000"/>
            <a:chOff x="7880947" y="5236422"/>
            <a:chExt cx="3842882" cy="648000"/>
          </a:xfrm>
        </p:grpSpPr>
        <p:sp>
          <p:nvSpPr>
            <p:cNvPr id="48" name="TextBox 4">
              <a:extLst>
                <a:ext uri="{FF2B5EF4-FFF2-40B4-BE49-F238E27FC236}">
                  <a16:creationId xmlns:a16="http://schemas.microsoft.com/office/drawing/2014/main" id="{B132117E-19EE-F1CF-618B-2A58EA8A6885}"/>
                </a:ext>
              </a:extLst>
            </p:cNvPr>
            <p:cNvSpPr txBox="1"/>
            <p:nvPr/>
          </p:nvSpPr>
          <p:spPr>
            <a:xfrm>
              <a:off x="8737615" y="5403456"/>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b="1">
                  <a:solidFill>
                    <a:schemeClr val="bg1"/>
                  </a:solidFill>
                </a:rPr>
                <a:t>Batch </a:t>
              </a:r>
              <a:r>
                <a:rPr lang="fr-FR" b="1" err="1">
                  <a:solidFill>
                    <a:schemeClr val="bg1"/>
                  </a:solidFill>
                </a:rPr>
                <a:t>Processing</a:t>
              </a:r>
              <a:endParaRPr lang="fr-FR" b="1">
                <a:solidFill>
                  <a:schemeClr val="bg1"/>
                </a:solidFill>
              </a:endParaRPr>
            </a:p>
          </p:txBody>
        </p:sp>
        <p:grpSp>
          <p:nvGrpSpPr>
            <p:cNvPr id="71" name="Groupe 70">
              <a:extLst>
                <a:ext uri="{FF2B5EF4-FFF2-40B4-BE49-F238E27FC236}">
                  <a16:creationId xmlns:a16="http://schemas.microsoft.com/office/drawing/2014/main" id="{A14B6B86-F02C-F5CF-666B-C8392AFF90DC}"/>
                </a:ext>
              </a:extLst>
            </p:cNvPr>
            <p:cNvGrpSpPr/>
            <p:nvPr/>
          </p:nvGrpSpPr>
          <p:grpSpPr>
            <a:xfrm>
              <a:off x="7880947" y="5236422"/>
              <a:ext cx="648000" cy="648000"/>
              <a:chOff x="7865191" y="4255159"/>
              <a:chExt cx="663756" cy="648000"/>
            </a:xfrm>
          </p:grpSpPr>
          <p:sp>
            <p:nvSpPr>
              <p:cNvPr id="49" name="Oval 9">
                <a:extLst>
                  <a:ext uri="{FF2B5EF4-FFF2-40B4-BE49-F238E27FC236}">
                    <a16:creationId xmlns:a16="http://schemas.microsoft.com/office/drawing/2014/main" id="{569CA1CD-3F6F-7275-9836-310A165CC4BF}"/>
                  </a:ext>
                </a:extLst>
              </p:cNvPr>
              <p:cNvSpPr/>
              <p:nvPr/>
            </p:nvSpPr>
            <p:spPr>
              <a:xfrm>
                <a:off x="7865191" y="4255159"/>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60" name="Shape 7667">
                <a:extLst>
                  <a:ext uri="{FF2B5EF4-FFF2-40B4-BE49-F238E27FC236}">
                    <a16:creationId xmlns:a16="http://schemas.microsoft.com/office/drawing/2014/main" id="{15110208-8F51-43EA-862D-BB01CA99DEC7}"/>
                  </a:ext>
                </a:extLst>
              </p:cNvPr>
              <p:cNvSpPr/>
              <p:nvPr/>
            </p:nvSpPr>
            <p:spPr>
              <a:xfrm rot="16200000" flipH="1">
                <a:off x="7906969" y="4363159"/>
                <a:ext cx="504000" cy="432000"/>
              </a:xfrm>
              <a:custGeom>
                <a:avLst/>
                <a:gdLst/>
                <a:ahLst/>
                <a:cxnLst/>
                <a:rect l="0" t="0" r="0" b="0"/>
                <a:pathLst>
                  <a:path w="120000" h="120000" extrusionOk="0">
                    <a:moveTo>
                      <a:pt x="70911" y="109088"/>
                    </a:moveTo>
                    <a:cubicBezTo>
                      <a:pt x="70911" y="112100"/>
                      <a:pt x="68466" y="114544"/>
                      <a:pt x="65455" y="114544"/>
                    </a:cubicBezTo>
                    <a:lnTo>
                      <a:pt x="54544" y="114544"/>
                    </a:lnTo>
                    <a:cubicBezTo>
                      <a:pt x="51533" y="114544"/>
                      <a:pt x="49088" y="112100"/>
                      <a:pt x="49088" y="109088"/>
                    </a:cubicBezTo>
                    <a:lnTo>
                      <a:pt x="49088" y="98183"/>
                    </a:lnTo>
                    <a:cubicBezTo>
                      <a:pt x="49088" y="95172"/>
                      <a:pt x="51533" y="92727"/>
                      <a:pt x="54544" y="92727"/>
                    </a:cubicBezTo>
                    <a:lnTo>
                      <a:pt x="65455" y="92727"/>
                    </a:lnTo>
                    <a:cubicBezTo>
                      <a:pt x="68466" y="92727"/>
                      <a:pt x="70911" y="95172"/>
                      <a:pt x="70911" y="98183"/>
                    </a:cubicBezTo>
                    <a:cubicBezTo>
                      <a:pt x="70911" y="98183"/>
                      <a:pt x="70911" y="109088"/>
                      <a:pt x="70911" y="109088"/>
                    </a:cubicBezTo>
                    <a:close/>
                    <a:moveTo>
                      <a:pt x="65455" y="87272"/>
                    </a:moveTo>
                    <a:lnTo>
                      <a:pt x="54544" y="87272"/>
                    </a:lnTo>
                    <a:cubicBezTo>
                      <a:pt x="48522" y="87272"/>
                      <a:pt x="43638" y="92155"/>
                      <a:pt x="43638" y="98183"/>
                    </a:cubicBezTo>
                    <a:lnTo>
                      <a:pt x="43638" y="109088"/>
                    </a:lnTo>
                    <a:cubicBezTo>
                      <a:pt x="43638" y="115116"/>
                      <a:pt x="48522" y="120000"/>
                      <a:pt x="54544" y="120000"/>
                    </a:cubicBezTo>
                    <a:lnTo>
                      <a:pt x="65455" y="120000"/>
                    </a:lnTo>
                    <a:cubicBezTo>
                      <a:pt x="71477" y="120000"/>
                      <a:pt x="76361" y="115116"/>
                      <a:pt x="76361" y="109088"/>
                    </a:cubicBezTo>
                    <a:lnTo>
                      <a:pt x="76361" y="98183"/>
                    </a:lnTo>
                    <a:cubicBezTo>
                      <a:pt x="76361" y="92155"/>
                      <a:pt x="71477" y="87272"/>
                      <a:pt x="65455" y="87272"/>
                    </a:cubicBezTo>
                    <a:moveTo>
                      <a:pt x="114544" y="109088"/>
                    </a:moveTo>
                    <a:cubicBezTo>
                      <a:pt x="114544" y="112100"/>
                      <a:pt x="112100" y="114544"/>
                      <a:pt x="109088" y="114544"/>
                    </a:cubicBezTo>
                    <a:lnTo>
                      <a:pt x="98183" y="114544"/>
                    </a:lnTo>
                    <a:cubicBezTo>
                      <a:pt x="95172" y="114544"/>
                      <a:pt x="92727" y="112100"/>
                      <a:pt x="92727" y="109088"/>
                    </a:cubicBezTo>
                    <a:lnTo>
                      <a:pt x="92727" y="98183"/>
                    </a:lnTo>
                    <a:cubicBezTo>
                      <a:pt x="92727" y="95172"/>
                      <a:pt x="95172" y="92727"/>
                      <a:pt x="98183" y="92727"/>
                    </a:cubicBezTo>
                    <a:lnTo>
                      <a:pt x="109088" y="92727"/>
                    </a:lnTo>
                    <a:cubicBezTo>
                      <a:pt x="112100" y="92727"/>
                      <a:pt x="114544" y="95172"/>
                      <a:pt x="114544" y="98183"/>
                    </a:cubicBezTo>
                    <a:cubicBezTo>
                      <a:pt x="114544" y="98183"/>
                      <a:pt x="114544" y="109088"/>
                      <a:pt x="114544" y="109088"/>
                    </a:cubicBezTo>
                    <a:close/>
                    <a:moveTo>
                      <a:pt x="109088" y="87272"/>
                    </a:moveTo>
                    <a:lnTo>
                      <a:pt x="98183" y="87272"/>
                    </a:lnTo>
                    <a:cubicBezTo>
                      <a:pt x="92155" y="87272"/>
                      <a:pt x="87272" y="92155"/>
                      <a:pt x="87272" y="98183"/>
                    </a:cubicBezTo>
                    <a:lnTo>
                      <a:pt x="87272" y="109088"/>
                    </a:lnTo>
                    <a:cubicBezTo>
                      <a:pt x="87272" y="115116"/>
                      <a:pt x="92155" y="120000"/>
                      <a:pt x="98183" y="120000"/>
                    </a:cubicBezTo>
                    <a:lnTo>
                      <a:pt x="109088" y="120000"/>
                    </a:lnTo>
                    <a:cubicBezTo>
                      <a:pt x="115116" y="120000"/>
                      <a:pt x="120000" y="115116"/>
                      <a:pt x="120000" y="109088"/>
                    </a:cubicBezTo>
                    <a:lnTo>
                      <a:pt x="120000" y="98183"/>
                    </a:lnTo>
                    <a:cubicBezTo>
                      <a:pt x="120000" y="92155"/>
                      <a:pt x="115116" y="87272"/>
                      <a:pt x="109088" y="87272"/>
                    </a:cubicBezTo>
                    <a:moveTo>
                      <a:pt x="27272" y="109088"/>
                    </a:moveTo>
                    <a:cubicBezTo>
                      <a:pt x="27272" y="112100"/>
                      <a:pt x="24827" y="114544"/>
                      <a:pt x="21816" y="114544"/>
                    </a:cubicBezTo>
                    <a:lnTo>
                      <a:pt x="10911" y="114544"/>
                    </a:lnTo>
                    <a:cubicBezTo>
                      <a:pt x="7900" y="114544"/>
                      <a:pt x="5455" y="112100"/>
                      <a:pt x="5455" y="109088"/>
                    </a:cubicBezTo>
                    <a:lnTo>
                      <a:pt x="5455" y="98183"/>
                    </a:lnTo>
                    <a:cubicBezTo>
                      <a:pt x="5455" y="95172"/>
                      <a:pt x="7900" y="92727"/>
                      <a:pt x="10911" y="92727"/>
                    </a:cubicBezTo>
                    <a:lnTo>
                      <a:pt x="21816" y="92727"/>
                    </a:lnTo>
                    <a:cubicBezTo>
                      <a:pt x="24827" y="92727"/>
                      <a:pt x="27272" y="95172"/>
                      <a:pt x="27272" y="98183"/>
                    </a:cubicBezTo>
                    <a:cubicBezTo>
                      <a:pt x="27272" y="98183"/>
                      <a:pt x="27272" y="109088"/>
                      <a:pt x="27272" y="109088"/>
                    </a:cubicBezTo>
                    <a:close/>
                    <a:moveTo>
                      <a:pt x="21816" y="87272"/>
                    </a:moveTo>
                    <a:lnTo>
                      <a:pt x="10911" y="87272"/>
                    </a:lnTo>
                    <a:cubicBezTo>
                      <a:pt x="4883" y="87272"/>
                      <a:pt x="0" y="92155"/>
                      <a:pt x="0" y="98183"/>
                    </a:cubicBezTo>
                    <a:lnTo>
                      <a:pt x="0" y="109088"/>
                    </a:lnTo>
                    <a:cubicBezTo>
                      <a:pt x="0" y="115116"/>
                      <a:pt x="4883" y="120000"/>
                      <a:pt x="10911" y="120000"/>
                    </a:cubicBezTo>
                    <a:lnTo>
                      <a:pt x="21816" y="120000"/>
                    </a:lnTo>
                    <a:cubicBezTo>
                      <a:pt x="27844" y="120000"/>
                      <a:pt x="32727" y="115116"/>
                      <a:pt x="32727" y="109088"/>
                    </a:cubicBezTo>
                    <a:lnTo>
                      <a:pt x="32727" y="98183"/>
                    </a:lnTo>
                    <a:cubicBezTo>
                      <a:pt x="32727" y="92155"/>
                      <a:pt x="27844" y="87272"/>
                      <a:pt x="21816" y="87272"/>
                    </a:cubicBezTo>
                    <a:moveTo>
                      <a:pt x="16361" y="81816"/>
                    </a:moveTo>
                    <a:cubicBezTo>
                      <a:pt x="17872" y="81816"/>
                      <a:pt x="19088" y="80594"/>
                      <a:pt x="19088" y="79088"/>
                    </a:cubicBezTo>
                    <a:lnTo>
                      <a:pt x="19088" y="60000"/>
                    </a:lnTo>
                    <a:lnTo>
                      <a:pt x="57272" y="60000"/>
                    </a:lnTo>
                    <a:lnTo>
                      <a:pt x="57272" y="79088"/>
                    </a:lnTo>
                    <a:cubicBezTo>
                      <a:pt x="57272" y="80594"/>
                      <a:pt x="58494" y="81816"/>
                      <a:pt x="60000" y="81816"/>
                    </a:cubicBezTo>
                    <a:cubicBezTo>
                      <a:pt x="61505" y="81816"/>
                      <a:pt x="62727" y="80594"/>
                      <a:pt x="62727" y="79088"/>
                    </a:cubicBezTo>
                    <a:lnTo>
                      <a:pt x="62727" y="60000"/>
                    </a:lnTo>
                    <a:lnTo>
                      <a:pt x="100911" y="60000"/>
                    </a:lnTo>
                    <a:lnTo>
                      <a:pt x="100911" y="79088"/>
                    </a:lnTo>
                    <a:cubicBezTo>
                      <a:pt x="100911" y="80594"/>
                      <a:pt x="102133" y="81816"/>
                      <a:pt x="103638" y="81816"/>
                    </a:cubicBezTo>
                    <a:cubicBezTo>
                      <a:pt x="105144" y="81816"/>
                      <a:pt x="106361" y="80594"/>
                      <a:pt x="106361" y="79088"/>
                    </a:cubicBezTo>
                    <a:lnTo>
                      <a:pt x="106361" y="57272"/>
                    </a:lnTo>
                    <a:cubicBezTo>
                      <a:pt x="106361" y="55766"/>
                      <a:pt x="105144" y="54544"/>
                      <a:pt x="103638" y="54544"/>
                    </a:cubicBezTo>
                    <a:lnTo>
                      <a:pt x="62727" y="54544"/>
                    </a:lnTo>
                    <a:lnTo>
                      <a:pt x="62727" y="40911"/>
                    </a:lnTo>
                    <a:cubicBezTo>
                      <a:pt x="62727" y="39405"/>
                      <a:pt x="61505" y="38183"/>
                      <a:pt x="60000" y="38183"/>
                    </a:cubicBezTo>
                    <a:cubicBezTo>
                      <a:pt x="58494" y="38183"/>
                      <a:pt x="57272" y="39405"/>
                      <a:pt x="57272" y="40911"/>
                    </a:cubicBezTo>
                    <a:lnTo>
                      <a:pt x="57272" y="54544"/>
                    </a:lnTo>
                    <a:lnTo>
                      <a:pt x="16361" y="54544"/>
                    </a:lnTo>
                    <a:cubicBezTo>
                      <a:pt x="14855" y="54544"/>
                      <a:pt x="13638" y="55766"/>
                      <a:pt x="13638" y="57272"/>
                    </a:cubicBezTo>
                    <a:lnTo>
                      <a:pt x="13638" y="79088"/>
                    </a:lnTo>
                    <a:cubicBezTo>
                      <a:pt x="13638" y="80594"/>
                      <a:pt x="14855" y="81816"/>
                      <a:pt x="16361" y="81816"/>
                    </a:cubicBezTo>
                    <a:moveTo>
                      <a:pt x="49088" y="10911"/>
                    </a:moveTo>
                    <a:cubicBezTo>
                      <a:pt x="49088" y="7900"/>
                      <a:pt x="51533" y="5455"/>
                      <a:pt x="54544" y="5455"/>
                    </a:cubicBezTo>
                    <a:lnTo>
                      <a:pt x="65455" y="5455"/>
                    </a:lnTo>
                    <a:cubicBezTo>
                      <a:pt x="68466" y="5455"/>
                      <a:pt x="70911" y="7900"/>
                      <a:pt x="70911" y="10911"/>
                    </a:cubicBezTo>
                    <a:lnTo>
                      <a:pt x="70911" y="21816"/>
                    </a:lnTo>
                    <a:cubicBezTo>
                      <a:pt x="70911" y="24827"/>
                      <a:pt x="68466" y="27272"/>
                      <a:pt x="65455" y="27272"/>
                    </a:cubicBezTo>
                    <a:lnTo>
                      <a:pt x="54544" y="27272"/>
                    </a:lnTo>
                    <a:cubicBezTo>
                      <a:pt x="51533" y="27272"/>
                      <a:pt x="49088" y="24827"/>
                      <a:pt x="49088" y="21816"/>
                    </a:cubicBezTo>
                    <a:cubicBezTo>
                      <a:pt x="49088" y="21816"/>
                      <a:pt x="49088" y="10911"/>
                      <a:pt x="49088" y="10911"/>
                    </a:cubicBezTo>
                    <a:close/>
                    <a:moveTo>
                      <a:pt x="54544" y="32727"/>
                    </a:moveTo>
                    <a:lnTo>
                      <a:pt x="65455" y="32727"/>
                    </a:lnTo>
                    <a:cubicBezTo>
                      <a:pt x="71477" y="32727"/>
                      <a:pt x="76361" y="27844"/>
                      <a:pt x="76361" y="21816"/>
                    </a:cubicBezTo>
                    <a:lnTo>
                      <a:pt x="76361" y="10911"/>
                    </a:lnTo>
                    <a:cubicBezTo>
                      <a:pt x="76361" y="4883"/>
                      <a:pt x="71477" y="0"/>
                      <a:pt x="65455" y="0"/>
                    </a:cubicBezTo>
                    <a:lnTo>
                      <a:pt x="54544" y="0"/>
                    </a:lnTo>
                    <a:cubicBezTo>
                      <a:pt x="48522" y="0"/>
                      <a:pt x="43638" y="4883"/>
                      <a:pt x="43638" y="10911"/>
                    </a:cubicBezTo>
                    <a:lnTo>
                      <a:pt x="43638" y="21816"/>
                    </a:lnTo>
                    <a:cubicBezTo>
                      <a:pt x="43638" y="27844"/>
                      <a:pt x="48522" y="32727"/>
                      <a:pt x="54544" y="32727"/>
                    </a:cubicBezTo>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grpSp>
      </p:grpSp>
      <p:grpSp>
        <p:nvGrpSpPr>
          <p:cNvPr id="119" name="Groupe 118">
            <a:extLst>
              <a:ext uri="{FF2B5EF4-FFF2-40B4-BE49-F238E27FC236}">
                <a16:creationId xmlns:a16="http://schemas.microsoft.com/office/drawing/2014/main" id="{6F3D91C0-C015-AED0-5D54-E089BC741A9F}"/>
              </a:ext>
            </a:extLst>
          </p:cNvPr>
          <p:cNvGrpSpPr/>
          <p:nvPr/>
        </p:nvGrpSpPr>
        <p:grpSpPr>
          <a:xfrm>
            <a:off x="7877160" y="6003196"/>
            <a:ext cx="3842882" cy="648000"/>
            <a:chOff x="7880947" y="6003196"/>
            <a:chExt cx="3842882" cy="648000"/>
          </a:xfrm>
        </p:grpSpPr>
        <p:sp>
          <p:nvSpPr>
            <p:cNvPr id="77" name="TextBox 4">
              <a:extLst>
                <a:ext uri="{FF2B5EF4-FFF2-40B4-BE49-F238E27FC236}">
                  <a16:creationId xmlns:a16="http://schemas.microsoft.com/office/drawing/2014/main" id="{0A4FC4FB-D674-5859-0BDD-F28817AF825D}"/>
                </a:ext>
              </a:extLst>
            </p:cNvPr>
            <p:cNvSpPr txBox="1"/>
            <p:nvPr/>
          </p:nvSpPr>
          <p:spPr>
            <a:xfrm>
              <a:off x="8737615" y="6059431"/>
              <a:ext cx="2986214" cy="535531"/>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Stream </a:t>
              </a:r>
              <a:r>
                <a:rPr lang="fr-FR" err="1"/>
                <a:t>Processing</a:t>
              </a:r>
              <a:r>
                <a:rPr lang="fr-FR"/>
                <a:t> (fil de l’eau)</a:t>
              </a:r>
            </a:p>
          </p:txBody>
        </p:sp>
        <p:grpSp>
          <p:nvGrpSpPr>
            <p:cNvPr id="74" name="Groupe 73">
              <a:extLst>
                <a:ext uri="{FF2B5EF4-FFF2-40B4-BE49-F238E27FC236}">
                  <a16:creationId xmlns:a16="http://schemas.microsoft.com/office/drawing/2014/main" id="{1EE08C95-6E24-78D0-4AD6-992A52416963}"/>
                </a:ext>
              </a:extLst>
            </p:cNvPr>
            <p:cNvGrpSpPr/>
            <p:nvPr/>
          </p:nvGrpSpPr>
          <p:grpSpPr>
            <a:xfrm>
              <a:off x="7880947" y="6003196"/>
              <a:ext cx="648000" cy="648000"/>
              <a:chOff x="7865186" y="5021932"/>
              <a:chExt cx="648000" cy="648000"/>
            </a:xfrm>
          </p:grpSpPr>
          <p:sp>
            <p:nvSpPr>
              <p:cNvPr id="52" name="Oval 9">
                <a:extLst>
                  <a:ext uri="{FF2B5EF4-FFF2-40B4-BE49-F238E27FC236}">
                    <a16:creationId xmlns:a16="http://schemas.microsoft.com/office/drawing/2014/main" id="{15DA6935-983C-F553-DDF5-5F06878CC933}"/>
                  </a:ext>
                </a:extLst>
              </p:cNvPr>
              <p:cNvSpPr/>
              <p:nvPr/>
            </p:nvSpPr>
            <p:spPr>
              <a:xfrm>
                <a:off x="7865186" y="5021932"/>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62" name="Shape 7296">
                <a:extLst>
                  <a:ext uri="{FF2B5EF4-FFF2-40B4-BE49-F238E27FC236}">
                    <a16:creationId xmlns:a16="http://schemas.microsoft.com/office/drawing/2014/main" id="{E7D3DCA7-55D3-B17C-DF2E-EB4026FC5635}"/>
                  </a:ext>
                </a:extLst>
              </p:cNvPr>
              <p:cNvSpPr/>
              <p:nvPr/>
            </p:nvSpPr>
            <p:spPr>
              <a:xfrm>
                <a:off x="7955186" y="5111932"/>
                <a:ext cx="468000" cy="468000"/>
              </a:xfrm>
              <a:custGeom>
                <a:avLst/>
                <a:gdLst/>
                <a:ahLst/>
                <a:cxnLst/>
                <a:rect l="0" t="0" r="0" b="0"/>
                <a:pathLst>
                  <a:path w="120000" h="120000" extrusionOk="0">
                    <a:moveTo>
                      <a:pt x="114219" y="43152"/>
                    </a:moveTo>
                    <a:lnTo>
                      <a:pt x="114219" y="43152"/>
                    </a:lnTo>
                    <a:cubicBezTo>
                      <a:pt x="108438" y="43152"/>
                      <a:pt x="108438" y="43152"/>
                      <a:pt x="108438" y="43152"/>
                    </a:cubicBezTo>
                    <a:cubicBezTo>
                      <a:pt x="105647" y="43152"/>
                      <a:pt x="105647" y="43152"/>
                      <a:pt x="105647" y="43152"/>
                    </a:cubicBezTo>
                    <a:cubicBezTo>
                      <a:pt x="90099" y="43152"/>
                      <a:pt x="90099" y="43152"/>
                      <a:pt x="90099" y="43152"/>
                    </a:cubicBezTo>
                    <a:cubicBezTo>
                      <a:pt x="85913" y="43152"/>
                      <a:pt x="84518" y="40394"/>
                      <a:pt x="84518" y="37635"/>
                    </a:cubicBezTo>
                    <a:cubicBezTo>
                      <a:pt x="84518" y="34876"/>
                      <a:pt x="85913" y="31921"/>
                      <a:pt x="90099" y="31921"/>
                    </a:cubicBezTo>
                    <a:cubicBezTo>
                      <a:pt x="100066" y="31921"/>
                      <a:pt x="100066" y="31921"/>
                      <a:pt x="100066" y="31921"/>
                    </a:cubicBezTo>
                    <a:cubicBezTo>
                      <a:pt x="90099" y="19507"/>
                      <a:pt x="76146" y="11034"/>
                      <a:pt x="59202" y="11034"/>
                    </a:cubicBezTo>
                    <a:cubicBezTo>
                      <a:pt x="32491" y="11034"/>
                      <a:pt x="11362" y="33300"/>
                      <a:pt x="11362" y="59901"/>
                    </a:cubicBezTo>
                    <a:cubicBezTo>
                      <a:pt x="11362" y="62660"/>
                      <a:pt x="8372" y="65418"/>
                      <a:pt x="5581" y="65418"/>
                    </a:cubicBezTo>
                    <a:cubicBezTo>
                      <a:pt x="1395" y="65418"/>
                      <a:pt x="0" y="62660"/>
                      <a:pt x="0" y="59901"/>
                    </a:cubicBezTo>
                    <a:lnTo>
                      <a:pt x="0" y="59901"/>
                    </a:lnTo>
                    <a:cubicBezTo>
                      <a:pt x="0" y="26403"/>
                      <a:pt x="26710" y="0"/>
                      <a:pt x="59202" y="0"/>
                    </a:cubicBezTo>
                    <a:cubicBezTo>
                      <a:pt x="80332" y="0"/>
                      <a:pt x="97275" y="9655"/>
                      <a:pt x="108438" y="25024"/>
                    </a:cubicBezTo>
                    <a:cubicBezTo>
                      <a:pt x="108438" y="15369"/>
                      <a:pt x="108438" y="15369"/>
                      <a:pt x="108438" y="15369"/>
                    </a:cubicBezTo>
                    <a:cubicBezTo>
                      <a:pt x="108438" y="12610"/>
                      <a:pt x="111229" y="9655"/>
                      <a:pt x="114219" y="9655"/>
                    </a:cubicBezTo>
                    <a:cubicBezTo>
                      <a:pt x="117009" y="9655"/>
                      <a:pt x="119800" y="12610"/>
                      <a:pt x="119800" y="15369"/>
                    </a:cubicBezTo>
                    <a:cubicBezTo>
                      <a:pt x="119800" y="37635"/>
                      <a:pt x="119800" y="37635"/>
                      <a:pt x="119800" y="37635"/>
                    </a:cubicBezTo>
                    <a:cubicBezTo>
                      <a:pt x="119800" y="40394"/>
                      <a:pt x="117009" y="43152"/>
                      <a:pt x="114219" y="43152"/>
                    </a:cubicBezTo>
                    <a:close/>
                    <a:moveTo>
                      <a:pt x="5581" y="76650"/>
                    </a:moveTo>
                    <a:lnTo>
                      <a:pt x="5581" y="76650"/>
                    </a:lnTo>
                    <a:cubicBezTo>
                      <a:pt x="29501" y="76650"/>
                      <a:pt x="29501" y="76650"/>
                      <a:pt x="29501" y="76650"/>
                    </a:cubicBezTo>
                    <a:cubicBezTo>
                      <a:pt x="32491" y="76650"/>
                      <a:pt x="35282" y="79408"/>
                      <a:pt x="35282" y="82167"/>
                    </a:cubicBezTo>
                    <a:cubicBezTo>
                      <a:pt x="35282" y="84926"/>
                      <a:pt x="32491" y="87684"/>
                      <a:pt x="29501" y="87684"/>
                    </a:cubicBezTo>
                    <a:cubicBezTo>
                      <a:pt x="19734" y="87684"/>
                      <a:pt x="19734" y="87684"/>
                      <a:pt x="19734" y="87684"/>
                    </a:cubicBezTo>
                    <a:cubicBezTo>
                      <a:pt x="28106" y="100295"/>
                      <a:pt x="43654" y="108571"/>
                      <a:pt x="59202" y="108571"/>
                    </a:cubicBezTo>
                    <a:cubicBezTo>
                      <a:pt x="85913" y="108571"/>
                      <a:pt x="108438" y="86305"/>
                      <a:pt x="108438" y="59901"/>
                    </a:cubicBezTo>
                    <a:cubicBezTo>
                      <a:pt x="108438" y="57142"/>
                      <a:pt x="111229" y="54384"/>
                      <a:pt x="114219" y="54384"/>
                    </a:cubicBezTo>
                    <a:cubicBezTo>
                      <a:pt x="117009" y="54384"/>
                      <a:pt x="119800" y="57142"/>
                      <a:pt x="119800" y="59901"/>
                    </a:cubicBezTo>
                    <a:lnTo>
                      <a:pt x="119800" y="59901"/>
                    </a:lnTo>
                    <a:cubicBezTo>
                      <a:pt x="119800" y="93201"/>
                      <a:pt x="92890" y="119802"/>
                      <a:pt x="59202" y="119802"/>
                    </a:cubicBezTo>
                    <a:cubicBezTo>
                      <a:pt x="39468" y="119802"/>
                      <a:pt x="21129" y="109950"/>
                      <a:pt x="11362" y="94581"/>
                    </a:cubicBezTo>
                    <a:cubicBezTo>
                      <a:pt x="11362" y="104433"/>
                      <a:pt x="11362" y="104433"/>
                      <a:pt x="11362" y="104433"/>
                    </a:cubicBezTo>
                    <a:cubicBezTo>
                      <a:pt x="11362" y="107192"/>
                      <a:pt x="8372" y="109950"/>
                      <a:pt x="5581" y="109950"/>
                    </a:cubicBezTo>
                    <a:cubicBezTo>
                      <a:pt x="1395" y="109950"/>
                      <a:pt x="0" y="107192"/>
                      <a:pt x="0" y="104433"/>
                    </a:cubicBezTo>
                    <a:cubicBezTo>
                      <a:pt x="0" y="82167"/>
                      <a:pt x="0" y="82167"/>
                      <a:pt x="0" y="82167"/>
                    </a:cubicBezTo>
                    <a:cubicBezTo>
                      <a:pt x="0" y="79408"/>
                      <a:pt x="1395" y="76650"/>
                      <a:pt x="5581" y="76650"/>
                    </a:cubicBezTo>
                    <a:close/>
                  </a:path>
                </a:pathLst>
              </a:custGeom>
              <a:solidFill>
                <a:schemeClr val="tx1"/>
              </a:solidFill>
              <a:ln>
                <a:noFill/>
              </a:ln>
            </p:spPr>
            <p:txBody>
              <a:bodyPr lIns="45713" tIns="22850" rIns="45713" bIns="22850" anchor="ctr" anchorCtr="0">
                <a:noAutofit/>
              </a:bodyPr>
              <a:lstStyle/>
              <a:p>
                <a:endParaRPr sz="900">
                  <a:solidFill>
                    <a:schemeClr val="dk1"/>
                  </a:solidFill>
                  <a:latin typeface="Calibri"/>
                  <a:ea typeface="Calibri"/>
                  <a:cs typeface="Calibri"/>
                  <a:sym typeface="Calibri"/>
                </a:endParaRPr>
              </a:p>
            </p:txBody>
          </p:sp>
        </p:grpSp>
      </p:grpSp>
      <p:grpSp>
        <p:nvGrpSpPr>
          <p:cNvPr id="116" name="Groupe 115">
            <a:extLst>
              <a:ext uri="{FF2B5EF4-FFF2-40B4-BE49-F238E27FC236}">
                <a16:creationId xmlns:a16="http://schemas.microsoft.com/office/drawing/2014/main" id="{797F0608-D402-5AB8-0C7B-4EED6976CAA2}"/>
              </a:ext>
            </a:extLst>
          </p:cNvPr>
          <p:cNvGrpSpPr/>
          <p:nvPr/>
        </p:nvGrpSpPr>
        <p:grpSpPr>
          <a:xfrm>
            <a:off x="7877160" y="3816850"/>
            <a:ext cx="3842882" cy="648000"/>
            <a:chOff x="7880947" y="3702876"/>
            <a:chExt cx="3842882" cy="648000"/>
          </a:xfrm>
        </p:grpSpPr>
        <p:sp>
          <p:nvSpPr>
            <p:cNvPr id="42" name="TextBox 4">
              <a:extLst>
                <a:ext uri="{FF2B5EF4-FFF2-40B4-BE49-F238E27FC236}">
                  <a16:creationId xmlns:a16="http://schemas.microsoft.com/office/drawing/2014/main" id="{924C5360-539B-76DE-78A6-39212235137F}"/>
                </a:ext>
              </a:extLst>
            </p:cNvPr>
            <p:cNvSpPr txBox="1"/>
            <p:nvPr/>
          </p:nvSpPr>
          <p:spPr>
            <a:xfrm>
              <a:off x="8737615" y="3869910"/>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L’ESB</a:t>
              </a:r>
            </a:p>
          </p:txBody>
        </p:sp>
        <p:grpSp>
          <p:nvGrpSpPr>
            <p:cNvPr id="70" name="Groupe 69">
              <a:extLst>
                <a:ext uri="{FF2B5EF4-FFF2-40B4-BE49-F238E27FC236}">
                  <a16:creationId xmlns:a16="http://schemas.microsoft.com/office/drawing/2014/main" id="{91815772-F57C-9BD1-260E-BD7407A6AF29}"/>
                </a:ext>
              </a:extLst>
            </p:cNvPr>
            <p:cNvGrpSpPr/>
            <p:nvPr/>
          </p:nvGrpSpPr>
          <p:grpSpPr>
            <a:xfrm>
              <a:off x="7880947" y="3702876"/>
              <a:ext cx="648000" cy="648000"/>
              <a:chOff x="7865191" y="2721613"/>
              <a:chExt cx="663756" cy="648000"/>
            </a:xfrm>
          </p:grpSpPr>
          <p:sp>
            <p:nvSpPr>
              <p:cNvPr id="43" name="Oval 9">
                <a:extLst>
                  <a:ext uri="{FF2B5EF4-FFF2-40B4-BE49-F238E27FC236}">
                    <a16:creationId xmlns:a16="http://schemas.microsoft.com/office/drawing/2014/main" id="{6D0E6F7E-AC04-2FCF-FDA1-104EC597C39F}"/>
                  </a:ext>
                </a:extLst>
              </p:cNvPr>
              <p:cNvSpPr/>
              <p:nvPr/>
            </p:nvSpPr>
            <p:spPr>
              <a:xfrm>
                <a:off x="7865191" y="2721613"/>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26" name="Picture 2" descr="Workflow Planning Svg Png Icon Free Download (#464234) - OnlineWebFonts.COM">
                <a:extLst>
                  <a:ext uri="{FF2B5EF4-FFF2-40B4-BE49-F238E27FC236}">
                    <a16:creationId xmlns:a16="http://schemas.microsoft.com/office/drawing/2014/main" id="{BA05EAA6-A966-B77A-899B-580AD6D11C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63095" y="2811639"/>
                <a:ext cx="467949" cy="467949"/>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7" name="Groupe 116">
            <a:extLst>
              <a:ext uri="{FF2B5EF4-FFF2-40B4-BE49-F238E27FC236}">
                <a16:creationId xmlns:a16="http://schemas.microsoft.com/office/drawing/2014/main" id="{A8431C3C-6318-E075-3591-AC823A35EE64}"/>
              </a:ext>
            </a:extLst>
          </p:cNvPr>
          <p:cNvGrpSpPr/>
          <p:nvPr/>
        </p:nvGrpSpPr>
        <p:grpSpPr>
          <a:xfrm>
            <a:off x="7877160" y="4545633"/>
            <a:ext cx="3842882" cy="648000"/>
            <a:chOff x="7880947" y="4469649"/>
            <a:chExt cx="3842882" cy="648000"/>
          </a:xfrm>
        </p:grpSpPr>
        <p:sp>
          <p:nvSpPr>
            <p:cNvPr id="45" name="TextBox 4">
              <a:extLst>
                <a:ext uri="{FF2B5EF4-FFF2-40B4-BE49-F238E27FC236}">
                  <a16:creationId xmlns:a16="http://schemas.microsoft.com/office/drawing/2014/main" id="{C841AE11-0EA3-40DB-73B6-0AABE4F3BE4C}"/>
                </a:ext>
              </a:extLst>
            </p:cNvPr>
            <p:cNvSpPr txBox="1"/>
            <p:nvPr/>
          </p:nvSpPr>
          <p:spPr>
            <a:xfrm>
              <a:off x="8737615" y="4636683"/>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L’ETL</a:t>
              </a:r>
            </a:p>
          </p:txBody>
        </p:sp>
        <p:grpSp>
          <p:nvGrpSpPr>
            <p:cNvPr id="69" name="Groupe 68">
              <a:extLst>
                <a:ext uri="{FF2B5EF4-FFF2-40B4-BE49-F238E27FC236}">
                  <a16:creationId xmlns:a16="http://schemas.microsoft.com/office/drawing/2014/main" id="{9C075171-309D-8030-88FD-2D97A560502C}"/>
                </a:ext>
              </a:extLst>
            </p:cNvPr>
            <p:cNvGrpSpPr/>
            <p:nvPr/>
          </p:nvGrpSpPr>
          <p:grpSpPr>
            <a:xfrm>
              <a:off x="7880947" y="4469649"/>
              <a:ext cx="648000" cy="648000"/>
              <a:chOff x="7865191" y="3488386"/>
              <a:chExt cx="663756" cy="648000"/>
            </a:xfrm>
          </p:grpSpPr>
          <p:sp>
            <p:nvSpPr>
              <p:cNvPr id="46" name="Oval 9">
                <a:extLst>
                  <a:ext uri="{FF2B5EF4-FFF2-40B4-BE49-F238E27FC236}">
                    <a16:creationId xmlns:a16="http://schemas.microsoft.com/office/drawing/2014/main" id="{D86ABF6A-AD19-C210-19A7-AB48D83723C5}"/>
                  </a:ext>
                </a:extLst>
              </p:cNvPr>
              <p:cNvSpPr/>
              <p:nvPr/>
            </p:nvSpPr>
            <p:spPr>
              <a:xfrm>
                <a:off x="7865191" y="3488386"/>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4" name="Picture 4" descr="Etl - Iconos gratis de computadora">
                <a:extLst>
                  <a:ext uri="{FF2B5EF4-FFF2-40B4-BE49-F238E27FC236}">
                    <a16:creationId xmlns:a16="http://schemas.microsoft.com/office/drawing/2014/main" id="{C41C84D1-577A-4F04-45C7-7AA83061BE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55776" y="3571093"/>
                <a:ext cx="482586" cy="48258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1" name="Groupe 110">
            <a:extLst>
              <a:ext uri="{FF2B5EF4-FFF2-40B4-BE49-F238E27FC236}">
                <a16:creationId xmlns:a16="http://schemas.microsoft.com/office/drawing/2014/main" id="{AD060793-59C3-78F8-CE95-A0ADE7E80C51}"/>
              </a:ext>
            </a:extLst>
          </p:cNvPr>
          <p:cNvGrpSpPr/>
          <p:nvPr/>
        </p:nvGrpSpPr>
        <p:grpSpPr>
          <a:xfrm>
            <a:off x="7877160" y="2359284"/>
            <a:ext cx="3842882" cy="648000"/>
            <a:chOff x="7880947" y="2473254"/>
            <a:chExt cx="3842882" cy="648000"/>
          </a:xfrm>
        </p:grpSpPr>
        <p:sp>
          <p:nvSpPr>
            <p:cNvPr id="39" name="TextBox 4">
              <a:extLst>
                <a:ext uri="{FF2B5EF4-FFF2-40B4-BE49-F238E27FC236}">
                  <a16:creationId xmlns:a16="http://schemas.microsoft.com/office/drawing/2014/main" id="{9F723379-8717-0275-2A6C-9F210CEAD42B}"/>
                </a:ext>
              </a:extLst>
            </p:cNvPr>
            <p:cNvSpPr txBox="1"/>
            <p:nvPr/>
          </p:nvSpPr>
          <p:spPr>
            <a:xfrm>
              <a:off x="8737615" y="2640288"/>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L’API management</a:t>
              </a:r>
            </a:p>
          </p:txBody>
        </p:sp>
        <p:grpSp>
          <p:nvGrpSpPr>
            <p:cNvPr id="68" name="Groupe 67">
              <a:extLst>
                <a:ext uri="{FF2B5EF4-FFF2-40B4-BE49-F238E27FC236}">
                  <a16:creationId xmlns:a16="http://schemas.microsoft.com/office/drawing/2014/main" id="{94183892-46CF-E23A-3839-B305574E8FFC}"/>
                </a:ext>
              </a:extLst>
            </p:cNvPr>
            <p:cNvGrpSpPr/>
            <p:nvPr/>
          </p:nvGrpSpPr>
          <p:grpSpPr>
            <a:xfrm>
              <a:off x="7880947" y="2473254"/>
              <a:ext cx="648000" cy="648000"/>
              <a:chOff x="7865191" y="1954840"/>
              <a:chExt cx="663756" cy="648000"/>
            </a:xfrm>
          </p:grpSpPr>
          <p:sp>
            <p:nvSpPr>
              <p:cNvPr id="40" name="Oval 9">
                <a:extLst>
                  <a:ext uri="{FF2B5EF4-FFF2-40B4-BE49-F238E27FC236}">
                    <a16:creationId xmlns:a16="http://schemas.microsoft.com/office/drawing/2014/main" id="{C0E87504-7ABF-6174-7BAA-D6113F4E76B5}"/>
                  </a:ext>
                </a:extLst>
              </p:cNvPr>
              <p:cNvSpPr/>
              <p:nvPr/>
            </p:nvSpPr>
            <p:spPr>
              <a:xfrm>
                <a:off x="7865191" y="1954840"/>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5" name="Picture 6" descr="Api, management, cog, gear, website icon - Download on Iconfinder">
                <a:extLst>
                  <a:ext uri="{FF2B5EF4-FFF2-40B4-BE49-F238E27FC236}">
                    <a16:creationId xmlns:a16="http://schemas.microsoft.com/office/drawing/2014/main" id="{CEC27BF1-F31E-CA75-4ABB-971F0F722EB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94727" y="2089198"/>
                <a:ext cx="455485" cy="455485"/>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4" name="Groupe 113">
            <a:extLst>
              <a:ext uri="{FF2B5EF4-FFF2-40B4-BE49-F238E27FC236}">
                <a16:creationId xmlns:a16="http://schemas.microsoft.com/office/drawing/2014/main" id="{70A62B58-CD4D-0EB1-8109-25B5A0A1755B}"/>
              </a:ext>
            </a:extLst>
          </p:cNvPr>
          <p:cNvGrpSpPr/>
          <p:nvPr/>
        </p:nvGrpSpPr>
        <p:grpSpPr>
          <a:xfrm>
            <a:off x="7877160" y="901718"/>
            <a:ext cx="3839663" cy="648000"/>
            <a:chOff x="7880947" y="939708"/>
            <a:chExt cx="3839663" cy="648000"/>
          </a:xfrm>
        </p:grpSpPr>
        <p:sp>
          <p:nvSpPr>
            <p:cNvPr id="36" name="TextBox 4">
              <a:extLst>
                <a:ext uri="{FF2B5EF4-FFF2-40B4-BE49-F238E27FC236}">
                  <a16:creationId xmlns:a16="http://schemas.microsoft.com/office/drawing/2014/main" id="{0EE3CCEC-C4DD-276E-0586-816E18291BF8}"/>
                </a:ext>
              </a:extLst>
            </p:cNvPr>
            <p:cNvSpPr txBox="1"/>
            <p:nvPr/>
          </p:nvSpPr>
          <p:spPr>
            <a:xfrm>
              <a:off x="8734396" y="1107866"/>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Plateformes de médiation</a:t>
              </a:r>
            </a:p>
          </p:txBody>
        </p:sp>
        <p:grpSp>
          <p:nvGrpSpPr>
            <p:cNvPr id="67" name="Groupe 66">
              <a:extLst>
                <a:ext uri="{FF2B5EF4-FFF2-40B4-BE49-F238E27FC236}">
                  <a16:creationId xmlns:a16="http://schemas.microsoft.com/office/drawing/2014/main" id="{BB935DDB-705F-EA58-4A42-C38A67D58E3F}"/>
                </a:ext>
              </a:extLst>
            </p:cNvPr>
            <p:cNvGrpSpPr/>
            <p:nvPr/>
          </p:nvGrpSpPr>
          <p:grpSpPr>
            <a:xfrm>
              <a:off x="7880947" y="939708"/>
              <a:ext cx="648000" cy="648000"/>
              <a:chOff x="7865191" y="1188067"/>
              <a:chExt cx="663756" cy="648000"/>
            </a:xfrm>
          </p:grpSpPr>
          <p:sp>
            <p:nvSpPr>
              <p:cNvPr id="37" name="Oval 9">
                <a:extLst>
                  <a:ext uri="{FF2B5EF4-FFF2-40B4-BE49-F238E27FC236}">
                    <a16:creationId xmlns:a16="http://schemas.microsoft.com/office/drawing/2014/main" id="{F95B015E-DB72-9276-EB93-9FB345D474E1}"/>
                  </a:ext>
                </a:extLst>
              </p:cNvPr>
              <p:cNvSpPr/>
              <p:nvPr/>
            </p:nvSpPr>
            <p:spPr>
              <a:xfrm>
                <a:off x="7865191" y="1188067"/>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2" name="Picture 8" descr="Icône Cible, objectif dans Marketing (Outline) icon set">
                <a:extLst>
                  <a:ext uri="{FF2B5EF4-FFF2-40B4-BE49-F238E27FC236}">
                    <a16:creationId xmlns:a16="http://schemas.microsoft.com/office/drawing/2014/main" id="{BDAFF441-00EE-DC2C-4FE0-564B51EF9BE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41645" y="1256643"/>
                <a:ext cx="510848" cy="51084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3" name="Groupe 112">
            <a:extLst>
              <a:ext uri="{FF2B5EF4-FFF2-40B4-BE49-F238E27FC236}">
                <a16:creationId xmlns:a16="http://schemas.microsoft.com/office/drawing/2014/main" id="{382159C3-021D-B3BB-6438-CE906B6FA521}"/>
              </a:ext>
            </a:extLst>
          </p:cNvPr>
          <p:cNvGrpSpPr/>
          <p:nvPr/>
        </p:nvGrpSpPr>
        <p:grpSpPr>
          <a:xfrm>
            <a:off x="7877160" y="1630501"/>
            <a:ext cx="3842882" cy="648000"/>
            <a:chOff x="7880947" y="1706481"/>
            <a:chExt cx="3842882" cy="648000"/>
          </a:xfrm>
        </p:grpSpPr>
        <p:sp>
          <p:nvSpPr>
            <p:cNvPr id="54" name="TextBox 4">
              <a:extLst>
                <a:ext uri="{FF2B5EF4-FFF2-40B4-BE49-F238E27FC236}">
                  <a16:creationId xmlns:a16="http://schemas.microsoft.com/office/drawing/2014/main" id="{5D54B8AE-8409-6AB1-B235-6D655B69E37B}"/>
                </a:ext>
              </a:extLst>
            </p:cNvPr>
            <p:cNvSpPr txBox="1"/>
            <p:nvPr/>
          </p:nvSpPr>
          <p:spPr>
            <a:xfrm>
              <a:off x="8737615" y="1876903"/>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Typologies de flux </a:t>
              </a:r>
            </a:p>
          </p:txBody>
        </p:sp>
        <p:grpSp>
          <p:nvGrpSpPr>
            <p:cNvPr id="73" name="Groupe 72">
              <a:extLst>
                <a:ext uri="{FF2B5EF4-FFF2-40B4-BE49-F238E27FC236}">
                  <a16:creationId xmlns:a16="http://schemas.microsoft.com/office/drawing/2014/main" id="{640BF671-C2E0-7B90-22E4-5ED05B25F21F}"/>
                </a:ext>
              </a:extLst>
            </p:cNvPr>
            <p:cNvGrpSpPr/>
            <p:nvPr/>
          </p:nvGrpSpPr>
          <p:grpSpPr>
            <a:xfrm>
              <a:off x="7880947" y="1706481"/>
              <a:ext cx="648000" cy="648000"/>
              <a:chOff x="7865191" y="5788706"/>
              <a:chExt cx="663756" cy="648000"/>
            </a:xfrm>
          </p:grpSpPr>
          <p:sp>
            <p:nvSpPr>
              <p:cNvPr id="55" name="Oval 9">
                <a:extLst>
                  <a:ext uri="{FF2B5EF4-FFF2-40B4-BE49-F238E27FC236}">
                    <a16:creationId xmlns:a16="http://schemas.microsoft.com/office/drawing/2014/main" id="{8C62FFDF-D06B-043C-E6E9-520CB4B67950}"/>
                  </a:ext>
                </a:extLst>
              </p:cNvPr>
              <p:cNvSpPr/>
              <p:nvPr/>
            </p:nvSpPr>
            <p:spPr>
              <a:xfrm>
                <a:off x="7865191" y="5788706"/>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4" name="Picture 10" descr="Flux de travail - Icônes entreprise gratuites">
                <a:extLst>
                  <a:ext uri="{FF2B5EF4-FFF2-40B4-BE49-F238E27FC236}">
                    <a16:creationId xmlns:a16="http://schemas.microsoft.com/office/drawing/2014/main" id="{E7108A0A-EDD7-B70D-771E-800ED711E42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47416" y="5863053"/>
                <a:ext cx="499306" cy="49930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5" name="Groupe 114">
            <a:extLst>
              <a:ext uri="{FF2B5EF4-FFF2-40B4-BE49-F238E27FC236}">
                <a16:creationId xmlns:a16="http://schemas.microsoft.com/office/drawing/2014/main" id="{9688AF71-F11B-F7F7-1BF1-469F1FE3DA94}"/>
              </a:ext>
            </a:extLst>
          </p:cNvPr>
          <p:cNvGrpSpPr/>
          <p:nvPr/>
        </p:nvGrpSpPr>
        <p:grpSpPr>
          <a:xfrm>
            <a:off x="7877160" y="172935"/>
            <a:ext cx="3846669" cy="648000"/>
            <a:chOff x="7877160" y="172935"/>
            <a:chExt cx="3846669" cy="648000"/>
          </a:xfrm>
        </p:grpSpPr>
        <p:sp>
          <p:nvSpPr>
            <p:cNvPr id="102" name="TextBox 4">
              <a:extLst>
                <a:ext uri="{FF2B5EF4-FFF2-40B4-BE49-F238E27FC236}">
                  <a16:creationId xmlns:a16="http://schemas.microsoft.com/office/drawing/2014/main" id="{08EF1DAE-D77A-794C-3B18-C2C6C135E72E}"/>
                </a:ext>
              </a:extLst>
            </p:cNvPr>
            <p:cNvSpPr txBox="1"/>
            <p:nvPr/>
          </p:nvSpPr>
          <p:spPr>
            <a:xfrm>
              <a:off x="8737615" y="339969"/>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Médiation et urbanisation</a:t>
              </a:r>
            </a:p>
          </p:txBody>
        </p:sp>
        <p:grpSp>
          <p:nvGrpSpPr>
            <p:cNvPr id="76" name="Groupe 75">
              <a:extLst>
                <a:ext uri="{FF2B5EF4-FFF2-40B4-BE49-F238E27FC236}">
                  <a16:creationId xmlns:a16="http://schemas.microsoft.com/office/drawing/2014/main" id="{CE01ABCF-F61E-3F10-719A-B81BE6A61CD4}"/>
                </a:ext>
              </a:extLst>
            </p:cNvPr>
            <p:cNvGrpSpPr/>
            <p:nvPr/>
          </p:nvGrpSpPr>
          <p:grpSpPr>
            <a:xfrm>
              <a:off x="7877160" y="172935"/>
              <a:ext cx="648000" cy="648000"/>
              <a:chOff x="7877160" y="421293"/>
              <a:chExt cx="648000" cy="648000"/>
            </a:xfrm>
          </p:grpSpPr>
          <p:sp>
            <p:nvSpPr>
              <p:cNvPr id="103" name="Oval 9">
                <a:extLst>
                  <a:ext uri="{FF2B5EF4-FFF2-40B4-BE49-F238E27FC236}">
                    <a16:creationId xmlns:a16="http://schemas.microsoft.com/office/drawing/2014/main" id="{8AC00DDB-26A3-6160-4A14-ED454F592BDC}"/>
                  </a:ext>
                </a:extLst>
              </p:cNvPr>
              <p:cNvSpPr/>
              <p:nvPr/>
            </p:nvSpPr>
            <p:spPr>
              <a:xfrm>
                <a:off x="7877160" y="42129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75" name="Shape 7692">
                <a:extLst>
                  <a:ext uri="{FF2B5EF4-FFF2-40B4-BE49-F238E27FC236}">
                    <a16:creationId xmlns:a16="http://schemas.microsoft.com/office/drawing/2014/main" id="{BB65BE64-CCCA-0B16-C0CB-52B00EE5D1D9}"/>
                  </a:ext>
                </a:extLst>
              </p:cNvPr>
              <p:cNvSpPr/>
              <p:nvPr/>
            </p:nvSpPr>
            <p:spPr>
              <a:xfrm>
                <a:off x="7976160" y="520293"/>
                <a:ext cx="450000" cy="450000"/>
              </a:xfrm>
              <a:custGeom>
                <a:avLst/>
                <a:gdLst/>
                <a:ahLst/>
                <a:cxnLst/>
                <a:rect l="0" t="0" r="0" b="0"/>
                <a:pathLst>
                  <a:path w="120000" h="120000" extrusionOk="0">
                    <a:moveTo>
                      <a:pt x="114544" y="44972"/>
                    </a:moveTo>
                    <a:lnTo>
                      <a:pt x="111616" y="48000"/>
                    </a:lnTo>
                    <a:cubicBezTo>
                      <a:pt x="107188" y="46811"/>
                      <a:pt x="102677" y="46233"/>
                      <a:pt x="98194" y="46233"/>
                    </a:cubicBezTo>
                    <a:lnTo>
                      <a:pt x="95277" y="40983"/>
                    </a:lnTo>
                    <a:cubicBezTo>
                      <a:pt x="94733" y="40016"/>
                      <a:pt x="93950" y="39083"/>
                      <a:pt x="93005" y="38538"/>
                    </a:cubicBezTo>
                    <a:cubicBezTo>
                      <a:pt x="92227" y="38088"/>
                      <a:pt x="91344" y="37900"/>
                      <a:pt x="90377" y="38155"/>
                    </a:cubicBezTo>
                    <a:lnTo>
                      <a:pt x="74927" y="42294"/>
                    </a:lnTo>
                    <a:cubicBezTo>
                      <a:pt x="72788" y="42866"/>
                      <a:pt x="72194" y="45138"/>
                      <a:pt x="72094" y="47194"/>
                    </a:cubicBezTo>
                    <a:lnTo>
                      <a:pt x="72200" y="53166"/>
                    </a:lnTo>
                    <a:cubicBezTo>
                      <a:pt x="68294" y="55405"/>
                      <a:pt x="64661" y="58172"/>
                      <a:pt x="61405" y="61427"/>
                    </a:cubicBezTo>
                    <a:lnTo>
                      <a:pt x="55683" y="59788"/>
                    </a:lnTo>
                    <a:cubicBezTo>
                      <a:pt x="53738" y="59244"/>
                      <a:pt x="51327" y="59344"/>
                      <a:pt x="50222" y="61255"/>
                    </a:cubicBezTo>
                    <a:lnTo>
                      <a:pt x="42222" y="75111"/>
                    </a:lnTo>
                    <a:cubicBezTo>
                      <a:pt x="41116" y="77022"/>
                      <a:pt x="42300" y="79050"/>
                      <a:pt x="43683" y="80577"/>
                    </a:cubicBezTo>
                    <a:lnTo>
                      <a:pt x="47961" y="84711"/>
                    </a:lnTo>
                    <a:cubicBezTo>
                      <a:pt x="46772" y="89161"/>
                      <a:pt x="46194" y="93688"/>
                      <a:pt x="46205" y="98188"/>
                    </a:cubicBezTo>
                    <a:lnTo>
                      <a:pt x="40983" y="101088"/>
                    </a:lnTo>
                    <a:cubicBezTo>
                      <a:pt x="39222" y="102072"/>
                      <a:pt x="37583" y="103850"/>
                      <a:pt x="38155" y="105983"/>
                    </a:cubicBezTo>
                    <a:lnTo>
                      <a:pt x="40450" y="114550"/>
                    </a:lnTo>
                    <a:lnTo>
                      <a:pt x="10911" y="114550"/>
                    </a:lnTo>
                    <a:cubicBezTo>
                      <a:pt x="7900" y="114550"/>
                      <a:pt x="5455" y="112100"/>
                      <a:pt x="5455" y="109088"/>
                    </a:cubicBezTo>
                    <a:lnTo>
                      <a:pt x="5455" y="62727"/>
                    </a:lnTo>
                    <a:lnTo>
                      <a:pt x="10727" y="62727"/>
                    </a:lnTo>
                    <a:cubicBezTo>
                      <a:pt x="12933" y="62727"/>
                      <a:pt x="14100" y="60688"/>
                      <a:pt x="14727" y="58727"/>
                    </a:cubicBezTo>
                    <a:lnTo>
                      <a:pt x="16183" y="52905"/>
                    </a:lnTo>
                    <a:cubicBezTo>
                      <a:pt x="20616" y="51722"/>
                      <a:pt x="24811" y="49961"/>
                      <a:pt x="28688" y="47722"/>
                    </a:cubicBezTo>
                    <a:lnTo>
                      <a:pt x="33838" y="50811"/>
                    </a:lnTo>
                    <a:cubicBezTo>
                      <a:pt x="34861" y="51338"/>
                      <a:pt x="36022" y="51761"/>
                      <a:pt x="37116" y="51761"/>
                    </a:cubicBezTo>
                    <a:cubicBezTo>
                      <a:pt x="37983" y="51761"/>
                      <a:pt x="38805" y="51500"/>
                      <a:pt x="39500" y="50811"/>
                    </a:cubicBezTo>
                    <a:lnTo>
                      <a:pt x="50811" y="39494"/>
                    </a:lnTo>
                    <a:cubicBezTo>
                      <a:pt x="52372" y="37933"/>
                      <a:pt x="51844" y="35577"/>
                      <a:pt x="50811" y="33838"/>
                    </a:cubicBezTo>
                    <a:lnTo>
                      <a:pt x="47738" y="28716"/>
                    </a:lnTo>
                    <a:cubicBezTo>
                      <a:pt x="49994" y="24827"/>
                      <a:pt x="51761" y="20616"/>
                      <a:pt x="52950" y="16172"/>
                    </a:cubicBezTo>
                    <a:lnTo>
                      <a:pt x="58727" y="14727"/>
                    </a:lnTo>
                    <a:cubicBezTo>
                      <a:pt x="60688" y="14100"/>
                      <a:pt x="62727" y="12933"/>
                      <a:pt x="62727" y="10727"/>
                    </a:cubicBezTo>
                    <a:lnTo>
                      <a:pt x="62727" y="5455"/>
                    </a:lnTo>
                    <a:lnTo>
                      <a:pt x="109088" y="5455"/>
                    </a:lnTo>
                    <a:cubicBezTo>
                      <a:pt x="112100" y="5455"/>
                      <a:pt x="114544" y="7894"/>
                      <a:pt x="114544" y="10911"/>
                    </a:cubicBezTo>
                    <a:cubicBezTo>
                      <a:pt x="114544" y="10911"/>
                      <a:pt x="114544" y="44972"/>
                      <a:pt x="114544" y="44972"/>
                    </a:cubicBezTo>
                    <a:close/>
                    <a:moveTo>
                      <a:pt x="114544" y="69966"/>
                    </a:moveTo>
                    <a:cubicBezTo>
                      <a:pt x="109722" y="67155"/>
                      <a:pt x="104166" y="65455"/>
                      <a:pt x="98183" y="65455"/>
                    </a:cubicBezTo>
                    <a:cubicBezTo>
                      <a:pt x="80105" y="65455"/>
                      <a:pt x="65455" y="80105"/>
                      <a:pt x="65455" y="98183"/>
                    </a:cubicBezTo>
                    <a:cubicBezTo>
                      <a:pt x="65455" y="104172"/>
                      <a:pt x="67155" y="109722"/>
                      <a:pt x="69966" y="114550"/>
                    </a:cubicBezTo>
                    <a:lnTo>
                      <a:pt x="46100" y="114550"/>
                    </a:lnTo>
                    <a:lnTo>
                      <a:pt x="43750" y="105788"/>
                    </a:lnTo>
                    <a:lnTo>
                      <a:pt x="48855" y="102955"/>
                    </a:lnTo>
                    <a:cubicBezTo>
                      <a:pt x="50588" y="101988"/>
                      <a:pt x="51661" y="100155"/>
                      <a:pt x="51661" y="98172"/>
                    </a:cubicBezTo>
                    <a:cubicBezTo>
                      <a:pt x="51655" y="94100"/>
                      <a:pt x="52177" y="90044"/>
                      <a:pt x="53233" y="86122"/>
                    </a:cubicBezTo>
                    <a:cubicBezTo>
                      <a:pt x="53744" y="84211"/>
                      <a:pt x="53177" y="82172"/>
                      <a:pt x="51755" y="80794"/>
                    </a:cubicBezTo>
                    <a:lnTo>
                      <a:pt x="47622" y="76794"/>
                    </a:lnTo>
                    <a:cubicBezTo>
                      <a:pt x="47605" y="76777"/>
                      <a:pt x="47588" y="76761"/>
                      <a:pt x="47577" y="76738"/>
                    </a:cubicBezTo>
                    <a:lnTo>
                      <a:pt x="54311" y="65072"/>
                    </a:lnTo>
                    <a:lnTo>
                      <a:pt x="59905" y="66672"/>
                    </a:lnTo>
                    <a:cubicBezTo>
                      <a:pt x="61811" y="67216"/>
                      <a:pt x="63861" y="66683"/>
                      <a:pt x="65266" y="65283"/>
                    </a:cubicBezTo>
                    <a:cubicBezTo>
                      <a:pt x="68133" y="62411"/>
                      <a:pt x="71377" y="59927"/>
                      <a:pt x="74916" y="57894"/>
                    </a:cubicBezTo>
                    <a:cubicBezTo>
                      <a:pt x="76633" y="56905"/>
                      <a:pt x="77683" y="55061"/>
                      <a:pt x="77650" y="53077"/>
                    </a:cubicBezTo>
                    <a:lnTo>
                      <a:pt x="77555" y="47300"/>
                    </a:lnTo>
                    <a:lnTo>
                      <a:pt x="77555" y="47238"/>
                    </a:lnTo>
                    <a:lnTo>
                      <a:pt x="90577" y="43750"/>
                    </a:lnTo>
                    <a:lnTo>
                      <a:pt x="93427" y="48883"/>
                    </a:lnTo>
                    <a:cubicBezTo>
                      <a:pt x="93916" y="49766"/>
                      <a:pt x="94622" y="50472"/>
                      <a:pt x="95466" y="50955"/>
                    </a:cubicBezTo>
                    <a:cubicBezTo>
                      <a:pt x="96277" y="51427"/>
                      <a:pt x="97216" y="51688"/>
                      <a:pt x="98194" y="51688"/>
                    </a:cubicBezTo>
                    <a:cubicBezTo>
                      <a:pt x="102261" y="51688"/>
                      <a:pt x="106305" y="52216"/>
                      <a:pt x="110205" y="53272"/>
                    </a:cubicBezTo>
                    <a:cubicBezTo>
                      <a:pt x="111700" y="53666"/>
                      <a:pt x="113272" y="53394"/>
                      <a:pt x="114544" y="52577"/>
                    </a:cubicBezTo>
                    <a:cubicBezTo>
                      <a:pt x="114544" y="52577"/>
                      <a:pt x="114544" y="69966"/>
                      <a:pt x="114544" y="69966"/>
                    </a:cubicBezTo>
                    <a:close/>
                    <a:moveTo>
                      <a:pt x="114544" y="85972"/>
                    </a:moveTo>
                    <a:lnTo>
                      <a:pt x="106072" y="90683"/>
                    </a:lnTo>
                    <a:cubicBezTo>
                      <a:pt x="104083" y="88588"/>
                      <a:pt x="101294" y="87272"/>
                      <a:pt x="98183" y="87272"/>
                    </a:cubicBezTo>
                    <a:cubicBezTo>
                      <a:pt x="95072" y="87272"/>
                      <a:pt x="92277" y="88588"/>
                      <a:pt x="90294" y="90683"/>
                    </a:cubicBezTo>
                    <a:lnTo>
                      <a:pt x="75794" y="82627"/>
                    </a:lnTo>
                    <a:cubicBezTo>
                      <a:pt x="80722" y="75550"/>
                      <a:pt x="88905" y="70911"/>
                      <a:pt x="98183" y="70911"/>
                    </a:cubicBezTo>
                    <a:cubicBezTo>
                      <a:pt x="104350" y="70911"/>
                      <a:pt x="109988" y="73005"/>
                      <a:pt x="114544" y="76466"/>
                    </a:cubicBezTo>
                    <a:cubicBezTo>
                      <a:pt x="114544" y="76466"/>
                      <a:pt x="114544" y="85972"/>
                      <a:pt x="114544" y="85972"/>
                    </a:cubicBezTo>
                    <a:close/>
                    <a:moveTo>
                      <a:pt x="114544" y="109088"/>
                    </a:moveTo>
                    <a:cubicBezTo>
                      <a:pt x="114544" y="112100"/>
                      <a:pt x="112100" y="114550"/>
                      <a:pt x="109088" y="114550"/>
                    </a:cubicBezTo>
                    <a:lnTo>
                      <a:pt x="100911" y="114550"/>
                    </a:lnTo>
                    <a:lnTo>
                      <a:pt x="100911" y="108705"/>
                    </a:lnTo>
                    <a:cubicBezTo>
                      <a:pt x="105605" y="107488"/>
                      <a:pt x="109088" y="103261"/>
                      <a:pt x="109088" y="98183"/>
                    </a:cubicBezTo>
                    <a:cubicBezTo>
                      <a:pt x="109088" y="97233"/>
                      <a:pt x="108933" y="96327"/>
                      <a:pt x="108705" y="95455"/>
                    </a:cubicBezTo>
                    <a:lnTo>
                      <a:pt x="114544" y="92211"/>
                    </a:lnTo>
                    <a:cubicBezTo>
                      <a:pt x="114544" y="92211"/>
                      <a:pt x="114544" y="109088"/>
                      <a:pt x="114544" y="109088"/>
                    </a:cubicBezTo>
                    <a:close/>
                    <a:moveTo>
                      <a:pt x="92727" y="98183"/>
                    </a:moveTo>
                    <a:cubicBezTo>
                      <a:pt x="92727" y="95172"/>
                      <a:pt x="95172" y="92727"/>
                      <a:pt x="98183" y="92727"/>
                    </a:cubicBezTo>
                    <a:cubicBezTo>
                      <a:pt x="101188" y="92727"/>
                      <a:pt x="103638" y="95172"/>
                      <a:pt x="103638" y="98183"/>
                    </a:cubicBezTo>
                    <a:cubicBezTo>
                      <a:pt x="103638" y="101194"/>
                      <a:pt x="101188" y="103638"/>
                      <a:pt x="98183" y="103638"/>
                    </a:cubicBezTo>
                    <a:cubicBezTo>
                      <a:pt x="95172" y="103638"/>
                      <a:pt x="92727" y="101194"/>
                      <a:pt x="92727" y="98183"/>
                    </a:cubicBezTo>
                    <a:moveTo>
                      <a:pt x="95455" y="114550"/>
                    </a:moveTo>
                    <a:lnTo>
                      <a:pt x="76427" y="114550"/>
                    </a:lnTo>
                    <a:cubicBezTo>
                      <a:pt x="72988" y="109983"/>
                      <a:pt x="70911" y="104338"/>
                      <a:pt x="70911" y="98183"/>
                    </a:cubicBezTo>
                    <a:cubicBezTo>
                      <a:pt x="70911" y="94344"/>
                      <a:pt x="71705" y="90700"/>
                      <a:pt x="73138" y="87388"/>
                    </a:cubicBezTo>
                    <a:lnTo>
                      <a:pt x="87661" y="95455"/>
                    </a:lnTo>
                    <a:cubicBezTo>
                      <a:pt x="87433" y="96327"/>
                      <a:pt x="87272" y="97233"/>
                      <a:pt x="87272" y="98183"/>
                    </a:cubicBezTo>
                    <a:cubicBezTo>
                      <a:pt x="87272" y="103261"/>
                      <a:pt x="90755" y="107488"/>
                      <a:pt x="95455" y="108705"/>
                    </a:cubicBezTo>
                    <a:cubicBezTo>
                      <a:pt x="95455" y="108705"/>
                      <a:pt x="95455" y="114550"/>
                      <a:pt x="95455" y="114550"/>
                    </a:cubicBezTo>
                    <a:close/>
                    <a:moveTo>
                      <a:pt x="5455" y="29866"/>
                    </a:moveTo>
                    <a:cubicBezTo>
                      <a:pt x="18338" y="28583"/>
                      <a:pt x="28583" y="18338"/>
                      <a:pt x="29861" y="5455"/>
                    </a:cubicBezTo>
                    <a:lnTo>
                      <a:pt x="57272" y="5455"/>
                    </a:lnTo>
                    <a:lnTo>
                      <a:pt x="57272" y="9461"/>
                    </a:lnTo>
                    <a:cubicBezTo>
                      <a:pt x="57250" y="9472"/>
                      <a:pt x="57233" y="9477"/>
                      <a:pt x="57211" y="9483"/>
                    </a:cubicBezTo>
                    <a:lnTo>
                      <a:pt x="51627" y="10877"/>
                    </a:lnTo>
                    <a:cubicBezTo>
                      <a:pt x="49705" y="11361"/>
                      <a:pt x="48194" y="12850"/>
                      <a:pt x="47683" y="14761"/>
                    </a:cubicBezTo>
                    <a:cubicBezTo>
                      <a:pt x="46633" y="18683"/>
                      <a:pt x="45066" y="22455"/>
                      <a:pt x="43022" y="25977"/>
                    </a:cubicBezTo>
                    <a:cubicBezTo>
                      <a:pt x="42022" y="27700"/>
                      <a:pt x="42038" y="29822"/>
                      <a:pt x="43061" y="31522"/>
                    </a:cubicBezTo>
                    <a:lnTo>
                      <a:pt x="46066" y="36527"/>
                    </a:lnTo>
                    <a:lnTo>
                      <a:pt x="36533" y="46061"/>
                    </a:lnTo>
                    <a:cubicBezTo>
                      <a:pt x="36516" y="46055"/>
                      <a:pt x="36494" y="46044"/>
                      <a:pt x="36477" y="46033"/>
                    </a:cubicBezTo>
                    <a:lnTo>
                      <a:pt x="31494" y="43044"/>
                    </a:lnTo>
                    <a:cubicBezTo>
                      <a:pt x="30627" y="42527"/>
                      <a:pt x="29661" y="42266"/>
                      <a:pt x="28688" y="42266"/>
                    </a:cubicBezTo>
                    <a:cubicBezTo>
                      <a:pt x="27750" y="42266"/>
                      <a:pt x="26805" y="42511"/>
                      <a:pt x="25961" y="42994"/>
                    </a:cubicBezTo>
                    <a:cubicBezTo>
                      <a:pt x="22438" y="45033"/>
                      <a:pt x="18677" y="46594"/>
                      <a:pt x="14772" y="47638"/>
                    </a:cubicBezTo>
                    <a:cubicBezTo>
                      <a:pt x="12861" y="48144"/>
                      <a:pt x="11372" y="49655"/>
                      <a:pt x="10888" y="51583"/>
                    </a:cubicBezTo>
                    <a:lnTo>
                      <a:pt x="9483" y="57211"/>
                    </a:lnTo>
                    <a:cubicBezTo>
                      <a:pt x="9477" y="57233"/>
                      <a:pt x="9472" y="57250"/>
                      <a:pt x="9461" y="57277"/>
                    </a:cubicBezTo>
                    <a:lnTo>
                      <a:pt x="5455" y="57277"/>
                    </a:lnTo>
                    <a:cubicBezTo>
                      <a:pt x="5455" y="57277"/>
                      <a:pt x="5455" y="29866"/>
                      <a:pt x="5455" y="29866"/>
                    </a:cubicBezTo>
                    <a:close/>
                    <a:moveTo>
                      <a:pt x="5455" y="10911"/>
                    </a:moveTo>
                    <a:cubicBezTo>
                      <a:pt x="5455" y="7894"/>
                      <a:pt x="7900" y="5455"/>
                      <a:pt x="10911" y="5455"/>
                    </a:cubicBezTo>
                    <a:lnTo>
                      <a:pt x="24355" y="5455"/>
                    </a:lnTo>
                    <a:cubicBezTo>
                      <a:pt x="23122" y="15322"/>
                      <a:pt x="15322" y="23122"/>
                      <a:pt x="5455" y="24355"/>
                    </a:cubicBezTo>
                    <a:cubicBezTo>
                      <a:pt x="5455" y="24355"/>
                      <a:pt x="5455" y="10911"/>
                      <a:pt x="5455" y="10911"/>
                    </a:cubicBezTo>
                    <a:close/>
                    <a:moveTo>
                      <a:pt x="109088" y="0"/>
                    </a:moveTo>
                    <a:lnTo>
                      <a:pt x="10911" y="0"/>
                    </a:lnTo>
                    <a:cubicBezTo>
                      <a:pt x="4883" y="0"/>
                      <a:pt x="0" y="4883"/>
                      <a:pt x="0" y="10911"/>
                    </a:cubicBezTo>
                    <a:lnTo>
                      <a:pt x="0" y="109088"/>
                    </a:lnTo>
                    <a:cubicBezTo>
                      <a:pt x="0" y="115116"/>
                      <a:pt x="4883" y="120000"/>
                      <a:pt x="10911" y="120000"/>
                    </a:cubicBezTo>
                    <a:lnTo>
                      <a:pt x="109088" y="120000"/>
                    </a:lnTo>
                    <a:cubicBezTo>
                      <a:pt x="115116" y="120000"/>
                      <a:pt x="120000" y="115116"/>
                      <a:pt x="120000" y="109088"/>
                    </a:cubicBezTo>
                    <a:lnTo>
                      <a:pt x="120000" y="10911"/>
                    </a:lnTo>
                    <a:cubicBezTo>
                      <a:pt x="120000" y="4883"/>
                      <a:pt x="115116" y="0"/>
                      <a:pt x="109088" y="0"/>
                    </a:cubicBezTo>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grpSp>
      </p:grpSp>
      <p:grpSp>
        <p:nvGrpSpPr>
          <p:cNvPr id="82" name="Groupe 81">
            <a:extLst>
              <a:ext uri="{FF2B5EF4-FFF2-40B4-BE49-F238E27FC236}">
                <a16:creationId xmlns:a16="http://schemas.microsoft.com/office/drawing/2014/main" id="{E70F0B52-5F52-96BF-AEB5-7BB561F58AF7}"/>
              </a:ext>
            </a:extLst>
          </p:cNvPr>
          <p:cNvGrpSpPr>
            <a:grpSpLocks noChangeAspect="1"/>
          </p:cNvGrpSpPr>
          <p:nvPr/>
        </p:nvGrpSpPr>
        <p:grpSpPr>
          <a:xfrm>
            <a:off x="102722" y="3105000"/>
            <a:ext cx="648000" cy="648000"/>
            <a:chOff x="7838379" y="2027071"/>
            <a:chExt cx="748248" cy="748248"/>
          </a:xfrm>
        </p:grpSpPr>
        <p:sp>
          <p:nvSpPr>
            <p:cNvPr id="83" name="Oval 9">
              <a:extLst>
                <a:ext uri="{FF2B5EF4-FFF2-40B4-BE49-F238E27FC236}">
                  <a16:creationId xmlns:a16="http://schemas.microsoft.com/office/drawing/2014/main" id="{09E29480-55AA-1E9C-126F-CA7521CCEBF8}"/>
                </a:ext>
              </a:extLst>
            </p:cNvPr>
            <p:cNvSpPr/>
            <p:nvPr/>
          </p:nvSpPr>
          <p:spPr>
            <a:xfrm>
              <a:off x="7838379" y="2027071"/>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en-US" sz="2800" spc="300">
                <a:latin typeface="Arial" charset="0"/>
                <a:ea typeface="Arial" charset="0"/>
                <a:cs typeface="Arial" charset="0"/>
              </a:endParaRPr>
            </a:p>
          </p:txBody>
        </p:sp>
        <p:pic>
          <p:nvPicPr>
            <p:cNvPr id="84" name="Picture 4">
              <a:extLst>
                <a:ext uri="{FF2B5EF4-FFF2-40B4-BE49-F238E27FC236}">
                  <a16:creationId xmlns:a16="http://schemas.microsoft.com/office/drawing/2014/main" id="{F8A65C2C-4798-8D41-7566-F72A0D96507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49721" y="2151620"/>
              <a:ext cx="513183" cy="513183"/>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Box 4">
            <a:extLst>
              <a:ext uri="{FF2B5EF4-FFF2-40B4-BE49-F238E27FC236}">
                <a16:creationId xmlns:a16="http://schemas.microsoft.com/office/drawing/2014/main" id="{5410D7A1-EE28-F118-3AD3-0D94CEF620E9}"/>
              </a:ext>
            </a:extLst>
          </p:cNvPr>
          <p:cNvSpPr txBox="1"/>
          <p:nvPr/>
        </p:nvSpPr>
        <p:spPr>
          <a:xfrm>
            <a:off x="8733828" y="3255101"/>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a:t>
            </a:r>
            <a:r>
              <a:rPr lang="fr-FR" b="1">
                <a:solidFill>
                  <a:schemeClr val="bg1"/>
                </a:solidFill>
              </a:rPr>
              <a:t> </a:t>
            </a:r>
            <a:r>
              <a:rPr lang="fr-FR"/>
              <a:t>MOM</a:t>
            </a:r>
          </a:p>
        </p:txBody>
      </p:sp>
      <p:grpSp>
        <p:nvGrpSpPr>
          <p:cNvPr id="3" name="Groupe 2">
            <a:extLst>
              <a:ext uri="{FF2B5EF4-FFF2-40B4-BE49-F238E27FC236}">
                <a16:creationId xmlns:a16="http://schemas.microsoft.com/office/drawing/2014/main" id="{4C6D1DA7-B7F6-CEB4-266C-78A129CEFEE2}"/>
              </a:ext>
            </a:extLst>
          </p:cNvPr>
          <p:cNvGrpSpPr/>
          <p:nvPr/>
        </p:nvGrpSpPr>
        <p:grpSpPr>
          <a:xfrm>
            <a:off x="7877160" y="3088067"/>
            <a:ext cx="648000" cy="648000"/>
            <a:chOff x="7877160" y="3088067"/>
            <a:chExt cx="648000" cy="648000"/>
          </a:xfrm>
        </p:grpSpPr>
        <p:sp>
          <p:nvSpPr>
            <p:cNvPr id="105" name="Oval 9">
              <a:extLst>
                <a:ext uri="{FF2B5EF4-FFF2-40B4-BE49-F238E27FC236}">
                  <a16:creationId xmlns:a16="http://schemas.microsoft.com/office/drawing/2014/main" id="{D63109E9-2F41-3CC4-4E40-97907A5791DA}"/>
                </a:ext>
              </a:extLst>
            </p:cNvPr>
            <p:cNvSpPr/>
            <p:nvPr/>
          </p:nvSpPr>
          <p:spPr>
            <a:xfrm>
              <a:off x="7877160" y="3088067"/>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9570" name="Picture 2" descr="middleware Vector Icons free download in SVG, PNG Format">
              <a:extLst>
                <a:ext uri="{FF2B5EF4-FFF2-40B4-BE49-F238E27FC236}">
                  <a16:creationId xmlns:a16="http://schemas.microsoft.com/office/drawing/2014/main" id="{DDE30AC4-C8CA-1BB5-B7B1-9AA4B3DDCE5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03266" y="3214173"/>
              <a:ext cx="440945" cy="440945"/>
            </a:xfrm>
            <a:prstGeom prst="rect">
              <a:avLst/>
            </a:prstGeom>
            <a:noFill/>
            <a:extLst>
              <a:ext uri="{909E8E84-426E-40DD-AFC4-6F175D3DCCD1}">
                <a14:hiddenFill xmlns:a14="http://schemas.microsoft.com/office/drawing/2010/main">
                  <a:solidFill>
                    <a:srgbClr val="FFFFFF"/>
                  </a:solidFill>
                </a14:hiddenFill>
              </a:ext>
            </a:extLst>
          </p:spPr>
        </p:pic>
      </p:grpSp>
      <p:pic>
        <p:nvPicPr>
          <p:cNvPr id="2" name="Picture 2">
            <a:extLst>
              <a:ext uri="{FF2B5EF4-FFF2-40B4-BE49-F238E27FC236}">
                <a16:creationId xmlns:a16="http://schemas.microsoft.com/office/drawing/2014/main" id="{AD1D0F4F-0558-4EB2-5BFF-F481319BD29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61990" y="5774919"/>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92210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21B8BAE8-691F-6092-F04F-375F66F4BC15}"/>
              </a:ext>
            </a:extLst>
          </p:cNvPr>
          <p:cNvSpPr>
            <a:spLocks noGrp="1"/>
          </p:cNvSpPr>
          <p:nvPr>
            <p:ph type="body" sz="quarter" idx="35"/>
          </p:nvPr>
        </p:nvSpPr>
        <p:spPr/>
        <p:txBody>
          <a:bodyPr/>
          <a:lstStyle/>
          <a:p>
            <a:r>
              <a:rPr lang="fr-FR"/>
              <a:t>Définition</a:t>
            </a:r>
          </a:p>
        </p:txBody>
      </p:sp>
      <p:sp>
        <p:nvSpPr>
          <p:cNvPr id="3" name="Espace réservé du texte 2">
            <a:extLst>
              <a:ext uri="{FF2B5EF4-FFF2-40B4-BE49-F238E27FC236}">
                <a16:creationId xmlns:a16="http://schemas.microsoft.com/office/drawing/2014/main" id="{7BC15389-3F03-534A-2C67-1DAFD30B6EE6}"/>
              </a:ext>
            </a:extLst>
          </p:cNvPr>
          <p:cNvSpPr>
            <a:spLocks noGrp="1"/>
          </p:cNvSpPr>
          <p:nvPr>
            <p:ph type="body" sz="quarter" idx="10"/>
          </p:nvPr>
        </p:nvSpPr>
        <p:spPr/>
        <p:txBody>
          <a:bodyPr/>
          <a:lstStyle/>
          <a:p>
            <a:r>
              <a:rPr lang="fr-FR" dirty="0"/>
              <a:t>LE BATCH PROCESSING</a:t>
            </a:r>
          </a:p>
        </p:txBody>
      </p:sp>
      <p:sp>
        <p:nvSpPr>
          <p:cNvPr id="8" name="Rectangle 7">
            <a:extLst>
              <a:ext uri="{FF2B5EF4-FFF2-40B4-BE49-F238E27FC236}">
                <a16:creationId xmlns:a16="http://schemas.microsoft.com/office/drawing/2014/main" id="{768F5183-C447-D68C-9BA9-7D388578E5A6}"/>
              </a:ext>
            </a:extLst>
          </p:cNvPr>
          <p:cNvSpPr/>
          <p:nvPr/>
        </p:nvSpPr>
        <p:spPr>
          <a:xfrm>
            <a:off x="1995792" y="1533242"/>
            <a:ext cx="8200416"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fr-FR" sz="3600" b="1" dirty="0">
                <a:solidFill>
                  <a:schemeClr val="accent1">
                    <a:lumMod val="50000"/>
                  </a:schemeClr>
                </a:solidFill>
              </a:rPr>
              <a:t>Batch </a:t>
            </a:r>
            <a:r>
              <a:rPr lang="fr-FR" sz="3600" b="1" dirty="0" err="1">
                <a:solidFill>
                  <a:schemeClr val="accent1">
                    <a:lumMod val="50000"/>
                  </a:schemeClr>
                </a:solidFill>
              </a:rPr>
              <a:t>Processing</a:t>
            </a:r>
            <a:r>
              <a:rPr lang="fr-FR" sz="3600" b="1" dirty="0">
                <a:solidFill>
                  <a:schemeClr val="accent1">
                    <a:lumMod val="50000"/>
                  </a:schemeClr>
                </a:solidFill>
              </a:rPr>
              <a:t> - Définition</a:t>
            </a:r>
          </a:p>
        </p:txBody>
      </p:sp>
      <p:grpSp>
        <p:nvGrpSpPr>
          <p:cNvPr id="18" name="Groupe 17">
            <a:extLst>
              <a:ext uri="{FF2B5EF4-FFF2-40B4-BE49-F238E27FC236}">
                <a16:creationId xmlns:a16="http://schemas.microsoft.com/office/drawing/2014/main" id="{49C766DB-D0D2-3C84-FE72-D1C14B23CDDA}"/>
              </a:ext>
            </a:extLst>
          </p:cNvPr>
          <p:cNvGrpSpPr/>
          <p:nvPr/>
        </p:nvGrpSpPr>
        <p:grpSpPr>
          <a:xfrm>
            <a:off x="715370" y="2535559"/>
            <a:ext cx="10761260" cy="3325940"/>
            <a:chOff x="699604" y="2708980"/>
            <a:chExt cx="10761260" cy="3325940"/>
          </a:xfrm>
        </p:grpSpPr>
        <p:sp>
          <p:nvSpPr>
            <p:cNvPr id="4" name="Rectangle 3">
              <a:extLst>
                <a:ext uri="{FF2B5EF4-FFF2-40B4-BE49-F238E27FC236}">
                  <a16:creationId xmlns:a16="http://schemas.microsoft.com/office/drawing/2014/main" id="{D85F4CFD-8EE9-4061-BD69-2856B2866F57}"/>
                </a:ext>
              </a:extLst>
            </p:cNvPr>
            <p:cNvSpPr/>
            <p:nvPr/>
          </p:nvSpPr>
          <p:spPr>
            <a:xfrm>
              <a:off x="1084934" y="2982859"/>
              <a:ext cx="9990600" cy="283616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just">
                <a:lnSpc>
                  <a:spcPts val="2980"/>
                </a:lnSpc>
              </a:pPr>
              <a:r>
                <a:rPr lang="fr-FR" sz="2400" dirty="0">
                  <a:solidFill>
                    <a:schemeClr val="tx2">
                      <a:lumMod val="50000"/>
                    </a:schemeClr>
                  </a:solidFill>
                </a:rPr>
                <a:t>Est un </a:t>
              </a:r>
              <a:r>
                <a:rPr lang="fr-FR" sz="2400" b="1" dirty="0">
                  <a:solidFill>
                    <a:schemeClr val="tx2">
                      <a:lumMod val="50000"/>
                    </a:schemeClr>
                  </a:solidFill>
                </a:rPr>
                <a:t>service de médiation </a:t>
              </a:r>
              <a:r>
                <a:rPr lang="fr-FR" sz="2400" dirty="0">
                  <a:solidFill>
                    <a:schemeClr val="tx2">
                      <a:lumMod val="50000"/>
                    </a:schemeClr>
                  </a:solidFill>
                </a:rPr>
                <a:t>à la </a:t>
              </a:r>
              <a:r>
                <a:rPr lang="fr-FR" sz="2400" b="1" dirty="0">
                  <a:solidFill>
                    <a:schemeClr val="tx2">
                      <a:lumMod val="50000"/>
                    </a:schemeClr>
                  </a:solidFill>
                </a:rPr>
                <a:t>base du socle de l’intégration applicative</a:t>
              </a:r>
              <a:r>
                <a:rPr lang="fr-FR" sz="2400" dirty="0">
                  <a:solidFill>
                    <a:schemeClr val="tx2">
                      <a:lumMod val="50000"/>
                    </a:schemeClr>
                  </a:solidFill>
                </a:rPr>
                <a:t>, assurant l’exécution de </a:t>
              </a:r>
              <a:r>
                <a:rPr lang="fr-FR" sz="2400" b="1" dirty="0">
                  <a:solidFill>
                    <a:schemeClr val="tx2">
                      <a:lumMod val="50000"/>
                    </a:schemeClr>
                  </a:solidFill>
                </a:rPr>
                <a:t>jobs répétitifs</a:t>
              </a:r>
              <a:r>
                <a:rPr lang="fr-FR" sz="2400" dirty="0">
                  <a:solidFill>
                    <a:schemeClr val="tx2">
                      <a:lumMod val="50000"/>
                    </a:schemeClr>
                  </a:solidFill>
                </a:rPr>
                <a:t>. Il  est  responsable :</a:t>
              </a:r>
            </a:p>
            <a:p>
              <a:pPr marL="342900" indent="-342900" algn="just">
                <a:lnSpc>
                  <a:spcPts val="2980"/>
                </a:lnSpc>
                <a:spcBef>
                  <a:spcPts val="300"/>
                </a:spcBef>
                <a:buClr>
                  <a:schemeClr val="tx1"/>
                </a:buClr>
                <a:buFont typeface="Wingdings" panose="05000000000000000000" pitchFamily="2" charset="2"/>
                <a:buChar char="ü"/>
              </a:pPr>
              <a:r>
                <a:rPr lang="fr-FR" sz="2400" dirty="0">
                  <a:solidFill>
                    <a:schemeClr val="tx2">
                      <a:lumMod val="50000"/>
                    </a:schemeClr>
                  </a:solidFill>
                </a:rPr>
                <a:t>Du traitement des données avec </a:t>
              </a:r>
              <a:r>
                <a:rPr lang="fr-FR" sz="2400" b="1" dirty="0">
                  <a:solidFill>
                    <a:schemeClr val="tx2">
                      <a:lumMod val="50000"/>
                    </a:schemeClr>
                  </a:solidFill>
                </a:rPr>
                <a:t>peu ou pas d’intervention</a:t>
              </a:r>
              <a:r>
                <a:rPr lang="fr-FR" sz="2400" dirty="0">
                  <a:solidFill>
                    <a:schemeClr val="tx2">
                      <a:lumMod val="50000"/>
                    </a:schemeClr>
                  </a:solidFill>
                </a:rPr>
                <a:t> des utilisateurs</a:t>
              </a:r>
            </a:p>
            <a:p>
              <a:pPr marL="342900" indent="-342900" algn="just">
                <a:lnSpc>
                  <a:spcPts val="2980"/>
                </a:lnSpc>
                <a:spcBef>
                  <a:spcPts val="300"/>
                </a:spcBef>
                <a:buClr>
                  <a:schemeClr val="tx1"/>
                </a:buClr>
                <a:buFont typeface="Wingdings" panose="05000000000000000000" pitchFamily="2" charset="2"/>
                <a:buChar char="ü"/>
              </a:pPr>
              <a:r>
                <a:rPr lang="fr-FR" sz="2400" dirty="0">
                  <a:solidFill>
                    <a:schemeClr val="tx2">
                      <a:lumMod val="50000"/>
                    </a:schemeClr>
                  </a:solidFill>
                </a:rPr>
                <a:t>De l’exécution automatique de programmes logiciels appelés </a:t>
              </a:r>
              <a:r>
                <a:rPr lang="fr-FR" sz="2400" b="1" dirty="0">
                  <a:solidFill>
                    <a:schemeClr val="tx2">
                      <a:lumMod val="50000"/>
                    </a:schemeClr>
                  </a:solidFill>
                </a:rPr>
                <a:t>travaux par lots</a:t>
              </a:r>
              <a:r>
                <a:rPr lang="fr-FR" sz="2400" dirty="0">
                  <a:solidFill>
                    <a:schemeClr val="tx2">
                      <a:lumMod val="50000"/>
                    </a:schemeClr>
                  </a:solidFill>
                </a:rPr>
                <a:t>.</a:t>
              </a:r>
            </a:p>
          </p:txBody>
        </p:sp>
        <p:sp>
          <p:nvSpPr>
            <p:cNvPr id="5" name="Demi-cadre 4">
              <a:extLst>
                <a:ext uri="{FF2B5EF4-FFF2-40B4-BE49-F238E27FC236}">
                  <a16:creationId xmlns:a16="http://schemas.microsoft.com/office/drawing/2014/main" id="{BCCC04A5-9A22-48BC-A2D2-6564025AEDE7}"/>
                </a:ext>
              </a:extLst>
            </p:cNvPr>
            <p:cNvSpPr/>
            <p:nvPr/>
          </p:nvSpPr>
          <p:spPr>
            <a:xfrm>
              <a:off x="699604" y="2708980"/>
              <a:ext cx="770660" cy="1006976"/>
            </a:xfrm>
            <a:prstGeom prst="halfFrame">
              <a:avLst/>
            </a:prstGeom>
            <a:noFill/>
            <a:ln>
              <a:solidFill>
                <a:schemeClr val="accent1">
                  <a:lumMod val="50000"/>
                </a:schemeClr>
              </a:solidFill>
            </a:ln>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fr-FR">
                <a:solidFill>
                  <a:schemeClr val="bg1">
                    <a:lumMod val="65000"/>
                  </a:schemeClr>
                </a:solidFill>
              </a:endParaRPr>
            </a:p>
          </p:txBody>
        </p:sp>
        <p:sp>
          <p:nvSpPr>
            <p:cNvPr id="6" name="Demi-cadre 5">
              <a:extLst>
                <a:ext uri="{FF2B5EF4-FFF2-40B4-BE49-F238E27FC236}">
                  <a16:creationId xmlns:a16="http://schemas.microsoft.com/office/drawing/2014/main" id="{80FD9E7F-214A-487D-A2FC-EC8CA0825557}"/>
                </a:ext>
              </a:extLst>
            </p:cNvPr>
            <p:cNvSpPr/>
            <p:nvPr/>
          </p:nvSpPr>
          <p:spPr>
            <a:xfrm rot="10800000">
              <a:off x="10690204" y="5143318"/>
              <a:ext cx="770660" cy="891602"/>
            </a:xfrm>
            <a:prstGeom prst="halfFrame">
              <a:avLst/>
            </a:prstGeom>
            <a:noFill/>
            <a:ln>
              <a:solidFill>
                <a:schemeClr val="accent1">
                  <a:lumMod val="50000"/>
                </a:schemeClr>
              </a:solidFill>
            </a:ln>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fr-FR">
                <a:solidFill>
                  <a:schemeClr val="bg1">
                    <a:lumMod val="65000"/>
                  </a:schemeClr>
                </a:solidFill>
              </a:endParaRPr>
            </a:p>
          </p:txBody>
        </p:sp>
        <p:sp>
          <p:nvSpPr>
            <p:cNvPr id="9" name="Rectangle 8">
              <a:extLst>
                <a:ext uri="{FF2B5EF4-FFF2-40B4-BE49-F238E27FC236}">
                  <a16:creationId xmlns:a16="http://schemas.microsoft.com/office/drawing/2014/main" id="{B02CB254-C47D-017B-85C2-71945D27AF65}"/>
                </a:ext>
              </a:extLst>
            </p:cNvPr>
            <p:cNvSpPr/>
            <p:nvPr/>
          </p:nvSpPr>
          <p:spPr>
            <a:xfrm>
              <a:off x="2228832" y="3237702"/>
              <a:ext cx="327600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97710380-8D9A-C0F2-B07E-D16290D0EC5E}"/>
                </a:ext>
              </a:extLst>
            </p:cNvPr>
            <p:cNvSpPr/>
            <p:nvPr/>
          </p:nvSpPr>
          <p:spPr>
            <a:xfrm>
              <a:off x="6354198" y="3243456"/>
              <a:ext cx="460800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A27DE7E8-A3DE-5585-1381-6DDD13BF1109}"/>
                </a:ext>
              </a:extLst>
            </p:cNvPr>
            <p:cNvSpPr/>
            <p:nvPr/>
          </p:nvSpPr>
          <p:spPr>
            <a:xfrm>
              <a:off x="1116466" y="3623716"/>
              <a:ext cx="165600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F56E8E12-3E12-E44B-4758-4A24669E588B}"/>
                </a:ext>
              </a:extLst>
            </p:cNvPr>
            <p:cNvSpPr/>
            <p:nvPr/>
          </p:nvSpPr>
          <p:spPr>
            <a:xfrm>
              <a:off x="6218213" y="3623716"/>
              <a:ext cx="1878145"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3" name="Rectangle 12">
            <a:extLst>
              <a:ext uri="{FF2B5EF4-FFF2-40B4-BE49-F238E27FC236}">
                <a16:creationId xmlns:a16="http://schemas.microsoft.com/office/drawing/2014/main" id="{8E3A951B-4FC2-CE2C-992A-166B5D4FAEC9}"/>
              </a:ext>
            </a:extLst>
          </p:cNvPr>
          <p:cNvSpPr/>
          <p:nvPr/>
        </p:nvSpPr>
        <p:spPr>
          <a:xfrm>
            <a:off x="6390200" y="4256700"/>
            <a:ext cx="394760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6A0A8C8E-32D0-6B37-5E71-73F4B5F179C4}"/>
              </a:ext>
            </a:extLst>
          </p:cNvPr>
          <p:cNvSpPr/>
          <p:nvPr/>
        </p:nvSpPr>
        <p:spPr>
          <a:xfrm>
            <a:off x="2669816" y="5440110"/>
            <a:ext cx="2295884"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2188219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764FA295-A789-321E-9A62-4770F2B3B27A}"/>
              </a:ext>
            </a:extLst>
          </p:cNvPr>
          <p:cNvSpPr>
            <a:spLocks noGrp="1"/>
          </p:cNvSpPr>
          <p:nvPr>
            <p:ph type="body" sz="quarter" idx="35"/>
          </p:nvPr>
        </p:nvSpPr>
        <p:spPr/>
        <p:txBody>
          <a:bodyPr/>
          <a:lstStyle/>
          <a:p>
            <a:r>
              <a:rPr lang="fr-FR" sz="1400" cap="none"/>
              <a:t>Généralités et cas d’usages</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LE BATCH PROCESSING</a:t>
            </a:r>
          </a:p>
        </p:txBody>
      </p:sp>
      <p:sp>
        <p:nvSpPr>
          <p:cNvPr id="21" name="Espace réservé du texte 1">
            <a:extLst>
              <a:ext uri="{FF2B5EF4-FFF2-40B4-BE49-F238E27FC236}">
                <a16:creationId xmlns:a16="http://schemas.microsoft.com/office/drawing/2014/main" id="{8904E5C4-473E-BC1C-E8F4-E986EABA1ECF}"/>
              </a:ext>
            </a:extLst>
          </p:cNvPr>
          <p:cNvSpPr txBox="1">
            <a:spLocks/>
          </p:cNvSpPr>
          <p:nvPr/>
        </p:nvSpPr>
        <p:spPr>
          <a:xfrm>
            <a:off x="337932" y="930242"/>
            <a:ext cx="11433654" cy="358691"/>
          </a:xfrm>
          <a:prstGeom prst="rect">
            <a:avLst/>
          </a:prstGeom>
        </p:spPr>
        <p:txBody>
          <a:bodyPr anchor="t" anchorCtr="0"/>
          <a:lstStyle>
            <a:lvl1pPr marL="0" indent="0" algn="l" defTabSz="914400" rtl="0" eaLnBrk="1" latinLnBrk="0" hangingPunct="1">
              <a:lnSpc>
                <a:spcPct val="90000"/>
              </a:lnSpc>
              <a:spcBef>
                <a:spcPts val="1000"/>
              </a:spcBef>
              <a:buFont typeface="Arial" panose="020B0604020202020204" pitchFamily="34" charset="0"/>
              <a:buNone/>
              <a:defRPr sz="2400" b="1" kern="1200" cap="all" spc="-150" baseline="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sz="1800" cap="none"/>
          </a:p>
        </p:txBody>
      </p:sp>
      <p:sp>
        <p:nvSpPr>
          <p:cNvPr id="123" name="ZoneTexte 122">
            <a:extLst>
              <a:ext uri="{FF2B5EF4-FFF2-40B4-BE49-F238E27FC236}">
                <a16:creationId xmlns:a16="http://schemas.microsoft.com/office/drawing/2014/main" id="{88D84174-2FE7-771B-2191-820DDC9A2D4C}"/>
              </a:ext>
            </a:extLst>
          </p:cNvPr>
          <p:cNvSpPr txBox="1"/>
          <p:nvPr>
            <p:custDataLst>
              <p:tags r:id="rId1"/>
            </p:custDataLst>
          </p:nvPr>
        </p:nvSpPr>
        <p:spPr>
          <a:xfrm>
            <a:off x="331008" y="1478985"/>
            <a:ext cx="11529983" cy="523220"/>
          </a:xfrm>
          <a:prstGeom prst="rect">
            <a:avLst/>
          </a:prstGeom>
          <a:noFill/>
        </p:spPr>
        <p:txBody>
          <a:bodyPr wrap="square" rtlCol="0">
            <a:spAutoFit/>
          </a:bodyPr>
          <a:lstStyle/>
          <a:p>
            <a:pPr algn="just"/>
            <a:r>
              <a:rPr lang="fr-FR" sz="1400"/>
              <a:t>Avec l’avènement du </a:t>
            </a:r>
            <a:r>
              <a:rPr lang="fr-FR" sz="1400" b="1"/>
              <a:t>Big Data</a:t>
            </a:r>
            <a:r>
              <a:rPr lang="fr-FR" sz="1400"/>
              <a:t>, le challenge était l’intégration d’une </a:t>
            </a:r>
            <a:r>
              <a:rPr lang="fr-FR" sz="1400" b="1"/>
              <a:t>quantité énorme de données </a:t>
            </a:r>
            <a:r>
              <a:rPr lang="fr-FR" sz="1400"/>
              <a:t>(initialement par les géants d’Internet). Les solutions technologiques créées à cette époque ont répondu à cet enjeux en maintenant </a:t>
            </a:r>
            <a:r>
              <a:rPr lang="fr-FR" sz="1400" b="1"/>
              <a:t>une approche par lots </a:t>
            </a:r>
            <a:r>
              <a:rPr lang="fr-FR" sz="1400"/>
              <a:t>(batch </a:t>
            </a:r>
            <a:r>
              <a:rPr lang="fr-FR" sz="1400" err="1"/>
              <a:t>processing</a:t>
            </a:r>
            <a:r>
              <a:rPr lang="fr-FR" sz="1400"/>
              <a:t>). </a:t>
            </a:r>
          </a:p>
        </p:txBody>
      </p:sp>
      <p:sp>
        <p:nvSpPr>
          <p:cNvPr id="167" name="Rectangle 166">
            <a:extLst>
              <a:ext uri="{FF2B5EF4-FFF2-40B4-BE49-F238E27FC236}">
                <a16:creationId xmlns:a16="http://schemas.microsoft.com/office/drawing/2014/main" id="{BC78B4DE-A922-28B4-1088-D30904DE0782}"/>
              </a:ext>
            </a:extLst>
          </p:cNvPr>
          <p:cNvSpPr/>
          <p:nvPr>
            <p:custDataLst>
              <p:tags r:id="rId2"/>
            </p:custDataLst>
          </p:nvPr>
        </p:nvSpPr>
        <p:spPr>
          <a:xfrm>
            <a:off x="1" y="6065215"/>
            <a:ext cx="12192000" cy="40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solidFill>
                  <a:schemeClr val="lt1"/>
                </a:solidFill>
              </a:rPr>
              <a:t>Les données sont statiques (ou au repos) durant toute la chaîne de traitement. </a:t>
            </a:r>
          </a:p>
        </p:txBody>
      </p:sp>
      <p:sp>
        <p:nvSpPr>
          <p:cNvPr id="117" name="Rectangle 116">
            <a:extLst>
              <a:ext uri="{FF2B5EF4-FFF2-40B4-BE49-F238E27FC236}">
                <a16:creationId xmlns:a16="http://schemas.microsoft.com/office/drawing/2014/main" id="{F1E552B9-8279-D426-F776-DEB89DFB3666}"/>
              </a:ext>
            </a:extLst>
          </p:cNvPr>
          <p:cNvSpPr/>
          <p:nvPr/>
        </p:nvSpPr>
        <p:spPr>
          <a:xfrm>
            <a:off x="3568780" y="3091965"/>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8" name="Rectangle 117">
            <a:extLst>
              <a:ext uri="{FF2B5EF4-FFF2-40B4-BE49-F238E27FC236}">
                <a16:creationId xmlns:a16="http://schemas.microsoft.com/office/drawing/2014/main" id="{EF188311-5A95-F1B3-475A-1F5A98CEA6BB}"/>
              </a:ext>
            </a:extLst>
          </p:cNvPr>
          <p:cNvSpPr/>
          <p:nvPr/>
        </p:nvSpPr>
        <p:spPr>
          <a:xfrm>
            <a:off x="3658071" y="3155931"/>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9" name="Rectangle 188">
            <a:extLst>
              <a:ext uri="{FF2B5EF4-FFF2-40B4-BE49-F238E27FC236}">
                <a16:creationId xmlns:a16="http://schemas.microsoft.com/office/drawing/2014/main" id="{79B37EF1-A0FB-33CB-7E9B-B76200E49AD5}"/>
              </a:ext>
            </a:extLst>
          </p:cNvPr>
          <p:cNvSpPr/>
          <p:nvPr/>
        </p:nvSpPr>
        <p:spPr>
          <a:xfrm>
            <a:off x="3747362" y="3215847"/>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0" name="Rectangle 189">
            <a:extLst>
              <a:ext uri="{FF2B5EF4-FFF2-40B4-BE49-F238E27FC236}">
                <a16:creationId xmlns:a16="http://schemas.microsoft.com/office/drawing/2014/main" id="{87C8159F-A5AF-895C-ECCE-B9DB4AE825D5}"/>
              </a:ext>
            </a:extLst>
          </p:cNvPr>
          <p:cNvSpPr/>
          <p:nvPr/>
        </p:nvSpPr>
        <p:spPr>
          <a:xfrm>
            <a:off x="3827226" y="3281562"/>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1" name="Rectangle 190">
            <a:extLst>
              <a:ext uri="{FF2B5EF4-FFF2-40B4-BE49-F238E27FC236}">
                <a16:creationId xmlns:a16="http://schemas.microsoft.com/office/drawing/2014/main" id="{8C1DD930-F66B-DDE6-A879-820C5DF8158B}"/>
              </a:ext>
            </a:extLst>
          </p:cNvPr>
          <p:cNvSpPr/>
          <p:nvPr/>
        </p:nvSpPr>
        <p:spPr>
          <a:xfrm>
            <a:off x="3463036" y="2986680"/>
            <a:ext cx="730449" cy="687969"/>
          </a:xfrm>
          <a:prstGeom prst="rect">
            <a:avLst/>
          </a:prstGeom>
          <a:noFill/>
          <a:ln w="2222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2" name="Rectangle 191">
            <a:extLst>
              <a:ext uri="{FF2B5EF4-FFF2-40B4-BE49-F238E27FC236}">
                <a16:creationId xmlns:a16="http://schemas.microsoft.com/office/drawing/2014/main" id="{CEE67DDF-4271-B142-A4F0-12AFB5BE3B92}"/>
              </a:ext>
            </a:extLst>
          </p:cNvPr>
          <p:cNvSpPr/>
          <p:nvPr/>
        </p:nvSpPr>
        <p:spPr>
          <a:xfrm>
            <a:off x="3555646" y="3989211"/>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3" name="Rectangle 192">
            <a:extLst>
              <a:ext uri="{FF2B5EF4-FFF2-40B4-BE49-F238E27FC236}">
                <a16:creationId xmlns:a16="http://schemas.microsoft.com/office/drawing/2014/main" id="{97802E42-964E-5748-F2BD-78E916888F21}"/>
              </a:ext>
            </a:extLst>
          </p:cNvPr>
          <p:cNvSpPr/>
          <p:nvPr/>
        </p:nvSpPr>
        <p:spPr>
          <a:xfrm>
            <a:off x="3644937" y="4053177"/>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4" name="Rectangle 193">
            <a:extLst>
              <a:ext uri="{FF2B5EF4-FFF2-40B4-BE49-F238E27FC236}">
                <a16:creationId xmlns:a16="http://schemas.microsoft.com/office/drawing/2014/main" id="{ED00F909-C56C-F6B5-A61E-F27B560789F2}"/>
              </a:ext>
            </a:extLst>
          </p:cNvPr>
          <p:cNvSpPr/>
          <p:nvPr/>
        </p:nvSpPr>
        <p:spPr>
          <a:xfrm>
            <a:off x="3734228" y="4113093"/>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5" name="Rectangle 194">
            <a:extLst>
              <a:ext uri="{FF2B5EF4-FFF2-40B4-BE49-F238E27FC236}">
                <a16:creationId xmlns:a16="http://schemas.microsoft.com/office/drawing/2014/main" id="{B8B56272-E4AB-38E9-645E-02A965C1B63D}"/>
              </a:ext>
            </a:extLst>
          </p:cNvPr>
          <p:cNvSpPr/>
          <p:nvPr/>
        </p:nvSpPr>
        <p:spPr>
          <a:xfrm>
            <a:off x="3814092" y="4178808"/>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6" name="Rectangle 195">
            <a:extLst>
              <a:ext uri="{FF2B5EF4-FFF2-40B4-BE49-F238E27FC236}">
                <a16:creationId xmlns:a16="http://schemas.microsoft.com/office/drawing/2014/main" id="{F1F02F5C-EF7F-1152-8D9B-0784C6E0E6E7}"/>
              </a:ext>
            </a:extLst>
          </p:cNvPr>
          <p:cNvSpPr/>
          <p:nvPr/>
        </p:nvSpPr>
        <p:spPr>
          <a:xfrm>
            <a:off x="3449902" y="3884268"/>
            <a:ext cx="730449" cy="683319"/>
          </a:xfrm>
          <a:prstGeom prst="rect">
            <a:avLst/>
          </a:prstGeom>
          <a:noFill/>
          <a:ln w="2222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7" name="Rectangle 196">
            <a:extLst>
              <a:ext uri="{FF2B5EF4-FFF2-40B4-BE49-F238E27FC236}">
                <a16:creationId xmlns:a16="http://schemas.microsoft.com/office/drawing/2014/main" id="{1798FC48-23BC-6F9F-EBC5-86960D5F3865}"/>
              </a:ext>
            </a:extLst>
          </p:cNvPr>
          <p:cNvSpPr/>
          <p:nvPr/>
        </p:nvSpPr>
        <p:spPr>
          <a:xfrm>
            <a:off x="3555646" y="4914187"/>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8" name="Rectangle 197">
            <a:extLst>
              <a:ext uri="{FF2B5EF4-FFF2-40B4-BE49-F238E27FC236}">
                <a16:creationId xmlns:a16="http://schemas.microsoft.com/office/drawing/2014/main" id="{CDBEF5A6-FD14-3135-4337-BCB8128ADA47}"/>
              </a:ext>
            </a:extLst>
          </p:cNvPr>
          <p:cNvSpPr/>
          <p:nvPr/>
        </p:nvSpPr>
        <p:spPr>
          <a:xfrm>
            <a:off x="3644937" y="4978153"/>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9" name="Rectangle 198">
            <a:extLst>
              <a:ext uri="{FF2B5EF4-FFF2-40B4-BE49-F238E27FC236}">
                <a16:creationId xmlns:a16="http://schemas.microsoft.com/office/drawing/2014/main" id="{495AAB6D-E0F1-9155-2251-1DE8C79F47A8}"/>
              </a:ext>
            </a:extLst>
          </p:cNvPr>
          <p:cNvSpPr/>
          <p:nvPr/>
        </p:nvSpPr>
        <p:spPr>
          <a:xfrm>
            <a:off x="3734228" y="5038069"/>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0" name="Rectangle 199">
            <a:extLst>
              <a:ext uri="{FF2B5EF4-FFF2-40B4-BE49-F238E27FC236}">
                <a16:creationId xmlns:a16="http://schemas.microsoft.com/office/drawing/2014/main" id="{F85B621D-CF60-85A9-0DB0-9C99C777D119}"/>
              </a:ext>
            </a:extLst>
          </p:cNvPr>
          <p:cNvSpPr/>
          <p:nvPr/>
        </p:nvSpPr>
        <p:spPr>
          <a:xfrm>
            <a:off x="3814092" y="5103784"/>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1" name="Rectangle 200">
            <a:extLst>
              <a:ext uri="{FF2B5EF4-FFF2-40B4-BE49-F238E27FC236}">
                <a16:creationId xmlns:a16="http://schemas.microsoft.com/office/drawing/2014/main" id="{CFDB032C-26AD-7968-6C1B-0E4CC0824603}"/>
              </a:ext>
            </a:extLst>
          </p:cNvPr>
          <p:cNvSpPr/>
          <p:nvPr/>
        </p:nvSpPr>
        <p:spPr>
          <a:xfrm>
            <a:off x="3449902" y="4809244"/>
            <a:ext cx="730449" cy="683320"/>
          </a:xfrm>
          <a:prstGeom prst="rect">
            <a:avLst/>
          </a:prstGeom>
          <a:noFill/>
          <a:ln w="2222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02" name="Connecteur droit avec flèche 201">
            <a:extLst>
              <a:ext uri="{FF2B5EF4-FFF2-40B4-BE49-F238E27FC236}">
                <a16:creationId xmlns:a16="http://schemas.microsoft.com/office/drawing/2014/main" id="{8A2AE3F0-9D68-C05C-40EE-9191FDCE44D7}"/>
              </a:ext>
            </a:extLst>
          </p:cNvPr>
          <p:cNvCxnSpPr>
            <a:cxnSpLocks/>
          </p:cNvCxnSpPr>
          <p:nvPr/>
        </p:nvCxnSpPr>
        <p:spPr>
          <a:xfrm>
            <a:off x="3107890" y="3777900"/>
            <a:ext cx="1470365" cy="0"/>
          </a:xfrm>
          <a:prstGeom prst="straightConnector1">
            <a:avLst/>
          </a:prstGeom>
          <a:ln w="34925">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Connecteur droit avec flèche 202">
            <a:extLst>
              <a:ext uri="{FF2B5EF4-FFF2-40B4-BE49-F238E27FC236}">
                <a16:creationId xmlns:a16="http://schemas.microsoft.com/office/drawing/2014/main" id="{3BDB821A-74E7-371B-9D4D-9ABA8F9D1382}"/>
              </a:ext>
            </a:extLst>
          </p:cNvPr>
          <p:cNvCxnSpPr>
            <a:cxnSpLocks/>
          </p:cNvCxnSpPr>
          <p:nvPr/>
        </p:nvCxnSpPr>
        <p:spPr>
          <a:xfrm>
            <a:off x="3107890" y="4706509"/>
            <a:ext cx="1470365" cy="0"/>
          </a:xfrm>
          <a:prstGeom prst="straightConnector1">
            <a:avLst/>
          </a:prstGeom>
          <a:ln w="34925">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4" name="Graphique 6">
            <a:extLst>
              <a:ext uri="{FF2B5EF4-FFF2-40B4-BE49-F238E27FC236}">
                <a16:creationId xmlns:a16="http://schemas.microsoft.com/office/drawing/2014/main" id="{5A84E396-ACFD-DF5D-B7FC-8003BA990333}"/>
              </a:ext>
            </a:extLst>
          </p:cNvPr>
          <p:cNvSpPr/>
          <p:nvPr/>
        </p:nvSpPr>
        <p:spPr>
          <a:xfrm rot="16200000">
            <a:off x="4186391" y="3129854"/>
            <a:ext cx="2224130" cy="1968242"/>
          </a:xfrm>
          <a:custGeom>
            <a:avLst/>
            <a:gdLst>
              <a:gd name="connsiteX0" fmla="*/ 979462 w 2293332"/>
              <a:gd name="connsiteY0" fmla="*/ 1027440 h 2221665"/>
              <a:gd name="connsiteX1" fmla="*/ 979462 w 2293332"/>
              <a:gd name="connsiteY1" fmla="*/ 1800723 h 2221665"/>
              <a:gd name="connsiteX2" fmla="*/ 1001679 w 2293332"/>
              <a:gd name="connsiteY2" fmla="*/ 1833689 h 2221665"/>
              <a:gd name="connsiteX3" fmla="*/ 1015296 w 2293332"/>
              <a:gd name="connsiteY3" fmla="*/ 1833689 h 2221665"/>
              <a:gd name="connsiteX4" fmla="*/ 1040379 w 2293332"/>
              <a:gd name="connsiteY4" fmla="*/ 1822939 h 2221665"/>
              <a:gd name="connsiteX5" fmla="*/ 1327046 w 2293332"/>
              <a:gd name="connsiteY5" fmla="*/ 1536273 h 2221665"/>
              <a:gd name="connsiteX6" fmla="*/ 1337796 w 2293332"/>
              <a:gd name="connsiteY6" fmla="*/ 1514056 h 2221665"/>
              <a:gd name="connsiteX7" fmla="*/ 1337796 w 2293332"/>
              <a:gd name="connsiteY7" fmla="*/ 1027440 h 2221665"/>
              <a:gd name="connsiteX8" fmla="*/ 1900379 w 2293332"/>
              <a:gd name="connsiteY8" fmla="*/ 464140 h 2221665"/>
              <a:gd name="connsiteX9" fmla="*/ 1911129 w 2293332"/>
              <a:gd name="connsiteY9" fmla="*/ 425440 h 2221665"/>
              <a:gd name="connsiteX10" fmla="*/ 1875295 w 2293332"/>
              <a:gd name="connsiteY10" fmla="*/ 403223 h 2221665"/>
              <a:gd name="connsiteX11" fmla="*/ 441963 w 2293332"/>
              <a:gd name="connsiteY11" fmla="*/ 403223 h 2221665"/>
              <a:gd name="connsiteX12" fmla="*/ 406129 w 2293332"/>
              <a:gd name="connsiteY12" fmla="*/ 425440 h 2221665"/>
              <a:gd name="connsiteX13" fmla="*/ 414013 w 2293332"/>
              <a:gd name="connsiteY13" fmla="*/ 464140 h 2221665"/>
              <a:gd name="connsiteX14" fmla="*/ 1788579 w 2293332"/>
              <a:gd name="connsiteY14" fmla="*/ 474890 h 2221665"/>
              <a:gd name="connsiteX15" fmla="*/ 1276879 w 2293332"/>
              <a:gd name="connsiteY15" fmla="*/ 987306 h 2221665"/>
              <a:gd name="connsiteX16" fmla="*/ 1266129 w 2293332"/>
              <a:gd name="connsiteY16" fmla="*/ 1012390 h 2221665"/>
              <a:gd name="connsiteX17" fmla="*/ 1266129 w 2293332"/>
              <a:gd name="connsiteY17" fmla="*/ 1499006 h 2221665"/>
              <a:gd name="connsiteX18" fmla="*/ 1051129 w 2293332"/>
              <a:gd name="connsiteY18" fmla="*/ 1714006 h 2221665"/>
              <a:gd name="connsiteX19" fmla="*/ 1051129 w 2293332"/>
              <a:gd name="connsiteY19" fmla="*/ 1012390 h 2221665"/>
              <a:gd name="connsiteX20" fmla="*/ 1040379 w 2293332"/>
              <a:gd name="connsiteY20" fmla="*/ 987306 h 2221665"/>
              <a:gd name="connsiteX21" fmla="*/ 528679 w 2293332"/>
              <a:gd name="connsiteY21" fmla="*/ 474890 h 2221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93332" h="2221665">
                <a:moveTo>
                  <a:pt x="979462" y="1027440"/>
                </a:moveTo>
                <a:lnTo>
                  <a:pt x="979462" y="1800723"/>
                </a:lnTo>
                <a:cubicBezTo>
                  <a:pt x="979535" y="1815192"/>
                  <a:pt x="988298" y="1828193"/>
                  <a:pt x="1001679" y="1833689"/>
                </a:cubicBezTo>
                <a:cubicBezTo>
                  <a:pt x="1006161" y="1834707"/>
                  <a:pt x="1010814" y="1834707"/>
                  <a:pt x="1015296" y="1833689"/>
                </a:cubicBezTo>
                <a:cubicBezTo>
                  <a:pt x="1024799" y="1833804"/>
                  <a:pt x="1033909" y="1829898"/>
                  <a:pt x="1040379" y="1822939"/>
                </a:cubicBezTo>
                <a:lnTo>
                  <a:pt x="1327046" y="1536273"/>
                </a:lnTo>
                <a:cubicBezTo>
                  <a:pt x="1333309" y="1530497"/>
                  <a:pt x="1337151" y="1522556"/>
                  <a:pt x="1337796" y="1514056"/>
                </a:cubicBezTo>
                <a:lnTo>
                  <a:pt x="1337796" y="1027440"/>
                </a:lnTo>
                <a:lnTo>
                  <a:pt x="1900379" y="464140"/>
                </a:lnTo>
                <a:cubicBezTo>
                  <a:pt x="1912103" y="455021"/>
                  <a:pt x="1916468" y="439299"/>
                  <a:pt x="1911129" y="425440"/>
                </a:cubicBezTo>
                <a:cubicBezTo>
                  <a:pt x="1905266" y="411048"/>
                  <a:pt x="1890797" y="402075"/>
                  <a:pt x="1875295" y="403223"/>
                </a:cubicBezTo>
                <a:lnTo>
                  <a:pt x="441963" y="403223"/>
                </a:lnTo>
                <a:cubicBezTo>
                  <a:pt x="426464" y="402075"/>
                  <a:pt x="411992" y="411048"/>
                  <a:pt x="406129" y="425440"/>
                </a:cubicBezTo>
                <a:cubicBezTo>
                  <a:pt x="400125" y="438689"/>
                  <a:pt x="403304" y="454295"/>
                  <a:pt x="414013" y="464140"/>
                </a:cubicBezTo>
                <a:close/>
                <a:moveTo>
                  <a:pt x="1788579" y="474890"/>
                </a:moveTo>
                <a:lnTo>
                  <a:pt x="1276879" y="987306"/>
                </a:lnTo>
                <a:cubicBezTo>
                  <a:pt x="1269920" y="993778"/>
                  <a:pt x="1266014" y="1002887"/>
                  <a:pt x="1266129" y="1012390"/>
                </a:cubicBezTo>
                <a:lnTo>
                  <a:pt x="1266129" y="1499006"/>
                </a:lnTo>
                <a:lnTo>
                  <a:pt x="1051129" y="1714006"/>
                </a:lnTo>
                <a:lnTo>
                  <a:pt x="1051129" y="1012390"/>
                </a:lnTo>
                <a:cubicBezTo>
                  <a:pt x="1051244" y="1002887"/>
                  <a:pt x="1047341" y="993778"/>
                  <a:pt x="1040379" y="987306"/>
                </a:cubicBezTo>
                <a:lnTo>
                  <a:pt x="528679" y="474890"/>
                </a:lnTo>
                <a:close/>
              </a:path>
            </a:pathLst>
          </a:custGeom>
          <a:solidFill>
            <a:schemeClr val="tx2"/>
          </a:solidFill>
          <a:ln w="71438" cap="flat">
            <a:noFill/>
            <a:prstDash val="solid"/>
            <a:miter/>
          </a:ln>
        </p:spPr>
        <p:txBody>
          <a:bodyPr rtlCol="0" anchor="ctr"/>
          <a:lstStyle/>
          <a:p>
            <a:endParaRPr lang="en-US"/>
          </a:p>
        </p:txBody>
      </p:sp>
      <p:sp>
        <p:nvSpPr>
          <p:cNvPr id="205" name="ZoneTexte 204">
            <a:extLst>
              <a:ext uri="{FF2B5EF4-FFF2-40B4-BE49-F238E27FC236}">
                <a16:creationId xmlns:a16="http://schemas.microsoft.com/office/drawing/2014/main" id="{255089CF-49BC-59DA-1E7F-6C7EA3409BB1}"/>
              </a:ext>
            </a:extLst>
          </p:cNvPr>
          <p:cNvSpPr txBox="1"/>
          <p:nvPr/>
        </p:nvSpPr>
        <p:spPr>
          <a:xfrm>
            <a:off x="8010517" y="2865435"/>
            <a:ext cx="1289135" cy="584775"/>
          </a:xfrm>
          <a:prstGeom prst="rect">
            <a:avLst/>
          </a:prstGeom>
          <a:noFill/>
        </p:spPr>
        <p:txBody>
          <a:bodyPr wrap="none" rtlCol="0">
            <a:spAutoFit/>
          </a:bodyPr>
          <a:lstStyle/>
          <a:p>
            <a:pPr algn="ctr"/>
            <a:r>
              <a:rPr lang="en-US" sz="1600" b="1">
                <a:solidFill>
                  <a:schemeClr val="tx2"/>
                </a:solidFill>
              </a:rPr>
              <a:t>Batch</a:t>
            </a:r>
          </a:p>
          <a:p>
            <a:pPr algn="ctr"/>
            <a:r>
              <a:rPr lang="en-US" sz="1600" b="1">
                <a:solidFill>
                  <a:schemeClr val="tx2"/>
                </a:solidFill>
              </a:rPr>
              <a:t>Processing</a:t>
            </a:r>
          </a:p>
        </p:txBody>
      </p:sp>
      <p:sp>
        <p:nvSpPr>
          <p:cNvPr id="206" name="ZoneTexte 205">
            <a:extLst>
              <a:ext uri="{FF2B5EF4-FFF2-40B4-BE49-F238E27FC236}">
                <a16:creationId xmlns:a16="http://schemas.microsoft.com/office/drawing/2014/main" id="{2E719ECE-3F16-5B70-9994-EBCF204A9FE8}"/>
              </a:ext>
            </a:extLst>
          </p:cNvPr>
          <p:cNvSpPr txBox="1"/>
          <p:nvPr/>
        </p:nvSpPr>
        <p:spPr>
          <a:xfrm>
            <a:off x="3014066" y="2477092"/>
            <a:ext cx="1654657" cy="461665"/>
          </a:xfrm>
          <a:prstGeom prst="rect">
            <a:avLst/>
          </a:prstGeom>
          <a:noFill/>
        </p:spPr>
        <p:txBody>
          <a:bodyPr wrap="square" rtlCol="0">
            <a:spAutoFit/>
          </a:bodyPr>
          <a:lstStyle/>
          <a:p>
            <a:pPr algn="ctr"/>
            <a:r>
              <a:rPr lang="fr-FR" sz="1200"/>
              <a:t>Extraction de données périodique</a:t>
            </a:r>
          </a:p>
        </p:txBody>
      </p:sp>
      <p:cxnSp>
        <p:nvCxnSpPr>
          <p:cNvPr id="207" name="Connecteur droit avec flèche 206">
            <a:extLst>
              <a:ext uri="{FF2B5EF4-FFF2-40B4-BE49-F238E27FC236}">
                <a16:creationId xmlns:a16="http://schemas.microsoft.com/office/drawing/2014/main" id="{440951BB-477F-D3C0-7175-0699F00BAE09}"/>
              </a:ext>
            </a:extLst>
          </p:cNvPr>
          <p:cNvCxnSpPr>
            <a:cxnSpLocks/>
          </p:cNvCxnSpPr>
          <p:nvPr/>
        </p:nvCxnSpPr>
        <p:spPr>
          <a:xfrm>
            <a:off x="9191797" y="4128762"/>
            <a:ext cx="521012" cy="0"/>
          </a:xfrm>
          <a:prstGeom prst="straightConnector1">
            <a:avLst/>
          </a:prstGeom>
          <a:ln w="34925">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8" name="Rectangle 207">
            <a:extLst>
              <a:ext uri="{FF2B5EF4-FFF2-40B4-BE49-F238E27FC236}">
                <a16:creationId xmlns:a16="http://schemas.microsoft.com/office/drawing/2014/main" id="{9E490440-068F-5B56-364E-B04FC89A404E}"/>
              </a:ext>
            </a:extLst>
          </p:cNvPr>
          <p:cNvSpPr/>
          <p:nvPr/>
        </p:nvSpPr>
        <p:spPr>
          <a:xfrm>
            <a:off x="10244893" y="4964483"/>
            <a:ext cx="561623" cy="601367"/>
          </a:xfrm>
          <a:prstGeom prst="rect">
            <a:avLst/>
          </a:prstGeom>
          <a:solidFill>
            <a:srgbClr val="FAFAFA"/>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9" name="Rectangle 208">
            <a:extLst>
              <a:ext uri="{FF2B5EF4-FFF2-40B4-BE49-F238E27FC236}">
                <a16:creationId xmlns:a16="http://schemas.microsoft.com/office/drawing/2014/main" id="{8C64AE04-D20C-55DE-328F-812FED1CB706}"/>
              </a:ext>
            </a:extLst>
          </p:cNvPr>
          <p:cNvSpPr/>
          <p:nvPr/>
        </p:nvSpPr>
        <p:spPr>
          <a:xfrm>
            <a:off x="10244893" y="4104241"/>
            <a:ext cx="561623" cy="601367"/>
          </a:xfrm>
          <a:prstGeom prst="rect">
            <a:avLst/>
          </a:prstGeom>
          <a:solidFill>
            <a:srgbClr val="FAFAFA"/>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0" name="Rectangle 209">
            <a:extLst>
              <a:ext uri="{FF2B5EF4-FFF2-40B4-BE49-F238E27FC236}">
                <a16:creationId xmlns:a16="http://schemas.microsoft.com/office/drawing/2014/main" id="{EA38A21A-16FC-6DA8-EFBB-8D6536DF1318}"/>
              </a:ext>
            </a:extLst>
          </p:cNvPr>
          <p:cNvSpPr/>
          <p:nvPr/>
        </p:nvSpPr>
        <p:spPr>
          <a:xfrm>
            <a:off x="10244893" y="3215222"/>
            <a:ext cx="561623" cy="601367"/>
          </a:xfrm>
          <a:prstGeom prst="rect">
            <a:avLst/>
          </a:prstGeom>
          <a:solidFill>
            <a:srgbClr val="FAFAFA"/>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1" name="Cylindre 210">
            <a:extLst>
              <a:ext uri="{FF2B5EF4-FFF2-40B4-BE49-F238E27FC236}">
                <a16:creationId xmlns:a16="http://schemas.microsoft.com/office/drawing/2014/main" id="{055F38E1-E924-3095-9319-50692C99F5B0}"/>
              </a:ext>
            </a:extLst>
          </p:cNvPr>
          <p:cNvSpPr/>
          <p:nvPr/>
        </p:nvSpPr>
        <p:spPr>
          <a:xfrm>
            <a:off x="6072162" y="2254111"/>
            <a:ext cx="1437174" cy="3626824"/>
          </a:xfrm>
          <a:prstGeom prst="can">
            <a:avLst/>
          </a:prstGeom>
          <a:noFill/>
          <a:ln w="6032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2" name="Cylindre 211">
            <a:extLst>
              <a:ext uri="{FF2B5EF4-FFF2-40B4-BE49-F238E27FC236}">
                <a16:creationId xmlns:a16="http://schemas.microsoft.com/office/drawing/2014/main" id="{109C45A0-344F-2EE1-18AC-162276AC5C3B}"/>
              </a:ext>
            </a:extLst>
          </p:cNvPr>
          <p:cNvSpPr/>
          <p:nvPr/>
        </p:nvSpPr>
        <p:spPr>
          <a:xfrm>
            <a:off x="9807117" y="2250349"/>
            <a:ext cx="1437174" cy="3626824"/>
          </a:xfrm>
          <a:prstGeom prst="can">
            <a:avLst/>
          </a:prstGeom>
          <a:noFill/>
          <a:ln w="6032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3" name="Rectangle 212">
            <a:extLst>
              <a:ext uri="{FF2B5EF4-FFF2-40B4-BE49-F238E27FC236}">
                <a16:creationId xmlns:a16="http://schemas.microsoft.com/office/drawing/2014/main" id="{CF48874B-0DFE-E299-ACEE-21B7EA842883}"/>
              </a:ext>
            </a:extLst>
          </p:cNvPr>
          <p:cNvSpPr/>
          <p:nvPr/>
        </p:nvSpPr>
        <p:spPr>
          <a:xfrm>
            <a:off x="6503366" y="3187049"/>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4" name="Rectangle 213">
            <a:extLst>
              <a:ext uri="{FF2B5EF4-FFF2-40B4-BE49-F238E27FC236}">
                <a16:creationId xmlns:a16="http://schemas.microsoft.com/office/drawing/2014/main" id="{CE9FE7E1-0094-DF3E-EE44-FDC665EA7548}"/>
              </a:ext>
            </a:extLst>
          </p:cNvPr>
          <p:cNvSpPr/>
          <p:nvPr/>
        </p:nvSpPr>
        <p:spPr>
          <a:xfrm>
            <a:off x="6592657" y="3251015"/>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5" name="Rectangle 214">
            <a:extLst>
              <a:ext uri="{FF2B5EF4-FFF2-40B4-BE49-F238E27FC236}">
                <a16:creationId xmlns:a16="http://schemas.microsoft.com/office/drawing/2014/main" id="{B3CCAFFE-7BA8-B079-84C0-2FC9A0A5FF7B}"/>
              </a:ext>
            </a:extLst>
          </p:cNvPr>
          <p:cNvSpPr/>
          <p:nvPr/>
        </p:nvSpPr>
        <p:spPr>
          <a:xfrm>
            <a:off x="6681948" y="3310931"/>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6" name="Rectangle 215">
            <a:extLst>
              <a:ext uri="{FF2B5EF4-FFF2-40B4-BE49-F238E27FC236}">
                <a16:creationId xmlns:a16="http://schemas.microsoft.com/office/drawing/2014/main" id="{F1F17203-F0DC-0674-4DA0-79786BFC7AFE}"/>
              </a:ext>
            </a:extLst>
          </p:cNvPr>
          <p:cNvSpPr/>
          <p:nvPr/>
        </p:nvSpPr>
        <p:spPr>
          <a:xfrm>
            <a:off x="6761812" y="3376646"/>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7" name="Rectangle 216">
            <a:extLst>
              <a:ext uri="{FF2B5EF4-FFF2-40B4-BE49-F238E27FC236}">
                <a16:creationId xmlns:a16="http://schemas.microsoft.com/office/drawing/2014/main" id="{974C729F-13E3-CA9A-F860-17896BF1BD18}"/>
              </a:ext>
            </a:extLst>
          </p:cNvPr>
          <p:cNvSpPr/>
          <p:nvPr/>
        </p:nvSpPr>
        <p:spPr>
          <a:xfrm>
            <a:off x="6397622" y="3081764"/>
            <a:ext cx="730449" cy="687969"/>
          </a:xfrm>
          <a:prstGeom prst="rect">
            <a:avLst/>
          </a:prstGeom>
          <a:noFill/>
          <a:ln w="2222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8" name="Rectangle 217">
            <a:extLst>
              <a:ext uri="{FF2B5EF4-FFF2-40B4-BE49-F238E27FC236}">
                <a16:creationId xmlns:a16="http://schemas.microsoft.com/office/drawing/2014/main" id="{1DEC30D2-A882-B2B1-7D54-FD38368E43BD}"/>
              </a:ext>
            </a:extLst>
          </p:cNvPr>
          <p:cNvSpPr/>
          <p:nvPr/>
        </p:nvSpPr>
        <p:spPr>
          <a:xfrm>
            <a:off x="6490232" y="4084295"/>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9" name="Rectangle 218">
            <a:extLst>
              <a:ext uri="{FF2B5EF4-FFF2-40B4-BE49-F238E27FC236}">
                <a16:creationId xmlns:a16="http://schemas.microsoft.com/office/drawing/2014/main" id="{321F762B-7E9A-6EE6-9A0F-3A154ED9377E}"/>
              </a:ext>
            </a:extLst>
          </p:cNvPr>
          <p:cNvSpPr/>
          <p:nvPr/>
        </p:nvSpPr>
        <p:spPr>
          <a:xfrm>
            <a:off x="6579523" y="4148261"/>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0" name="Rectangle 219">
            <a:extLst>
              <a:ext uri="{FF2B5EF4-FFF2-40B4-BE49-F238E27FC236}">
                <a16:creationId xmlns:a16="http://schemas.microsoft.com/office/drawing/2014/main" id="{7D945C37-35AE-907C-B295-5B5C286FFE45}"/>
              </a:ext>
            </a:extLst>
          </p:cNvPr>
          <p:cNvSpPr/>
          <p:nvPr/>
        </p:nvSpPr>
        <p:spPr>
          <a:xfrm>
            <a:off x="6668814" y="4208177"/>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1" name="Rectangle 220">
            <a:extLst>
              <a:ext uri="{FF2B5EF4-FFF2-40B4-BE49-F238E27FC236}">
                <a16:creationId xmlns:a16="http://schemas.microsoft.com/office/drawing/2014/main" id="{29040D32-2190-9E19-284C-9C2944024165}"/>
              </a:ext>
            </a:extLst>
          </p:cNvPr>
          <p:cNvSpPr/>
          <p:nvPr/>
        </p:nvSpPr>
        <p:spPr>
          <a:xfrm>
            <a:off x="6748678" y="4273892"/>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2" name="Rectangle 221">
            <a:extLst>
              <a:ext uri="{FF2B5EF4-FFF2-40B4-BE49-F238E27FC236}">
                <a16:creationId xmlns:a16="http://schemas.microsoft.com/office/drawing/2014/main" id="{40A1B2E3-63AF-2AA5-3149-82B000019DAE}"/>
              </a:ext>
            </a:extLst>
          </p:cNvPr>
          <p:cNvSpPr/>
          <p:nvPr/>
        </p:nvSpPr>
        <p:spPr>
          <a:xfrm>
            <a:off x="6384488" y="3979352"/>
            <a:ext cx="730449" cy="683319"/>
          </a:xfrm>
          <a:prstGeom prst="rect">
            <a:avLst/>
          </a:prstGeom>
          <a:noFill/>
          <a:ln w="2222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3" name="Rectangle 222">
            <a:extLst>
              <a:ext uri="{FF2B5EF4-FFF2-40B4-BE49-F238E27FC236}">
                <a16:creationId xmlns:a16="http://schemas.microsoft.com/office/drawing/2014/main" id="{0CFBEB96-4E44-6CB7-3DA8-4BC953415239}"/>
              </a:ext>
            </a:extLst>
          </p:cNvPr>
          <p:cNvSpPr/>
          <p:nvPr/>
        </p:nvSpPr>
        <p:spPr>
          <a:xfrm>
            <a:off x="6490232" y="5009271"/>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4" name="Rectangle 223">
            <a:extLst>
              <a:ext uri="{FF2B5EF4-FFF2-40B4-BE49-F238E27FC236}">
                <a16:creationId xmlns:a16="http://schemas.microsoft.com/office/drawing/2014/main" id="{FD61FB2D-0D61-96E3-5F29-8A3D05889254}"/>
              </a:ext>
            </a:extLst>
          </p:cNvPr>
          <p:cNvSpPr/>
          <p:nvPr/>
        </p:nvSpPr>
        <p:spPr>
          <a:xfrm>
            <a:off x="6579523" y="5073237"/>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5" name="Rectangle 224">
            <a:extLst>
              <a:ext uri="{FF2B5EF4-FFF2-40B4-BE49-F238E27FC236}">
                <a16:creationId xmlns:a16="http://schemas.microsoft.com/office/drawing/2014/main" id="{9F84A6A8-7307-F068-8A71-7F2A2A95DFA0}"/>
              </a:ext>
            </a:extLst>
          </p:cNvPr>
          <p:cNvSpPr/>
          <p:nvPr/>
        </p:nvSpPr>
        <p:spPr>
          <a:xfrm>
            <a:off x="6668814" y="5133153"/>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6" name="Rectangle 225">
            <a:extLst>
              <a:ext uri="{FF2B5EF4-FFF2-40B4-BE49-F238E27FC236}">
                <a16:creationId xmlns:a16="http://schemas.microsoft.com/office/drawing/2014/main" id="{80DA0C30-6A54-019F-ABAD-D51ADCFC9EB1}"/>
              </a:ext>
            </a:extLst>
          </p:cNvPr>
          <p:cNvSpPr/>
          <p:nvPr/>
        </p:nvSpPr>
        <p:spPr>
          <a:xfrm>
            <a:off x="6748678" y="5198868"/>
            <a:ext cx="272615" cy="290774"/>
          </a:xfrm>
          <a:prstGeom prst="rect">
            <a:avLst/>
          </a:prstGeom>
          <a:solidFill>
            <a:schemeClr val="tx2">
              <a:lumMod val="40000"/>
              <a:lumOff val="6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7" name="Rectangle 226">
            <a:extLst>
              <a:ext uri="{FF2B5EF4-FFF2-40B4-BE49-F238E27FC236}">
                <a16:creationId xmlns:a16="http://schemas.microsoft.com/office/drawing/2014/main" id="{BAAC0F4C-50D6-3F54-2AC4-6AA8F7917B5D}"/>
              </a:ext>
            </a:extLst>
          </p:cNvPr>
          <p:cNvSpPr/>
          <p:nvPr/>
        </p:nvSpPr>
        <p:spPr>
          <a:xfrm>
            <a:off x="6384488" y="4904328"/>
            <a:ext cx="730449" cy="683320"/>
          </a:xfrm>
          <a:prstGeom prst="rect">
            <a:avLst/>
          </a:prstGeom>
          <a:noFill/>
          <a:ln w="2222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8" name="Graphique 7">
            <a:extLst>
              <a:ext uri="{FF2B5EF4-FFF2-40B4-BE49-F238E27FC236}">
                <a16:creationId xmlns:a16="http://schemas.microsoft.com/office/drawing/2014/main" id="{B9496DFC-A8A4-F513-F0C6-B7C790CD9E19}"/>
              </a:ext>
            </a:extLst>
          </p:cNvPr>
          <p:cNvSpPr/>
          <p:nvPr/>
        </p:nvSpPr>
        <p:spPr>
          <a:xfrm>
            <a:off x="8171098" y="3537543"/>
            <a:ext cx="1191603" cy="1238142"/>
          </a:xfrm>
          <a:custGeom>
            <a:avLst/>
            <a:gdLst>
              <a:gd name="connsiteX0" fmla="*/ 1257068 w 2512402"/>
              <a:gd name="connsiteY0" fmla="*/ 251436 h 2727487"/>
              <a:gd name="connsiteX1" fmla="*/ 1366143 w 2512402"/>
              <a:gd name="connsiteY1" fmla="*/ 122548 h 2727487"/>
              <a:gd name="connsiteX2" fmla="*/ 1461124 w 2512402"/>
              <a:gd name="connsiteY2" fmla="*/ 102122 h 2727487"/>
              <a:gd name="connsiteX3" fmla="*/ 1498504 w 2512402"/>
              <a:gd name="connsiteY3" fmla="*/ 126225 h 2727487"/>
              <a:gd name="connsiteX4" fmla="*/ 1618813 w 2512402"/>
              <a:gd name="connsiteY4" fmla="*/ 204252 h 2727487"/>
              <a:gd name="connsiteX5" fmla="*/ 1656193 w 2512402"/>
              <a:gd name="connsiteY5" fmla="*/ 228355 h 2727487"/>
              <a:gd name="connsiteX6" fmla="*/ 1676415 w 2512402"/>
              <a:gd name="connsiteY6" fmla="*/ 323336 h 2727487"/>
              <a:gd name="connsiteX7" fmla="*/ 1603290 w 2512402"/>
              <a:gd name="connsiteY7" fmla="*/ 475714 h 2727487"/>
              <a:gd name="connsiteX8" fmla="*/ 1722169 w 2512402"/>
              <a:gd name="connsiteY8" fmla="*/ 647905 h 2727487"/>
              <a:gd name="connsiteX9" fmla="*/ 1890480 w 2512402"/>
              <a:gd name="connsiteY9" fmla="*/ 633811 h 2727487"/>
              <a:gd name="connsiteX10" fmla="*/ 1971980 w 2512402"/>
              <a:gd name="connsiteY10" fmla="*/ 686511 h 2727487"/>
              <a:gd name="connsiteX11" fmla="*/ 1981171 w 2512402"/>
              <a:gd name="connsiteY11" fmla="*/ 730018 h 2727487"/>
              <a:gd name="connsiteX12" fmla="*/ 2011198 w 2512402"/>
              <a:gd name="connsiteY12" fmla="*/ 870345 h 2727487"/>
              <a:gd name="connsiteX13" fmla="*/ 2020594 w 2512402"/>
              <a:gd name="connsiteY13" fmla="*/ 913852 h 2727487"/>
              <a:gd name="connsiteX14" fmla="*/ 1967690 w 2512402"/>
              <a:gd name="connsiteY14" fmla="*/ 995352 h 2727487"/>
              <a:gd name="connsiteX15" fmla="*/ 1808367 w 2512402"/>
              <a:gd name="connsiteY15" fmla="*/ 1051320 h 2727487"/>
              <a:gd name="connsiteX16" fmla="*/ 1770579 w 2512402"/>
              <a:gd name="connsiteY16" fmla="*/ 1257010 h 2727487"/>
              <a:gd name="connsiteX17" fmla="*/ 1899467 w 2512402"/>
              <a:gd name="connsiteY17" fmla="*/ 1366085 h 2727487"/>
              <a:gd name="connsiteX18" fmla="*/ 1919893 w 2512402"/>
              <a:gd name="connsiteY18" fmla="*/ 1461066 h 2727487"/>
              <a:gd name="connsiteX19" fmla="*/ 1895586 w 2512402"/>
              <a:gd name="connsiteY19" fmla="*/ 1498445 h 2727487"/>
              <a:gd name="connsiteX20" fmla="*/ 1817763 w 2512402"/>
              <a:gd name="connsiteY20" fmla="*/ 1618755 h 2727487"/>
              <a:gd name="connsiteX21" fmla="*/ 1793660 w 2512402"/>
              <a:gd name="connsiteY21" fmla="*/ 1656134 h 2727487"/>
              <a:gd name="connsiteX22" fmla="*/ 1698475 w 2512402"/>
              <a:gd name="connsiteY22" fmla="*/ 1676356 h 2727487"/>
              <a:gd name="connsiteX23" fmla="*/ 1546301 w 2512402"/>
              <a:gd name="connsiteY23" fmla="*/ 1603231 h 2727487"/>
              <a:gd name="connsiteX24" fmla="*/ 1374110 w 2512402"/>
              <a:gd name="connsiteY24" fmla="*/ 1722110 h 2727487"/>
              <a:gd name="connsiteX25" fmla="*/ 1388204 w 2512402"/>
              <a:gd name="connsiteY25" fmla="*/ 1890421 h 2727487"/>
              <a:gd name="connsiteX26" fmla="*/ 1335300 w 2512402"/>
              <a:gd name="connsiteY26" fmla="*/ 1971921 h 2727487"/>
              <a:gd name="connsiteX27" fmla="*/ 1291793 w 2512402"/>
              <a:gd name="connsiteY27" fmla="*/ 1981112 h 2727487"/>
              <a:gd name="connsiteX28" fmla="*/ 1151670 w 2512402"/>
              <a:gd name="connsiteY28" fmla="*/ 2011139 h 2727487"/>
              <a:gd name="connsiteX29" fmla="*/ 1108163 w 2512402"/>
              <a:gd name="connsiteY29" fmla="*/ 2020535 h 2727487"/>
              <a:gd name="connsiteX30" fmla="*/ 1026663 w 2512402"/>
              <a:gd name="connsiteY30" fmla="*/ 1967631 h 2727487"/>
              <a:gd name="connsiteX31" fmla="*/ 970695 w 2512402"/>
              <a:gd name="connsiteY31" fmla="*/ 1808308 h 2727487"/>
              <a:gd name="connsiteX32" fmla="*/ 765005 w 2512402"/>
              <a:gd name="connsiteY32" fmla="*/ 1770520 h 2727487"/>
              <a:gd name="connsiteX33" fmla="*/ 655930 w 2512402"/>
              <a:gd name="connsiteY33" fmla="*/ 1899408 h 2727487"/>
              <a:gd name="connsiteX34" fmla="*/ 560949 w 2512402"/>
              <a:gd name="connsiteY34" fmla="*/ 1919834 h 2727487"/>
              <a:gd name="connsiteX35" fmla="*/ 523570 w 2512402"/>
              <a:gd name="connsiteY35" fmla="*/ 1895527 h 2727487"/>
              <a:gd name="connsiteX36" fmla="*/ 403260 w 2512402"/>
              <a:gd name="connsiteY36" fmla="*/ 1817704 h 2727487"/>
              <a:gd name="connsiteX37" fmla="*/ 365881 w 2512402"/>
              <a:gd name="connsiteY37" fmla="*/ 1793601 h 2727487"/>
              <a:gd name="connsiteX38" fmla="*/ 345659 w 2512402"/>
              <a:gd name="connsiteY38" fmla="*/ 1698620 h 2727487"/>
              <a:gd name="connsiteX39" fmla="*/ 418580 w 2512402"/>
              <a:gd name="connsiteY39" fmla="*/ 1546242 h 2727487"/>
              <a:gd name="connsiteX40" fmla="*/ 299904 w 2512402"/>
              <a:gd name="connsiteY40" fmla="*/ 1374051 h 2727487"/>
              <a:gd name="connsiteX41" fmla="*/ 131594 w 2512402"/>
              <a:gd name="connsiteY41" fmla="*/ 1388145 h 2727487"/>
              <a:gd name="connsiteX42" fmla="*/ 50094 w 2512402"/>
              <a:gd name="connsiteY42" fmla="*/ 1335241 h 2727487"/>
              <a:gd name="connsiteX43" fmla="*/ 40902 w 2512402"/>
              <a:gd name="connsiteY43" fmla="*/ 1291734 h 2727487"/>
              <a:gd name="connsiteX44" fmla="*/ 10876 w 2512402"/>
              <a:gd name="connsiteY44" fmla="*/ 1151611 h 2727487"/>
              <a:gd name="connsiteX45" fmla="*/ 1480 w 2512402"/>
              <a:gd name="connsiteY45" fmla="*/ 1108104 h 2727487"/>
              <a:gd name="connsiteX46" fmla="*/ 54384 w 2512402"/>
              <a:gd name="connsiteY46" fmla="*/ 1026604 h 2727487"/>
              <a:gd name="connsiteX47" fmla="*/ 213502 w 2512402"/>
              <a:gd name="connsiteY47" fmla="*/ 970637 h 2727487"/>
              <a:gd name="connsiteX48" fmla="*/ 251495 w 2512402"/>
              <a:gd name="connsiteY48" fmla="*/ 764947 h 2727487"/>
              <a:gd name="connsiteX49" fmla="*/ 122607 w 2512402"/>
              <a:gd name="connsiteY49" fmla="*/ 655872 h 2727487"/>
              <a:gd name="connsiteX50" fmla="*/ 102180 w 2512402"/>
              <a:gd name="connsiteY50" fmla="*/ 560891 h 2727487"/>
              <a:gd name="connsiteX51" fmla="*/ 126283 w 2512402"/>
              <a:gd name="connsiteY51" fmla="*/ 523511 h 2727487"/>
              <a:gd name="connsiteX52" fmla="*/ 204311 w 2512402"/>
              <a:gd name="connsiteY52" fmla="*/ 403202 h 2727487"/>
              <a:gd name="connsiteX53" fmla="*/ 228413 w 2512402"/>
              <a:gd name="connsiteY53" fmla="*/ 365822 h 2727487"/>
              <a:gd name="connsiteX54" fmla="*/ 323394 w 2512402"/>
              <a:gd name="connsiteY54" fmla="*/ 345600 h 2727487"/>
              <a:gd name="connsiteX55" fmla="*/ 475773 w 2512402"/>
              <a:gd name="connsiteY55" fmla="*/ 418521 h 2727487"/>
              <a:gd name="connsiteX56" fmla="*/ 647964 w 2512402"/>
              <a:gd name="connsiteY56" fmla="*/ 299846 h 2727487"/>
              <a:gd name="connsiteX57" fmla="*/ 633870 w 2512402"/>
              <a:gd name="connsiteY57" fmla="*/ 131535 h 2727487"/>
              <a:gd name="connsiteX58" fmla="*/ 633666 w 2512402"/>
              <a:gd name="connsiteY58" fmla="*/ 129901 h 2727487"/>
              <a:gd name="connsiteX59" fmla="*/ 633666 w 2512402"/>
              <a:gd name="connsiteY59" fmla="*/ 128063 h 2727487"/>
              <a:gd name="connsiteX60" fmla="*/ 633462 w 2512402"/>
              <a:gd name="connsiteY60" fmla="*/ 126225 h 2727487"/>
              <a:gd name="connsiteX61" fmla="*/ 633462 w 2512402"/>
              <a:gd name="connsiteY61" fmla="*/ 124591 h 2727487"/>
              <a:gd name="connsiteX62" fmla="*/ 633462 w 2512402"/>
              <a:gd name="connsiteY62" fmla="*/ 122752 h 2727487"/>
              <a:gd name="connsiteX63" fmla="*/ 633462 w 2512402"/>
              <a:gd name="connsiteY63" fmla="*/ 121118 h 2727487"/>
              <a:gd name="connsiteX64" fmla="*/ 633666 w 2512402"/>
              <a:gd name="connsiteY64" fmla="*/ 119280 h 2727487"/>
              <a:gd name="connsiteX65" fmla="*/ 633666 w 2512402"/>
              <a:gd name="connsiteY65" fmla="*/ 117646 h 2727487"/>
              <a:gd name="connsiteX66" fmla="*/ 633870 w 2512402"/>
              <a:gd name="connsiteY66" fmla="*/ 115807 h 2727487"/>
              <a:gd name="connsiteX67" fmla="*/ 633870 w 2512402"/>
              <a:gd name="connsiteY67" fmla="*/ 114173 h 2727487"/>
              <a:gd name="connsiteX68" fmla="*/ 634074 w 2512402"/>
              <a:gd name="connsiteY68" fmla="*/ 112539 h 2727487"/>
              <a:gd name="connsiteX69" fmla="*/ 634279 w 2512402"/>
              <a:gd name="connsiteY69" fmla="*/ 110701 h 2727487"/>
              <a:gd name="connsiteX70" fmla="*/ 634687 w 2512402"/>
              <a:gd name="connsiteY70" fmla="*/ 109067 h 2727487"/>
              <a:gd name="connsiteX71" fmla="*/ 634891 w 2512402"/>
              <a:gd name="connsiteY71" fmla="*/ 107433 h 2727487"/>
              <a:gd name="connsiteX72" fmla="*/ 635300 w 2512402"/>
              <a:gd name="connsiteY72" fmla="*/ 105799 h 2727487"/>
              <a:gd name="connsiteX73" fmla="*/ 635504 w 2512402"/>
              <a:gd name="connsiteY73" fmla="*/ 104164 h 2727487"/>
              <a:gd name="connsiteX74" fmla="*/ 635913 w 2512402"/>
              <a:gd name="connsiteY74" fmla="*/ 102530 h 2727487"/>
              <a:gd name="connsiteX75" fmla="*/ 636321 w 2512402"/>
              <a:gd name="connsiteY75" fmla="*/ 100896 h 2727487"/>
              <a:gd name="connsiteX76" fmla="*/ 636730 w 2512402"/>
              <a:gd name="connsiteY76" fmla="*/ 99262 h 2727487"/>
              <a:gd name="connsiteX77" fmla="*/ 637343 w 2512402"/>
              <a:gd name="connsiteY77" fmla="*/ 97628 h 2727487"/>
              <a:gd name="connsiteX78" fmla="*/ 637343 w 2512402"/>
              <a:gd name="connsiteY78" fmla="*/ 97628 h 2727487"/>
              <a:gd name="connsiteX79" fmla="*/ 637751 w 2512402"/>
              <a:gd name="connsiteY79" fmla="*/ 95994 h 2727487"/>
              <a:gd name="connsiteX80" fmla="*/ 638364 w 2512402"/>
              <a:gd name="connsiteY80" fmla="*/ 94360 h 2727487"/>
              <a:gd name="connsiteX81" fmla="*/ 638772 w 2512402"/>
              <a:gd name="connsiteY81" fmla="*/ 92930 h 2727487"/>
              <a:gd name="connsiteX82" fmla="*/ 639385 w 2512402"/>
              <a:gd name="connsiteY82" fmla="*/ 91296 h 2727487"/>
              <a:gd name="connsiteX83" fmla="*/ 639998 w 2512402"/>
              <a:gd name="connsiteY83" fmla="*/ 89866 h 2727487"/>
              <a:gd name="connsiteX84" fmla="*/ 640611 w 2512402"/>
              <a:gd name="connsiteY84" fmla="*/ 88232 h 2727487"/>
              <a:gd name="connsiteX85" fmla="*/ 641428 w 2512402"/>
              <a:gd name="connsiteY85" fmla="*/ 86802 h 2727487"/>
              <a:gd name="connsiteX86" fmla="*/ 642041 w 2512402"/>
              <a:gd name="connsiteY86" fmla="*/ 85373 h 2727487"/>
              <a:gd name="connsiteX87" fmla="*/ 642858 w 2512402"/>
              <a:gd name="connsiteY87" fmla="*/ 83943 h 2727487"/>
              <a:gd name="connsiteX88" fmla="*/ 643675 w 2512402"/>
              <a:gd name="connsiteY88" fmla="*/ 82513 h 2727487"/>
              <a:gd name="connsiteX89" fmla="*/ 644287 w 2512402"/>
              <a:gd name="connsiteY89" fmla="*/ 81083 h 2727487"/>
              <a:gd name="connsiteX90" fmla="*/ 645104 w 2512402"/>
              <a:gd name="connsiteY90" fmla="*/ 79653 h 2727487"/>
              <a:gd name="connsiteX91" fmla="*/ 645104 w 2512402"/>
              <a:gd name="connsiteY91" fmla="*/ 79653 h 2727487"/>
              <a:gd name="connsiteX92" fmla="*/ 646126 w 2512402"/>
              <a:gd name="connsiteY92" fmla="*/ 78223 h 2727487"/>
              <a:gd name="connsiteX93" fmla="*/ 646126 w 2512402"/>
              <a:gd name="connsiteY93" fmla="*/ 78223 h 2727487"/>
              <a:gd name="connsiteX94" fmla="*/ 646943 w 2512402"/>
              <a:gd name="connsiteY94" fmla="*/ 76998 h 2727487"/>
              <a:gd name="connsiteX95" fmla="*/ 646943 w 2512402"/>
              <a:gd name="connsiteY95" fmla="*/ 76998 h 2727487"/>
              <a:gd name="connsiteX96" fmla="*/ 647760 w 2512402"/>
              <a:gd name="connsiteY96" fmla="*/ 75568 h 2727487"/>
              <a:gd name="connsiteX97" fmla="*/ 648781 w 2512402"/>
              <a:gd name="connsiteY97" fmla="*/ 74342 h 2727487"/>
              <a:gd name="connsiteX98" fmla="*/ 649802 w 2512402"/>
              <a:gd name="connsiteY98" fmla="*/ 73117 h 2727487"/>
              <a:gd name="connsiteX99" fmla="*/ 649802 w 2512402"/>
              <a:gd name="connsiteY99" fmla="*/ 73117 h 2727487"/>
              <a:gd name="connsiteX100" fmla="*/ 650824 w 2512402"/>
              <a:gd name="connsiteY100" fmla="*/ 71891 h 2727487"/>
              <a:gd name="connsiteX101" fmla="*/ 651845 w 2512402"/>
              <a:gd name="connsiteY101" fmla="*/ 70666 h 2727487"/>
              <a:gd name="connsiteX102" fmla="*/ 652866 w 2512402"/>
              <a:gd name="connsiteY102" fmla="*/ 69440 h 2727487"/>
              <a:gd name="connsiteX103" fmla="*/ 653888 w 2512402"/>
              <a:gd name="connsiteY103" fmla="*/ 68215 h 2727487"/>
              <a:gd name="connsiteX104" fmla="*/ 656135 w 2512402"/>
              <a:gd name="connsiteY104" fmla="*/ 65968 h 2727487"/>
              <a:gd name="connsiteX105" fmla="*/ 656135 w 2512402"/>
              <a:gd name="connsiteY105" fmla="*/ 65968 h 2727487"/>
              <a:gd name="connsiteX106" fmla="*/ 657360 w 2512402"/>
              <a:gd name="connsiteY106" fmla="*/ 64947 h 2727487"/>
              <a:gd name="connsiteX107" fmla="*/ 657360 w 2512402"/>
              <a:gd name="connsiteY107" fmla="*/ 64947 h 2727487"/>
              <a:gd name="connsiteX108" fmla="*/ 658586 w 2512402"/>
              <a:gd name="connsiteY108" fmla="*/ 63925 h 2727487"/>
              <a:gd name="connsiteX109" fmla="*/ 659811 w 2512402"/>
              <a:gd name="connsiteY109" fmla="*/ 62904 h 2727487"/>
              <a:gd name="connsiteX110" fmla="*/ 659811 w 2512402"/>
              <a:gd name="connsiteY110" fmla="*/ 62904 h 2727487"/>
              <a:gd name="connsiteX111" fmla="*/ 661037 w 2512402"/>
              <a:gd name="connsiteY111" fmla="*/ 61883 h 2727487"/>
              <a:gd name="connsiteX112" fmla="*/ 661037 w 2512402"/>
              <a:gd name="connsiteY112" fmla="*/ 61883 h 2727487"/>
              <a:gd name="connsiteX113" fmla="*/ 662262 w 2512402"/>
              <a:gd name="connsiteY113" fmla="*/ 60861 h 2727487"/>
              <a:gd name="connsiteX114" fmla="*/ 662262 w 2512402"/>
              <a:gd name="connsiteY114" fmla="*/ 60861 h 2727487"/>
              <a:gd name="connsiteX115" fmla="*/ 663692 w 2512402"/>
              <a:gd name="connsiteY115" fmla="*/ 59840 h 2727487"/>
              <a:gd name="connsiteX116" fmla="*/ 664918 w 2512402"/>
              <a:gd name="connsiteY116" fmla="*/ 59023 h 2727487"/>
              <a:gd name="connsiteX117" fmla="*/ 664918 w 2512402"/>
              <a:gd name="connsiteY117" fmla="*/ 59023 h 2727487"/>
              <a:gd name="connsiteX118" fmla="*/ 666348 w 2512402"/>
              <a:gd name="connsiteY118" fmla="*/ 58206 h 2727487"/>
              <a:gd name="connsiteX119" fmla="*/ 666348 w 2512402"/>
              <a:gd name="connsiteY119" fmla="*/ 58206 h 2727487"/>
              <a:gd name="connsiteX120" fmla="*/ 667777 w 2512402"/>
              <a:gd name="connsiteY120" fmla="*/ 57389 h 2727487"/>
              <a:gd name="connsiteX121" fmla="*/ 669207 w 2512402"/>
              <a:gd name="connsiteY121" fmla="*/ 56572 h 2727487"/>
              <a:gd name="connsiteX122" fmla="*/ 669207 w 2512402"/>
              <a:gd name="connsiteY122" fmla="*/ 56572 h 2727487"/>
              <a:gd name="connsiteX123" fmla="*/ 670637 w 2512402"/>
              <a:gd name="connsiteY123" fmla="*/ 55755 h 2727487"/>
              <a:gd name="connsiteX124" fmla="*/ 670637 w 2512402"/>
              <a:gd name="connsiteY124" fmla="*/ 55755 h 2727487"/>
              <a:gd name="connsiteX125" fmla="*/ 672067 w 2512402"/>
              <a:gd name="connsiteY125" fmla="*/ 54938 h 2727487"/>
              <a:gd name="connsiteX126" fmla="*/ 673701 w 2512402"/>
              <a:gd name="connsiteY126" fmla="*/ 54325 h 2727487"/>
              <a:gd name="connsiteX127" fmla="*/ 673701 w 2512402"/>
              <a:gd name="connsiteY127" fmla="*/ 54325 h 2727487"/>
              <a:gd name="connsiteX128" fmla="*/ 675131 w 2512402"/>
              <a:gd name="connsiteY128" fmla="*/ 53712 h 2727487"/>
              <a:gd name="connsiteX129" fmla="*/ 675131 w 2512402"/>
              <a:gd name="connsiteY129" fmla="*/ 53712 h 2727487"/>
              <a:gd name="connsiteX130" fmla="*/ 678399 w 2512402"/>
              <a:gd name="connsiteY130" fmla="*/ 52487 h 2727487"/>
              <a:gd name="connsiteX131" fmla="*/ 681463 w 2512402"/>
              <a:gd name="connsiteY131" fmla="*/ 51465 h 2727487"/>
              <a:gd name="connsiteX132" fmla="*/ 683301 w 2512402"/>
              <a:gd name="connsiteY132" fmla="*/ 50853 h 2727487"/>
              <a:gd name="connsiteX133" fmla="*/ 683301 w 2512402"/>
              <a:gd name="connsiteY133" fmla="*/ 50853 h 2727487"/>
              <a:gd name="connsiteX134" fmla="*/ 684935 w 2512402"/>
              <a:gd name="connsiteY134" fmla="*/ 50444 h 2727487"/>
              <a:gd name="connsiteX135" fmla="*/ 684935 w 2512402"/>
              <a:gd name="connsiteY135" fmla="*/ 50444 h 2727487"/>
              <a:gd name="connsiteX136" fmla="*/ 686569 w 2512402"/>
              <a:gd name="connsiteY136" fmla="*/ 50036 h 2727487"/>
              <a:gd name="connsiteX137" fmla="*/ 686569 w 2512402"/>
              <a:gd name="connsiteY137" fmla="*/ 50036 h 2727487"/>
              <a:gd name="connsiteX138" fmla="*/ 730077 w 2512402"/>
              <a:gd name="connsiteY138" fmla="*/ 40844 h 2727487"/>
              <a:gd name="connsiteX139" fmla="*/ 870404 w 2512402"/>
              <a:gd name="connsiteY139" fmla="*/ 10818 h 2727487"/>
              <a:gd name="connsiteX140" fmla="*/ 913911 w 2512402"/>
              <a:gd name="connsiteY140" fmla="*/ 1422 h 2727487"/>
              <a:gd name="connsiteX141" fmla="*/ 995411 w 2512402"/>
              <a:gd name="connsiteY141" fmla="*/ 54325 h 2727487"/>
              <a:gd name="connsiteX142" fmla="*/ 1051378 w 2512402"/>
              <a:gd name="connsiteY142" fmla="*/ 213444 h 2727487"/>
              <a:gd name="connsiteX143" fmla="*/ 1257068 w 2512402"/>
              <a:gd name="connsiteY143" fmla="*/ 251436 h 2727487"/>
              <a:gd name="connsiteX144" fmla="*/ 2465677 w 2512402"/>
              <a:gd name="connsiteY144" fmla="*/ 2363692 h 2727487"/>
              <a:gd name="connsiteX145" fmla="*/ 2482835 w 2512402"/>
              <a:gd name="connsiteY145" fmla="*/ 2419659 h 2727487"/>
              <a:gd name="connsiteX146" fmla="*/ 2435242 w 2512402"/>
              <a:gd name="connsiteY146" fmla="*/ 2509534 h 2727487"/>
              <a:gd name="connsiteX147" fmla="*/ 2379479 w 2512402"/>
              <a:gd name="connsiteY147" fmla="*/ 2526692 h 2727487"/>
              <a:gd name="connsiteX148" fmla="*/ 2294098 w 2512402"/>
              <a:gd name="connsiteY148" fmla="*/ 2481346 h 2727487"/>
              <a:gd name="connsiteX149" fmla="*/ 2208717 w 2512402"/>
              <a:gd name="connsiteY149" fmla="*/ 2552020 h 2727487"/>
              <a:gd name="connsiteX150" fmla="*/ 2237110 w 2512402"/>
              <a:gd name="connsiteY150" fmla="*/ 2644346 h 2727487"/>
              <a:gd name="connsiteX151" fmla="*/ 2209739 w 2512402"/>
              <a:gd name="connsiteY151" fmla="*/ 2696023 h 2727487"/>
              <a:gd name="connsiteX152" fmla="*/ 2112511 w 2512402"/>
              <a:gd name="connsiteY152" fmla="*/ 2725845 h 2727487"/>
              <a:gd name="connsiteX153" fmla="*/ 2060833 w 2512402"/>
              <a:gd name="connsiteY153" fmla="*/ 2698475 h 2727487"/>
              <a:gd name="connsiteX154" fmla="*/ 2032441 w 2512402"/>
              <a:gd name="connsiteY154" fmla="*/ 2606149 h 2727487"/>
              <a:gd name="connsiteX155" fmla="*/ 1922140 w 2512402"/>
              <a:gd name="connsiteY155" fmla="*/ 2595732 h 2727487"/>
              <a:gd name="connsiteX156" fmla="*/ 1876999 w 2512402"/>
              <a:gd name="connsiteY156" fmla="*/ 2680908 h 2727487"/>
              <a:gd name="connsiteX157" fmla="*/ 1821031 w 2512402"/>
              <a:gd name="connsiteY157" fmla="*/ 2698066 h 2727487"/>
              <a:gd name="connsiteX158" fmla="*/ 1731157 w 2512402"/>
              <a:gd name="connsiteY158" fmla="*/ 2650473 h 2727487"/>
              <a:gd name="connsiteX159" fmla="*/ 1713999 w 2512402"/>
              <a:gd name="connsiteY159" fmla="*/ 2594710 h 2727487"/>
              <a:gd name="connsiteX160" fmla="*/ 1759345 w 2512402"/>
              <a:gd name="connsiteY160" fmla="*/ 2509330 h 2727487"/>
              <a:gd name="connsiteX161" fmla="*/ 1688670 w 2512402"/>
              <a:gd name="connsiteY161" fmla="*/ 2423949 h 2727487"/>
              <a:gd name="connsiteX162" fmla="*/ 1596345 w 2512402"/>
              <a:gd name="connsiteY162" fmla="*/ 2452341 h 2727487"/>
              <a:gd name="connsiteX163" fmla="*/ 1544667 w 2512402"/>
              <a:gd name="connsiteY163" fmla="*/ 2424970 h 2727487"/>
              <a:gd name="connsiteX164" fmla="*/ 1514845 w 2512402"/>
              <a:gd name="connsiteY164" fmla="*/ 2327742 h 2727487"/>
              <a:gd name="connsiteX165" fmla="*/ 1542216 w 2512402"/>
              <a:gd name="connsiteY165" fmla="*/ 2276064 h 2727487"/>
              <a:gd name="connsiteX166" fmla="*/ 1634542 w 2512402"/>
              <a:gd name="connsiteY166" fmla="*/ 2247672 h 2727487"/>
              <a:gd name="connsiteX167" fmla="*/ 1644959 w 2512402"/>
              <a:gd name="connsiteY167" fmla="*/ 2137372 h 2727487"/>
              <a:gd name="connsiteX168" fmla="*/ 1559782 w 2512402"/>
              <a:gd name="connsiteY168" fmla="*/ 2092230 h 2727487"/>
              <a:gd name="connsiteX169" fmla="*/ 1542624 w 2512402"/>
              <a:gd name="connsiteY169" fmla="*/ 2036263 h 2727487"/>
              <a:gd name="connsiteX170" fmla="*/ 1590217 w 2512402"/>
              <a:gd name="connsiteY170" fmla="*/ 1946388 h 2727487"/>
              <a:gd name="connsiteX171" fmla="*/ 1645980 w 2512402"/>
              <a:gd name="connsiteY171" fmla="*/ 1929230 h 2727487"/>
              <a:gd name="connsiteX172" fmla="*/ 1731361 w 2512402"/>
              <a:gd name="connsiteY172" fmla="*/ 1974576 h 2727487"/>
              <a:gd name="connsiteX173" fmla="*/ 1816742 w 2512402"/>
              <a:gd name="connsiteY173" fmla="*/ 1903902 h 2727487"/>
              <a:gd name="connsiteX174" fmla="*/ 1788350 w 2512402"/>
              <a:gd name="connsiteY174" fmla="*/ 1811576 h 2727487"/>
              <a:gd name="connsiteX175" fmla="*/ 1815720 w 2512402"/>
              <a:gd name="connsiteY175" fmla="*/ 1759898 h 2727487"/>
              <a:gd name="connsiteX176" fmla="*/ 1912948 w 2512402"/>
              <a:gd name="connsiteY176" fmla="*/ 1730076 h 2727487"/>
              <a:gd name="connsiteX177" fmla="*/ 1964626 w 2512402"/>
              <a:gd name="connsiteY177" fmla="*/ 1757447 h 2727487"/>
              <a:gd name="connsiteX178" fmla="*/ 1993018 w 2512402"/>
              <a:gd name="connsiteY178" fmla="*/ 1849773 h 2727487"/>
              <a:gd name="connsiteX179" fmla="*/ 2103319 w 2512402"/>
              <a:gd name="connsiteY179" fmla="*/ 1860190 h 2727487"/>
              <a:gd name="connsiteX180" fmla="*/ 2148665 w 2512402"/>
              <a:gd name="connsiteY180" fmla="*/ 1775014 h 2727487"/>
              <a:gd name="connsiteX181" fmla="*/ 2204428 w 2512402"/>
              <a:gd name="connsiteY181" fmla="*/ 1757856 h 2727487"/>
              <a:gd name="connsiteX182" fmla="*/ 2294302 w 2512402"/>
              <a:gd name="connsiteY182" fmla="*/ 1805448 h 2727487"/>
              <a:gd name="connsiteX183" fmla="*/ 2311460 w 2512402"/>
              <a:gd name="connsiteY183" fmla="*/ 1861212 h 2727487"/>
              <a:gd name="connsiteX184" fmla="*/ 2266114 w 2512402"/>
              <a:gd name="connsiteY184" fmla="*/ 1946592 h 2727487"/>
              <a:gd name="connsiteX185" fmla="*/ 2336789 w 2512402"/>
              <a:gd name="connsiteY185" fmla="*/ 2031973 h 2727487"/>
              <a:gd name="connsiteX186" fmla="*/ 2429114 w 2512402"/>
              <a:gd name="connsiteY186" fmla="*/ 2003581 h 2727487"/>
              <a:gd name="connsiteX187" fmla="*/ 2480792 w 2512402"/>
              <a:gd name="connsiteY187" fmla="*/ 2030952 h 2727487"/>
              <a:gd name="connsiteX188" fmla="*/ 2510614 w 2512402"/>
              <a:gd name="connsiteY188" fmla="*/ 2128180 h 2727487"/>
              <a:gd name="connsiteX189" fmla="*/ 2483243 w 2512402"/>
              <a:gd name="connsiteY189" fmla="*/ 2179858 h 2727487"/>
              <a:gd name="connsiteX190" fmla="*/ 2390918 w 2512402"/>
              <a:gd name="connsiteY190" fmla="*/ 2208250 h 2727487"/>
              <a:gd name="connsiteX191" fmla="*/ 2380500 w 2512402"/>
              <a:gd name="connsiteY191" fmla="*/ 2318550 h 2727487"/>
              <a:gd name="connsiteX192" fmla="*/ 2465677 w 2512402"/>
              <a:gd name="connsiteY192" fmla="*/ 2363692 h 2727487"/>
              <a:gd name="connsiteX193" fmla="*/ 1828793 w 2512402"/>
              <a:gd name="connsiteY193" fmla="*/ 2130427 h 2727487"/>
              <a:gd name="connsiteX194" fmla="*/ 2110264 w 2512402"/>
              <a:gd name="connsiteY194" fmla="*/ 2043820 h 2727487"/>
              <a:gd name="connsiteX195" fmla="*/ 2196870 w 2512402"/>
              <a:gd name="connsiteY195" fmla="*/ 2325495 h 2727487"/>
              <a:gd name="connsiteX196" fmla="*/ 1915195 w 2512402"/>
              <a:gd name="connsiteY196" fmla="*/ 2412102 h 2727487"/>
              <a:gd name="connsiteX197" fmla="*/ 1828793 w 2512402"/>
              <a:gd name="connsiteY197" fmla="*/ 2130427 h 2727487"/>
              <a:gd name="connsiteX198" fmla="*/ 947614 w 2512402"/>
              <a:gd name="connsiteY198" fmla="*/ 714494 h 2727487"/>
              <a:gd name="connsiteX199" fmla="*/ 1175773 w 2512402"/>
              <a:gd name="connsiteY199" fmla="*/ 756572 h 2727487"/>
              <a:gd name="connsiteX200" fmla="*/ 1307316 w 2512402"/>
              <a:gd name="connsiteY200" fmla="*/ 947555 h 2727487"/>
              <a:gd name="connsiteX201" fmla="*/ 1265443 w 2512402"/>
              <a:gd name="connsiteY201" fmla="*/ 1175714 h 2727487"/>
              <a:gd name="connsiteX202" fmla="*/ 1074460 w 2512402"/>
              <a:gd name="connsiteY202" fmla="*/ 1307258 h 2727487"/>
              <a:gd name="connsiteX203" fmla="*/ 846301 w 2512402"/>
              <a:gd name="connsiteY203" fmla="*/ 1265384 h 2727487"/>
              <a:gd name="connsiteX204" fmla="*/ 714553 w 2512402"/>
              <a:gd name="connsiteY204" fmla="*/ 1074401 h 2727487"/>
              <a:gd name="connsiteX205" fmla="*/ 756631 w 2512402"/>
              <a:gd name="connsiteY205" fmla="*/ 846242 h 2727487"/>
              <a:gd name="connsiteX206" fmla="*/ 947614 w 2512402"/>
              <a:gd name="connsiteY206" fmla="*/ 714494 h 2727487"/>
              <a:gd name="connsiteX207" fmla="*/ 1097745 w 2512402"/>
              <a:gd name="connsiteY207" fmla="*/ 877085 h 2727487"/>
              <a:gd name="connsiteX208" fmla="*/ 977640 w 2512402"/>
              <a:gd name="connsiteY208" fmla="*/ 855025 h 2727487"/>
              <a:gd name="connsiteX209" fmla="*/ 877144 w 2512402"/>
              <a:gd name="connsiteY209" fmla="*/ 924270 h 2727487"/>
              <a:gd name="connsiteX210" fmla="*/ 855084 w 2512402"/>
              <a:gd name="connsiteY210" fmla="*/ 1044375 h 2727487"/>
              <a:gd name="connsiteX211" fmla="*/ 924328 w 2512402"/>
              <a:gd name="connsiteY211" fmla="*/ 1144871 h 2727487"/>
              <a:gd name="connsiteX212" fmla="*/ 1044433 w 2512402"/>
              <a:gd name="connsiteY212" fmla="*/ 1166931 h 2727487"/>
              <a:gd name="connsiteX213" fmla="*/ 1144930 w 2512402"/>
              <a:gd name="connsiteY213" fmla="*/ 1097687 h 2727487"/>
              <a:gd name="connsiteX214" fmla="*/ 1166990 w 2512402"/>
              <a:gd name="connsiteY214" fmla="*/ 977582 h 2727487"/>
              <a:gd name="connsiteX215" fmla="*/ 1097745 w 2512402"/>
              <a:gd name="connsiteY215" fmla="*/ 877085 h 2727487"/>
              <a:gd name="connsiteX216" fmla="*/ 887357 w 2512402"/>
              <a:gd name="connsiteY216" fmla="*/ 432819 h 2727487"/>
              <a:gd name="connsiteX217" fmla="*/ 1589196 w 2512402"/>
              <a:gd name="connsiteY217" fmla="*/ 887298 h 2727487"/>
              <a:gd name="connsiteX218" fmla="*/ 1134716 w 2512402"/>
              <a:gd name="connsiteY218" fmla="*/ 1589137 h 2727487"/>
              <a:gd name="connsiteX219" fmla="*/ 432878 w 2512402"/>
              <a:gd name="connsiteY219" fmla="*/ 1134658 h 2727487"/>
              <a:gd name="connsiteX220" fmla="*/ 887357 w 2512402"/>
              <a:gd name="connsiteY220" fmla="*/ 432819 h 2727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Lst>
            <a:rect l="l" t="t" r="r" b="b"/>
            <a:pathLst>
              <a:path w="2512402" h="2727487">
                <a:moveTo>
                  <a:pt x="1257068" y="251436"/>
                </a:moveTo>
                <a:lnTo>
                  <a:pt x="1366143" y="122548"/>
                </a:lnTo>
                <a:cubicBezTo>
                  <a:pt x="1390450" y="93543"/>
                  <a:pt x="1429464" y="81696"/>
                  <a:pt x="1461124" y="102122"/>
                </a:cubicBezTo>
                <a:lnTo>
                  <a:pt x="1498504" y="126225"/>
                </a:lnTo>
                <a:lnTo>
                  <a:pt x="1618813" y="204252"/>
                </a:lnTo>
                <a:lnTo>
                  <a:pt x="1656193" y="228355"/>
                </a:lnTo>
                <a:cubicBezTo>
                  <a:pt x="1687853" y="248985"/>
                  <a:pt x="1692756" y="289429"/>
                  <a:pt x="1676415" y="323336"/>
                </a:cubicBezTo>
                <a:lnTo>
                  <a:pt x="1603290" y="475714"/>
                </a:lnTo>
                <a:cubicBezTo>
                  <a:pt x="1649861" y="526983"/>
                  <a:pt x="1689896" y="584789"/>
                  <a:pt x="1722169" y="647905"/>
                </a:cubicBezTo>
                <a:lnTo>
                  <a:pt x="1890480" y="633811"/>
                </a:lnTo>
                <a:cubicBezTo>
                  <a:pt x="1928064" y="630543"/>
                  <a:pt x="1964013" y="649539"/>
                  <a:pt x="1971980" y="686511"/>
                </a:cubicBezTo>
                <a:lnTo>
                  <a:pt x="1981171" y="730018"/>
                </a:lnTo>
                <a:lnTo>
                  <a:pt x="2011198" y="870345"/>
                </a:lnTo>
                <a:lnTo>
                  <a:pt x="2020594" y="913852"/>
                </a:lnTo>
                <a:cubicBezTo>
                  <a:pt x="2028355" y="950823"/>
                  <a:pt x="2003436" y="982688"/>
                  <a:pt x="1967690" y="995352"/>
                </a:cubicBezTo>
                <a:lnTo>
                  <a:pt x="1808367" y="1051320"/>
                </a:lnTo>
                <a:cubicBezTo>
                  <a:pt x="1804895" y="1121994"/>
                  <a:pt x="1792026" y="1191238"/>
                  <a:pt x="1770579" y="1257010"/>
                </a:cubicBezTo>
                <a:lnTo>
                  <a:pt x="1899467" y="1366085"/>
                </a:lnTo>
                <a:cubicBezTo>
                  <a:pt x="1928268" y="1390392"/>
                  <a:pt x="1940319" y="1429405"/>
                  <a:pt x="1919893" y="1461066"/>
                </a:cubicBezTo>
                <a:lnTo>
                  <a:pt x="1895586" y="1498445"/>
                </a:lnTo>
                <a:lnTo>
                  <a:pt x="1817763" y="1618755"/>
                </a:lnTo>
                <a:lnTo>
                  <a:pt x="1793660" y="1656134"/>
                </a:lnTo>
                <a:cubicBezTo>
                  <a:pt x="1773030" y="1687795"/>
                  <a:pt x="1732586" y="1692697"/>
                  <a:pt x="1698475" y="1676356"/>
                </a:cubicBezTo>
                <a:lnTo>
                  <a:pt x="1546301" y="1603231"/>
                </a:lnTo>
                <a:cubicBezTo>
                  <a:pt x="1495032" y="1649802"/>
                  <a:pt x="1437226" y="1689837"/>
                  <a:pt x="1374110" y="1722110"/>
                </a:cubicBezTo>
                <a:lnTo>
                  <a:pt x="1388204" y="1890421"/>
                </a:lnTo>
                <a:cubicBezTo>
                  <a:pt x="1391267" y="1928005"/>
                  <a:pt x="1372271" y="1963954"/>
                  <a:pt x="1335300" y="1971921"/>
                </a:cubicBezTo>
                <a:lnTo>
                  <a:pt x="1291793" y="1981112"/>
                </a:lnTo>
                <a:lnTo>
                  <a:pt x="1151670" y="2011139"/>
                </a:lnTo>
                <a:lnTo>
                  <a:pt x="1108163" y="2020535"/>
                </a:lnTo>
                <a:cubicBezTo>
                  <a:pt x="1071192" y="2028296"/>
                  <a:pt x="1039123" y="2003377"/>
                  <a:pt x="1026663" y="1967631"/>
                </a:cubicBezTo>
                <a:lnTo>
                  <a:pt x="970695" y="1808308"/>
                </a:lnTo>
                <a:cubicBezTo>
                  <a:pt x="899817" y="1804836"/>
                  <a:pt x="830777" y="1791967"/>
                  <a:pt x="765005" y="1770520"/>
                </a:cubicBezTo>
                <a:lnTo>
                  <a:pt x="655930" y="1899408"/>
                </a:lnTo>
                <a:cubicBezTo>
                  <a:pt x="631419" y="1928209"/>
                  <a:pt x="592610" y="1940260"/>
                  <a:pt x="560949" y="1919834"/>
                </a:cubicBezTo>
                <a:lnTo>
                  <a:pt x="523570" y="1895527"/>
                </a:lnTo>
                <a:lnTo>
                  <a:pt x="403260" y="1817704"/>
                </a:lnTo>
                <a:lnTo>
                  <a:pt x="365881" y="1793601"/>
                </a:lnTo>
                <a:cubicBezTo>
                  <a:pt x="334220" y="1772971"/>
                  <a:pt x="329318" y="1732528"/>
                  <a:pt x="345659" y="1698620"/>
                </a:cubicBezTo>
                <a:lnTo>
                  <a:pt x="418580" y="1546242"/>
                </a:lnTo>
                <a:cubicBezTo>
                  <a:pt x="372213" y="1494973"/>
                  <a:pt x="332178" y="1437167"/>
                  <a:pt x="299904" y="1374051"/>
                </a:cubicBezTo>
                <a:lnTo>
                  <a:pt x="131594" y="1388145"/>
                </a:lnTo>
                <a:cubicBezTo>
                  <a:pt x="94010" y="1391209"/>
                  <a:pt x="58060" y="1372212"/>
                  <a:pt x="50094" y="1335241"/>
                </a:cubicBezTo>
                <a:lnTo>
                  <a:pt x="40902" y="1291734"/>
                </a:lnTo>
                <a:lnTo>
                  <a:pt x="10876" y="1151611"/>
                </a:lnTo>
                <a:lnTo>
                  <a:pt x="1480" y="1108104"/>
                </a:lnTo>
                <a:cubicBezTo>
                  <a:pt x="-6486" y="1071133"/>
                  <a:pt x="18638" y="1039064"/>
                  <a:pt x="54384" y="1026604"/>
                </a:cubicBezTo>
                <a:lnTo>
                  <a:pt x="213502" y="970637"/>
                </a:lnTo>
                <a:cubicBezTo>
                  <a:pt x="217179" y="899758"/>
                  <a:pt x="230047" y="830718"/>
                  <a:pt x="251495" y="764947"/>
                </a:cubicBezTo>
                <a:lnTo>
                  <a:pt x="122607" y="655872"/>
                </a:lnTo>
                <a:cubicBezTo>
                  <a:pt x="93602" y="631565"/>
                  <a:pt x="81754" y="592551"/>
                  <a:pt x="102180" y="560891"/>
                </a:cubicBezTo>
                <a:lnTo>
                  <a:pt x="126283" y="523511"/>
                </a:lnTo>
                <a:lnTo>
                  <a:pt x="204311" y="403202"/>
                </a:lnTo>
                <a:lnTo>
                  <a:pt x="228413" y="365822"/>
                </a:lnTo>
                <a:cubicBezTo>
                  <a:pt x="249044" y="334162"/>
                  <a:pt x="289283" y="329259"/>
                  <a:pt x="323394" y="345600"/>
                </a:cubicBezTo>
                <a:lnTo>
                  <a:pt x="475773" y="418521"/>
                </a:lnTo>
                <a:cubicBezTo>
                  <a:pt x="527042" y="372154"/>
                  <a:pt x="584848" y="332119"/>
                  <a:pt x="647964" y="299846"/>
                </a:cubicBezTo>
                <a:lnTo>
                  <a:pt x="633870" y="131535"/>
                </a:lnTo>
                <a:lnTo>
                  <a:pt x="633666" y="129901"/>
                </a:lnTo>
                <a:lnTo>
                  <a:pt x="633666" y="128063"/>
                </a:lnTo>
                <a:lnTo>
                  <a:pt x="633462" y="126225"/>
                </a:lnTo>
                <a:lnTo>
                  <a:pt x="633462" y="124591"/>
                </a:lnTo>
                <a:lnTo>
                  <a:pt x="633462" y="122752"/>
                </a:lnTo>
                <a:lnTo>
                  <a:pt x="633462" y="121118"/>
                </a:lnTo>
                <a:lnTo>
                  <a:pt x="633666" y="119280"/>
                </a:lnTo>
                <a:lnTo>
                  <a:pt x="633666" y="117646"/>
                </a:lnTo>
                <a:lnTo>
                  <a:pt x="633870" y="115807"/>
                </a:lnTo>
                <a:lnTo>
                  <a:pt x="633870" y="114173"/>
                </a:lnTo>
                <a:lnTo>
                  <a:pt x="634074" y="112539"/>
                </a:lnTo>
                <a:lnTo>
                  <a:pt x="634279" y="110701"/>
                </a:lnTo>
                <a:lnTo>
                  <a:pt x="634687" y="109067"/>
                </a:lnTo>
                <a:lnTo>
                  <a:pt x="634891" y="107433"/>
                </a:lnTo>
                <a:lnTo>
                  <a:pt x="635300" y="105799"/>
                </a:lnTo>
                <a:lnTo>
                  <a:pt x="635504" y="104164"/>
                </a:lnTo>
                <a:lnTo>
                  <a:pt x="635913" y="102530"/>
                </a:lnTo>
                <a:lnTo>
                  <a:pt x="636321" y="100896"/>
                </a:lnTo>
                <a:lnTo>
                  <a:pt x="636730" y="99262"/>
                </a:lnTo>
                <a:lnTo>
                  <a:pt x="637343" y="97628"/>
                </a:lnTo>
                <a:lnTo>
                  <a:pt x="637343" y="97628"/>
                </a:lnTo>
                <a:lnTo>
                  <a:pt x="637751" y="95994"/>
                </a:lnTo>
                <a:lnTo>
                  <a:pt x="638364" y="94360"/>
                </a:lnTo>
                <a:lnTo>
                  <a:pt x="638772" y="92930"/>
                </a:lnTo>
                <a:lnTo>
                  <a:pt x="639385" y="91296"/>
                </a:lnTo>
                <a:lnTo>
                  <a:pt x="639998" y="89866"/>
                </a:lnTo>
                <a:lnTo>
                  <a:pt x="640611" y="88232"/>
                </a:lnTo>
                <a:lnTo>
                  <a:pt x="641428" y="86802"/>
                </a:lnTo>
                <a:lnTo>
                  <a:pt x="642041" y="85373"/>
                </a:lnTo>
                <a:lnTo>
                  <a:pt x="642858" y="83943"/>
                </a:lnTo>
                <a:lnTo>
                  <a:pt x="643675" y="82513"/>
                </a:lnTo>
                <a:lnTo>
                  <a:pt x="644287" y="81083"/>
                </a:lnTo>
                <a:lnTo>
                  <a:pt x="645104" y="79653"/>
                </a:lnTo>
                <a:lnTo>
                  <a:pt x="645104" y="79653"/>
                </a:lnTo>
                <a:lnTo>
                  <a:pt x="646126" y="78223"/>
                </a:lnTo>
                <a:lnTo>
                  <a:pt x="646126" y="78223"/>
                </a:lnTo>
                <a:lnTo>
                  <a:pt x="646943" y="76998"/>
                </a:lnTo>
                <a:lnTo>
                  <a:pt x="646943" y="76998"/>
                </a:lnTo>
                <a:lnTo>
                  <a:pt x="647760" y="75568"/>
                </a:lnTo>
                <a:lnTo>
                  <a:pt x="648781" y="74342"/>
                </a:lnTo>
                <a:lnTo>
                  <a:pt x="649802" y="73117"/>
                </a:lnTo>
                <a:lnTo>
                  <a:pt x="649802" y="73117"/>
                </a:lnTo>
                <a:lnTo>
                  <a:pt x="650824" y="71891"/>
                </a:lnTo>
                <a:lnTo>
                  <a:pt x="651845" y="70666"/>
                </a:lnTo>
                <a:lnTo>
                  <a:pt x="652866" y="69440"/>
                </a:lnTo>
                <a:lnTo>
                  <a:pt x="653888" y="68215"/>
                </a:lnTo>
                <a:cubicBezTo>
                  <a:pt x="654705" y="67398"/>
                  <a:pt x="655522" y="66785"/>
                  <a:pt x="656135" y="65968"/>
                </a:cubicBezTo>
                <a:lnTo>
                  <a:pt x="656135" y="65968"/>
                </a:lnTo>
                <a:lnTo>
                  <a:pt x="657360" y="64947"/>
                </a:lnTo>
                <a:lnTo>
                  <a:pt x="657360" y="64947"/>
                </a:lnTo>
                <a:lnTo>
                  <a:pt x="658586" y="63925"/>
                </a:lnTo>
                <a:lnTo>
                  <a:pt x="659811" y="62904"/>
                </a:lnTo>
                <a:lnTo>
                  <a:pt x="659811" y="62904"/>
                </a:lnTo>
                <a:lnTo>
                  <a:pt x="661037" y="61883"/>
                </a:lnTo>
                <a:lnTo>
                  <a:pt x="661037" y="61883"/>
                </a:lnTo>
                <a:lnTo>
                  <a:pt x="662262" y="60861"/>
                </a:lnTo>
                <a:lnTo>
                  <a:pt x="662262" y="60861"/>
                </a:lnTo>
                <a:lnTo>
                  <a:pt x="663692" y="59840"/>
                </a:lnTo>
                <a:lnTo>
                  <a:pt x="664918" y="59023"/>
                </a:lnTo>
                <a:lnTo>
                  <a:pt x="664918" y="59023"/>
                </a:lnTo>
                <a:lnTo>
                  <a:pt x="666348" y="58206"/>
                </a:lnTo>
                <a:lnTo>
                  <a:pt x="666348" y="58206"/>
                </a:lnTo>
                <a:lnTo>
                  <a:pt x="667777" y="57389"/>
                </a:lnTo>
                <a:lnTo>
                  <a:pt x="669207" y="56572"/>
                </a:lnTo>
                <a:lnTo>
                  <a:pt x="669207" y="56572"/>
                </a:lnTo>
                <a:lnTo>
                  <a:pt x="670637" y="55755"/>
                </a:lnTo>
                <a:lnTo>
                  <a:pt x="670637" y="55755"/>
                </a:lnTo>
                <a:lnTo>
                  <a:pt x="672067" y="54938"/>
                </a:lnTo>
                <a:lnTo>
                  <a:pt x="673701" y="54325"/>
                </a:lnTo>
                <a:lnTo>
                  <a:pt x="673701" y="54325"/>
                </a:lnTo>
                <a:lnTo>
                  <a:pt x="675131" y="53712"/>
                </a:lnTo>
                <a:lnTo>
                  <a:pt x="675131" y="53712"/>
                </a:lnTo>
                <a:cubicBezTo>
                  <a:pt x="676152" y="53304"/>
                  <a:pt x="677173" y="52895"/>
                  <a:pt x="678399" y="52487"/>
                </a:cubicBezTo>
                <a:cubicBezTo>
                  <a:pt x="679420" y="52078"/>
                  <a:pt x="680441" y="51670"/>
                  <a:pt x="681463" y="51465"/>
                </a:cubicBezTo>
                <a:lnTo>
                  <a:pt x="683301" y="50853"/>
                </a:lnTo>
                <a:lnTo>
                  <a:pt x="683301" y="50853"/>
                </a:lnTo>
                <a:lnTo>
                  <a:pt x="684935" y="50444"/>
                </a:lnTo>
                <a:lnTo>
                  <a:pt x="684935" y="50444"/>
                </a:lnTo>
                <a:lnTo>
                  <a:pt x="686569" y="50036"/>
                </a:lnTo>
                <a:lnTo>
                  <a:pt x="686569" y="50036"/>
                </a:lnTo>
                <a:lnTo>
                  <a:pt x="730077" y="40844"/>
                </a:lnTo>
                <a:lnTo>
                  <a:pt x="870404" y="10818"/>
                </a:lnTo>
                <a:lnTo>
                  <a:pt x="913911" y="1422"/>
                </a:lnTo>
                <a:cubicBezTo>
                  <a:pt x="950678" y="-6340"/>
                  <a:pt x="982747" y="18579"/>
                  <a:pt x="995411" y="54325"/>
                </a:cubicBezTo>
                <a:lnTo>
                  <a:pt x="1051378" y="213444"/>
                </a:lnTo>
                <a:cubicBezTo>
                  <a:pt x="1122052" y="217120"/>
                  <a:pt x="1191297" y="229989"/>
                  <a:pt x="1257068" y="251436"/>
                </a:cubicBezTo>
                <a:close/>
                <a:moveTo>
                  <a:pt x="2465677" y="2363692"/>
                </a:moveTo>
                <a:cubicBezTo>
                  <a:pt x="2485899" y="2374313"/>
                  <a:pt x="2493660" y="2399437"/>
                  <a:pt x="2482835" y="2419659"/>
                </a:cubicBezTo>
                <a:lnTo>
                  <a:pt x="2435242" y="2509534"/>
                </a:lnTo>
                <a:cubicBezTo>
                  <a:pt x="2424621" y="2529551"/>
                  <a:pt x="2399496" y="2537313"/>
                  <a:pt x="2379479" y="2526692"/>
                </a:cubicBezTo>
                <a:lnTo>
                  <a:pt x="2294098" y="2481346"/>
                </a:lnTo>
                <a:cubicBezTo>
                  <a:pt x="2268974" y="2509330"/>
                  <a:pt x="2240173" y="2533024"/>
                  <a:pt x="2208717" y="2552020"/>
                </a:cubicBezTo>
                <a:lnTo>
                  <a:pt x="2237110" y="2644346"/>
                </a:lnTo>
                <a:cubicBezTo>
                  <a:pt x="2243646" y="2665997"/>
                  <a:pt x="2231390" y="2689283"/>
                  <a:pt x="2209739" y="2696023"/>
                </a:cubicBezTo>
                <a:lnTo>
                  <a:pt x="2112511" y="2725845"/>
                </a:lnTo>
                <a:cubicBezTo>
                  <a:pt x="2090859" y="2732382"/>
                  <a:pt x="2067573" y="2720126"/>
                  <a:pt x="2060833" y="2698475"/>
                </a:cubicBezTo>
                <a:lnTo>
                  <a:pt x="2032441" y="2606149"/>
                </a:lnTo>
                <a:cubicBezTo>
                  <a:pt x="1995878" y="2607987"/>
                  <a:pt x="1958703" y="2604719"/>
                  <a:pt x="1922140" y="2595732"/>
                </a:cubicBezTo>
                <a:lnTo>
                  <a:pt x="1876999" y="2680908"/>
                </a:lnTo>
                <a:cubicBezTo>
                  <a:pt x="1866377" y="2701130"/>
                  <a:pt x="1841253" y="2708688"/>
                  <a:pt x="1821031" y="2698066"/>
                </a:cubicBezTo>
                <a:lnTo>
                  <a:pt x="1731157" y="2650473"/>
                </a:lnTo>
                <a:cubicBezTo>
                  <a:pt x="1711139" y="2639852"/>
                  <a:pt x="1703377" y="2614728"/>
                  <a:pt x="1713999" y="2594710"/>
                </a:cubicBezTo>
                <a:lnTo>
                  <a:pt x="1759345" y="2509330"/>
                </a:lnTo>
                <a:cubicBezTo>
                  <a:pt x="1731361" y="2484205"/>
                  <a:pt x="1707667" y="2455201"/>
                  <a:pt x="1688670" y="2423949"/>
                </a:cubicBezTo>
                <a:lnTo>
                  <a:pt x="1596345" y="2452341"/>
                </a:lnTo>
                <a:cubicBezTo>
                  <a:pt x="1574693" y="2458877"/>
                  <a:pt x="1551408" y="2446622"/>
                  <a:pt x="1544667" y="2424970"/>
                </a:cubicBezTo>
                <a:lnTo>
                  <a:pt x="1514845" y="2327742"/>
                </a:lnTo>
                <a:cubicBezTo>
                  <a:pt x="1508309" y="2305886"/>
                  <a:pt x="1520564" y="2282805"/>
                  <a:pt x="1542216" y="2276064"/>
                </a:cubicBezTo>
                <a:lnTo>
                  <a:pt x="1634542" y="2247672"/>
                </a:lnTo>
                <a:cubicBezTo>
                  <a:pt x="1632703" y="2211109"/>
                  <a:pt x="1635971" y="2173934"/>
                  <a:pt x="1644959" y="2137372"/>
                </a:cubicBezTo>
                <a:lnTo>
                  <a:pt x="1559782" y="2092230"/>
                </a:lnTo>
                <a:cubicBezTo>
                  <a:pt x="1539560" y="2081404"/>
                  <a:pt x="1532003" y="2056280"/>
                  <a:pt x="1542624" y="2036263"/>
                </a:cubicBezTo>
                <a:lnTo>
                  <a:pt x="1590217" y="1946388"/>
                </a:lnTo>
                <a:cubicBezTo>
                  <a:pt x="1600839" y="1926371"/>
                  <a:pt x="1625963" y="1918609"/>
                  <a:pt x="1645980" y="1929230"/>
                </a:cubicBezTo>
                <a:lnTo>
                  <a:pt x="1731361" y="1974576"/>
                </a:lnTo>
                <a:cubicBezTo>
                  <a:pt x="1756485" y="1946592"/>
                  <a:pt x="1785490" y="1922898"/>
                  <a:pt x="1816742" y="1903902"/>
                </a:cubicBezTo>
                <a:lnTo>
                  <a:pt x="1788350" y="1811576"/>
                </a:lnTo>
                <a:cubicBezTo>
                  <a:pt x="1781813" y="1789925"/>
                  <a:pt x="1794069" y="1766639"/>
                  <a:pt x="1815720" y="1759898"/>
                </a:cubicBezTo>
                <a:lnTo>
                  <a:pt x="1912948" y="1730076"/>
                </a:lnTo>
                <a:cubicBezTo>
                  <a:pt x="1934804" y="1723336"/>
                  <a:pt x="1957886" y="1735796"/>
                  <a:pt x="1964626" y="1757447"/>
                </a:cubicBezTo>
                <a:lnTo>
                  <a:pt x="1993018" y="1849773"/>
                </a:lnTo>
                <a:cubicBezTo>
                  <a:pt x="2029581" y="1847935"/>
                  <a:pt x="2066756" y="1851203"/>
                  <a:pt x="2103319" y="1860190"/>
                </a:cubicBezTo>
                <a:lnTo>
                  <a:pt x="2148665" y="1775014"/>
                </a:lnTo>
                <a:cubicBezTo>
                  <a:pt x="2159286" y="1754792"/>
                  <a:pt x="2184410" y="1747234"/>
                  <a:pt x="2204428" y="1757856"/>
                </a:cubicBezTo>
                <a:lnTo>
                  <a:pt x="2294302" y="1805448"/>
                </a:lnTo>
                <a:cubicBezTo>
                  <a:pt x="2314320" y="1816070"/>
                  <a:pt x="2322082" y="1841194"/>
                  <a:pt x="2311460" y="1861212"/>
                </a:cubicBezTo>
                <a:lnTo>
                  <a:pt x="2266114" y="1946592"/>
                </a:lnTo>
                <a:cubicBezTo>
                  <a:pt x="2294098" y="1971716"/>
                  <a:pt x="2317792" y="2000517"/>
                  <a:pt x="2336789" y="2031973"/>
                </a:cubicBezTo>
                <a:lnTo>
                  <a:pt x="2429114" y="2003581"/>
                </a:lnTo>
                <a:cubicBezTo>
                  <a:pt x="2450766" y="1997045"/>
                  <a:pt x="2474052" y="2009300"/>
                  <a:pt x="2480792" y="2030952"/>
                </a:cubicBezTo>
                <a:lnTo>
                  <a:pt x="2510614" y="2128180"/>
                </a:lnTo>
                <a:cubicBezTo>
                  <a:pt x="2517355" y="2149831"/>
                  <a:pt x="2504895" y="2173117"/>
                  <a:pt x="2483243" y="2179858"/>
                </a:cubicBezTo>
                <a:lnTo>
                  <a:pt x="2390918" y="2208250"/>
                </a:lnTo>
                <a:cubicBezTo>
                  <a:pt x="2392756" y="2244812"/>
                  <a:pt x="2389488" y="2281988"/>
                  <a:pt x="2380500" y="2318550"/>
                </a:cubicBezTo>
                <a:lnTo>
                  <a:pt x="2465677" y="2363692"/>
                </a:lnTo>
                <a:close/>
                <a:moveTo>
                  <a:pt x="1828793" y="2130427"/>
                </a:moveTo>
                <a:cubicBezTo>
                  <a:pt x="1882514" y="2028705"/>
                  <a:pt x="2008542" y="1990100"/>
                  <a:pt x="2110264" y="2043820"/>
                </a:cubicBezTo>
                <a:cubicBezTo>
                  <a:pt x="2211986" y="2097745"/>
                  <a:pt x="2250591" y="2223774"/>
                  <a:pt x="2196870" y="2325495"/>
                </a:cubicBezTo>
                <a:cubicBezTo>
                  <a:pt x="2142946" y="2427217"/>
                  <a:pt x="2016917" y="2465822"/>
                  <a:pt x="1915195" y="2412102"/>
                </a:cubicBezTo>
                <a:cubicBezTo>
                  <a:pt x="1813474" y="2358177"/>
                  <a:pt x="1774868" y="2232148"/>
                  <a:pt x="1828793" y="2130427"/>
                </a:cubicBezTo>
                <a:close/>
                <a:moveTo>
                  <a:pt x="947614" y="714494"/>
                </a:moveTo>
                <a:cubicBezTo>
                  <a:pt x="1029522" y="697132"/>
                  <a:pt x="1110614" y="714290"/>
                  <a:pt x="1175773" y="756572"/>
                </a:cubicBezTo>
                <a:cubicBezTo>
                  <a:pt x="1240932" y="798649"/>
                  <a:pt x="1289954" y="865647"/>
                  <a:pt x="1307316" y="947555"/>
                </a:cubicBezTo>
                <a:cubicBezTo>
                  <a:pt x="1324883" y="1029464"/>
                  <a:pt x="1307521" y="1110555"/>
                  <a:pt x="1265443" y="1175714"/>
                </a:cubicBezTo>
                <a:cubicBezTo>
                  <a:pt x="1223365" y="1240873"/>
                  <a:pt x="1156368" y="1289896"/>
                  <a:pt x="1074460" y="1307258"/>
                </a:cubicBezTo>
                <a:cubicBezTo>
                  <a:pt x="992551" y="1324824"/>
                  <a:pt x="911460" y="1307462"/>
                  <a:pt x="846301" y="1265384"/>
                </a:cubicBezTo>
                <a:cubicBezTo>
                  <a:pt x="781142" y="1223307"/>
                  <a:pt x="732119" y="1156105"/>
                  <a:pt x="714553" y="1074401"/>
                </a:cubicBezTo>
                <a:cubicBezTo>
                  <a:pt x="697191" y="992493"/>
                  <a:pt x="714349" y="911401"/>
                  <a:pt x="756631" y="846242"/>
                </a:cubicBezTo>
                <a:cubicBezTo>
                  <a:pt x="798708" y="781083"/>
                  <a:pt x="865706" y="732061"/>
                  <a:pt x="947614" y="714494"/>
                </a:cubicBezTo>
                <a:close/>
                <a:moveTo>
                  <a:pt x="1097745" y="877085"/>
                </a:moveTo>
                <a:cubicBezTo>
                  <a:pt x="1063430" y="854821"/>
                  <a:pt x="1020739" y="845834"/>
                  <a:pt x="977640" y="855025"/>
                </a:cubicBezTo>
                <a:cubicBezTo>
                  <a:pt x="934541" y="864217"/>
                  <a:pt x="899204" y="889954"/>
                  <a:pt x="877144" y="924270"/>
                </a:cubicBezTo>
                <a:cubicBezTo>
                  <a:pt x="854880" y="958585"/>
                  <a:pt x="845892" y="1001276"/>
                  <a:pt x="855084" y="1044375"/>
                </a:cubicBezTo>
                <a:cubicBezTo>
                  <a:pt x="864276" y="1087474"/>
                  <a:pt x="890013" y="1122606"/>
                  <a:pt x="924328" y="1144871"/>
                </a:cubicBezTo>
                <a:cubicBezTo>
                  <a:pt x="958644" y="1167135"/>
                  <a:pt x="1001334" y="1176123"/>
                  <a:pt x="1044433" y="1166931"/>
                </a:cubicBezTo>
                <a:cubicBezTo>
                  <a:pt x="1087532" y="1157739"/>
                  <a:pt x="1122665" y="1132002"/>
                  <a:pt x="1144930" y="1097687"/>
                </a:cubicBezTo>
                <a:cubicBezTo>
                  <a:pt x="1167194" y="1063371"/>
                  <a:pt x="1176181" y="1020680"/>
                  <a:pt x="1166990" y="977582"/>
                </a:cubicBezTo>
                <a:cubicBezTo>
                  <a:pt x="1157798" y="934483"/>
                  <a:pt x="1132061" y="899146"/>
                  <a:pt x="1097745" y="877085"/>
                </a:cubicBezTo>
                <a:close/>
                <a:moveTo>
                  <a:pt x="887357" y="432819"/>
                </a:moveTo>
                <a:cubicBezTo>
                  <a:pt x="1206616" y="364392"/>
                  <a:pt x="1520973" y="567835"/>
                  <a:pt x="1589196" y="887298"/>
                </a:cubicBezTo>
                <a:cubicBezTo>
                  <a:pt x="1657419" y="1206557"/>
                  <a:pt x="1453975" y="1520914"/>
                  <a:pt x="1134716" y="1589137"/>
                </a:cubicBezTo>
                <a:cubicBezTo>
                  <a:pt x="815458" y="1657360"/>
                  <a:pt x="501101" y="1453917"/>
                  <a:pt x="432878" y="1134658"/>
                </a:cubicBezTo>
                <a:cubicBezTo>
                  <a:pt x="364451" y="815399"/>
                  <a:pt x="567894" y="501042"/>
                  <a:pt x="887357" y="432819"/>
                </a:cubicBezTo>
                <a:close/>
              </a:path>
            </a:pathLst>
          </a:custGeom>
          <a:solidFill>
            <a:schemeClr val="tx2"/>
          </a:solidFill>
          <a:ln w="204" cap="flat">
            <a:noFill/>
            <a:prstDash val="solid"/>
            <a:miter/>
          </a:ln>
        </p:spPr>
        <p:txBody>
          <a:bodyPr rtlCol="0" anchor="ctr"/>
          <a:lstStyle/>
          <a:p>
            <a:endParaRPr lang="en-US"/>
          </a:p>
        </p:txBody>
      </p:sp>
      <p:cxnSp>
        <p:nvCxnSpPr>
          <p:cNvPr id="229" name="Connecteur droit avec flèche 228">
            <a:extLst>
              <a:ext uri="{FF2B5EF4-FFF2-40B4-BE49-F238E27FC236}">
                <a16:creationId xmlns:a16="http://schemas.microsoft.com/office/drawing/2014/main" id="{CC60770B-2DB5-D3DF-4411-B3487A585BD3}"/>
              </a:ext>
            </a:extLst>
          </p:cNvPr>
          <p:cNvCxnSpPr>
            <a:cxnSpLocks/>
          </p:cNvCxnSpPr>
          <p:nvPr/>
        </p:nvCxnSpPr>
        <p:spPr>
          <a:xfrm>
            <a:off x="7580369" y="4128762"/>
            <a:ext cx="521012" cy="0"/>
          </a:xfrm>
          <a:prstGeom prst="straightConnector1">
            <a:avLst/>
          </a:prstGeom>
          <a:ln w="34925">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0" name="ZoneTexte 229">
            <a:extLst>
              <a:ext uri="{FF2B5EF4-FFF2-40B4-BE49-F238E27FC236}">
                <a16:creationId xmlns:a16="http://schemas.microsoft.com/office/drawing/2014/main" id="{3E7DDE2B-BCEA-1116-5911-241FB1AA93D2}"/>
              </a:ext>
            </a:extLst>
          </p:cNvPr>
          <p:cNvSpPr txBox="1"/>
          <p:nvPr/>
        </p:nvSpPr>
        <p:spPr>
          <a:xfrm>
            <a:off x="4817144" y="2816022"/>
            <a:ext cx="1154482" cy="584775"/>
          </a:xfrm>
          <a:prstGeom prst="rect">
            <a:avLst/>
          </a:prstGeom>
          <a:noFill/>
        </p:spPr>
        <p:txBody>
          <a:bodyPr wrap="none" rtlCol="0">
            <a:spAutoFit/>
          </a:bodyPr>
          <a:lstStyle/>
          <a:p>
            <a:pPr algn="ctr"/>
            <a:r>
              <a:rPr lang="en-US" sz="1600" b="1">
                <a:solidFill>
                  <a:schemeClr val="tx2"/>
                </a:solidFill>
              </a:rPr>
              <a:t>Ingestion </a:t>
            </a:r>
          </a:p>
          <a:p>
            <a:pPr algn="ctr"/>
            <a:r>
              <a:rPr lang="en-US" sz="1600" b="1">
                <a:solidFill>
                  <a:schemeClr val="tx2"/>
                </a:solidFill>
              </a:rPr>
              <a:t>batch</a:t>
            </a:r>
          </a:p>
        </p:txBody>
      </p:sp>
      <p:sp>
        <p:nvSpPr>
          <p:cNvPr id="231" name="ZoneTexte 230">
            <a:extLst>
              <a:ext uri="{FF2B5EF4-FFF2-40B4-BE49-F238E27FC236}">
                <a16:creationId xmlns:a16="http://schemas.microsoft.com/office/drawing/2014/main" id="{4203E187-4DD8-41CE-C16D-C901F476E430}"/>
              </a:ext>
            </a:extLst>
          </p:cNvPr>
          <p:cNvSpPr txBox="1"/>
          <p:nvPr>
            <p:custDataLst>
              <p:tags r:id="rId3"/>
            </p:custDataLst>
          </p:nvPr>
        </p:nvSpPr>
        <p:spPr>
          <a:xfrm>
            <a:off x="871890" y="4804316"/>
            <a:ext cx="1122423" cy="307777"/>
          </a:xfrm>
          <a:prstGeom prst="rect">
            <a:avLst/>
          </a:prstGeom>
          <a:noFill/>
        </p:spPr>
        <p:txBody>
          <a:bodyPr wrap="none" rtlCol="0">
            <a:spAutoFit/>
          </a:bodyPr>
          <a:lstStyle/>
          <a:p>
            <a:r>
              <a:rPr lang="fr-FR" sz="1400"/>
              <a:t>Applications</a:t>
            </a:r>
          </a:p>
        </p:txBody>
      </p:sp>
      <p:sp>
        <p:nvSpPr>
          <p:cNvPr id="232" name="ZoneTexte 231">
            <a:extLst>
              <a:ext uri="{FF2B5EF4-FFF2-40B4-BE49-F238E27FC236}">
                <a16:creationId xmlns:a16="http://schemas.microsoft.com/office/drawing/2014/main" id="{563FE94D-9163-A08C-FD6E-A6C0F2D50F41}"/>
              </a:ext>
            </a:extLst>
          </p:cNvPr>
          <p:cNvSpPr txBox="1"/>
          <p:nvPr>
            <p:custDataLst>
              <p:tags r:id="rId4"/>
            </p:custDataLst>
          </p:nvPr>
        </p:nvSpPr>
        <p:spPr>
          <a:xfrm>
            <a:off x="871890" y="3934174"/>
            <a:ext cx="1433518" cy="307777"/>
          </a:xfrm>
          <a:prstGeom prst="rect">
            <a:avLst/>
          </a:prstGeom>
          <a:noFill/>
        </p:spPr>
        <p:txBody>
          <a:bodyPr wrap="square" rtlCol="0">
            <a:spAutoFit/>
          </a:bodyPr>
          <a:lstStyle/>
          <a:p>
            <a:r>
              <a:rPr lang="fr-FR" sz="1400"/>
              <a:t>Système Tiers</a:t>
            </a:r>
          </a:p>
        </p:txBody>
      </p:sp>
      <p:sp>
        <p:nvSpPr>
          <p:cNvPr id="233" name="Cylindre 232">
            <a:extLst>
              <a:ext uri="{FF2B5EF4-FFF2-40B4-BE49-F238E27FC236}">
                <a16:creationId xmlns:a16="http://schemas.microsoft.com/office/drawing/2014/main" id="{4361062B-DCA1-F780-DA90-D9B5B54A107A}"/>
              </a:ext>
            </a:extLst>
          </p:cNvPr>
          <p:cNvSpPr/>
          <p:nvPr>
            <p:custDataLst>
              <p:tags r:id="rId5"/>
            </p:custDataLst>
          </p:nvPr>
        </p:nvSpPr>
        <p:spPr>
          <a:xfrm>
            <a:off x="739270" y="2257886"/>
            <a:ext cx="1866507" cy="3400786"/>
          </a:xfrm>
          <a:prstGeom prst="can">
            <a:avLst/>
          </a:prstGeom>
          <a:noFill/>
          <a:ln w="6032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34" name="ZoneTexte 233">
            <a:extLst>
              <a:ext uri="{FF2B5EF4-FFF2-40B4-BE49-F238E27FC236}">
                <a16:creationId xmlns:a16="http://schemas.microsoft.com/office/drawing/2014/main" id="{685DF7E6-EE24-C129-3B22-E123EAF49149}"/>
              </a:ext>
            </a:extLst>
          </p:cNvPr>
          <p:cNvSpPr txBox="1"/>
          <p:nvPr>
            <p:custDataLst>
              <p:tags r:id="rId6"/>
            </p:custDataLst>
          </p:nvPr>
        </p:nvSpPr>
        <p:spPr>
          <a:xfrm>
            <a:off x="871890" y="2919797"/>
            <a:ext cx="1225601" cy="523220"/>
          </a:xfrm>
          <a:prstGeom prst="rect">
            <a:avLst/>
          </a:prstGeom>
          <a:noFill/>
        </p:spPr>
        <p:txBody>
          <a:bodyPr wrap="square" rtlCol="0">
            <a:spAutoFit/>
          </a:bodyPr>
          <a:lstStyle>
            <a:defPPr>
              <a:defRPr lang="fr-FR"/>
            </a:defPPr>
          </a:lstStyle>
          <a:p>
            <a:r>
              <a:rPr lang="fr-FR" sz="1400"/>
              <a:t>Bases de données</a:t>
            </a:r>
          </a:p>
        </p:txBody>
      </p:sp>
      <p:grpSp>
        <p:nvGrpSpPr>
          <p:cNvPr id="235" name="Groupe 234">
            <a:extLst>
              <a:ext uri="{FF2B5EF4-FFF2-40B4-BE49-F238E27FC236}">
                <a16:creationId xmlns:a16="http://schemas.microsoft.com/office/drawing/2014/main" id="{E35D3ABE-3D30-4829-62A6-88E2818480A7}"/>
              </a:ext>
            </a:extLst>
          </p:cNvPr>
          <p:cNvGrpSpPr/>
          <p:nvPr>
            <p:custDataLst>
              <p:tags r:id="rId7"/>
            </p:custDataLst>
          </p:nvPr>
        </p:nvGrpSpPr>
        <p:grpSpPr>
          <a:xfrm>
            <a:off x="2296191" y="2856030"/>
            <a:ext cx="606235" cy="650754"/>
            <a:chOff x="2374838" y="2723809"/>
            <a:chExt cx="752393" cy="716837"/>
          </a:xfrm>
        </p:grpSpPr>
        <p:sp>
          <p:nvSpPr>
            <p:cNvPr id="236" name="Rectangle 235">
              <a:extLst>
                <a:ext uri="{FF2B5EF4-FFF2-40B4-BE49-F238E27FC236}">
                  <a16:creationId xmlns:a16="http://schemas.microsoft.com/office/drawing/2014/main" id="{6C0AE42D-45E7-A0A9-8515-04C97449E105}"/>
                </a:ext>
              </a:extLst>
            </p:cNvPr>
            <p:cNvSpPr/>
            <p:nvPr/>
          </p:nvSpPr>
          <p:spPr>
            <a:xfrm>
              <a:off x="2374838" y="2723809"/>
              <a:ext cx="752393" cy="7168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37" name="Graphique 56">
              <a:extLst>
                <a:ext uri="{FF2B5EF4-FFF2-40B4-BE49-F238E27FC236}">
                  <a16:creationId xmlns:a16="http://schemas.microsoft.com/office/drawing/2014/main" id="{3A0846E5-B422-5BE0-CB63-C3D123F1D1C1}"/>
                </a:ext>
              </a:extLst>
            </p:cNvPr>
            <p:cNvSpPr/>
            <p:nvPr/>
          </p:nvSpPr>
          <p:spPr>
            <a:xfrm>
              <a:off x="2454582" y="2775031"/>
              <a:ext cx="592904" cy="611499"/>
            </a:xfrm>
            <a:custGeom>
              <a:avLst/>
              <a:gdLst>
                <a:gd name="connsiteX0" fmla="*/ 277654 w 552450"/>
                <a:gd name="connsiteY0" fmla="*/ 7144 h 666750"/>
                <a:gd name="connsiteX1" fmla="*/ 7144 w 552450"/>
                <a:gd name="connsiteY1" fmla="*/ 89059 h 666750"/>
                <a:gd name="connsiteX2" fmla="*/ 7144 w 552450"/>
                <a:gd name="connsiteY2" fmla="*/ 575786 h 666750"/>
                <a:gd name="connsiteX3" fmla="*/ 7144 w 552450"/>
                <a:gd name="connsiteY3" fmla="*/ 576739 h 666750"/>
                <a:gd name="connsiteX4" fmla="*/ 7144 w 552450"/>
                <a:gd name="connsiteY4" fmla="*/ 577691 h 666750"/>
                <a:gd name="connsiteX5" fmla="*/ 277654 w 552450"/>
                <a:gd name="connsiteY5" fmla="*/ 659606 h 666750"/>
                <a:gd name="connsiteX6" fmla="*/ 548164 w 552450"/>
                <a:gd name="connsiteY6" fmla="*/ 577691 h 666750"/>
                <a:gd name="connsiteX7" fmla="*/ 548164 w 552450"/>
                <a:gd name="connsiteY7" fmla="*/ 576739 h 666750"/>
                <a:gd name="connsiteX8" fmla="*/ 548164 w 552450"/>
                <a:gd name="connsiteY8" fmla="*/ 575786 h 666750"/>
                <a:gd name="connsiteX9" fmla="*/ 548164 w 552450"/>
                <a:gd name="connsiteY9" fmla="*/ 89059 h 666750"/>
                <a:gd name="connsiteX10" fmla="*/ 277654 w 552450"/>
                <a:gd name="connsiteY10" fmla="*/ 7144 h 666750"/>
                <a:gd name="connsiteX11" fmla="*/ 524351 w 552450"/>
                <a:gd name="connsiteY11" fmla="*/ 413861 h 666750"/>
                <a:gd name="connsiteX12" fmla="*/ 277654 w 552450"/>
                <a:gd name="connsiteY12" fmla="*/ 471964 h 666750"/>
                <a:gd name="connsiteX13" fmla="*/ 30956 w 552450"/>
                <a:gd name="connsiteY13" fmla="*/ 413861 h 666750"/>
                <a:gd name="connsiteX14" fmla="*/ 30956 w 552450"/>
                <a:gd name="connsiteY14" fmla="*/ 287179 h 666750"/>
                <a:gd name="connsiteX15" fmla="*/ 277654 w 552450"/>
                <a:gd name="connsiteY15" fmla="*/ 333851 h 666750"/>
                <a:gd name="connsiteX16" fmla="*/ 524351 w 552450"/>
                <a:gd name="connsiteY16" fmla="*/ 287179 h 666750"/>
                <a:gd name="connsiteX17" fmla="*/ 524351 w 552450"/>
                <a:gd name="connsiteY17" fmla="*/ 413861 h 666750"/>
                <a:gd name="connsiteX18" fmla="*/ 524351 w 552450"/>
                <a:gd name="connsiteY18" fmla="*/ 251936 h 666750"/>
                <a:gd name="connsiteX19" fmla="*/ 277654 w 552450"/>
                <a:gd name="connsiteY19" fmla="*/ 310039 h 666750"/>
                <a:gd name="connsiteX20" fmla="*/ 30956 w 552450"/>
                <a:gd name="connsiteY20" fmla="*/ 251936 h 666750"/>
                <a:gd name="connsiteX21" fmla="*/ 30956 w 552450"/>
                <a:gd name="connsiteY21" fmla="*/ 124301 h 666750"/>
                <a:gd name="connsiteX22" fmla="*/ 277654 w 552450"/>
                <a:gd name="connsiteY22" fmla="*/ 170974 h 666750"/>
                <a:gd name="connsiteX23" fmla="*/ 524351 w 552450"/>
                <a:gd name="connsiteY23" fmla="*/ 124301 h 666750"/>
                <a:gd name="connsiteX24" fmla="*/ 524351 w 552450"/>
                <a:gd name="connsiteY24" fmla="*/ 251936 h 666750"/>
                <a:gd name="connsiteX25" fmla="*/ 277654 w 552450"/>
                <a:gd name="connsiteY25" fmla="*/ 30956 h 666750"/>
                <a:gd name="connsiteX26" fmla="*/ 524351 w 552450"/>
                <a:gd name="connsiteY26" fmla="*/ 89059 h 666750"/>
                <a:gd name="connsiteX27" fmla="*/ 277654 w 552450"/>
                <a:gd name="connsiteY27" fmla="*/ 147161 h 666750"/>
                <a:gd name="connsiteX28" fmla="*/ 30956 w 552450"/>
                <a:gd name="connsiteY28" fmla="*/ 89059 h 666750"/>
                <a:gd name="connsiteX29" fmla="*/ 277654 w 552450"/>
                <a:gd name="connsiteY29" fmla="*/ 30956 h 666750"/>
                <a:gd name="connsiteX30" fmla="*/ 277654 w 552450"/>
                <a:gd name="connsiteY30" fmla="*/ 635794 h 666750"/>
                <a:gd name="connsiteX31" fmla="*/ 30956 w 552450"/>
                <a:gd name="connsiteY31" fmla="*/ 577691 h 666750"/>
                <a:gd name="connsiteX32" fmla="*/ 30956 w 552450"/>
                <a:gd name="connsiteY32" fmla="*/ 576739 h 666750"/>
                <a:gd name="connsiteX33" fmla="*/ 30956 w 552450"/>
                <a:gd name="connsiteY33" fmla="*/ 575786 h 666750"/>
                <a:gd name="connsiteX34" fmla="*/ 30956 w 552450"/>
                <a:gd name="connsiteY34" fmla="*/ 450056 h 666750"/>
                <a:gd name="connsiteX35" fmla="*/ 277654 w 552450"/>
                <a:gd name="connsiteY35" fmla="*/ 496729 h 666750"/>
                <a:gd name="connsiteX36" fmla="*/ 524351 w 552450"/>
                <a:gd name="connsiteY36" fmla="*/ 450056 h 666750"/>
                <a:gd name="connsiteX37" fmla="*/ 524351 w 552450"/>
                <a:gd name="connsiteY37" fmla="*/ 575786 h 666750"/>
                <a:gd name="connsiteX38" fmla="*/ 524351 w 552450"/>
                <a:gd name="connsiteY38" fmla="*/ 576739 h 666750"/>
                <a:gd name="connsiteX39" fmla="*/ 524351 w 552450"/>
                <a:gd name="connsiteY39" fmla="*/ 577691 h 666750"/>
                <a:gd name="connsiteX40" fmla="*/ 277654 w 552450"/>
                <a:gd name="connsiteY40" fmla="*/ 635794 h 66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52450" h="666750">
                  <a:moveTo>
                    <a:pt x="277654" y="7144"/>
                  </a:moveTo>
                  <a:cubicBezTo>
                    <a:pt x="143351" y="7144"/>
                    <a:pt x="7144" y="35719"/>
                    <a:pt x="7144" y="89059"/>
                  </a:cubicBezTo>
                  <a:lnTo>
                    <a:pt x="7144" y="575786"/>
                  </a:lnTo>
                  <a:cubicBezTo>
                    <a:pt x="7144" y="575786"/>
                    <a:pt x="7144" y="575786"/>
                    <a:pt x="7144" y="576739"/>
                  </a:cubicBezTo>
                  <a:cubicBezTo>
                    <a:pt x="7144" y="576739"/>
                    <a:pt x="7144" y="576739"/>
                    <a:pt x="7144" y="577691"/>
                  </a:cubicBezTo>
                  <a:cubicBezTo>
                    <a:pt x="7144" y="631984"/>
                    <a:pt x="143351" y="659606"/>
                    <a:pt x="277654" y="659606"/>
                  </a:cubicBezTo>
                  <a:cubicBezTo>
                    <a:pt x="411956" y="659606"/>
                    <a:pt x="548164" y="631031"/>
                    <a:pt x="548164" y="577691"/>
                  </a:cubicBezTo>
                  <a:cubicBezTo>
                    <a:pt x="548164" y="577691"/>
                    <a:pt x="548164" y="577691"/>
                    <a:pt x="548164" y="576739"/>
                  </a:cubicBezTo>
                  <a:cubicBezTo>
                    <a:pt x="548164" y="576739"/>
                    <a:pt x="548164" y="576739"/>
                    <a:pt x="548164" y="575786"/>
                  </a:cubicBezTo>
                  <a:lnTo>
                    <a:pt x="548164" y="89059"/>
                  </a:lnTo>
                  <a:cubicBezTo>
                    <a:pt x="548164" y="34766"/>
                    <a:pt x="411956" y="7144"/>
                    <a:pt x="277654" y="7144"/>
                  </a:cubicBezTo>
                  <a:close/>
                  <a:moveTo>
                    <a:pt x="524351" y="413861"/>
                  </a:moveTo>
                  <a:cubicBezTo>
                    <a:pt x="524351" y="437674"/>
                    <a:pt x="428149" y="471964"/>
                    <a:pt x="277654" y="471964"/>
                  </a:cubicBezTo>
                  <a:cubicBezTo>
                    <a:pt x="127159" y="471964"/>
                    <a:pt x="30956" y="437674"/>
                    <a:pt x="30956" y="413861"/>
                  </a:cubicBezTo>
                  <a:lnTo>
                    <a:pt x="30956" y="287179"/>
                  </a:lnTo>
                  <a:cubicBezTo>
                    <a:pt x="75724" y="317659"/>
                    <a:pt x="177641" y="333851"/>
                    <a:pt x="277654" y="333851"/>
                  </a:cubicBezTo>
                  <a:cubicBezTo>
                    <a:pt x="377666" y="333851"/>
                    <a:pt x="479584" y="317659"/>
                    <a:pt x="524351" y="287179"/>
                  </a:cubicBezTo>
                  <a:lnTo>
                    <a:pt x="524351" y="413861"/>
                  </a:lnTo>
                  <a:close/>
                  <a:moveTo>
                    <a:pt x="524351" y="251936"/>
                  </a:moveTo>
                  <a:cubicBezTo>
                    <a:pt x="524351" y="275749"/>
                    <a:pt x="428149" y="310039"/>
                    <a:pt x="277654" y="310039"/>
                  </a:cubicBezTo>
                  <a:cubicBezTo>
                    <a:pt x="127159" y="310039"/>
                    <a:pt x="30956" y="275749"/>
                    <a:pt x="30956" y="251936"/>
                  </a:cubicBezTo>
                  <a:lnTo>
                    <a:pt x="30956" y="124301"/>
                  </a:lnTo>
                  <a:cubicBezTo>
                    <a:pt x="75724" y="154781"/>
                    <a:pt x="176689" y="170974"/>
                    <a:pt x="277654" y="170974"/>
                  </a:cubicBezTo>
                  <a:cubicBezTo>
                    <a:pt x="378619" y="170974"/>
                    <a:pt x="479584" y="154781"/>
                    <a:pt x="524351" y="124301"/>
                  </a:cubicBezTo>
                  <a:lnTo>
                    <a:pt x="524351" y="251936"/>
                  </a:lnTo>
                  <a:close/>
                  <a:moveTo>
                    <a:pt x="277654" y="30956"/>
                  </a:moveTo>
                  <a:cubicBezTo>
                    <a:pt x="428149" y="30956"/>
                    <a:pt x="524351" y="65246"/>
                    <a:pt x="524351" y="89059"/>
                  </a:cubicBezTo>
                  <a:cubicBezTo>
                    <a:pt x="524351" y="112871"/>
                    <a:pt x="428149" y="147161"/>
                    <a:pt x="277654" y="147161"/>
                  </a:cubicBezTo>
                  <a:cubicBezTo>
                    <a:pt x="127159" y="147161"/>
                    <a:pt x="30956" y="112871"/>
                    <a:pt x="30956" y="89059"/>
                  </a:cubicBezTo>
                  <a:cubicBezTo>
                    <a:pt x="30956" y="65246"/>
                    <a:pt x="127159" y="30956"/>
                    <a:pt x="277654" y="30956"/>
                  </a:cubicBezTo>
                  <a:close/>
                  <a:moveTo>
                    <a:pt x="277654" y="635794"/>
                  </a:moveTo>
                  <a:cubicBezTo>
                    <a:pt x="127159" y="635794"/>
                    <a:pt x="30956" y="601504"/>
                    <a:pt x="30956" y="577691"/>
                  </a:cubicBezTo>
                  <a:cubicBezTo>
                    <a:pt x="30956" y="577691"/>
                    <a:pt x="30956" y="577691"/>
                    <a:pt x="30956" y="576739"/>
                  </a:cubicBezTo>
                  <a:cubicBezTo>
                    <a:pt x="30956" y="576739"/>
                    <a:pt x="30956" y="576739"/>
                    <a:pt x="30956" y="575786"/>
                  </a:cubicBezTo>
                  <a:lnTo>
                    <a:pt x="30956" y="450056"/>
                  </a:lnTo>
                  <a:cubicBezTo>
                    <a:pt x="75724" y="480536"/>
                    <a:pt x="177641" y="496729"/>
                    <a:pt x="277654" y="496729"/>
                  </a:cubicBezTo>
                  <a:cubicBezTo>
                    <a:pt x="377666" y="496729"/>
                    <a:pt x="479584" y="480536"/>
                    <a:pt x="524351" y="450056"/>
                  </a:cubicBezTo>
                  <a:lnTo>
                    <a:pt x="524351" y="575786"/>
                  </a:lnTo>
                  <a:cubicBezTo>
                    <a:pt x="524351" y="575786"/>
                    <a:pt x="524351" y="575786"/>
                    <a:pt x="524351" y="576739"/>
                  </a:cubicBezTo>
                  <a:cubicBezTo>
                    <a:pt x="524351" y="576739"/>
                    <a:pt x="524351" y="576739"/>
                    <a:pt x="524351" y="577691"/>
                  </a:cubicBezTo>
                  <a:cubicBezTo>
                    <a:pt x="524351" y="600551"/>
                    <a:pt x="428149" y="635794"/>
                    <a:pt x="277654" y="635794"/>
                  </a:cubicBezTo>
                  <a:close/>
                </a:path>
              </a:pathLst>
            </a:custGeom>
            <a:solidFill>
              <a:schemeClr val="tx2">
                <a:lumMod val="40000"/>
                <a:lumOff val="60000"/>
              </a:schemeClr>
            </a:solidFill>
            <a:ln w="9525" cap="flat">
              <a:noFill/>
              <a:prstDash val="solid"/>
              <a:miter/>
            </a:ln>
          </p:spPr>
          <p:txBody>
            <a:bodyPr rtlCol="0" anchor="ctr"/>
            <a:lstStyle/>
            <a:p>
              <a:endParaRPr lang="fr-FR"/>
            </a:p>
          </p:txBody>
        </p:sp>
      </p:grpSp>
      <p:grpSp>
        <p:nvGrpSpPr>
          <p:cNvPr id="238" name="Groupe 237">
            <a:extLst>
              <a:ext uri="{FF2B5EF4-FFF2-40B4-BE49-F238E27FC236}">
                <a16:creationId xmlns:a16="http://schemas.microsoft.com/office/drawing/2014/main" id="{AFF82E84-7376-2D74-1349-F0E54EAB7B2D}"/>
              </a:ext>
            </a:extLst>
          </p:cNvPr>
          <p:cNvGrpSpPr/>
          <p:nvPr>
            <p:custDataLst>
              <p:tags r:id="rId8"/>
            </p:custDataLst>
          </p:nvPr>
        </p:nvGrpSpPr>
        <p:grpSpPr>
          <a:xfrm>
            <a:off x="2234287" y="3762685"/>
            <a:ext cx="740405" cy="650754"/>
            <a:chOff x="2361522" y="3703534"/>
            <a:chExt cx="740405" cy="650754"/>
          </a:xfrm>
        </p:grpSpPr>
        <p:sp>
          <p:nvSpPr>
            <p:cNvPr id="239" name="Rectangle 238">
              <a:extLst>
                <a:ext uri="{FF2B5EF4-FFF2-40B4-BE49-F238E27FC236}">
                  <a16:creationId xmlns:a16="http://schemas.microsoft.com/office/drawing/2014/main" id="{472D8DC7-461D-B0B7-C953-88474F80BD84}"/>
                </a:ext>
              </a:extLst>
            </p:cNvPr>
            <p:cNvSpPr/>
            <p:nvPr/>
          </p:nvSpPr>
          <p:spPr>
            <a:xfrm>
              <a:off x="2361522" y="3703534"/>
              <a:ext cx="740405" cy="6507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40" name="Graphique 62">
              <a:extLst>
                <a:ext uri="{FF2B5EF4-FFF2-40B4-BE49-F238E27FC236}">
                  <a16:creationId xmlns:a16="http://schemas.microsoft.com/office/drawing/2014/main" id="{EAC497BE-58AE-BAA9-A98C-CF0227EE8909}"/>
                </a:ext>
              </a:extLst>
            </p:cNvPr>
            <p:cNvSpPr/>
            <p:nvPr/>
          </p:nvSpPr>
          <p:spPr>
            <a:xfrm>
              <a:off x="2428033" y="3746604"/>
              <a:ext cx="606236" cy="539364"/>
            </a:xfrm>
            <a:custGeom>
              <a:avLst/>
              <a:gdLst>
                <a:gd name="connsiteX0" fmla="*/ 433757 w 866775"/>
                <a:gd name="connsiteY0" fmla="*/ 7320 h 714375"/>
                <a:gd name="connsiteX1" fmla="*/ 428101 w 866775"/>
                <a:gd name="connsiteY1" fmla="*/ 9101 h 714375"/>
                <a:gd name="connsiteX2" fmla="*/ 18526 w 866775"/>
                <a:gd name="connsiteY2" fmla="*/ 209126 h 714375"/>
                <a:gd name="connsiteX3" fmla="*/ 9780 w 866775"/>
                <a:gd name="connsiteY3" fmla="*/ 234615 h 714375"/>
                <a:gd name="connsiteX4" fmla="*/ 18526 w 866775"/>
                <a:gd name="connsiteY4" fmla="*/ 243359 h 714375"/>
                <a:gd name="connsiteX5" fmla="*/ 428101 w 866775"/>
                <a:gd name="connsiteY5" fmla="*/ 443355 h 714375"/>
                <a:gd name="connsiteX6" fmla="*/ 444770 w 866775"/>
                <a:gd name="connsiteY6" fmla="*/ 443355 h 714375"/>
                <a:gd name="connsiteX7" fmla="*/ 854345 w 866775"/>
                <a:gd name="connsiteY7" fmla="*/ 243359 h 714375"/>
                <a:gd name="connsiteX8" fmla="*/ 863090 w 866775"/>
                <a:gd name="connsiteY8" fmla="*/ 217880 h 714375"/>
                <a:gd name="connsiteX9" fmla="*/ 854345 w 866775"/>
                <a:gd name="connsiteY9" fmla="*/ 209126 h 714375"/>
                <a:gd name="connsiteX10" fmla="*/ 444770 w 866775"/>
                <a:gd name="connsiteY10" fmla="*/ 9101 h 714375"/>
                <a:gd name="connsiteX11" fmla="*/ 433757 w 866775"/>
                <a:gd name="connsiteY11" fmla="*/ 7320 h 714375"/>
                <a:gd name="connsiteX12" fmla="*/ 436435 w 866775"/>
                <a:gd name="connsiteY12" fmla="*/ 47506 h 714375"/>
                <a:gd name="connsiteX13" fmla="*/ 802552 w 866775"/>
                <a:gd name="connsiteY13" fmla="*/ 226395 h 714375"/>
                <a:gd name="connsiteX14" fmla="*/ 436435 w 866775"/>
                <a:gd name="connsiteY14" fmla="*/ 404969 h 714375"/>
                <a:gd name="connsiteX15" fmla="*/ 70318 w 866775"/>
                <a:gd name="connsiteY15" fmla="*/ 226395 h 714375"/>
                <a:gd name="connsiteX16" fmla="*/ 436435 w 866775"/>
                <a:gd name="connsiteY16" fmla="*/ 47506 h 714375"/>
                <a:gd name="connsiteX17" fmla="*/ 25670 w 866775"/>
                <a:gd name="connsiteY17" fmla="*/ 349915 h 714375"/>
                <a:gd name="connsiteX18" fmla="*/ 7151 w 866775"/>
                <a:gd name="connsiteY18" fmla="*/ 369537 h 714375"/>
                <a:gd name="connsiteX19" fmla="*/ 18823 w 866775"/>
                <a:gd name="connsiteY19" fmla="*/ 386491 h 714375"/>
                <a:gd name="connsiteX20" fmla="*/ 428398 w 866775"/>
                <a:gd name="connsiteY20" fmla="*/ 576991 h 714375"/>
                <a:gd name="connsiteX21" fmla="*/ 444472 w 866775"/>
                <a:gd name="connsiteY21" fmla="*/ 576991 h 714375"/>
                <a:gd name="connsiteX22" fmla="*/ 854047 w 866775"/>
                <a:gd name="connsiteY22" fmla="*/ 386491 h 714375"/>
                <a:gd name="connsiteX23" fmla="*/ 864038 w 866775"/>
                <a:gd name="connsiteY23" fmla="*/ 361535 h 714375"/>
                <a:gd name="connsiteX24" fmla="*/ 839016 w 866775"/>
                <a:gd name="connsiteY24" fmla="*/ 351534 h 714375"/>
                <a:gd name="connsiteX25" fmla="*/ 837973 w 866775"/>
                <a:gd name="connsiteY25" fmla="*/ 352010 h 714375"/>
                <a:gd name="connsiteX26" fmla="*/ 436435 w 866775"/>
                <a:gd name="connsiteY26" fmla="*/ 538605 h 714375"/>
                <a:gd name="connsiteX27" fmla="*/ 34898 w 866775"/>
                <a:gd name="connsiteY27" fmla="*/ 352010 h 714375"/>
                <a:gd name="connsiteX28" fmla="*/ 25670 w 866775"/>
                <a:gd name="connsiteY28" fmla="*/ 349915 h 714375"/>
                <a:gd name="connsiteX29" fmla="*/ 25670 w 866775"/>
                <a:gd name="connsiteY29" fmla="*/ 483265 h 714375"/>
                <a:gd name="connsiteX30" fmla="*/ 7151 w 866775"/>
                <a:gd name="connsiteY30" fmla="*/ 502887 h 714375"/>
                <a:gd name="connsiteX31" fmla="*/ 18823 w 866775"/>
                <a:gd name="connsiteY31" fmla="*/ 519841 h 714375"/>
                <a:gd name="connsiteX32" fmla="*/ 428398 w 866775"/>
                <a:gd name="connsiteY32" fmla="*/ 710341 h 714375"/>
                <a:gd name="connsiteX33" fmla="*/ 444472 w 866775"/>
                <a:gd name="connsiteY33" fmla="*/ 710341 h 714375"/>
                <a:gd name="connsiteX34" fmla="*/ 854047 w 866775"/>
                <a:gd name="connsiteY34" fmla="*/ 519841 h 714375"/>
                <a:gd name="connsiteX35" fmla="*/ 864038 w 866775"/>
                <a:gd name="connsiteY35" fmla="*/ 494885 h 714375"/>
                <a:gd name="connsiteX36" fmla="*/ 839016 w 866775"/>
                <a:gd name="connsiteY36" fmla="*/ 484884 h 714375"/>
                <a:gd name="connsiteX37" fmla="*/ 837973 w 866775"/>
                <a:gd name="connsiteY37" fmla="*/ 485360 h 714375"/>
                <a:gd name="connsiteX38" fmla="*/ 436435 w 866775"/>
                <a:gd name="connsiteY38" fmla="*/ 671955 h 714375"/>
                <a:gd name="connsiteX39" fmla="*/ 34898 w 866775"/>
                <a:gd name="connsiteY39" fmla="*/ 485360 h 714375"/>
                <a:gd name="connsiteX40" fmla="*/ 25670 w 866775"/>
                <a:gd name="connsiteY40" fmla="*/ 483265 h 71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866775" h="714375">
                  <a:moveTo>
                    <a:pt x="433757" y="7320"/>
                  </a:moveTo>
                  <a:cubicBezTo>
                    <a:pt x="431790" y="7615"/>
                    <a:pt x="429882" y="8215"/>
                    <a:pt x="428101" y="9101"/>
                  </a:cubicBezTo>
                  <a:lnTo>
                    <a:pt x="18526" y="209126"/>
                  </a:lnTo>
                  <a:cubicBezTo>
                    <a:pt x="9073" y="213755"/>
                    <a:pt x="5158" y="225156"/>
                    <a:pt x="9780" y="234615"/>
                  </a:cubicBezTo>
                  <a:cubicBezTo>
                    <a:pt x="11642" y="238425"/>
                    <a:pt x="14719" y="241501"/>
                    <a:pt x="18526" y="243359"/>
                  </a:cubicBezTo>
                  <a:lnTo>
                    <a:pt x="428101" y="443355"/>
                  </a:lnTo>
                  <a:cubicBezTo>
                    <a:pt x="433362" y="445927"/>
                    <a:pt x="439508" y="445927"/>
                    <a:pt x="444770" y="443355"/>
                  </a:cubicBezTo>
                  <a:lnTo>
                    <a:pt x="854345" y="243359"/>
                  </a:lnTo>
                  <a:cubicBezTo>
                    <a:pt x="863797" y="238739"/>
                    <a:pt x="867713" y="227328"/>
                    <a:pt x="863090" y="217880"/>
                  </a:cubicBezTo>
                  <a:cubicBezTo>
                    <a:pt x="861229" y="214069"/>
                    <a:pt x="858152" y="210993"/>
                    <a:pt x="854345" y="209126"/>
                  </a:cubicBezTo>
                  <a:lnTo>
                    <a:pt x="444770" y="9101"/>
                  </a:lnTo>
                  <a:cubicBezTo>
                    <a:pt x="441360" y="7424"/>
                    <a:pt x="437524" y="6805"/>
                    <a:pt x="433757" y="7320"/>
                  </a:cubicBezTo>
                  <a:close/>
                  <a:moveTo>
                    <a:pt x="436435" y="47506"/>
                  </a:moveTo>
                  <a:lnTo>
                    <a:pt x="802552" y="226395"/>
                  </a:lnTo>
                  <a:lnTo>
                    <a:pt x="436435" y="404969"/>
                  </a:lnTo>
                  <a:lnTo>
                    <a:pt x="70318" y="226395"/>
                  </a:lnTo>
                  <a:lnTo>
                    <a:pt x="436435" y="47506"/>
                  </a:lnTo>
                  <a:close/>
                  <a:moveTo>
                    <a:pt x="25670" y="349915"/>
                  </a:moveTo>
                  <a:cubicBezTo>
                    <a:pt x="15152" y="350201"/>
                    <a:pt x="6861" y="358963"/>
                    <a:pt x="7151" y="369537"/>
                  </a:cubicBezTo>
                  <a:cubicBezTo>
                    <a:pt x="7358" y="376966"/>
                    <a:pt x="11924" y="383633"/>
                    <a:pt x="18823" y="386491"/>
                  </a:cubicBezTo>
                  <a:lnTo>
                    <a:pt x="428398" y="576991"/>
                  </a:lnTo>
                  <a:cubicBezTo>
                    <a:pt x="433494" y="579373"/>
                    <a:pt x="439377" y="579373"/>
                    <a:pt x="444472" y="576991"/>
                  </a:cubicBezTo>
                  <a:lnTo>
                    <a:pt x="854047" y="386491"/>
                  </a:lnTo>
                  <a:cubicBezTo>
                    <a:pt x="863716" y="382395"/>
                    <a:pt x="868189" y="371156"/>
                    <a:pt x="864038" y="361535"/>
                  </a:cubicBezTo>
                  <a:cubicBezTo>
                    <a:pt x="859887" y="351820"/>
                    <a:pt x="848685" y="347343"/>
                    <a:pt x="839016" y="351534"/>
                  </a:cubicBezTo>
                  <a:cubicBezTo>
                    <a:pt x="838664" y="351630"/>
                    <a:pt x="838316" y="351820"/>
                    <a:pt x="837973" y="352010"/>
                  </a:cubicBezTo>
                  <a:lnTo>
                    <a:pt x="436435" y="538605"/>
                  </a:lnTo>
                  <a:lnTo>
                    <a:pt x="34898" y="352010"/>
                  </a:lnTo>
                  <a:cubicBezTo>
                    <a:pt x="32046" y="350581"/>
                    <a:pt x="28872" y="349820"/>
                    <a:pt x="25670" y="349915"/>
                  </a:cubicBezTo>
                  <a:close/>
                  <a:moveTo>
                    <a:pt x="25670" y="483265"/>
                  </a:moveTo>
                  <a:cubicBezTo>
                    <a:pt x="15152" y="483551"/>
                    <a:pt x="6861" y="492313"/>
                    <a:pt x="7151" y="502887"/>
                  </a:cubicBezTo>
                  <a:cubicBezTo>
                    <a:pt x="7358" y="510316"/>
                    <a:pt x="11924" y="516983"/>
                    <a:pt x="18823" y="519841"/>
                  </a:cubicBezTo>
                  <a:lnTo>
                    <a:pt x="428398" y="710341"/>
                  </a:lnTo>
                  <a:cubicBezTo>
                    <a:pt x="433494" y="712723"/>
                    <a:pt x="439377" y="712723"/>
                    <a:pt x="444472" y="710341"/>
                  </a:cubicBezTo>
                  <a:lnTo>
                    <a:pt x="854047" y="519841"/>
                  </a:lnTo>
                  <a:cubicBezTo>
                    <a:pt x="863716" y="515745"/>
                    <a:pt x="868189" y="504506"/>
                    <a:pt x="864038" y="494885"/>
                  </a:cubicBezTo>
                  <a:cubicBezTo>
                    <a:pt x="859887" y="485170"/>
                    <a:pt x="848685" y="480693"/>
                    <a:pt x="839016" y="484884"/>
                  </a:cubicBezTo>
                  <a:cubicBezTo>
                    <a:pt x="838664" y="484980"/>
                    <a:pt x="838316" y="485170"/>
                    <a:pt x="837973" y="485360"/>
                  </a:cubicBezTo>
                  <a:lnTo>
                    <a:pt x="436435" y="671955"/>
                  </a:lnTo>
                  <a:lnTo>
                    <a:pt x="34898" y="485360"/>
                  </a:lnTo>
                  <a:cubicBezTo>
                    <a:pt x="32046" y="483931"/>
                    <a:pt x="28872" y="483170"/>
                    <a:pt x="25670" y="483265"/>
                  </a:cubicBezTo>
                  <a:close/>
                </a:path>
              </a:pathLst>
            </a:custGeom>
            <a:solidFill>
              <a:schemeClr val="tx2">
                <a:lumMod val="40000"/>
                <a:lumOff val="60000"/>
              </a:schemeClr>
            </a:solidFill>
            <a:ln w="9525" cap="flat">
              <a:noFill/>
              <a:prstDash val="solid"/>
              <a:miter/>
            </a:ln>
          </p:spPr>
          <p:txBody>
            <a:bodyPr rtlCol="0" anchor="ctr"/>
            <a:lstStyle/>
            <a:p>
              <a:endParaRPr lang="fr-FR"/>
            </a:p>
          </p:txBody>
        </p:sp>
      </p:grpSp>
      <p:grpSp>
        <p:nvGrpSpPr>
          <p:cNvPr id="241" name="Groupe 240">
            <a:extLst>
              <a:ext uri="{FF2B5EF4-FFF2-40B4-BE49-F238E27FC236}">
                <a16:creationId xmlns:a16="http://schemas.microsoft.com/office/drawing/2014/main" id="{26BAC0DF-2636-6A41-9FC9-F9A0738F58A1}"/>
              </a:ext>
            </a:extLst>
          </p:cNvPr>
          <p:cNvGrpSpPr/>
          <p:nvPr>
            <p:custDataLst>
              <p:tags r:id="rId9"/>
            </p:custDataLst>
          </p:nvPr>
        </p:nvGrpSpPr>
        <p:grpSpPr>
          <a:xfrm>
            <a:off x="2228388" y="4616678"/>
            <a:ext cx="746304" cy="683052"/>
            <a:chOff x="9557194" y="4285968"/>
            <a:chExt cx="746304" cy="683052"/>
          </a:xfrm>
        </p:grpSpPr>
        <p:sp>
          <p:nvSpPr>
            <p:cNvPr id="242" name="Rectangle 241">
              <a:extLst>
                <a:ext uri="{FF2B5EF4-FFF2-40B4-BE49-F238E27FC236}">
                  <a16:creationId xmlns:a16="http://schemas.microsoft.com/office/drawing/2014/main" id="{7F65C653-5E7A-06C2-A76A-BC4743A1C141}"/>
                </a:ext>
              </a:extLst>
            </p:cNvPr>
            <p:cNvSpPr/>
            <p:nvPr/>
          </p:nvSpPr>
          <p:spPr>
            <a:xfrm>
              <a:off x="9557194" y="4285968"/>
              <a:ext cx="746304" cy="6830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43" name="Graphique 66">
              <a:extLst>
                <a:ext uri="{FF2B5EF4-FFF2-40B4-BE49-F238E27FC236}">
                  <a16:creationId xmlns:a16="http://schemas.microsoft.com/office/drawing/2014/main" id="{8F2B3616-3F25-62D3-89AD-166046D6FDDC}"/>
                </a:ext>
              </a:extLst>
            </p:cNvPr>
            <p:cNvSpPr/>
            <p:nvPr/>
          </p:nvSpPr>
          <p:spPr>
            <a:xfrm>
              <a:off x="9631036" y="4319928"/>
              <a:ext cx="598621" cy="615133"/>
            </a:xfrm>
            <a:custGeom>
              <a:avLst/>
              <a:gdLst>
                <a:gd name="connsiteX0" fmla="*/ 5058575 w 5486400"/>
                <a:gd name="connsiteY0" fmla="*/ 2315375 h 5486400"/>
                <a:gd name="connsiteX1" fmla="*/ 4652834 w 5486400"/>
                <a:gd name="connsiteY1" fmla="*/ 2602321 h 5486400"/>
                <a:gd name="connsiteX2" fmla="*/ 3723130 w 5486400"/>
                <a:gd name="connsiteY2" fmla="*/ 2602321 h 5486400"/>
                <a:gd name="connsiteX3" fmla="*/ 3538337 w 5486400"/>
                <a:gd name="connsiteY3" fmla="*/ 2156407 h 5486400"/>
                <a:gd name="connsiteX4" fmla="*/ 4299317 w 5486400"/>
                <a:gd name="connsiteY4" fmla="*/ 1395427 h 5486400"/>
                <a:gd name="connsiteX5" fmla="*/ 4484684 w 5486400"/>
                <a:gd name="connsiteY5" fmla="*/ 1437321 h 5486400"/>
                <a:gd name="connsiteX6" fmla="*/ 4915102 w 5486400"/>
                <a:gd name="connsiteY6" fmla="*/ 1006903 h 5486400"/>
                <a:gd name="connsiteX7" fmla="*/ 4484684 w 5486400"/>
                <a:gd name="connsiteY7" fmla="*/ 576485 h 5486400"/>
                <a:gd name="connsiteX8" fmla="*/ 4054265 w 5486400"/>
                <a:gd name="connsiteY8" fmla="*/ 1006903 h 5486400"/>
                <a:gd name="connsiteX9" fmla="*/ 4096159 w 5486400"/>
                <a:gd name="connsiteY9" fmla="*/ 1192270 h 5486400"/>
                <a:gd name="connsiteX10" fmla="*/ 3335180 w 5486400"/>
                <a:gd name="connsiteY10" fmla="*/ 1953250 h 5486400"/>
                <a:gd name="connsiteX11" fmla="*/ 2889266 w 5486400"/>
                <a:gd name="connsiteY11" fmla="*/ 1768457 h 5486400"/>
                <a:gd name="connsiteX12" fmla="*/ 2889266 w 5486400"/>
                <a:gd name="connsiteY12" fmla="*/ 838753 h 5486400"/>
                <a:gd name="connsiteX13" fmla="*/ 3176212 w 5486400"/>
                <a:gd name="connsiteY13" fmla="*/ 433012 h 5486400"/>
                <a:gd name="connsiteX14" fmla="*/ 2745793 w 5486400"/>
                <a:gd name="connsiteY14" fmla="*/ 2593 h 5486400"/>
                <a:gd name="connsiteX15" fmla="*/ 2315375 w 5486400"/>
                <a:gd name="connsiteY15" fmla="*/ 433012 h 5486400"/>
                <a:gd name="connsiteX16" fmla="*/ 2602321 w 5486400"/>
                <a:gd name="connsiteY16" fmla="*/ 838753 h 5486400"/>
                <a:gd name="connsiteX17" fmla="*/ 2602321 w 5486400"/>
                <a:gd name="connsiteY17" fmla="*/ 1768457 h 5486400"/>
                <a:gd name="connsiteX18" fmla="*/ 2156407 w 5486400"/>
                <a:gd name="connsiteY18" fmla="*/ 1953250 h 5486400"/>
                <a:gd name="connsiteX19" fmla="*/ 1395427 w 5486400"/>
                <a:gd name="connsiteY19" fmla="*/ 1192270 h 5486400"/>
                <a:gd name="connsiteX20" fmla="*/ 1437321 w 5486400"/>
                <a:gd name="connsiteY20" fmla="*/ 1006903 h 5486400"/>
                <a:gd name="connsiteX21" fmla="*/ 1006903 w 5486400"/>
                <a:gd name="connsiteY21" fmla="*/ 576485 h 5486400"/>
                <a:gd name="connsiteX22" fmla="*/ 576485 w 5486400"/>
                <a:gd name="connsiteY22" fmla="*/ 1006903 h 5486400"/>
                <a:gd name="connsiteX23" fmla="*/ 1006903 w 5486400"/>
                <a:gd name="connsiteY23" fmla="*/ 1437321 h 5486400"/>
                <a:gd name="connsiteX24" fmla="*/ 1192270 w 5486400"/>
                <a:gd name="connsiteY24" fmla="*/ 1395427 h 5486400"/>
                <a:gd name="connsiteX25" fmla="*/ 1953250 w 5486400"/>
                <a:gd name="connsiteY25" fmla="*/ 2156407 h 5486400"/>
                <a:gd name="connsiteX26" fmla="*/ 1768457 w 5486400"/>
                <a:gd name="connsiteY26" fmla="*/ 2602321 h 5486400"/>
                <a:gd name="connsiteX27" fmla="*/ 838753 w 5486400"/>
                <a:gd name="connsiteY27" fmla="*/ 2602321 h 5486400"/>
                <a:gd name="connsiteX28" fmla="*/ 433012 w 5486400"/>
                <a:gd name="connsiteY28" fmla="*/ 2315375 h 5486400"/>
                <a:gd name="connsiteX29" fmla="*/ 2593 w 5486400"/>
                <a:gd name="connsiteY29" fmla="*/ 2745793 h 5486400"/>
                <a:gd name="connsiteX30" fmla="*/ 433012 w 5486400"/>
                <a:gd name="connsiteY30" fmla="*/ 3176212 h 5486400"/>
                <a:gd name="connsiteX31" fmla="*/ 838753 w 5486400"/>
                <a:gd name="connsiteY31" fmla="*/ 2889266 h 5486400"/>
                <a:gd name="connsiteX32" fmla="*/ 1768457 w 5486400"/>
                <a:gd name="connsiteY32" fmla="*/ 2889266 h 5486400"/>
                <a:gd name="connsiteX33" fmla="*/ 1953250 w 5486400"/>
                <a:gd name="connsiteY33" fmla="*/ 3335180 h 5486400"/>
                <a:gd name="connsiteX34" fmla="*/ 1192270 w 5486400"/>
                <a:gd name="connsiteY34" fmla="*/ 4096159 h 5486400"/>
                <a:gd name="connsiteX35" fmla="*/ 1006903 w 5486400"/>
                <a:gd name="connsiteY35" fmla="*/ 4054265 h 5486400"/>
                <a:gd name="connsiteX36" fmla="*/ 576485 w 5486400"/>
                <a:gd name="connsiteY36" fmla="*/ 4484684 h 5486400"/>
                <a:gd name="connsiteX37" fmla="*/ 1006903 w 5486400"/>
                <a:gd name="connsiteY37" fmla="*/ 4915102 h 5486400"/>
                <a:gd name="connsiteX38" fmla="*/ 1437321 w 5486400"/>
                <a:gd name="connsiteY38" fmla="*/ 4484684 h 5486400"/>
                <a:gd name="connsiteX39" fmla="*/ 1395427 w 5486400"/>
                <a:gd name="connsiteY39" fmla="*/ 4299317 h 5486400"/>
                <a:gd name="connsiteX40" fmla="*/ 2156407 w 5486400"/>
                <a:gd name="connsiteY40" fmla="*/ 3538337 h 5486400"/>
                <a:gd name="connsiteX41" fmla="*/ 2602321 w 5486400"/>
                <a:gd name="connsiteY41" fmla="*/ 3723130 h 5486400"/>
                <a:gd name="connsiteX42" fmla="*/ 2602321 w 5486400"/>
                <a:gd name="connsiteY42" fmla="*/ 4652834 h 5486400"/>
                <a:gd name="connsiteX43" fmla="*/ 2315375 w 5486400"/>
                <a:gd name="connsiteY43" fmla="*/ 5058575 h 5486400"/>
                <a:gd name="connsiteX44" fmla="*/ 2745793 w 5486400"/>
                <a:gd name="connsiteY44" fmla="*/ 5488994 h 5486400"/>
                <a:gd name="connsiteX45" fmla="*/ 3176212 w 5486400"/>
                <a:gd name="connsiteY45" fmla="*/ 5058575 h 5486400"/>
                <a:gd name="connsiteX46" fmla="*/ 2889266 w 5486400"/>
                <a:gd name="connsiteY46" fmla="*/ 4652834 h 5486400"/>
                <a:gd name="connsiteX47" fmla="*/ 2889266 w 5486400"/>
                <a:gd name="connsiteY47" fmla="*/ 3723130 h 5486400"/>
                <a:gd name="connsiteX48" fmla="*/ 3335180 w 5486400"/>
                <a:gd name="connsiteY48" fmla="*/ 3538337 h 5486400"/>
                <a:gd name="connsiteX49" fmla="*/ 4096159 w 5486400"/>
                <a:gd name="connsiteY49" fmla="*/ 4299317 h 5486400"/>
                <a:gd name="connsiteX50" fmla="*/ 4054265 w 5486400"/>
                <a:gd name="connsiteY50" fmla="*/ 4484684 h 5486400"/>
                <a:gd name="connsiteX51" fmla="*/ 4484684 w 5486400"/>
                <a:gd name="connsiteY51" fmla="*/ 4915102 h 5486400"/>
                <a:gd name="connsiteX52" fmla="*/ 4915102 w 5486400"/>
                <a:gd name="connsiteY52" fmla="*/ 4484684 h 5486400"/>
                <a:gd name="connsiteX53" fmla="*/ 4484684 w 5486400"/>
                <a:gd name="connsiteY53" fmla="*/ 4054265 h 5486400"/>
                <a:gd name="connsiteX54" fmla="*/ 4299317 w 5486400"/>
                <a:gd name="connsiteY54" fmla="*/ 4096159 h 5486400"/>
                <a:gd name="connsiteX55" fmla="*/ 3538337 w 5486400"/>
                <a:gd name="connsiteY55" fmla="*/ 3335180 h 5486400"/>
                <a:gd name="connsiteX56" fmla="*/ 3723130 w 5486400"/>
                <a:gd name="connsiteY56" fmla="*/ 2889266 h 5486400"/>
                <a:gd name="connsiteX57" fmla="*/ 4652834 w 5486400"/>
                <a:gd name="connsiteY57" fmla="*/ 2889266 h 5486400"/>
                <a:gd name="connsiteX58" fmla="*/ 5058575 w 5486400"/>
                <a:gd name="connsiteY58" fmla="*/ 3176212 h 5486400"/>
                <a:gd name="connsiteX59" fmla="*/ 5488994 w 5486400"/>
                <a:gd name="connsiteY59" fmla="*/ 2745793 h 5486400"/>
                <a:gd name="connsiteX60" fmla="*/ 5058575 w 5486400"/>
                <a:gd name="connsiteY60" fmla="*/ 2315375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486400" h="5486400">
                  <a:moveTo>
                    <a:pt x="5058575" y="2315375"/>
                  </a:moveTo>
                  <a:cubicBezTo>
                    <a:pt x="4870913" y="2315375"/>
                    <a:pt x="4711945" y="2435318"/>
                    <a:pt x="4652834" y="2602321"/>
                  </a:cubicBezTo>
                  <a:lnTo>
                    <a:pt x="3723130" y="2602321"/>
                  </a:lnTo>
                  <a:cubicBezTo>
                    <a:pt x="3699027" y="2437040"/>
                    <a:pt x="3634177" y="2284385"/>
                    <a:pt x="3538337" y="2156407"/>
                  </a:cubicBezTo>
                  <a:lnTo>
                    <a:pt x="4299317" y="1395427"/>
                  </a:lnTo>
                  <a:cubicBezTo>
                    <a:pt x="4355558" y="1422400"/>
                    <a:pt x="4418686" y="1437321"/>
                    <a:pt x="4484684" y="1437321"/>
                  </a:cubicBezTo>
                  <a:cubicBezTo>
                    <a:pt x="4722275" y="1437321"/>
                    <a:pt x="4915102" y="1244494"/>
                    <a:pt x="4915102" y="1006903"/>
                  </a:cubicBezTo>
                  <a:cubicBezTo>
                    <a:pt x="4915102" y="769312"/>
                    <a:pt x="4722275" y="576485"/>
                    <a:pt x="4484684" y="576485"/>
                  </a:cubicBezTo>
                  <a:cubicBezTo>
                    <a:pt x="4247093" y="576485"/>
                    <a:pt x="4054265" y="769312"/>
                    <a:pt x="4054265" y="1006903"/>
                  </a:cubicBezTo>
                  <a:cubicBezTo>
                    <a:pt x="4054265" y="1073474"/>
                    <a:pt x="4069186" y="1136029"/>
                    <a:pt x="4096159" y="1192270"/>
                  </a:cubicBezTo>
                  <a:lnTo>
                    <a:pt x="3335180" y="1953250"/>
                  </a:lnTo>
                  <a:cubicBezTo>
                    <a:pt x="3207202" y="1857410"/>
                    <a:pt x="3054547" y="1792560"/>
                    <a:pt x="2889266" y="1768457"/>
                  </a:cubicBezTo>
                  <a:lnTo>
                    <a:pt x="2889266" y="838753"/>
                  </a:lnTo>
                  <a:cubicBezTo>
                    <a:pt x="3056268" y="779642"/>
                    <a:pt x="3176212" y="620100"/>
                    <a:pt x="3176212" y="433012"/>
                  </a:cubicBezTo>
                  <a:cubicBezTo>
                    <a:pt x="3176212" y="195421"/>
                    <a:pt x="2983385" y="2593"/>
                    <a:pt x="2745793" y="2593"/>
                  </a:cubicBezTo>
                  <a:cubicBezTo>
                    <a:pt x="2508203" y="2593"/>
                    <a:pt x="2315375" y="195421"/>
                    <a:pt x="2315375" y="433012"/>
                  </a:cubicBezTo>
                  <a:cubicBezTo>
                    <a:pt x="2315375" y="620674"/>
                    <a:pt x="2435318" y="779642"/>
                    <a:pt x="2602321" y="838753"/>
                  </a:cubicBezTo>
                  <a:lnTo>
                    <a:pt x="2602321" y="1768457"/>
                  </a:lnTo>
                  <a:cubicBezTo>
                    <a:pt x="2437040" y="1792560"/>
                    <a:pt x="2284385" y="1857410"/>
                    <a:pt x="2156407" y="1953250"/>
                  </a:cubicBezTo>
                  <a:lnTo>
                    <a:pt x="1395427" y="1192270"/>
                  </a:lnTo>
                  <a:cubicBezTo>
                    <a:pt x="1422400" y="1136029"/>
                    <a:pt x="1437321" y="1072900"/>
                    <a:pt x="1437321" y="1006903"/>
                  </a:cubicBezTo>
                  <a:cubicBezTo>
                    <a:pt x="1437321" y="769312"/>
                    <a:pt x="1244494" y="576485"/>
                    <a:pt x="1006903" y="576485"/>
                  </a:cubicBezTo>
                  <a:cubicBezTo>
                    <a:pt x="769312" y="576485"/>
                    <a:pt x="576485" y="769312"/>
                    <a:pt x="576485" y="1006903"/>
                  </a:cubicBezTo>
                  <a:cubicBezTo>
                    <a:pt x="576485" y="1244494"/>
                    <a:pt x="769312" y="1437321"/>
                    <a:pt x="1006903" y="1437321"/>
                  </a:cubicBezTo>
                  <a:cubicBezTo>
                    <a:pt x="1073474" y="1437321"/>
                    <a:pt x="1136029" y="1422400"/>
                    <a:pt x="1192270" y="1395427"/>
                  </a:cubicBezTo>
                  <a:lnTo>
                    <a:pt x="1953250" y="2156407"/>
                  </a:lnTo>
                  <a:cubicBezTo>
                    <a:pt x="1857410" y="2284385"/>
                    <a:pt x="1792560" y="2437040"/>
                    <a:pt x="1768457" y="2602321"/>
                  </a:cubicBezTo>
                  <a:lnTo>
                    <a:pt x="838753" y="2602321"/>
                  </a:lnTo>
                  <a:cubicBezTo>
                    <a:pt x="779642" y="2435318"/>
                    <a:pt x="620100" y="2315375"/>
                    <a:pt x="433012" y="2315375"/>
                  </a:cubicBezTo>
                  <a:cubicBezTo>
                    <a:pt x="195421" y="2315375"/>
                    <a:pt x="2593" y="2508203"/>
                    <a:pt x="2593" y="2745793"/>
                  </a:cubicBezTo>
                  <a:cubicBezTo>
                    <a:pt x="2593" y="2983385"/>
                    <a:pt x="195421" y="3176212"/>
                    <a:pt x="433012" y="3176212"/>
                  </a:cubicBezTo>
                  <a:cubicBezTo>
                    <a:pt x="620674" y="3176212"/>
                    <a:pt x="779642" y="3056268"/>
                    <a:pt x="838753" y="2889266"/>
                  </a:cubicBezTo>
                  <a:lnTo>
                    <a:pt x="1768457" y="2889266"/>
                  </a:lnTo>
                  <a:cubicBezTo>
                    <a:pt x="1792560" y="3054547"/>
                    <a:pt x="1857410" y="3207202"/>
                    <a:pt x="1953250" y="3335180"/>
                  </a:cubicBezTo>
                  <a:lnTo>
                    <a:pt x="1192270" y="4096159"/>
                  </a:lnTo>
                  <a:cubicBezTo>
                    <a:pt x="1136029" y="4069186"/>
                    <a:pt x="1072900" y="4054265"/>
                    <a:pt x="1006903" y="4054265"/>
                  </a:cubicBezTo>
                  <a:cubicBezTo>
                    <a:pt x="769312" y="4054265"/>
                    <a:pt x="576485" y="4247093"/>
                    <a:pt x="576485" y="4484684"/>
                  </a:cubicBezTo>
                  <a:cubicBezTo>
                    <a:pt x="576485" y="4722275"/>
                    <a:pt x="769312" y="4915102"/>
                    <a:pt x="1006903" y="4915102"/>
                  </a:cubicBezTo>
                  <a:cubicBezTo>
                    <a:pt x="1244494" y="4915102"/>
                    <a:pt x="1437321" y="4722275"/>
                    <a:pt x="1437321" y="4484684"/>
                  </a:cubicBezTo>
                  <a:cubicBezTo>
                    <a:pt x="1437321" y="4418113"/>
                    <a:pt x="1422400" y="4355558"/>
                    <a:pt x="1395427" y="4299317"/>
                  </a:cubicBezTo>
                  <a:lnTo>
                    <a:pt x="2156407" y="3538337"/>
                  </a:lnTo>
                  <a:cubicBezTo>
                    <a:pt x="2284385" y="3634177"/>
                    <a:pt x="2437040" y="3699027"/>
                    <a:pt x="2602321" y="3723130"/>
                  </a:cubicBezTo>
                  <a:lnTo>
                    <a:pt x="2602321" y="4652834"/>
                  </a:lnTo>
                  <a:cubicBezTo>
                    <a:pt x="2435318" y="4711945"/>
                    <a:pt x="2315375" y="4871487"/>
                    <a:pt x="2315375" y="5058575"/>
                  </a:cubicBezTo>
                  <a:cubicBezTo>
                    <a:pt x="2315375" y="5296166"/>
                    <a:pt x="2508203" y="5488994"/>
                    <a:pt x="2745793" y="5488994"/>
                  </a:cubicBezTo>
                  <a:cubicBezTo>
                    <a:pt x="2983385" y="5488994"/>
                    <a:pt x="3176212" y="5296166"/>
                    <a:pt x="3176212" y="5058575"/>
                  </a:cubicBezTo>
                  <a:cubicBezTo>
                    <a:pt x="3176212" y="4870913"/>
                    <a:pt x="3056268" y="4711945"/>
                    <a:pt x="2889266" y="4652834"/>
                  </a:cubicBezTo>
                  <a:lnTo>
                    <a:pt x="2889266" y="3723130"/>
                  </a:lnTo>
                  <a:cubicBezTo>
                    <a:pt x="3054547" y="3699027"/>
                    <a:pt x="3207202" y="3634177"/>
                    <a:pt x="3335180" y="3538337"/>
                  </a:cubicBezTo>
                  <a:lnTo>
                    <a:pt x="4096159" y="4299317"/>
                  </a:lnTo>
                  <a:cubicBezTo>
                    <a:pt x="4069186" y="4355558"/>
                    <a:pt x="4054265" y="4418686"/>
                    <a:pt x="4054265" y="4484684"/>
                  </a:cubicBezTo>
                  <a:cubicBezTo>
                    <a:pt x="4054265" y="4722275"/>
                    <a:pt x="4247093" y="4915102"/>
                    <a:pt x="4484684" y="4915102"/>
                  </a:cubicBezTo>
                  <a:cubicBezTo>
                    <a:pt x="4722275" y="4915102"/>
                    <a:pt x="4915102" y="4722275"/>
                    <a:pt x="4915102" y="4484684"/>
                  </a:cubicBezTo>
                  <a:cubicBezTo>
                    <a:pt x="4915102" y="4247093"/>
                    <a:pt x="4722275" y="4054265"/>
                    <a:pt x="4484684" y="4054265"/>
                  </a:cubicBezTo>
                  <a:cubicBezTo>
                    <a:pt x="4418113" y="4054265"/>
                    <a:pt x="4355558" y="4069186"/>
                    <a:pt x="4299317" y="4096159"/>
                  </a:cubicBezTo>
                  <a:lnTo>
                    <a:pt x="3538337" y="3335180"/>
                  </a:lnTo>
                  <a:cubicBezTo>
                    <a:pt x="3634177" y="3207202"/>
                    <a:pt x="3699027" y="3054547"/>
                    <a:pt x="3723130" y="2889266"/>
                  </a:cubicBezTo>
                  <a:lnTo>
                    <a:pt x="4652834" y="2889266"/>
                  </a:lnTo>
                  <a:cubicBezTo>
                    <a:pt x="4711945" y="3056268"/>
                    <a:pt x="4871487" y="3176212"/>
                    <a:pt x="5058575" y="3176212"/>
                  </a:cubicBezTo>
                  <a:cubicBezTo>
                    <a:pt x="5296166" y="3176212"/>
                    <a:pt x="5488994" y="2983385"/>
                    <a:pt x="5488994" y="2745793"/>
                  </a:cubicBezTo>
                  <a:cubicBezTo>
                    <a:pt x="5488994" y="2508203"/>
                    <a:pt x="5296166" y="2315375"/>
                    <a:pt x="5058575" y="2315375"/>
                  </a:cubicBezTo>
                  <a:close/>
                </a:path>
              </a:pathLst>
            </a:custGeom>
            <a:solidFill>
              <a:schemeClr val="tx2">
                <a:lumMod val="40000"/>
                <a:lumOff val="60000"/>
              </a:schemeClr>
            </a:solidFill>
            <a:ln w="5739" cap="flat">
              <a:noFill/>
              <a:prstDash val="solid"/>
              <a:miter/>
            </a:ln>
          </p:spPr>
          <p:txBody>
            <a:bodyPr rtlCol="0" anchor="ctr"/>
            <a:lstStyle/>
            <a:p>
              <a:endParaRPr lang="fr-FR"/>
            </a:p>
          </p:txBody>
        </p:sp>
      </p:grpSp>
    </p:spTree>
    <p:extLst>
      <p:ext uri="{BB962C8B-B14F-4D97-AF65-F5344CB8AC3E}">
        <p14:creationId xmlns:p14="http://schemas.microsoft.com/office/powerpoint/2010/main" val="35016982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7"/>
                                        </p:tgtEl>
                                        <p:attrNameLst>
                                          <p:attrName>style.visibility</p:attrName>
                                        </p:attrNameLst>
                                      </p:cBhvr>
                                      <p:to>
                                        <p:strVal val="visible"/>
                                      </p:to>
                                    </p:set>
                                    <p:animEffect transition="in" filter="fade">
                                      <p:cBhvr>
                                        <p:cTn id="7" dur="500"/>
                                        <p:tgtEl>
                                          <p:spTgt spid="16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1"/>
                                        </p:tgtEl>
                                        <p:attrNameLst>
                                          <p:attrName>style.visibility</p:attrName>
                                        </p:attrNameLst>
                                      </p:cBhvr>
                                      <p:to>
                                        <p:strVal val="visible"/>
                                      </p:to>
                                    </p:set>
                                    <p:animEffect transition="in" filter="fade">
                                      <p:cBhvr>
                                        <p:cTn id="12" dur="500"/>
                                        <p:tgtEl>
                                          <p:spTgt spid="23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32"/>
                                        </p:tgtEl>
                                        <p:attrNameLst>
                                          <p:attrName>style.visibility</p:attrName>
                                        </p:attrNameLst>
                                      </p:cBhvr>
                                      <p:to>
                                        <p:strVal val="visible"/>
                                      </p:to>
                                    </p:set>
                                    <p:animEffect transition="in" filter="fade">
                                      <p:cBhvr>
                                        <p:cTn id="15" dur="500"/>
                                        <p:tgtEl>
                                          <p:spTgt spid="23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3"/>
                                        </p:tgtEl>
                                        <p:attrNameLst>
                                          <p:attrName>style.visibility</p:attrName>
                                        </p:attrNameLst>
                                      </p:cBhvr>
                                      <p:to>
                                        <p:strVal val="visible"/>
                                      </p:to>
                                    </p:set>
                                    <p:animEffect transition="in" filter="fade">
                                      <p:cBhvr>
                                        <p:cTn id="18" dur="500"/>
                                        <p:tgtEl>
                                          <p:spTgt spid="23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34"/>
                                        </p:tgtEl>
                                        <p:attrNameLst>
                                          <p:attrName>style.visibility</p:attrName>
                                        </p:attrNameLst>
                                      </p:cBhvr>
                                      <p:to>
                                        <p:strVal val="visible"/>
                                      </p:to>
                                    </p:set>
                                    <p:animEffect transition="in" filter="fade">
                                      <p:cBhvr>
                                        <p:cTn id="21" dur="500"/>
                                        <p:tgtEl>
                                          <p:spTgt spid="234"/>
                                        </p:tgtEl>
                                      </p:cBhvr>
                                    </p:animEffect>
                                  </p:childTnLst>
                                </p:cTn>
                              </p:par>
                              <p:par>
                                <p:cTn id="22" presetID="10" presetClass="entr" presetSubtype="0" fill="hold" nodeType="withEffect">
                                  <p:stCondLst>
                                    <p:cond delay="0"/>
                                  </p:stCondLst>
                                  <p:childTnLst>
                                    <p:set>
                                      <p:cBhvr>
                                        <p:cTn id="23" dur="1" fill="hold">
                                          <p:stCondLst>
                                            <p:cond delay="0"/>
                                          </p:stCondLst>
                                        </p:cTn>
                                        <p:tgtEl>
                                          <p:spTgt spid="235"/>
                                        </p:tgtEl>
                                        <p:attrNameLst>
                                          <p:attrName>style.visibility</p:attrName>
                                        </p:attrNameLst>
                                      </p:cBhvr>
                                      <p:to>
                                        <p:strVal val="visible"/>
                                      </p:to>
                                    </p:set>
                                    <p:animEffect transition="in" filter="fade">
                                      <p:cBhvr>
                                        <p:cTn id="24" dur="500"/>
                                        <p:tgtEl>
                                          <p:spTgt spid="235"/>
                                        </p:tgtEl>
                                      </p:cBhvr>
                                    </p:animEffect>
                                  </p:childTnLst>
                                </p:cTn>
                              </p:par>
                              <p:par>
                                <p:cTn id="25" presetID="10" presetClass="entr" presetSubtype="0" fill="hold" nodeType="withEffect">
                                  <p:stCondLst>
                                    <p:cond delay="0"/>
                                  </p:stCondLst>
                                  <p:childTnLst>
                                    <p:set>
                                      <p:cBhvr>
                                        <p:cTn id="26" dur="1" fill="hold">
                                          <p:stCondLst>
                                            <p:cond delay="0"/>
                                          </p:stCondLst>
                                        </p:cTn>
                                        <p:tgtEl>
                                          <p:spTgt spid="238"/>
                                        </p:tgtEl>
                                        <p:attrNameLst>
                                          <p:attrName>style.visibility</p:attrName>
                                        </p:attrNameLst>
                                      </p:cBhvr>
                                      <p:to>
                                        <p:strVal val="visible"/>
                                      </p:to>
                                    </p:set>
                                    <p:animEffect transition="in" filter="fade">
                                      <p:cBhvr>
                                        <p:cTn id="27" dur="500"/>
                                        <p:tgtEl>
                                          <p:spTgt spid="238"/>
                                        </p:tgtEl>
                                      </p:cBhvr>
                                    </p:animEffect>
                                  </p:childTnLst>
                                </p:cTn>
                              </p:par>
                              <p:par>
                                <p:cTn id="28" presetID="10" presetClass="entr" presetSubtype="0" fill="hold" nodeType="withEffect">
                                  <p:stCondLst>
                                    <p:cond delay="0"/>
                                  </p:stCondLst>
                                  <p:childTnLst>
                                    <p:set>
                                      <p:cBhvr>
                                        <p:cTn id="29" dur="1" fill="hold">
                                          <p:stCondLst>
                                            <p:cond delay="0"/>
                                          </p:stCondLst>
                                        </p:cTn>
                                        <p:tgtEl>
                                          <p:spTgt spid="241"/>
                                        </p:tgtEl>
                                        <p:attrNameLst>
                                          <p:attrName>style.visibility</p:attrName>
                                        </p:attrNameLst>
                                      </p:cBhvr>
                                      <p:to>
                                        <p:strVal val="visible"/>
                                      </p:to>
                                    </p:set>
                                    <p:animEffect transition="in" filter="fade">
                                      <p:cBhvr>
                                        <p:cTn id="30" dur="500"/>
                                        <p:tgtEl>
                                          <p:spTgt spid="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 grpId="0" animBg="1"/>
      <p:bldP spid="231" grpId="0"/>
      <p:bldP spid="232" grpId="0"/>
      <p:bldP spid="233" grpId="0" animBg="1"/>
      <p:bldP spid="23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 name="Groupe 80">
            <a:extLst>
              <a:ext uri="{FF2B5EF4-FFF2-40B4-BE49-F238E27FC236}">
                <a16:creationId xmlns:a16="http://schemas.microsoft.com/office/drawing/2014/main" id="{C3A1658A-F14C-21C5-0420-3DDFE57638B0}"/>
              </a:ext>
            </a:extLst>
          </p:cNvPr>
          <p:cNvGrpSpPr/>
          <p:nvPr/>
        </p:nvGrpSpPr>
        <p:grpSpPr>
          <a:xfrm>
            <a:off x="-13400" y="2464322"/>
            <a:ext cx="5234766" cy="1929356"/>
            <a:chOff x="1" y="2863977"/>
            <a:chExt cx="6935519" cy="1929356"/>
          </a:xfrm>
        </p:grpSpPr>
        <p:sp>
          <p:nvSpPr>
            <p:cNvPr id="85" name="Rectangle 84">
              <a:extLst>
                <a:ext uri="{FF2B5EF4-FFF2-40B4-BE49-F238E27FC236}">
                  <a16:creationId xmlns:a16="http://schemas.microsoft.com/office/drawing/2014/main" id="{274F9BA2-1C73-2411-2870-D3672C59CCF4}"/>
                </a:ext>
              </a:extLst>
            </p:cNvPr>
            <p:cNvSpPr/>
            <p:nvPr/>
          </p:nvSpPr>
          <p:spPr>
            <a:xfrm>
              <a:off x="1" y="2863977"/>
              <a:ext cx="6823279"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Les différents types de solution de médiation proposés par la plateforme</a:t>
              </a:r>
            </a:p>
          </p:txBody>
        </p:sp>
        <p:sp>
          <p:nvSpPr>
            <p:cNvPr id="87" name="Rectangle 86">
              <a:extLst>
                <a:ext uri="{FF2B5EF4-FFF2-40B4-BE49-F238E27FC236}">
                  <a16:creationId xmlns:a16="http://schemas.microsoft.com/office/drawing/2014/main" id="{E38B2E64-D4D5-2B6B-BF7C-5D39A65AA264}"/>
                </a:ext>
              </a:extLst>
            </p:cNvPr>
            <p:cNvSpPr/>
            <p:nvPr/>
          </p:nvSpPr>
          <p:spPr>
            <a:xfrm>
              <a:off x="6697362" y="2863978"/>
              <a:ext cx="238158" cy="1929355"/>
            </a:xfrm>
            <a:prstGeom prst="rect">
              <a:avLst/>
            </a:prstGeom>
            <a:solidFill>
              <a:srgbClr val="006C9F">
                <a:alpha val="636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7BB83A"/>
                </a:solidFill>
                <a:effectLst/>
                <a:uLnTx/>
                <a:uFillTx/>
                <a:latin typeface="Arial"/>
                <a:ea typeface="+mn-ea"/>
                <a:cs typeface="+mn-cs"/>
              </a:endParaRPr>
            </a:p>
          </p:txBody>
        </p:sp>
      </p:grpSp>
      <p:pic>
        <p:nvPicPr>
          <p:cNvPr id="58" name="Picture 4" descr="Médiation de la consommation : une solution pour régler les litiges à  l'amiable | Dossier Familial | Dossier Familial">
            <a:extLst>
              <a:ext uri="{FF2B5EF4-FFF2-40B4-BE49-F238E27FC236}">
                <a16:creationId xmlns:a16="http://schemas.microsoft.com/office/drawing/2014/main" id="{6E1962DF-D432-29B8-18AD-D9AB9DD35BE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201" r="20815"/>
          <a:stretch/>
        </p:blipFill>
        <p:spPr bwMode="auto">
          <a:xfrm>
            <a:off x="5221366" y="0"/>
            <a:ext cx="2986216" cy="6858000"/>
          </a:xfrm>
          <a:prstGeom prst="rect">
            <a:avLst/>
          </a:prstGeom>
          <a:noFill/>
          <a:extLst>
            <a:ext uri="{909E8E84-426E-40DD-AFC4-6F175D3DCCD1}">
              <a14:hiddenFill xmlns:a14="http://schemas.microsoft.com/office/drawing/2010/main">
                <a:solidFill>
                  <a:srgbClr val="FFFFFF"/>
                </a:solidFill>
              </a14:hiddenFill>
            </a:ext>
          </a:extLst>
        </p:spPr>
      </p:pic>
      <p:sp>
        <p:nvSpPr>
          <p:cNvPr id="92" name="Rectangle 91">
            <a:extLst>
              <a:ext uri="{FF2B5EF4-FFF2-40B4-BE49-F238E27FC236}">
                <a16:creationId xmlns:a16="http://schemas.microsoft.com/office/drawing/2014/main" id="{484A9F92-A02A-7E4D-52B5-414BE76161CD}"/>
              </a:ext>
            </a:extLst>
          </p:cNvPr>
          <p:cNvSpPr/>
          <p:nvPr>
            <p:custDataLst>
              <p:tags r:id="rId1"/>
            </p:custDataLst>
          </p:nvPr>
        </p:nvSpPr>
        <p:spPr>
          <a:xfrm>
            <a:off x="5211289" y="-1"/>
            <a:ext cx="2986216"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grpSp>
        <p:nvGrpSpPr>
          <p:cNvPr id="118" name="Groupe 117">
            <a:extLst>
              <a:ext uri="{FF2B5EF4-FFF2-40B4-BE49-F238E27FC236}">
                <a16:creationId xmlns:a16="http://schemas.microsoft.com/office/drawing/2014/main" id="{76FC55DF-4358-F497-44C7-6D719472173C}"/>
              </a:ext>
            </a:extLst>
          </p:cNvPr>
          <p:cNvGrpSpPr/>
          <p:nvPr/>
        </p:nvGrpSpPr>
        <p:grpSpPr>
          <a:xfrm>
            <a:off x="7877160" y="5274416"/>
            <a:ext cx="3842882" cy="648000"/>
            <a:chOff x="7880947" y="5236422"/>
            <a:chExt cx="3842882" cy="648000"/>
          </a:xfrm>
        </p:grpSpPr>
        <p:sp>
          <p:nvSpPr>
            <p:cNvPr id="48" name="TextBox 4">
              <a:extLst>
                <a:ext uri="{FF2B5EF4-FFF2-40B4-BE49-F238E27FC236}">
                  <a16:creationId xmlns:a16="http://schemas.microsoft.com/office/drawing/2014/main" id="{B132117E-19EE-F1CF-618B-2A58EA8A6885}"/>
                </a:ext>
              </a:extLst>
            </p:cNvPr>
            <p:cNvSpPr txBox="1"/>
            <p:nvPr/>
          </p:nvSpPr>
          <p:spPr>
            <a:xfrm>
              <a:off x="8737615" y="5403456"/>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Batch </a:t>
              </a:r>
              <a:r>
                <a:rPr lang="fr-FR" err="1"/>
                <a:t>Processing</a:t>
              </a:r>
              <a:endParaRPr lang="fr-FR"/>
            </a:p>
          </p:txBody>
        </p:sp>
        <p:grpSp>
          <p:nvGrpSpPr>
            <p:cNvPr id="71" name="Groupe 70">
              <a:extLst>
                <a:ext uri="{FF2B5EF4-FFF2-40B4-BE49-F238E27FC236}">
                  <a16:creationId xmlns:a16="http://schemas.microsoft.com/office/drawing/2014/main" id="{A14B6B86-F02C-F5CF-666B-C8392AFF90DC}"/>
                </a:ext>
              </a:extLst>
            </p:cNvPr>
            <p:cNvGrpSpPr/>
            <p:nvPr/>
          </p:nvGrpSpPr>
          <p:grpSpPr>
            <a:xfrm>
              <a:off x="7880947" y="5236422"/>
              <a:ext cx="648000" cy="648000"/>
              <a:chOff x="7865191" y="4255159"/>
              <a:chExt cx="663756" cy="648000"/>
            </a:xfrm>
          </p:grpSpPr>
          <p:sp>
            <p:nvSpPr>
              <p:cNvPr id="49" name="Oval 9">
                <a:extLst>
                  <a:ext uri="{FF2B5EF4-FFF2-40B4-BE49-F238E27FC236}">
                    <a16:creationId xmlns:a16="http://schemas.microsoft.com/office/drawing/2014/main" id="{569CA1CD-3F6F-7275-9836-310A165CC4BF}"/>
                  </a:ext>
                </a:extLst>
              </p:cNvPr>
              <p:cNvSpPr/>
              <p:nvPr/>
            </p:nvSpPr>
            <p:spPr>
              <a:xfrm>
                <a:off x="7865191" y="4255159"/>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60" name="Shape 7667">
                <a:extLst>
                  <a:ext uri="{FF2B5EF4-FFF2-40B4-BE49-F238E27FC236}">
                    <a16:creationId xmlns:a16="http://schemas.microsoft.com/office/drawing/2014/main" id="{15110208-8F51-43EA-862D-BB01CA99DEC7}"/>
                  </a:ext>
                </a:extLst>
              </p:cNvPr>
              <p:cNvSpPr/>
              <p:nvPr/>
            </p:nvSpPr>
            <p:spPr>
              <a:xfrm rot="16200000" flipH="1">
                <a:off x="7906969" y="4363159"/>
                <a:ext cx="504000" cy="432000"/>
              </a:xfrm>
              <a:custGeom>
                <a:avLst/>
                <a:gdLst/>
                <a:ahLst/>
                <a:cxnLst/>
                <a:rect l="0" t="0" r="0" b="0"/>
                <a:pathLst>
                  <a:path w="120000" h="120000" extrusionOk="0">
                    <a:moveTo>
                      <a:pt x="70911" y="109088"/>
                    </a:moveTo>
                    <a:cubicBezTo>
                      <a:pt x="70911" y="112100"/>
                      <a:pt x="68466" y="114544"/>
                      <a:pt x="65455" y="114544"/>
                    </a:cubicBezTo>
                    <a:lnTo>
                      <a:pt x="54544" y="114544"/>
                    </a:lnTo>
                    <a:cubicBezTo>
                      <a:pt x="51533" y="114544"/>
                      <a:pt x="49088" y="112100"/>
                      <a:pt x="49088" y="109088"/>
                    </a:cubicBezTo>
                    <a:lnTo>
                      <a:pt x="49088" y="98183"/>
                    </a:lnTo>
                    <a:cubicBezTo>
                      <a:pt x="49088" y="95172"/>
                      <a:pt x="51533" y="92727"/>
                      <a:pt x="54544" y="92727"/>
                    </a:cubicBezTo>
                    <a:lnTo>
                      <a:pt x="65455" y="92727"/>
                    </a:lnTo>
                    <a:cubicBezTo>
                      <a:pt x="68466" y="92727"/>
                      <a:pt x="70911" y="95172"/>
                      <a:pt x="70911" y="98183"/>
                    </a:cubicBezTo>
                    <a:cubicBezTo>
                      <a:pt x="70911" y="98183"/>
                      <a:pt x="70911" y="109088"/>
                      <a:pt x="70911" y="109088"/>
                    </a:cubicBezTo>
                    <a:close/>
                    <a:moveTo>
                      <a:pt x="65455" y="87272"/>
                    </a:moveTo>
                    <a:lnTo>
                      <a:pt x="54544" y="87272"/>
                    </a:lnTo>
                    <a:cubicBezTo>
                      <a:pt x="48522" y="87272"/>
                      <a:pt x="43638" y="92155"/>
                      <a:pt x="43638" y="98183"/>
                    </a:cubicBezTo>
                    <a:lnTo>
                      <a:pt x="43638" y="109088"/>
                    </a:lnTo>
                    <a:cubicBezTo>
                      <a:pt x="43638" y="115116"/>
                      <a:pt x="48522" y="120000"/>
                      <a:pt x="54544" y="120000"/>
                    </a:cubicBezTo>
                    <a:lnTo>
                      <a:pt x="65455" y="120000"/>
                    </a:lnTo>
                    <a:cubicBezTo>
                      <a:pt x="71477" y="120000"/>
                      <a:pt x="76361" y="115116"/>
                      <a:pt x="76361" y="109088"/>
                    </a:cubicBezTo>
                    <a:lnTo>
                      <a:pt x="76361" y="98183"/>
                    </a:lnTo>
                    <a:cubicBezTo>
                      <a:pt x="76361" y="92155"/>
                      <a:pt x="71477" y="87272"/>
                      <a:pt x="65455" y="87272"/>
                    </a:cubicBezTo>
                    <a:moveTo>
                      <a:pt x="114544" y="109088"/>
                    </a:moveTo>
                    <a:cubicBezTo>
                      <a:pt x="114544" y="112100"/>
                      <a:pt x="112100" y="114544"/>
                      <a:pt x="109088" y="114544"/>
                    </a:cubicBezTo>
                    <a:lnTo>
                      <a:pt x="98183" y="114544"/>
                    </a:lnTo>
                    <a:cubicBezTo>
                      <a:pt x="95172" y="114544"/>
                      <a:pt x="92727" y="112100"/>
                      <a:pt x="92727" y="109088"/>
                    </a:cubicBezTo>
                    <a:lnTo>
                      <a:pt x="92727" y="98183"/>
                    </a:lnTo>
                    <a:cubicBezTo>
                      <a:pt x="92727" y="95172"/>
                      <a:pt x="95172" y="92727"/>
                      <a:pt x="98183" y="92727"/>
                    </a:cubicBezTo>
                    <a:lnTo>
                      <a:pt x="109088" y="92727"/>
                    </a:lnTo>
                    <a:cubicBezTo>
                      <a:pt x="112100" y="92727"/>
                      <a:pt x="114544" y="95172"/>
                      <a:pt x="114544" y="98183"/>
                    </a:cubicBezTo>
                    <a:cubicBezTo>
                      <a:pt x="114544" y="98183"/>
                      <a:pt x="114544" y="109088"/>
                      <a:pt x="114544" y="109088"/>
                    </a:cubicBezTo>
                    <a:close/>
                    <a:moveTo>
                      <a:pt x="109088" y="87272"/>
                    </a:moveTo>
                    <a:lnTo>
                      <a:pt x="98183" y="87272"/>
                    </a:lnTo>
                    <a:cubicBezTo>
                      <a:pt x="92155" y="87272"/>
                      <a:pt x="87272" y="92155"/>
                      <a:pt x="87272" y="98183"/>
                    </a:cubicBezTo>
                    <a:lnTo>
                      <a:pt x="87272" y="109088"/>
                    </a:lnTo>
                    <a:cubicBezTo>
                      <a:pt x="87272" y="115116"/>
                      <a:pt x="92155" y="120000"/>
                      <a:pt x="98183" y="120000"/>
                    </a:cubicBezTo>
                    <a:lnTo>
                      <a:pt x="109088" y="120000"/>
                    </a:lnTo>
                    <a:cubicBezTo>
                      <a:pt x="115116" y="120000"/>
                      <a:pt x="120000" y="115116"/>
                      <a:pt x="120000" y="109088"/>
                    </a:cubicBezTo>
                    <a:lnTo>
                      <a:pt x="120000" y="98183"/>
                    </a:lnTo>
                    <a:cubicBezTo>
                      <a:pt x="120000" y="92155"/>
                      <a:pt x="115116" y="87272"/>
                      <a:pt x="109088" y="87272"/>
                    </a:cubicBezTo>
                    <a:moveTo>
                      <a:pt x="27272" y="109088"/>
                    </a:moveTo>
                    <a:cubicBezTo>
                      <a:pt x="27272" y="112100"/>
                      <a:pt x="24827" y="114544"/>
                      <a:pt x="21816" y="114544"/>
                    </a:cubicBezTo>
                    <a:lnTo>
                      <a:pt x="10911" y="114544"/>
                    </a:lnTo>
                    <a:cubicBezTo>
                      <a:pt x="7900" y="114544"/>
                      <a:pt x="5455" y="112100"/>
                      <a:pt x="5455" y="109088"/>
                    </a:cubicBezTo>
                    <a:lnTo>
                      <a:pt x="5455" y="98183"/>
                    </a:lnTo>
                    <a:cubicBezTo>
                      <a:pt x="5455" y="95172"/>
                      <a:pt x="7900" y="92727"/>
                      <a:pt x="10911" y="92727"/>
                    </a:cubicBezTo>
                    <a:lnTo>
                      <a:pt x="21816" y="92727"/>
                    </a:lnTo>
                    <a:cubicBezTo>
                      <a:pt x="24827" y="92727"/>
                      <a:pt x="27272" y="95172"/>
                      <a:pt x="27272" y="98183"/>
                    </a:cubicBezTo>
                    <a:cubicBezTo>
                      <a:pt x="27272" y="98183"/>
                      <a:pt x="27272" y="109088"/>
                      <a:pt x="27272" y="109088"/>
                    </a:cubicBezTo>
                    <a:close/>
                    <a:moveTo>
                      <a:pt x="21816" y="87272"/>
                    </a:moveTo>
                    <a:lnTo>
                      <a:pt x="10911" y="87272"/>
                    </a:lnTo>
                    <a:cubicBezTo>
                      <a:pt x="4883" y="87272"/>
                      <a:pt x="0" y="92155"/>
                      <a:pt x="0" y="98183"/>
                    </a:cubicBezTo>
                    <a:lnTo>
                      <a:pt x="0" y="109088"/>
                    </a:lnTo>
                    <a:cubicBezTo>
                      <a:pt x="0" y="115116"/>
                      <a:pt x="4883" y="120000"/>
                      <a:pt x="10911" y="120000"/>
                    </a:cubicBezTo>
                    <a:lnTo>
                      <a:pt x="21816" y="120000"/>
                    </a:lnTo>
                    <a:cubicBezTo>
                      <a:pt x="27844" y="120000"/>
                      <a:pt x="32727" y="115116"/>
                      <a:pt x="32727" y="109088"/>
                    </a:cubicBezTo>
                    <a:lnTo>
                      <a:pt x="32727" y="98183"/>
                    </a:lnTo>
                    <a:cubicBezTo>
                      <a:pt x="32727" y="92155"/>
                      <a:pt x="27844" y="87272"/>
                      <a:pt x="21816" y="87272"/>
                    </a:cubicBezTo>
                    <a:moveTo>
                      <a:pt x="16361" y="81816"/>
                    </a:moveTo>
                    <a:cubicBezTo>
                      <a:pt x="17872" y="81816"/>
                      <a:pt x="19088" y="80594"/>
                      <a:pt x="19088" y="79088"/>
                    </a:cubicBezTo>
                    <a:lnTo>
                      <a:pt x="19088" y="60000"/>
                    </a:lnTo>
                    <a:lnTo>
                      <a:pt x="57272" y="60000"/>
                    </a:lnTo>
                    <a:lnTo>
                      <a:pt x="57272" y="79088"/>
                    </a:lnTo>
                    <a:cubicBezTo>
                      <a:pt x="57272" y="80594"/>
                      <a:pt x="58494" y="81816"/>
                      <a:pt x="60000" y="81816"/>
                    </a:cubicBezTo>
                    <a:cubicBezTo>
                      <a:pt x="61505" y="81816"/>
                      <a:pt x="62727" y="80594"/>
                      <a:pt x="62727" y="79088"/>
                    </a:cubicBezTo>
                    <a:lnTo>
                      <a:pt x="62727" y="60000"/>
                    </a:lnTo>
                    <a:lnTo>
                      <a:pt x="100911" y="60000"/>
                    </a:lnTo>
                    <a:lnTo>
                      <a:pt x="100911" y="79088"/>
                    </a:lnTo>
                    <a:cubicBezTo>
                      <a:pt x="100911" y="80594"/>
                      <a:pt x="102133" y="81816"/>
                      <a:pt x="103638" y="81816"/>
                    </a:cubicBezTo>
                    <a:cubicBezTo>
                      <a:pt x="105144" y="81816"/>
                      <a:pt x="106361" y="80594"/>
                      <a:pt x="106361" y="79088"/>
                    </a:cubicBezTo>
                    <a:lnTo>
                      <a:pt x="106361" y="57272"/>
                    </a:lnTo>
                    <a:cubicBezTo>
                      <a:pt x="106361" y="55766"/>
                      <a:pt x="105144" y="54544"/>
                      <a:pt x="103638" y="54544"/>
                    </a:cubicBezTo>
                    <a:lnTo>
                      <a:pt x="62727" y="54544"/>
                    </a:lnTo>
                    <a:lnTo>
                      <a:pt x="62727" y="40911"/>
                    </a:lnTo>
                    <a:cubicBezTo>
                      <a:pt x="62727" y="39405"/>
                      <a:pt x="61505" y="38183"/>
                      <a:pt x="60000" y="38183"/>
                    </a:cubicBezTo>
                    <a:cubicBezTo>
                      <a:pt x="58494" y="38183"/>
                      <a:pt x="57272" y="39405"/>
                      <a:pt x="57272" y="40911"/>
                    </a:cubicBezTo>
                    <a:lnTo>
                      <a:pt x="57272" y="54544"/>
                    </a:lnTo>
                    <a:lnTo>
                      <a:pt x="16361" y="54544"/>
                    </a:lnTo>
                    <a:cubicBezTo>
                      <a:pt x="14855" y="54544"/>
                      <a:pt x="13638" y="55766"/>
                      <a:pt x="13638" y="57272"/>
                    </a:cubicBezTo>
                    <a:lnTo>
                      <a:pt x="13638" y="79088"/>
                    </a:lnTo>
                    <a:cubicBezTo>
                      <a:pt x="13638" y="80594"/>
                      <a:pt x="14855" y="81816"/>
                      <a:pt x="16361" y="81816"/>
                    </a:cubicBezTo>
                    <a:moveTo>
                      <a:pt x="49088" y="10911"/>
                    </a:moveTo>
                    <a:cubicBezTo>
                      <a:pt x="49088" y="7900"/>
                      <a:pt x="51533" y="5455"/>
                      <a:pt x="54544" y="5455"/>
                    </a:cubicBezTo>
                    <a:lnTo>
                      <a:pt x="65455" y="5455"/>
                    </a:lnTo>
                    <a:cubicBezTo>
                      <a:pt x="68466" y="5455"/>
                      <a:pt x="70911" y="7900"/>
                      <a:pt x="70911" y="10911"/>
                    </a:cubicBezTo>
                    <a:lnTo>
                      <a:pt x="70911" y="21816"/>
                    </a:lnTo>
                    <a:cubicBezTo>
                      <a:pt x="70911" y="24827"/>
                      <a:pt x="68466" y="27272"/>
                      <a:pt x="65455" y="27272"/>
                    </a:cubicBezTo>
                    <a:lnTo>
                      <a:pt x="54544" y="27272"/>
                    </a:lnTo>
                    <a:cubicBezTo>
                      <a:pt x="51533" y="27272"/>
                      <a:pt x="49088" y="24827"/>
                      <a:pt x="49088" y="21816"/>
                    </a:cubicBezTo>
                    <a:cubicBezTo>
                      <a:pt x="49088" y="21816"/>
                      <a:pt x="49088" y="10911"/>
                      <a:pt x="49088" y="10911"/>
                    </a:cubicBezTo>
                    <a:close/>
                    <a:moveTo>
                      <a:pt x="54544" y="32727"/>
                    </a:moveTo>
                    <a:lnTo>
                      <a:pt x="65455" y="32727"/>
                    </a:lnTo>
                    <a:cubicBezTo>
                      <a:pt x="71477" y="32727"/>
                      <a:pt x="76361" y="27844"/>
                      <a:pt x="76361" y="21816"/>
                    </a:cubicBezTo>
                    <a:lnTo>
                      <a:pt x="76361" y="10911"/>
                    </a:lnTo>
                    <a:cubicBezTo>
                      <a:pt x="76361" y="4883"/>
                      <a:pt x="71477" y="0"/>
                      <a:pt x="65455" y="0"/>
                    </a:cubicBezTo>
                    <a:lnTo>
                      <a:pt x="54544" y="0"/>
                    </a:lnTo>
                    <a:cubicBezTo>
                      <a:pt x="48522" y="0"/>
                      <a:pt x="43638" y="4883"/>
                      <a:pt x="43638" y="10911"/>
                    </a:cubicBezTo>
                    <a:lnTo>
                      <a:pt x="43638" y="21816"/>
                    </a:lnTo>
                    <a:cubicBezTo>
                      <a:pt x="43638" y="27844"/>
                      <a:pt x="48522" y="32727"/>
                      <a:pt x="54544" y="32727"/>
                    </a:cubicBezTo>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grpSp>
      </p:grpSp>
      <p:grpSp>
        <p:nvGrpSpPr>
          <p:cNvPr id="119" name="Groupe 118">
            <a:extLst>
              <a:ext uri="{FF2B5EF4-FFF2-40B4-BE49-F238E27FC236}">
                <a16:creationId xmlns:a16="http://schemas.microsoft.com/office/drawing/2014/main" id="{6F3D91C0-C015-AED0-5D54-E089BC741A9F}"/>
              </a:ext>
            </a:extLst>
          </p:cNvPr>
          <p:cNvGrpSpPr/>
          <p:nvPr/>
        </p:nvGrpSpPr>
        <p:grpSpPr>
          <a:xfrm>
            <a:off x="7877160" y="6003196"/>
            <a:ext cx="3842882" cy="648000"/>
            <a:chOff x="7880947" y="6003196"/>
            <a:chExt cx="3842882" cy="648000"/>
          </a:xfrm>
        </p:grpSpPr>
        <p:sp>
          <p:nvSpPr>
            <p:cNvPr id="77" name="TextBox 4">
              <a:extLst>
                <a:ext uri="{FF2B5EF4-FFF2-40B4-BE49-F238E27FC236}">
                  <a16:creationId xmlns:a16="http://schemas.microsoft.com/office/drawing/2014/main" id="{0A4FC4FB-D674-5859-0BDD-F28817AF825D}"/>
                </a:ext>
              </a:extLst>
            </p:cNvPr>
            <p:cNvSpPr txBox="1"/>
            <p:nvPr/>
          </p:nvSpPr>
          <p:spPr>
            <a:xfrm>
              <a:off x="8737615" y="6059431"/>
              <a:ext cx="2986214" cy="535531"/>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b="1">
                  <a:solidFill>
                    <a:schemeClr val="bg1"/>
                  </a:solidFill>
                </a:rPr>
                <a:t>Stream </a:t>
              </a:r>
              <a:r>
                <a:rPr lang="fr-FR" b="1" err="1">
                  <a:solidFill>
                    <a:schemeClr val="bg1"/>
                  </a:solidFill>
                </a:rPr>
                <a:t>Processing</a:t>
              </a:r>
              <a:r>
                <a:rPr lang="fr-FR" b="1">
                  <a:solidFill>
                    <a:schemeClr val="bg1"/>
                  </a:solidFill>
                </a:rPr>
                <a:t> (fil de l’eau)</a:t>
              </a:r>
            </a:p>
          </p:txBody>
        </p:sp>
        <p:grpSp>
          <p:nvGrpSpPr>
            <p:cNvPr id="74" name="Groupe 73">
              <a:extLst>
                <a:ext uri="{FF2B5EF4-FFF2-40B4-BE49-F238E27FC236}">
                  <a16:creationId xmlns:a16="http://schemas.microsoft.com/office/drawing/2014/main" id="{1EE08C95-6E24-78D0-4AD6-992A52416963}"/>
                </a:ext>
              </a:extLst>
            </p:cNvPr>
            <p:cNvGrpSpPr/>
            <p:nvPr/>
          </p:nvGrpSpPr>
          <p:grpSpPr>
            <a:xfrm>
              <a:off x="7880947" y="6003196"/>
              <a:ext cx="648000" cy="648000"/>
              <a:chOff x="7865186" y="5021932"/>
              <a:chExt cx="648000" cy="648000"/>
            </a:xfrm>
          </p:grpSpPr>
          <p:sp>
            <p:nvSpPr>
              <p:cNvPr id="52" name="Oval 9">
                <a:extLst>
                  <a:ext uri="{FF2B5EF4-FFF2-40B4-BE49-F238E27FC236}">
                    <a16:creationId xmlns:a16="http://schemas.microsoft.com/office/drawing/2014/main" id="{15DA6935-983C-F553-DDF5-5F06878CC933}"/>
                  </a:ext>
                </a:extLst>
              </p:cNvPr>
              <p:cNvSpPr/>
              <p:nvPr/>
            </p:nvSpPr>
            <p:spPr>
              <a:xfrm>
                <a:off x="7865186" y="5021932"/>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62" name="Shape 7296">
                <a:extLst>
                  <a:ext uri="{FF2B5EF4-FFF2-40B4-BE49-F238E27FC236}">
                    <a16:creationId xmlns:a16="http://schemas.microsoft.com/office/drawing/2014/main" id="{E7D3DCA7-55D3-B17C-DF2E-EB4026FC5635}"/>
                  </a:ext>
                </a:extLst>
              </p:cNvPr>
              <p:cNvSpPr/>
              <p:nvPr/>
            </p:nvSpPr>
            <p:spPr>
              <a:xfrm>
                <a:off x="7955186" y="5111932"/>
                <a:ext cx="468000" cy="468000"/>
              </a:xfrm>
              <a:custGeom>
                <a:avLst/>
                <a:gdLst/>
                <a:ahLst/>
                <a:cxnLst/>
                <a:rect l="0" t="0" r="0" b="0"/>
                <a:pathLst>
                  <a:path w="120000" h="120000" extrusionOk="0">
                    <a:moveTo>
                      <a:pt x="114219" y="43152"/>
                    </a:moveTo>
                    <a:lnTo>
                      <a:pt x="114219" y="43152"/>
                    </a:lnTo>
                    <a:cubicBezTo>
                      <a:pt x="108438" y="43152"/>
                      <a:pt x="108438" y="43152"/>
                      <a:pt x="108438" y="43152"/>
                    </a:cubicBezTo>
                    <a:cubicBezTo>
                      <a:pt x="105647" y="43152"/>
                      <a:pt x="105647" y="43152"/>
                      <a:pt x="105647" y="43152"/>
                    </a:cubicBezTo>
                    <a:cubicBezTo>
                      <a:pt x="90099" y="43152"/>
                      <a:pt x="90099" y="43152"/>
                      <a:pt x="90099" y="43152"/>
                    </a:cubicBezTo>
                    <a:cubicBezTo>
                      <a:pt x="85913" y="43152"/>
                      <a:pt x="84518" y="40394"/>
                      <a:pt x="84518" y="37635"/>
                    </a:cubicBezTo>
                    <a:cubicBezTo>
                      <a:pt x="84518" y="34876"/>
                      <a:pt x="85913" y="31921"/>
                      <a:pt x="90099" y="31921"/>
                    </a:cubicBezTo>
                    <a:cubicBezTo>
                      <a:pt x="100066" y="31921"/>
                      <a:pt x="100066" y="31921"/>
                      <a:pt x="100066" y="31921"/>
                    </a:cubicBezTo>
                    <a:cubicBezTo>
                      <a:pt x="90099" y="19507"/>
                      <a:pt x="76146" y="11034"/>
                      <a:pt x="59202" y="11034"/>
                    </a:cubicBezTo>
                    <a:cubicBezTo>
                      <a:pt x="32491" y="11034"/>
                      <a:pt x="11362" y="33300"/>
                      <a:pt x="11362" y="59901"/>
                    </a:cubicBezTo>
                    <a:cubicBezTo>
                      <a:pt x="11362" y="62660"/>
                      <a:pt x="8372" y="65418"/>
                      <a:pt x="5581" y="65418"/>
                    </a:cubicBezTo>
                    <a:cubicBezTo>
                      <a:pt x="1395" y="65418"/>
                      <a:pt x="0" y="62660"/>
                      <a:pt x="0" y="59901"/>
                    </a:cubicBezTo>
                    <a:lnTo>
                      <a:pt x="0" y="59901"/>
                    </a:lnTo>
                    <a:cubicBezTo>
                      <a:pt x="0" y="26403"/>
                      <a:pt x="26710" y="0"/>
                      <a:pt x="59202" y="0"/>
                    </a:cubicBezTo>
                    <a:cubicBezTo>
                      <a:pt x="80332" y="0"/>
                      <a:pt x="97275" y="9655"/>
                      <a:pt x="108438" y="25024"/>
                    </a:cubicBezTo>
                    <a:cubicBezTo>
                      <a:pt x="108438" y="15369"/>
                      <a:pt x="108438" y="15369"/>
                      <a:pt x="108438" y="15369"/>
                    </a:cubicBezTo>
                    <a:cubicBezTo>
                      <a:pt x="108438" y="12610"/>
                      <a:pt x="111229" y="9655"/>
                      <a:pt x="114219" y="9655"/>
                    </a:cubicBezTo>
                    <a:cubicBezTo>
                      <a:pt x="117009" y="9655"/>
                      <a:pt x="119800" y="12610"/>
                      <a:pt x="119800" y="15369"/>
                    </a:cubicBezTo>
                    <a:cubicBezTo>
                      <a:pt x="119800" y="37635"/>
                      <a:pt x="119800" y="37635"/>
                      <a:pt x="119800" y="37635"/>
                    </a:cubicBezTo>
                    <a:cubicBezTo>
                      <a:pt x="119800" y="40394"/>
                      <a:pt x="117009" y="43152"/>
                      <a:pt x="114219" y="43152"/>
                    </a:cubicBezTo>
                    <a:close/>
                    <a:moveTo>
                      <a:pt x="5581" y="76650"/>
                    </a:moveTo>
                    <a:lnTo>
                      <a:pt x="5581" y="76650"/>
                    </a:lnTo>
                    <a:cubicBezTo>
                      <a:pt x="29501" y="76650"/>
                      <a:pt x="29501" y="76650"/>
                      <a:pt x="29501" y="76650"/>
                    </a:cubicBezTo>
                    <a:cubicBezTo>
                      <a:pt x="32491" y="76650"/>
                      <a:pt x="35282" y="79408"/>
                      <a:pt x="35282" y="82167"/>
                    </a:cubicBezTo>
                    <a:cubicBezTo>
                      <a:pt x="35282" y="84926"/>
                      <a:pt x="32491" y="87684"/>
                      <a:pt x="29501" y="87684"/>
                    </a:cubicBezTo>
                    <a:cubicBezTo>
                      <a:pt x="19734" y="87684"/>
                      <a:pt x="19734" y="87684"/>
                      <a:pt x="19734" y="87684"/>
                    </a:cubicBezTo>
                    <a:cubicBezTo>
                      <a:pt x="28106" y="100295"/>
                      <a:pt x="43654" y="108571"/>
                      <a:pt x="59202" y="108571"/>
                    </a:cubicBezTo>
                    <a:cubicBezTo>
                      <a:pt x="85913" y="108571"/>
                      <a:pt x="108438" y="86305"/>
                      <a:pt x="108438" y="59901"/>
                    </a:cubicBezTo>
                    <a:cubicBezTo>
                      <a:pt x="108438" y="57142"/>
                      <a:pt x="111229" y="54384"/>
                      <a:pt x="114219" y="54384"/>
                    </a:cubicBezTo>
                    <a:cubicBezTo>
                      <a:pt x="117009" y="54384"/>
                      <a:pt x="119800" y="57142"/>
                      <a:pt x="119800" y="59901"/>
                    </a:cubicBezTo>
                    <a:lnTo>
                      <a:pt x="119800" y="59901"/>
                    </a:lnTo>
                    <a:cubicBezTo>
                      <a:pt x="119800" y="93201"/>
                      <a:pt x="92890" y="119802"/>
                      <a:pt x="59202" y="119802"/>
                    </a:cubicBezTo>
                    <a:cubicBezTo>
                      <a:pt x="39468" y="119802"/>
                      <a:pt x="21129" y="109950"/>
                      <a:pt x="11362" y="94581"/>
                    </a:cubicBezTo>
                    <a:cubicBezTo>
                      <a:pt x="11362" y="104433"/>
                      <a:pt x="11362" y="104433"/>
                      <a:pt x="11362" y="104433"/>
                    </a:cubicBezTo>
                    <a:cubicBezTo>
                      <a:pt x="11362" y="107192"/>
                      <a:pt x="8372" y="109950"/>
                      <a:pt x="5581" y="109950"/>
                    </a:cubicBezTo>
                    <a:cubicBezTo>
                      <a:pt x="1395" y="109950"/>
                      <a:pt x="0" y="107192"/>
                      <a:pt x="0" y="104433"/>
                    </a:cubicBezTo>
                    <a:cubicBezTo>
                      <a:pt x="0" y="82167"/>
                      <a:pt x="0" y="82167"/>
                      <a:pt x="0" y="82167"/>
                    </a:cubicBezTo>
                    <a:cubicBezTo>
                      <a:pt x="0" y="79408"/>
                      <a:pt x="1395" y="76650"/>
                      <a:pt x="5581" y="76650"/>
                    </a:cubicBezTo>
                    <a:close/>
                  </a:path>
                </a:pathLst>
              </a:custGeom>
              <a:solidFill>
                <a:schemeClr val="tx1"/>
              </a:solidFill>
              <a:ln>
                <a:noFill/>
              </a:ln>
            </p:spPr>
            <p:txBody>
              <a:bodyPr lIns="45713" tIns="22850" rIns="45713" bIns="22850" anchor="ctr" anchorCtr="0">
                <a:noAutofit/>
              </a:bodyPr>
              <a:lstStyle/>
              <a:p>
                <a:endParaRPr sz="900">
                  <a:solidFill>
                    <a:schemeClr val="dk1"/>
                  </a:solidFill>
                  <a:latin typeface="Calibri"/>
                  <a:ea typeface="Calibri"/>
                  <a:cs typeface="Calibri"/>
                  <a:sym typeface="Calibri"/>
                </a:endParaRPr>
              </a:p>
            </p:txBody>
          </p:sp>
        </p:grpSp>
      </p:grpSp>
      <p:grpSp>
        <p:nvGrpSpPr>
          <p:cNvPr id="116" name="Groupe 115">
            <a:extLst>
              <a:ext uri="{FF2B5EF4-FFF2-40B4-BE49-F238E27FC236}">
                <a16:creationId xmlns:a16="http://schemas.microsoft.com/office/drawing/2014/main" id="{797F0608-D402-5AB8-0C7B-4EED6976CAA2}"/>
              </a:ext>
            </a:extLst>
          </p:cNvPr>
          <p:cNvGrpSpPr/>
          <p:nvPr/>
        </p:nvGrpSpPr>
        <p:grpSpPr>
          <a:xfrm>
            <a:off x="7877160" y="3816850"/>
            <a:ext cx="3842882" cy="648000"/>
            <a:chOff x="7880947" y="3702876"/>
            <a:chExt cx="3842882" cy="648000"/>
          </a:xfrm>
        </p:grpSpPr>
        <p:sp>
          <p:nvSpPr>
            <p:cNvPr id="42" name="TextBox 4">
              <a:extLst>
                <a:ext uri="{FF2B5EF4-FFF2-40B4-BE49-F238E27FC236}">
                  <a16:creationId xmlns:a16="http://schemas.microsoft.com/office/drawing/2014/main" id="{924C5360-539B-76DE-78A6-39212235137F}"/>
                </a:ext>
              </a:extLst>
            </p:cNvPr>
            <p:cNvSpPr txBox="1"/>
            <p:nvPr/>
          </p:nvSpPr>
          <p:spPr>
            <a:xfrm>
              <a:off x="8737615" y="3869910"/>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L’ESB</a:t>
              </a:r>
            </a:p>
          </p:txBody>
        </p:sp>
        <p:grpSp>
          <p:nvGrpSpPr>
            <p:cNvPr id="70" name="Groupe 69">
              <a:extLst>
                <a:ext uri="{FF2B5EF4-FFF2-40B4-BE49-F238E27FC236}">
                  <a16:creationId xmlns:a16="http://schemas.microsoft.com/office/drawing/2014/main" id="{91815772-F57C-9BD1-260E-BD7407A6AF29}"/>
                </a:ext>
              </a:extLst>
            </p:cNvPr>
            <p:cNvGrpSpPr/>
            <p:nvPr/>
          </p:nvGrpSpPr>
          <p:grpSpPr>
            <a:xfrm>
              <a:off x="7880947" y="3702876"/>
              <a:ext cx="648000" cy="648000"/>
              <a:chOff x="7865191" y="2721613"/>
              <a:chExt cx="663756" cy="648000"/>
            </a:xfrm>
          </p:grpSpPr>
          <p:sp>
            <p:nvSpPr>
              <p:cNvPr id="43" name="Oval 9">
                <a:extLst>
                  <a:ext uri="{FF2B5EF4-FFF2-40B4-BE49-F238E27FC236}">
                    <a16:creationId xmlns:a16="http://schemas.microsoft.com/office/drawing/2014/main" id="{6D0E6F7E-AC04-2FCF-FDA1-104EC597C39F}"/>
                  </a:ext>
                </a:extLst>
              </p:cNvPr>
              <p:cNvSpPr/>
              <p:nvPr/>
            </p:nvSpPr>
            <p:spPr>
              <a:xfrm>
                <a:off x="7865191" y="2721613"/>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26" name="Picture 2" descr="Workflow Planning Svg Png Icon Free Download (#464234) - OnlineWebFonts.COM">
                <a:extLst>
                  <a:ext uri="{FF2B5EF4-FFF2-40B4-BE49-F238E27FC236}">
                    <a16:creationId xmlns:a16="http://schemas.microsoft.com/office/drawing/2014/main" id="{BA05EAA6-A966-B77A-899B-580AD6D11C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63095" y="2811639"/>
                <a:ext cx="467949" cy="467949"/>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7" name="Groupe 116">
            <a:extLst>
              <a:ext uri="{FF2B5EF4-FFF2-40B4-BE49-F238E27FC236}">
                <a16:creationId xmlns:a16="http://schemas.microsoft.com/office/drawing/2014/main" id="{A8431C3C-6318-E075-3591-AC823A35EE64}"/>
              </a:ext>
            </a:extLst>
          </p:cNvPr>
          <p:cNvGrpSpPr/>
          <p:nvPr/>
        </p:nvGrpSpPr>
        <p:grpSpPr>
          <a:xfrm>
            <a:off x="7877160" y="4545633"/>
            <a:ext cx="3842882" cy="648000"/>
            <a:chOff x="7880947" y="4469649"/>
            <a:chExt cx="3842882" cy="648000"/>
          </a:xfrm>
        </p:grpSpPr>
        <p:sp>
          <p:nvSpPr>
            <p:cNvPr id="45" name="TextBox 4">
              <a:extLst>
                <a:ext uri="{FF2B5EF4-FFF2-40B4-BE49-F238E27FC236}">
                  <a16:creationId xmlns:a16="http://schemas.microsoft.com/office/drawing/2014/main" id="{C841AE11-0EA3-40DB-73B6-0AABE4F3BE4C}"/>
                </a:ext>
              </a:extLst>
            </p:cNvPr>
            <p:cNvSpPr txBox="1"/>
            <p:nvPr/>
          </p:nvSpPr>
          <p:spPr>
            <a:xfrm>
              <a:off x="8737615" y="4636683"/>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L’ETL</a:t>
              </a:r>
            </a:p>
          </p:txBody>
        </p:sp>
        <p:grpSp>
          <p:nvGrpSpPr>
            <p:cNvPr id="69" name="Groupe 68">
              <a:extLst>
                <a:ext uri="{FF2B5EF4-FFF2-40B4-BE49-F238E27FC236}">
                  <a16:creationId xmlns:a16="http://schemas.microsoft.com/office/drawing/2014/main" id="{9C075171-309D-8030-88FD-2D97A560502C}"/>
                </a:ext>
              </a:extLst>
            </p:cNvPr>
            <p:cNvGrpSpPr/>
            <p:nvPr/>
          </p:nvGrpSpPr>
          <p:grpSpPr>
            <a:xfrm>
              <a:off x="7880947" y="4469649"/>
              <a:ext cx="648000" cy="648000"/>
              <a:chOff x="7865191" y="3488386"/>
              <a:chExt cx="663756" cy="648000"/>
            </a:xfrm>
          </p:grpSpPr>
          <p:sp>
            <p:nvSpPr>
              <p:cNvPr id="46" name="Oval 9">
                <a:extLst>
                  <a:ext uri="{FF2B5EF4-FFF2-40B4-BE49-F238E27FC236}">
                    <a16:creationId xmlns:a16="http://schemas.microsoft.com/office/drawing/2014/main" id="{D86ABF6A-AD19-C210-19A7-AB48D83723C5}"/>
                  </a:ext>
                </a:extLst>
              </p:cNvPr>
              <p:cNvSpPr/>
              <p:nvPr/>
            </p:nvSpPr>
            <p:spPr>
              <a:xfrm>
                <a:off x="7865191" y="3488386"/>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4" name="Picture 4" descr="Etl - Iconos gratis de computadora">
                <a:extLst>
                  <a:ext uri="{FF2B5EF4-FFF2-40B4-BE49-F238E27FC236}">
                    <a16:creationId xmlns:a16="http://schemas.microsoft.com/office/drawing/2014/main" id="{C41C84D1-577A-4F04-45C7-7AA83061BE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55776" y="3571093"/>
                <a:ext cx="482586" cy="48258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1" name="Groupe 110">
            <a:extLst>
              <a:ext uri="{FF2B5EF4-FFF2-40B4-BE49-F238E27FC236}">
                <a16:creationId xmlns:a16="http://schemas.microsoft.com/office/drawing/2014/main" id="{AD060793-59C3-78F8-CE95-A0ADE7E80C51}"/>
              </a:ext>
            </a:extLst>
          </p:cNvPr>
          <p:cNvGrpSpPr/>
          <p:nvPr/>
        </p:nvGrpSpPr>
        <p:grpSpPr>
          <a:xfrm>
            <a:off x="7877160" y="2359284"/>
            <a:ext cx="3842882" cy="648000"/>
            <a:chOff x="7880947" y="2473254"/>
            <a:chExt cx="3842882" cy="648000"/>
          </a:xfrm>
        </p:grpSpPr>
        <p:sp>
          <p:nvSpPr>
            <p:cNvPr id="39" name="TextBox 4">
              <a:extLst>
                <a:ext uri="{FF2B5EF4-FFF2-40B4-BE49-F238E27FC236}">
                  <a16:creationId xmlns:a16="http://schemas.microsoft.com/office/drawing/2014/main" id="{9F723379-8717-0275-2A6C-9F210CEAD42B}"/>
                </a:ext>
              </a:extLst>
            </p:cNvPr>
            <p:cNvSpPr txBox="1"/>
            <p:nvPr/>
          </p:nvSpPr>
          <p:spPr>
            <a:xfrm>
              <a:off x="8737615" y="2640288"/>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L’API management</a:t>
              </a:r>
            </a:p>
          </p:txBody>
        </p:sp>
        <p:grpSp>
          <p:nvGrpSpPr>
            <p:cNvPr id="68" name="Groupe 67">
              <a:extLst>
                <a:ext uri="{FF2B5EF4-FFF2-40B4-BE49-F238E27FC236}">
                  <a16:creationId xmlns:a16="http://schemas.microsoft.com/office/drawing/2014/main" id="{94183892-46CF-E23A-3839-B305574E8FFC}"/>
                </a:ext>
              </a:extLst>
            </p:cNvPr>
            <p:cNvGrpSpPr/>
            <p:nvPr/>
          </p:nvGrpSpPr>
          <p:grpSpPr>
            <a:xfrm>
              <a:off x="7880947" y="2473254"/>
              <a:ext cx="648000" cy="648000"/>
              <a:chOff x="7865191" y="1954840"/>
              <a:chExt cx="663756" cy="648000"/>
            </a:xfrm>
          </p:grpSpPr>
          <p:sp>
            <p:nvSpPr>
              <p:cNvPr id="40" name="Oval 9">
                <a:extLst>
                  <a:ext uri="{FF2B5EF4-FFF2-40B4-BE49-F238E27FC236}">
                    <a16:creationId xmlns:a16="http://schemas.microsoft.com/office/drawing/2014/main" id="{C0E87504-7ABF-6174-7BAA-D6113F4E76B5}"/>
                  </a:ext>
                </a:extLst>
              </p:cNvPr>
              <p:cNvSpPr/>
              <p:nvPr/>
            </p:nvSpPr>
            <p:spPr>
              <a:xfrm>
                <a:off x="7865191" y="1954840"/>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5" name="Picture 6" descr="Api, management, cog, gear, website icon - Download on Iconfinder">
                <a:extLst>
                  <a:ext uri="{FF2B5EF4-FFF2-40B4-BE49-F238E27FC236}">
                    <a16:creationId xmlns:a16="http://schemas.microsoft.com/office/drawing/2014/main" id="{CEC27BF1-F31E-CA75-4ABB-971F0F722EB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94727" y="2089198"/>
                <a:ext cx="455485" cy="455485"/>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4" name="Groupe 113">
            <a:extLst>
              <a:ext uri="{FF2B5EF4-FFF2-40B4-BE49-F238E27FC236}">
                <a16:creationId xmlns:a16="http://schemas.microsoft.com/office/drawing/2014/main" id="{70A62B58-CD4D-0EB1-8109-25B5A0A1755B}"/>
              </a:ext>
            </a:extLst>
          </p:cNvPr>
          <p:cNvGrpSpPr/>
          <p:nvPr/>
        </p:nvGrpSpPr>
        <p:grpSpPr>
          <a:xfrm>
            <a:off x="7877160" y="901718"/>
            <a:ext cx="3839663" cy="648000"/>
            <a:chOff x="7880947" y="939708"/>
            <a:chExt cx="3839663" cy="648000"/>
          </a:xfrm>
        </p:grpSpPr>
        <p:sp>
          <p:nvSpPr>
            <p:cNvPr id="36" name="TextBox 4">
              <a:extLst>
                <a:ext uri="{FF2B5EF4-FFF2-40B4-BE49-F238E27FC236}">
                  <a16:creationId xmlns:a16="http://schemas.microsoft.com/office/drawing/2014/main" id="{0EE3CCEC-C4DD-276E-0586-816E18291BF8}"/>
                </a:ext>
              </a:extLst>
            </p:cNvPr>
            <p:cNvSpPr txBox="1"/>
            <p:nvPr/>
          </p:nvSpPr>
          <p:spPr>
            <a:xfrm>
              <a:off x="8734396" y="1107866"/>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Plateformes de médiation</a:t>
              </a:r>
            </a:p>
          </p:txBody>
        </p:sp>
        <p:grpSp>
          <p:nvGrpSpPr>
            <p:cNvPr id="67" name="Groupe 66">
              <a:extLst>
                <a:ext uri="{FF2B5EF4-FFF2-40B4-BE49-F238E27FC236}">
                  <a16:creationId xmlns:a16="http://schemas.microsoft.com/office/drawing/2014/main" id="{BB935DDB-705F-EA58-4A42-C38A67D58E3F}"/>
                </a:ext>
              </a:extLst>
            </p:cNvPr>
            <p:cNvGrpSpPr/>
            <p:nvPr/>
          </p:nvGrpSpPr>
          <p:grpSpPr>
            <a:xfrm>
              <a:off x="7880947" y="939708"/>
              <a:ext cx="648000" cy="648000"/>
              <a:chOff x="7865191" y="1188067"/>
              <a:chExt cx="663756" cy="648000"/>
            </a:xfrm>
          </p:grpSpPr>
          <p:sp>
            <p:nvSpPr>
              <p:cNvPr id="37" name="Oval 9">
                <a:extLst>
                  <a:ext uri="{FF2B5EF4-FFF2-40B4-BE49-F238E27FC236}">
                    <a16:creationId xmlns:a16="http://schemas.microsoft.com/office/drawing/2014/main" id="{F95B015E-DB72-9276-EB93-9FB345D474E1}"/>
                  </a:ext>
                </a:extLst>
              </p:cNvPr>
              <p:cNvSpPr/>
              <p:nvPr/>
            </p:nvSpPr>
            <p:spPr>
              <a:xfrm>
                <a:off x="7865191" y="1188067"/>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2" name="Picture 8" descr="Icône Cible, objectif dans Marketing (Outline) icon set">
                <a:extLst>
                  <a:ext uri="{FF2B5EF4-FFF2-40B4-BE49-F238E27FC236}">
                    <a16:creationId xmlns:a16="http://schemas.microsoft.com/office/drawing/2014/main" id="{BDAFF441-00EE-DC2C-4FE0-564B51EF9BE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41645" y="1256643"/>
                <a:ext cx="510848" cy="51084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3" name="Groupe 112">
            <a:extLst>
              <a:ext uri="{FF2B5EF4-FFF2-40B4-BE49-F238E27FC236}">
                <a16:creationId xmlns:a16="http://schemas.microsoft.com/office/drawing/2014/main" id="{382159C3-021D-B3BB-6438-CE906B6FA521}"/>
              </a:ext>
            </a:extLst>
          </p:cNvPr>
          <p:cNvGrpSpPr/>
          <p:nvPr/>
        </p:nvGrpSpPr>
        <p:grpSpPr>
          <a:xfrm>
            <a:off x="7877160" y="1630501"/>
            <a:ext cx="3842882" cy="648000"/>
            <a:chOff x="7880947" y="1706481"/>
            <a:chExt cx="3842882" cy="648000"/>
          </a:xfrm>
        </p:grpSpPr>
        <p:sp>
          <p:nvSpPr>
            <p:cNvPr id="54" name="TextBox 4">
              <a:extLst>
                <a:ext uri="{FF2B5EF4-FFF2-40B4-BE49-F238E27FC236}">
                  <a16:creationId xmlns:a16="http://schemas.microsoft.com/office/drawing/2014/main" id="{5D54B8AE-8409-6AB1-B235-6D655B69E37B}"/>
                </a:ext>
              </a:extLst>
            </p:cNvPr>
            <p:cNvSpPr txBox="1"/>
            <p:nvPr/>
          </p:nvSpPr>
          <p:spPr>
            <a:xfrm>
              <a:off x="8737615" y="1876903"/>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Typologies de flux </a:t>
              </a:r>
            </a:p>
          </p:txBody>
        </p:sp>
        <p:grpSp>
          <p:nvGrpSpPr>
            <p:cNvPr id="73" name="Groupe 72">
              <a:extLst>
                <a:ext uri="{FF2B5EF4-FFF2-40B4-BE49-F238E27FC236}">
                  <a16:creationId xmlns:a16="http://schemas.microsoft.com/office/drawing/2014/main" id="{640BF671-C2E0-7B90-22E4-5ED05B25F21F}"/>
                </a:ext>
              </a:extLst>
            </p:cNvPr>
            <p:cNvGrpSpPr/>
            <p:nvPr/>
          </p:nvGrpSpPr>
          <p:grpSpPr>
            <a:xfrm>
              <a:off x="7880947" y="1706481"/>
              <a:ext cx="648000" cy="648000"/>
              <a:chOff x="7865191" y="5788706"/>
              <a:chExt cx="663756" cy="648000"/>
            </a:xfrm>
          </p:grpSpPr>
          <p:sp>
            <p:nvSpPr>
              <p:cNvPr id="55" name="Oval 9">
                <a:extLst>
                  <a:ext uri="{FF2B5EF4-FFF2-40B4-BE49-F238E27FC236}">
                    <a16:creationId xmlns:a16="http://schemas.microsoft.com/office/drawing/2014/main" id="{8C62FFDF-D06B-043C-E6E9-520CB4B67950}"/>
                  </a:ext>
                </a:extLst>
              </p:cNvPr>
              <p:cNvSpPr/>
              <p:nvPr/>
            </p:nvSpPr>
            <p:spPr>
              <a:xfrm>
                <a:off x="7865191" y="5788706"/>
                <a:ext cx="663756"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4" name="Picture 10" descr="Flux de travail - Icônes entreprise gratuites">
                <a:extLst>
                  <a:ext uri="{FF2B5EF4-FFF2-40B4-BE49-F238E27FC236}">
                    <a16:creationId xmlns:a16="http://schemas.microsoft.com/office/drawing/2014/main" id="{E7108A0A-EDD7-B70D-771E-800ED711E42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47416" y="5863053"/>
                <a:ext cx="499306" cy="49930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5" name="Groupe 114">
            <a:extLst>
              <a:ext uri="{FF2B5EF4-FFF2-40B4-BE49-F238E27FC236}">
                <a16:creationId xmlns:a16="http://schemas.microsoft.com/office/drawing/2014/main" id="{9688AF71-F11B-F7F7-1BF1-469F1FE3DA94}"/>
              </a:ext>
            </a:extLst>
          </p:cNvPr>
          <p:cNvGrpSpPr/>
          <p:nvPr/>
        </p:nvGrpSpPr>
        <p:grpSpPr>
          <a:xfrm>
            <a:off x="7877160" y="172935"/>
            <a:ext cx="3846669" cy="648000"/>
            <a:chOff x="7877160" y="172935"/>
            <a:chExt cx="3846669" cy="648000"/>
          </a:xfrm>
        </p:grpSpPr>
        <p:sp>
          <p:nvSpPr>
            <p:cNvPr id="102" name="TextBox 4">
              <a:extLst>
                <a:ext uri="{FF2B5EF4-FFF2-40B4-BE49-F238E27FC236}">
                  <a16:creationId xmlns:a16="http://schemas.microsoft.com/office/drawing/2014/main" id="{08EF1DAE-D77A-794C-3B18-C2C6C135E72E}"/>
                </a:ext>
              </a:extLst>
            </p:cNvPr>
            <p:cNvSpPr txBox="1"/>
            <p:nvPr/>
          </p:nvSpPr>
          <p:spPr>
            <a:xfrm>
              <a:off x="8737615" y="339969"/>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Médiation et urbanisation</a:t>
              </a:r>
            </a:p>
          </p:txBody>
        </p:sp>
        <p:grpSp>
          <p:nvGrpSpPr>
            <p:cNvPr id="76" name="Groupe 75">
              <a:extLst>
                <a:ext uri="{FF2B5EF4-FFF2-40B4-BE49-F238E27FC236}">
                  <a16:creationId xmlns:a16="http://schemas.microsoft.com/office/drawing/2014/main" id="{CE01ABCF-F61E-3F10-719A-B81BE6A61CD4}"/>
                </a:ext>
              </a:extLst>
            </p:cNvPr>
            <p:cNvGrpSpPr/>
            <p:nvPr/>
          </p:nvGrpSpPr>
          <p:grpSpPr>
            <a:xfrm>
              <a:off x="7877160" y="172935"/>
              <a:ext cx="648000" cy="648000"/>
              <a:chOff x="7877160" y="421293"/>
              <a:chExt cx="648000" cy="648000"/>
            </a:xfrm>
          </p:grpSpPr>
          <p:sp>
            <p:nvSpPr>
              <p:cNvPr id="103" name="Oval 9">
                <a:extLst>
                  <a:ext uri="{FF2B5EF4-FFF2-40B4-BE49-F238E27FC236}">
                    <a16:creationId xmlns:a16="http://schemas.microsoft.com/office/drawing/2014/main" id="{8AC00DDB-26A3-6160-4A14-ED454F592BDC}"/>
                  </a:ext>
                </a:extLst>
              </p:cNvPr>
              <p:cNvSpPr/>
              <p:nvPr/>
            </p:nvSpPr>
            <p:spPr>
              <a:xfrm>
                <a:off x="7877160" y="42129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sp>
            <p:nvSpPr>
              <p:cNvPr id="75" name="Shape 7692">
                <a:extLst>
                  <a:ext uri="{FF2B5EF4-FFF2-40B4-BE49-F238E27FC236}">
                    <a16:creationId xmlns:a16="http://schemas.microsoft.com/office/drawing/2014/main" id="{BB65BE64-CCCA-0B16-C0CB-52B00EE5D1D9}"/>
                  </a:ext>
                </a:extLst>
              </p:cNvPr>
              <p:cNvSpPr/>
              <p:nvPr/>
            </p:nvSpPr>
            <p:spPr>
              <a:xfrm>
                <a:off x="7976160" y="520293"/>
                <a:ext cx="450000" cy="450000"/>
              </a:xfrm>
              <a:custGeom>
                <a:avLst/>
                <a:gdLst/>
                <a:ahLst/>
                <a:cxnLst/>
                <a:rect l="0" t="0" r="0" b="0"/>
                <a:pathLst>
                  <a:path w="120000" h="120000" extrusionOk="0">
                    <a:moveTo>
                      <a:pt x="114544" y="44972"/>
                    </a:moveTo>
                    <a:lnTo>
                      <a:pt x="111616" y="48000"/>
                    </a:lnTo>
                    <a:cubicBezTo>
                      <a:pt x="107188" y="46811"/>
                      <a:pt x="102677" y="46233"/>
                      <a:pt x="98194" y="46233"/>
                    </a:cubicBezTo>
                    <a:lnTo>
                      <a:pt x="95277" y="40983"/>
                    </a:lnTo>
                    <a:cubicBezTo>
                      <a:pt x="94733" y="40016"/>
                      <a:pt x="93950" y="39083"/>
                      <a:pt x="93005" y="38538"/>
                    </a:cubicBezTo>
                    <a:cubicBezTo>
                      <a:pt x="92227" y="38088"/>
                      <a:pt x="91344" y="37900"/>
                      <a:pt x="90377" y="38155"/>
                    </a:cubicBezTo>
                    <a:lnTo>
                      <a:pt x="74927" y="42294"/>
                    </a:lnTo>
                    <a:cubicBezTo>
                      <a:pt x="72788" y="42866"/>
                      <a:pt x="72194" y="45138"/>
                      <a:pt x="72094" y="47194"/>
                    </a:cubicBezTo>
                    <a:lnTo>
                      <a:pt x="72200" y="53166"/>
                    </a:lnTo>
                    <a:cubicBezTo>
                      <a:pt x="68294" y="55405"/>
                      <a:pt x="64661" y="58172"/>
                      <a:pt x="61405" y="61427"/>
                    </a:cubicBezTo>
                    <a:lnTo>
                      <a:pt x="55683" y="59788"/>
                    </a:lnTo>
                    <a:cubicBezTo>
                      <a:pt x="53738" y="59244"/>
                      <a:pt x="51327" y="59344"/>
                      <a:pt x="50222" y="61255"/>
                    </a:cubicBezTo>
                    <a:lnTo>
                      <a:pt x="42222" y="75111"/>
                    </a:lnTo>
                    <a:cubicBezTo>
                      <a:pt x="41116" y="77022"/>
                      <a:pt x="42300" y="79050"/>
                      <a:pt x="43683" y="80577"/>
                    </a:cubicBezTo>
                    <a:lnTo>
                      <a:pt x="47961" y="84711"/>
                    </a:lnTo>
                    <a:cubicBezTo>
                      <a:pt x="46772" y="89161"/>
                      <a:pt x="46194" y="93688"/>
                      <a:pt x="46205" y="98188"/>
                    </a:cubicBezTo>
                    <a:lnTo>
                      <a:pt x="40983" y="101088"/>
                    </a:lnTo>
                    <a:cubicBezTo>
                      <a:pt x="39222" y="102072"/>
                      <a:pt x="37583" y="103850"/>
                      <a:pt x="38155" y="105983"/>
                    </a:cubicBezTo>
                    <a:lnTo>
                      <a:pt x="40450" y="114550"/>
                    </a:lnTo>
                    <a:lnTo>
                      <a:pt x="10911" y="114550"/>
                    </a:lnTo>
                    <a:cubicBezTo>
                      <a:pt x="7900" y="114550"/>
                      <a:pt x="5455" y="112100"/>
                      <a:pt x="5455" y="109088"/>
                    </a:cubicBezTo>
                    <a:lnTo>
                      <a:pt x="5455" y="62727"/>
                    </a:lnTo>
                    <a:lnTo>
                      <a:pt x="10727" y="62727"/>
                    </a:lnTo>
                    <a:cubicBezTo>
                      <a:pt x="12933" y="62727"/>
                      <a:pt x="14100" y="60688"/>
                      <a:pt x="14727" y="58727"/>
                    </a:cubicBezTo>
                    <a:lnTo>
                      <a:pt x="16183" y="52905"/>
                    </a:lnTo>
                    <a:cubicBezTo>
                      <a:pt x="20616" y="51722"/>
                      <a:pt x="24811" y="49961"/>
                      <a:pt x="28688" y="47722"/>
                    </a:cubicBezTo>
                    <a:lnTo>
                      <a:pt x="33838" y="50811"/>
                    </a:lnTo>
                    <a:cubicBezTo>
                      <a:pt x="34861" y="51338"/>
                      <a:pt x="36022" y="51761"/>
                      <a:pt x="37116" y="51761"/>
                    </a:cubicBezTo>
                    <a:cubicBezTo>
                      <a:pt x="37983" y="51761"/>
                      <a:pt x="38805" y="51500"/>
                      <a:pt x="39500" y="50811"/>
                    </a:cubicBezTo>
                    <a:lnTo>
                      <a:pt x="50811" y="39494"/>
                    </a:lnTo>
                    <a:cubicBezTo>
                      <a:pt x="52372" y="37933"/>
                      <a:pt x="51844" y="35577"/>
                      <a:pt x="50811" y="33838"/>
                    </a:cubicBezTo>
                    <a:lnTo>
                      <a:pt x="47738" y="28716"/>
                    </a:lnTo>
                    <a:cubicBezTo>
                      <a:pt x="49994" y="24827"/>
                      <a:pt x="51761" y="20616"/>
                      <a:pt x="52950" y="16172"/>
                    </a:cubicBezTo>
                    <a:lnTo>
                      <a:pt x="58727" y="14727"/>
                    </a:lnTo>
                    <a:cubicBezTo>
                      <a:pt x="60688" y="14100"/>
                      <a:pt x="62727" y="12933"/>
                      <a:pt x="62727" y="10727"/>
                    </a:cubicBezTo>
                    <a:lnTo>
                      <a:pt x="62727" y="5455"/>
                    </a:lnTo>
                    <a:lnTo>
                      <a:pt x="109088" y="5455"/>
                    </a:lnTo>
                    <a:cubicBezTo>
                      <a:pt x="112100" y="5455"/>
                      <a:pt x="114544" y="7894"/>
                      <a:pt x="114544" y="10911"/>
                    </a:cubicBezTo>
                    <a:cubicBezTo>
                      <a:pt x="114544" y="10911"/>
                      <a:pt x="114544" y="44972"/>
                      <a:pt x="114544" y="44972"/>
                    </a:cubicBezTo>
                    <a:close/>
                    <a:moveTo>
                      <a:pt x="114544" y="69966"/>
                    </a:moveTo>
                    <a:cubicBezTo>
                      <a:pt x="109722" y="67155"/>
                      <a:pt x="104166" y="65455"/>
                      <a:pt x="98183" y="65455"/>
                    </a:cubicBezTo>
                    <a:cubicBezTo>
                      <a:pt x="80105" y="65455"/>
                      <a:pt x="65455" y="80105"/>
                      <a:pt x="65455" y="98183"/>
                    </a:cubicBezTo>
                    <a:cubicBezTo>
                      <a:pt x="65455" y="104172"/>
                      <a:pt x="67155" y="109722"/>
                      <a:pt x="69966" y="114550"/>
                    </a:cubicBezTo>
                    <a:lnTo>
                      <a:pt x="46100" y="114550"/>
                    </a:lnTo>
                    <a:lnTo>
                      <a:pt x="43750" y="105788"/>
                    </a:lnTo>
                    <a:lnTo>
                      <a:pt x="48855" y="102955"/>
                    </a:lnTo>
                    <a:cubicBezTo>
                      <a:pt x="50588" y="101988"/>
                      <a:pt x="51661" y="100155"/>
                      <a:pt x="51661" y="98172"/>
                    </a:cubicBezTo>
                    <a:cubicBezTo>
                      <a:pt x="51655" y="94100"/>
                      <a:pt x="52177" y="90044"/>
                      <a:pt x="53233" y="86122"/>
                    </a:cubicBezTo>
                    <a:cubicBezTo>
                      <a:pt x="53744" y="84211"/>
                      <a:pt x="53177" y="82172"/>
                      <a:pt x="51755" y="80794"/>
                    </a:cubicBezTo>
                    <a:lnTo>
                      <a:pt x="47622" y="76794"/>
                    </a:lnTo>
                    <a:cubicBezTo>
                      <a:pt x="47605" y="76777"/>
                      <a:pt x="47588" y="76761"/>
                      <a:pt x="47577" y="76738"/>
                    </a:cubicBezTo>
                    <a:lnTo>
                      <a:pt x="54311" y="65072"/>
                    </a:lnTo>
                    <a:lnTo>
                      <a:pt x="59905" y="66672"/>
                    </a:lnTo>
                    <a:cubicBezTo>
                      <a:pt x="61811" y="67216"/>
                      <a:pt x="63861" y="66683"/>
                      <a:pt x="65266" y="65283"/>
                    </a:cubicBezTo>
                    <a:cubicBezTo>
                      <a:pt x="68133" y="62411"/>
                      <a:pt x="71377" y="59927"/>
                      <a:pt x="74916" y="57894"/>
                    </a:cubicBezTo>
                    <a:cubicBezTo>
                      <a:pt x="76633" y="56905"/>
                      <a:pt x="77683" y="55061"/>
                      <a:pt x="77650" y="53077"/>
                    </a:cubicBezTo>
                    <a:lnTo>
                      <a:pt x="77555" y="47300"/>
                    </a:lnTo>
                    <a:lnTo>
                      <a:pt x="77555" y="47238"/>
                    </a:lnTo>
                    <a:lnTo>
                      <a:pt x="90577" y="43750"/>
                    </a:lnTo>
                    <a:lnTo>
                      <a:pt x="93427" y="48883"/>
                    </a:lnTo>
                    <a:cubicBezTo>
                      <a:pt x="93916" y="49766"/>
                      <a:pt x="94622" y="50472"/>
                      <a:pt x="95466" y="50955"/>
                    </a:cubicBezTo>
                    <a:cubicBezTo>
                      <a:pt x="96277" y="51427"/>
                      <a:pt x="97216" y="51688"/>
                      <a:pt x="98194" y="51688"/>
                    </a:cubicBezTo>
                    <a:cubicBezTo>
                      <a:pt x="102261" y="51688"/>
                      <a:pt x="106305" y="52216"/>
                      <a:pt x="110205" y="53272"/>
                    </a:cubicBezTo>
                    <a:cubicBezTo>
                      <a:pt x="111700" y="53666"/>
                      <a:pt x="113272" y="53394"/>
                      <a:pt x="114544" y="52577"/>
                    </a:cubicBezTo>
                    <a:cubicBezTo>
                      <a:pt x="114544" y="52577"/>
                      <a:pt x="114544" y="69966"/>
                      <a:pt x="114544" y="69966"/>
                    </a:cubicBezTo>
                    <a:close/>
                    <a:moveTo>
                      <a:pt x="114544" y="85972"/>
                    </a:moveTo>
                    <a:lnTo>
                      <a:pt x="106072" y="90683"/>
                    </a:lnTo>
                    <a:cubicBezTo>
                      <a:pt x="104083" y="88588"/>
                      <a:pt x="101294" y="87272"/>
                      <a:pt x="98183" y="87272"/>
                    </a:cubicBezTo>
                    <a:cubicBezTo>
                      <a:pt x="95072" y="87272"/>
                      <a:pt x="92277" y="88588"/>
                      <a:pt x="90294" y="90683"/>
                    </a:cubicBezTo>
                    <a:lnTo>
                      <a:pt x="75794" y="82627"/>
                    </a:lnTo>
                    <a:cubicBezTo>
                      <a:pt x="80722" y="75550"/>
                      <a:pt x="88905" y="70911"/>
                      <a:pt x="98183" y="70911"/>
                    </a:cubicBezTo>
                    <a:cubicBezTo>
                      <a:pt x="104350" y="70911"/>
                      <a:pt x="109988" y="73005"/>
                      <a:pt x="114544" y="76466"/>
                    </a:cubicBezTo>
                    <a:cubicBezTo>
                      <a:pt x="114544" y="76466"/>
                      <a:pt x="114544" y="85972"/>
                      <a:pt x="114544" y="85972"/>
                    </a:cubicBezTo>
                    <a:close/>
                    <a:moveTo>
                      <a:pt x="114544" y="109088"/>
                    </a:moveTo>
                    <a:cubicBezTo>
                      <a:pt x="114544" y="112100"/>
                      <a:pt x="112100" y="114550"/>
                      <a:pt x="109088" y="114550"/>
                    </a:cubicBezTo>
                    <a:lnTo>
                      <a:pt x="100911" y="114550"/>
                    </a:lnTo>
                    <a:lnTo>
                      <a:pt x="100911" y="108705"/>
                    </a:lnTo>
                    <a:cubicBezTo>
                      <a:pt x="105605" y="107488"/>
                      <a:pt x="109088" y="103261"/>
                      <a:pt x="109088" y="98183"/>
                    </a:cubicBezTo>
                    <a:cubicBezTo>
                      <a:pt x="109088" y="97233"/>
                      <a:pt x="108933" y="96327"/>
                      <a:pt x="108705" y="95455"/>
                    </a:cubicBezTo>
                    <a:lnTo>
                      <a:pt x="114544" y="92211"/>
                    </a:lnTo>
                    <a:cubicBezTo>
                      <a:pt x="114544" y="92211"/>
                      <a:pt x="114544" y="109088"/>
                      <a:pt x="114544" y="109088"/>
                    </a:cubicBezTo>
                    <a:close/>
                    <a:moveTo>
                      <a:pt x="92727" y="98183"/>
                    </a:moveTo>
                    <a:cubicBezTo>
                      <a:pt x="92727" y="95172"/>
                      <a:pt x="95172" y="92727"/>
                      <a:pt x="98183" y="92727"/>
                    </a:cubicBezTo>
                    <a:cubicBezTo>
                      <a:pt x="101188" y="92727"/>
                      <a:pt x="103638" y="95172"/>
                      <a:pt x="103638" y="98183"/>
                    </a:cubicBezTo>
                    <a:cubicBezTo>
                      <a:pt x="103638" y="101194"/>
                      <a:pt x="101188" y="103638"/>
                      <a:pt x="98183" y="103638"/>
                    </a:cubicBezTo>
                    <a:cubicBezTo>
                      <a:pt x="95172" y="103638"/>
                      <a:pt x="92727" y="101194"/>
                      <a:pt x="92727" y="98183"/>
                    </a:cubicBezTo>
                    <a:moveTo>
                      <a:pt x="95455" y="114550"/>
                    </a:moveTo>
                    <a:lnTo>
                      <a:pt x="76427" y="114550"/>
                    </a:lnTo>
                    <a:cubicBezTo>
                      <a:pt x="72988" y="109983"/>
                      <a:pt x="70911" y="104338"/>
                      <a:pt x="70911" y="98183"/>
                    </a:cubicBezTo>
                    <a:cubicBezTo>
                      <a:pt x="70911" y="94344"/>
                      <a:pt x="71705" y="90700"/>
                      <a:pt x="73138" y="87388"/>
                    </a:cubicBezTo>
                    <a:lnTo>
                      <a:pt x="87661" y="95455"/>
                    </a:lnTo>
                    <a:cubicBezTo>
                      <a:pt x="87433" y="96327"/>
                      <a:pt x="87272" y="97233"/>
                      <a:pt x="87272" y="98183"/>
                    </a:cubicBezTo>
                    <a:cubicBezTo>
                      <a:pt x="87272" y="103261"/>
                      <a:pt x="90755" y="107488"/>
                      <a:pt x="95455" y="108705"/>
                    </a:cubicBezTo>
                    <a:cubicBezTo>
                      <a:pt x="95455" y="108705"/>
                      <a:pt x="95455" y="114550"/>
                      <a:pt x="95455" y="114550"/>
                    </a:cubicBezTo>
                    <a:close/>
                    <a:moveTo>
                      <a:pt x="5455" y="29866"/>
                    </a:moveTo>
                    <a:cubicBezTo>
                      <a:pt x="18338" y="28583"/>
                      <a:pt x="28583" y="18338"/>
                      <a:pt x="29861" y="5455"/>
                    </a:cubicBezTo>
                    <a:lnTo>
                      <a:pt x="57272" y="5455"/>
                    </a:lnTo>
                    <a:lnTo>
                      <a:pt x="57272" y="9461"/>
                    </a:lnTo>
                    <a:cubicBezTo>
                      <a:pt x="57250" y="9472"/>
                      <a:pt x="57233" y="9477"/>
                      <a:pt x="57211" y="9483"/>
                    </a:cubicBezTo>
                    <a:lnTo>
                      <a:pt x="51627" y="10877"/>
                    </a:lnTo>
                    <a:cubicBezTo>
                      <a:pt x="49705" y="11361"/>
                      <a:pt x="48194" y="12850"/>
                      <a:pt x="47683" y="14761"/>
                    </a:cubicBezTo>
                    <a:cubicBezTo>
                      <a:pt x="46633" y="18683"/>
                      <a:pt x="45066" y="22455"/>
                      <a:pt x="43022" y="25977"/>
                    </a:cubicBezTo>
                    <a:cubicBezTo>
                      <a:pt x="42022" y="27700"/>
                      <a:pt x="42038" y="29822"/>
                      <a:pt x="43061" y="31522"/>
                    </a:cubicBezTo>
                    <a:lnTo>
                      <a:pt x="46066" y="36527"/>
                    </a:lnTo>
                    <a:lnTo>
                      <a:pt x="36533" y="46061"/>
                    </a:lnTo>
                    <a:cubicBezTo>
                      <a:pt x="36516" y="46055"/>
                      <a:pt x="36494" y="46044"/>
                      <a:pt x="36477" y="46033"/>
                    </a:cubicBezTo>
                    <a:lnTo>
                      <a:pt x="31494" y="43044"/>
                    </a:lnTo>
                    <a:cubicBezTo>
                      <a:pt x="30627" y="42527"/>
                      <a:pt x="29661" y="42266"/>
                      <a:pt x="28688" y="42266"/>
                    </a:cubicBezTo>
                    <a:cubicBezTo>
                      <a:pt x="27750" y="42266"/>
                      <a:pt x="26805" y="42511"/>
                      <a:pt x="25961" y="42994"/>
                    </a:cubicBezTo>
                    <a:cubicBezTo>
                      <a:pt x="22438" y="45033"/>
                      <a:pt x="18677" y="46594"/>
                      <a:pt x="14772" y="47638"/>
                    </a:cubicBezTo>
                    <a:cubicBezTo>
                      <a:pt x="12861" y="48144"/>
                      <a:pt x="11372" y="49655"/>
                      <a:pt x="10888" y="51583"/>
                    </a:cubicBezTo>
                    <a:lnTo>
                      <a:pt x="9483" y="57211"/>
                    </a:lnTo>
                    <a:cubicBezTo>
                      <a:pt x="9477" y="57233"/>
                      <a:pt x="9472" y="57250"/>
                      <a:pt x="9461" y="57277"/>
                    </a:cubicBezTo>
                    <a:lnTo>
                      <a:pt x="5455" y="57277"/>
                    </a:lnTo>
                    <a:cubicBezTo>
                      <a:pt x="5455" y="57277"/>
                      <a:pt x="5455" y="29866"/>
                      <a:pt x="5455" y="29866"/>
                    </a:cubicBezTo>
                    <a:close/>
                    <a:moveTo>
                      <a:pt x="5455" y="10911"/>
                    </a:moveTo>
                    <a:cubicBezTo>
                      <a:pt x="5455" y="7894"/>
                      <a:pt x="7900" y="5455"/>
                      <a:pt x="10911" y="5455"/>
                    </a:cubicBezTo>
                    <a:lnTo>
                      <a:pt x="24355" y="5455"/>
                    </a:lnTo>
                    <a:cubicBezTo>
                      <a:pt x="23122" y="15322"/>
                      <a:pt x="15322" y="23122"/>
                      <a:pt x="5455" y="24355"/>
                    </a:cubicBezTo>
                    <a:cubicBezTo>
                      <a:pt x="5455" y="24355"/>
                      <a:pt x="5455" y="10911"/>
                      <a:pt x="5455" y="10911"/>
                    </a:cubicBezTo>
                    <a:close/>
                    <a:moveTo>
                      <a:pt x="109088" y="0"/>
                    </a:moveTo>
                    <a:lnTo>
                      <a:pt x="10911" y="0"/>
                    </a:lnTo>
                    <a:cubicBezTo>
                      <a:pt x="4883" y="0"/>
                      <a:pt x="0" y="4883"/>
                      <a:pt x="0" y="10911"/>
                    </a:cubicBezTo>
                    <a:lnTo>
                      <a:pt x="0" y="109088"/>
                    </a:lnTo>
                    <a:cubicBezTo>
                      <a:pt x="0" y="115116"/>
                      <a:pt x="4883" y="120000"/>
                      <a:pt x="10911" y="120000"/>
                    </a:cubicBezTo>
                    <a:lnTo>
                      <a:pt x="109088" y="120000"/>
                    </a:lnTo>
                    <a:cubicBezTo>
                      <a:pt x="115116" y="120000"/>
                      <a:pt x="120000" y="115116"/>
                      <a:pt x="120000" y="109088"/>
                    </a:cubicBezTo>
                    <a:lnTo>
                      <a:pt x="120000" y="10911"/>
                    </a:lnTo>
                    <a:cubicBezTo>
                      <a:pt x="120000" y="4883"/>
                      <a:pt x="115116" y="0"/>
                      <a:pt x="109088" y="0"/>
                    </a:cubicBezTo>
                  </a:path>
                </a:pathLst>
              </a:custGeom>
              <a:solidFill>
                <a:schemeClr val="tx1"/>
              </a:solidFill>
              <a:ln>
                <a:noFill/>
              </a:ln>
            </p:spPr>
            <p:txBody>
              <a:bodyPr lIns="19038" tIns="19038" rIns="19038" bIns="19038" anchor="ctr" anchorCtr="0">
                <a:noAutofit/>
              </a:bodyPr>
              <a:lstStyle/>
              <a:p>
                <a:endParaRPr sz="1500">
                  <a:solidFill>
                    <a:schemeClr val="dk1"/>
                  </a:solidFill>
                  <a:latin typeface="Calibri"/>
                  <a:ea typeface="Calibri"/>
                  <a:cs typeface="Calibri"/>
                  <a:sym typeface="Calibri"/>
                </a:endParaRPr>
              </a:p>
            </p:txBody>
          </p:sp>
        </p:grpSp>
      </p:grpSp>
      <p:grpSp>
        <p:nvGrpSpPr>
          <p:cNvPr id="82" name="Groupe 81">
            <a:extLst>
              <a:ext uri="{FF2B5EF4-FFF2-40B4-BE49-F238E27FC236}">
                <a16:creationId xmlns:a16="http://schemas.microsoft.com/office/drawing/2014/main" id="{E70F0B52-5F52-96BF-AEB5-7BB561F58AF7}"/>
              </a:ext>
            </a:extLst>
          </p:cNvPr>
          <p:cNvGrpSpPr>
            <a:grpSpLocks noChangeAspect="1"/>
          </p:cNvGrpSpPr>
          <p:nvPr/>
        </p:nvGrpSpPr>
        <p:grpSpPr>
          <a:xfrm>
            <a:off x="102722" y="3105000"/>
            <a:ext cx="648000" cy="648000"/>
            <a:chOff x="7838379" y="2027071"/>
            <a:chExt cx="748248" cy="748248"/>
          </a:xfrm>
        </p:grpSpPr>
        <p:sp>
          <p:nvSpPr>
            <p:cNvPr id="83" name="Oval 9">
              <a:extLst>
                <a:ext uri="{FF2B5EF4-FFF2-40B4-BE49-F238E27FC236}">
                  <a16:creationId xmlns:a16="http://schemas.microsoft.com/office/drawing/2014/main" id="{09E29480-55AA-1E9C-126F-CA7521CCEBF8}"/>
                </a:ext>
              </a:extLst>
            </p:cNvPr>
            <p:cNvSpPr/>
            <p:nvPr/>
          </p:nvSpPr>
          <p:spPr>
            <a:xfrm>
              <a:off x="7838379" y="2027071"/>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en-US" sz="2800" spc="300">
                <a:latin typeface="Arial" charset="0"/>
                <a:ea typeface="Arial" charset="0"/>
                <a:cs typeface="Arial" charset="0"/>
              </a:endParaRPr>
            </a:p>
          </p:txBody>
        </p:sp>
        <p:pic>
          <p:nvPicPr>
            <p:cNvPr id="84" name="Picture 4">
              <a:extLst>
                <a:ext uri="{FF2B5EF4-FFF2-40B4-BE49-F238E27FC236}">
                  <a16:creationId xmlns:a16="http://schemas.microsoft.com/office/drawing/2014/main" id="{F8A65C2C-4798-8D41-7566-F72A0D96507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49721" y="2151620"/>
              <a:ext cx="513183" cy="513183"/>
            </a:xfrm>
            <a:prstGeom prst="rect">
              <a:avLst/>
            </a:prstGeom>
            <a:noFill/>
            <a:extLst>
              <a:ext uri="{909E8E84-426E-40DD-AFC4-6F175D3DCCD1}">
                <a14:hiddenFill xmlns:a14="http://schemas.microsoft.com/office/drawing/2010/main">
                  <a:solidFill>
                    <a:srgbClr val="FFFFFF"/>
                  </a:solidFill>
                </a14:hiddenFill>
              </a:ext>
            </a:extLst>
          </p:spPr>
        </p:pic>
      </p:grpSp>
      <p:sp>
        <p:nvSpPr>
          <p:cNvPr id="101" name="TextBox 4">
            <a:extLst>
              <a:ext uri="{FF2B5EF4-FFF2-40B4-BE49-F238E27FC236}">
                <a16:creationId xmlns:a16="http://schemas.microsoft.com/office/drawing/2014/main" id="{5410D7A1-EE28-F118-3AD3-0D94CEF620E9}"/>
              </a:ext>
            </a:extLst>
          </p:cNvPr>
          <p:cNvSpPr txBox="1"/>
          <p:nvPr/>
        </p:nvSpPr>
        <p:spPr>
          <a:xfrm>
            <a:off x="8733828" y="3255101"/>
            <a:ext cx="2986214" cy="313932"/>
          </a:xfrm>
          <a:prstGeom prst="rect">
            <a:avLst/>
          </a:prstGeom>
          <a:noFill/>
        </p:spPr>
        <p:txBody>
          <a:bodyPr wrap="square" rtlCol="0">
            <a:spAutoFit/>
          </a:bodyPr>
          <a:lstStyle>
            <a:defPPr>
              <a:defRPr lang="fr-FR"/>
            </a:defPPr>
            <a:lvl1pPr>
              <a:lnSpc>
                <a:spcPct val="90000"/>
              </a:lnSpc>
              <a:defRPr sz="1600">
                <a:solidFill>
                  <a:schemeClr val="tx1">
                    <a:lumMod val="50000"/>
                    <a:lumOff val="50000"/>
                  </a:schemeClr>
                </a:solidFill>
                <a:latin typeface="Arial" panose="020B0604020202020204" pitchFamily="34" charset="0"/>
                <a:ea typeface="Arial Black" charset="0"/>
                <a:cs typeface="Arial" panose="020B0604020202020204" pitchFamily="34" charset="0"/>
              </a:defRPr>
            </a:lvl1pPr>
          </a:lstStyle>
          <a:p>
            <a:r>
              <a:rPr lang="fr-FR"/>
              <a:t>Le</a:t>
            </a:r>
            <a:r>
              <a:rPr lang="fr-FR" b="1">
                <a:solidFill>
                  <a:schemeClr val="bg1"/>
                </a:solidFill>
              </a:rPr>
              <a:t> </a:t>
            </a:r>
            <a:r>
              <a:rPr lang="fr-FR"/>
              <a:t>MOM</a:t>
            </a:r>
          </a:p>
        </p:txBody>
      </p:sp>
      <p:grpSp>
        <p:nvGrpSpPr>
          <p:cNvPr id="3" name="Groupe 2">
            <a:extLst>
              <a:ext uri="{FF2B5EF4-FFF2-40B4-BE49-F238E27FC236}">
                <a16:creationId xmlns:a16="http://schemas.microsoft.com/office/drawing/2014/main" id="{4C6D1DA7-B7F6-CEB4-266C-78A129CEFEE2}"/>
              </a:ext>
            </a:extLst>
          </p:cNvPr>
          <p:cNvGrpSpPr/>
          <p:nvPr/>
        </p:nvGrpSpPr>
        <p:grpSpPr>
          <a:xfrm>
            <a:off x="7877160" y="3088067"/>
            <a:ext cx="648000" cy="648000"/>
            <a:chOff x="7877160" y="3088067"/>
            <a:chExt cx="648000" cy="648000"/>
          </a:xfrm>
        </p:grpSpPr>
        <p:sp>
          <p:nvSpPr>
            <p:cNvPr id="105" name="Oval 9">
              <a:extLst>
                <a:ext uri="{FF2B5EF4-FFF2-40B4-BE49-F238E27FC236}">
                  <a16:creationId xmlns:a16="http://schemas.microsoft.com/office/drawing/2014/main" id="{D63109E9-2F41-3CC4-4E40-97907A5791DA}"/>
                </a:ext>
              </a:extLst>
            </p:cNvPr>
            <p:cNvSpPr/>
            <p:nvPr/>
          </p:nvSpPr>
          <p:spPr>
            <a:xfrm>
              <a:off x="7877160" y="3088067"/>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9570" name="Picture 2" descr="middleware Vector Icons free download in SVG, PNG Format">
              <a:extLst>
                <a:ext uri="{FF2B5EF4-FFF2-40B4-BE49-F238E27FC236}">
                  <a16:creationId xmlns:a16="http://schemas.microsoft.com/office/drawing/2014/main" id="{DDE30AC4-C8CA-1BB5-B7B1-9AA4B3DDCE5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03266" y="3214173"/>
              <a:ext cx="440945" cy="440945"/>
            </a:xfrm>
            <a:prstGeom prst="rect">
              <a:avLst/>
            </a:prstGeom>
            <a:noFill/>
            <a:extLst>
              <a:ext uri="{909E8E84-426E-40DD-AFC4-6F175D3DCCD1}">
                <a14:hiddenFill xmlns:a14="http://schemas.microsoft.com/office/drawing/2010/main">
                  <a:solidFill>
                    <a:srgbClr val="FFFFFF"/>
                  </a:solidFill>
                </a14:hiddenFill>
              </a:ext>
            </a:extLst>
          </p:spPr>
        </p:pic>
      </p:grpSp>
      <p:pic>
        <p:nvPicPr>
          <p:cNvPr id="2" name="Picture 2">
            <a:extLst>
              <a:ext uri="{FF2B5EF4-FFF2-40B4-BE49-F238E27FC236}">
                <a16:creationId xmlns:a16="http://schemas.microsoft.com/office/drawing/2014/main" id="{AD1D0F4F-0558-4EB2-5BFF-F481319BD29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61990" y="6497409"/>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78039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21B8BAE8-691F-6092-F04F-375F66F4BC15}"/>
              </a:ext>
            </a:extLst>
          </p:cNvPr>
          <p:cNvSpPr>
            <a:spLocks noGrp="1"/>
          </p:cNvSpPr>
          <p:nvPr>
            <p:ph type="body" sz="quarter" idx="35"/>
          </p:nvPr>
        </p:nvSpPr>
        <p:spPr/>
        <p:txBody>
          <a:bodyPr/>
          <a:lstStyle/>
          <a:p>
            <a:r>
              <a:rPr lang="fr-FR"/>
              <a:t>Définition</a:t>
            </a:r>
          </a:p>
        </p:txBody>
      </p:sp>
      <p:sp>
        <p:nvSpPr>
          <p:cNvPr id="3" name="Espace réservé du texte 2">
            <a:extLst>
              <a:ext uri="{FF2B5EF4-FFF2-40B4-BE49-F238E27FC236}">
                <a16:creationId xmlns:a16="http://schemas.microsoft.com/office/drawing/2014/main" id="{7BC15389-3F03-534A-2C67-1DAFD30B6EE6}"/>
              </a:ext>
            </a:extLst>
          </p:cNvPr>
          <p:cNvSpPr>
            <a:spLocks noGrp="1"/>
          </p:cNvSpPr>
          <p:nvPr>
            <p:ph type="body" sz="quarter" idx="10"/>
          </p:nvPr>
        </p:nvSpPr>
        <p:spPr/>
        <p:txBody>
          <a:bodyPr/>
          <a:lstStyle/>
          <a:p>
            <a:r>
              <a:rPr lang="fr-FR" dirty="0"/>
              <a:t>LE STREAM PROCESSING</a:t>
            </a:r>
          </a:p>
        </p:txBody>
      </p:sp>
      <p:sp>
        <p:nvSpPr>
          <p:cNvPr id="8" name="Rectangle 7">
            <a:extLst>
              <a:ext uri="{FF2B5EF4-FFF2-40B4-BE49-F238E27FC236}">
                <a16:creationId xmlns:a16="http://schemas.microsoft.com/office/drawing/2014/main" id="{768F5183-C447-D68C-9BA9-7D388578E5A6}"/>
              </a:ext>
            </a:extLst>
          </p:cNvPr>
          <p:cNvSpPr/>
          <p:nvPr/>
        </p:nvSpPr>
        <p:spPr>
          <a:xfrm>
            <a:off x="1995792" y="1533242"/>
            <a:ext cx="8200416"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fr-FR" sz="3600" b="1" dirty="0">
                <a:solidFill>
                  <a:schemeClr val="accent1">
                    <a:lumMod val="50000"/>
                  </a:schemeClr>
                </a:solidFill>
              </a:rPr>
              <a:t>Stream </a:t>
            </a:r>
            <a:r>
              <a:rPr lang="fr-FR" sz="3600" b="1" dirty="0" err="1">
                <a:solidFill>
                  <a:schemeClr val="accent1">
                    <a:lumMod val="50000"/>
                  </a:schemeClr>
                </a:solidFill>
              </a:rPr>
              <a:t>Processing</a:t>
            </a:r>
            <a:r>
              <a:rPr lang="fr-FR" sz="3600" b="1" dirty="0">
                <a:solidFill>
                  <a:schemeClr val="accent1">
                    <a:lumMod val="50000"/>
                  </a:schemeClr>
                </a:solidFill>
              </a:rPr>
              <a:t> - Définition</a:t>
            </a:r>
          </a:p>
        </p:txBody>
      </p:sp>
      <p:grpSp>
        <p:nvGrpSpPr>
          <p:cNvPr id="18" name="Groupe 17">
            <a:extLst>
              <a:ext uri="{FF2B5EF4-FFF2-40B4-BE49-F238E27FC236}">
                <a16:creationId xmlns:a16="http://schemas.microsoft.com/office/drawing/2014/main" id="{49C766DB-D0D2-3C84-FE72-D1C14B23CDDA}"/>
              </a:ext>
            </a:extLst>
          </p:cNvPr>
          <p:cNvGrpSpPr/>
          <p:nvPr/>
        </p:nvGrpSpPr>
        <p:grpSpPr>
          <a:xfrm>
            <a:off x="715370" y="2535559"/>
            <a:ext cx="10761260" cy="3325940"/>
            <a:chOff x="699604" y="2708980"/>
            <a:chExt cx="10761260" cy="3325940"/>
          </a:xfrm>
        </p:grpSpPr>
        <p:sp>
          <p:nvSpPr>
            <p:cNvPr id="4" name="Rectangle 3">
              <a:extLst>
                <a:ext uri="{FF2B5EF4-FFF2-40B4-BE49-F238E27FC236}">
                  <a16:creationId xmlns:a16="http://schemas.microsoft.com/office/drawing/2014/main" id="{D85F4CFD-8EE9-4061-BD69-2856B2866F57}"/>
                </a:ext>
              </a:extLst>
            </p:cNvPr>
            <p:cNvSpPr/>
            <p:nvPr/>
          </p:nvSpPr>
          <p:spPr>
            <a:xfrm>
              <a:off x="1084934" y="2982859"/>
              <a:ext cx="9990600" cy="245144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just">
                <a:lnSpc>
                  <a:spcPts val="2980"/>
                </a:lnSpc>
              </a:pPr>
              <a:r>
                <a:rPr lang="fr-FR" sz="2400" dirty="0">
                  <a:solidFill>
                    <a:schemeClr val="tx2">
                      <a:lumMod val="50000"/>
                    </a:schemeClr>
                  </a:solidFill>
                </a:rPr>
                <a:t>Est un </a:t>
              </a:r>
              <a:r>
                <a:rPr lang="fr-FR" sz="2400" b="1" dirty="0">
                  <a:solidFill>
                    <a:schemeClr val="tx2">
                      <a:lumMod val="50000"/>
                    </a:schemeClr>
                  </a:solidFill>
                </a:rPr>
                <a:t>service de médiation </a:t>
              </a:r>
              <a:r>
                <a:rPr lang="fr-FR" sz="2400" dirty="0">
                  <a:solidFill>
                    <a:schemeClr val="tx2">
                      <a:lumMod val="50000"/>
                    </a:schemeClr>
                  </a:solidFill>
                </a:rPr>
                <a:t>à la </a:t>
              </a:r>
              <a:r>
                <a:rPr lang="fr-FR" sz="2400" b="1" dirty="0">
                  <a:solidFill>
                    <a:schemeClr val="tx2">
                      <a:lumMod val="50000"/>
                    </a:schemeClr>
                  </a:solidFill>
                </a:rPr>
                <a:t>base du socle de l’intégration applicative</a:t>
              </a:r>
              <a:r>
                <a:rPr lang="fr-FR" sz="2400" dirty="0">
                  <a:solidFill>
                    <a:schemeClr val="tx2">
                      <a:lumMod val="50000"/>
                    </a:schemeClr>
                  </a:solidFill>
                </a:rPr>
                <a:t>, assurant le </a:t>
              </a:r>
              <a:r>
                <a:rPr lang="fr-FR" sz="2400" b="1" dirty="0">
                  <a:solidFill>
                    <a:schemeClr val="tx2">
                      <a:lumMod val="50000"/>
                    </a:schemeClr>
                  </a:solidFill>
                </a:rPr>
                <a:t>traitement de flux</a:t>
              </a:r>
              <a:r>
                <a:rPr lang="fr-FR" sz="2400" dirty="0">
                  <a:solidFill>
                    <a:schemeClr val="tx2">
                      <a:lumMod val="50000"/>
                    </a:schemeClr>
                  </a:solidFill>
                </a:rPr>
                <a:t> de données. Il est responsable du :</a:t>
              </a:r>
            </a:p>
            <a:p>
              <a:pPr marL="342900" indent="-342900" algn="just">
                <a:lnSpc>
                  <a:spcPts val="2980"/>
                </a:lnSpc>
                <a:spcBef>
                  <a:spcPts val="300"/>
                </a:spcBef>
                <a:buClr>
                  <a:schemeClr val="tx1"/>
                </a:buClr>
                <a:buFont typeface="Wingdings" panose="05000000000000000000" pitchFamily="2" charset="2"/>
                <a:buChar char="ü"/>
              </a:pPr>
              <a:r>
                <a:rPr lang="fr-FR" sz="2400" dirty="0">
                  <a:solidFill>
                    <a:schemeClr val="tx2">
                      <a:lumMod val="50000"/>
                    </a:schemeClr>
                  </a:solidFill>
                </a:rPr>
                <a:t>Traitement de flux de données en </a:t>
              </a:r>
              <a:r>
                <a:rPr lang="fr-FR" sz="2400" b="1" dirty="0">
                  <a:solidFill>
                    <a:schemeClr val="tx2">
                      <a:lumMod val="50000"/>
                    </a:schemeClr>
                  </a:solidFill>
                </a:rPr>
                <a:t>temps réel</a:t>
              </a:r>
              <a:r>
                <a:rPr lang="fr-FR" sz="2400" dirty="0">
                  <a:solidFill>
                    <a:schemeClr val="tx2">
                      <a:lumMod val="50000"/>
                    </a:schemeClr>
                  </a:solidFill>
                </a:rPr>
                <a:t>.</a:t>
              </a:r>
            </a:p>
            <a:p>
              <a:pPr marL="342900" indent="-342900" algn="just">
                <a:lnSpc>
                  <a:spcPts val="2980"/>
                </a:lnSpc>
                <a:spcBef>
                  <a:spcPts val="300"/>
                </a:spcBef>
                <a:buClr>
                  <a:schemeClr val="tx1"/>
                </a:buClr>
                <a:buFont typeface="Wingdings" panose="05000000000000000000" pitchFamily="2" charset="2"/>
                <a:buChar char="ü"/>
              </a:pPr>
              <a:r>
                <a:rPr lang="fr-FR" sz="2400" dirty="0">
                  <a:solidFill>
                    <a:schemeClr val="tx2">
                      <a:lumMod val="50000"/>
                    </a:schemeClr>
                  </a:solidFill>
                </a:rPr>
                <a:t>Transport et du traitement de </a:t>
              </a:r>
              <a:r>
                <a:rPr lang="fr-FR" sz="2400" b="1" dirty="0">
                  <a:solidFill>
                    <a:schemeClr val="tx2">
                      <a:lumMod val="50000"/>
                    </a:schemeClr>
                  </a:solidFill>
                </a:rPr>
                <a:t>gros volumes </a:t>
              </a:r>
              <a:r>
                <a:rPr lang="fr-FR" sz="2400" dirty="0">
                  <a:solidFill>
                    <a:schemeClr val="tx2">
                      <a:lumMod val="50000"/>
                    </a:schemeClr>
                  </a:solidFill>
                </a:rPr>
                <a:t>de données de façon de </a:t>
              </a:r>
              <a:r>
                <a:rPr lang="fr-FR" sz="2400" b="1" dirty="0">
                  <a:solidFill>
                    <a:schemeClr val="tx2">
                      <a:lumMod val="50000"/>
                    </a:schemeClr>
                  </a:solidFill>
                </a:rPr>
                <a:t>scalable </a:t>
              </a:r>
              <a:r>
                <a:rPr lang="fr-FR" sz="2400" dirty="0">
                  <a:solidFill>
                    <a:schemeClr val="tx2">
                      <a:lumMod val="50000"/>
                    </a:schemeClr>
                  </a:solidFill>
                </a:rPr>
                <a:t>et de </a:t>
              </a:r>
              <a:r>
                <a:rPr lang="fr-FR" sz="2400" b="1" dirty="0">
                  <a:solidFill>
                    <a:schemeClr val="tx2">
                      <a:lumMod val="50000"/>
                    </a:schemeClr>
                  </a:solidFill>
                </a:rPr>
                <a:t>résiliente</a:t>
              </a:r>
              <a:r>
                <a:rPr lang="fr-FR" sz="2400" dirty="0">
                  <a:solidFill>
                    <a:schemeClr val="tx2">
                      <a:lumMod val="50000"/>
                    </a:schemeClr>
                  </a:solidFill>
                </a:rPr>
                <a:t>.</a:t>
              </a:r>
            </a:p>
          </p:txBody>
        </p:sp>
        <p:sp>
          <p:nvSpPr>
            <p:cNvPr id="5" name="Demi-cadre 4">
              <a:extLst>
                <a:ext uri="{FF2B5EF4-FFF2-40B4-BE49-F238E27FC236}">
                  <a16:creationId xmlns:a16="http://schemas.microsoft.com/office/drawing/2014/main" id="{BCCC04A5-9A22-48BC-A2D2-6564025AEDE7}"/>
                </a:ext>
              </a:extLst>
            </p:cNvPr>
            <p:cNvSpPr/>
            <p:nvPr/>
          </p:nvSpPr>
          <p:spPr>
            <a:xfrm>
              <a:off x="699604" y="2708980"/>
              <a:ext cx="770660" cy="1006976"/>
            </a:xfrm>
            <a:prstGeom prst="halfFrame">
              <a:avLst/>
            </a:prstGeom>
            <a:noFill/>
            <a:ln>
              <a:solidFill>
                <a:schemeClr val="accent1">
                  <a:lumMod val="50000"/>
                </a:schemeClr>
              </a:solidFill>
            </a:ln>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fr-FR">
                <a:solidFill>
                  <a:schemeClr val="bg1">
                    <a:lumMod val="65000"/>
                  </a:schemeClr>
                </a:solidFill>
              </a:endParaRPr>
            </a:p>
          </p:txBody>
        </p:sp>
        <p:sp>
          <p:nvSpPr>
            <p:cNvPr id="6" name="Demi-cadre 5">
              <a:extLst>
                <a:ext uri="{FF2B5EF4-FFF2-40B4-BE49-F238E27FC236}">
                  <a16:creationId xmlns:a16="http://schemas.microsoft.com/office/drawing/2014/main" id="{80FD9E7F-214A-487D-A2FC-EC8CA0825557}"/>
                </a:ext>
              </a:extLst>
            </p:cNvPr>
            <p:cNvSpPr/>
            <p:nvPr/>
          </p:nvSpPr>
          <p:spPr>
            <a:xfrm rot="10800000">
              <a:off x="10690204" y="5143318"/>
              <a:ext cx="770660" cy="891602"/>
            </a:xfrm>
            <a:prstGeom prst="halfFrame">
              <a:avLst/>
            </a:prstGeom>
            <a:noFill/>
            <a:ln>
              <a:solidFill>
                <a:schemeClr val="accent1">
                  <a:lumMod val="50000"/>
                </a:schemeClr>
              </a:solidFill>
            </a:ln>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fr-FR">
                <a:solidFill>
                  <a:schemeClr val="bg1">
                    <a:lumMod val="65000"/>
                  </a:schemeClr>
                </a:solidFill>
              </a:endParaRPr>
            </a:p>
          </p:txBody>
        </p:sp>
        <p:sp>
          <p:nvSpPr>
            <p:cNvPr id="9" name="Rectangle 8">
              <a:extLst>
                <a:ext uri="{FF2B5EF4-FFF2-40B4-BE49-F238E27FC236}">
                  <a16:creationId xmlns:a16="http://schemas.microsoft.com/office/drawing/2014/main" id="{B02CB254-C47D-017B-85C2-71945D27AF65}"/>
                </a:ext>
              </a:extLst>
            </p:cNvPr>
            <p:cNvSpPr/>
            <p:nvPr/>
          </p:nvSpPr>
          <p:spPr>
            <a:xfrm>
              <a:off x="2228832" y="3237702"/>
              <a:ext cx="327600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97710380-8D9A-C0F2-B07E-D16290D0EC5E}"/>
                </a:ext>
              </a:extLst>
            </p:cNvPr>
            <p:cNvSpPr/>
            <p:nvPr/>
          </p:nvSpPr>
          <p:spPr>
            <a:xfrm>
              <a:off x="6354198" y="3243456"/>
              <a:ext cx="460800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A27DE7E8-A3DE-5585-1381-6DDD13BF1109}"/>
                </a:ext>
              </a:extLst>
            </p:cNvPr>
            <p:cNvSpPr/>
            <p:nvPr/>
          </p:nvSpPr>
          <p:spPr>
            <a:xfrm>
              <a:off x="1116466" y="3623716"/>
              <a:ext cx="165600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F56E8E12-3E12-E44B-4758-4A24669E588B}"/>
                </a:ext>
              </a:extLst>
            </p:cNvPr>
            <p:cNvSpPr/>
            <p:nvPr/>
          </p:nvSpPr>
          <p:spPr>
            <a:xfrm>
              <a:off x="4949934" y="3623716"/>
              <a:ext cx="2907665"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3" name="Rectangle 12">
            <a:extLst>
              <a:ext uri="{FF2B5EF4-FFF2-40B4-BE49-F238E27FC236}">
                <a16:creationId xmlns:a16="http://schemas.microsoft.com/office/drawing/2014/main" id="{8E3A951B-4FC2-CE2C-992A-166B5D4FAEC9}"/>
              </a:ext>
            </a:extLst>
          </p:cNvPr>
          <p:cNvSpPr/>
          <p:nvPr/>
        </p:nvSpPr>
        <p:spPr>
          <a:xfrm>
            <a:off x="6153150" y="4256700"/>
            <a:ext cx="1543050"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6A0A8C8E-32D0-6B37-5E71-73F4B5F179C4}"/>
              </a:ext>
            </a:extLst>
          </p:cNvPr>
          <p:cNvSpPr/>
          <p:nvPr/>
        </p:nvSpPr>
        <p:spPr>
          <a:xfrm>
            <a:off x="5520598" y="4665753"/>
            <a:ext cx="2020027"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BB58BED1-2459-B2DC-5673-2A052B1922F5}"/>
              </a:ext>
            </a:extLst>
          </p:cNvPr>
          <p:cNvSpPr/>
          <p:nvPr/>
        </p:nvSpPr>
        <p:spPr>
          <a:xfrm>
            <a:off x="3551372" y="5045532"/>
            <a:ext cx="1385754"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82D0C590-10F7-8366-AC52-23FD61ACE00F}"/>
              </a:ext>
            </a:extLst>
          </p:cNvPr>
          <p:cNvSpPr/>
          <p:nvPr/>
        </p:nvSpPr>
        <p:spPr>
          <a:xfrm>
            <a:off x="1517780" y="5045532"/>
            <a:ext cx="1234945" cy="144000"/>
          </a:xfrm>
          <a:prstGeom prst="rect">
            <a:avLst/>
          </a:prstGeom>
          <a:solidFill>
            <a:schemeClr val="tx2">
              <a:lumMod val="40000"/>
              <a:lumOff val="60000"/>
              <a:alpha val="3991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9154283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74B2EDFA-18F7-577E-4C54-BFCB16EDED92}"/>
              </a:ext>
            </a:extLst>
          </p:cNvPr>
          <p:cNvSpPr>
            <a:spLocks noGrp="1"/>
          </p:cNvSpPr>
          <p:nvPr>
            <p:ph type="body" sz="quarter" idx="35"/>
          </p:nvPr>
        </p:nvSpPr>
        <p:spPr/>
        <p:txBody>
          <a:bodyPr/>
          <a:lstStyle/>
          <a:p>
            <a:r>
              <a:rPr lang="fr-FR" sz="1400" cap="none"/>
              <a:t>Généralités et cas d’usages</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LE STREAM PROCESSING</a:t>
            </a:r>
          </a:p>
        </p:txBody>
      </p:sp>
      <p:sp>
        <p:nvSpPr>
          <p:cNvPr id="20" name="ZoneTexte 19">
            <a:extLst>
              <a:ext uri="{FF2B5EF4-FFF2-40B4-BE49-F238E27FC236}">
                <a16:creationId xmlns:a16="http://schemas.microsoft.com/office/drawing/2014/main" id="{E9721A26-C2B9-8A11-C99E-601059AF7F44}"/>
              </a:ext>
            </a:extLst>
          </p:cNvPr>
          <p:cNvSpPr txBox="1"/>
          <p:nvPr>
            <p:custDataLst>
              <p:tags r:id="rId1"/>
            </p:custDataLst>
          </p:nvPr>
        </p:nvSpPr>
        <p:spPr>
          <a:xfrm>
            <a:off x="871890" y="4804316"/>
            <a:ext cx="1122423" cy="307777"/>
          </a:xfrm>
          <a:prstGeom prst="rect">
            <a:avLst/>
          </a:prstGeom>
          <a:noFill/>
        </p:spPr>
        <p:txBody>
          <a:bodyPr wrap="none" rtlCol="0">
            <a:spAutoFit/>
          </a:bodyPr>
          <a:lstStyle/>
          <a:p>
            <a:r>
              <a:rPr lang="fr-FR" sz="1400"/>
              <a:t>Applications</a:t>
            </a:r>
          </a:p>
        </p:txBody>
      </p:sp>
      <p:sp>
        <p:nvSpPr>
          <p:cNvPr id="22" name="ZoneTexte 21">
            <a:extLst>
              <a:ext uri="{FF2B5EF4-FFF2-40B4-BE49-F238E27FC236}">
                <a16:creationId xmlns:a16="http://schemas.microsoft.com/office/drawing/2014/main" id="{9415E043-7FEE-17BF-0048-67F202886FDB}"/>
              </a:ext>
            </a:extLst>
          </p:cNvPr>
          <p:cNvSpPr txBox="1"/>
          <p:nvPr>
            <p:custDataLst>
              <p:tags r:id="rId2"/>
            </p:custDataLst>
          </p:nvPr>
        </p:nvSpPr>
        <p:spPr>
          <a:xfrm>
            <a:off x="871890" y="3934174"/>
            <a:ext cx="1433518" cy="307777"/>
          </a:xfrm>
          <a:prstGeom prst="rect">
            <a:avLst/>
          </a:prstGeom>
          <a:noFill/>
        </p:spPr>
        <p:txBody>
          <a:bodyPr wrap="square" rtlCol="0">
            <a:spAutoFit/>
          </a:bodyPr>
          <a:lstStyle/>
          <a:p>
            <a:r>
              <a:rPr lang="fr-FR" sz="1400"/>
              <a:t>Système Tiers</a:t>
            </a:r>
          </a:p>
        </p:txBody>
      </p:sp>
      <p:sp>
        <p:nvSpPr>
          <p:cNvPr id="23" name="Rectangle 22">
            <a:extLst>
              <a:ext uri="{FF2B5EF4-FFF2-40B4-BE49-F238E27FC236}">
                <a16:creationId xmlns:a16="http://schemas.microsoft.com/office/drawing/2014/main" id="{EA6AA7A5-4407-1A94-A211-719796CE6439}"/>
              </a:ext>
            </a:extLst>
          </p:cNvPr>
          <p:cNvSpPr/>
          <p:nvPr>
            <p:custDataLst>
              <p:tags r:id="rId3"/>
            </p:custDataLst>
          </p:nvPr>
        </p:nvSpPr>
        <p:spPr>
          <a:xfrm>
            <a:off x="3448286" y="3046712"/>
            <a:ext cx="272615" cy="26939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4" name="Rectangle 23">
            <a:extLst>
              <a:ext uri="{FF2B5EF4-FFF2-40B4-BE49-F238E27FC236}">
                <a16:creationId xmlns:a16="http://schemas.microsoft.com/office/drawing/2014/main" id="{CFF70FCA-FB89-350F-90C0-2F20F4DE472E}"/>
              </a:ext>
            </a:extLst>
          </p:cNvPr>
          <p:cNvSpPr/>
          <p:nvPr>
            <p:custDataLst>
              <p:tags r:id="rId4"/>
            </p:custDataLst>
          </p:nvPr>
        </p:nvSpPr>
        <p:spPr>
          <a:xfrm>
            <a:off x="3908967" y="3046712"/>
            <a:ext cx="272615" cy="26939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5" name="Rectangle 24">
            <a:extLst>
              <a:ext uri="{FF2B5EF4-FFF2-40B4-BE49-F238E27FC236}">
                <a16:creationId xmlns:a16="http://schemas.microsoft.com/office/drawing/2014/main" id="{1F17DF8D-3398-5FDF-867E-99661179997D}"/>
              </a:ext>
            </a:extLst>
          </p:cNvPr>
          <p:cNvSpPr/>
          <p:nvPr>
            <p:custDataLst>
              <p:tags r:id="rId5"/>
            </p:custDataLst>
          </p:nvPr>
        </p:nvSpPr>
        <p:spPr>
          <a:xfrm>
            <a:off x="4369648" y="3046712"/>
            <a:ext cx="272615" cy="26939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6" name="Rectangle 25">
            <a:extLst>
              <a:ext uri="{FF2B5EF4-FFF2-40B4-BE49-F238E27FC236}">
                <a16:creationId xmlns:a16="http://schemas.microsoft.com/office/drawing/2014/main" id="{35BEEB69-50BD-BB3D-0A0A-7955F27AD3E5}"/>
              </a:ext>
            </a:extLst>
          </p:cNvPr>
          <p:cNvSpPr/>
          <p:nvPr>
            <p:custDataLst>
              <p:tags r:id="rId6"/>
            </p:custDataLst>
          </p:nvPr>
        </p:nvSpPr>
        <p:spPr>
          <a:xfrm>
            <a:off x="4830328" y="3046712"/>
            <a:ext cx="272615" cy="26939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7" name="Rectangle 26">
            <a:extLst>
              <a:ext uri="{FF2B5EF4-FFF2-40B4-BE49-F238E27FC236}">
                <a16:creationId xmlns:a16="http://schemas.microsoft.com/office/drawing/2014/main" id="{5DC55AB5-A379-15A9-35A1-E19C4C2B9909}"/>
              </a:ext>
            </a:extLst>
          </p:cNvPr>
          <p:cNvSpPr/>
          <p:nvPr>
            <p:custDataLst>
              <p:tags r:id="rId7"/>
            </p:custDataLst>
          </p:nvPr>
        </p:nvSpPr>
        <p:spPr>
          <a:xfrm>
            <a:off x="3448286" y="3953367"/>
            <a:ext cx="272615" cy="26939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8" name="Rectangle 27">
            <a:extLst>
              <a:ext uri="{FF2B5EF4-FFF2-40B4-BE49-F238E27FC236}">
                <a16:creationId xmlns:a16="http://schemas.microsoft.com/office/drawing/2014/main" id="{D9B3C479-D3F9-CD38-C7EA-95FC7B3BAB7B}"/>
              </a:ext>
            </a:extLst>
          </p:cNvPr>
          <p:cNvSpPr/>
          <p:nvPr>
            <p:custDataLst>
              <p:tags r:id="rId8"/>
            </p:custDataLst>
          </p:nvPr>
        </p:nvSpPr>
        <p:spPr>
          <a:xfrm>
            <a:off x="3916393" y="3953367"/>
            <a:ext cx="272615" cy="26939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9" name="Rectangle 28">
            <a:extLst>
              <a:ext uri="{FF2B5EF4-FFF2-40B4-BE49-F238E27FC236}">
                <a16:creationId xmlns:a16="http://schemas.microsoft.com/office/drawing/2014/main" id="{16F6A2B2-70FB-A919-0E33-637DA65C9069}"/>
              </a:ext>
            </a:extLst>
          </p:cNvPr>
          <p:cNvSpPr/>
          <p:nvPr>
            <p:custDataLst>
              <p:tags r:id="rId9"/>
            </p:custDataLst>
          </p:nvPr>
        </p:nvSpPr>
        <p:spPr>
          <a:xfrm>
            <a:off x="4377074" y="3953367"/>
            <a:ext cx="272615" cy="26939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0" name="Rectangle 29">
            <a:extLst>
              <a:ext uri="{FF2B5EF4-FFF2-40B4-BE49-F238E27FC236}">
                <a16:creationId xmlns:a16="http://schemas.microsoft.com/office/drawing/2014/main" id="{D6092C5F-A0C9-6EE1-D30C-78EE03639919}"/>
              </a:ext>
            </a:extLst>
          </p:cNvPr>
          <p:cNvSpPr/>
          <p:nvPr>
            <p:custDataLst>
              <p:tags r:id="rId10"/>
            </p:custDataLst>
          </p:nvPr>
        </p:nvSpPr>
        <p:spPr>
          <a:xfrm>
            <a:off x="4837754" y="3953367"/>
            <a:ext cx="272615" cy="26939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47" name="Rectangle 46">
            <a:extLst>
              <a:ext uri="{FF2B5EF4-FFF2-40B4-BE49-F238E27FC236}">
                <a16:creationId xmlns:a16="http://schemas.microsoft.com/office/drawing/2014/main" id="{B4176447-C667-92DA-D99F-217ACF42B001}"/>
              </a:ext>
            </a:extLst>
          </p:cNvPr>
          <p:cNvSpPr/>
          <p:nvPr>
            <p:custDataLst>
              <p:tags r:id="rId11"/>
            </p:custDataLst>
          </p:nvPr>
        </p:nvSpPr>
        <p:spPr>
          <a:xfrm>
            <a:off x="3448286" y="4823509"/>
            <a:ext cx="272615" cy="26939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48" name="Rectangle 47">
            <a:extLst>
              <a:ext uri="{FF2B5EF4-FFF2-40B4-BE49-F238E27FC236}">
                <a16:creationId xmlns:a16="http://schemas.microsoft.com/office/drawing/2014/main" id="{0A2FB404-CD66-474E-053A-714759C49A16}"/>
              </a:ext>
            </a:extLst>
          </p:cNvPr>
          <p:cNvSpPr/>
          <p:nvPr>
            <p:custDataLst>
              <p:tags r:id="rId12"/>
            </p:custDataLst>
          </p:nvPr>
        </p:nvSpPr>
        <p:spPr>
          <a:xfrm>
            <a:off x="3908967" y="4823509"/>
            <a:ext cx="272615" cy="26939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49" name="Rectangle 48">
            <a:extLst>
              <a:ext uri="{FF2B5EF4-FFF2-40B4-BE49-F238E27FC236}">
                <a16:creationId xmlns:a16="http://schemas.microsoft.com/office/drawing/2014/main" id="{DAE149F6-B1C5-7BBB-4E87-B76B9A84870F}"/>
              </a:ext>
            </a:extLst>
          </p:cNvPr>
          <p:cNvSpPr/>
          <p:nvPr>
            <p:custDataLst>
              <p:tags r:id="rId13"/>
            </p:custDataLst>
          </p:nvPr>
        </p:nvSpPr>
        <p:spPr>
          <a:xfrm>
            <a:off x="4369648" y="4823509"/>
            <a:ext cx="272615" cy="26939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50" name="Rectangle 49">
            <a:extLst>
              <a:ext uri="{FF2B5EF4-FFF2-40B4-BE49-F238E27FC236}">
                <a16:creationId xmlns:a16="http://schemas.microsoft.com/office/drawing/2014/main" id="{F2C73992-A031-DC58-7439-0B8844072AAF}"/>
              </a:ext>
            </a:extLst>
          </p:cNvPr>
          <p:cNvSpPr/>
          <p:nvPr>
            <p:custDataLst>
              <p:tags r:id="rId14"/>
            </p:custDataLst>
          </p:nvPr>
        </p:nvSpPr>
        <p:spPr>
          <a:xfrm>
            <a:off x="4830328" y="4823509"/>
            <a:ext cx="272615" cy="26939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cxnSp>
        <p:nvCxnSpPr>
          <p:cNvPr id="51" name="Connecteur droit avec flèche 50">
            <a:extLst>
              <a:ext uri="{FF2B5EF4-FFF2-40B4-BE49-F238E27FC236}">
                <a16:creationId xmlns:a16="http://schemas.microsoft.com/office/drawing/2014/main" id="{6576229D-EDAB-C52A-678B-7CA252FCAB91}"/>
              </a:ext>
            </a:extLst>
          </p:cNvPr>
          <p:cNvCxnSpPr/>
          <p:nvPr>
            <p:custDataLst>
              <p:tags r:id="rId15"/>
            </p:custDataLst>
          </p:nvPr>
        </p:nvCxnSpPr>
        <p:spPr>
          <a:xfrm>
            <a:off x="3314279" y="3670518"/>
            <a:ext cx="2055044" cy="0"/>
          </a:xfrm>
          <a:prstGeom prst="straightConnector1">
            <a:avLst/>
          </a:prstGeom>
          <a:ln w="34925">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necteur droit avec flèche 51">
            <a:extLst>
              <a:ext uri="{FF2B5EF4-FFF2-40B4-BE49-F238E27FC236}">
                <a16:creationId xmlns:a16="http://schemas.microsoft.com/office/drawing/2014/main" id="{BE3FC42E-4674-1A92-D27F-5188BC178DF0}"/>
              </a:ext>
            </a:extLst>
          </p:cNvPr>
          <p:cNvCxnSpPr/>
          <p:nvPr>
            <p:custDataLst>
              <p:tags r:id="rId16"/>
            </p:custDataLst>
          </p:nvPr>
        </p:nvCxnSpPr>
        <p:spPr>
          <a:xfrm>
            <a:off x="3314279" y="4478591"/>
            <a:ext cx="2055044" cy="0"/>
          </a:xfrm>
          <a:prstGeom prst="straightConnector1">
            <a:avLst/>
          </a:prstGeom>
          <a:ln w="34925">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Graphique 40">
            <a:extLst>
              <a:ext uri="{FF2B5EF4-FFF2-40B4-BE49-F238E27FC236}">
                <a16:creationId xmlns:a16="http://schemas.microsoft.com/office/drawing/2014/main" id="{7DEAC4A8-CD4D-FCC5-917F-C29C14B835AD}"/>
              </a:ext>
            </a:extLst>
          </p:cNvPr>
          <p:cNvSpPr/>
          <p:nvPr>
            <p:custDataLst>
              <p:tags r:id="rId17"/>
            </p:custDataLst>
          </p:nvPr>
        </p:nvSpPr>
        <p:spPr>
          <a:xfrm>
            <a:off x="5590343" y="3234277"/>
            <a:ext cx="1483791" cy="1533251"/>
          </a:xfrm>
          <a:custGeom>
            <a:avLst/>
            <a:gdLst>
              <a:gd name="connsiteX0" fmla="*/ 579478 w 1483791"/>
              <a:gd name="connsiteY0" fmla="*/ 146244 h 1533250"/>
              <a:gd name="connsiteX1" fmla="*/ 434248 w 1483791"/>
              <a:gd name="connsiteY1" fmla="*/ 117937 h 1533250"/>
              <a:gd name="connsiteX2" fmla="*/ 449828 w 1483791"/>
              <a:gd name="connsiteY2" fmla="*/ 163275 h 1533250"/>
              <a:gd name="connsiteX3" fmla="*/ 21391 w 1483791"/>
              <a:gd name="connsiteY3" fmla="*/ 812269 h 1533250"/>
              <a:gd name="connsiteX4" fmla="*/ 74396 w 1483791"/>
              <a:gd name="connsiteY4" fmla="*/ 1079681 h 1533250"/>
              <a:gd name="connsiteX5" fmla="*/ 36641 w 1483791"/>
              <a:gd name="connsiteY5" fmla="*/ 1162196 h 1533250"/>
              <a:gd name="connsiteX6" fmla="*/ 146096 w 1483791"/>
              <a:gd name="connsiteY6" fmla="*/ 1271667 h 1533250"/>
              <a:gd name="connsiteX7" fmla="*/ 255550 w 1483791"/>
              <a:gd name="connsiteY7" fmla="*/ 1162196 h 1533250"/>
              <a:gd name="connsiteX8" fmla="*/ 146096 w 1483791"/>
              <a:gd name="connsiteY8" fmla="*/ 1052725 h 1533250"/>
              <a:gd name="connsiteX9" fmla="*/ 118266 w 1483791"/>
              <a:gd name="connsiteY9" fmla="*/ 1056451 h 1533250"/>
              <a:gd name="connsiteX10" fmla="*/ 70851 w 1483791"/>
              <a:gd name="connsiteY10" fmla="*/ 812269 h 1533250"/>
              <a:gd name="connsiteX11" fmla="*/ 465968 w 1483791"/>
              <a:gd name="connsiteY11" fmla="*/ 210228 h 1533250"/>
              <a:gd name="connsiteX12" fmla="*/ 482339 w 1483791"/>
              <a:gd name="connsiteY12" fmla="*/ 257875 h 1533250"/>
              <a:gd name="connsiteX13" fmla="*/ 579478 w 1483791"/>
              <a:gd name="connsiteY13" fmla="*/ 146244 h 1533250"/>
              <a:gd name="connsiteX14" fmla="*/ 206107 w 1483791"/>
              <a:gd name="connsiteY14" fmla="*/ 1162196 h 1533250"/>
              <a:gd name="connsiteX15" fmla="*/ 146112 w 1483791"/>
              <a:gd name="connsiteY15" fmla="*/ 1222207 h 1533250"/>
              <a:gd name="connsiteX16" fmla="*/ 86118 w 1483791"/>
              <a:gd name="connsiteY16" fmla="*/ 1162196 h 1533250"/>
              <a:gd name="connsiteX17" fmla="*/ 146112 w 1483791"/>
              <a:gd name="connsiteY17" fmla="*/ 1102185 h 1533250"/>
              <a:gd name="connsiteX18" fmla="*/ 206107 w 1483791"/>
              <a:gd name="connsiteY18" fmla="*/ 1162196 h 1533250"/>
              <a:gd name="connsiteX19" fmla="*/ 1425932 w 1483791"/>
              <a:gd name="connsiteY19" fmla="*/ 914370 h 1533250"/>
              <a:gd name="connsiteX20" fmla="*/ 1433730 w 1483791"/>
              <a:gd name="connsiteY20" fmla="*/ 812285 h 1533250"/>
              <a:gd name="connsiteX21" fmla="*/ 835680 w 1483791"/>
              <a:gd name="connsiteY21" fmla="*/ 114656 h 1533250"/>
              <a:gd name="connsiteX22" fmla="*/ 727561 w 1483791"/>
              <a:gd name="connsiteY22" fmla="*/ 21391 h 1533250"/>
              <a:gd name="connsiteX23" fmla="*/ 618106 w 1483791"/>
              <a:gd name="connsiteY23" fmla="*/ 130862 h 1533250"/>
              <a:gd name="connsiteX24" fmla="*/ 727561 w 1483791"/>
              <a:gd name="connsiteY24" fmla="*/ 240333 h 1533250"/>
              <a:gd name="connsiteX25" fmla="*/ 831855 w 1483791"/>
              <a:gd name="connsiteY25" fmla="*/ 164017 h 1533250"/>
              <a:gd name="connsiteX26" fmla="*/ 1384270 w 1483791"/>
              <a:gd name="connsiteY26" fmla="*/ 812318 h 1533250"/>
              <a:gd name="connsiteX27" fmla="*/ 1377610 w 1483791"/>
              <a:gd name="connsiteY27" fmla="*/ 903291 h 1533250"/>
              <a:gd name="connsiteX28" fmla="*/ 1330689 w 1483791"/>
              <a:gd name="connsiteY28" fmla="*/ 892509 h 1533250"/>
              <a:gd name="connsiteX29" fmla="*/ 1374082 w 1483791"/>
              <a:gd name="connsiteY29" fmla="*/ 1033980 h 1533250"/>
              <a:gd name="connsiteX30" fmla="*/ 1474913 w 1483791"/>
              <a:gd name="connsiteY30" fmla="*/ 925696 h 1533250"/>
              <a:gd name="connsiteX31" fmla="*/ 1425932 w 1483791"/>
              <a:gd name="connsiteY31" fmla="*/ 914370 h 1533250"/>
              <a:gd name="connsiteX32" fmla="*/ 727561 w 1483791"/>
              <a:gd name="connsiteY32" fmla="*/ 190840 h 1533250"/>
              <a:gd name="connsiteX33" fmla="*/ 667566 w 1483791"/>
              <a:gd name="connsiteY33" fmla="*/ 130829 h 1533250"/>
              <a:gd name="connsiteX34" fmla="*/ 727561 w 1483791"/>
              <a:gd name="connsiteY34" fmla="*/ 70818 h 1533250"/>
              <a:gd name="connsiteX35" fmla="*/ 787555 w 1483791"/>
              <a:gd name="connsiteY35" fmla="*/ 130829 h 1533250"/>
              <a:gd name="connsiteX36" fmla="*/ 727561 w 1483791"/>
              <a:gd name="connsiteY36" fmla="*/ 190840 h 1533250"/>
              <a:gd name="connsiteX37" fmla="*/ 1309042 w 1483791"/>
              <a:gd name="connsiteY37" fmla="*/ 1052725 h 1533250"/>
              <a:gd name="connsiteX38" fmla="*/ 1199571 w 1483791"/>
              <a:gd name="connsiteY38" fmla="*/ 1162196 h 1533250"/>
              <a:gd name="connsiteX39" fmla="*/ 1228555 w 1483791"/>
              <a:gd name="connsiteY39" fmla="*/ 1236122 h 1533250"/>
              <a:gd name="connsiteX40" fmla="*/ 727561 w 1483791"/>
              <a:gd name="connsiteY40" fmla="*/ 1468978 h 1533250"/>
              <a:gd name="connsiteX41" fmla="*/ 338659 w 1483791"/>
              <a:gd name="connsiteY41" fmla="*/ 1340844 h 1533250"/>
              <a:gd name="connsiteX42" fmla="*/ 371022 w 1483791"/>
              <a:gd name="connsiteY42" fmla="*/ 1304013 h 1533250"/>
              <a:gd name="connsiteX43" fmla="*/ 225924 w 1483791"/>
              <a:gd name="connsiteY43" fmla="*/ 1274997 h 1533250"/>
              <a:gd name="connsiteX44" fmla="*/ 273372 w 1483791"/>
              <a:gd name="connsiteY44" fmla="*/ 1415166 h 1533250"/>
              <a:gd name="connsiteX45" fmla="*/ 305950 w 1483791"/>
              <a:gd name="connsiteY45" fmla="*/ 1378088 h 1533250"/>
              <a:gd name="connsiteX46" fmla="*/ 727561 w 1483791"/>
              <a:gd name="connsiteY46" fmla="*/ 1518454 h 1533250"/>
              <a:gd name="connsiteX47" fmla="*/ 1269375 w 1483791"/>
              <a:gd name="connsiteY47" fmla="*/ 1264116 h 1533250"/>
              <a:gd name="connsiteX48" fmla="*/ 1309025 w 1483791"/>
              <a:gd name="connsiteY48" fmla="*/ 1271667 h 1533250"/>
              <a:gd name="connsiteX49" fmla="*/ 1418480 w 1483791"/>
              <a:gd name="connsiteY49" fmla="*/ 1162196 h 1533250"/>
              <a:gd name="connsiteX50" fmla="*/ 1309042 w 1483791"/>
              <a:gd name="connsiteY50" fmla="*/ 1052725 h 1533250"/>
              <a:gd name="connsiteX51" fmla="*/ 1309042 w 1483791"/>
              <a:gd name="connsiteY51" fmla="*/ 1222207 h 1533250"/>
              <a:gd name="connsiteX52" fmla="*/ 1249031 w 1483791"/>
              <a:gd name="connsiteY52" fmla="*/ 1162196 h 1533250"/>
              <a:gd name="connsiteX53" fmla="*/ 1309042 w 1483791"/>
              <a:gd name="connsiteY53" fmla="*/ 1102185 h 1533250"/>
              <a:gd name="connsiteX54" fmla="*/ 1369037 w 1483791"/>
              <a:gd name="connsiteY54" fmla="*/ 1162196 h 1533250"/>
              <a:gd name="connsiteX55" fmla="*/ 1309042 w 1483791"/>
              <a:gd name="connsiteY55" fmla="*/ 1222207 h 153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483791" h="1533250">
                <a:moveTo>
                  <a:pt x="579478" y="146244"/>
                </a:moveTo>
                <a:lnTo>
                  <a:pt x="434248" y="117937"/>
                </a:lnTo>
                <a:lnTo>
                  <a:pt x="449828" y="163275"/>
                </a:lnTo>
                <a:cubicBezTo>
                  <a:pt x="198160" y="271361"/>
                  <a:pt x="21391" y="521478"/>
                  <a:pt x="21391" y="812269"/>
                </a:cubicBezTo>
                <a:cubicBezTo>
                  <a:pt x="21391" y="906918"/>
                  <a:pt x="40450" y="997116"/>
                  <a:pt x="74396" y="1079681"/>
                </a:cubicBezTo>
                <a:cubicBezTo>
                  <a:pt x="51331" y="1099778"/>
                  <a:pt x="36641" y="1129272"/>
                  <a:pt x="36641" y="1162196"/>
                </a:cubicBezTo>
                <a:cubicBezTo>
                  <a:pt x="36641" y="1222553"/>
                  <a:pt x="85755" y="1271667"/>
                  <a:pt x="146096" y="1271667"/>
                </a:cubicBezTo>
                <a:cubicBezTo>
                  <a:pt x="206437" y="1271667"/>
                  <a:pt x="255550" y="1222553"/>
                  <a:pt x="255550" y="1162196"/>
                </a:cubicBezTo>
                <a:cubicBezTo>
                  <a:pt x="255550" y="1101839"/>
                  <a:pt x="206437" y="1052725"/>
                  <a:pt x="146096" y="1052725"/>
                </a:cubicBezTo>
                <a:cubicBezTo>
                  <a:pt x="136468" y="1052725"/>
                  <a:pt x="127169" y="1054094"/>
                  <a:pt x="118266" y="1056451"/>
                </a:cubicBezTo>
                <a:cubicBezTo>
                  <a:pt x="87849" y="980910"/>
                  <a:pt x="70851" y="898592"/>
                  <a:pt x="70851" y="812269"/>
                </a:cubicBezTo>
                <a:cubicBezTo>
                  <a:pt x="70851" y="543125"/>
                  <a:pt x="233705" y="311505"/>
                  <a:pt x="465968" y="210228"/>
                </a:cubicBezTo>
                <a:lnTo>
                  <a:pt x="482339" y="257875"/>
                </a:lnTo>
                <a:lnTo>
                  <a:pt x="579478" y="146244"/>
                </a:lnTo>
                <a:close/>
                <a:moveTo>
                  <a:pt x="206107" y="1162196"/>
                </a:moveTo>
                <a:cubicBezTo>
                  <a:pt x="206107" y="1195285"/>
                  <a:pt x="179201" y="1222207"/>
                  <a:pt x="146112" y="1222207"/>
                </a:cubicBezTo>
                <a:cubicBezTo>
                  <a:pt x="113024" y="1222207"/>
                  <a:pt x="86118" y="1195285"/>
                  <a:pt x="86118" y="1162196"/>
                </a:cubicBezTo>
                <a:cubicBezTo>
                  <a:pt x="86118" y="1129107"/>
                  <a:pt x="113024" y="1102185"/>
                  <a:pt x="146112" y="1102185"/>
                </a:cubicBezTo>
                <a:cubicBezTo>
                  <a:pt x="179201" y="1102185"/>
                  <a:pt x="206107" y="1129107"/>
                  <a:pt x="206107" y="1162196"/>
                </a:cubicBezTo>
                <a:close/>
                <a:moveTo>
                  <a:pt x="1425932" y="914370"/>
                </a:moveTo>
                <a:cubicBezTo>
                  <a:pt x="1430861" y="881018"/>
                  <a:pt x="1433730" y="846989"/>
                  <a:pt x="1433730" y="812285"/>
                </a:cubicBezTo>
                <a:cubicBezTo>
                  <a:pt x="1433730" y="459687"/>
                  <a:pt x="1173885" y="166869"/>
                  <a:pt x="835680" y="114656"/>
                </a:cubicBezTo>
                <a:cubicBezTo>
                  <a:pt x="827799" y="61965"/>
                  <a:pt x="782395" y="21391"/>
                  <a:pt x="727561" y="21391"/>
                </a:cubicBezTo>
                <a:cubicBezTo>
                  <a:pt x="667203" y="21391"/>
                  <a:pt x="618106" y="70505"/>
                  <a:pt x="618106" y="130862"/>
                </a:cubicBezTo>
                <a:cubicBezTo>
                  <a:pt x="618106" y="191219"/>
                  <a:pt x="667220" y="240333"/>
                  <a:pt x="727561" y="240333"/>
                </a:cubicBezTo>
                <a:cubicBezTo>
                  <a:pt x="776361" y="240333"/>
                  <a:pt x="817775" y="208217"/>
                  <a:pt x="831855" y="164017"/>
                </a:cubicBezTo>
                <a:cubicBezTo>
                  <a:pt x="1144555" y="214136"/>
                  <a:pt x="1384270" y="485703"/>
                  <a:pt x="1384270" y="812318"/>
                </a:cubicBezTo>
                <a:cubicBezTo>
                  <a:pt x="1384270" y="843230"/>
                  <a:pt x="1381814" y="873533"/>
                  <a:pt x="1377610" y="903291"/>
                </a:cubicBezTo>
                <a:lnTo>
                  <a:pt x="1330689" y="892509"/>
                </a:lnTo>
                <a:lnTo>
                  <a:pt x="1374082" y="1033980"/>
                </a:lnTo>
                <a:lnTo>
                  <a:pt x="1474913" y="925696"/>
                </a:lnTo>
                <a:lnTo>
                  <a:pt x="1425932" y="914370"/>
                </a:lnTo>
                <a:close/>
                <a:moveTo>
                  <a:pt x="727561" y="190840"/>
                </a:moveTo>
                <a:cubicBezTo>
                  <a:pt x="694472" y="190840"/>
                  <a:pt x="667566" y="163918"/>
                  <a:pt x="667566" y="130829"/>
                </a:cubicBezTo>
                <a:cubicBezTo>
                  <a:pt x="667566" y="97741"/>
                  <a:pt x="694472" y="70818"/>
                  <a:pt x="727561" y="70818"/>
                </a:cubicBezTo>
                <a:cubicBezTo>
                  <a:pt x="760649" y="70818"/>
                  <a:pt x="787555" y="97741"/>
                  <a:pt x="787555" y="130829"/>
                </a:cubicBezTo>
                <a:cubicBezTo>
                  <a:pt x="787555" y="163918"/>
                  <a:pt x="760649" y="190840"/>
                  <a:pt x="727561" y="190840"/>
                </a:cubicBezTo>
                <a:close/>
                <a:moveTo>
                  <a:pt x="1309042" y="1052725"/>
                </a:moveTo>
                <a:cubicBezTo>
                  <a:pt x="1248685" y="1052725"/>
                  <a:pt x="1199571" y="1101839"/>
                  <a:pt x="1199571" y="1162196"/>
                </a:cubicBezTo>
                <a:cubicBezTo>
                  <a:pt x="1199571" y="1190701"/>
                  <a:pt x="1210617" y="1216635"/>
                  <a:pt x="1228555" y="1236122"/>
                </a:cubicBezTo>
                <a:cubicBezTo>
                  <a:pt x="1108005" y="1378401"/>
                  <a:pt x="928219" y="1468978"/>
                  <a:pt x="727561" y="1468978"/>
                </a:cubicBezTo>
                <a:cubicBezTo>
                  <a:pt x="582067" y="1468978"/>
                  <a:pt x="447619" y="1421233"/>
                  <a:pt x="338659" y="1340844"/>
                </a:cubicBezTo>
                <a:lnTo>
                  <a:pt x="371022" y="1304013"/>
                </a:lnTo>
                <a:lnTo>
                  <a:pt x="225924" y="1274997"/>
                </a:lnTo>
                <a:lnTo>
                  <a:pt x="273372" y="1415166"/>
                </a:lnTo>
                <a:lnTo>
                  <a:pt x="305950" y="1378088"/>
                </a:lnTo>
                <a:cubicBezTo>
                  <a:pt x="423697" y="1466093"/>
                  <a:pt x="569570" y="1518454"/>
                  <a:pt x="727561" y="1518454"/>
                </a:cubicBezTo>
                <a:cubicBezTo>
                  <a:pt x="945117" y="1518454"/>
                  <a:pt x="1139741" y="1419320"/>
                  <a:pt x="1269375" y="1264116"/>
                </a:cubicBezTo>
                <a:cubicBezTo>
                  <a:pt x="1281691" y="1268930"/>
                  <a:pt x="1295045" y="1271667"/>
                  <a:pt x="1309025" y="1271667"/>
                </a:cubicBezTo>
                <a:cubicBezTo>
                  <a:pt x="1369366" y="1271667"/>
                  <a:pt x="1418480" y="1222553"/>
                  <a:pt x="1418480" y="1162196"/>
                </a:cubicBezTo>
                <a:cubicBezTo>
                  <a:pt x="1418480" y="1101839"/>
                  <a:pt x="1369383" y="1052725"/>
                  <a:pt x="1309042" y="1052725"/>
                </a:cubicBezTo>
                <a:close/>
                <a:moveTo>
                  <a:pt x="1309042" y="1222207"/>
                </a:moveTo>
                <a:cubicBezTo>
                  <a:pt x="1275953" y="1222207"/>
                  <a:pt x="1249031" y="1195285"/>
                  <a:pt x="1249031" y="1162196"/>
                </a:cubicBezTo>
                <a:cubicBezTo>
                  <a:pt x="1249031" y="1129107"/>
                  <a:pt x="1275953" y="1102185"/>
                  <a:pt x="1309042" y="1102185"/>
                </a:cubicBezTo>
                <a:cubicBezTo>
                  <a:pt x="1342131" y="1102185"/>
                  <a:pt x="1369037" y="1129107"/>
                  <a:pt x="1369037" y="1162196"/>
                </a:cubicBezTo>
                <a:cubicBezTo>
                  <a:pt x="1369037" y="1195285"/>
                  <a:pt x="1342114" y="1222207"/>
                  <a:pt x="1309042" y="1222207"/>
                </a:cubicBezTo>
                <a:close/>
              </a:path>
            </a:pathLst>
          </a:custGeom>
          <a:solidFill>
            <a:schemeClr val="tx2"/>
          </a:solidFill>
          <a:ln w="16478" cap="flat">
            <a:noFill/>
            <a:prstDash val="solid"/>
            <a:miter/>
          </a:ln>
        </p:spPr>
        <p:txBody>
          <a:bodyPr rtlCol="0" anchor="ctr"/>
          <a:lstStyle/>
          <a:p>
            <a:endParaRPr lang="fr-FR"/>
          </a:p>
        </p:txBody>
      </p:sp>
      <p:cxnSp>
        <p:nvCxnSpPr>
          <p:cNvPr id="54" name="Connecteur droit avec flèche 53">
            <a:extLst>
              <a:ext uri="{FF2B5EF4-FFF2-40B4-BE49-F238E27FC236}">
                <a16:creationId xmlns:a16="http://schemas.microsoft.com/office/drawing/2014/main" id="{5FFD0BD3-8CD5-85FC-2475-7A3BF84770E3}"/>
              </a:ext>
            </a:extLst>
          </p:cNvPr>
          <p:cNvCxnSpPr>
            <a:cxnSpLocks/>
          </p:cNvCxnSpPr>
          <p:nvPr>
            <p:custDataLst>
              <p:tags r:id="rId18"/>
            </p:custDataLst>
          </p:nvPr>
        </p:nvCxnSpPr>
        <p:spPr>
          <a:xfrm>
            <a:off x="7189439" y="3688534"/>
            <a:ext cx="521012" cy="0"/>
          </a:xfrm>
          <a:prstGeom prst="straightConnector1">
            <a:avLst/>
          </a:prstGeom>
          <a:ln w="34925">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necteur droit avec flèche 54">
            <a:extLst>
              <a:ext uri="{FF2B5EF4-FFF2-40B4-BE49-F238E27FC236}">
                <a16:creationId xmlns:a16="http://schemas.microsoft.com/office/drawing/2014/main" id="{6A1EC071-B88F-DD26-7C9D-4BCDE09D19D3}"/>
              </a:ext>
            </a:extLst>
          </p:cNvPr>
          <p:cNvCxnSpPr>
            <a:cxnSpLocks/>
          </p:cNvCxnSpPr>
          <p:nvPr>
            <p:custDataLst>
              <p:tags r:id="rId19"/>
            </p:custDataLst>
          </p:nvPr>
        </p:nvCxnSpPr>
        <p:spPr>
          <a:xfrm>
            <a:off x="7189439" y="4437373"/>
            <a:ext cx="521012" cy="0"/>
          </a:xfrm>
          <a:prstGeom prst="straightConnector1">
            <a:avLst/>
          </a:prstGeom>
          <a:ln w="34925">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ZoneTexte 55">
            <a:extLst>
              <a:ext uri="{FF2B5EF4-FFF2-40B4-BE49-F238E27FC236}">
                <a16:creationId xmlns:a16="http://schemas.microsoft.com/office/drawing/2014/main" id="{F84871F3-7DFC-8E91-329F-97A8DE217A59}"/>
              </a:ext>
            </a:extLst>
          </p:cNvPr>
          <p:cNvSpPr txBox="1"/>
          <p:nvPr>
            <p:custDataLst>
              <p:tags r:id="rId20"/>
            </p:custDataLst>
          </p:nvPr>
        </p:nvSpPr>
        <p:spPr>
          <a:xfrm>
            <a:off x="5687671" y="3710928"/>
            <a:ext cx="1289135" cy="584775"/>
          </a:xfrm>
          <a:prstGeom prst="rect">
            <a:avLst/>
          </a:prstGeom>
          <a:noFill/>
        </p:spPr>
        <p:txBody>
          <a:bodyPr wrap="none" rtlCol="0">
            <a:spAutoFit/>
          </a:bodyPr>
          <a:lstStyle/>
          <a:p>
            <a:pPr algn="ctr"/>
            <a:r>
              <a:rPr lang="fr-FR" sz="1600" b="1">
                <a:solidFill>
                  <a:schemeClr val="tx2"/>
                </a:solidFill>
              </a:rPr>
              <a:t>Stream</a:t>
            </a:r>
          </a:p>
          <a:p>
            <a:pPr algn="ctr"/>
            <a:r>
              <a:rPr lang="fr-FR" sz="1600" b="1" err="1">
                <a:solidFill>
                  <a:schemeClr val="tx2"/>
                </a:solidFill>
              </a:rPr>
              <a:t>Processing</a:t>
            </a:r>
            <a:endParaRPr lang="fr-FR" sz="1600" b="1">
              <a:solidFill>
                <a:schemeClr val="tx2"/>
              </a:solidFill>
            </a:endParaRPr>
          </a:p>
        </p:txBody>
      </p:sp>
      <p:sp>
        <p:nvSpPr>
          <p:cNvPr id="57" name="ZoneTexte 56">
            <a:extLst>
              <a:ext uri="{FF2B5EF4-FFF2-40B4-BE49-F238E27FC236}">
                <a16:creationId xmlns:a16="http://schemas.microsoft.com/office/drawing/2014/main" id="{B375A95F-8E78-42A9-7249-F9107E432E6D}"/>
              </a:ext>
            </a:extLst>
          </p:cNvPr>
          <p:cNvSpPr txBox="1"/>
          <p:nvPr>
            <p:custDataLst>
              <p:tags r:id="rId21"/>
            </p:custDataLst>
          </p:nvPr>
        </p:nvSpPr>
        <p:spPr>
          <a:xfrm>
            <a:off x="331008" y="1478985"/>
            <a:ext cx="11529983" cy="523220"/>
          </a:xfrm>
          <a:prstGeom prst="rect">
            <a:avLst/>
          </a:prstGeom>
          <a:noFill/>
        </p:spPr>
        <p:txBody>
          <a:bodyPr wrap="square" rtlCol="0">
            <a:spAutoFit/>
          </a:bodyPr>
          <a:lstStyle/>
          <a:p>
            <a:pPr algn="just"/>
            <a:r>
              <a:rPr lang="fr-FR" sz="1400"/>
              <a:t>Pour répondre aux problématiques temps réel (fort volume de données, rapidité de traitement, </a:t>
            </a:r>
            <a:r>
              <a:rPr lang="fr-FR" sz="1400" err="1"/>
              <a:t>etc</a:t>
            </a:r>
            <a:r>
              <a:rPr lang="fr-FR" sz="1400"/>
              <a:t>) le data </a:t>
            </a:r>
            <a:r>
              <a:rPr lang="fr-FR" sz="1400" err="1"/>
              <a:t>stream</a:t>
            </a:r>
            <a:r>
              <a:rPr lang="fr-FR" sz="1400"/>
              <a:t> </a:t>
            </a:r>
            <a:r>
              <a:rPr lang="fr-FR" sz="1400" err="1"/>
              <a:t>processing</a:t>
            </a:r>
            <a:r>
              <a:rPr lang="fr-FR" sz="1400"/>
              <a:t> est la solution. C’est une </a:t>
            </a:r>
            <a:r>
              <a:rPr lang="fr-FR" sz="1400" b="1"/>
              <a:t>technologie</a:t>
            </a:r>
            <a:r>
              <a:rPr lang="fr-FR" sz="1400"/>
              <a:t>, souvent associée au </a:t>
            </a:r>
            <a:r>
              <a:rPr lang="fr-FR" sz="1400" b="1"/>
              <a:t>Big Data</a:t>
            </a:r>
            <a:r>
              <a:rPr lang="fr-FR" sz="1400"/>
              <a:t>, qui est conçue pour traiter les </a:t>
            </a:r>
            <a:r>
              <a:rPr lang="fr-FR" sz="1400" b="1"/>
              <a:t>flux de données illimités en temps réel. </a:t>
            </a:r>
            <a:endParaRPr lang="fr-FR" sz="1400"/>
          </a:p>
        </p:txBody>
      </p:sp>
      <p:sp>
        <p:nvSpPr>
          <p:cNvPr id="58" name="Cylindre 57">
            <a:extLst>
              <a:ext uri="{FF2B5EF4-FFF2-40B4-BE49-F238E27FC236}">
                <a16:creationId xmlns:a16="http://schemas.microsoft.com/office/drawing/2014/main" id="{B40B827E-007A-513F-E48A-E4157A1D3233}"/>
              </a:ext>
            </a:extLst>
          </p:cNvPr>
          <p:cNvSpPr/>
          <p:nvPr>
            <p:custDataLst>
              <p:tags r:id="rId22"/>
            </p:custDataLst>
          </p:nvPr>
        </p:nvSpPr>
        <p:spPr>
          <a:xfrm>
            <a:off x="739270" y="2257886"/>
            <a:ext cx="1866507" cy="3400786"/>
          </a:xfrm>
          <a:prstGeom prst="can">
            <a:avLst/>
          </a:prstGeom>
          <a:noFill/>
          <a:ln w="6032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59" name="ZoneTexte 58">
            <a:extLst>
              <a:ext uri="{FF2B5EF4-FFF2-40B4-BE49-F238E27FC236}">
                <a16:creationId xmlns:a16="http://schemas.microsoft.com/office/drawing/2014/main" id="{6D434BB9-C692-DC48-ABC1-46F181496BB0}"/>
              </a:ext>
            </a:extLst>
          </p:cNvPr>
          <p:cNvSpPr txBox="1"/>
          <p:nvPr>
            <p:custDataLst>
              <p:tags r:id="rId23"/>
            </p:custDataLst>
          </p:nvPr>
        </p:nvSpPr>
        <p:spPr>
          <a:xfrm>
            <a:off x="871890" y="2919797"/>
            <a:ext cx="1225601" cy="523220"/>
          </a:xfrm>
          <a:prstGeom prst="rect">
            <a:avLst/>
          </a:prstGeom>
          <a:noFill/>
        </p:spPr>
        <p:txBody>
          <a:bodyPr wrap="square" rtlCol="0">
            <a:spAutoFit/>
          </a:bodyPr>
          <a:lstStyle>
            <a:defPPr>
              <a:defRPr lang="fr-FR"/>
            </a:defPPr>
          </a:lstStyle>
          <a:p>
            <a:r>
              <a:rPr lang="fr-FR" sz="1400"/>
              <a:t>Bases de données</a:t>
            </a:r>
          </a:p>
        </p:txBody>
      </p:sp>
      <p:grpSp>
        <p:nvGrpSpPr>
          <p:cNvPr id="60" name="Groupe 59">
            <a:extLst>
              <a:ext uri="{FF2B5EF4-FFF2-40B4-BE49-F238E27FC236}">
                <a16:creationId xmlns:a16="http://schemas.microsoft.com/office/drawing/2014/main" id="{4F4DBDC7-2237-0381-2F03-8989B21BCDA4}"/>
              </a:ext>
            </a:extLst>
          </p:cNvPr>
          <p:cNvGrpSpPr/>
          <p:nvPr>
            <p:custDataLst>
              <p:tags r:id="rId24"/>
            </p:custDataLst>
          </p:nvPr>
        </p:nvGrpSpPr>
        <p:grpSpPr>
          <a:xfrm>
            <a:off x="2296191" y="2856030"/>
            <a:ext cx="606235" cy="650754"/>
            <a:chOff x="2374838" y="2723809"/>
            <a:chExt cx="752393" cy="716837"/>
          </a:xfrm>
        </p:grpSpPr>
        <p:sp>
          <p:nvSpPr>
            <p:cNvPr id="61" name="Rectangle 60">
              <a:extLst>
                <a:ext uri="{FF2B5EF4-FFF2-40B4-BE49-F238E27FC236}">
                  <a16:creationId xmlns:a16="http://schemas.microsoft.com/office/drawing/2014/main" id="{FBEFD372-669E-CC70-AE34-7DE5DAA44B60}"/>
                </a:ext>
              </a:extLst>
            </p:cNvPr>
            <p:cNvSpPr/>
            <p:nvPr/>
          </p:nvSpPr>
          <p:spPr>
            <a:xfrm>
              <a:off x="2374838" y="2723809"/>
              <a:ext cx="752393" cy="7168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2" name="Graphique 56">
              <a:extLst>
                <a:ext uri="{FF2B5EF4-FFF2-40B4-BE49-F238E27FC236}">
                  <a16:creationId xmlns:a16="http://schemas.microsoft.com/office/drawing/2014/main" id="{9B4BE27A-2E42-2A16-7752-CC9AD84F0515}"/>
                </a:ext>
              </a:extLst>
            </p:cNvPr>
            <p:cNvSpPr/>
            <p:nvPr/>
          </p:nvSpPr>
          <p:spPr>
            <a:xfrm>
              <a:off x="2454582" y="2775031"/>
              <a:ext cx="592904" cy="611499"/>
            </a:xfrm>
            <a:custGeom>
              <a:avLst/>
              <a:gdLst>
                <a:gd name="connsiteX0" fmla="*/ 277654 w 552450"/>
                <a:gd name="connsiteY0" fmla="*/ 7144 h 666750"/>
                <a:gd name="connsiteX1" fmla="*/ 7144 w 552450"/>
                <a:gd name="connsiteY1" fmla="*/ 89059 h 666750"/>
                <a:gd name="connsiteX2" fmla="*/ 7144 w 552450"/>
                <a:gd name="connsiteY2" fmla="*/ 575786 h 666750"/>
                <a:gd name="connsiteX3" fmla="*/ 7144 w 552450"/>
                <a:gd name="connsiteY3" fmla="*/ 576739 h 666750"/>
                <a:gd name="connsiteX4" fmla="*/ 7144 w 552450"/>
                <a:gd name="connsiteY4" fmla="*/ 577691 h 666750"/>
                <a:gd name="connsiteX5" fmla="*/ 277654 w 552450"/>
                <a:gd name="connsiteY5" fmla="*/ 659606 h 666750"/>
                <a:gd name="connsiteX6" fmla="*/ 548164 w 552450"/>
                <a:gd name="connsiteY6" fmla="*/ 577691 h 666750"/>
                <a:gd name="connsiteX7" fmla="*/ 548164 w 552450"/>
                <a:gd name="connsiteY7" fmla="*/ 576739 h 666750"/>
                <a:gd name="connsiteX8" fmla="*/ 548164 w 552450"/>
                <a:gd name="connsiteY8" fmla="*/ 575786 h 666750"/>
                <a:gd name="connsiteX9" fmla="*/ 548164 w 552450"/>
                <a:gd name="connsiteY9" fmla="*/ 89059 h 666750"/>
                <a:gd name="connsiteX10" fmla="*/ 277654 w 552450"/>
                <a:gd name="connsiteY10" fmla="*/ 7144 h 666750"/>
                <a:gd name="connsiteX11" fmla="*/ 524351 w 552450"/>
                <a:gd name="connsiteY11" fmla="*/ 413861 h 666750"/>
                <a:gd name="connsiteX12" fmla="*/ 277654 w 552450"/>
                <a:gd name="connsiteY12" fmla="*/ 471964 h 666750"/>
                <a:gd name="connsiteX13" fmla="*/ 30956 w 552450"/>
                <a:gd name="connsiteY13" fmla="*/ 413861 h 666750"/>
                <a:gd name="connsiteX14" fmla="*/ 30956 w 552450"/>
                <a:gd name="connsiteY14" fmla="*/ 287179 h 666750"/>
                <a:gd name="connsiteX15" fmla="*/ 277654 w 552450"/>
                <a:gd name="connsiteY15" fmla="*/ 333851 h 666750"/>
                <a:gd name="connsiteX16" fmla="*/ 524351 w 552450"/>
                <a:gd name="connsiteY16" fmla="*/ 287179 h 666750"/>
                <a:gd name="connsiteX17" fmla="*/ 524351 w 552450"/>
                <a:gd name="connsiteY17" fmla="*/ 413861 h 666750"/>
                <a:gd name="connsiteX18" fmla="*/ 524351 w 552450"/>
                <a:gd name="connsiteY18" fmla="*/ 251936 h 666750"/>
                <a:gd name="connsiteX19" fmla="*/ 277654 w 552450"/>
                <a:gd name="connsiteY19" fmla="*/ 310039 h 666750"/>
                <a:gd name="connsiteX20" fmla="*/ 30956 w 552450"/>
                <a:gd name="connsiteY20" fmla="*/ 251936 h 666750"/>
                <a:gd name="connsiteX21" fmla="*/ 30956 w 552450"/>
                <a:gd name="connsiteY21" fmla="*/ 124301 h 666750"/>
                <a:gd name="connsiteX22" fmla="*/ 277654 w 552450"/>
                <a:gd name="connsiteY22" fmla="*/ 170974 h 666750"/>
                <a:gd name="connsiteX23" fmla="*/ 524351 w 552450"/>
                <a:gd name="connsiteY23" fmla="*/ 124301 h 666750"/>
                <a:gd name="connsiteX24" fmla="*/ 524351 w 552450"/>
                <a:gd name="connsiteY24" fmla="*/ 251936 h 666750"/>
                <a:gd name="connsiteX25" fmla="*/ 277654 w 552450"/>
                <a:gd name="connsiteY25" fmla="*/ 30956 h 666750"/>
                <a:gd name="connsiteX26" fmla="*/ 524351 w 552450"/>
                <a:gd name="connsiteY26" fmla="*/ 89059 h 666750"/>
                <a:gd name="connsiteX27" fmla="*/ 277654 w 552450"/>
                <a:gd name="connsiteY27" fmla="*/ 147161 h 666750"/>
                <a:gd name="connsiteX28" fmla="*/ 30956 w 552450"/>
                <a:gd name="connsiteY28" fmla="*/ 89059 h 666750"/>
                <a:gd name="connsiteX29" fmla="*/ 277654 w 552450"/>
                <a:gd name="connsiteY29" fmla="*/ 30956 h 666750"/>
                <a:gd name="connsiteX30" fmla="*/ 277654 w 552450"/>
                <a:gd name="connsiteY30" fmla="*/ 635794 h 666750"/>
                <a:gd name="connsiteX31" fmla="*/ 30956 w 552450"/>
                <a:gd name="connsiteY31" fmla="*/ 577691 h 666750"/>
                <a:gd name="connsiteX32" fmla="*/ 30956 w 552450"/>
                <a:gd name="connsiteY32" fmla="*/ 576739 h 666750"/>
                <a:gd name="connsiteX33" fmla="*/ 30956 w 552450"/>
                <a:gd name="connsiteY33" fmla="*/ 575786 h 666750"/>
                <a:gd name="connsiteX34" fmla="*/ 30956 w 552450"/>
                <a:gd name="connsiteY34" fmla="*/ 450056 h 666750"/>
                <a:gd name="connsiteX35" fmla="*/ 277654 w 552450"/>
                <a:gd name="connsiteY35" fmla="*/ 496729 h 666750"/>
                <a:gd name="connsiteX36" fmla="*/ 524351 w 552450"/>
                <a:gd name="connsiteY36" fmla="*/ 450056 h 666750"/>
                <a:gd name="connsiteX37" fmla="*/ 524351 w 552450"/>
                <a:gd name="connsiteY37" fmla="*/ 575786 h 666750"/>
                <a:gd name="connsiteX38" fmla="*/ 524351 w 552450"/>
                <a:gd name="connsiteY38" fmla="*/ 576739 h 666750"/>
                <a:gd name="connsiteX39" fmla="*/ 524351 w 552450"/>
                <a:gd name="connsiteY39" fmla="*/ 577691 h 666750"/>
                <a:gd name="connsiteX40" fmla="*/ 277654 w 552450"/>
                <a:gd name="connsiteY40" fmla="*/ 635794 h 66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52450" h="666750">
                  <a:moveTo>
                    <a:pt x="277654" y="7144"/>
                  </a:moveTo>
                  <a:cubicBezTo>
                    <a:pt x="143351" y="7144"/>
                    <a:pt x="7144" y="35719"/>
                    <a:pt x="7144" y="89059"/>
                  </a:cubicBezTo>
                  <a:lnTo>
                    <a:pt x="7144" y="575786"/>
                  </a:lnTo>
                  <a:cubicBezTo>
                    <a:pt x="7144" y="575786"/>
                    <a:pt x="7144" y="575786"/>
                    <a:pt x="7144" y="576739"/>
                  </a:cubicBezTo>
                  <a:cubicBezTo>
                    <a:pt x="7144" y="576739"/>
                    <a:pt x="7144" y="576739"/>
                    <a:pt x="7144" y="577691"/>
                  </a:cubicBezTo>
                  <a:cubicBezTo>
                    <a:pt x="7144" y="631984"/>
                    <a:pt x="143351" y="659606"/>
                    <a:pt x="277654" y="659606"/>
                  </a:cubicBezTo>
                  <a:cubicBezTo>
                    <a:pt x="411956" y="659606"/>
                    <a:pt x="548164" y="631031"/>
                    <a:pt x="548164" y="577691"/>
                  </a:cubicBezTo>
                  <a:cubicBezTo>
                    <a:pt x="548164" y="577691"/>
                    <a:pt x="548164" y="577691"/>
                    <a:pt x="548164" y="576739"/>
                  </a:cubicBezTo>
                  <a:cubicBezTo>
                    <a:pt x="548164" y="576739"/>
                    <a:pt x="548164" y="576739"/>
                    <a:pt x="548164" y="575786"/>
                  </a:cubicBezTo>
                  <a:lnTo>
                    <a:pt x="548164" y="89059"/>
                  </a:lnTo>
                  <a:cubicBezTo>
                    <a:pt x="548164" y="34766"/>
                    <a:pt x="411956" y="7144"/>
                    <a:pt x="277654" y="7144"/>
                  </a:cubicBezTo>
                  <a:close/>
                  <a:moveTo>
                    <a:pt x="524351" y="413861"/>
                  </a:moveTo>
                  <a:cubicBezTo>
                    <a:pt x="524351" y="437674"/>
                    <a:pt x="428149" y="471964"/>
                    <a:pt x="277654" y="471964"/>
                  </a:cubicBezTo>
                  <a:cubicBezTo>
                    <a:pt x="127159" y="471964"/>
                    <a:pt x="30956" y="437674"/>
                    <a:pt x="30956" y="413861"/>
                  </a:cubicBezTo>
                  <a:lnTo>
                    <a:pt x="30956" y="287179"/>
                  </a:lnTo>
                  <a:cubicBezTo>
                    <a:pt x="75724" y="317659"/>
                    <a:pt x="177641" y="333851"/>
                    <a:pt x="277654" y="333851"/>
                  </a:cubicBezTo>
                  <a:cubicBezTo>
                    <a:pt x="377666" y="333851"/>
                    <a:pt x="479584" y="317659"/>
                    <a:pt x="524351" y="287179"/>
                  </a:cubicBezTo>
                  <a:lnTo>
                    <a:pt x="524351" y="413861"/>
                  </a:lnTo>
                  <a:close/>
                  <a:moveTo>
                    <a:pt x="524351" y="251936"/>
                  </a:moveTo>
                  <a:cubicBezTo>
                    <a:pt x="524351" y="275749"/>
                    <a:pt x="428149" y="310039"/>
                    <a:pt x="277654" y="310039"/>
                  </a:cubicBezTo>
                  <a:cubicBezTo>
                    <a:pt x="127159" y="310039"/>
                    <a:pt x="30956" y="275749"/>
                    <a:pt x="30956" y="251936"/>
                  </a:cubicBezTo>
                  <a:lnTo>
                    <a:pt x="30956" y="124301"/>
                  </a:lnTo>
                  <a:cubicBezTo>
                    <a:pt x="75724" y="154781"/>
                    <a:pt x="176689" y="170974"/>
                    <a:pt x="277654" y="170974"/>
                  </a:cubicBezTo>
                  <a:cubicBezTo>
                    <a:pt x="378619" y="170974"/>
                    <a:pt x="479584" y="154781"/>
                    <a:pt x="524351" y="124301"/>
                  </a:cubicBezTo>
                  <a:lnTo>
                    <a:pt x="524351" y="251936"/>
                  </a:lnTo>
                  <a:close/>
                  <a:moveTo>
                    <a:pt x="277654" y="30956"/>
                  </a:moveTo>
                  <a:cubicBezTo>
                    <a:pt x="428149" y="30956"/>
                    <a:pt x="524351" y="65246"/>
                    <a:pt x="524351" y="89059"/>
                  </a:cubicBezTo>
                  <a:cubicBezTo>
                    <a:pt x="524351" y="112871"/>
                    <a:pt x="428149" y="147161"/>
                    <a:pt x="277654" y="147161"/>
                  </a:cubicBezTo>
                  <a:cubicBezTo>
                    <a:pt x="127159" y="147161"/>
                    <a:pt x="30956" y="112871"/>
                    <a:pt x="30956" y="89059"/>
                  </a:cubicBezTo>
                  <a:cubicBezTo>
                    <a:pt x="30956" y="65246"/>
                    <a:pt x="127159" y="30956"/>
                    <a:pt x="277654" y="30956"/>
                  </a:cubicBezTo>
                  <a:close/>
                  <a:moveTo>
                    <a:pt x="277654" y="635794"/>
                  </a:moveTo>
                  <a:cubicBezTo>
                    <a:pt x="127159" y="635794"/>
                    <a:pt x="30956" y="601504"/>
                    <a:pt x="30956" y="577691"/>
                  </a:cubicBezTo>
                  <a:cubicBezTo>
                    <a:pt x="30956" y="577691"/>
                    <a:pt x="30956" y="577691"/>
                    <a:pt x="30956" y="576739"/>
                  </a:cubicBezTo>
                  <a:cubicBezTo>
                    <a:pt x="30956" y="576739"/>
                    <a:pt x="30956" y="576739"/>
                    <a:pt x="30956" y="575786"/>
                  </a:cubicBezTo>
                  <a:lnTo>
                    <a:pt x="30956" y="450056"/>
                  </a:lnTo>
                  <a:cubicBezTo>
                    <a:pt x="75724" y="480536"/>
                    <a:pt x="177641" y="496729"/>
                    <a:pt x="277654" y="496729"/>
                  </a:cubicBezTo>
                  <a:cubicBezTo>
                    <a:pt x="377666" y="496729"/>
                    <a:pt x="479584" y="480536"/>
                    <a:pt x="524351" y="450056"/>
                  </a:cubicBezTo>
                  <a:lnTo>
                    <a:pt x="524351" y="575786"/>
                  </a:lnTo>
                  <a:cubicBezTo>
                    <a:pt x="524351" y="575786"/>
                    <a:pt x="524351" y="575786"/>
                    <a:pt x="524351" y="576739"/>
                  </a:cubicBezTo>
                  <a:cubicBezTo>
                    <a:pt x="524351" y="576739"/>
                    <a:pt x="524351" y="576739"/>
                    <a:pt x="524351" y="577691"/>
                  </a:cubicBezTo>
                  <a:cubicBezTo>
                    <a:pt x="524351" y="600551"/>
                    <a:pt x="428149" y="635794"/>
                    <a:pt x="277654" y="635794"/>
                  </a:cubicBezTo>
                  <a:close/>
                </a:path>
              </a:pathLst>
            </a:custGeom>
            <a:solidFill>
              <a:schemeClr val="tx2">
                <a:lumMod val="40000"/>
                <a:lumOff val="60000"/>
              </a:schemeClr>
            </a:solidFill>
            <a:ln w="9525" cap="flat">
              <a:noFill/>
              <a:prstDash val="solid"/>
              <a:miter/>
            </a:ln>
          </p:spPr>
          <p:txBody>
            <a:bodyPr rtlCol="0" anchor="ctr"/>
            <a:lstStyle/>
            <a:p>
              <a:endParaRPr lang="fr-FR"/>
            </a:p>
          </p:txBody>
        </p:sp>
      </p:grpSp>
      <p:grpSp>
        <p:nvGrpSpPr>
          <p:cNvPr id="63" name="Groupe 62">
            <a:extLst>
              <a:ext uri="{FF2B5EF4-FFF2-40B4-BE49-F238E27FC236}">
                <a16:creationId xmlns:a16="http://schemas.microsoft.com/office/drawing/2014/main" id="{FC824ED8-C3E1-5B79-1F84-71DF9D180071}"/>
              </a:ext>
            </a:extLst>
          </p:cNvPr>
          <p:cNvGrpSpPr/>
          <p:nvPr>
            <p:custDataLst>
              <p:tags r:id="rId25"/>
            </p:custDataLst>
          </p:nvPr>
        </p:nvGrpSpPr>
        <p:grpSpPr>
          <a:xfrm>
            <a:off x="2234287" y="3762685"/>
            <a:ext cx="740405" cy="650754"/>
            <a:chOff x="2361522" y="3703534"/>
            <a:chExt cx="740405" cy="650754"/>
          </a:xfrm>
        </p:grpSpPr>
        <p:sp>
          <p:nvSpPr>
            <p:cNvPr id="64" name="Rectangle 63">
              <a:extLst>
                <a:ext uri="{FF2B5EF4-FFF2-40B4-BE49-F238E27FC236}">
                  <a16:creationId xmlns:a16="http://schemas.microsoft.com/office/drawing/2014/main" id="{98AB0484-632D-7831-1488-741A62011A7F}"/>
                </a:ext>
              </a:extLst>
            </p:cNvPr>
            <p:cNvSpPr/>
            <p:nvPr/>
          </p:nvSpPr>
          <p:spPr>
            <a:xfrm>
              <a:off x="2361522" y="3703534"/>
              <a:ext cx="740405" cy="6507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5" name="Graphique 62">
              <a:extLst>
                <a:ext uri="{FF2B5EF4-FFF2-40B4-BE49-F238E27FC236}">
                  <a16:creationId xmlns:a16="http://schemas.microsoft.com/office/drawing/2014/main" id="{646A0B0D-807D-9AAF-B6A8-3FE32CF295E3}"/>
                </a:ext>
              </a:extLst>
            </p:cNvPr>
            <p:cNvSpPr/>
            <p:nvPr/>
          </p:nvSpPr>
          <p:spPr>
            <a:xfrm>
              <a:off x="2428033" y="3746604"/>
              <a:ext cx="606236" cy="539364"/>
            </a:xfrm>
            <a:custGeom>
              <a:avLst/>
              <a:gdLst>
                <a:gd name="connsiteX0" fmla="*/ 433757 w 866775"/>
                <a:gd name="connsiteY0" fmla="*/ 7320 h 714375"/>
                <a:gd name="connsiteX1" fmla="*/ 428101 w 866775"/>
                <a:gd name="connsiteY1" fmla="*/ 9101 h 714375"/>
                <a:gd name="connsiteX2" fmla="*/ 18526 w 866775"/>
                <a:gd name="connsiteY2" fmla="*/ 209126 h 714375"/>
                <a:gd name="connsiteX3" fmla="*/ 9780 w 866775"/>
                <a:gd name="connsiteY3" fmla="*/ 234615 h 714375"/>
                <a:gd name="connsiteX4" fmla="*/ 18526 w 866775"/>
                <a:gd name="connsiteY4" fmla="*/ 243359 h 714375"/>
                <a:gd name="connsiteX5" fmla="*/ 428101 w 866775"/>
                <a:gd name="connsiteY5" fmla="*/ 443355 h 714375"/>
                <a:gd name="connsiteX6" fmla="*/ 444770 w 866775"/>
                <a:gd name="connsiteY6" fmla="*/ 443355 h 714375"/>
                <a:gd name="connsiteX7" fmla="*/ 854345 w 866775"/>
                <a:gd name="connsiteY7" fmla="*/ 243359 h 714375"/>
                <a:gd name="connsiteX8" fmla="*/ 863090 w 866775"/>
                <a:gd name="connsiteY8" fmla="*/ 217880 h 714375"/>
                <a:gd name="connsiteX9" fmla="*/ 854345 w 866775"/>
                <a:gd name="connsiteY9" fmla="*/ 209126 h 714375"/>
                <a:gd name="connsiteX10" fmla="*/ 444770 w 866775"/>
                <a:gd name="connsiteY10" fmla="*/ 9101 h 714375"/>
                <a:gd name="connsiteX11" fmla="*/ 433757 w 866775"/>
                <a:gd name="connsiteY11" fmla="*/ 7320 h 714375"/>
                <a:gd name="connsiteX12" fmla="*/ 436435 w 866775"/>
                <a:gd name="connsiteY12" fmla="*/ 47506 h 714375"/>
                <a:gd name="connsiteX13" fmla="*/ 802552 w 866775"/>
                <a:gd name="connsiteY13" fmla="*/ 226395 h 714375"/>
                <a:gd name="connsiteX14" fmla="*/ 436435 w 866775"/>
                <a:gd name="connsiteY14" fmla="*/ 404969 h 714375"/>
                <a:gd name="connsiteX15" fmla="*/ 70318 w 866775"/>
                <a:gd name="connsiteY15" fmla="*/ 226395 h 714375"/>
                <a:gd name="connsiteX16" fmla="*/ 436435 w 866775"/>
                <a:gd name="connsiteY16" fmla="*/ 47506 h 714375"/>
                <a:gd name="connsiteX17" fmla="*/ 25670 w 866775"/>
                <a:gd name="connsiteY17" fmla="*/ 349915 h 714375"/>
                <a:gd name="connsiteX18" fmla="*/ 7151 w 866775"/>
                <a:gd name="connsiteY18" fmla="*/ 369537 h 714375"/>
                <a:gd name="connsiteX19" fmla="*/ 18823 w 866775"/>
                <a:gd name="connsiteY19" fmla="*/ 386491 h 714375"/>
                <a:gd name="connsiteX20" fmla="*/ 428398 w 866775"/>
                <a:gd name="connsiteY20" fmla="*/ 576991 h 714375"/>
                <a:gd name="connsiteX21" fmla="*/ 444472 w 866775"/>
                <a:gd name="connsiteY21" fmla="*/ 576991 h 714375"/>
                <a:gd name="connsiteX22" fmla="*/ 854047 w 866775"/>
                <a:gd name="connsiteY22" fmla="*/ 386491 h 714375"/>
                <a:gd name="connsiteX23" fmla="*/ 864038 w 866775"/>
                <a:gd name="connsiteY23" fmla="*/ 361535 h 714375"/>
                <a:gd name="connsiteX24" fmla="*/ 839016 w 866775"/>
                <a:gd name="connsiteY24" fmla="*/ 351534 h 714375"/>
                <a:gd name="connsiteX25" fmla="*/ 837973 w 866775"/>
                <a:gd name="connsiteY25" fmla="*/ 352010 h 714375"/>
                <a:gd name="connsiteX26" fmla="*/ 436435 w 866775"/>
                <a:gd name="connsiteY26" fmla="*/ 538605 h 714375"/>
                <a:gd name="connsiteX27" fmla="*/ 34898 w 866775"/>
                <a:gd name="connsiteY27" fmla="*/ 352010 h 714375"/>
                <a:gd name="connsiteX28" fmla="*/ 25670 w 866775"/>
                <a:gd name="connsiteY28" fmla="*/ 349915 h 714375"/>
                <a:gd name="connsiteX29" fmla="*/ 25670 w 866775"/>
                <a:gd name="connsiteY29" fmla="*/ 483265 h 714375"/>
                <a:gd name="connsiteX30" fmla="*/ 7151 w 866775"/>
                <a:gd name="connsiteY30" fmla="*/ 502887 h 714375"/>
                <a:gd name="connsiteX31" fmla="*/ 18823 w 866775"/>
                <a:gd name="connsiteY31" fmla="*/ 519841 h 714375"/>
                <a:gd name="connsiteX32" fmla="*/ 428398 w 866775"/>
                <a:gd name="connsiteY32" fmla="*/ 710341 h 714375"/>
                <a:gd name="connsiteX33" fmla="*/ 444472 w 866775"/>
                <a:gd name="connsiteY33" fmla="*/ 710341 h 714375"/>
                <a:gd name="connsiteX34" fmla="*/ 854047 w 866775"/>
                <a:gd name="connsiteY34" fmla="*/ 519841 h 714375"/>
                <a:gd name="connsiteX35" fmla="*/ 864038 w 866775"/>
                <a:gd name="connsiteY35" fmla="*/ 494885 h 714375"/>
                <a:gd name="connsiteX36" fmla="*/ 839016 w 866775"/>
                <a:gd name="connsiteY36" fmla="*/ 484884 h 714375"/>
                <a:gd name="connsiteX37" fmla="*/ 837973 w 866775"/>
                <a:gd name="connsiteY37" fmla="*/ 485360 h 714375"/>
                <a:gd name="connsiteX38" fmla="*/ 436435 w 866775"/>
                <a:gd name="connsiteY38" fmla="*/ 671955 h 714375"/>
                <a:gd name="connsiteX39" fmla="*/ 34898 w 866775"/>
                <a:gd name="connsiteY39" fmla="*/ 485360 h 714375"/>
                <a:gd name="connsiteX40" fmla="*/ 25670 w 866775"/>
                <a:gd name="connsiteY40" fmla="*/ 483265 h 71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866775" h="714375">
                  <a:moveTo>
                    <a:pt x="433757" y="7320"/>
                  </a:moveTo>
                  <a:cubicBezTo>
                    <a:pt x="431790" y="7615"/>
                    <a:pt x="429882" y="8215"/>
                    <a:pt x="428101" y="9101"/>
                  </a:cubicBezTo>
                  <a:lnTo>
                    <a:pt x="18526" y="209126"/>
                  </a:lnTo>
                  <a:cubicBezTo>
                    <a:pt x="9073" y="213755"/>
                    <a:pt x="5158" y="225156"/>
                    <a:pt x="9780" y="234615"/>
                  </a:cubicBezTo>
                  <a:cubicBezTo>
                    <a:pt x="11642" y="238425"/>
                    <a:pt x="14719" y="241501"/>
                    <a:pt x="18526" y="243359"/>
                  </a:cubicBezTo>
                  <a:lnTo>
                    <a:pt x="428101" y="443355"/>
                  </a:lnTo>
                  <a:cubicBezTo>
                    <a:pt x="433362" y="445927"/>
                    <a:pt x="439508" y="445927"/>
                    <a:pt x="444770" y="443355"/>
                  </a:cubicBezTo>
                  <a:lnTo>
                    <a:pt x="854345" y="243359"/>
                  </a:lnTo>
                  <a:cubicBezTo>
                    <a:pt x="863797" y="238739"/>
                    <a:pt x="867713" y="227328"/>
                    <a:pt x="863090" y="217880"/>
                  </a:cubicBezTo>
                  <a:cubicBezTo>
                    <a:pt x="861229" y="214069"/>
                    <a:pt x="858152" y="210993"/>
                    <a:pt x="854345" y="209126"/>
                  </a:cubicBezTo>
                  <a:lnTo>
                    <a:pt x="444770" y="9101"/>
                  </a:lnTo>
                  <a:cubicBezTo>
                    <a:pt x="441360" y="7424"/>
                    <a:pt x="437524" y="6805"/>
                    <a:pt x="433757" y="7320"/>
                  </a:cubicBezTo>
                  <a:close/>
                  <a:moveTo>
                    <a:pt x="436435" y="47506"/>
                  </a:moveTo>
                  <a:lnTo>
                    <a:pt x="802552" y="226395"/>
                  </a:lnTo>
                  <a:lnTo>
                    <a:pt x="436435" y="404969"/>
                  </a:lnTo>
                  <a:lnTo>
                    <a:pt x="70318" y="226395"/>
                  </a:lnTo>
                  <a:lnTo>
                    <a:pt x="436435" y="47506"/>
                  </a:lnTo>
                  <a:close/>
                  <a:moveTo>
                    <a:pt x="25670" y="349915"/>
                  </a:moveTo>
                  <a:cubicBezTo>
                    <a:pt x="15152" y="350201"/>
                    <a:pt x="6861" y="358963"/>
                    <a:pt x="7151" y="369537"/>
                  </a:cubicBezTo>
                  <a:cubicBezTo>
                    <a:pt x="7358" y="376966"/>
                    <a:pt x="11924" y="383633"/>
                    <a:pt x="18823" y="386491"/>
                  </a:cubicBezTo>
                  <a:lnTo>
                    <a:pt x="428398" y="576991"/>
                  </a:lnTo>
                  <a:cubicBezTo>
                    <a:pt x="433494" y="579373"/>
                    <a:pt x="439377" y="579373"/>
                    <a:pt x="444472" y="576991"/>
                  </a:cubicBezTo>
                  <a:lnTo>
                    <a:pt x="854047" y="386491"/>
                  </a:lnTo>
                  <a:cubicBezTo>
                    <a:pt x="863716" y="382395"/>
                    <a:pt x="868189" y="371156"/>
                    <a:pt x="864038" y="361535"/>
                  </a:cubicBezTo>
                  <a:cubicBezTo>
                    <a:pt x="859887" y="351820"/>
                    <a:pt x="848685" y="347343"/>
                    <a:pt x="839016" y="351534"/>
                  </a:cubicBezTo>
                  <a:cubicBezTo>
                    <a:pt x="838664" y="351630"/>
                    <a:pt x="838316" y="351820"/>
                    <a:pt x="837973" y="352010"/>
                  </a:cubicBezTo>
                  <a:lnTo>
                    <a:pt x="436435" y="538605"/>
                  </a:lnTo>
                  <a:lnTo>
                    <a:pt x="34898" y="352010"/>
                  </a:lnTo>
                  <a:cubicBezTo>
                    <a:pt x="32046" y="350581"/>
                    <a:pt x="28872" y="349820"/>
                    <a:pt x="25670" y="349915"/>
                  </a:cubicBezTo>
                  <a:close/>
                  <a:moveTo>
                    <a:pt x="25670" y="483265"/>
                  </a:moveTo>
                  <a:cubicBezTo>
                    <a:pt x="15152" y="483551"/>
                    <a:pt x="6861" y="492313"/>
                    <a:pt x="7151" y="502887"/>
                  </a:cubicBezTo>
                  <a:cubicBezTo>
                    <a:pt x="7358" y="510316"/>
                    <a:pt x="11924" y="516983"/>
                    <a:pt x="18823" y="519841"/>
                  </a:cubicBezTo>
                  <a:lnTo>
                    <a:pt x="428398" y="710341"/>
                  </a:lnTo>
                  <a:cubicBezTo>
                    <a:pt x="433494" y="712723"/>
                    <a:pt x="439377" y="712723"/>
                    <a:pt x="444472" y="710341"/>
                  </a:cubicBezTo>
                  <a:lnTo>
                    <a:pt x="854047" y="519841"/>
                  </a:lnTo>
                  <a:cubicBezTo>
                    <a:pt x="863716" y="515745"/>
                    <a:pt x="868189" y="504506"/>
                    <a:pt x="864038" y="494885"/>
                  </a:cubicBezTo>
                  <a:cubicBezTo>
                    <a:pt x="859887" y="485170"/>
                    <a:pt x="848685" y="480693"/>
                    <a:pt x="839016" y="484884"/>
                  </a:cubicBezTo>
                  <a:cubicBezTo>
                    <a:pt x="838664" y="484980"/>
                    <a:pt x="838316" y="485170"/>
                    <a:pt x="837973" y="485360"/>
                  </a:cubicBezTo>
                  <a:lnTo>
                    <a:pt x="436435" y="671955"/>
                  </a:lnTo>
                  <a:lnTo>
                    <a:pt x="34898" y="485360"/>
                  </a:lnTo>
                  <a:cubicBezTo>
                    <a:pt x="32046" y="483931"/>
                    <a:pt x="28872" y="483170"/>
                    <a:pt x="25670" y="483265"/>
                  </a:cubicBezTo>
                  <a:close/>
                </a:path>
              </a:pathLst>
            </a:custGeom>
            <a:solidFill>
              <a:schemeClr val="tx2">
                <a:lumMod val="40000"/>
                <a:lumOff val="60000"/>
              </a:schemeClr>
            </a:solidFill>
            <a:ln w="9525" cap="flat">
              <a:noFill/>
              <a:prstDash val="solid"/>
              <a:miter/>
            </a:ln>
          </p:spPr>
          <p:txBody>
            <a:bodyPr rtlCol="0" anchor="ctr"/>
            <a:lstStyle/>
            <a:p>
              <a:endParaRPr lang="fr-FR"/>
            </a:p>
          </p:txBody>
        </p:sp>
      </p:grpSp>
      <p:grpSp>
        <p:nvGrpSpPr>
          <p:cNvPr id="66" name="Groupe 65">
            <a:extLst>
              <a:ext uri="{FF2B5EF4-FFF2-40B4-BE49-F238E27FC236}">
                <a16:creationId xmlns:a16="http://schemas.microsoft.com/office/drawing/2014/main" id="{CB8A7C44-9FAB-91D5-5A82-55FA1C50B520}"/>
              </a:ext>
            </a:extLst>
          </p:cNvPr>
          <p:cNvGrpSpPr/>
          <p:nvPr>
            <p:custDataLst>
              <p:tags r:id="rId26"/>
            </p:custDataLst>
          </p:nvPr>
        </p:nvGrpSpPr>
        <p:grpSpPr>
          <a:xfrm>
            <a:off x="2228388" y="4616678"/>
            <a:ext cx="746304" cy="683052"/>
            <a:chOff x="9557194" y="4285968"/>
            <a:chExt cx="746304" cy="683052"/>
          </a:xfrm>
        </p:grpSpPr>
        <p:sp>
          <p:nvSpPr>
            <p:cNvPr id="67" name="Rectangle 66">
              <a:extLst>
                <a:ext uri="{FF2B5EF4-FFF2-40B4-BE49-F238E27FC236}">
                  <a16:creationId xmlns:a16="http://schemas.microsoft.com/office/drawing/2014/main" id="{14DD704B-A63E-532C-B6C5-3D0BE5BDBFDA}"/>
                </a:ext>
              </a:extLst>
            </p:cNvPr>
            <p:cNvSpPr/>
            <p:nvPr/>
          </p:nvSpPr>
          <p:spPr>
            <a:xfrm>
              <a:off x="9557194" y="4285968"/>
              <a:ext cx="746304" cy="6830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8" name="Graphique 66">
              <a:extLst>
                <a:ext uri="{FF2B5EF4-FFF2-40B4-BE49-F238E27FC236}">
                  <a16:creationId xmlns:a16="http://schemas.microsoft.com/office/drawing/2014/main" id="{17166E3B-E25D-9D08-C64E-CF56D73AE8D0}"/>
                </a:ext>
              </a:extLst>
            </p:cNvPr>
            <p:cNvSpPr/>
            <p:nvPr/>
          </p:nvSpPr>
          <p:spPr>
            <a:xfrm>
              <a:off x="9631036" y="4319928"/>
              <a:ext cx="598621" cy="615133"/>
            </a:xfrm>
            <a:custGeom>
              <a:avLst/>
              <a:gdLst>
                <a:gd name="connsiteX0" fmla="*/ 5058575 w 5486400"/>
                <a:gd name="connsiteY0" fmla="*/ 2315375 h 5486400"/>
                <a:gd name="connsiteX1" fmla="*/ 4652834 w 5486400"/>
                <a:gd name="connsiteY1" fmla="*/ 2602321 h 5486400"/>
                <a:gd name="connsiteX2" fmla="*/ 3723130 w 5486400"/>
                <a:gd name="connsiteY2" fmla="*/ 2602321 h 5486400"/>
                <a:gd name="connsiteX3" fmla="*/ 3538337 w 5486400"/>
                <a:gd name="connsiteY3" fmla="*/ 2156407 h 5486400"/>
                <a:gd name="connsiteX4" fmla="*/ 4299317 w 5486400"/>
                <a:gd name="connsiteY4" fmla="*/ 1395427 h 5486400"/>
                <a:gd name="connsiteX5" fmla="*/ 4484684 w 5486400"/>
                <a:gd name="connsiteY5" fmla="*/ 1437321 h 5486400"/>
                <a:gd name="connsiteX6" fmla="*/ 4915102 w 5486400"/>
                <a:gd name="connsiteY6" fmla="*/ 1006903 h 5486400"/>
                <a:gd name="connsiteX7" fmla="*/ 4484684 w 5486400"/>
                <a:gd name="connsiteY7" fmla="*/ 576485 h 5486400"/>
                <a:gd name="connsiteX8" fmla="*/ 4054265 w 5486400"/>
                <a:gd name="connsiteY8" fmla="*/ 1006903 h 5486400"/>
                <a:gd name="connsiteX9" fmla="*/ 4096159 w 5486400"/>
                <a:gd name="connsiteY9" fmla="*/ 1192270 h 5486400"/>
                <a:gd name="connsiteX10" fmla="*/ 3335180 w 5486400"/>
                <a:gd name="connsiteY10" fmla="*/ 1953250 h 5486400"/>
                <a:gd name="connsiteX11" fmla="*/ 2889266 w 5486400"/>
                <a:gd name="connsiteY11" fmla="*/ 1768457 h 5486400"/>
                <a:gd name="connsiteX12" fmla="*/ 2889266 w 5486400"/>
                <a:gd name="connsiteY12" fmla="*/ 838753 h 5486400"/>
                <a:gd name="connsiteX13" fmla="*/ 3176212 w 5486400"/>
                <a:gd name="connsiteY13" fmla="*/ 433012 h 5486400"/>
                <a:gd name="connsiteX14" fmla="*/ 2745793 w 5486400"/>
                <a:gd name="connsiteY14" fmla="*/ 2593 h 5486400"/>
                <a:gd name="connsiteX15" fmla="*/ 2315375 w 5486400"/>
                <a:gd name="connsiteY15" fmla="*/ 433012 h 5486400"/>
                <a:gd name="connsiteX16" fmla="*/ 2602321 w 5486400"/>
                <a:gd name="connsiteY16" fmla="*/ 838753 h 5486400"/>
                <a:gd name="connsiteX17" fmla="*/ 2602321 w 5486400"/>
                <a:gd name="connsiteY17" fmla="*/ 1768457 h 5486400"/>
                <a:gd name="connsiteX18" fmla="*/ 2156407 w 5486400"/>
                <a:gd name="connsiteY18" fmla="*/ 1953250 h 5486400"/>
                <a:gd name="connsiteX19" fmla="*/ 1395427 w 5486400"/>
                <a:gd name="connsiteY19" fmla="*/ 1192270 h 5486400"/>
                <a:gd name="connsiteX20" fmla="*/ 1437321 w 5486400"/>
                <a:gd name="connsiteY20" fmla="*/ 1006903 h 5486400"/>
                <a:gd name="connsiteX21" fmla="*/ 1006903 w 5486400"/>
                <a:gd name="connsiteY21" fmla="*/ 576485 h 5486400"/>
                <a:gd name="connsiteX22" fmla="*/ 576485 w 5486400"/>
                <a:gd name="connsiteY22" fmla="*/ 1006903 h 5486400"/>
                <a:gd name="connsiteX23" fmla="*/ 1006903 w 5486400"/>
                <a:gd name="connsiteY23" fmla="*/ 1437321 h 5486400"/>
                <a:gd name="connsiteX24" fmla="*/ 1192270 w 5486400"/>
                <a:gd name="connsiteY24" fmla="*/ 1395427 h 5486400"/>
                <a:gd name="connsiteX25" fmla="*/ 1953250 w 5486400"/>
                <a:gd name="connsiteY25" fmla="*/ 2156407 h 5486400"/>
                <a:gd name="connsiteX26" fmla="*/ 1768457 w 5486400"/>
                <a:gd name="connsiteY26" fmla="*/ 2602321 h 5486400"/>
                <a:gd name="connsiteX27" fmla="*/ 838753 w 5486400"/>
                <a:gd name="connsiteY27" fmla="*/ 2602321 h 5486400"/>
                <a:gd name="connsiteX28" fmla="*/ 433012 w 5486400"/>
                <a:gd name="connsiteY28" fmla="*/ 2315375 h 5486400"/>
                <a:gd name="connsiteX29" fmla="*/ 2593 w 5486400"/>
                <a:gd name="connsiteY29" fmla="*/ 2745793 h 5486400"/>
                <a:gd name="connsiteX30" fmla="*/ 433012 w 5486400"/>
                <a:gd name="connsiteY30" fmla="*/ 3176212 h 5486400"/>
                <a:gd name="connsiteX31" fmla="*/ 838753 w 5486400"/>
                <a:gd name="connsiteY31" fmla="*/ 2889266 h 5486400"/>
                <a:gd name="connsiteX32" fmla="*/ 1768457 w 5486400"/>
                <a:gd name="connsiteY32" fmla="*/ 2889266 h 5486400"/>
                <a:gd name="connsiteX33" fmla="*/ 1953250 w 5486400"/>
                <a:gd name="connsiteY33" fmla="*/ 3335180 h 5486400"/>
                <a:gd name="connsiteX34" fmla="*/ 1192270 w 5486400"/>
                <a:gd name="connsiteY34" fmla="*/ 4096159 h 5486400"/>
                <a:gd name="connsiteX35" fmla="*/ 1006903 w 5486400"/>
                <a:gd name="connsiteY35" fmla="*/ 4054265 h 5486400"/>
                <a:gd name="connsiteX36" fmla="*/ 576485 w 5486400"/>
                <a:gd name="connsiteY36" fmla="*/ 4484684 h 5486400"/>
                <a:gd name="connsiteX37" fmla="*/ 1006903 w 5486400"/>
                <a:gd name="connsiteY37" fmla="*/ 4915102 h 5486400"/>
                <a:gd name="connsiteX38" fmla="*/ 1437321 w 5486400"/>
                <a:gd name="connsiteY38" fmla="*/ 4484684 h 5486400"/>
                <a:gd name="connsiteX39" fmla="*/ 1395427 w 5486400"/>
                <a:gd name="connsiteY39" fmla="*/ 4299317 h 5486400"/>
                <a:gd name="connsiteX40" fmla="*/ 2156407 w 5486400"/>
                <a:gd name="connsiteY40" fmla="*/ 3538337 h 5486400"/>
                <a:gd name="connsiteX41" fmla="*/ 2602321 w 5486400"/>
                <a:gd name="connsiteY41" fmla="*/ 3723130 h 5486400"/>
                <a:gd name="connsiteX42" fmla="*/ 2602321 w 5486400"/>
                <a:gd name="connsiteY42" fmla="*/ 4652834 h 5486400"/>
                <a:gd name="connsiteX43" fmla="*/ 2315375 w 5486400"/>
                <a:gd name="connsiteY43" fmla="*/ 5058575 h 5486400"/>
                <a:gd name="connsiteX44" fmla="*/ 2745793 w 5486400"/>
                <a:gd name="connsiteY44" fmla="*/ 5488994 h 5486400"/>
                <a:gd name="connsiteX45" fmla="*/ 3176212 w 5486400"/>
                <a:gd name="connsiteY45" fmla="*/ 5058575 h 5486400"/>
                <a:gd name="connsiteX46" fmla="*/ 2889266 w 5486400"/>
                <a:gd name="connsiteY46" fmla="*/ 4652834 h 5486400"/>
                <a:gd name="connsiteX47" fmla="*/ 2889266 w 5486400"/>
                <a:gd name="connsiteY47" fmla="*/ 3723130 h 5486400"/>
                <a:gd name="connsiteX48" fmla="*/ 3335180 w 5486400"/>
                <a:gd name="connsiteY48" fmla="*/ 3538337 h 5486400"/>
                <a:gd name="connsiteX49" fmla="*/ 4096159 w 5486400"/>
                <a:gd name="connsiteY49" fmla="*/ 4299317 h 5486400"/>
                <a:gd name="connsiteX50" fmla="*/ 4054265 w 5486400"/>
                <a:gd name="connsiteY50" fmla="*/ 4484684 h 5486400"/>
                <a:gd name="connsiteX51" fmla="*/ 4484684 w 5486400"/>
                <a:gd name="connsiteY51" fmla="*/ 4915102 h 5486400"/>
                <a:gd name="connsiteX52" fmla="*/ 4915102 w 5486400"/>
                <a:gd name="connsiteY52" fmla="*/ 4484684 h 5486400"/>
                <a:gd name="connsiteX53" fmla="*/ 4484684 w 5486400"/>
                <a:gd name="connsiteY53" fmla="*/ 4054265 h 5486400"/>
                <a:gd name="connsiteX54" fmla="*/ 4299317 w 5486400"/>
                <a:gd name="connsiteY54" fmla="*/ 4096159 h 5486400"/>
                <a:gd name="connsiteX55" fmla="*/ 3538337 w 5486400"/>
                <a:gd name="connsiteY55" fmla="*/ 3335180 h 5486400"/>
                <a:gd name="connsiteX56" fmla="*/ 3723130 w 5486400"/>
                <a:gd name="connsiteY56" fmla="*/ 2889266 h 5486400"/>
                <a:gd name="connsiteX57" fmla="*/ 4652834 w 5486400"/>
                <a:gd name="connsiteY57" fmla="*/ 2889266 h 5486400"/>
                <a:gd name="connsiteX58" fmla="*/ 5058575 w 5486400"/>
                <a:gd name="connsiteY58" fmla="*/ 3176212 h 5486400"/>
                <a:gd name="connsiteX59" fmla="*/ 5488994 w 5486400"/>
                <a:gd name="connsiteY59" fmla="*/ 2745793 h 5486400"/>
                <a:gd name="connsiteX60" fmla="*/ 5058575 w 5486400"/>
                <a:gd name="connsiteY60" fmla="*/ 2315375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486400" h="5486400">
                  <a:moveTo>
                    <a:pt x="5058575" y="2315375"/>
                  </a:moveTo>
                  <a:cubicBezTo>
                    <a:pt x="4870913" y="2315375"/>
                    <a:pt x="4711945" y="2435318"/>
                    <a:pt x="4652834" y="2602321"/>
                  </a:cubicBezTo>
                  <a:lnTo>
                    <a:pt x="3723130" y="2602321"/>
                  </a:lnTo>
                  <a:cubicBezTo>
                    <a:pt x="3699027" y="2437040"/>
                    <a:pt x="3634177" y="2284385"/>
                    <a:pt x="3538337" y="2156407"/>
                  </a:cubicBezTo>
                  <a:lnTo>
                    <a:pt x="4299317" y="1395427"/>
                  </a:lnTo>
                  <a:cubicBezTo>
                    <a:pt x="4355558" y="1422400"/>
                    <a:pt x="4418686" y="1437321"/>
                    <a:pt x="4484684" y="1437321"/>
                  </a:cubicBezTo>
                  <a:cubicBezTo>
                    <a:pt x="4722275" y="1437321"/>
                    <a:pt x="4915102" y="1244494"/>
                    <a:pt x="4915102" y="1006903"/>
                  </a:cubicBezTo>
                  <a:cubicBezTo>
                    <a:pt x="4915102" y="769312"/>
                    <a:pt x="4722275" y="576485"/>
                    <a:pt x="4484684" y="576485"/>
                  </a:cubicBezTo>
                  <a:cubicBezTo>
                    <a:pt x="4247093" y="576485"/>
                    <a:pt x="4054265" y="769312"/>
                    <a:pt x="4054265" y="1006903"/>
                  </a:cubicBezTo>
                  <a:cubicBezTo>
                    <a:pt x="4054265" y="1073474"/>
                    <a:pt x="4069186" y="1136029"/>
                    <a:pt x="4096159" y="1192270"/>
                  </a:cubicBezTo>
                  <a:lnTo>
                    <a:pt x="3335180" y="1953250"/>
                  </a:lnTo>
                  <a:cubicBezTo>
                    <a:pt x="3207202" y="1857410"/>
                    <a:pt x="3054547" y="1792560"/>
                    <a:pt x="2889266" y="1768457"/>
                  </a:cubicBezTo>
                  <a:lnTo>
                    <a:pt x="2889266" y="838753"/>
                  </a:lnTo>
                  <a:cubicBezTo>
                    <a:pt x="3056268" y="779642"/>
                    <a:pt x="3176212" y="620100"/>
                    <a:pt x="3176212" y="433012"/>
                  </a:cubicBezTo>
                  <a:cubicBezTo>
                    <a:pt x="3176212" y="195421"/>
                    <a:pt x="2983385" y="2593"/>
                    <a:pt x="2745793" y="2593"/>
                  </a:cubicBezTo>
                  <a:cubicBezTo>
                    <a:pt x="2508203" y="2593"/>
                    <a:pt x="2315375" y="195421"/>
                    <a:pt x="2315375" y="433012"/>
                  </a:cubicBezTo>
                  <a:cubicBezTo>
                    <a:pt x="2315375" y="620674"/>
                    <a:pt x="2435318" y="779642"/>
                    <a:pt x="2602321" y="838753"/>
                  </a:cubicBezTo>
                  <a:lnTo>
                    <a:pt x="2602321" y="1768457"/>
                  </a:lnTo>
                  <a:cubicBezTo>
                    <a:pt x="2437040" y="1792560"/>
                    <a:pt x="2284385" y="1857410"/>
                    <a:pt x="2156407" y="1953250"/>
                  </a:cubicBezTo>
                  <a:lnTo>
                    <a:pt x="1395427" y="1192270"/>
                  </a:lnTo>
                  <a:cubicBezTo>
                    <a:pt x="1422400" y="1136029"/>
                    <a:pt x="1437321" y="1072900"/>
                    <a:pt x="1437321" y="1006903"/>
                  </a:cubicBezTo>
                  <a:cubicBezTo>
                    <a:pt x="1437321" y="769312"/>
                    <a:pt x="1244494" y="576485"/>
                    <a:pt x="1006903" y="576485"/>
                  </a:cubicBezTo>
                  <a:cubicBezTo>
                    <a:pt x="769312" y="576485"/>
                    <a:pt x="576485" y="769312"/>
                    <a:pt x="576485" y="1006903"/>
                  </a:cubicBezTo>
                  <a:cubicBezTo>
                    <a:pt x="576485" y="1244494"/>
                    <a:pt x="769312" y="1437321"/>
                    <a:pt x="1006903" y="1437321"/>
                  </a:cubicBezTo>
                  <a:cubicBezTo>
                    <a:pt x="1073474" y="1437321"/>
                    <a:pt x="1136029" y="1422400"/>
                    <a:pt x="1192270" y="1395427"/>
                  </a:cubicBezTo>
                  <a:lnTo>
                    <a:pt x="1953250" y="2156407"/>
                  </a:lnTo>
                  <a:cubicBezTo>
                    <a:pt x="1857410" y="2284385"/>
                    <a:pt x="1792560" y="2437040"/>
                    <a:pt x="1768457" y="2602321"/>
                  </a:cubicBezTo>
                  <a:lnTo>
                    <a:pt x="838753" y="2602321"/>
                  </a:lnTo>
                  <a:cubicBezTo>
                    <a:pt x="779642" y="2435318"/>
                    <a:pt x="620100" y="2315375"/>
                    <a:pt x="433012" y="2315375"/>
                  </a:cubicBezTo>
                  <a:cubicBezTo>
                    <a:pt x="195421" y="2315375"/>
                    <a:pt x="2593" y="2508203"/>
                    <a:pt x="2593" y="2745793"/>
                  </a:cubicBezTo>
                  <a:cubicBezTo>
                    <a:pt x="2593" y="2983385"/>
                    <a:pt x="195421" y="3176212"/>
                    <a:pt x="433012" y="3176212"/>
                  </a:cubicBezTo>
                  <a:cubicBezTo>
                    <a:pt x="620674" y="3176212"/>
                    <a:pt x="779642" y="3056268"/>
                    <a:pt x="838753" y="2889266"/>
                  </a:cubicBezTo>
                  <a:lnTo>
                    <a:pt x="1768457" y="2889266"/>
                  </a:lnTo>
                  <a:cubicBezTo>
                    <a:pt x="1792560" y="3054547"/>
                    <a:pt x="1857410" y="3207202"/>
                    <a:pt x="1953250" y="3335180"/>
                  </a:cubicBezTo>
                  <a:lnTo>
                    <a:pt x="1192270" y="4096159"/>
                  </a:lnTo>
                  <a:cubicBezTo>
                    <a:pt x="1136029" y="4069186"/>
                    <a:pt x="1072900" y="4054265"/>
                    <a:pt x="1006903" y="4054265"/>
                  </a:cubicBezTo>
                  <a:cubicBezTo>
                    <a:pt x="769312" y="4054265"/>
                    <a:pt x="576485" y="4247093"/>
                    <a:pt x="576485" y="4484684"/>
                  </a:cubicBezTo>
                  <a:cubicBezTo>
                    <a:pt x="576485" y="4722275"/>
                    <a:pt x="769312" y="4915102"/>
                    <a:pt x="1006903" y="4915102"/>
                  </a:cubicBezTo>
                  <a:cubicBezTo>
                    <a:pt x="1244494" y="4915102"/>
                    <a:pt x="1437321" y="4722275"/>
                    <a:pt x="1437321" y="4484684"/>
                  </a:cubicBezTo>
                  <a:cubicBezTo>
                    <a:pt x="1437321" y="4418113"/>
                    <a:pt x="1422400" y="4355558"/>
                    <a:pt x="1395427" y="4299317"/>
                  </a:cubicBezTo>
                  <a:lnTo>
                    <a:pt x="2156407" y="3538337"/>
                  </a:lnTo>
                  <a:cubicBezTo>
                    <a:pt x="2284385" y="3634177"/>
                    <a:pt x="2437040" y="3699027"/>
                    <a:pt x="2602321" y="3723130"/>
                  </a:cubicBezTo>
                  <a:lnTo>
                    <a:pt x="2602321" y="4652834"/>
                  </a:lnTo>
                  <a:cubicBezTo>
                    <a:pt x="2435318" y="4711945"/>
                    <a:pt x="2315375" y="4871487"/>
                    <a:pt x="2315375" y="5058575"/>
                  </a:cubicBezTo>
                  <a:cubicBezTo>
                    <a:pt x="2315375" y="5296166"/>
                    <a:pt x="2508203" y="5488994"/>
                    <a:pt x="2745793" y="5488994"/>
                  </a:cubicBezTo>
                  <a:cubicBezTo>
                    <a:pt x="2983385" y="5488994"/>
                    <a:pt x="3176212" y="5296166"/>
                    <a:pt x="3176212" y="5058575"/>
                  </a:cubicBezTo>
                  <a:cubicBezTo>
                    <a:pt x="3176212" y="4870913"/>
                    <a:pt x="3056268" y="4711945"/>
                    <a:pt x="2889266" y="4652834"/>
                  </a:cubicBezTo>
                  <a:lnTo>
                    <a:pt x="2889266" y="3723130"/>
                  </a:lnTo>
                  <a:cubicBezTo>
                    <a:pt x="3054547" y="3699027"/>
                    <a:pt x="3207202" y="3634177"/>
                    <a:pt x="3335180" y="3538337"/>
                  </a:cubicBezTo>
                  <a:lnTo>
                    <a:pt x="4096159" y="4299317"/>
                  </a:lnTo>
                  <a:cubicBezTo>
                    <a:pt x="4069186" y="4355558"/>
                    <a:pt x="4054265" y="4418686"/>
                    <a:pt x="4054265" y="4484684"/>
                  </a:cubicBezTo>
                  <a:cubicBezTo>
                    <a:pt x="4054265" y="4722275"/>
                    <a:pt x="4247093" y="4915102"/>
                    <a:pt x="4484684" y="4915102"/>
                  </a:cubicBezTo>
                  <a:cubicBezTo>
                    <a:pt x="4722275" y="4915102"/>
                    <a:pt x="4915102" y="4722275"/>
                    <a:pt x="4915102" y="4484684"/>
                  </a:cubicBezTo>
                  <a:cubicBezTo>
                    <a:pt x="4915102" y="4247093"/>
                    <a:pt x="4722275" y="4054265"/>
                    <a:pt x="4484684" y="4054265"/>
                  </a:cubicBezTo>
                  <a:cubicBezTo>
                    <a:pt x="4418113" y="4054265"/>
                    <a:pt x="4355558" y="4069186"/>
                    <a:pt x="4299317" y="4096159"/>
                  </a:cubicBezTo>
                  <a:lnTo>
                    <a:pt x="3538337" y="3335180"/>
                  </a:lnTo>
                  <a:cubicBezTo>
                    <a:pt x="3634177" y="3207202"/>
                    <a:pt x="3699027" y="3054547"/>
                    <a:pt x="3723130" y="2889266"/>
                  </a:cubicBezTo>
                  <a:lnTo>
                    <a:pt x="4652834" y="2889266"/>
                  </a:lnTo>
                  <a:cubicBezTo>
                    <a:pt x="4711945" y="3056268"/>
                    <a:pt x="4871487" y="3176212"/>
                    <a:pt x="5058575" y="3176212"/>
                  </a:cubicBezTo>
                  <a:cubicBezTo>
                    <a:pt x="5296166" y="3176212"/>
                    <a:pt x="5488994" y="2983385"/>
                    <a:pt x="5488994" y="2745793"/>
                  </a:cubicBezTo>
                  <a:cubicBezTo>
                    <a:pt x="5488994" y="2508203"/>
                    <a:pt x="5296166" y="2315375"/>
                    <a:pt x="5058575" y="2315375"/>
                  </a:cubicBezTo>
                  <a:close/>
                </a:path>
              </a:pathLst>
            </a:custGeom>
            <a:solidFill>
              <a:schemeClr val="tx2">
                <a:lumMod val="40000"/>
                <a:lumOff val="60000"/>
              </a:schemeClr>
            </a:solidFill>
            <a:ln w="5739" cap="flat">
              <a:noFill/>
              <a:prstDash val="solid"/>
              <a:miter/>
            </a:ln>
          </p:spPr>
          <p:txBody>
            <a:bodyPr rtlCol="0" anchor="ctr"/>
            <a:lstStyle/>
            <a:p>
              <a:endParaRPr lang="fr-FR"/>
            </a:p>
          </p:txBody>
        </p:sp>
      </p:grpSp>
      <p:sp>
        <p:nvSpPr>
          <p:cNvPr id="69" name="Rectangle 68">
            <a:extLst>
              <a:ext uri="{FF2B5EF4-FFF2-40B4-BE49-F238E27FC236}">
                <a16:creationId xmlns:a16="http://schemas.microsoft.com/office/drawing/2014/main" id="{3F99CFA5-7DF9-2357-6CED-C390D9C8D24C}"/>
              </a:ext>
            </a:extLst>
          </p:cNvPr>
          <p:cNvSpPr/>
          <p:nvPr>
            <p:custDataLst>
              <p:tags r:id="rId27"/>
            </p:custDataLst>
          </p:nvPr>
        </p:nvSpPr>
        <p:spPr>
          <a:xfrm>
            <a:off x="8009171" y="3282269"/>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0" name="Rectangle 69">
            <a:extLst>
              <a:ext uri="{FF2B5EF4-FFF2-40B4-BE49-F238E27FC236}">
                <a16:creationId xmlns:a16="http://schemas.microsoft.com/office/drawing/2014/main" id="{ABD44D42-6F5C-2EFC-38ED-AC870EBB2999}"/>
              </a:ext>
            </a:extLst>
          </p:cNvPr>
          <p:cNvSpPr/>
          <p:nvPr>
            <p:custDataLst>
              <p:tags r:id="rId28"/>
            </p:custDataLst>
          </p:nvPr>
        </p:nvSpPr>
        <p:spPr>
          <a:xfrm>
            <a:off x="8113597" y="3415814"/>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1" name="Rectangle 70">
            <a:extLst>
              <a:ext uri="{FF2B5EF4-FFF2-40B4-BE49-F238E27FC236}">
                <a16:creationId xmlns:a16="http://schemas.microsoft.com/office/drawing/2014/main" id="{28EFFC65-B1DB-1CDC-8BEE-325B4A67D6E1}"/>
              </a:ext>
            </a:extLst>
          </p:cNvPr>
          <p:cNvSpPr/>
          <p:nvPr>
            <p:custDataLst>
              <p:tags r:id="rId29"/>
            </p:custDataLst>
          </p:nvPr>
        </p:nvSpPr>
        <p:spPr>
          <a:xfrm>
            <a:off x="8227897" y="3532365"/>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2" name="Rectangle 71">
            <a:extLst>
              <a:ext uri="{FF2B5EF4-FFF2-40B4-BE49-F238E27FC236}">
                <a16:creationId xmlns:a16="http://schemas.microsoft.com/office/drawing/2014/main" id="{47E89DFE-E75A-B659-BD5A-C133EF22503C}"/>
              </a:ext>
            </a:extLst>
          </p:cNvPr>
          <p:cNvSpPr/>
          <p:nvPr>
            <p:custDataLst>
              <p:tags r:id="rId30"/>
            </p:custDataLst>
          </p:nvPr>
        </p:nvSpPr>
        <p:spPr>
          <a:xfrm>
            <a:off x="8341304" y="3665552"/>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3" name="Rectangle 72">
            <a:extLst>
              <a:ext uri="{FF2B5EF4-FFF2-40B4-BE49-F238E27FC236}">
                <a16:creationId xmlns:a16="http://schemas.microsoft.com/office/drawing/2014/main" id="{66851100-7270-A014-9908-70BA1D2DAE1A}"/>
              </a:ext>
            </a:extLst>
          </p:cNvPr>
          <p:cNvSpPr/>
          <p:nvPr>
            <p:custDataLst>
              <p:tags r:id="rId31"/>
            </p:custDataLst>
          </p:nvPr>
        </p:nvSpPr>
        <p:spPr>
          <a:xfrm>
            <a:off x="8454710" y="3793218"/>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4" name="Rectangle 73">
            <a:extLst>
              <a:ext uri="{FF2B5EF4-FFF2-40B4-BE49-F238E27FC236}">
                <a16:creationId xmlns:a16="http://schemas.microsoft.com/office/drawing/2014/main" id="{512CDBDA-CF77-992D-85C8-BC95529E9616}"/>
              </a:ext>
            </a:extLst>
          </p:cNvPr>
          <p:cNvSpPr/>
          <p:nvPr>
            <p:custDataLst>
              <p:tags r:id="rId32"/>
            </p:custDataLst>
          </p:nvPr>
        </p:nvSpPr>
        <p:spPr>
          <a:xfrm>
            <a:off x="8568116" y="3912350"/>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5" name="Rectangle 74">
            <a:extLst>
              <a:ext uri="{FF2B5EF4-FFF2-40B4-BE49-F238E27FC236}">
                <a16:creationId xmlns:a16="http://schemas.microsoft.com/office/drawing/2014/main" id="{CB46F2D2-1636-292C-5540-21751BB9D26C}"/>
              </a:ext>
            </a:extLst>
          </p:cNvPr>
          <p:cNvSpPr/>
          <p:nvPr>
            <p:custDataLst>
              <p:tags r:id="rId33"/>
            </p:custDataLst>
          </p:nvPr>
        </p:nvSpPr>
        <p:spPr>
          <a:xfrm>
            <a:off x="8681522" y="4056874"/>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6" name="Rectangle 75">
            <a:extLst>
              <a:ext uri="{FF2B5EF4-FFF2-40B4-BE49-F238E27FC236}">
                <a16:creationId xmlns:a16="http://schemas.microsoft.com/office/drawing/2014/main" id="{94044B90-1BB7-6F24-DBA4-F42A11259A95}"/>
              </a:ext>
            </a:extLst>
          </p:cNvPr>
          <p:cNvSpPr/>
          <p:nvPr>
            <p:custDataLst>
              <p:tags r:id="rId34"/>
            </p:custDataLst>
          </p:nvPr>
        </p:nvSpPr>
        <p:spPr>
          <a:xfrm>
            <a:off x="8795376" y="4198137"/>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7" name="Rectangle 76">
            <a:extLst>
              <a:ext uri="{FF2B5EF4-FFF2-40B4-BE49-F238E27FC236}">
                <a16:creationId xmlns:a16="http://schemas.microsoft.com/office/drawing/2014/main" id="{26F9F328-F0D7-1B2E-24AD-A3EB6B5130F6}"/>
              </a:ext>
            </a:extLst>
          </p:cNvPr>
          <p:cNvSpPr/>
          <p:nvPr>
            <p:custDataLst>
              <p:tags r:id="rId35"/>
            </p:custDataLst>
          </p:nvPr>
        </p:nvSpPr>
        <p:spPr>
          <a:xfrm>
            <a:off x="8909006" y="4306297"/>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8" name="Rectangle 77">
            <a:extLst>
              <a:ext uri="{FF2B5EF4-FFF2-40B4-BE49-F238E27FC236}">
                <a16:creationId xmlns:a16="http://schemas.microsoft.com/office/drawing/2014/main" id="{BB8B87D5-2029-5282-7A0E-3B820CEA7BF2}"/>
              </a:ext>
            </a:extLst>
          </p:cNvPr>
          <p:cNvSpPr/>
          <p:nvPr>
            <p:custDataLst>
              <p:tags r:id="rId36"/>
            </p:custDataLst>
          </p:nvPr>
        </p:nvSpPr>
        <p:spPr>
          <a:xfrm>
            <a:off x="9036017" y="3303448"/>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9" name="Rectangle 78">
            <a:extLst>
              <a:ext uri="{FF2B5EF4-FFF2-40B4-BE49-F238E27FC236}">
                <a16:creationId xmlns:a16="http://schemas.microsoft.com/office/drawing/2014/main" id="{8C3A853A-EA27-E13C-D70E-88F5A58968DF}"/>
              </a:ext>
            </a:extLst>
          </p:cNvPr>
          <p:cNvSpPr/>
          <p:nvPr>
            <p:custDataLst>
              <p:tags r:id="rId37"/>
            </p:custDataLst>
          </p:nvPr>
        </p:nvSpPr>
        <p:spPr>
          <a:xfrm>
            <a:off x="9140443" y="3436993"/>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0" name="Rectangle 79">
            <a:extLst>
              <a:ext uri="{FF2B5EF4-FFF2-40B4-BE49-F238E27FC236}">
                <a16:creationId xmlns:a16="http://schemas.microsoft.com/office/drawing/2014/main" id="{3F8B3FDE-626F-77C5-3774-226E224AF4B2}"/>
              </a:ext>
            </a:extLst>
          </p:cNvPr>
          <p:cNvSpPr/>
          <p:nvPr>
            <p:custDataLst>
              <p:tags r:id="rId38"/>
            </p:custDataLst>
          </p:nvPr>
        </p:nvSpPr>
        <p:spPr>
          <a:xfrm>
            <a:off x="9254743" y="3553544"/>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1" name="Rectangle 80">
            <a:extLst>
              <a:ext uri="{FF2B5EF4-FFF2-40B4-BE49-F238E27FC236}">
                <a16:creationId xmlns:a16="http://schemas.microsoft.com/office/drawing/2014/main" id="{9262D01E-33F5-FAB5-0C49-9A18EAF0624D}"/>
              </a:ext>
            </a:extLst>
          </p:cNvPr>
          <p:cNvSpPr/>
          <p:nvPr>
            <p:custDataLst>
              <p:tags r:id="rId39"/>
            </p:custDataLst>
          </p:nvPr>
        </p:nvSpPr>
        <p:spPr>
          <a:xfrm>
            <a:off x="9368150" y="3686731"/>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2" name="Rectangle 81">
            <a:extLst>
              <a:ext uri="{FF2B5EF4-FFF2-40B4-BE49-F238E27FC236}">
                <a16:creationId xmlns:a16="http://schemas.microsoft.com/office/drawing/2014/main" id="{E79657D4-CFAE-073F-C3CF-17970F861545}"/>
              </a:ext>
            </a:extLst>
          </p:cNvPr>
          <p:cNvSpPr/>
          <p:nvPr>
            <p:custDataLst>
              <p:tags r:id="rId40"/>
            </p:custDataLst>
          </p:nvPr>
        </p:nvSpPr>
        <p:spPr>
          <a:xfrm>
            <a:off x="9481556" y="3814397"/>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3" name="Rectangle 82">
            <a:extLst>
              <a:ext uri="{FF2B5EF4-FFF2-40B4-BE49-F238E27FC236}">
                <a16:creationId xmlns:a16="http://schemas.microsoft.com/office/drawing/2014/main" id="{47A2BFE1-2B2C-DA10-B097-BB7E15518EA3}"/>
              </a:ext>
            </a:extLst>
          </p:cNvPr>
          <p:cNvSpPr/>
          <p:nvPr>
            <p:custDataLst>
              <p:tags r:id="rId41"/>
            </p:custDataLst>
          </p:nvPr>
        </p:nvSpPr>
        <p:spPr>
          <a:xfrm>
            <a:off x="9594962" y="3933529"/>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4" name="Rectangle 83">
            <a:extLst>
              <a:ext uri="{FF2B5EF4-FFF2-40B4-BE49-F238E27FC236}">
                <a16:creationId xmlns:a16="http://schemas.microsoft.com/office/drawing/2014/main" id="{1AA57643-867D-6E7E-4BC9-BB76CBD49BA7}"/>
              </a:ext>
            </a:extLst>
          </p:cNvPr>
          <p:cNvSpPr/>
          <p:nvPr>
            <p:custDataLst>
              <p:tags r:id="rId42"/>
            </p:custDataLst>
          </p:nvPr>
        </p:nvSpPr>
        <p:spPr>
          <a:xfrm>
            <a:off x="9708368" y="4078053"/>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5" name="Rectangle 84">
            <a:extLst>
              <a:ext uri="{FF2B5EF4-FFF2-40B4-BE49-F238E27FC236}">
                <a16:creationId xmlns:a16="http://schemas.microsoft.com/office/drawing/2014/main" id="{F07C5448-90BD-7234-E622-A9E7B03BBBBD}"/>
              </a:ext>
            </a:extLst>
          </p:cNvPr>
          <p:cNvSpPr/>
          <p:nvPr>
            <p:custDataLst>
              <p:tags r:id="rId43"/>
            </p:custDataLst>
          </p:nvPr>
        </p:nvSpPr>
        <p:spPr>
          <a:xfrm>
            <a:off x="9822222" y="4219316"/>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6" name="Rectangle 85">
            <a:extLst>
              <a:ext uri="{FF2B5EF4-FFF2-40B4-BE49-F238E27FC236}">
                <a16:creationId xmlns:a16="http://schemas.microsoft.com/office/drawing/2014/main" id="{5AD595AC-B23F-A189-FB8A-908FF9BEF4A9}"/>
              </a:ext>
            </a:extLst>
          </p:cNvPr>
          <p:cNvSpPr/>
          <p:nvPr>
            <p:custDataLst>
              <p:tags r:id="rId44"/>
            </p:custDataLst>
          </p:nvPr>
        </p:nvSpPr>
        <p:spPr>
          <a:xfrm>
            <a:off x="9935852" y="4327476"/>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7" name="Rectangle 86">
            <a:extLst>
              <a:ext uri="{FF2B5EF4-FFF2-40B4-BE49-F238E27FC236}">
                <a16:creationId xmlns:a16="http://schemas.microsoft.com/office/drawing/2014/main" id="{2F40157A-E48D-AE0F-352B-2717E7DBFB95}"/>
              </a:ext>
            </a:extLst>
          </p:cNvPr>
          <p:cNvSpPr/>
          <p:nvPr>
            <p:custDataLst>
              <p:tags r:id="rId45"/>
            </p:custDataLst>
          </p:nvPr>
        </p:nvSpPr>
        <p:spPr>
          <a:xfrm>
            <a:off x="10008203" y="3306211"/>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8" name="Rectangle 87">
            <a:extLst>
              <a:ext uri="{FF2B5EF4-FFF2-40B4-BE49-F238E27FC236}">
                <a16:creationId xmlns:a16="http://schemas.microsoft.com/office/drawing/2014/main" id="{2CB9F47E-1FA5-F69E-5611-2B538C1EE663}"/>
              </a:ext>
            </a:extLst>
          </p:cNvPr>
          <p:cNvSpPr/>
          <p:nvPr>
            <p:custDataLst>
              <p:tags r:id="rId46"/>
            </p:custDataLst>
          </p:nvPr>
        </p:nvSpPr>
        <p:spPr>
          <a:xfrm>
            <a:off x="10112629" y="3439756"/>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9" name="Rectangle 88">
            <a:extLst>
              <a:ext uri="{FF2B5EF4-FFF2-40B4-BE49-F238E27FC236}">
                <a16:creationId xmlns:a16="http://schemas.microsoft.com/office/drawing/2014/main" id="{9B02629B-385D-A108-4080-FF6EA4383814}"/>
              </a:ext>
            </a:extLst>
          </p:cNvPr>
          <p:cNvSpPr/>
          <p:nvPr>
            <p:custDataLst>
              <p:tags r:id="rId47"/>
            </p:custDataLst>
          </p:nvPr>
        </p:nvSpPr>
        <p:spPr>
          <a:xfrm>
            <a:off x="10226929" y="3556307"/>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0" name="Rectangle 89">
            <a:extLst>
              <a:ext uri="{FF2B5EF4-FFF2-40B4-BE49-F238E27FC236}">
                <a16:creationId xmlns:a16="http://schemas.microsoft.com/office/drawing/2014/main" id="{4777FA94-C962-3020-D5B5-A8412A759D5B}"/>
              </a:ext>
            </a:extLst>
          </p:cNvPr>
          <p:cNvSpPr/>
          <p:nvPr>
            <p:custDataLst>
              <p:tags r:id="rId48"/>
            </p:custDataLst>
          </p:nvPr>
        </p:nvSpPr>
        <p:spPr>
          <a:xfrm>
            <a:off x="10340336" y="3689494"/>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1" name="Rectangle 90">
            <a:extLst>
              <a:ext uri="{FF2B5EF4-FFF2-40B4-BE49-F238E27FC236}">
                <a16:creationId xmlns:a16="http://schemas.microsoft.com/office/drawing/2014/main" id="{1CBCA2FF-58E7-7E31-A9A9-471310B269F8}"/>
              </a:ext>
            </a:extLst>
          </p:cNvPr>
          <p:cNvSpPr/>
          <p:nvPr>
            <p:custDataLst>
              <p:tags r:id="rId49"/>
            </p:custDataLst>
          </p:nvPr>
        </p:nvSpPr>
        <p:spPr>
          <a:xfrm>
            <a:off x="10453742" y="3817160"/>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2" name="Rectangle 91">
            <a:extLst>
              <a:ext uri="{FF2B5EF4-FFF2-40B4-BE49-F238E27FC236}">
                <a16:creationId xmlns:a16="http://schemas.microsoft.com/office/drawing/2014/main" id="{F24F1BD8-A98B-9CB4-259A-7B67C81F5805}"/>
              </a:ext>
            </a:extLst>
          </p:cNvPr>
          <p:cNvSpPr/>
          <p:nvPr>
            <p:custDataLst>
              <p:tags r:id="rId50"/>
            </p:custDataLst>
          </p:nvPr>
        </p:nvSpPr>
        <p:spPr>
          <a:xfrm>
            <a:off x="10567148" y="3936292"/>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3" name="Rectangle 92">
            <a:extLst>
              <a:ext uri="{FF2B5EF4-FFF2-40B4-BE49-F238E27FC236}">
                <a16:creationId xmlns:a16="http://schemas.microsoft.com/office/drawing/2014/main" id="{284E47B4-4657-2329-1A29-6E36F5E9B2B4}"/>
              </a:ext>
            </a:extLst>
          </p:cNvPr>
          <p:cNvSpPr/>
          <p:nvPr>
            <p:custDataLst>
              <p:tags r:id="rId51"/>
            </p:custDataLst>
          </p:nvPr>
        </p:nvSpPr>
        <p:spPr>
          <a:xfrm>
            <a:off x="10680554" y="4080816"/>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4" name="Rectangle 93">
            <a:extLst>
              <a:ext uri="{FF2B5EF4-FFF2-40B4-BE49-F238E27FC236}">
                <a16:creationId xmlns:a16="http://schemas.microsoft.com/office/drawing/2014/main" id="{92EA8770-3B44-C269-4B5A-7A1B07AEA871}"/>
              </a:ext>
            </a:extLst>
          </p:cNvPr>
          <p:cNvSpPr/>
          <p:nvPr>
            <p:custDataLst>
              <p:tags r:id="rId52"/>
            </p:custDataLst>
          </p:nvPr>
        </p:nvSpPr>
        <p:spPr>
          <a:xfrm>
            <a:off x="10794408" y="4222079"/>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5" name="Rectangle 94">
            <a:extLst>
              <a:ext uri="{FF2B5EF4-FFF2-40B4-BE49-F238E27FC236}">
                <a16:creationId xmlns:a16="http://schemas.microsoft.com/office/drawing/2014/main" id="{118A9A9F-AD42-A4BA-664C-324FF865119D}"/>
              </a:ext>
            </a:extLst>
          </p:cNvPr>
          <p:cNvSpPr/>
          <p:nvPr>
            <p:custDataLst>
              <p:tags r:id="rId53"/>
            </p:custDataLst>
          </p:nvPr>
        </p:nvSpPr>
        <p:spPr>
          <a:xfrm>
            <a:off x="10908038" y="4330239"/>
            <a:ext cx="341113" cy="350775"/>
          </a:xfrm>
          <a:prstGeom prst="rect">
            <a:avLst/>
          </a:prstGeom>
          <a:solidFill>
            <a:schemeClr val="tx2">
              <a:lumMod val="20000"/>
              <a:lumOff val="80000"/>
            </a:schemeClr>
          </a:solidFill>
          <a:ln w="508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6" name="ZoneTexte 95">
            <a:extLst>
              <a:ext uri="{FF2B5EF4-FFF2-40B4-BE49-F238E27FC236}">
                <a16:creationId xmlns:a16="http://schemas.microsoft.com/office/drawing/2014/main" id="{B48F3CFD-E594-3E28-9080-177B9BB26548}"/>
              </a:ext>
            </a:extLst>
          </p:cNvPr>
          <p:cNvSpPr txBox="1"/>
          <p:nvPr>
            <p:custDataLst>
              <p:tags r:id="rId54"/>
            </p:custDataLst>
          </p:nvPr>
        </p:nvSpPr>
        <p:spPr>
          <a:xfrm>
            <a:off x="3101126" y="2371921"/>
            <a:ext cx="2359304" cy="461665"/>
          </a:xfrm>
          <a:prstGeom prst="rect">
            <a:avLst/>
          </a:prstGeom>
          <a:noFill/>
        </p:spPr>
        <p:txBody>
          <a:bodyPr wrap="square" rtlCol="0">
            <a:spAutoFit/>
          </a:bodyPr>
          <a:lstStyle/>
          <a:p>
            <a:pPr algn="ctr"/>
            <a:r>
              <a:rPr lang="fr-FR" sz="1200"/>
              <a:t>Flux d’événements temps réels basse et très haute vitesse</a:t>
            </a:r>
          </a:p>
        </p:txBody>
      </p:sp>
      <p:sp>
        <p:nvSpPr>
          <p:cNvPr id="97" name="ZoneTexte 96">
            <a:extLst>
              <a:ext uri="{FF2B5EF4-FFF2-40B4-BE49-F238E27FC236}">
                <a16:creationId xmlns:a16="http://schemas.microsoft.com/office/drawing/2014/main" id="{D361F189-A9D3-EAAB-0A6D-7E9BBFCCC431}"/>
              </a:ext>
            </a:extLst>
          </p:cNvPr>
          <p:cNvSpPr txBox="1"/>
          <p:nvPr>
            <p:custDataLst>
              <p:tags r:id="rId55"/>
            </p:custDataLst>
          </p:nvPr>
        </p:nvSpPr>
        <p:spPr>
          <a:xfrm>
            <a:off x="7993945" y="2572558"/>
            <a:ext cx="2857165" cy="461665"/>
          </a:xfrm>
          <a:prstGeom prst="rect">
            <a:avLst/>
          </a:prstGeom>
          <a:noFill/>
        </p:spPr>
        <p:txBody>
          <a:bodyPr wrap="square" rtlCol="0">
            <a:spAutoFit/>
          </a:bodyPr>
          <a:lstStyle/>
          <a:p>
            <a:pPr algn="ctr"/>
            <a:r>
              <a:rPr lang="fr-FR" sz="1200"/>
              <a:t>Flux d’événements traités et publiés au fil de l’eau</a:t>
            </a:r>
          </a:p>
        </p:txBody>
      </p:sp>
      <p:sp>
        <p:nvSpPr>
          <p:cNvPr id="98" name="ZoneTexte 97">
            <a:extLst>
              <a:ext uri="{FF2B5EF4-FFF2-40B4-BE49-F238E27FC236}">
                <a16:creationId xmlns:a16="http://schemas.microsoft.com/office/drawing/2014/main" id="{3D75A694-3C82-2559-A30F-2E3B8AB3CB04}"/>
              </a:ext>
            </a:extLst>
          </p:cNvPr>
          <p:cNvSpPr txBox="1"/>
          <p:nvPr>
            <p:custDataLst>
              <p:tags r:id="rId56"/>
            </p:custDataLst>
          </p:nvPr>
        </p:nvSpPr>
        <p:spPr>
          <a:xfrm>
            <a:off x="8511859" y="4891219"/>
            <a:ext cx="1253659" cy="430887"/>
          </a:xfrm>
          <a:prstGeom prst="rect">
            <a:avLst/>
          </a:prstGeom>
          <a:noFill/>
        </p:spPr>
        <p:txBody>
          <a:bodyPr wrap="square" rtlCol="0">
            <a:spAutoFit/>
          </a:bodyPr>
          <a:lstStyle/>
          <a:p>
            <a:pPr algn="ctr"/>
            <a:r>
              <a:rPr lang="fr-FR" sz="1050"/>
              <a:t>Détection d’anomalie</a:t>
            </a:r>
          </a:p>
        </p:txBody>
      </p:sp>
      <p:sp>
        <p:nvSpPr>
          <p:cNvPr id="99" name="ZoneTexte 98">
            <a:extLst>
              <a:ext uri="{FF2B5EF4-FFF2-40B4-BE49-F238E27FC236}">
                <a16:creationId xmlns:a16="http://schemas.microsoft.com/office/drawing/2014/main" id="{0F9194BC-1508-96A8-80B5-6E1CE478D1B3}"/>
              </a:ext>
            </a:extLst>
          </p:cNvPr>
          <p:cNvSpPr txBox="1"/>
          <p:nvPr>
            <p:custDataLst>
              <p:tags r:id="rId57"/>
            </p:custDataLst>
          </p:nvPr>
        </p:nvSpPr>
        <p:spPr>
          <a:xfrm>
            <a:off x="9511376" y="4901588"/>
            <a:ext cx="1253659" cy="430887"/>
          </a:xfrm>
          <a:prstGeom prst="rect">
            <a:avLst/>
          </a:prstGeom>
          <a:noFill/>
        </p:spPr>
        <p:txBody>
          <a:bodyPr wrap="square" rtlCol="0">
            <a:spAutoFit/>
          </a:bodyPr>
          <a:lstStyle/>
          <a:p>
            <a:pPr algn="ctr"/>
            <a:r>
              <a:rPr lang="fr-FR" sz="1050"/>
              <a:t>Détection de fraude</a:t>
            </a:r>
          </a:p>
        </p:txBody>
      </p:sp>
      <p:sp>
        <p:nvSpPr>
          <p:cNvPr id="100" name="ZoneTexte 99">
            <a:extLst>
              <a:ext uri="{FF2B5EF4-FFF2-40B4-BE49-F238E27FC236}">
                <a16:creationId xmlns:a16="http://schemas.microsoft.com/office/drawing/2014/main" id="{F8305222-5338-4370-C3F0-9AE3F60E1B53}"/>
              </a:ext>
            </a:extLst>
          </p:cNvPr>
          <p:cNvSpPr txBox="1"/>
          <p:nvPr>
            <p:custDataLst>
              <p:tags r:id="rId58"/>
            </p:custDataLst>
          </p:nvPr>
        </p:nvSpPr>
        <p:spPr>
          <a:xfrm>
            <a:off x="10510892" y="4891219"/>
            <a:ext cx="1253659" cy="415498"/>
          </a:xfrm>
          <a:prstGeom prst="rect">
            <a:avLst/>
          </a:prstGeom>
          <a:noFill/>
        </p:spPr>
        <p:txBody>
          <a:bodyPr wrap="square" rtlCol="0">
            <a:spAutoFit/>
          </a:bodyPr>
          <a:lstStyle/>
          <a:p>
            <a:pPr algn="ctr"/>
            <a:r>
              <a:rPr lang="fr-FR" sz="1050"/>
              <a:t>Agrégation des données client</a:t>
            </a:r>
          </a:p>
        </p:txBody>
      </p:sp>
      <p:sp>
        <p:nvSpPr>
          <p:cNvPr id="101" name="Rectangle 100">
            <a:extLst>
              <a:ext uri="{FF2B5EF4-FFF2-40B4-BE49-F238E27FC236}">
                <a16:creationId xmlns:a16="http://schemas.microsoft.com/office/drawing/2014/main" id="{CBBB1987-D9AB-B291-6877-CC76D54AFFFE}"/>
              </a:ext>
            </a:extLst>
          </p:cNvPr>
          <p:cNvSpPr/>
          <p:nvPr>
            <p:custDataLst>
              <p:tags r:id="rId59"/>
            </p:custDataLst>
          </p:nvPr>
        </p:nvSpPr>
        <p:spPr>
          <a:xfrm>
            <a:off x="0" y="6065215"/>
            <a:ext cx="12192000" cy="40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solidFill>
                  <a:schemeClr val="lt1"/>
                </a:solidFill>
              </a:rPr>
              <a:t>Les données sont en mouvement tout au long de la chaine de traitement.</a:t>
            </a:r>
          </a:p>
        </p:txBody>
      </p:sp>
      <p:sp>
        <p:nvSpPr>
          <p:cNvPr id="102" name="ZoneTexte 101">
            <a:extLst>
              <a:ext uri="{FF2B5EF4-FFF2-40B4-BE49-F238E27FC236}">
                <a16:creationId xmlns:a16="http://schemas.microsoft.com/office/drawing/2014/main" id="{5F204DD5-31D8-D9A5-9D60-F3F8083184AA}"/>
              </a:ext>
            </a:extLst>
          </p:cNvPr>
          <p:cNvSpPr txBox="1"/>
          <p:nvPr>
            <p:custDataLst>
              <p:tags r:id="rId60"/>
            </p:custDataLst>
          </p:nvPr>
        </p:nvSpPr>
        <p:spPr>
          <a:xfrm>
            <a:off x="5323008" y="4731496"/>
            <a:ext cx="2018459" cy="1015663"/>
          </a:xfrm>
          <a:prstGeom prst="rect">
            <a:avLst/>
          </a:prstGeom>
          <a:noFill/>
        </p:spPr>
        <p:txBody>
          <a:bodyPr wrap="square" rtlCol="0">
            <a:spAutoFit/>
          </a:bodyPr>
          <a:lstStyle/>
          <a:p>
            <a:pPr algn="ctr"/>
            <a:r>
              <a:rPr lang="fr-FR" sz="1200"/>
              <a:t>Traitement des événements au fil de l’eau via un </a:t>
            </a:r>
            <a:r>
              <a:rPr lang="fr-FR" sz="1200" err="1"/>
              <a:t>framework</a:t>
            </a:r>
            <a:r>
              <a:rPr lang="fr-FR" sz="1200"/>
              <a:t> scalable et résilient</a:t>
            </a:r>
          </a:p>
          <a:p>
            <a:pPr algn="ctr"/>
            <a:r>
              <a:rPr lang="fr-FR" sz="1200"/>
              <a:t>(KAFKA – ANYPOINT MQ)</a:t>
            </a:r>
          </a:p>
        </p:txBody>
      </p:sp>
      <p:pic>
        <p:nvPicPr>
          <p:cNvPr id="1026" name="Picture 2" descr="Mais c'est quoi Apache Kafka ? – Blog Zenika">
            <a:extLst>
              <a:ext uri="{FF2B5EF4-FFF2-40B4-BE49-F238E27FC236}">
                <a16:creationId xmlns:a16="http://schemas.microsoft.com/office/drawing/2014/main" id="{DF15531D-D3BD-85BD-15D6-9508614DA174}"/>
              </a:ext>
            </a:extLst>
          </p:cNvPr>
          <p:cNvPicPr>
            <a:picLocks noChangeAspect="1" noChangeArrowheads="1"/>
          </p:cNvPicPr>
          <p:nvPr/>
        </p:nvPicPr>
        <p:blipFill>
          <a:blip r:embed="rId63">
            <a:extLst>
              <a:ext uri="{28A0092B-C50C-407E-A947-70E740481C1C}">
                <a14:useLocalDpi xmlns:a14="http://schemas.microsoft.com/office/drawing/2010/main" val="0"/>
              </a:ext>
            </a:extLst>
          </a:blip>
          <a:srcRect/>
          <a:stretch>
            <a:fillRect/>
          </a:stretch>
        </p:blipFill>
        <p:spPr bwMode="auto">
          <a:xfrm>
            <a:off x="10525056" y="626840"/>
            <a:ext cx="1454068" cy="677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48784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animEffect transition="in" filter="fade">
                                      <p:cBhvr>
                                        <p:cTn id="13" dur="500"/>
                                        <p:tgtEl>
                                          <p:spTgt spid="5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9"/>
                                        </p:tgtEl>
                                        <p:attrNameLst>
                                          <p:attrName>style.visibility</p:attrName>
                                        </p:attrNameLst>
                                      </p:cBhvr>
                                      <p:to>
                                        <p:strVal val="visible"/>
                                      </p:to>
                                    </p:set>
                                    <p:animEffect transition="in" filter="fade">
                                      <p:cBhvr>
                                        <p:cTn id="16" dur="500"/>
                                        <p:tgtEl>
                                          <p:spTgt spid="59"/>
                                        </p:tgtEl>
                                      </p:cBhvr>
                                    </p:animEffect>
                                  </p:childTnLst>
                                </p:cTn>
                              </p:par>
                              <p:par>
                                <p:cTn id="17" presetID="10"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animEffect transition="in" filter="fade">
                                      <p:cBhvr>
                                        <p:cTn id="19" dur="500"/>
                                        <p:tgtEl>
                                          <p:spTgt spid="60"/>
                                        </p:tgtEl>
                                      </p:cBhvr>
                                    </p:animEffect>
                                  </p:childTnLst>
                                </p:cTn>
                              </p:par>
                              <p:par>
                                <p:cTn id="20" presetID="10" presetClass="entr" presetSubtype="0" fill="hold" nodeType="withEffect">
                                  <p:stCondLst>
                                    <p:cond delay="0"/>
                                  </p:stCondLst>
                                  <p:childTnLst>
                                    <p:set>
                                      <p:cBhvr>
                                        <p:cTn id="21" dur="1" fill="hold">
                                          <p:stCondLst>
                                            <p:cond delay="0"/>
                                          </p:stCondLst>
                                        </p:cTn>
                                        <p:tgtEl>
                                          <p:spTgt spid="63"/>
                                        </p:tgtEl>
                                        <p:attrNameLst>
                                          <p:attrName>style.visibility</p:attrName>
                                        </p:attrNameLst>
                                      </p:cBhvr>
                                      <p:to>
                                        <p:strVal val="visible"/>
                                      </p:to>
                                    </p:set>
                                    <p:animEffect transition="in" filter="fade">
                                      <p:cBhvr>
                                        <p:cTn id="22" dur="500"/>
                                        <p:tgtEl>
                                          <p:spTgt spid="63"/>
                                        </p:tgtEl>
                                      </p:cBhvr>
                                    </p:animEffect>
                                  </p:childTnLst>
                                </p:cTn>
                              </p:par>
                              <p:par>
                                <p:cTn id="23" presetID="10" presetClass="entr" presetSubtype="0" fill="hold" nodeType="withEffect">
                                  <p:stCondLst>
                                    <p:cond delay="0"/>
                                  </p:stCondLst>
                                  <p:childTnLst>
                                    <p:set>
                                      <p:cBhvr>
                                        <p:cTn id="24" dur="1" fill="hold">
                                          <p:stCondLst>
                                            <p:cond delay="0"/>
                                          </p:stCondLst>
                                        </p:cTn>
                                        <p:tgtEl>
                                          <p:spTgt spid="66"/>
                                        </p:tgtEl>
                                        <p:attrNameLst>
                                          <p:attrName>style.visibility</p:attrName>
                                        </p:attrNameLst>
                                      </p:cBhvr>
                                      <p:to>
                                        <p:strVal val="visible"/>
                                      </p:to>
                                    </p:set>
                                    <p:animEffect transition="in" filter="fade">
                                      <p:cBhvr>
                                        <p:cTn id="25" dur="500"/>
                                        <p:tgtEl>
                                          <p:spTgt spid="6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500"/>
                                        <p:tgtEl>
                                          <p:spTgt spid="2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500"/>
                                        <p:tgtEl>
                                          <p:spTgt spid="2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500"/>
                                        <p:tgtEl>
                                          <p:spTgt spid="2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500"/>
                                        <p:tgtEl>
                                          <p:spTgt spid="2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500"/>
                                        <p:tgtEl>
                                          <p:spTgt spid="3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7"/>
                                        </p:tgtEl>
                                        <p:attrNameLst>
                                          <p:attrName>style.visibility</p:attrName>
                                        </p:attrNameLst>
                                      </p:cBhvr>
                                      <p:to>
                                        <p:strVal val="visible"/>
                                      </p:to>
                                    </p:set>
                                    <p:animEffect transition="in" filter="fade">
                                      <p:cBhvr>
                                        <p:cTn id="54" dur="500"/>
                                        <p:tgtEl>
                                          <p:spTgt spid="4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8"/>
                                        </p:tgtEl>
                                        <p:attrNameLst>
                                          <p:attrName>style.visibility</p:attrName>
                                        </p:attrNameLst>
                                      </p:cBhvr>
                                      <p:to>
                                        <p:strVal val="visible"/>
                                      </p:to>
                                    </p:set>
                                    <p:animEffect transition="in" filter="fade">
                                      <p:cBhvr>
                                        <p:cTn id="57" dur="500"/>
                                        <p:tgtEl>
                                          <p:spTgt spid="4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9"/>
                                        </p:tgtEl>
                                        <p:attrNameLst>
                                          <p:attrName>style.visibility</p:attrName>
                                        </p:attrNameLst>
                                      </p:cBhvr>
                                      <p:to>
                                        <p:strVal val="visible"/>
                                      </p:to>
                                    </p:set>
                                    <p:animEffect transition="in" filter="fade">
                                      <p:cBhvr>
                                        <p:cTn id="60" dur="500"/>
                                        <p:tgtEl>
                                          <p:spTgt spid="4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50"/>
                                        </p:tgtEl>
                                        <p:attrNameLst>
                                          <p:attrName>style.visibility</p:attrName>
                                        </p:attrNameLst>
                                      </p:cBhvr>
                                      <p:to>
                                        <p:strVal val="visible"/>
                                      </p:to>
                                    </p:set>
                                    <p:animEffect transition="in" filter="fade">
                                      <p:cBhvr>
                                        <p:cTn id="63" dur="500"/>
                                        <p:tgtEl>
                                          <p:spTgt spid="50"/>
                                        </p:tgtEl>
                                      </p:cBhvr>
                                    </p:animEffect>
                                  </p:childTnLst>
                                </p:cTn>
                              </p:par>
                              <p:par>
                                <p:cTn id="64" presetID="10" presetClass="entr" presetSubtype="0" fill="hold" nodeType="withEffect">
                                  <p:stCondLst>
                                    <p:cond delay="0"/>
                                  </p:stCondLst>
                                  <p:childTnLst>
                                    <p:set>
                                      <p:cBhvr>
                                        <p:cTn id="65" dur="1" fill="hold">
                                          <p:stCondLst>
                                            <p:cond delay="0"/>
                                          </p:stCondLst>
                                        </p:cTn>
                                        <p:tgtEl>
                                          <p:spTgt spid="51"/>
                                        </p:tgtEl>
                                        <p:attrNameLst>
                                          <p:attrName>style.visibility</p:attrName>
                                        </p:attrNameLst>
                                      </p:cBhvr>
                                      <p:to>
                                        <p:strVal val="visible"/>
                                      </p:to>
                                    </p:set>
                                    <p:animEffect transition="in" filter="fade">
                                      <p:cBhvr>
                                        <p:cTn id="66" dur="500"/>
                                        <p:tgtEl>
                                          <p:spTgt spid="51"/>
                                        </p:tgtEl>
                                      </p:cBhvr>
                                    </p:animEffect>
                                  </p:childTnLst>
                                </p:cTn>
                              </p:par>
                              <p:par>
                                <p:cTn id="67" presetID="10" presetClass="entr" presetSubtype="0" fill="hold" nodeType="withEffect">
                                  <p:stCondLst>
                                    <p:cond delay="0"/>
                                  </p:stCondLst>
                                  <p:childTnLst>
                                    <p:set>
                                      <p:cBhvr>
                                        <p:cTn id="68" dur="1" fill="hold">
                                          <p:stCondLst>
                                            <p:cond delay="0"/>
                                          </p:stCondLst>
                                        </p:cTn>
                                        <p:tgtEl>
                                          <p:spTgt spid="52"/>
                                        </p:tgtEl>
                                        <p:attrNameLst>
                                          <p:attrName>style.visibility</p:attrName>
                                        </p:attrNameLst>
                                      </p:cBhvr>
                                      <p:to>
                                        <p:strVal val="visible"/>
                                      </p:to>
                                    </p:set>
                                    <p:animEffect transition="in" filter="fade">
                                      <p:cBhvr>
                                        <p:cTn id="69" dur="500"/>
                                        <p:tgtEl>
                                          <p:spTgt spid="5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96"/>
                                        </p:tgtEl>
                                        <p:attrNameLst>
                                          <p:attrName>style.visibility</p:attrName>
                                        </p:attrNameLst>
                                      </p:cBhvr>
                                      <p:to>
                                        <p:strVal val="visible"/>
                                      </p:to>
                                    </p:set>
                                    <p:animEffect transition="in" filter="fade">
                                      <p:cBhvr>
                                        <p:cTn id="72" dur="500"/>
                                        <p:tgtEl>
                                          <p:spTgt spid="9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53"/>
                                        </p:tgtEl>
                                        <p:attrNameLst>
                                          <p:attrName>style.visibility</p:attrName>
                                        </p:attrNameLst>
                                      </p:cBhvr>
                                      <p:to>
                                        <p:strVal val="visible"/>
                                      </p:to>
                                    </p:set>
                                    <p:animEffect transition="in" filter="fade">
                                      <p:cBhvr>
                                        <p:cTn id="77" dur="500"/>
                                        <p:tgtEl>
                                          <p:spTgt spid="5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56"/>
                                        </p:tgtEl>
                                        <p:attrNameLst>
                                          <p:attrName>style.visibility</p:attrName>
                                        </p:attrNameLst>
                                      </p:cBhvr>
                                      <p:to>
                                        <p:strVal val="visible"/>
                                      </p:to>
                                    </p:set>
                                    <p:animEffect transition="in" filter="fade">
                                      <p:cBhvr>
                                        <p:cTn id="80" dur="500"/>
                                        <p:tgtEl>
                                          <p:spTgt spid="56"/>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54"/>
                                        </p:tgtEl>
                                        <p:attrNameLst>
                                          <p:attrName>style.visibility</p:attrName>
                                        </p:attrNameLst>
                                      </p:cBhvr>
                                      <p:to>
                                        <p:strVal val="visible"/>
                                      </p:to>
                                    </p:set>
                                    <p:animEffect transition="in" filter="fade">
                                      <p:cBhvr>
                                        <p:cTn id="85" dur="500"/>
                                        <p:tgtEl>
                                          <p:spTgt spid="54"/>
                                        </p:tgtEl>
                                      </p:cBhvr>
                                    </p:animEffect>
                                  </p:childTnLst>
                                </p:cTn>
                              </p:par>
                              <p:par>
                                <p:cTn id="86" presetID="10" presetClass="entr" presetSubtype="0" fill="hold" nodeType="withEffect">
                                  <p:stCondLst>
                                    <p:cond delay="0"/>
                                  </p:stCondLst>
                                  <p:childTnLst>
                                    <p:set>
                                      <p:cBhvr>
                                        <p:cTn id="87" dur="1" fill="hold">
                                          <p:stCondLst>
                                            <p:cond delay="0"/>
                                          </p:stCondLst>
                                        </p:cTn>
                                        <p:tgtEl>
                                          <p:spTgt spid="55"/>
                                        </p:tgtEl>
                                        <p:attrNameLst>
                                          <p:attrName>style.visibility</p:attrName>
                                        </p:attrNameLst>
                                      </p:cBhvr>
                                      <p:to>
                                        <p:strVal val="visible"/>
                                      </p:to>
                                    </p:set>
                                    <p:animEffect transition="in" filter="fade">
                                      <p:cBhvr>
                                        <p:cTn id="88" dur="500"/>
                                        <p:tgtEl>
                                          <p:spTgt spid="5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69"/>
                                        </p:tgtEl>
                                        <p:attrNameLst>
                                          <p:attrName>style.visibility</p:attrName>
                                        </p:attrNameLst>
                                      </p:cBhvr>
                                      <p:to>
                                        <p:strVal val="visible"/>
                                      </p:to>
                                    </p:set>
                                    <p:animEffect transition="in" filter="fade">
                                      <p:cBhvr>
                                        <p:cTn id="91" dur="500"/>
                                        <p:tgtEl>
                                          <p:spTgt spid="6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70"/>
                                        </p:tgtEl>
                                        <p:attrNameLst>
                                          <p:attrName>style.visibility</p:attrName>
                                        </p:attrNameLst>
                                      </p:cBhvr>
                                      <p:to>
                                        <p:strVal val="visible"/>
                                      </p:to>
                                    </p:set>
                                    <p:animEffect transition="in" filter="fade">
                                      <p:cBhvr>
                                        <p:cTn id="94" dur="500"/>
                                        <p:tgtEl>
                                          <p:spTgt spid="7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71"/>
                                        </p:tgtEl>
                                        <p:attrNameLst>
                                          <p:attrName>style.visibility</p:attrName>
                                        </p:attrNameLst>
                                      </p:cBhvr>
                                      <p:to>
                                        <p:strVal val="visible"/>
                                      </p:to>
                                    </p:set>
                                    <p:animEffect transition="in" filter="fade">
                                      <p:cBhvr>
                                        <p:cTn id="97" dur="500"/>
                                        <p:tgtEl>
                                          <p:spTgt spid="7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72"/>
                                        </p:tgtEl>
                                        <p:attrNameLst>
                                          <p:attrName>style.visibility</p:attrName>
                                        </p:attrNameLst>
                                      </p:cBhvr>
                                      <p:to>
                                        <p:strVal val="visible"/>
                                      </p:to>
                                    </p:set>
                                    <p:animEffect transition="in" filter="fade">
                                      <p:cBhvr>
                                        <p:cTn id="100" dur="500"/>
                                        <p:tgtEl>
                                          <p:spTgt spid="72"/>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73"/>
                                        </p:tgtEl>
                                        <p:attrNameLst>
                                          <p:attrName>style.visibility</p:attrName>
                                        </p:attrNameLst>
                                      </p:cBhvr>
                                      <p:to>
                                        <p:strVal val="visible"/>
                                      </p:to>
                                    </p:set>
                                    <p:animEffect transition="in" filter="fade">
                                      <p:cBhvr>
                                        <p:cTn id="103" dur="500"/>
                                        <p:tgtEl>
                                          <p:spTgt spid="73"/>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4"/>
                                        </p:tgtEl>
                                        <p:attrNameLst>
                                          <p:attrName>style.visibility</p:attrName>
                                        </p:attrNameLst>
                                      </p:cBhvr>
                                      <p:to>
                                        <p:strVal val="visible"/>
                                      </p:to>
                                    </p:set>
                                    <p:animEffect transition="in" filter="fade">
                                      <p:cBhvr>
                                        <p:cTn id="106" dur="500"/>
                                        <p:tgtEl>
                                          <p:spTgt spid="74"/>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75"/>
                                        </p:tgtEl>
                                        <p:attrNameLst>
                                          <p:attrName>style.visibility</p:attrName>
                                        </p:attrNameLst>
                                      </p:cBhvr>
                                      <p:to>
                                        <p:strVal val="visible"/>
                                      </p:to>
                                    </p:set>
                                    <p:animEffect transition="in" filter="fade">
                                      <p:cBhvr>
                                        <p:cTn id="109" dur="500"/>
                                        <p:tgtEl>
                                          <p:spTgt spid="75"/>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76"/>
                                        </p:tgtEl>
                                        <p:attrNameLst>
                                          <p:attrName>style.visibility</p:attrName>
                                        </p:attrNameLst>
                                      </p:cBhvr>
                                      <p:to>
                                        <p:strVal val="visible"/>
                                      </p:to>
                                    </p:set>
                                    <p:animEffect transition="in" filter="fade">
                                      <p:cBhvr>
                                        <p:cTn id="112" dur="500"/>
                                        <p:tgtEl>
                                          <p:spTgt spid="76"/>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77"/>
                                        </p:tgtEl>
                                        <p:attrNameLst>
                                          <p:attrName>style.visibility</p:attrName>
                                        </p:attrNameLst>
                                      </p:cBhvr>
                                      <p:to>
                                        <p:strVal val="visible"/>
                                      </p:to>
                                    </p:set>
                                    <p:animEffect transition="in" filter="fade">
                                      <p:cBhvr>
                                        <p:cTn id="115" dur="500"/>
                                        <p:tgtEl>
                                          <p:spTgt spid="77"/>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78"/>
                                        </p:tgtEl>
                                        <p:attrNameLst>
                                          <p:attrName>style.visibility</p:attrName>
                                        </p:attrNameLst>
                                      </p:cBhvr>
                                      <p:to>
                                        <p:strVal val="visible"/>
                                      </p:to>
                                    </p:set>
                                    <p:animEffect transition="in" filter="fade">
                                      <p:cBhvr>
                                        <p:cTn id="118" dur="500"/>
                                        <p:tgtEl>
                                          <p:spTgt spid="78"/>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79"/>
                                        </p:tgtEl>
                                        <p:attrNameLst>
                                          <p:attrName>style.visibility</p:attrName>
                                        </p:attrNameLst>
                                      </p:cBhvr>
                                      <p:to>
                                        <p:strVal val="visible"/>
                                      </p:to>
                                    </p:set>
                                    <p:animEffect transition="in" filter="fade">
                                      <p:cBhvr>
                                        <p:cTn id="121" dur="500"/>
                                        <p:tgtEl>
                                          <p:spTgt spid="79"/>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80"/>
                                        </p:tgtEl>
                                        <p:attrNameLst>
                                          <p:attrName>style.visibility</p:attrName>
                                        </p:attrNameLst>
                                      </p:cBhvr>
                                      <p:to>
                                        <p:strVal val="visible"/>
                                      </p:to>
                                    </p:set>
                                    <p:animEffect transition="in" filter="fade">
                                      <p:cBhvr>
                                        <p:cTn id="124" dur="500"/>
                                        <p:tgtEl>
                                          <p:spTgt spid="80"/>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81"/>
                                        </p:tgtEl>
                                        <p:attrNameLst>
                                          <p:attrName>style.visibility</p:attrName>
                                        </p:attrNameLst>
                                      </p:cBhvr>
                                      <p:to>
                                        <p:strVal val="visible"/>
                                      </p:to>
                                    </p:set>
                                    <p:animEffect transition="in" filter="fade">
                                      <p:cBhvr>
                                        <p:cTn id="127" dur="500"/>
                                        <p:tgtEl>
                                          <p:spTgt spid="81"/>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82"/>
                                        </p:tgtEl>
                                        <p:attrNameLst>
                                          <p:attrName>style.visibility</p:attrName>
                                        </p:attrNameLst>
                                      </p:cBhvr>
                                      <p:to>
                                        <p:strVal val="visible"/>
                                      </p:to>
                                    </p:set>
                                    <p:animEffect transition="in" filter="fade">
                                      <p:cBhvr>
                                        <p:cTn id="130" dur="500"/>
                                        <p:tgtEl>
                                          <p:spTgt spid="82"/>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83"/>
                                        </p:tgtEl>
                                        <p:attrNameLst>
                                          <p:attrName>style.visibility</p:attrName>
                                        </p:attrNameLst>
                                      </p:cBhvr>
                                      <p:to>
                                        <p:strVal val="visible"/>
                                      </p:to>
                                    </p:set>
                                    <p:animEffect transition="in" filter="fade">
                                      <p:cBhvr>
                                        <p:cTn id="133" dur="500"/>
                                        <p:tgtEl>
                                          <p:spTgt spid="83"/>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84"/>
                                        </p:tgtEl>
                                        <p:attrNameLst>
                                          <p:attrName>style.visibility</p:attrName>
                                        </p:attrNameLst>
                                      </p:cBhvr>
                                      <p:to>
                                        <p:strVal val="visible"/>
                                      </p:to>
                                    </p:set>
                                    <p:animEffect transition="in" filter="fade">
                                      <p:cBhvr>
                                        <p:cTn id="136" dur="500"/>
                                        <p:tgtEl>
                                          <p:spTgt spid="84"/>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85"/>
                                        </p:tgtEl>
                                        <p:attrNameLst>
                                          <p:attrName>style.visibility</p:attrName>
                                        </p:attrNameLst>
                                      </p:cBhvr>
                                      <p:to>
                                        <p:strVal val="visible"/>
                                      </p:to>
                                    </p:set>
                                    <p:animEffect transition="in" filter="fade">
                                      <p:cBhvr>
                                        <p:cTn id="139" dur="500"/>
                                        <p:tgtEl>
                                          <p:spTgt spid="85"/>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86"/>
                                        </p:tgtEl>
                                        <p:attrNameLst>
                                          <p:attrName>style.visibility</p:attrName>
                                        </p:attrNameLst>
                                      </p:cBhvr>
                                      <p:to>
                                        <p:strVal val="visible"/>
                                      </p:to>
                                    </p:set>
                                    <p:animEffect transition="in" filter="fade">
                                      <p:cBhvr>
                                        <p:cTn id="142" dur="500"/>
                                        <p:tgtEl>
                                          <p:spTgt spid="86"/>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87"/>
                                        </p:tgtEl>
                                        <p:attrNameLst>
                                          <p:attrName>style.visibility</p:attrName>
                                        </p:attrNameLst>
                                      </p:cBhvr>
                                      <p:to>
                                        <p:strVal val="visible"/>
                                      </p:to>
                                    </p:set>
                                    <p:animEffect transition="in" filter="fade">
                                      <p:cBhvr>
                                        <p:cTn id="145" dur="500"/>
                                        <p:tgtEl>
                                          <p:spTgt spid="87"/>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88"/>
                                        </p:tgtEl>
                                        <p:attrNameLst>
                                          <p:attrName>style.visibility</p:attrName>
                                        </p:attrNameLst>
                                      </p:cBhvr>
                                      <p:to>
                                        <p:strVal val="visible"/>
                                      </p:to>
                                    </p:set>
                                    <p:animEffect transition="in" filter="fade">
                                      <p:cBhvr>
                                        <p:cTn id="148" dur="500"/>
                                        <p:tgtEl>
                                          <p:spTgt spid="88"/>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89"/>
                                        </p:tgtEl>
                                        <p:attrNameLst>
                                          <p:attrName>style.visibility</p:attrName>
                                        </p:attrNameLst>
                                      </p:cBhvr>
                                      <p:to>
                                        <p:strVal val="visible"/>
                                      </p:to>
                                    </p:set>
                                    <p:animEffect transition="in" filter="fade">
                                      <p:cBhvr>
                                        <p:cTn id="151" dur="500"/>
                                        <p:tgtEl>
                                          <p:spTgt spid="89"/>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90"/>
                                        </p:tgtEl>
                                        <p:attrNameLst>
                                          <p:attrName>style.visibility</p:attrName>
                                        </p:attrNameLst>
                                      </p:cBhvr>
                                      <p:to>
                                        <p:strVal val="visible"/>
                                      </p:to>
                                    </p:set>
                                    <p:animEffect transition="in" filter="fade">
                                      <p:cBhvr>
                                        <p:cTn id="154" dur="500"/>
                                        <p:tgtEl>
                                          <p:spTgt spid="90"/>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91"/>
                                        </p:tgtEl>
                                        <p:attrNameLst>
                                          <p:attrName>style.visibility</p:attrName>
                                        </p:attrNameLst>
                                      </p:cBhvr>
                                      <p:to>
                                        <p:strVal val="visible"/>
                                      </p:to>
                                    </p:set>
                                    <p:animEffect transition="in" filter="fade">
                                      <p:cBhvr>
                                        <p:cTn id="157" dur="500"/>
                                        <p:tgtEl>
                                          <p:spTgt spid="91"/>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92"/>
                                        </p:tgtEl>
                                        <p:attrNameLst>
                                          <p:attrName>style.visibility</p:attrName>
                                        </p:attrNameLst>
                                      </p:cBhvr>
                                      <p:to>
                                        <p:strVal val="visible"/>
                                      </p:to>
                                    </p:set>
                                    <p:animEffect transition="in" filter="fade">
                                      <p:cBhvr>
                                        <p:cTn id="160" dur="500"/>
                                        <p:tgtEl>
                                          <p:spTgt spid="92"/>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93"/>
                                        </p:tgtEl>
                                        <p:attrNameLst>
                                          <p:attrName>style.visibility</p:attrName>
                                        </p:attrNameLst>
                                      </p:cBhvr>
                                      <p:to>
                                        <p:strVal val="visible"/>
                                      </p:to>
                                    </p:set>
                                    <p:animEffect transition="in" filter="fade">
                                      <p:cBhvr>
                                        <p:cTn id="163" dur="500"/>
                                        <p:tgtEl>
                                          <p:spTgt spid="93"/>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94"/>
                                        </p:tgtEl>
                                        <p:attrNameLst>
                                          <p:attrName>style.visibility</p:attrName>
                                        </p:attrNameLst>
                                      </p:cBhvr>
                                      <p:to>
                                        <p:strVal val="visible"/>
                                      </p:to>
                                    </p:set>
                                    <p:animEffect transition="in" filter="fade">
                                      <p:cBhvr>
                                        <p:cTn id="166" dur="500"/>
                                        <p:tgtEl>
                                          <p:spTgt spid="94"/>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95"/>
                                        </p:tgtEl>
                                        <p:attrNameLst>
                                          <p:attrName>style.visibility</p:attrName>
                                        </p:attrNameLst>
                                      </p:cBhvr>
                                      <p:to>
                                        <p:strVal val="visible"/>
                                      </p:to>
                                    </p:set>
                                    <p:animEffect transition="in" filter="fade">
                                      <p:cBhvr>
                                        <p:cTn id="169" dur="500"/>
                                        <p:tgtEl>
                                          <p:spTgt spid="95"/>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97"/>
                                        </p:tgtEl>
                                        <p:attrNameLst>
                                          <p:attrName>style.visibility</p:attrName>
                                        </p:attrNameLst>
                                      </p:cBhvr>
                                      <p:to>
                                        <p:strVal val="visible"/>
                                      </p:to>
                                    </p:set>
                                    <p:animEffect transition="in" filter="fade">
                                      <p:cBhvr>
                                        <p:cTn id="172" dur="500"/>
                                        <p:tgtEl>
                                          <p:spTgt spid="97"/>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98"/>
                                        </p:tgtEl>
                                        <p:attrNameLst>
                                          <p:attrName>style.visibility</p:attrName>
                                        </p:attrNameLst>
                                      </p:cBhvr>
                                      <p:to>
                                        <p:strVal val="visible"/>
                                      </p:to>
                                    </p:set>
                                    <p:animEffect transition="in" filter="fade">
                                      <p:cBhvr>
                                        <p:cTn id="175" dur="500"/>
                                        <p:tgtEl>
                                          <p:spTgt spid="98"/>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99"/>
                                        </p:tgtEl>
                                        <p:attrNameLst>
                                          <p:attrName>style.visibility</p:attrName>
                                        </p:attrNameLst>
                                      </p:cBhvr>
                                      <p:to>
                                        <p:strVal val="visible"/>
                                      </p:to>
                                    </p:set>
                                    <p:animEffect transition="in" filter="fade">
                                      <p:cBhvr>
                                        <p:cTn id="178" dur="500"/>
                                        <p:tgtEl>
                                          <p:spTgt spid="99"/>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100"/>
                                        </p:tgtEl>
                                        <p:attrNameLst>
                                          <p:attrName>style.visibility</p:attrName>
                                        </p:attrNameLst>
                                      </p:cBhvr>
                                      <p:to>
                                        <p:strVal val="visible"/>
                                      </p:to>
                                    </p:set>
                                    <p:animEffect transition="in" filter="fade">
                                      <p:cBhvr>
                                        <p:cTn id="181" dur="500"/>
                                        <p:tgtEl>
                                          <p:spTgt spid="100"/>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102"/>
                                        </p:tgtEl>
                                        <p:attrNameLst>
                                          <p:attrName>style.visibility</p:attrName>
                                        </p:attrNameLst>
                                      </p:cBhvr>
                                      <p:to>
                                        <p:strVal val="visible"/>
                                      </p:to>
                                    </p:set>
                                    <p:animEffect transition="in" filter="fade">
                                      <p:cBhvr>
                                        <p:cTn id="184" dur="500"/>
                                        <p:tgtEl>
                                          <p:spTgt spid="102"/>
                                        </p:tgtEl>
                                      </p:cBhvr>
                                    </p:animEffect>
                                  </p:childTnLst>
                                </p:cTn>
                              </p:par>
                            </p:childTnLst>
                          </p:cTn>
                        </p:par>
                      </p:childTnLst>
                    </p:cTn>
                  </p:par>
                  <p:par>
                    <p:cTn id="185" fill="hold">
                      <p:stCondLst>
                        <p:cond delay="indefinite"/>
                      </p:stCondLst>
                      <p:childTnLst>
                        <p:par>
                          <p:cTn id="186" fill="hold">
                            <p:stCondLst>
                              <p:cond delay="0"/>
                            </p:stCondLst>
                            <p:childTnLst>
                              <p:par>
                                <p:cTn id="187" presetID="10" presetClass="entr" presetSubtype="0" fill="hold" grpId="0" nodeType="clickEffect">
                                  <p:stCondLst>
                                    <p:cond delay="0"/>
                                  </p:stCondLst>
                                  <p:childTnLst>
                                    <p:set>
                                      <p:cBhvr>
                                        <p:cTn id="188" dur="1" fill="hold">
                                          <p:stCondLst>
                                            <p:cond delay="0"/>
                                          </p:stCondLst>
                                        </p:cTn>
                                        <p:tgtEl>
                                          <p:spTgt spid="101"/>
                                        </p:tgtEl>
                                        <p:attrNameLst>
                                          <p:attrName>style.visibility</p:attrName>
                                        </p:attrNameLst>
                                      </p:cBhvr>
                                      <p:to>
                                        <p:strVal val="visible"/>
                                      </p:to>
                                    </p:set>
                                    <p:animEffect transition="in" filter="fade">
                                      <p:cBhvr>
                                        <p:cTn id="189"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3" grpId="0" animBg="1"/>
      <p:bldP spid="24" grpId="0" animBg="1"/>
      <p:bldP spid="25" grpId="0" animBg="1"/>
      <p:bldP spid="26" grpId="0" animBg="1"/>
      <p:bldP spid="27" grpId="0" animBg="1"/>
      <p:bldP spid="28" grpId="0" animBg="1"/>
      <p:bldP spid="29" grpId="0" animBg="1"/>
      <p:bldP spid="30" grpId="0" animBg="1"/>
      <p:bldP spid="47" grpId="0" animBg="1"/>
      <p:bldP spid="48" grpId="0" animBg="1"/>
      <p:bldP spid="49" grpId="0" animBg="1"/>
      <p:bldP spid="50" grpId="0" animBg="1"/>
      <p:bldP spid="53" grpId="0" animBg="1"/>
      <p:bldP spid="56" grpId="0"/>
      <p:bldP spid="58" grpId="0" animBg="1"/>
      <p:bldP spid="59" grpId="0"/>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p:bldP spid="97" grpId="0"/>
      <p:bldP spid="98" grpId="0"/>
      <p:bldP spid="99" grpId="0"/>
      <p:bldP spid="100" grpId="0"/>
      <p:bldP spid="101" grpId="0" animBg="1"/>
      <p:bldP spid="10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 name="Groupe 80">
            <a:extLst>
              <a:ext uri="{FF2B5EF4-FFF2-40B4-BE49-F238E27FC236}">
                <a16:creationId xmlns:a16="http://schemas.microsoft.com/office/drawing/2014/main" id="{C3A1658A-F14C-21C5-0420-3DDFE57638B0}"/>
              </a:ext>
            </a:extLst>
          </p:cNvPr>
          <p:cNvGrpSpPr/>
          <p:nvPr/>
        </p:nvGrpSpPr>
        <p:grpSpPr>
          <a:xfrm>
            <a:off x="-13400" y="2464322"/>
            <a:ext cx="7340968" cy="1929355"/>
            <a:chOff x="1" y="2863977"/>
            <a:chExt cx="9726017" cy="1929355"/>
          </a:xfrm>
        </p:grpSpPr>
        <p:sp>
          <p:nvSpPr>
            <p:cNvPr id="85" name="Rectangle 84">
              <a:extLst>
                <a:ext uri="{FF2B5EF4-FFF2-40B4-BE49-F238E27FC236}">
                  <a16:creationId xmlns:a16="http://schemas.microsoft.com/office/drawing/2014/main" id="{274F9BA2-1C73-2411-2870-D3672C59CCF4}"/>
                </a:ext>
              </a:extLst>
            </p:cNvPr>
            <p:cNvSpPr/>
            <p:nvPr/>
          </p:nvSpPr>
          <p:spPr>
            <a:xfrm>
              <a:off x="1" y="2863977"/>
              <a:ext cx="9587122"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Les différents types de solution de médiation proposés par la plateforme</a:t>
              </a:r>
            </a:p>
          </p:txBody>
        </p:sp>
        <p:sp>
          <p:nvSpPr>
            <p:cNvPr id="87" name="Rectangle 86">
              <a:extLst>
                <a:ext uri="{FF2B5EF4-FFF2-40B4-BE49-F238E27FC236}">
                  <a16:creationId xmlns:a16="http://schemas.microsoft.com/office/drawing/2014/main" id="{E38B2E64-D4D5-2B6B-BF7C-5D39A65AA264}"/>
                </a:ext>
              </a:extLst>
            </p:cNvPr>
            <p:cNvSpPr/>
            <p:nvPr/>
          </p:nvSpPr>
          <p:spPr>
            <a:xfrm>
              <a:off x="9487860" y="2863977"/>
              <a:ext cx="238158" cy="1929355"/>
            </a:xfrm>
            <a:prstGeom prst="rect">
              <a:avLst/>
            </a:prstGeom>
            <a:solidFill>
              <a:srgbClr val="006C9F">
                <a:alpha val="636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7BB83A"/>
                </a:solidFill>
                <a:effectLst/>
                <a:uLnTx/>
                <a:uFillTx/>
                <a:latin typeface="Arial"/>
                <a:ea typeface="+mn-ea"/>
                <a:cs typeface="+mn-cs"/>
              </a:endParaRPr>
            </a:p>
          </p:txBody>
        </p:sp>
      </p:grpSp>
      <p:pic>
        <p:nvPicPr>
          <p:cNvPr id="58" name="Picture 4" descr="Médiation de la consommation : une solution pour régler les litiges à  l'amiable | Dossier Familial | Dossier Familial">
            <a:extLst>
              <a:ext uri="{FF2B5EF4-FFF2-40B4-BE49-F238E27FC236}">
                <a16:creationId xmlns:a16="http://schemas.microsoft.com/office/drawing/2014/main" id="{6E1962DF-D432-29B8-18AD-D9AB9DD35BE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4749" r="20849"/>
          <a:stretch/>
        </p:blipFill>
        <p:spPr bwMode="auto">
          <a:xfrm>
            <a:off x="7273458" y="0"/>
            <a:ext cx="4925423" cy="6858000"/>
          </a:xfrm>
          <a:prstGeom prst="rect">
            <a:avLst/>
          </a:prstGeom>
          <a:noFill/>
          <a:extLst>
            <a:ext uri="{909E8E84-426E-40DD-AFC4-6F175D3DCCD1}">
              <a14:hiddenFill xmlns:a14="http://schemas.microsoft.com/office/drawing/2010/main">
                <a:solidFill>
                  <a:srgbClr val="FFFFFF"/>
                </a:solidFill>
              </a14:hiddenFill>
            </a:ext>
          </a:extLst>
        </p:spPr>
      </p:pic>
      <p:sp>
        <p:nvSpPr>
          <p:cNvPr id="92" name="Rectangle 91">
            <a:extLst>
              <a:ext uri="{FF2B5EF4-FFF2-40B4-BE49-F238E27FC236}">
                <a16:creationId xmlns:a16="http://schemas.microsoft.com/office/drawing/2014/main" id="{484A9F92-A02A-7E4D-52B5-414BE76161CD}"/>
              </a:ext>
            </a:extLst>
          </p:cNvPr>
          <p:cNvSpPr/>
          <p:nvPr>
            <p:custDataLst>
              <p:tags r:id="rId1"/>
            </p:custDataLst>
          </p:nvPr>
        </p:nvSpPr>
        <p:spPr>
          <a:xfrm>
            <a:off x="7273457" y="-1"/>
            <a:ext cx="4925423"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grpSp>
        <p:nvGrpSpPr>
          <p:cNvPr id="82" name="Groupe 81">
            <a:extLst>
              <a:ext uri="{FF2B5EF4-FFF2-40B4-BE49-F238E27FC236}">
                <a16:creationId xmlns:a16="http://schemas.microsoft.com/office/drawing/2014/main" id="{E70F0B52-5F52-96BF-AEB5-7BB561F58AF7}"/>
              </a:ext>
            </a:extLst>
          </p:cNvPr>
          <p:cNvGrpSpPr>
            <a:grpSpLocks noChangeAspect="1"/>
          </p:cNvGrpSpPr>
          <p:nvPr/>
        </p:nvGrpSpPr>
        <p:grpSpPr>
          <a:xfrm>
            <a:off x="102722" y="3105000"/>
            <a:ext cx="648000" cy="648000"/>
            <a:chOff x="7838379" y="2027071"/>
            <a:chExt cx="748248" cy="748248"/>
          </a:xfrm>
        </p:grpSpPr>
        <p:sp>
          <p:nvSpPr>
            <p:cNvPr id="83" name="Oval 9">
              <a:extLst>
                <a:ext uri="{FF2B5EF4-FFF2-40B4-BE49-F238E27FC236}">
                  <a16:creationId xmlns:a16="http://schemas.microsoft.com/office/drawing/2014/main" id="{09E29480-55AA-1E9C-126F-CA7521CCEBF8}"/>
                </a:ext>
              </a:extLst>
            </p:cNvPr>
            <p:cNvSpPr/>
            <p:nvPr/>
          </p:nvSpPr>
          <p:spPr>
            <a:xfrm>
              <a:off x="7838379" y="2027071"/>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en-US" sz="2800" spc="300">
                <a:latin typeface="Arial" charset="0"/>
                <a:ea typeface="Arial" charset="0"/>
                <a:cs typeface="Arial" charset="0"/>
              </a:endParaRPr>
            </a:p>
          </p:txBody>
        </p:sp>
        <p:pic>
          <p:nvPicPr>
            <p:cNvPr id="84" name="Picture 4">
              <a:extLst>
                <a:ext uri="{FF2B5EF4-FFF2-40B4-BE49-F238E27FC236}">
                  <a16:creationId xmlns:a16="http://schemas.microsoft.com/office/drawing/2014/main" id="{F8A65C2C-4798-8D41-7566-F72A0D9650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49721" y="2151620"/>
              <a:ext cx="513183" cy="513183"/>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Espace réservé du texte 18">
            <a:extLst>
              <a:ext uri="{FF2B5EF4-FFF2-40B4-BE49-F238E27FC236}">
                <a16:creationId xmlns:a16="http://schemas.microsoft.com/office/drawing/2014/main" id="{17688D16-B2D3-149E-65C9-3FBBDBD76785}"/>
              </a:ext>
            </a:extLst>
          </p:cNvPr>
          <p:cNvSpPr>
            <a:spLocks noGrp="1"/>
          </p:cNvSpPr>
          <p:nvPr>
            <p:ph type="body" sz="quarter" idx="10"/>
          </p:nvPr>
        </p:nvSpPr>
        <p:spPr>
          <a:xfrm>
            <a:off x="7738548" y="2464321"/>
            <a:ext cx="3839682" cy="1929355"/>
          </a:xfrm>
        </p:spPr>
        <p:txBody>
          <a:bodyPr/>
          <a:lstStyle/>
          <a:p>
            <a:pPr algn="ctr"/>
            <a:r>
              <a:rPr lang="fr-FR" sz="4800"/>
              <a:t>Synthèse des solutions</a:t>
            </a:r>
          </a:p>
        </p:txBody>
      </p:sp>
    </p:spTree>
    <p:extLst>
      <p:ext uri="{BB962C8B-B14F-4D97-AF65-F5344CB8AC3E}">
        <p14:creationId xmlns:p14="http://schemas.microsoft.com/office/powerpoint/2010/main" val="25590421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sz="2000"/>
              <a:t>DES SOLUTIONS Adaptées EN FONCTION des typologies d’échanges</a:t>
            </a:r>
          </a:p>
        </p:txBody>
      </p:sp>
      <p:grpSp>
        <p:nvGrpSpPr>
          <p:cNvPr id="58" name="Groupe 57">
            <a:extLst>
              <a:ext uri="{FF2B5EF4-FFF2-40B4-BE49-F238E27FC236}">
                <a16:creationId xmlns:a16="http://schemas.microsoft.com/office/drawing/2014/main" id="{C45F7EEE-D6BE-D905-6418-8999387E249F}"/>
              </a:ext>
            </a:extLst>
          </p:cNvPr>
          <p:cNvGrpSpPr/>
          <p:nvPr/>
        </p:nvGrpSpPr>
        <p:grpSpPr>
          <a:xfrm>
            <a:off x="314072" y="5246683"/>
            <a:ext cx="11583362" cy="826453"/>
            <a:chOff x="314072" y="4889174"/>
            <a:chExt cx="11583362" cy="826453"/>
          </a:xfrm>
        </p:grpSpPr>
        <p:sp>
          <p:nvSpPr>
            <p:cNvPr id="59" name="Rectangle à coins arrondis 15">
              <a:extLst>
                <a:ext uri="{FF2B5EF4-FFF2-40B4-BE49-F238E27FC236}">
                  <a16:creationId xmlns:a16="http://schemas.microsoft.com/office/drawing/2014/main" id="{94A70A13-FFB9-7142-7D48-ADF0154E75F7}"/>
                </a:ext>
              </a:extLst>
            </p:cNvPr>
            <p:cNvSpPr/>
            <p:nvPr/>
          </p:nvSpPr>
          <p:spPr bwMode="auto">
            <a:xfrm>
              <a:off x="976573" y="4889174"/>
              <a:ext cx="10920861" cy="731616"/>
            </a:xfrm>
            <a:prstGeom prst="roundRect">
              <a:avLst>
                <a:gd name="adj" fmla="val 2064"/>
              </a:avLst>
            </a:prstGeom>
            <a:noFill/>
            <a:ln>
              <a:noFill/>
              <a:headEnd/>
              <a:tailEn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0" tIns="72000" rIns="72000" bIns="36000" numCol="1" spcCol="0" rtlCol="0" fromWordArt="0" anchor="t" anchorCtr="0" forceAA="0" compatLnSpc="1">
              <a:prstTxWarp prst="textNoShape">
                <a:avLst/>
              </a:prstTxWarp>
              <a:spAutoFit/>
            </a:bodyPr>
            <a:lstStyle/>
            <a:p>
              <a:pPr algn="ctr">
                <a:buClr>
                  <a:schemeClr val="accent1">
                    <a:lumMod val="75000"/>
                  </a:schemeClr>
                </a:buClr>
              </a:pPr>
              <a:r>
                <a:rPr lang="fr-FR" sz="2000" b="1">
                  <a:solidFill>
                    <a:schemeClr val="accent1"/>
                  </a:solidFill>
                </a:rPr>
                <a:t>Zones de recouvrement entre les solutions ESB et API Management. </a:t>
              </a:r>
            </a:p>
            <a:p>
              <a:pPr algn="ctr">
                <a:buClr>
                  <a:schemeClr val="accent1">
                    <a:lumMod val="75000"/>
                  </a:schemeClr>
                </a:buClr>
              </a:pPr>
              <a:r>
                <a:rPr lang="fr-FR" sz="2000" b="1">
                  <a:solidFill>
                    <a:schemeClr val="accent1"/>
                  </a:solidFill>
                </a:rPr>
                <a:t>Les technologies de Stream </a:t>
              </a:r>
              <a:r>
                <a:rPr lang="fr-FR" sz="2000" b="1" err="1">
                  <a:solidFill>
                    <a:schemeClr val="accent1"/>
                  </a:solidFill>
                </a:rPr>
                <a:t>processing</a:t>
              </a:r>
              <a:r>
                <a:rPr lang="fr-FR" sz="2000" b="1">
                  <a:solidFill>
                    <a:schemeClr val="accent1"/>
                  </a:solidFill>
                </a:rPr>
                <a:t> bousculent le MOM et parfois l’ETL</a:t>
              </a:r>
            </a:p>
          </p:txBody>
        </p:sp>
        <p:pic>
          <p:nvPicPr>
            <p:cNvPr id="60" name="Picture 2">
              <a:extLst>
                <a:ext uri="{FF2B5EF4-FFF2-40B4-BE49-F238E27FC236}">
                  <a16:creationId xmlns:a16="http://schemas.microsoft.com/office/drawing/2014/main" id="{9851523F-C614-E319-7C9F-94BD6131BD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314072" y="4918638"/>
              <a:ext cx="796989" cy="79698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1" name="Groupe 60">
            <a:extLst>
              <a:ext uri="{FF2B5EF4-FFF2-40B4-BE49-F238E27FC236}">
                <a16:creationId xmlns:a16="http://schemas.microsoft.com/office/drawing/2014/main" id="{F5E14F9C-A033-4F7E-1942-81EE4B3ADEA3}"/>
              </a:ext>
            </a:extLst>
          </p:cNvPr>
          <p:cNvGrpSpPr/>
          <p:nvPr/>
        </p:nvGrpSpPr>
        <p:grpSpPr>
          <a:xfrm>
            <a:off x="996329" y="2046543"/>
            <a:ext cx="2129590" cy="2066690"/>
            <a:chOff x="1175084" y="1854042"/>
            <a:chExt cx="2129590" cy="2066690"/>
          </a:xfrm>
        </p:grpSpPr>
        <p:sp>
          <p:nvSpPr>
            <p:cNvPr id="62" name="Rectangle : coins arrondis 61">
              <a:extLst>
                <a:ext uri="{FF2B5EF4-FFF2-40B4-BE49-F238E27FC236}">
                  <a16:creationId xmlns:a16="http://schemas.microsoft.com/office/drawing/2014/main" id="{3B654C2C-A374-234D-31E2-1A3B8F80F917}"/>
                </a:ext>
              </a:extLst>
            </p:cNvPr>
            <p:cNvSpPr/>
            <p:nvPr/>
          </p:nvSpPr>
          <p:spPr>
            <a:xfrm>
              <a:off x="1175084" y="1854042"/>
              <a:ext cx="2129590" cy="830179"/>
            </a:xfrm>
            <a:prstGeom prst="roundRect">
              <a:avLst/>
            </a:prstGeom>
            <a:noFill/>
            <a:ln>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Technologies &amp; standards</a:t>
              </a:r>
            </a:p>
          </p:txBody>
        </p:sp>
        <p:sp>
          <p:nvSpPr>
            <p:cNvPr id="63" name="Rectangle : coins arrondis 62">
              <a:extLst>
                <a:ext uri="{FF2B5EF4-FFF2-40B4-BE49-F238E27FC236}">
                  <a16:creationId xmlns:a16="http://schemas.microsoft.com/office/drawing/2014/main" id="{FF4A4B97-BDFF-79E6-3FB7-B8B6F777E32D}"/>
                </a:ext>
              </a:extLst>
            </p:cNvPr>
            <p:cNvSpPr/>
            <p:nvPr/>
          </p:nvSpPr>
          <p:spPr>
            <a:xfrm>
              <a:off x="1175084" y="3090553"/>
              <a:ext cx="2129590" cy="830179"/>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Développement spécifique</a:t>
              </a:r>
              <a:endParaRPr lang="en-US">
                <a:solidFill>
                  <a:schemeClr val="tx1"/>
                </a:solidFill>
              </a:endParaRPr>
            </a:p>
          </p:txBody>
        </p:sp>
      </p:grpSp>
      <p:grpSp>
        <p:nvGrpSpPr>
          <p:cNvPr id="64" name="Groupe 63">
            <a:extLst>
              <a:ext uri="{FF2B5EF4-FFF2-40B4-BE49-F238E27FC236}">
                <a16:creationId xmlns:a16="http://schemas.microsoft.com/office/drawing/2014/main" id="{CD5D07A9-1D67-CED5-31CA-29035DBB9033}"/>
              </a:ext>
            </a:extLst>
          </p:cNvPr>
          <p:cNvGrpSpPr/>
          <p:nvPr/>
        </p:nvGrpSpPr>
        <p:grpSpPr>
          <a:xfrm>
            <a:off x="3637833" y="1461640"/>
            <a:ext cx="2129590" cy="3292642"/>
            <a:chOff x="3635542" y="1269139"/>
            <a:chExt cx="2129590" cy="3292642"/>
          </a:xfrm>
        </p:grpSpPr>
        <p:sp>
          <p:nvSpPr>
            <p:cNvPr id="65" name="Rectangle : coins arrondis 64">
              <a:extLst>
                <a:ext uri="{FF2B5EF4-FFF2-40B4-BE49-F238E27FC236}">
                  <a16:creationId xmlns:a16="http://schemas.microsoft.com/office/drawing/2014/main" id="{4DCB1846-F93B-8CE5-9D1D-197080C515B2}"/>
                </a:ext>
              </a:extLst>
            </p:cNvPr>
            <p:cNvSpPr/>
            <p:nvPr/>
          </p:nvSpPr>
          <p:spPr>
            <a:xfrm>
              <a:off x="3635542" y="1269139"/>
              <a:ext cx="2129590" cy="830179"/>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Exposition de services</a:t>
              </a:r>
              <a:endParaRPr lang="en-US">
                <a:solidFill>
                  <a:schemeClr val="tx1"/>
                </a:solidFill>
              </a:endParaRPr>
            </a:p>
          </p:txBody>
        </p:sp>
        <p:sp>
          <p:nvSpPr>
            <p:cNvPr id="66" name="Rectangle : coins arrondis 65">
              <a:extLst>
                <a:ext uri="{FF2B5EF4-FFF2-40B4-BE49-F238E27FC236}">
                  <a16:creationId xmlns:a16="http://schemas.microsoft.com/office/drawing/2014/main" id="{6800CAD3-61B2-03D8-E483-6B4692894E8E}"/>
                </a:ext>
              </a:extLst>
            </p:cNvPr>
            <p:cNvSpPr/>
            <p:nvPr/>
          </p:nvSpPr>
          <p:spPr>
            <a:xfrm>
              <a:off x="3635542" y="2500371"/>
              <a:ext cx="2129590" cy="83017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Echanges de messages</a:t>
              </a:r>
              <a:endParaRPr lang="en-US">
                <a:solidFill>
                  <a:schemeClr val="tx1"/>
                </a:solidFill>
              </a:endParaRPr>
            </a:p>
          </p:txBody>
        </p:sp>
        <p:sp>
          <p:nvSpPr>
            <p:cNvPr id="67" name="Rectangle : coins arrondis 66">
              <a:extLst>
                <a:ext uri="{FF2B5EF4-FFF2-40B4-BE49-F238E27FC236}">
                  <a16:creationId xmlns:a16="http://schemas.microsoft.com/office/drawing/2014/main" id="{9819A66E-792B-AB35-3F43-CD728B02F809}"/>
                </a:ext>
              </a:extLst>
            </p:cNvPr>
            <p:cNvSpPr/>
            <p:nvPr/>
          </p:nvSpPr>
          <p:spPr>
            <a:xfrm>
              <a:off x="3635542" y="3731602"/>
              <a:ext cx="2129590" cy="830179"/>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Echanges de volumes/fichiers</a:t>
              </a:r>
              <a:endParaRPr lang="en-US">
                <a:solidFill>
                  <a:schemeClr val="tx1"/>
                </a:solidFill>
              </a:endParaRPr>
            </a:p>
          </p:txBody>
        </p:sp>
      </p:grpSp>
      <p:grpSp>
        <p:nvGrpSpPr>
          <p:cNvPr id="68" name="Groupe 67">
            <a:extLst>
              <a:ext uri="{FF2B5EF4-FFF2-40B4-BE49-F238E27FC236}">
                <a16:creationId xmlns:a16="http://schemas.microsoft.com/office/drawing/2014/main" id="{F5D03E8F-094A-2520-A5CD-F58B883F060E}"/>
              </a:ext>
            </a:extLst>
          </p:cNvPr>
          <p:cNvGrpSpPr/>
          <p:nvPr/>
        </p:nvGrpSpPr>
        <p:grpSpPr>
          <a:xfrm>
            <a:off x="6279337" y="1461639"/>
            <a:ext cx="2129590" cy="3295259"/>
            <a:chOff x="6279337" y="1269138"/>
            <a:chExt cx="2129590" cy="3295259"/>
          </a:xfrm>
        </p:grpSpPr>
        <p:sp>
          <p:nvSpPr>
            <p:cNvPr id="69" name="Rectangle : coins arrondis 68">
              <a:extLst>
                <a:ext uri="{FF2B5EF4-FFF2-40B4-BE49-F238E27FC236}">
                  <a16:creationId xmlns:a16="http://schemas.microsoft.com/office/drawing/2014/main" id="{F538A2FD-70DD-1A86-2D34-907B88936B74}"/>
                </a:ext>
              </a:extLst>
            </p:cNvPr>
            <p:cNvSpPr/>
            <p:nvPr/>
          </p:nvSpPr>
          <p:spPr>
            <a:xfrm>
              <a:off x="6279337" y="1269138"/>
              <a:ext cx="2129590" cy="830179"/>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API Management</a:t>
              </a:r>
            </a:p>
          </p:txBody>
        </p:sp>
        <p:sp>
          <p:nvSpPr>
            <p:cNvPr id="70" name="Rectangle : coins arrondis 69">
              <a:extLst>
                <a:ext uri="{FF2B5EF4-FFF2-40B4-BE49-F238E27FC236}">
                  <a16:creationId xmlns:a16="http://schemas.microsoft.com/office/drawing/2014/main" id="{DC53A1B8-9D32-0DC6-719E-090464F7F920}"/>
                </a:ext>
              </a:extLst>
            </p:cNvPr>
            <p:cNvSpPr/>
            <p:nvPr/>
          </p:nvSpPr>
          <p:spPr>
            <a:xfrm>
              <a:off x="6279337" y="2501678"/>
              <a:ext cx="2129590" cy="83017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MOM – EAI</a:t>
              </a:r>
            </a:p>
            <a:p>
              <a:pPr algn="ctr"/>
              <a:r>
                <a:rPr lang="fr-FR">
                  <a:solidFill>
                    <a:schemeClr val="tx1"/>
                  </a:solidFill>
                </a:rPr>
                <a:t>ESB</a:t>
              </a:r>
              <a:endParaRPr lang="en-US">
                <a:solidFill>
                  <a:schemeClr val="tx1"/>
                </a:solidFill>
              </a:endParaRPr>
            </a:p>
          </p:txBody>
        </p:sp>
        <p:sp>
          <p:nvSpPr>
            <p:cNvPr id="71" name="Rectangle : coins arrondis 70">
              <a:extLst>
                <a:ext uri="{FF2B5EF4-FFF2-40B4-BE49-F238E27FC236}">
                  <a16:creationId xmlns:a16="http://schemas.microsoft.com/office/drawing/2014/main" id="{76DAA189-D009-21F9-40AE-1D4391F29A29}"/>
                </a:ext>
              </a:extLst>
            </p:cNvPr>
            <p:cNvSpPr/>
            <p:nvPr/>
          </p:nvSpPr>
          <p:spPr>
            <a:xfrm>
              <a:off x="6279337" y="3734218"/>
              <a:ext cx="2129590" cy="830179"/>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ETL</a:t>
              </a:r>
              <a:endParaRPr lang="en-US">
                <a:solidFill>
                  <a:schemeClr val="tx1"/>
                </a:solidFill>
              </a:endParaRPr>
            </a:p>
          </p:txBody>
        </p:sp>
      </p:grpSp>
      <p:sp>
        <p:nvSpPr>
          <p:cNvPr id="72" name="Rectangle : coins arrondis 71">
            <a:extLst>
              <a:ext uri="{FF2B5EF4-FFF2-40B4-BE49-F238E27FC236}">
                <a16:creationId xmlns:a16="http://schemas.microsoft.com/office/drawing/2014/main" id="{2EEB1D32-1C31-0BCD-2794-C0E15A45E30C}"/>
              </a:ext>
            </a:extLst>
          </p:cNvPr>
          <p:cNvSpPr/>
          <p:nvPr/>
        </p:nvSpPr>
        <p:spPr>
          <a:xfrm>
            <a:off x="8520411" y="2674984"/>
            <a:ext cx="2129590" cy="2103326"/>
          </a:xfrm>
          <a:prstGeom prst="round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Stream </a:t>
            </a:r>
            <a:r>
              <a:rPr lang="fr-FR" err="1">
                <a:solidFill>
                  <a:schemeClr val="tx1"/>
                </a:solidFill>
              </a:rPr>
              <a:t>Processing</a:t>
            </a:r>
            <a:endParaRPr lang="en-US">
              <a:solidFill>
                <a:schemeClr val="tx1"/>
              </a:solidFill>
            </a:endParaRPr>
          </a:p>
        </p:txBody>
      </p:sp>
      <p:sp>
        <p:nvSpPr>
          <p:cNvPr id="73" name="Accolade ouvrante 72">
            <a:extLst>
              <a:ext uri="{FF2B5EF4-FFF2-40B4-BE49-F238E27FC236}">
                <a16:creationId xmlns:a16="http://schemas.microsoft.com/office/drawing/2014/main" id="{5869C342-951A-43DD-C330-3DA46CC175FE}"/>
              </a:ext>
            </a:extLst>
          </p:cNvPr>
          <p:cNvSpPr/>
          <p:nvPr/>
        </p:nvSpPr>
        <p:spPr>
          <a:xfrm>
            <a:off x="3234059" y="1461640"/>
            <a:ext cx="295633" cy="3292642"/>
          </a:xfrm>
          <a:prstGeom prst="leftBrace">
            <a:avLst>
              <a:gd name="adj1" fmla="val 8333"/>
              <a:gd name="adj2" fmla="val 30329"/>
            </a:avLst>
          </a:prstGeom>
          <a:ln w="127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4" name="Accolade ouvrante 73">
            <a:extLst>
              <a:ext uri="{FF2B5EF4-FFF2-40B4-BE49-F238E27FC236}">
                <a16:creationId xmlns:a16="http://schemas.microsoft.com/office/drawing/2014/main" id="{0D3450A6-3E36-3078-4C82-1F8ED1DF3543}"/>
              </a:ext>
            </a:extLst>
          </p:cNvPr>
          <p:cNvSpPr/>
          <p:nvPr/>
        </p:nvSpPr>
        <p:spPr>
          <a:xfrm>
            <a:off x="3234058" y="1461640"/>
            <a:ext cx="295633" cy="3292642"/>
          </a:xfrm>
          <a:prstGeom prst="leftBrace">
            <a:avLst>
              <a:gd name="adj1" fmla="val 8333"/>
              <a:gd name="adj2" fmla="val 69208"/>
            </a:avLst>
          </a:prstGeom>
          <a:ln w="127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5" name="Accolade fermante 74">
            <a:extLst>
              <a:ext uri="{FF2B5EF4-FFF2-40B4-BE49-F238E27FC236}">
                <a16:creationId xmlns:a16="http://schemas.microsoft.com/office/drawing/2014/main" id="{7AB87093-5C66-6D9E-692D-1477A6EF1C50}"/>
              </a:ext>
            </a:extLst>
          </p:cNvPr>
          <p:cNvSpPr/>
          <p:nvPr/>
        </p:nvSpPr>
        <p:spPr>
          <a:xfrm>
            <a:off x="5986324" y="1461640"/>
            <a:ext cx="218440" cy="830179"/>
          </a:xfrm>
          <a:prstGeom prst="rightBrace">
            <a:avLst/>
          </a:prstGeom>
          <a:ln w="127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6" name="Accolade fermante 75">
            <a:extLst>
              <a:ext uri="{FF2B5EF4-FFF2-40B4-BE49-F238E27FC236}">
                <a16:creationId xmlns:a16="http://schemas.microsoft.com/office/drawing/2014/main" id="{8C6F4DD6-0840-4536-EDF3-BFEE69F6DCD1}"/>
              </a:ext>
            </a:extLst>
          </p:cNvPr>
          <p:cNvSpPr/>
          <p:nvPr/>
        </p:nvSpPr>
        <p:spPr>
          <a:xfrm>
            <a:off x="5846624" y="2046543"/>
            <a:ext cx="218440" cy="1476508"/>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7" name="Accolade fermante 76">
            <a:extLst>
              <a:ext uri="{FF2B5EF4-FFF2-40B4-BE49-F238E27FC236}">
                <a16:creationId xmlns:a16="http://schemas.microsoft.com/office/drawing/2014/main" id="{3D9C485A-28FF-0CC7-BC7A-A3291C2DC791}"/>
              </a:ext>
            </a:extLst>
          </p:cNvPr>
          <p:cNvSpPr/>
          <p:nvPr/>
        </p:nvSpPr>
        <p:spPr>
          <a:xfrm>
            <a:off x="5912664" y="3924103"/>
            <a:ext cx="218440" cy="830178"/>
          </a:xfrm>
          <a:prstGeom prst="rightBrace">
            <a:avLst/>
          </a:prstGeom>
          <a:ln w="1270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78" name="Image 77" descr="Une image contenant extérieur, horloge&#10;&#10;Description générée automatiquement">
            <a:extLst>
              <a:ext uri="{FF2B5EF4-FFF2-40B4-BE49-F238E27FC236}">
                <a16:creationId xmlns:a16="http://schemas.microsoft.com/office/drawing/2014/main" id="{2A2C1BCB-DEE1-5EBB-507A-7F6D592E95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14873" y="1150914"/>
            <a:ext cx="547437" cy="547437"/>
          </a:xfrm>
          <a:prstGeom prst="rect">
            <a:avLst/>
          </a:prstGeom>
        </p:spPr>
      </p:pic>
    </p:spTree>
    <p:extLst>
      <p:ext uri="{BB962C8B-B14F-4D97-AF65-F5344CB8AC3E}">
        <p14:creationId xmlns:p14="http://schemas.microsoft.com/office/powerpoint/2010/main" val="218262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 name="Picture 2" descr="BOUYGUES Construction lance les travaux d&amp;amp;#39;extension de la Principauté de  Monaco">
            <a:extLst>
              <a:ext uri="{FF2B5EF4-FFF2-40B4-BE49-F238E27FC236}">
                <a16:creationId xmlns:a16="http://schemas.microsoft.com/office/drawing/2014/main" id="{A4C0064C-4F05-39FA-B59E-160367EE52A8}"/>
              </a:ext>
            </a:extLst>
          </p:cNvPr>
          <p:cNvPicPr>
            <a:picLocks noGrp="1" noChangeAspect="1" noChangeArrowheads="1"/>
          </p:cNvPicPr>
          <p:nvPr>
            <p:ph type="pic" sz="quarter" idx="36"/>
          </p:nvPr>
        </p:nvPicPr>
        <p:blipFill rotWithShape="1">
          <a:blip r:embed="rId4">
            <a:extLst>
              <a:ext uri="{28A0092B-C50C-407E-A947-70E740481C1C}">
                <a14:useLocalDpi xmlns:a14="http://schemas.microsoft.com/office/drawing/2010/main" val="0"/>
              </a:ext>
            </a:extLst>
          </a:blip>
          <a:srcRect l="36130" r="34842"/>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21366" y="0"/>
            <a:ext cx="2986216" cy="6911163"/>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109" name="TextBox 2">
            <a:extLst>
              <a:ext uri="{FF2B5EF4-FFF2-40B4-BE49-F238E27FC236}">
                <a16:creationId xmlns:a16="http://schemas.microsoft.com/office/drawing/2014/main" id="{86DEAAB1-58F7-1643-1D72-3A2815915C34}"/>
              </a:ext>
            </a:extLst>
          </p:cNvPr>
          <p:cNvSpPr txBox="1"/>
          <p:nvPr/>
        </p:nvSpPr>
        <p:spPr>
          <a:xfrm>
            <a:off x="299663" y="3249604"/>
            <a:ext cx="4683270" cy="498598"/>
          </a:xfrm>
          <a:prstGeom prst="rect">
            <a:avLst/>
          </a:prstGeom>
          <a:noFill/>
        </p:spPr>
        <p:txBody>
          <a:bodyPr wrap="none" lIns="0" tIns="0" rIns="0" bIns="0" rtlCol="0">
            <a:spAutoFit/>
          </a:bodyPr>
          <a:lstStyle/>
          <a:p>
            <a:pPr>
              <a:lnSpc>
                <a:spcPct val="90000"/>
              </a:lnSpc>
            </a:pPr>
            <a:r>
              <a:rPr lang="fr-FR" sz="3600" b="1" cap="small">
                <a:latin typeface="+mj-lt"/>
                <a:ea typeface="Arial Black" charset="0"/>
                <a:cs typeface="Arial Black" charset="0"/>
              </a:rPr>
              <a:t>Sommaire Général</a:t>
            </a:r>
          </a:p>
        </p:txBody>
      </p:sp>
      <p:grpSp>
        <p:nvGrpSpPr>
          <p:cNvPr id="8" name="Groupe 7">
            <a:extLst>
              <a:ext uri="{FF2B5EF4-FFF2-40B4-BE49-F238E27FC236}">
                <a16:creationId xmlns:a16="http://schemas.microsoft.com/office/drawing/2014/main" id="{48197E64-79E6-3B35-A1B1-D21B36ED4F93}"/>
              </a:ext>
            </a:extLst>
          </p:cNvPr>
          <p:cNvGrpSpPr/>
          <p:nvPr/>
        </p:nvGrpSpPr>
        <p:grpSpPr>
          <a:xfrm>
            <a:off x="7850842" y="854606"/>
            <a:ext cx="4001451" cy="757130"/>
            <a:chOff x="7840593" y="539905"/>
            <a:chExt cx="4001451" cy="757130"/>
          </a:xfrm>
        </p:grpSpPr>
        <p:sp>
          <p:nvSpPr>
            <p:cNvPr id="102" name="TextBox 4">
              <a:extLst>
                <a:ext uri="{FF2B5EF4-FFF2-40B4-BE49-F238E27FC236}">
                  <a16:creationId xmlns:a16="http://schemas.microsoft.com/office/drawing/2014/main" id="{08EF1DAE-D77A-794C-3B18-C2C6C135E72E}"/>
                </a:ext>
              </a:extLst>
            </p:cNvPr>
            <p:cNvSpPr txBox="1"/>
            <p:nvPr/>
          </p:nvSpPr>
          <p:spPr>
            <a:xfrm>
              <a:off x="8764922" y="539905"/>
              <a:ext cx="3077122" cy="757130"/>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Les différents types de solution de médiation proposés par la plateforme</a:t>
              </a:r>
            </a:p>
          </p:txBody>
        </p:sp>
        <p:grpSp>
          <p:nvGrpSpPr>
            <p:cNvPr id="19" name="Groupe 18">
              <a:extLst>
                <a:ext uri="{FF2B5EF4-FFF2-40B4-BE49-F238E27FC236}">
                  <a16:creationId xmlns:a16="http://schemas.microsoft.com/office/drawing/2014/main" id="{62593689-C68E-7D17-D12E-27E7C73F0F0D}"/>
                </a:ext>
              </a:extLst>
            </p:cNvPr>
            <p:cNvGrpSpPr/>
            <p:nvPr/>
          </p:nvGrpSpPr>
          <p:grpSpPr>
            <a:xfrm>
              <a:off x="7840593" y="544346"/>
              <a:ext cx="748248" cy="748248"/>
              <a:chOff x="7838379" y="2027071"/>
              <a:chExt cx="748248" cy="748248"/>
            </a:xfrm>
          </p:grpSpPr>
          <p:sp>
            <p:nvSpPr>
              <p:cNvPr id="103" name="Oval 9">
                <a:extLst>
                  <a:ext uri="{FF2B5EF4-FFF2-40B4-BE49-F238E27FC236}">
                    <a16:creationId xmlns:a16="http://schemas.microsoft.com/office/drawing/2014/main" id="{8AC00DDB-26A3-6160-4A14-ED454F592BDC}"/>
                  </a:ext>
                </a:extLst>
              </p:cNvPr>
              <p:cNvSpPr/>
              <p:nvPr/>
            </p:nvSpPr>
            <p:spPr>
              <a:xfrm>
                <a:off x="7838379" y="2027071"/>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28" name="Picture 4">
                <a:extLst>
                  <a:ext uri="{FF2B5EF4-FFF2-40B4-BE49-F238E27FC236}">
                    <a16:creationId xmlns:a16="http://schemas.microsoft.com/office/drawing/2014/main" id="{9098DE35-9456-D9E4-2470-55276D99CC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49721" y="2151620"/>
                <a:ext cx="513183" cy="513183"/>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2" name="Groupe 11">
            <a:extLst>
              <a:ext uri="{FF2B5EF4-FFF2-40B4-BE49-F238E27FC236}">
                <a16:creationId xmlns:a16="http://schemas.microsoft.com/office/drawing/2014/main" id="{D5FD5680-8B11-CEC0-E705-DFC67C152ED5}"/>
              </a:ext>
            </a:extLst>
          </p:cNvPr>
          <p:cNvGrpSpPr/>
          <p:nvPr/>
        </p:nvGrpSpPr>
        <p:grpSpPr>
          <a:xfrm>
            <a:off x="7850842" y="5291367"/>
            <a:ext cx="3991202" cy="757130"/>
            <a:chOff x="7824334" y="5106401"/>
            <a:chExt cx="3991202" cy="757130"/>
          </a:xfrm>
        </p:grpSpPr>
        <p:sp>
          <p:nvSpPr>
            <p:cNvPr id="89" name="TextBox 4">
              <a:extLst>
                <a:ext uri="{FF2B5EF4-FFF2-40B4-BE49-F238E27FC236}">
                  <a16:creationId xmlns:a16="http://schemas.microsoft.com/office/drawing/2014/main" id="{BD2AEDCE-071D-F393-9907-B47F1E27AD73}"/>
                </a:ext>
              </a:extLst>
            </p:cNvPr>
            <p:cNvSpPr txBox="1"/>
            <p:nvPr/>
          </p:nvSpPr>
          <p:spPr>
            <a:xfrm>
              <a:off x="8737615" y="5106401"/>
              <a:ext cx="3077921" cy="757130"/>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Les bonnes pratiques opérationnelles, automatisation et supervision</a:t>
              </a:r>
            </a:p>
          </p:txBody>
        </p:sp>
        <p:grpSp>
          <p:nvGrpSpPr>
            <p:cNvPr id="21" name="Groupe 20">
              <a:extLst>
                <a:ext uri="{FF2B5EF4-FFF2-40B4-BE49-F238E27FC236}">
                  <a16:creationId xmlns:a16="http://schemas.microsoft.com/office/drawing/2014/main" id="{FDEFE14B-94AA-AAF6-8ECE-6A3320237E08}"/>
                </a:ext>
              </a:extLst>
            </p:cNvPr>
            <p:cNvGrpSpPr/>
            <p:nvPr/>
          </p:nvGrpSpPr>
          <p:grpSpPr>
            <a:xfrm>
              <a:off x="7824334" y="5115283"/>
              <a:ext cx="748248" cy="748248"/>
              <a:chOff x="7838379" y="3232305"/>
              <a:chExt cx="748248" cy="748248"/>
            </a:xfrm>
          </p:grpSpPr>
          <p:sp>
            <p:nvSpPr>
              <p:cNvPr id="107" name="Oval 9">
                <a:extLst>
                  <a:ext uri="{FF2B5EF4-FFF2-40B4-BE49-F238E27FC236}">
                    <a16:creationId xmlns:a16="http://schemas.microsoft.com/office/drawing/2014/main" id="{C5308948-F558-9251-35A8-5FDB09A594DE}"/>
                  </a:ext>
                </a:extLst>
              </p:cNvPr>
              <p:cNvSpPr/>
              <p:nvPr/>
            </p:nvSpPr>
            <p:spPr>
              <a:xfrm>
                <a:off x="7838379" y="3232305"/>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0" name="Picture 6">
                <a:extLst>
                  <a:ext uri="{FF2B5EF4-FFF2-40B4-BE49-F238E27FC236}">
                    <a16:creationId xmlns:a16="http://schemas.microsoft.com/office/drawing/2014/main" id="{C735BD07-C501-C71F-4664-E00CC83A1D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33803" y="3361557"/>
                <a:ext cx="547558" cy="547558"/>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06" name="TextBox 4">
            <a:extLst>
              <a:ext uri="{FF2B5EF4-FFF2-40B4-BE49-F238E27FC236}">
                <a16:creationId xmlns:a16="http://schemas.microsoft.com/office/drawing/2014/main" id="{421883C2-46B3-C680-CB5E-DB262711A576}"/>
              </a:ext>
            </a:extLst>
          </p:cNvPr>
          <p:cNvSpPr txBox="1"/>
          <p:nvPr/>
        </p:nvSpPr>
        <p:spPr>
          <a:xfrm>
            <a:off x="8764123" y="2187615"/>
            <a:ext cx="3077921" cy="313932"/>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ea typeface="Arial Black" charset="0"/>
                <a:cs typeface="Arial" panose="020B0604020202020204" pitchFamily="34" charset="0"/>
              </a:rPr>
              <a:t>Les solutions</a:t>
            </a:r>
          </a:p>
        </p:txBody>
      </p:sp>
      <p:grpSp>
        <p:nvGrpSpPr>
          <p:cNvPr id="5" name="Groupe 4">
            <a:extLst>
              <a:ext uri="{FF2B5EF4-FFF2-40B4-BE49-F238E27FC236}">
                <a16:creationId xmlns:a16="http://schemas.microsoft.com/office/drawing/2014/main" id="{81A0FAFB-7C86-3F86-3F16-4163063656D4}"/>
              </a:ext>
            </a:extLst>
          </p:cNvPr>
          <p:cNvGrpSpPr/>
          <p:nvPr/>
        </p:nvGrpSpPr>
        <p:grpSpPr>
          <a:xfrm>
            <a:off x="7850842" y="1970458"/>
            <a:ext cx="748248" cy="748248"/>
            <a:chOff x="7850842" y="3000752"/>
            <a:chExt cx="748248" cy="748248"/>
          </a:xfrm>
        </p:grpSpPr>
        <p:sp>
          <p:nvSpPr>
            <p:cNvPr id="91" name="Oval 9">
              <a:extLst>
                <a:ext uri="{FF2B5EF4-FFF2-40B4-BE49-F238E27FC236}">
                  <a16:creationId xmlns:a16="http://schemas.microsoft.com/office/drawing/2014/main" id="{F7CCD40C-B8B7-57DC-BAC1-088D70C552BB}"/>
                </a:ext>
              </a:extLst>
            </p:cNvPr>
            <p:cNvSpPr/>
            <p:nvPr/>
          </p:nvSpPr>
          <p:spPr>
            <a:xfrm>
              <a:off x="7850842" y="300075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4" name="Picture 4">
              <a:extLst>
                <a:ext uri="{FF2B5EF4-FFF2-40B4-BE49-F238E27FC236}">
                  <a16:creationId xmlns:a16="http://schemas.microsoft.com/office/drawing/2014/main" id="{4979967E-38D5-0C35-BB29-2C949F8D45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01619" y="3152828"/>
              <a:ext cx="444095" cy="44409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Groupe 10">
            <a:extLst>
              <a:ext uri="{FF2B5EF4-FFF2-40B4-BE49-F238E27FC236}">
                <a16:creationId xmlns:a16="http://schemas.microsoft.com/office/drawing/2014/main" id="{BDDCCAF4-048E-1FF6-CE94-0FDCDD4702B8}"/>
              </a:ext>
            </a:extLst>
          </p:cNvPr>
          <p:cNvGrpSpPr/>
          <p:nvPr/>
        </p:nvGrpSpPr>
        <p:grpSpPr>
          <a:xfrm>
            <a:off x="7840593" y="4184398"/>
            <a:ext cx="4001451" cy="748248"/>
            <a:chOff x="7840593" y="4028032"/>
            <a:chExt cx="3883237" cy="748248"/>
          </a:xfrm>
        </p:grpSpPr>
        <p:sp>
          <p:nvSpPr>
            <p:cNvPr id="88" name="TextBox 4">
              <a:extLst>
                <a:ext uri="{FF2B5EF4-FFF2-40B4-BE49-F238E27FC236}">
                  <a16:creationId xmlns:a16="http://schemas.microsoft.com/office/drawing/2014/main" id="{AB830EFD-BBA7-C992-5182-2816F99401E8}"/>
                </a:ext>
              </a:extLst>
            </p:cNvPr>
            <p:cNvSpPr txBox="1"/>
            <p:nvPr/>
          </p:nvSpPr>
          <p:spPr>
            <a:xfrm>
              <a:off x="8737615" y="4099472"/>
              <a:ext cx="2986215" cy="535531"/>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Les bonnes pratiques de développement </a:t>
              </a:r>
              <a:r>
                <a:rPr lang="fr-FR" sz="1600" err="1">
                  <a:solidFill>
                    <a:schemeClr val="tx1">
                      <a:lumMod val="50000"/>
                      <a:lumOff val="50000"/>
                    </a:schemeClr>
                  </a:solidFill>
                  <a:latin typeface="Arial" panose="020B0604020202020204" pitchFamily="34" charset="0"/>
                  <a:cs typeface="Arial" panose="020B0604020202020204" pitchFamily="34" charset="0"/>
                </a:rPr>
                <a:t>MuleSoft</a:t>
              </a:r>
              <a:endParaRPr lang="fr-FR" sz="1600">
                <a:solidFill>
                  <a:schemeClr val="tx1">
                    <a:lumMod val="50000"/>
                    <a:lumOff val="50000"/>
                  </a:schemeClr>
                </a:solidFill>
                <a:latin typeface="Arial" panose="020B0604020202020204" pitchFamily="34" charset="0"/>
                <a:cs typeface="Arial" panose="020B0604020202020204" pitchFamily="34" charset="0"/>
              </a:endParaRPr>
            </a:p>
          </p:txBody>
        </p:sp>
        <p:grpSp>
          <p:nvGrpSpPr>
            <p:cNvPr id="7" name="Groupe 6">
              <a:extLst>
                <a:ext uri="{FF2B5EF4-FFF2-40B4-BE49-F238E27FC236}">
                  <a16:creationId xmlns:a16="http://schemas.microsoft.com/office/drawing/2014/main" id="{89BB9A87-FF00-34B6-0BE5-08709ED32CEE}"/>
                </a:ext>
              </a:extLst>
            </p:cNvPr>
            <p:cNvGrpSpPr/>
            <p:nvPr/>
          </p:nvGrpSpPr>
          <p:grpSpPr>
            <a:xfrm>
              <a:off x="7840593" y="4028032"/>
              <a:ext cx="748248" cy="748248"/>
              <a:chOff x="7840593" y="4028032"/>
              <a:chExt cx="748248" cy="748248"/>
            </a:xfrm>
          </p:grpSpPr>
          <p:sp>
            <p:nvSpPr>
              <p:cNvPr id="90" name="Oval 9">
                <a:extLst>
                  <a:ext uri="{FF2B5EF4-FFF2-40B4-BE49-F238E27FC236}">
                    <a16:creationId xmlns:a16="http://schemas.microsoft.com/office/drawing/2014/main" id="{8749325B-B88F-7C12-D6B7-F6880E55616C}"/>
                  </a:ext>
                </a:extLst>
              </p:cNvPr>
              <p:cNvSpPr/>
              <p:nvPr/>
            </p:nvSpPr>
            <p:spPr>
              <a:xfrm>
                <a:off x="7840593" y="402803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 name="Picture 6" descr="MuleSoft Demos">
                <a:extLst>
                  <a:ext uri="{FF2B5EF4-FFF2-40B4-BE49-F238E27FC236}">
                    <a16:creationId xmlns:a16="http://schemas.microsoft.com/office/drawing/2014/main" id="{85B05131-BD78-FE17-DACD-58EB1F68A29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04982" y="4105485"/>
                <a:ext cx="605199" cy="605199"/>
              </a:xfrm>
              <a:prstGeom prst="ellipse">
                <a:avLst/>
              </a:prstGeom>
              <a:ln>
                <a:noFill/>
              </a:ln>
              <a:effectLst/>
              <a:extLst>
                <a:ext uri="{909E8E84-426E-40DD-AFC4-6F175D3DCCD1}">
                  <a14:hiddenFill xmlns:a14="http://schemas.microsoft.com/office/drawing/2010/main">
                    <a:solidFill>
                      <a:srgbClr val="FFFFFF"/>
                    </a:solidFill>
                  </a14:hiddenFill>
                </a:ext>
              </a:extLst>
            </p:spPr>
          </p:pic>
        </p:grpSp>
      </p:grpSp>
      <p:grpSp>
        <p:nvGrpSpPr>
          <p:cNvPr id="29" name="Groupe 28">
            <a:extLst>
              <a:ext uri="{FF2B5EF4-FFF2-40B4-BE49-F238E27FC236}">
                <a16:creationId xmlns:a16="http://schemas.microsoft.com/office/drawing/2014/main" id="{247C108B-85BF-3536-D34C-888C1DE6E4C2}"/>
              </a:ext>
            </a:extLst>
          </p:cNvPr>
          <p:cNvGrpSpPr/>
          <p:nvPr/>
        </p:nvGrpSpPr>
        <p:grpSpPr>
          <a:xfrm>
            <a:off x="7840593" y="3077428"/>
            <a:ext cx="3493451" cy="748248"/>
            <a:chOff x="7840593" y="3418988"/>
            <a:chExt cx="3662785" cy="748248"/>
          </a:xfrm>
        </p:grpSpPr>
        <p:grpSp>
          <p:nvGrpSpPr>
            <p:cNvPr id="3" name="Groupe 2">
              <a:extLst>
                <a:ext uri="{FF2B5EF4-FFF2-40B4-BE49-F238E27FC236}">
                  <a16:creationId xmlns:a16="http://schemas.microsoft.com/office/drawing/2014/main" id="{EC985641-C563-C925-0049-FB751D040C1D}"/>
                </a:ext>
              </a:extLst>
            </p:cNvPr>
            <p:cNvGrpSpPr/>
            <p:nvPr/>
          </p:nvGrpSpPr>
          <p:grpSpPr>
            <a:xfrm>
              <a:off x="7840593" y="3418988"/>
              <a:ext cx="748248" cy="748248"/>
              <a:chOff x="7840593" y="1956699"/>
              <a:chExt cx="748248" cy="748248"/>
            </a:xfrm>
          </p:grpSpPr>
          <p:sp>
            <p:nvSpPr>
              <p:cNvPr id="26" name="Oval 9">
                <a:extLst>
                  <a:ext uri="{FF2B5EF4-FFF2-40B4-BE49-F238E27FC236}">
                    <a16:creationId xmlns:a16="http://schemas.microsoft.com/office/drawing/2014/main" id="{77A9650D-156B-7F57-4DCB-E1FFF42EC093}"/>
                  </a:ext>
                </a:extLst>
              </p:cNvPr>
              <p:cNvSpPr/>
              <p:nvPr/>
            </p:nvSpPr>
            <p:spPr>
              <a:xfrm>
                <a:off x="7840593" y="1956699"/>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2" name="Picture 2">
                <a:extLst>
                  <a:ext uri="{FF2B5EF4-FFF2-40B4-BE49-F238E27FC236}">
                    <a16:creationId xmlns:a16="http://schemas.microsoft.com/office/drawing/2014/main" id="{9320CE04-5CB6-DC6F-9A82-63E80F30824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56649" y="2090120"/>
                <a:ext cx="508469" cy="508469"/>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TextBox 4">
              <a:extLst>
                <a:ext uri="{FF2B5EF4-FFF2-40B4-BE49-F238E27FC236}">
                  <a16:creationId xmlns:a16="http://schemas.microsoft.com/office/drawing/2014/main" id="{20C83A1C-78D2-ACA9-3101-BC4DF94C21C6}"/>
                </a:ext>
              </a:extLst>
            </p:cNvPr>
            <p:cNvSpPr txBox="1"/>
            <p:nvPr/>
          </p:nvSpPr>
          <p:spPr>
            <a:xfrm>
              <a:off x="8764125" y="3531058"/>
              <a:ext cx="2739253" cy="535531"/>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Patterns &amp; Arbres de décision</a:t>
              </a:r>
            </a:p>
          </p:txBody>
        </p:sp>
      </p:grpSp>
      <p:pic>
        <p:nvPicPr>
          <p:cNvPr id="18" name="Picture 2">
            <a:extLst>
              <a:ext uri="{FF2B5EF4-FFF2-40B4-BE49-F238E27FC236}">
                <a16:creationId xmlns:a16="http://schemas.microsoft.com/office/drawing/2014/main" id="{6037A4C1-0E5A-46A6-00B1-073CCA8994C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95857" y="2544424"/>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55600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D206E94-5069-288D-C38F-B1B8315C3622}"/>
              </a:ext>
            </a:extLst>
          </p:cNvPr>
          <p:cNvSpPr/>
          <p:nvPr/>
        </p:nvSpPr>
        <p:spPr>
          <a:xfrm>
            <a:off x="0" y="2464323"/>
            <a:ext cx="5150050"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Les solutions</a:t>
            </a:r>
          </a:p>
        </p:txBody>
      </p:sp>
      <p:grpSp>
        <p:nvGrpSpPr>
          <p:cNvPr id="82" name="Groupe 81">
            <a:extLst>
              <a:ext uri="{FF2B5EF4-FFF2-40B4-BE49-F238E27FC236}">
                <a16:creationId xmlns:a16="http://schemas.microsoft.com/office/drawing/2014/main" id="{881AFC20-4C91-0FB2-CCEA-0DC0504961DE}"/>
              </a:ext>
            </a:extLst>
          </p:cNvPr>
          <p:cNvGrpSpPr/>
          <p:nvPr/>
        </p:nvGrpSpPr>
        <p:grpSpPr>
          <a:xfrm>
            <a:off x="62893" y="3054876"/>
            <a:ext cx="748248" cy="748248"/>
            <a:chOff x="7850842" y="3000752"/>
            <a:chExt cx="748248" cy="748248"/>
          </a:xfrm>
        </p:grpSpPr>
        <p:sp>
          <p:nvSpPr>
            <p:cNvPr id="83" name="Oval 9">
              <a:extLst>
                <a:ext uri="{FF2B5EF4-FFF2-40B4-BE49-F238E27FC236}">
                  <a16:creationId xmlns:a16="http://schemas.microsoft.com/office/drawing/2014/main" id="{BC209772-BBD9-2DDE-B54C-E87ED95A636A}"/>
                </a:ext>
              </a:extLst>
            </p:cNvPr>
            <p:cNvSpPr/>
            <p:nvPr/>
          </p:nvSpPr>
          <p:spPr>
            <a:xfrm>
              <a:off x="7850842" y="300075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84" name="Picture 4">
              <a:extLst>
                <a:ext uri="{FF2B5EF4-FFF2-40B4-BE49-F238E27FC236}">
                  <a16:creationId xmlns:a16="http://schemas.microsoft.com/office/drawing/2014/main" id="{E8E7C68E-24CA-DB8B-5126-2406E2BAD9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1619" y="3152828"/>
              <a:ext cx="444095" cy="444095"/>
            </a:xfrm>
            <a:prstGeom prst="rect">
              <a:avLst/>
            </a:prstGeom>
            <a:noFill/>
            <a:extLst>
              <a:ext uri="{909E8E84-426E-40DD-AFC4-6F175D3DCCD1}">
                <a14:hiddenFill xmlns:a14="http://schemas.microsoft.com/office/drawing/2010/main">
                  <a:solidFill>
                    <a:srgbClr val="FFFFFF"/>
                  </a:solidFill>
                </a14:hiddenFill>
              </a:ext>
            </a:extLst>
          </p:spPr>
        </p:pic>
      </p:grpSp>
      <p:pic>
        <p:nvPicPr>
          <p:cNvPr id="8" name="Picture 2" descr="Détail D'architecture Spirale En Acier Modèle Niveau Abstrait Banque D'Images  Et Photos Libres De Droits. Image 79478581.">
            <a:extLst>
              <a:ext uri="{FF2B5EF4-FFF2-40B4-BE49-F238E27FC236}">
                <a16:creationId xmlns:a16="http://schemas.microsoft.com/office/drawing/2014/main" id="{E4DF5054-7AB9-E143-00DA-70A3271BABA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4848" t="15" r="32552" b="-15"/>
          <a:stretch/>
        </p:blipFill>
        <p:spPr bwMode="auto">
          <a:xfrm>
            <a:off x="5226593" y="5721"/>
            <a:ext cx="2980989" cy="685800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26593" y="5721"/>
            <a:ext cx="2980989"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9" name="AutoShape 8" descr="Ddd images vectorielles, Ddd vecteurs libres de droits | Depositphotos">
            <a:extLst>
              <a:ext uri="{FF2B5EF4-FFF2-40B4-BE49-F238E27FC236}">
                <a16:creationId xmlns:a16="http://schemas.microsoft.com/office/drawing/2014/main" id="{436BAA99-40E7-A3AB-2621-FF583903CA14}"/>
              </a:ext>
            </a:extLst>
          </p:cNvPr>
          <p:cNvSpPr>
            <a:spLocks noChangeAspect="1" noChangeArrowheads="1"/>
          </p:cNvSpPr>
          <p:nvPr/>
        </p:nvSpPr>
        <p:spPr bwMode="auto">
          <a:xfrm>
            <a:off x="2348564" y="3276600"/>
            <a:ext cx="3899836" cy="389983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pSp>
        <p:nvGrpSpPr>
          <p:cNvPr id="7" name="Groupe 6">
            <a:extLst>
              <a:ext uri="{FF2B5EF4-FFF2-40B4-BE49-F238E27FC236}">
                <a16:creationId xmlns:a16="http://schemas.microsoft.com/office/drawing/2014/main" id="{C25F35D4-376F-0F76-0C79-BA4548171EA4}"/>
              </a:ext>
            </a:extLst>
          </p:cNvPr>
          <p:cNvGrpSpPr/>
          <p:nvPr/>
        </p:nvGrpSpPr>
        <p:grpSpPr>
          <a:xfrm>
            <a:off x="7870681" y="1204990"/>
            <a:ext cx="3842883" cy="646278"/>
            <a:chOff x="7877160" y="1424687"/>
            <a:chExt cx="3842883" cy="646278"/>
          </a:xfrm>
        </p:grpSpPr>
        <p:sp>
          <p:nvSpPr>
            <p:cNvPr id="102" name="TextBox 4">
              <a:extLst>
                <a:ext uri="{FF2B5EF4-FFF2-40B4-BE49-F238E27FC236}">
                  <a16:creationId xmlns:a16="http://schemas.microsoft.com/office/drawing/2014/main" id="{08EF1DAE-D77A-794C-3B18-C2C6C135E72E}"/>
                </a:ext>
              </a:extLst>
            </p:cNvPr>
            <p:cNvSpPr txBox="1"/>
            <p:nvPr/>
          </p:nvSpPr>
          <p:spPr>
            <a:xfrm>
              <a:off x="8733829" y="1590000"/>
              <a:ext cx="2986214" cy="313932"/>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ea typeface="Arial Black" charset="0"/>
                  <a:cs typeface="Arial" panose="020B0604020202020204" pitchFamily="34" charset="0"/>
                </a:rPr>
                <a:t>Synchrone vs Asynchrone</a:t>
              </a:r>
            </a:p>
          </p:txBody>
        </p:sp>
        <p:pic>
          <p:nvPicPr>
            <p:cNvPr id="38914" name="Picture 2" descr="Icône Linéaire De étude Asynchrone Contour Moderne L Asynchrone  Illustration de Vecteur - Illustration du flèche, texte: 133518351">
              <a:extLst>
                <a:ext uri="{FF2B5EF4-FFF2-40B4-BE49-F238E27FC236}">
                  <a16:creationId xmlns:a16="http://schemas.microsoft.com/office/drawing/2014/main" id="{1ED1C11B-9244-1BD8-CD66-82221123B57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7475" t="9827" r="15912" b="23735"/>
            <a:stretch/>
          </p:blipFill>
          <p:spPr bwMode="auto">
            <a:xfrm>
              <a:off x="7877160" y="1424687"/>
              <a:ext cx="648000" cy="646278"/>
            </a:xfrm>
            <a:prstGeom prst="ellipse">
              <a:avLst/>
            </a:prstGeom>
            <a:noFill/>
            <a:extLst>
              <a:ext uri="{909E8E84-426E-40DD-AFC4-6F175D3DCCD1}">
                <a14:hiddenFill xmlns:a14="http://schemas.microsoft.com/office/drawing/2010/main">
                  <a:solidFill>
                    <a:srgbClr val="FFFFFF"/>
                  </a:solidFill>
                </a14:hiddenFill>
              </a:ext>
            </a:extLst>
          </p:spPr>
        </p:pic>
      </p:grpSp>
      <p:grpSp>
        <p:nvGrpSpPr>
          <p:cNvPr id="14" name="Groupe 13">
            <a:extLst>
              <a:ext uri="{FF2B5EF4-FFF2-40B4-BE49-F238E27FC236}">
                <a16:creationId xmlns:a16="http://schemas.microsoft.com/office/drawing/2014/main" id="{78304BF6-B2A2-F9F4-8F80-1A1A7C8F0D14}"/>
              </a:ext>
            </a:extLst>
          </p:cNvPr>
          <p:cNvGrpSpPr/>
          <p:nvPr/>
        </p:nvGrpSpPr>
        <p:grpSpPr>
          <a:xfrm>
            <a:off x="7870681" y="2470516"/>
            <a:ext cx="3842882" cy="648000"/>
            <a:chOff x="7880947" y="4785313"/>
            <a:chExt cx="3842882" cy="648000"/>
          </a:xfrm>
        </p:grpSpPr>
        <p:sp>
          <p:nvSpPr>
            <p:cNvPr id="39" name="TextBox 4">
              <a:extLst>
                <a:ext uri="{FF2B5EF4-FFF2-40B4-BE49-F238E27FC236}">
                  <a16:creationId xmlns:a16="http://schemas.microsoft.com/office/drawing/2014/main" id="{9F723379-8717-0275-2A6C-9F210CEAD42B}"/>
                </a:ext>
              </a:extLst>
            </p:cNvPr>
            <p:cNvSpPr txBox="1"/>
            <p:nvPr/>
          </p:nvSpPr>
          <p:spPr>
            <a:xfrm>
              <a:off x="8737615" y="4952347"/>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Domain Driven Design</a:t>
              </a:r>
            </a:p>
          </p:txBody>
        </p:sp>
        <p:grpSp>
          <p:nvGrpSpPr>
            <p:cNvPr id="17" name="Groupe 16">
              <a:extLst>
                <a:ext uri="{FF2B5EF4-FFF2-40B4-BE49-F238E27FC236}">
                  <a16:creationId xmlns:a16="http://schemas.microsoft.com/office/drawing/2014/main" id="{04CD22F0-9D64-9CBD-98B9-252A8B3BA71F}"/>
                </a:ext>
              </a:extLst>
            </p:cNvPr>
            <p:cNvGrpSpPr/>
            <p:nvPr/>
          </p:nvGrpSpPr>
          <p:grpSpPr>
            <a:xfrm>
              <a:off x="7880947" y="4785313"/>
              <a:ext cx="648000" cy="648000"/>
              <a:chOff x="7880947" y="4697274"/>
              <a:chExt cx="648000" cy="648000"/>
            </a:xfrm>
          </p:grpSpPr>
          <p:sp>
            <p:nvSpPr>
              <p:cNvPr id="40" name="Oval 9">
                <a:extLst>
                  <a:ext uri="{FF2B5EF4-FFF2-40B4-BE49-F238E27FC236}">
                    <a16:creationId xmlns:a16="http://schemas.microsoft.com/office/drawing/2014/main" id="{C0E87504-7ABF-6174-7BAA-D6113F4E76B5}"/>
                  </a:ext>
                </a:extLst>
              </p:cNvPr>
              <p:cNvSpPr/>
              <p:nvPr/>
            </p:nvSpPr>
            <p:spPr>
              <a:xfrm>
                <a:off x="7880947" y="4697274"/>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5" name="Image 14" descr="Une image contenant outil&#10;&#10;Description générée automatiquement">
                <a:extLst>
                  <a:ext uri="{FF2B5EF4-FFF2-40B4-BE49-F238E27FC236}">
                    <a16:creationId xmlns:a16="http://schemas.microsoft.com/office/drawing/2014/main" id="{2808D798-5130-AC35-349B-F9E0076A5CA3}"/>
                  </a:ext>
                </a:extLst>
              </p:cNvPr>
              <p:cNvPicPr>
                <a:picLocks noChangeAspect="1"/>
              </p:cNvPicPr>
              <p:nvPr/>
            </p:nvPicPr>
            <p:blipFill rotWithShape="1">
              <a:blip r:embed="rId7">
                <a:extLst>
                  <a:ext uri="{28A0092B-C50C-407E-A947-70E740481C1C}">
                    <a14:useLocalDpi xmlns:a14="http://schemas.microsoft.com/office/drawing/2010/main" val="0"/>
                  </a:ext>
                </a:extLst>
              </a:blip>
              <a:srcRect l="28257" t="30649" r="31901" b="29600"/>
              <a:stretch/>
            </p:blipFill>
            <p:spPr>
              <a:xfrm>
                <a:off x="7904206" y="4725019"/>
                <a:ext cx="593907" cy="592510"/>
              </a:xfrm>
              <a:prstGeom prst="flowChartConnector">
                <a:avLst/>
              </a:prstGeom>
            </p:spPr>
          </p:pic>
        </p:grpSp>
      </p:grpSp>
      <p:grpSp>
        <p:nvGrpSpPr>
          <p:cNvPr id="80" name="Groupe 79">
            <a:extLst>
              <a:ext uri="{FF2B5EF4-FFF2-40B4-BE49-F238E27FC236}">
                <a16:creationId xmlns:a16="http://schemas.microsoft.com/office/drawing/2014/main" id="{7B589974-93BA-696E-ECA6-52AE581BCF6F}"/>
              </a:ext>
            </a:extLst>
          </p:cNvPr>
          <p:cNvGrpSpPr/>
          <p:nvPr/>
        </p:nvGrpSpPr>
        <p:grpSpPr>
          <a:xfrm>
            <a:off x="7893940" y="5005011"/>
            <a:ext cx="3814195" cy="648000"/>
            <a:chOff x="7870681" y="3104139"/>
            <a:chExt cx="3814195" cy="648000"/>
          </a:xfrm>
        </p:grpSpPr>
        <p:sp>
          <p:nvSpPr>
            <p:cNvPr id="54" name="TextBox 4">
              <a:extLst>
                <a:ext uri="{FF2B5EF4-FFF2-40B4-BE49-F238E27FC236}">
                  <a16:creationId xmlns:a16="http://schemas.microsoft.com/office/drawing/2014/main" id="{DD2938CA-7AE4-7071-A708-C0BC30012CBA}"/>
                </a:ext>
              </a:extLst>
            </p:cNvPr>
            <p:cNvSpPr txBox="1"/>
            <p:nvPr/>
          </p:nvSpPr>
          <p:spPr>
            <a:xfrm>
              <a:off x="8698662" y="3275250"/>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Etat du marché</a:t>
              </a:r>
            </a:p>
          </p:txBody>
        </p:sp>
        <p:grpSp>
          <p:nvGrpSpPr>
            <p:cNvPr id="69" name="Groupe 68">
              <a:extLst>
                <a:ext uri="{FF2B5EF4-FFF2-40B4-BE49-F238E27FC236}">
                  <a16:creationId xmlns:a16="http://schemas.microsoft.com/office/drawing/2014/main" id="{B023519F-62C5-C158-2084-C52D286EA23A}"/>
                </a:ext>
              </a:extLst>
            </p:cNvPr>
            <p:cNvGrpSpPr/>
            <p:nvPr/>
          </p:nvGrpSpPr>
          <p:grpSpPr>
            <a:xfrm>
              <a:off x="7870681" y="3104139"/>
              <a:ext cx="648000" cy="648000"/>
              <a:chOff x="7880947" y="4785313"/>
              <a:chExt cx="648000" cy="648000"/>
            </a:xfrm>
          </p:grpSpPr>
          <p:sp>
            <p:nvSpPr>
              <p:cNvPr id="70" name="Oval 9">
                <a:extLst>
                  <a:ext uri="{FF2B5EF4-FFF2-40B4-BE49-F238E27FC236}">
                    <a16:creationId xmlns:a16="http://schemas.microsoft.com/office/drawing/2014/main" id="{61BE7A19-45E2-EDF7-12D9-8FA4D4A217BC}"/>
                  </a:ext>
                </a:extLst>
              </p:cNvPr>
              <p:cNvSpPr/>
              <p:nvPr/>
            </p:nvSpPr>
            <p:spPr>
              <a:xfrm>
                <a:off x="7880947" y="478531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71" name="Picture 6" descr="Benchmark measure icon in flat style. Dashboard rating vector illustration  on white isolated background. Progress service business concept. Stock  Vector | Adobe Stock">
                <a:extLst>
                  <a:ext uri="{FF2B5EF4-FFF2-40B4-BE49-F238E27FC236}">
                    <a16:creationId xmlns:a16="http://schemas.microsoft.com/office/drawing/2014/main" id="{CF45DF8A-A605-99E3-B615-C9719FF7DA99}"/>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1720" t="20298" r="10953" b="21027"/>
              <a:stretch/>
            </p:blipFill>
            <p:spPr bwMode="auto">
              <a:xfrm>
                <a:off x="7928042" y="4900958"/>
                <a:ext cx="547465" cy="415401"/>
              </a:xfrm>
              <a:prstGeom prst="roundRect">
                <a:avLst>
                  <a:gd name="adj" fmla="val 36791"/>
                </a:avLst>
              </a:prstGeom>
              <a:noFill/>
              <a:extLst>
                <a:ext uri="{909E8E84-426E-40DD-AFC4-6F175D3DCCD1}">
                  <a14:hiddenFill xmlns:a14="http://schemas.microsoft.com/office/drawing/2010/main">
                    <a:solidFill>
                      <a:srgbClr val="FFFFFF"/>
                    </a:solidFill>
                  </a14:hiddenFill>
                </a:ext>
              </a:extLst>
            </p:spPr>
          </p:pic>
        </p:grpSp>
      </p:grpSp>
      <p:grpSp>
        <p:nvGrpSpPr>
          <p:cNvPr id="79" name="Groupe 78">
            <a:extLst>
              <a:ext uri="{FF2B5EF4-FFF2-40B4-BE49-F238E27FC236}">
                <a16:creationId xmlns:a16="http://schemas.microsoft.com/office/drawing/2014/main" id="{AC2E2561-C6D2-F560-604E-F814C252948A}"/>
              </a:ext>
            </a:extLst>
          </p:cNvPr>
          <p:cNvGrpSpPr/>
          <p:nvPr/>
        </p:nvGrpSpPr>
        <p:grpSpPr>
          <a:xfrm>
            <a:off x="7866464" y="3737764"/>
            <a:ext cx="3841671" cy="648000"/>
            <a:chOff x="7866464" y="4142511"/>
            <a:chExt cx="3841671" cy="648000"/>
          </a:xfrm>
        </p:grpSpPr>
        <p:sp>
          <p:nvSpPr>
            <p:cNvPr id="59" name="TextBox 4">
              <a:extLst>
                <a:ext uri="{FF2B5EF4-FFF2-40B4-BE49-F238E27FC236}">
                  <a16:creationId xmlns:a16="http://schemas.microsoft.com/office/drawing/2014/main" id="{16748453-B9F3-BD49-9EA8-F50EA0D6C279}"/>
                </a:ext>
              </a:extLst>
            </p:cNvPr>
            <p:cNvSpPr txBox="1"/>
            <p:nvPr/>
          </p:nvSpPr>
          <p:spPr>
            <a:xfrm>
              <a:off x="8721921" y="4313622"/>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Event Driven Architecture</a:t>
              </a:r>
            </a:p>
          </p:txBody>
        </p:sp>
        <p:grpSp>
          <p:nvGrpSpPr>
            <p:cNvPr id="75" name="Groupe 74">
              <a:extLst>
                <a:ext uri="{FF2B5EF4-FFF2-40B4-BE49-F238E27FC236}">
                  <a16:creationId xmlns:a16="http://schemas.microsoft.com/office/drawing/2014/main" id="{AA9D3CF1-0A75-283C-B577-9BBAA412C433}"/>
                </a:ext>
              </a:extLst>
            </p:cNvPr>
            <p:cNvGrpSpPr/>
            <p:nvPr/>
          </p:nvGrpSpPr>
          <p:grpSpPr>
            <a:xfrm>
              <a:off x="7866464" y="4142511"/>
              <a:ext cx="648000" cy="648000"/>
              <a:chOff x="7880947" y="1421251"/>
              <a:chExt cx="648000" cy="648000"/>
            </a:xfrm>
          </p:grpSpPr>
          <p:sp>
            <p:nvSpPr>
              <p:cNvPr id="76" name="Oval 9">
                <a:extLst>
                  <a:ext uri="{FF2B5EF4-FFF2-40B4-BE49-F238E27FC236}">
                    <a16:creationId xmlns:a16="http://schemas.microsoft.com/office/drawing/2014/main" id="{B23E9895-B61B-AF1A-0C40-6C01B0C85649}"/>
                  </a:ext>
                </a:extLst>
              </p:cNvPr>
              <p:cNvSpPr/>
              <p:nvPr/>
            </p:nvSpPr>
            <p:spPr>
              <a:xfrm>
                <a:off x="7880947" y="1421251"/>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77" name="Picture 4" descr="Event schedule icon Royalty Free Vector Image - VectorStock">
                <a:extLst>
                  <a:ext uri="{FF2B5EF4-FFF2-40B4-BE49-F238E27FC236}">
                    <a16:creationId xmlns:a16="http://schemas.microsoft.com/office/drawing/2014/main" id="{CB0EEAF0-F152-AAD5-9AB4-1E64BC4B2B64}"/>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b="8786"/>
              <a:stretch/>
            </p:blipFill>
            <p:spPr bwMode="auto">
              <a:xfrm>
                <a:off x="7977012" y="1511321"/>
                <a:ext cx="487715" cy="480454"/>
              </a:xfrm>
              <a:prstGeom prst="roundRect">
                <a:avLst>
                  <a:gd name="adj" fmla="val 23911"/>
                </a:avLst>
              </a:prstGeom>
              <a:noFill/>
              <a:extLst>
                <a:ext uri="{909E8E84-426E-40DD-AFC4-6F175D3DCCD1}">
                  <a14:hiddenFill xmlns:a14="http://schemas.microsoft.com/office/drawing/2010/main">
                    <a:solidFill>
                      <a:srgbClr val="FFFFFF"/>
                    </a:solidFill>
                  </a14:hiddenFill>
                </a:ext>
              </a:extLst>
            </p:spPr>
          </p:pic>
        </p:grpSp>
      </p:grpSp>
      <p:sp>
        <p:nvSpPr>
          <p:cNvPr id="78" name="Rectangle 77">
            <a:extLst>
              <a:ext uri="{FF2B5EF4-FFF2-40B4-BE49-F238E27FC236}">
                <a16:creationId xmlns:a16="http://schemas.microsoft.com/office/drawing/2014/main" id="{D97E3527-265C-7BB4-BD47-158795BC4020}"/>
              </a:ext>
            </a:extLst>
          </p:cNvPr>
          <p:cNvSpPr/>
          <p:nvPr/>
        </p:nvSpPr>
        <p:spPr>
          <a:xfrm>
            <a:off x="5009258" y="2464323"/>
            <a:ext cx="213444" cy="1929355"/>
          </a:xfrm>
          <a:prstGeom prst="rect">
            <a:avLst/>
          </a:prstGeom>
          <a:solidFill>
            <a:schemeClr val="accent4">
              <a:lumMod val="50000"/>
              <a:alpha val="8268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91CD"/>
              </a:solidFill>
              <a:effectLst/>
              <a:uLnTx/>
              <a:uFillTx/>
              <a:latin typeface="Arial"/>
              <a:ea typeface="+mn-ea"/>
              <a:cs typeface="+mn-cs"/>
            </a:endParaRPr>
          </a:p>
        </p:txBody>
      </p:sp>
      <p:pic>
        <p:nvPicPr>
          <p:cNvPr id="16" name="Picture 2">
            <a:extLst>
              <a:ext uri="{FF2B5EF4-FFF2-40B4-BE49-F238E27FC236}">
                <a16:creationId xmlns:a16="http://schemas.microsoft.com/office/drawing/2014/main" id="{8DE81188-DE84-4993-C49D-EC7DA098AE4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73279" y="1677778"/>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88657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CAS d’usage du synchrone</a:t>
            </a:r>
          </a:p>
        </p:txBody>
      </p:sp>
      <p:sp>
        <p:nvSpPr>
          <p:cNvPr id="20" name="ZoneTexte 19">
            <a:extLst>
              <a:ext uri="{FF2B5EF4-FFF2-40B4-BE49-F238E27FC236}">
                <a16:creationId xmlns:a16="http://schemas.microsoft.com/office/drawing/2014/main" id="{112285D7-ABCF-DC65-9B51-8BB8AE666235}"/>
              </a:ext>
            </a:extLst>
          </p:cNvPr>
          <p:cNvSpPr txBox="1"/>
          <p:nvPr>
            <p:custDataLst>
              <p:tags r:id="rId1"/>
            </p:custDataLst>
          </p:nvPr>
        </p:nvSpPr>
        <p:spPr>
          <a:xfrm>
            <a:off x="674914" y="1052978"/>
            <a:ext cx="11186077" cy="1815882"/>
          </a:xfrm>
          <a:prstGeom prst="rect">
            <a:avLst/>
          </a:prstGeom>
          <a:noFill/>
        </p:spPr>
        <p:txBody>
          <a:bodyPr wrap="square" rtlCol="0">
            <a:spAutoFit/>
          </a:bodyPr>
          <a:lstStyle/>
          <a:p>
            <a:pPr algn="just"/>
            <a:r>
              <a:rPr lang="fr-FR" sz="1400"/>
              <a:t>La communication synchrone décrit un modèle de communication dans lequel les </a:t>
            </a:r>
            <a:r>
              <a:rPr lang="fr-FR" sz="1400" b="1"/>
              <a:t>données</a:t>
            </a:r>
            <a:r>
              <a:rPr lang="fr-FR" sz="1400"/>
              <a:t> sont envoyées dans un </a:t>
            </a:r>
            <a:r>
              <a:rPr lang="fr-FR" sz="1400" b="1"/>
              <a:t>flux continu à taux constant</a:t>
            </a:r>
            <a:r>
              <a:rPr lang="fr-FR" sz="1400"/>
              <a:t>. </a:t>
            </a:r>
          </a:p>
          <a:p>
            <a:pPr algn="just"/>
            <a:endParaRPr lang="fr-FR" sz="1400"/>
          </a:p>
          <a:p>
            <a:pPr algn="just"/>
            <a:r>
              <a:rPr lang="fr-FR" sz="1400"/>
              <a:t>Elle exige qu’à chaque fin d’échange, </a:t>
            </a:r>
            <a:r>
              <a:rPr lang="fr-FR" sz="1400" b="1"/>
              <a:t>avant qu’un autre échange puisse être initié</a:t>
            </a:r>
            <a:r>
              <a:rPr lang="fr-FR" sz="1400"/>
              <a:t>, une réponse soit retournée en indiquant le succès ou l’échec du traitement du message. C’est donc un processus bloquant qui doit attendre une validation avant de passer à la suite (Pattern </a:t>
            </a:r>
            <a:r>
              <a:rPr lang="fr-FR" sz="1400" err="1"/>
              <a:t>request</a:t>
            </a:r>
            <a:r>
              <a:rPr lang="fr-FR" sz="1400"/>
              <a:t>/</a:t>
            </a:r>
            <a:r>
              <a:rPr lang="fr-FR" sz="1400" err="1"/>
              <a:t>reply</a:t>
            </a:r>
            <a:r>
              <a:rPr lang="fr-FR" sz="1400"/>
              <a:t>)</a:t>
            </a:r>
          </a:p>
          <a:p>
            <a:pPr algn="just"/>
            <a:endParaRPr lang="fr-FR" sz="1400" b="1" i="1"/>
          </a:p>
          <a:p>
            <a:pPr algn="just"/>
            <a:r>
              <a:rPr lang="fr-FR" sz="1400" b="1" i="1"/>
              <a:t> </a:t>
            </a:r>
            <a:r>
              <a:rPr lang="fr-FR" sz="1400"/>
              <a:t>Une commande doit être payée par le client avant de lui être expédié, le paiement </a:t>
            </a:r>
            <a:r>
              <a:rPr lang="fr-FR" sz="1400" b="1"/>
              <a:t>bloque</a:t>
            </a:r>
            <a:r>
              <a:rPr lang="fr-FR" sz="1400"/>
              <a:t> le processus jusqu’à ce qu’il soit effectué.</a:t>
            </a:r>
            <a:endParaRPr lang="fr-FR" sz="1400" b="1" i="1"/>
          </a:p>
        </p:txBody>
      </p:sp>
      <p:pic>
        <p:nvPicPr>
          <p:cNvPr id="24" name="Image 23">
            <a:extLst>
              <a:ext uri="{FF2B5EF4-FFF2-40B4-BE49-F238E27FC236}">
                <a16:creationId xmlns:a16="http://schemas.microsoft.com/office/drawing/2014/main" id="{B56AC3B6-3019-E104-DF30-4BCB8C7A1426}"/>
              </a:ext>
            </a:extLst>
          </p:cNvPr>
          <p:cNvPicPr>
            <a:picLocks noChangeAspect="1"/>
          </p:cNvPicPr>
          <p:nvPr/>
        </p:nvPicPr>
        <p:blipFill>
          <a:blip r:embed="rId5">
            <a:duotone>
              <a:schemeClr val="accent6">
                <a:shade val="45000"/>
                <a:satMod val="135000"/>
              </a:schemeClr>
              <a:prstClr val="white"/>
            </a:duotone>
          </a:blip>
          <a:stretch>
            <a:fillRect/>
          </a:stretch>
        </p:blipFill>
        <p:spPr>
          <a:xfrm>
            <a:off x="37286" y="2250059"/>
            <a:ext cx="637628" cy="637628"/>
          </a:xfrm>
          <a:prstGeom prst="rect">
            <a:avLst/>
          </a:prstGeom>
        </p:spPr>
      </p:pic>
      <p:pic>
        <p:nvPicPr>
          <p:cNvPr id="3076" name="Picture 4" descr="livre ">
            <a:extLst>
              <a:ext uri="{FF2B5EF4-FFF2-40B4-BE49-F238E27FC236}">
                <a16:creationId xmlns:a16="http://schemas.microsoft.com/office/drawing/2014/main" id="{90F7F9F4-00B2-043C-945D-24D324F4080F}"/>
              </a:ext>
            </a:extLst>
          </p:cNvPr>
          <p:cNvPicPr>
            <a:picLocks noChangeAspect="1" noChangeArrowheads="1"/>
          </p:cNvPicPr>
          <p:nvPr/>
        </p:nvPicPr>
        <p:blipFill>
          <a:blip r:embed="rId6">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7286" y="1052978"/>
            <a:ext cx="637628" cy="637628"/>
          </a:xfrm>
          <a:prstGeom prst="rect">
            <a:avLst/>
          </a:prstGeom>
          <a:noFill/>
          <a:extLst>
            <a:ext uri="{909E8E84-426E-40DD-AFC4-6F175D3DCCD1}">
              <a14:hiddenFill xmlns:a14="http://schemas.microsoft.com/office/drawing/2010/main">
                <a:solidFill>
                  <a:srgbClr val="FFFFFF"/>
                </a:solidFill>
              </a14:hiddenFill>
            </a:ext>
          </a:extLst>
        </p:spPr>
      </p:pic>
      <p:sp>
        <p:nvSpPr>
          <p:cNvPr id="25" name="ZoneTexte 24">
            <a:extLst>
              <a:ext uri="{FF2B5EF4-FFF2-40B4-BE49-F238E27FC236}">
                <a16:creationId xmlns:a16="http://schemas.microsoft.com/office/drawing/2014/main" id="{201461AC-4869-17BF-DA63-D9D97B0542DF}"/>
              </a:ext>
            </a:extLst>
          </p:cNvPr>
          <p:cNvSpPr txBox="1"/>
          <p:nvPr/>
        </p:nvSpPr>
        <p:spPr>
          <a:xfrm>
            <a:off x="337932" y="3007967"/>
            <a:ext cx="2683235" cy="338554"/>
          </a:xfrm>
          <a:prstGeom prst="rect">
            <a:avLst/>
          </a:prstGeom>
          <a:noFill/>
        </p:spPr>
        <p:txBody>
          <a:bodyPr wrap="none" rtlCol="0">
            <a:spAutoFit/>
          </a:bodyPr>
          <a:lstStyle/>
          <a:p>
            <a:r>
              <a:rPr lang="fr-FR" sz="1600" b="1">
                <a:solidFill>
                  <a:schemeClr val="accent6">
                    <a:lumMod val="75000"/>
                  </a:schemeClr>
                </a:solidFill>
                <a:latin typeface="Arial" panose="020B0604020202020204" pitchFamily="34" charset="0"/>
                <a:cs typeface="Arial" panose="020B0604020202020204" pitchFamily="34" charset="0"/>
              </a:rPr>
              <a:t>TYPE DE WEB SERVICES</a:t>
            </a:r>
          </a:p>
        </p:txBody>
      </p:sp>
      <p:sp>
        <p:nvSpPr>
          <p:cNvPr id="26" name="ZoneTexte 25">
            <a:extLst>
              <a:ext uri="{FF2B5EF4-FFF2-40B4-BE49-F238E27FC236}">
                <a16:creationId xmlns:a16="http://schemas.microsoft.com/office/drawing/2014/main" id="{21617BAB-7C71-A7F6-B04E-B1D28C297F4A}"/>
              </a:ext>
            </a:extLst>
          </p:cNvPr>
          <p:cNvSpPr txBox="1"/>
          <p:nvPr/>
        </p:nvSpPr>
        <p:spPr>
          <a:xfrm>
            <a:off x="337932" y="3341077"/>
            <a:ext cx="6168376" cy="1415772"/>
          </a:xfrm>
          <a:prstGeom prst="rect">
            <a:avLst/>
          </a:prstGeom>
          <a:noFill/>
        </p:spPr>
        <p:txBody>
          <a:bodyPr wrap="square" rtlCol="0">
            <a:spAutoFit/>
          </a:bodyPr>
          <a:lstStyle/>
          <a:p>
            <a:pPr algn="just"/>
            <a:r>
              <a:rPr lang="fr-FR" sz="1400" b="1" dirty="0">
                <a:solidFill>
                  <a:schemeClr val="accent6">
                    <a:lumMod val="75000"/>
                  </a:schemeClr>
                </a:solidFill>
                <a:latin typeface="Arial" panose="020B0604020202020204" pitchFamily="34" charset="0"/>
                <a:cs typeface="Arial" panose="020B0604020202020204" pitchFamily="34" charset="0"/>
              </a:rPr>
              <a:t>REST</a:t>
            </a:r>
          </a:p>
          <a:p>
            <a:pPr marL="171450" indent="-171450" algn="just">
              <a:buFont typeface="Wingdings" pitchFamily="2" charset="2"/>
              <a:buChar char="v"/>
            </a:pPr>
            <a:r>
              <a:rPr lang="fr-FR" sz="1200" dirty="0" err="1">
                <a:latin typeface="Arial" panose="020B0604020202020204" pitchFamily="34" charset="0"/>
                <a:cs typeface="Arial" panose="020B0604020202020204" pitchFamily="34" charset="0"/>
              </a:rPr>
              <a:t>REpresentational</a:t>
            </a:r>
            <a:r>
              <a:rPr lang="fr-FR" sz="1200" dirty="0">
                <a:latin typeface="Arial" panose="020B0604020202020204" pitchFamily="34" charset="0"/>
                <a:cs typeface="Arial" panose="020B0604020202020204" pitchFamily="34" charset="0"/>
              </a:rPr>
              <a:t> State Transfer</a:t>
            </a:r>
          </a:p>
          <a:p>
            <a:pPr marL="171450" indent="-171450" algn="just">
              <a:buFont typeface="Wingdings" pitchFamily="2" charset="2"/>
              <a:buChar char="v"/>
            </a:pPr>
            <a:r>
              <a:rPr lang="fr-FR" sz="1200" dirty="0">
                <a:latin typeface="Arial" panose="020B0604020202020204" pitchFamily="34" charset="0"/>
                <a:cs typeface="Arial" panose="020B0604020202020204" pitchFamily="34" charset="0"/>
              </a:rPr>
              <a:t>Limite la dépendance entre le client et serveur</a:t>
            </a:r>
          </a:p>
          <a:p>
            <a:pPr marL="171450" indent="-171450" algn="just">
              <a:buFont typeface="Wingdings" pitchFamily="2" charset="2"/>
              <a:buChar char="v"/>
            </a:pPr>
            <a:r>
              <a:rPr lang="fr-FR" sz="1200" dirty="0" err="1">
                <a:latin typeface="Arial" panose="020B0604020202020204" pitchFamily="34" charset="0"/>
                <a:cs typeface="Arial" panose="020B0604020202020204" pitchFamily="34" charset="0"/>
              </a:rPr>
              <a:t>Stateless</a:t>
            </a:r>
            <a:r>
              <a:rPr lang="fr-FR" sz="1200" dirty="0">
                <a:latin typeface="Arial" panose="020B0604020202020204" pitchFamily="34" charset="0"/>
                <a:cs typeface="Arial" panose="020B0604020202020204" pitchFamily="34" charset="0"/>
              </a:rPr>
              <a:t> (sans état) et structure libre (JSON/XML)</a:t>
            </a:r>
          </a:p>
          <a:p>
            <a:pPr marL="171450" indent="-171450" algn="just">
              <a:buFont typeface="Wingdings" pitchFamily="2" charset="2"/>
              <a:buChar char="v"/>
            </a:pPr>
            <a:r>
              <a:rPr lang="fr-FR" sz="1200" dirty="0">
                <a:latin typeface="Arial" panose="020B0604020202020204" pitchFamily="34" charset="0"/>
                <a:cs typeface="Arial" panose="020B0604020202020204" pitchFamily="34" charset="0"/>
              </a:rPr>
              <a:t>Utilisé principalement pour exposer et modifier de la donnée (SCRUD*)</a:t>
            </a:r>
          </a:p>
          <a:p>
            <a:pPr marL="171450" indent="-171450" algn="just">
              <a:buFont typeface="Wingdings" pitchFamily="2" charset="2"/>
              <a:buChar char="v"/>
            </a:pPr>
            <a:r>
              <a:rPr lang="fr-FR" sz="1200" dirty="0">
                <a:latin typeface="Arial" panose="020B0604020202020204" pitchFamily="34" charset="0"/>
                <a:cs typeface="Arial" panose="020B0604020202020204" pitchFamily="34" charset="0"/>
              </a:rPr>
              <a:t>Contrat d’interface clair montrant les actions possibles et le scope du Web Service</a:t>
            </a:r>
          </a:p>
          <a:p>
            <a:pPr marL="171450" indent="-171450" algn="just">
              <a:buFont typeface="Wingdings" pitchFamily="2" charset="2"/>
              <a:buChar char="v"/>
            </a:pPr>
            <a:r>
              <a:rPr lang="fr-FR" sz="1200" dirty="0">
                <a:latin typeface="Arial" panose="020B0604020202020204" pitchFamily="34" charset="0"/>
                <a:cs typeface="Arial" panose="020B0604020202020204" pitchFamily="34" charset="0"/>
              </a:rPr>
              <a:t>USAGE : ressources/bande passante limitées, opérations sans état et mise en cache </a:t>
            </a:r>
          </a:p>
        </p:txBody>
      </p:sp>
      <p:sp>
        <p:nvSpPr>
          <p:cNvPr id="27" name="ZoneTexte 26">
            <a:extLst>
              <a:ext uri="{FF2B5EF4-FFF2-40B4-BE49-F238E27FC236}">
                <a16:creationId xmlns:a16="http://schemas.microsoft.com/office/drawing/2014/main" id="{48D25B35-E8D3-6B8A-F86C-EE6A32CB28F1}"/>
              </a:ext>
            </a:extLst>
          </p:cNvPr>
          <p:cNvSpPr txBox="1"/>
          <p:nvPr/>
        </p:nvSpPr>
        <p:spPr>
          <a:xfrm>
            <a:off x="337932" y="4859734"/>
            <a:ext cx="6168376" cy="1785104"/>
          </a:xfrm>
          <a:prstGeom prst="rect">
            <a:avLst/>
          </a:prstGeom>
          <a:noFill/>
        </p:spPr>
        <p:txBody>
          <a:bodyPr wrap="square" rtlCol="0">
            <a:spAutoFit/>
          </a:bodyPr>
          <a:lstStyle/>
          <a:p>
            <a:r>
              <a:rPr lang="fr-FR" sz="1400" b="1" dirty="0">
                <a:solidFill>
                  <a:schemeClr val="accent6">
                    <a:lumMod val="75000"/>
                  </a:schemeClr>
                </a:solidFill>
                <a:latin typeface="Arial" panose="020B0604020202020204" pitchFamily="34" charset="0"/>
                <a:cs typeface="Arial" panose="020B0604020202020204" pitchFamily="34" charset="0"/>
              </a:rPr>
              <a:t>SOAP</a:t>
            </a:r>
          </a:p>
          <a:p>
            <a:pPr marL="171450" indent="-171450">
              <a:buFont typeface="Wingdings" pitchFamily="2" charset="2"/>
              <a:buChar char="v"/>
            </a:pPr>
            <a:r>
              <a:rPr lang="fr-FR" sz="1200" dirty="0">
                <a:latin typeface="Arial" panose="020B0604020202020204" pitchFamily="34" charset="0"/>
                <a:cs typeface="Arial" panose="020B0604020202020204" pitchFamily="34" charset="0"/>
              </a:rPr>
              <a:t>Simple Object Access Protocol</a:t>
            </a:r>
          </a:p>
          <a:p>
            <a:pPr marL="171450" indent="-171450">
              <a:buFont typeface="Wingdings" pitchFamily="2" charset="2"/>
              <a:buChar char="v"/>
            </a:pPr>
            <a:r>
              <a:rPr lang="fr-FR" sz="1200" dirty="0">
                <a:latin typeface="Arial" panose="020B0604020202020204" pitchFamily="34" charset="0"/>
                <a:cs typeface="Arial" panose="020B0604020202020204" pitchFamily="34" charset="0"/>
              </a:rPr>
              <a:t>Normalisation des échanges au format XML</a:t>
            </a:r>
          </a:p>
          <a:p>
            <a:pPr marL="171450" indent="-171450">
              <a:buFont typeface="Wingdings" pitchFamily="2" charset="2"/>
              <a:buChar char="v"/>
            </a:pPr>
            <a:r>
              <a:rPr lang="fr-FR" sz="1200" dirty="0">
                <a:latin typeface="Arial" panose="020B0604020202020204" pitchFamily="34" charset="0"/>
                <a:cs typeface="Arial" panose="020B0604020202020204" pitchFamily="34" charset="0"/>
              </a:rPr>
              <a:t>Liaison Client Serveur forte</a:t>
            </a:r>
          </a:p>
          <a:p>
            <a:pPr marL="171450" indent="-171450">
              <a:buFont typeface="Wingdings" pitchFamily="2" charset="2"/>
              <a:buChar char="v"/>
            </a:pPr>
            <a:r>
              <a:rPr lang="fr-FR" sz="1200" dirty="0" err="1">
                <a:latin typeface="Arial" panose="020B0604020202020204" pitchFamily="34" charset="0"/>
                <a:cs typeface="Arial" panose="020B0604020202020204" pitchFamily="34" charset="0"/>
              </a:rPr>
              <a:t>Statefull</a:t>
            </a:r>
            <a:r>
              <a:rPr lang="fr-FR" sz="1200" dirty="0">
                <a:latin typeface="Arial" panose="020B0604020202020204" pitchFamily="34" charset="0"/>
                <a:cs typeface="Arial" panose="020B0604020202020204" pitchFamily="34" charset="0"/>
              </a:rPr>
              <a:t> naturellement</a:t>
            </a:r>
          </a:p>
          <a:p>
            <a:pPr marL="171450" indent="-171450">
              <a:buFont typeface="Wingdings" pitchFamily="2" charset="2"/>
              <a:buChar char="v"/>
            </a:pPr>
            <a:r>
              <a:rPr lang="fr-FR" sz="1200" dirty="0">
                <a:latin typeface="Arial" panose="020B0604020202020204" pitchFamily="34" charset="0"/>
                <a:cs typeface="Arial" panose="020B0604020202020204" pitchFamily="34" charset="0"/>
              </a:rPr>
              <a:t>Protocol avec un ensemble de règles de conformité indépendant des langages et de la plateforme et autorisant l’invocation de méthodes sur d’autres serveurs (orchestration de processus) </a:t>
            </a:r>
          </a:p>
          <a:p>
            <a:pPr marL="171450" indent="-171450">
              <a:buFont typeface="Wingdings" pitchFamily="2" charset="2"/>
              <a:buChar char="v"/>
            </a:pPr>
            <a:r>
              <a:rPr lang="fr-FR" sz="1200" dirty="0">
                <a:latin typeface="Arial" panose="020B0604020202020204" pitchFamily="34" charset="0"/>
                <a:cs typeface="Arial" panose="020B0604020202020204" pitchFamily="34" charset="0"/>
              </a:rPr>
              <a:t>USAGE : besoin d’un niveau de fiabilité et de sécurité garanti et opérations avec états</a:t>
            </a:r>
          </a:p>
        </p:txBody>
      </p:sp>
      <p:sp>
        <p:nvSpPr>
          <p:cNvPr id="28" name="ZoneTexte 27">
            <a:extLst>
              <a:ext uri="{FF2B5EF4-FFF2-40B4-BE49-F238E27FC236}">
                <a16:creationId xmlns:a16="http://schemas.microsoft.com/office/drawing/2014/main" id="{CAA59FC3-0766-E3A4-25A7-D7D98457EBFE}"/>
              </a:ext>
            </a:extLst>
          </p:cNvPr>
          <p:cNvSpPr txBox="1"/>
          <p:nvPr/>
        </p:nvSpPr>
        <p:spPr>
          <a:xfrm>
            <a:off x="8825019" y="3007967"/>
            <a:ext cx="3028393" cy="338554"/>
          </a:xfrm>
          <a:prstGeom prst="rect">
            <a:avLst/>
          </a:prstGeom>
          <a:noFill/>
        </p:spPr>
        <p:txBody>
          <a:bodyPr wrap="none" rtlCol="0">
            <a:spAutoFit/>
          </a:bodyPr>
          <a:lstStyle/>
          <a:p>
            <a:r>
              <a:rPr lang="fr-FR" sz="1600" b="1">
                <a:solidFill>
                  <a:schemeClr val="accent6">
                    <a:lumMod val="75000"/>
                  </a:schemeClr>
                </a:solidFill>
                <a:latin typeface="Arial" panose="020B0604020202020204" pitchFamily="34" charset="0"/>
                <a:cs typeface="Arial" panose="020B0604020202020204" pitchFamily="34" charset="0"/>
              </a:rPr>
              <a:t>CAS D’USAGE SYNCHRONE</a:t>
            </a:r>
          </a:p>
        </p:txBody>
      </p:sp>
      <p:sp>
        <p:nvSpPr>
          <p:cNvPr id="31" name="ZoneTexte 30">
            <a:extLst>
              <a:ext uri="{FF2B5EF4-FFF2-40B4-BE49-F238E27FC236}">
                <a16:creationId xmlns:a16="http://schemas.microsoft.com/office/drawing/2014/main" id="{541F328B-57A2-4874-2657-1FF0B2D40DDB}"/>
              </a:ext>
            </a:extLst>
          </p:cNvPr>
          <p:cNvSpPr txBox="1"/>
          <p:nvPr/>
        </p:nvSpPr>
        <p:spPr>
          <a:xfrm>
            <a:off x="6716775" y="3599921"/>
            <a:ext cx="4959410" cy="1754326"/>
          </a:xfrm>
          <a:prstGeom prst="rect">
            <a:avLst/>
          </a:prstGeom>
          <a:noFill/>
        </p:spPr>
        <p:txBody>
          <a:bodyPr wrap="square" rtlCol="0">
            <a:spAutoFit/>
          </a:bodyPr>
          <a:lstStyle/>
          <a:p>
            <a:pPr marL="171450" indent="-171450" algn="just">
              <a:buClr>
                <a:schemeClr val="accent4">
                  <a:lumMod val="50000"/>
                </a:schemeClr>
              </a:buClr>
              <a:buFont typeface=".Apple Color Emoji UI"/>
              <a:buChar char="➕"/>
            </a:pPr>
            <a:r>
              <a:rPr lang="fr-FR" sz="1200">
                <a:latin typeface="Arial" panose="020B0604020202020204" pitchFamily="34" charset="0"/>
                <a:cs typeface="Arial" panose="020B0604020202020204" pitchFamily="34" charset="0"/>
              </a:rPr>
              <a:t>L’application qui fait l’appel a besoin de la valeur de retour dans un temps court pour exécuter la suite des opérations</a:t>
            </a:r>
          </a:p>
          <a:p>
            <a:pPr marL="171450" indent="-171450" algn="just">
              <a:buClr>
                <a:schemeClr val="accent4">
                  <a:lumMod val="50000"/>
                </a:schemeClr>
              </a:buClr>
              <a:buFont typeface=".Apple Color Emoji UI"/>
              <a:buChar char="➕"/>
            </a:pPr>
            <a:r>
              <a:rPr lang="fr-FR" sz="1200">
                <a:latin typeface="Arial" panose="020B0604020202020204" pitchFamily="34" charset="0"/>
                <a:cs typeface="Arial" panose="020B0604020202020204" pitchFamily="34" charset="0"/>
              </a:rPr>
              <a:t>Interroger des données pour une interface utilisateur en temps réel et répondre aux requêtes utilisateurs les demandant.</a:t>
            </a:r>
          </a:p>
          <a:p>
            <a:pPr marL="171450" indent="-171450" algn="just">
              <a:buClr>
                <a:schemeClr val="accent4">
                  <a:lumMod val="50000"/>
                </a:schemeClr>
              </a:buClr>
              <a:buFont typeface=".Apple Color Emoji UI"/>
              <a:buChar char="➕"/>
            </a:pPr>
            <a:endParaRPr lang="fr-FR" sz="1200">
              <a:latin typeface="Arial" panose="020B0604020202020204" pitchFamily="34" charset="0"/>
              <a:cs typeface="Arial" panose="020B0604020202020204" pitchFamily="34" charset="0"/>
            </a:endParaRPr>
          </a:p>
          <a:p>
            <a:pPr marL="171450" indent="-171450" algn="just">
              <a:buFont typeface=".Apple Color Emoji UI"/>
              <a:buChar char="⛔️"/>
            </a:pPr>
            <a:r>
              <a:rPr lang="fr-FR" sz="1200">
                <a:latin typeface="Arial" panose="020B0604020202020204" pitchFamily="34" charset="0"/>
                <a:cs typeface="Arial" panose="020B0604020202020204" pitchFamily="34" charset="0"/>
              </a:rPr>
              <a:t> Gestion des erreurs et retour en arrière </a:t>
            </a:r>
          </a:p>
          <a:p>
            <a:pPr marL="171450" indent="-171450" algn="just">
              <a:buFont typeface=".Apple Color Emoji UI"/>
              <a:buChar char="⛔️"/>
            </a:pPr>
            <a:r>
              <a:rPr lang="fr-FR" sz="1200">
                <a:latin typeface="Arial" panose="020B0604020202020204" pitchFamily="34" charset="0"/>
                <a:cs typeface="Arial" panose="020B0604020202020204" pitchFamily="34" charset="0"/>
              </a:rPr>
              <a:t> Notification et journalisation</a:t>
            </a:r>
          </a:p>
          <a:p>
            <a:pPr marL="171450" indent="-171450" algn="just">
              <a:buFont typeface=".Apple Color Emoji UI"/>
              <a:buChar char="⛔️"/>
            </a:pPr>
            <a:r>
              <a:rPr lang="fr-FR" sz="1200">
                <a:latin typeface="Arial" panose="020B0604020202020204" pitchFamily="34" charset="0"/>
                <a:cs typeface="Arial" panose="020B0604020202020204" pitchFamily="34" charset="0"/>
              </a:rPr>
              <a:t> Informer d’autres services des changements d’état et de données en base</a:t>
            </a:r>
          </a:p>
        </p:txBody>
      </p:sp>
      <p:sp>
        <p:nvSpPr>
          <p:cNvPr id="3" name="ZoneTexte 2">
            <a:extLst>
              <a:ext uri="{FF2B5EF4-FFF2-40B4-BE49-F238E27FC236}">
                <a16:creationId xmlns:a16="http://schemas.microsoft.com/office/drawing/2014/main" id="{F1FC7C8D-B00F-20E9-EC6E-49BEDA54F3EE}"/>
              </a:ext>
            </a:extLst>
          </p:cNvPr>
          <p:cNvSpPr txBox="1"/>
          <p:nvPr/>
        </p:nvSpPr>
        <p:spPr>
          <a:xfrm>
            <a:off x="6716775" y="5235186"/>
            <a:ext cx="5427296" cy="1446550"/>
          </a:xfrm>
          <a:prstGeom prst="rect">
            <a:avLst/>
          </a:prstGeom>
          <a:noFill/>
        </p:spPr>
        <p:txBody>
          <a:bodyPr wrap="square" rtlCol="0">
            <a:spAutoFit/>
          </a:bodyPr>
          <a:lstStyle/>
          <a:p>
            <a:pPr algn="r"/>
            <a:r>
              <a:rPr lang="fr-FR" sz="1600" b="1" dirty="0">
                <a:latin typeface="Arial" panose="020B0604020202020204" pitchFamily="34" charset="0"/>
                <a:cs typeface="Arial" panose="020B0604020202020204" pitchFamily="34" charset="0"/>
              </a:rPr>
              <a:t>Points d’attentions</a:t>
            </a:r>
          </a:p>
          <a:p>
            <a:pPr marL="285750" indent="-285750">
              <a:buFont typeface="Wingdings" pitchFamily="2" charset="2"/>
              <a:buChar char="Ø"/>
            </a:pPr>
            <a:r>
              <a:rPr lang="fr-FR" sz="1200" b="1" dirty="0">
                <a:latin typeface="Arial" panose="020B0604020202020204" pitchFamily="34" charset="0"/>
                <a:cs typeface="Arial" panose="020B0604020202020204" pitchFamily="34" charset="0"/>
              </a:rPr>
              <a:t>Couplage fort </a:t>
            </a:r>
            <a:r>
              <a:rPr lang="fr-FR" sz="1200" dirty="0">
                <a:latin typeface="Arial" panose="020B0604020202020204" pitchFamily="34" charset="0"/>
                <a:cs typeface="Arial" panose="020B0604020202020204" pitchFamily="34" charset="0"/>
              </a:rPr>
              <a:t>(l’appelant doit connaître l’appelé)</a:t>
            </a:r>
          </a:p>
          <a:p>
            <a:pPr marL="285750" indent="-285750">
              <a:buFont typeface="Wingdings" pitchFamily="2" charset="2"/>
              <a:buChar char="Ø"/>
            </a:pPr>
            <a:r>
              <a:rPr lang="fr-FR" sz="1200" b="1" dirty="0">
                <a:latin typeface="Arial" panose="020B0604020202020204" pitchFamily="34" charset="0"/>
                <a:cs typeface="Arial" panose="020B0604020202020204" pitchFamily="34" charset="0"/>
              </a:rPr>
              <a:t>Appels bloquants</a:t>
            </a:r>
          </a:p>
          <a:p>
            <a:pPr marL="285750" indent="-285750">
              <a:buFont typeface="Wingdings" pitchFamily="2" charset="2"/>
              <a:buChar char="Ø"/>
            </a:pPr>
            <a:r>
              <a:rPr lang="fr-FR" sz="1200" dirty="0">
                <a:latin typeface="Arial" panose="020B0604020202020204" pitchFamily="34" charset="0"/>
                <a:cs typeface="Arial" panose="020B0604020202020204" pitchFamily="34" charset="0"/>
              </a:rPr>
              <a:t>Les systèmes synchrones sont de </a:t>
            </a:r>
            <a:r>
              <a:rPr lang="fr-FR" sz="1200" b="1" dirty="0">
                <a:latin typeface="Arial" panose="020B0604020202020204" pitchFamily="34" charset="0"/>
                <a:cs typeface="Arial" panose="020B0604020202020204" pitchFamily="34" charset="0"/>
              </a:rPr>
              <a:t>moins en moins favorisés </a:t>
            </a:r>
            <a:r>
              <a:rPr lang="fr-FR" sz="1200" dirty="0">
                <a:latin typeface="Arial" panose="020B0604020202020204" pitchFamily="34" charset="0"/>
                <a:cs typeface="Arial" panose="020B0604020202020204" pitchFamily="34" charset="0"/>
              </a:rPr>
              <a:t>au profit de l’asynchronisme</a:t>
            </a:r>
          </a:p>
          <a:p>
            <a:pPr marL="285750" indent="-285750">
              <a:buFont typeface="Wingdings" pitchFamily="2" charset="2"/>
              <a:buChar char="Ø"/>
            </a:pPr>
            <a:r>
              <a:rPr lang="fr-FR" sz="1200" b="1" dirty="0">
                <a:latin typeface="Arial" panose="020B0604020202020204" pitchFamily="34" charset="0"/>
                <a:cs typeface="Arial" panose="020B0604020202020204" pitchFamily="34" charset="0"/>
              </a:rPr>
              <a:t>Gestion des erreurs : </a:t>
            </a:r>
            <a:r>
              <a:rPr lang="fr-FR" sz="1200" dirty="0">
                <a:latin typeface="Arial" panose="020B0604020202020204" pitchFamily="34" charset="0"/>
                <a:cs typeface="Arial" panose="020B0604020202020204" pitchFamily="34" charset="0"/>
              </a:rPr>
              <a:t>nécessite la mise en place de mécanismes de réessaie ou de réconciliation dans le client</a:t>
            </a:r>
          </a:p>
        </p:txBody>
      </p:sp>
    </p:spTree>
    <p:extLst>
      <p:ext uri="{BB962C8B-B14F-4D97-AF65-F5344CB8AC3E}">
        <p14:creationId xmlns:p14="http://schemas.microsoft.com/office/powerpoint/2010/main" val="42524815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extLst>
    <p:ext uri="{6950BFC3-D8DA-4A85-94F7-54DA5524770B}">
      <p188:commentRel xmlns:p188="http://schemas.microsoft.com/office/powerpoint/2018/8/main" r:id="rId4"/>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CAS d’usage de l’Asynchrone EVENEMENTIEL</a:t>
            </a:r>
          </a:p>
        </p:txBody>
      </p:sp>
      <p:sp>
        <p:nvSpPr>
          <p:cNvPr id="20" name="ZoneTexte 19">
            <a:extLst>
              <a:ext uri="{FF2B5EF4-FFF2-40B4-BE49-F238E27FC236}">
                <a16:creationId xmlns:a16="http://schemas.microsoft.com/office/drawing/2014/main" id="{489C25ED-233E-051F-DF9A-0FA36B3DAD76}"/>
              </a:ext>
            </a:extLst>
          </p:cNvPr>
          <p:cNvSpPr txBox="1"/>
          <p:nvPr>
            <p:custDataLst>
              <p:tags r:id="rId1"/>
            </p:custDataLst>
          </p:nvPr>
        </p:nvSpPr>
        <p:spPr>
          <a:xfrm>
            <a:off x="674914" y="1052978"/>
            <a:ext cx="11186077" cy="2031325"/>
          </a:xfrm>
          <a:prstGeom prst="rect">
            <a:avLst/>
          </a:prstGeom>
          <a:noFill/>
        </p:spPr>
        <p:txBody>
          <a:bodyPr wrap="square" rtlCol="0">
            <a:spAutoFit/>
          </a:bodyPr>
          <a:lstStyle/>
          <a:p>
            <a:pPr algn="just"/>
            <a:r>
              <a:rPr lang="fr-FR" sz="1400"/>
              <a:t>La communication asynchrone décrit un modèle de communication dans lequel les données peuvent être transmises par </a:t>
            </a:r>
            <a:r>
              <a:rPr lang="fr-FR" sz="1400" b="1"/>
              <a:t>intermittence</a:t>
            </a:r>
            <a:r>
              <a:rPr lang="fr-FR" sz="1400"/>
              <a:t> plutôt que dans un flux régulier. </a:t>
            </a:r>
          </a:p>
          <a:p>
            <a:pPr algn="just"/>
            <a:r>
              <a:rPr lang="fr-FR" sz="1400"/>
              <a:t>Elle n’exige </a:t>
            </a:r>
            <a:r>
              <a:rPr lang="fr-FR" sz="1400" b="1"/>
              <a:t>pas de réponse du destinataire </a:t>
            </a:r>
            <a:r>
              <a:rPr lang="fr-FR" sz="1400"/>
              <a:t>et la transmission du message est gérée par un </a:t>
            </a:r>
            <a:r>
              <a:rPr lang="fr-FR" sz="1400" b="1"/>
              <a:t>système de message queue </a:t>
            </a:r>
            <a:r>
              <a:rPr lang="fr-FR" sz="1400"/>
              <a:t>en parallèle qui peut avoir plusieurs </a:t>
            </a:r>
            <a:r>
              <a:rPr lang="fr-FR" sz="1400" b="1"/>
              <a:t>type de patterns de transmission</a:t>
            </a:r>
            <a:r>
              <a:rPr lang="fr-FR" sz="1400"/>
              <a:t> en fonction du besoin (broadcast, diffusion, </a:t>
            </a:r>
            <a:r>
              <a:rPr lang="fr-FR" sz="1400" err="1"/>
              <a:t>publish-subscribe</a:t>
            </a:r>
            <a:r>
              <a:rPr lang="fr-FR" sz="1400"/>
              <a:t>, </a:t>
            </a:r>
            <a:r>
              <a:rPr lang="fr-FR" sz="1400" err="1"/>
              <a:t>fire</a:t>
            </a:r>
            <a:r>
              <a:rPr lang="fr-FR" sz="1400"/>
              <a:t> and </a:t>
            </a:r>
            <a:r>
              <a:rPr lang="fr-FR" sz="1400" err="1"/>
              <a:t>forget</a:t>
            </a:r>
            <a:r>
              <a:rPr lang="fr-FR" sz="1400"/>
              <a:t>).</a:t>
            </a:r>
          </a:p>
          <a:p>
            <a:pPr algn="just"/>
            <a:r>
              <a:rPr lang="fr-FR" sz="1400"/>
              <a:t>Cette communication est non bloquante et le traitement se déroule de manière indépendante. Les notifications permettent d’informer sur l’occurrence d’un événement à qui veut le savoir.</a:t>
            </a:r>
          </a:p>
          <a:p>
            <a:pPr algn="just"/>
            <a:endParaRPr lang="fr-FR" sz="1400"/>
          </a:p>
          <a:p>
            <a:pPr algn="just"/>
            <a:r>
              <a:rPr lang="fr-FR" sz="1400" i="1"/>
              <a:t>Lorsque des données utilisateurs sont modifiés dans le référentiel produit, un message est publié. Les autres services impactés par ce type de changement (logistique, achat, …) souscrivent au topic pour être notifiés et agir dans leur périmètre en fonction .</a:t>
            </a:r>
          </a:p>
        </p:txBody>
      </p:sp>
      <p:pic>
        <p:nvPicPr>
          <p:cNvPr id="22" name="Image 21">
            <a:extLst>
              <a:ext uri="{FF2B5EF4-FFF2-40B4-BE49-F238E27FC236}">
                <a16:creationId xmlns:a16="http://schemas.microsoft.com/office/drawing/2014/main" id="{2FF89155-37A6-158A-C9A8-C33D18D81857}"/>
              </a:ext>
            </a:extLst>
          </p:cNvPr>
          <p:cNvPicPr>
            <a:picLocks noChangeAspect="1"/>
          </p:cNvPicPr>
          <p:nvPr/>
        </p:nvPicPr>
        <p:blipFill>
          <a:blip r:embed="rId4">
            <a:duotone>
              <a:schemeClr val="accent6">
                <a:shade val="45000"/>
                <a:satMod val="135000"/>
              </a:schemeClr>
              <a:prstClr val="white"/>
            </a:duotone>
          </a:blip>
          <a:stretch>
            <a:fillRect/>
          </a:stretch>
        </p:blipFill>
        <p:spPr>
          <a:xfrm>
            <a:off x="37286" y="2446675"/>
            <a:ext cx="637628" cy="637628"/>
          </a:xfrm>
          <a:prstGeom prst="rect">
            <a:avLst/>
          </a:prstGeom>
        </p:spPr>
      </p:pic>
      <p:pic>
        <p:nvPicPr>
          <p:cNvPr id="24" name="Picture 4" descr="livre ">
            <a:extLst>
              <a:ext uri="{FF2B5EF4-FFF2-40B4-BE49-F238E27FC236}">
                <a16:creationId xmlns:a16="http://schemas.microsoft.com/office/drawing/2014/main" id="{DA10CB00-D7F4-F10C-A1D6-982CBB302138}"/>
              </a:ext>
            </a:extLst>
          </p:cNvPr>
          <p:cNvPicPr>
            <a:picLocks noChangeAspect="1" noChangeArrowheads="1"/>
          </p:cNvPicPr>
          <p:nvPr/>
        </p:nvPicPr>
        <p:blipFill>
          <a:blip r:embed="rId5">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7286" y="1052978"/>
            <a:ext cx="637628" cy="637628"/>
          </a:xfrm>
          <a:prstGeom prst="rect">
            <a:avLst/>
          </a:prstGeom>
          <a:noFill/>
          <a:extLst>
            <a:ext uri="{909E8E84-426E-40DD-AFC4-6F175D3DCCD1}">
              <a14:hiddenFill xmlns:a14="http://schemas.microsoft.com/office/drawing/2010/main">
                <a:solidFill>
                  <a:srgbClr val="FFFFFF"/>
                </a:solidFill>
              </a14:hiddenFill>
            </a:ext>
          </a:extLst>
        </p:spPr>
      </p:pic>
      <p:sp>
        <p:nvSpPr>
          <p:cNvPr id="26" name="ZoneTexte 25">
            <a:extLst>
              <a:ext uri="{FF2B5EF4-FFF2-40B4-BE49-F238E27FC236}">
                <a16:creationId xmlns:a16="http://schemas.microsoft.com/office/drawing/2014/main" id="{158FEF13-E52C-4BD6-E90C-AF19633B5932}"/>
              </a:ext>
            </a:extLst>
          </p:cNvPr>
          <p:cNvSpPr txBox="1"/>
          <p:nvPr/>
        </p:nvSpPr>
        <p:spPr>
          <a:xfrm>
            <a:off x="5843826" y="5528594"/>
            <a:ext cx="5919419" cy="1015663"/>
          </a:xfrm>
          <a:prstGeom prst="rect">
            <a:avLst/>
          </a:prstGeom>
          <a:noFill/>
        </p:spPr>
        <p:txBody>
          <a:bodyPr wrap="square" rtlCol="0">
            <a:spAutoFit/>
          </a:bodyPr>
          <a:lstStyle/>
          <a:p>
            <a:pPr algn="r"/>
            <a:r>
              <a:rPr lang="fr-FR" sz="1200" b="1">
                <a:latin typeface="Arial" panose="020B0604020202020204" pitchFamily="34" charset="0"/>
                <a:cs typeface="Arial" panose="020B0604020202020204" pitchFamily="34" charset="0"/>
              </a:rPr>
              <a:t>POINTS D’ATTENTION</a:t>
            </a:r>
          </a:p>
          <a:p>
            <a:pPr marL="171450" indent="-171450">
              <a:buFont typeface="Wingdings" pitchFamily="2" charset="2"/>
              <a:buChar char="Ø"/>
            </a:pPr>
            <a:r>
              <a:rPr lang="fr-FR" sz="1200">
                <a:latin typeface="Arial" panose="020B0604020202020204" pitchFamily="34" charset="0"/>
                <a:cs typeface="Arial" panose="020B0604020202020204" pitchFamily="34" charset="0"/>
              </a:rPr>
              <a:t>L’asynchrone donne plus d’autonomie aux services mais ne dispose pas de standards et de normes de spécification des messages</a:t>
            </a:r>
          </a:p>
          <a:p>
            <a:pPr marL="171450" indent="-171450">
              <a:buFont typeface="Wingdings" pitchFamily="2" charset="2"/>
              <a:buChar char="Ø"/>
            </a:pPr>
            <a:r>
              <a:rPr lang="fr-FR" sz="1200">
                <a:latin typeface="Arial" panose="020B0604020202020204" pitchFamily="34" charset="0"/>
                <a:cs typeface="Arial" panose="020B0604020202020204" pitchFamily="34" charset="0"/>
              </a:rPr>
              <a:t>Il est essentiel de mettre en place des ID de corrélations pour comprendre l’origine des erreurs et pouvoir revenir en arrière.</a:t>
            </a:r>
          </a:p>
        </p:txBody>
      </p:sp>
      <p:sp>
        <p:nvSpPr>
          <p:cNvPr id="27" name="ZoneTexte 26">
            <a:extLst>
              <a:ext uri="{FF2B5EF4-FFF2-40B4-BE49-F238E27FC236}">
                <a16:creationId xmlns:a16="http://schemas.microsoft.com/office/drawing/2014/main" id="{4041F6F3-2112-98A1-CC90-25BD9E75C28A}"/>
              </a:ext>
            </a:extLst>
          </p:cNvPr>
          <p:cNvSpPr txBox="1"/>
          <p:nvPr/>
        </p:nvSpPr>
        <p:spPr>
          <a:xfrm>
            <a:off x="37286" y="3276600"/>
            <a:ext cx="5919419" cy="3308598"/>
          </a:xfrm>
          <a:prstGeom prst="rect">
            <a:avLst/>
          </a:prstGeom>
          <a:noFill/>
        </p:spPr>
        <p:txBody>
          <a:bodyPr wrap="square" rtlCol="0">
            <a:spAutoFit/>
          </a:bodyPr>
          <a:lstStyle/>
          <a:p>
            <a:r>
              <a:rPr lang="fr-FR" sz="1600" b="1" dirty="0">
                <a:solidFill>
                  <a:schemeClr val="accent6">
                    <a:lumMod val="75000"/>
                  </a:schemeClr>
                </a:solidFill>
                <a:latin typeface="Arial" panose="020B0604020202020204" pitchFamily="34" charset="0"/>
                <a:cs typeface="Arial" panose="020B0604020202020204" pitchFamily="34" charset="0"/>
              </a:rPr>
              <a:t>MESSAGE ORIENTED MIDDLEWARE</a:t>
            </a:r>
          </a:p>
          <a:p>
            <a:pPr marL="285750" indent="-285750">
              <a:buFont typeface="Arial" panose="020B0604020202020204" pitchFamily="34" charset="0"/>
              <a:buChar char="•"/>
            </a:pPr>
            <a:r>
              <a:rPr lang="fr-FR" sz="1400" dirty="0">
                <a:latin typeface="Arial" panose="020B0604020202020204" pitchFamily="34" charset="0"/>
                <a:cs typeface="Arial" panose="020B0604020202020204" pitchFamily="34" charset="0"/>
              </a:rPr>
              <a:t>Service en charge du </a:t>
            </a:r>
            <a:r>
              <a:rPr lang="fr-FR" sz="1400" b="1" dirty="0">
                <a:latin typeface="Arial" panose="020B0604020202020204" pitchFamily="34" charset="0"/>
                <a:cs typeface="Arial" panose="020B0604020202020204" pitchFamily="34" charset="0"/>
              </a:rPr>
              <a:t>transport</a:t>
            </a:r>
            <a:r>
              <a:rPr lang="fr-FR" sz="1400" dirty="0">
                <a:latin typeface="Arial" panose="020B0604020202020204" pitchFamily="34" charset="0"/>
                <a:cs typeface="Arial" panose="020B0604020202020204" pitchFamily="34" charset="0"/>
              </a:rPr>
              <a:t> asynchrone, de la </a:t>
            </a:r>
            <a:r>
              <a:rPr lang="fr-FR" sz="1400" b="1" dirty="0">
                <a:latin typeface="Arial" panose="020B0604020202020204" pitchFamily="34" charset="0"/>
                <a:cs typeface="Arial" panose="020B0604020202020204" pitchFamily="34" charset="0"/>
              </a:rPr>
              <a:t>persistance</a:t>
            </a:r>
            <a:r>
              <a:rPr lang="fr-FR" sz="1400" dirty="0">
                <a:latin typeface="Arial" panose="020B0604020202020204" pitchFamily="34" charset="0"/>
                <a:cs typeface="Arial" panose="020B0604020202020204" pitchFamily="34" charset="0"/>
              </a:rPr>
              <a:t>, de </a:t>
            </a:r>
            <a:r>
              <a:rPr lang="fr-FR" sz="1400" b="1" dirty="0">
                <a:latin typeface="Arial" panose="020B0604020202020204" pitchFamily="34" charset="0"/>
                <a:cs typeface="Arial" panose="020B0604020202020204" pitchFamily="34" charset="0"/>
              </a:rPr>
              <a:t>l’ordre</a:t>
            </a:r>
            <a:r>
              <a:rPr lang="fr-FR" sz="1400" dirty="0">
                <a:latin typeface="Arial" panose="020B0604020202020204" pitchFamily="34" charset="0"/>
                <a:cs typeface="Arial" panose="020B0604020202020204" pitchFamily="34" charset="0"/>
              </a:rPr>
              <a:t> et de la </a:t>
            </a:r>
            <a:r>
              <a:rPr lang="fr-FR" sz="1400" b="1" dirty="0">
                <a:latin typeface="Arial" panose="020B0604020202020204" pitchFamily="34" charset="0"/>
                <a:cs typeface="Arial" panose="020B0604020202020204" pitchFamily="34" charset="0"/>
              </a:rPr>
              <a:t>fiabilité</a:t>
            </a:r>
            <a:r>
              <a:rPr lang="fr-FR" sz="1400" dirty="0">
                <a:latin typeface="Arial" panose="020B0604020202020204" pitchFamily="34" charset="0"/>
                <a:cs typeface="Arial" panose="020B0604020202020204" pitchFamily="34" charset="0"/>
              </a:rPr>
              <a:t> des messages</a:t>
            </a:r>
          </a:p>
          <a:p>
            <a:pPr marL="285750" indent="-285750">
              <a:buFont typeface="Arial" panose="020B0604020202020204" pitchFamily="34" charset="0"/>
              <a:buChar char="•"/>
            </a:pPr>
            <a:r>
              <a:rPr lang="fr-FR" sz="1400" dirty="0">
                <a:latin typeface="Arial" panose="020B0604020202020204" pitchFamily="34" charset="0"/>
                <a:cs typeface="Arial" panose="020B0604020202020204" pitchFamily="34" charset="0"/>
              </a:rPr>
              <a:t>Il porte la responsabilité de la </a:t>
            </a:r>
            <a:r>
              <a:rPr lang="fr-FR" sz="1400" b="1" dirty="0">
                <a:latin typeface="Arial" panose="020B0604020202020204" pitchFamily="34" charset="0"/>
                <a:cs typeface="Arial" panose="020B0604020202020204" pitchFamily="34" charset="0"/>
              </a:rPr>
              <a:t>transaction</a:t>
            </a:r>
            <a:r>
              <a:rPr lang="fr-FR" sz="1400" dirty="0">
                <a:latin typeface="Arial" panose="020B0604020202020204" pitchFamily="34" charset="0"/>
                <a:cs typeface="Arial" panose="020B0604020202020204" pitchFamily="34" charset="0"/>
              </a:rPr>
              <a:t> et assure donc un </a:t>
            </a:r>
            <a:r>
              <a:rPr lang="fr-FR" sz="1400" b="1" dirty="0">
                <a:latin typeface="Arial" panose="020B0604020202020204" pitchFamily="34" charset="0"/>
                <a:cs typeface="Arial" panose="020B0604020202020204" pitchFamily="34" charset="0"/>
              </a:rPr>
              <a:t>couplage faible </a:t>
            </a:r>
            <a:r>
              <a:rPr lang="fr-FR" sz="1400" dirty="0">
                <a:latin typeface="Arial" panose="020B0604020202020204" pitchFamily="34" charset="0"/>
                <a:cs typeface="Arial" panose="020B0604020202020204" pitchFamily="34" charset="0"/>
              </a:rPr>
              <a:t>entre les services et augmente la réactivité du SI</a:t>
            </a:r>
          </a:p>
          <a:p>
            <a:endParaRPr lang="fr-FR" sz="1400" dirty="0">
              <a:latin typeface="Arial" panose="020B0604020202020204" pitchFamily="34" charset="0"/>
              <a:cs typeface="Arial" panose="020B0604020202020204" pitchFamily="34" charset="0"/>
            </a:endParaRPr>
          </a:p>
          <a:p>
            <a:r>
              <a:rPr lang="fr-FR" sz="1400" b="1" dirty="0">
                <a:latin typeface="Arial" panose="020B0604020202020204" pitchFamily="34" charset="0"/>
                <a:cs typeface="Arial" panose="020B0604020202020204" pitchFamily="34" charset="0"/>
              </a:rPr>
              <a:t>MODES DE FONCTIONNEMENT</a:t>
            </a:r>
          </a:p>
          <a:p>
            <a:pPr marL="285750" indent="-285750">
              <a:buFont typeface="Arial" panose="020B0604020202020204" pitchFamily="34" charset="0"/>
              <a:buChar char="•"/>
            </a:pPr>
            <a:r>
              <a:rPr lang="fr-FR" sz="1400" b="1" dirty="0">
                <a:latin typeface="Arial" panose="020B0604020202020204" pitchFamily="34" charset="0"/>
                <a:cs typeface="Arial" panose="020B0604020202020204" pitchFamily="34" charset="0"/>
              </a:rPr>
              <a:t>Point à point </a:t>
            </a:r>
            <a:r>
              <a:rPr lang="fr-FR" sz="1400" dirty="0">
                <a:latin typeface="Arial" panose="020B0604020202020204" pitchFamily="34" charset="0"/>
                <a:cs typeface="Arial" panose="020B0604020202020204" pitchFamily="34" charset="0"/>
              </a:rPr>
              <a:t>: un service émet des messages en rapport avec les traitements qu’il effectue et son périmètre. Un consommateur unique le reçoit et celui-ci est retiré de la file d’attente</a:t>
            </a:r>
          </a:p>
          <a:p>
            <a:pPr marL="285750" indent="-285750">
              <a:buFont typeface="Arial" panose="020B0604020202020204" pitchFamily="34" charset="0"/>
              <a:buChar char="•"/>
            </a:pPr>
            <a:r>
              <a:rPr lang="fr-FR" sz="1400" b="1" dirty="0">
                <a:latin typeface="Arial" panose="020B0604020202020204" pitchFamily="34" charset="0"/>
                <a:cs typeface="Arial" panose="020B0604020202020204" pitchFamily="34" charset="0"/>
              </a:rPr>
              <a:t>Publish/Subscribe</a:t>
            </a:r>
            <a:r>
              <a:rPr lang="fr-FR" sz="1400" dirty="0">
                <a:latin typeface="Arial" panose="020B0604020202020204" pitchFamily="34" charset="0"/>
                <a:cs typeface="Arial" panose="020B0604020202020204" pitchFamily="34" charset="0"/>
              </a:rPr>
              <a:t> : des services s’abonnent à un topic et consomment des messages présents dans la file. Les services restent dans la file tant que tous les services abonnés n’ont pas consommé le message.</a:t>
            </a:r>
          </a:p>
          <a:p>
            <a:r>
              <a:rPr lang="fr-FR" sz="1100" b="1" dirty="0">
                <a:latin typeface="Arial" panose="020B0604020202020204" pitchFamily="34" charset="0"/>
                <a:cs typeface="Arial" panose="020B0604020202020204" pitchFamily="34" charset="0"/>
                <a:hlinkClick r:id="rId6" action="ppaction://hlinksldjump"/>
              </a:rPr>
              <a:t>Autres patterns et modes de fonctionnements dans la partie focus sur le middleware</a:t>
            </a:r>
            <a:endParaRPr lang="fr-FR" sz="1100" b="1" dirty="0">
              <a:latin typeface="Arial" panose="020B0604020202020204" pitchFamily="34" charset="0"/>
              <a:cs typeface="Arial" panose="020B0604020202020204" pitchFamily="34" charset="0"/>
            </a:endParaRPr>
          </a:p>
        </p:txBody>
      </p:sp>
      <p:sp>
        <p:nvSpPr>
          <p:cNvPr id="28" name="ZoneTexte 27">
            <a:extLst>
              <a:ext uri="{FF2B5EF4-FFF2-40B4-BE49-F238E27FC236}">
                <a16:creationId xmlns:a16="http://schemas.microsoft.com/office/drawing/2014/main" id="{BD78F053-FB7C-AA8E-264B-1C7D91DFE717}"/>
              </a:ext>
            </a:extLst>
          </p:cNvPr>
          <p:cNvSpPr txBox="1"/>
          <p:nvPr/>
        </p:nvSpPr>
        <p:spPr>
          <a:xfrm>
            <a:off x="8750459" y="2962966"/>
            <a:ext cx="3110532" cy="338554"/>
          </a:xfrm>
          <a:prstGeom prst="rect">
            <a:avLst/>
          </a:prstGeom>
          <a:noFill/>
        </p:spPr>
        <p:txBody>
          <a:bodyPr wrap="none" rtlCol="0">
            <a:spAutoFit/>
          </a:bodyPr>
          <a:lstStyle/>
          <a:p>
            <a:r>
              <a:rPr lang="fr-FR" sz="1600" b="1">
                <a:solidFill>
                  <a:schemeClr val="accent6">
                    <a:lumMod val="75000"/>
                  </a:schemeClr>
                </a:solidFill>
                <a:latin typeface="Arial" panose="020B0604020202020204" pitchFamily="34" charset="0"/>
                <a:cs typeface="Arial" panose="020B0604020202020204" pitchFamily="34" charset="0"/>
              </a:rPr>
              <a:t>CAS D’USAGE ASYNCHRONE</a:t>
            </a:r>
          </a:p>
        </p:txBody>
      </p:sp>
      <p:sp>
        <p:nvSpPr>
          <p:cNvPr id="29" name="ZoneTexte 28">
            <a:extLst>
              <a:ext uri="{FF2B5EF4-FFF2-40B4-BE49-F238E27FC236}">
                <a16:creationId xmlns:a16="http://schemas.microsoft.com/office/drawing/2014/main" id="{DB0EE9C3-2986-E1DE-4591-AF8E32D8D13E}"/>
              </a:ext>
            </a:extLst>
          </p:cNvPr>
          <p:cNvSpPr txBox="1"/>
          <p:nvPr/>
        </p:nvSpPr>
        <p:spPr>
          <a:xfrm>
            <a:off x="5843826" y="3285593"/>
            <a:ext cx="5832359" cy="2677656"/>
          </a:xfrm>
          <a:prstGeom prst="rect">
            <a:avLst/>
          </a:prstGeom>
          <a:noFill/>
        </p:spPr>
        <p:txBody>
          <a:bodyPr wrap="square" rtlCol="0">
            <a:spAutoFit/>
          </a:bodyPr>
          <a:lstStyle/>
          <a:p>
            <a:pPr marL="171450" indent="-171450" algn="just">
              <a:buClr>
                <a:schemeClr val="accent4">
                  <a:lumMod val="50000"/>
                </a:schemeClr>
              </a:buClr>
              <a:buFont typeface=".Apple Color Emoji UI"/>
              <a:buChar char="➕"/>
            </a:pPr>
            <a:r>
              <a:rPr lang="fr-FR" sz="1200" dirty="0">
                <a:latin typeface="Arial" panose="020B0604020202020204" pitchFamily="34" charset="0"/>
                <a:cs typeface="Arial" panose="020B0604020202020204" pitchFamily="34" charset="0"/>
              </a:rPr>
              <a:t>Notifications d’évènements sur le périmètre du service pour mettre en place du traitement ETL en data </a:t>
            </a:r>
            <a:r>
              <a:rPr lang="fr-FR" sz="1200" dirty="0" err="1">
                <a:latin typeface="Arial" panose="020B0604020202020204" pitchFamily="34" charset="0"/>
                <a:cs typeface="Arial" panose="020B0604020202020204" pitchFamily="34" charset="0"/>
              </a:rPr>
              <a:t>stream</a:t>
            </a:r>
            <a:endParaRPr lang="fr-FR" sz="1200" dirty="0">
              <a:latin typeface="Arial" panose="020B0604020202020204" pitchFamily="34" charset="0"/>
              <a:cs typeface="Arial" panose="020B0604020202020204" pitchFamily="34" charset="0"/>
            </a:endParaRPr>
          </a:p>
          <a:p>
            <a:pPr marL="171450" indent="-171450" algn="just">
              <a:buClr>
                <a:schemeClr val="accent4">
                  <a:lumMod val="50000"/>
                </a:schemeClr>
              </a:buClr>
              <a:buFont typeface=".Apple Color Emoji UI"/>
              <a:buChar char="➕"/>
            </a:pPr>
            <a:r>
              <a:rPr lang="fr-FR" sz="1200" dirty="0">
                <a:latin typeface="Arial" panose="020B0604020202020204" pitchFamily="34" charset="0"/>
                <a:cs typeface="Arial" panose="020B0604020202020204" pitchFamily="34" charset="0"/>
              </a:rPr>
              <a:t>Récupération des logs et gestion des erreurs avec des patterns de compensation</a:t>
            </a:r>
          </a:p>
          <a:p>
            <a:pPr marL="171450" indent="-171450" algn="just">
              <a:buClr>
                <a:schemeClr val="accent4">
                  <a:lumMod val="50000"/>
                </a:schemeClr>
              </a:buClr>
              <a:buFont typeface=".Apple Color Emoji UI"/>
              <a:buChar char="➕"/>
            </a:pPr>
            <a:r>
              <a:rPr lang="fr-FR" sz="1200" dirty="0">
                <a:latin typeface="Arial" panose="020B0604020202020204" pitchFamily="34" charset="0"/>
                <a:cs typeface="Arial" panose="020B0604020202020204" pitchFamily="34" charset="0"/>
              </a:rPr>
              <a:t>Succession de tâches distinctes sans qu’il n’y ait de répercutions les unes sur les autres</a:t>
            </a:r>
          </a:p>
          <a:p>
            <a:pPr marL="171450" indent="-171450" algn="just">
              <a:buClr>
                <a:schemeClr val="accent4">
                  <a:lumMod val="50000"/>
                </a:schemeClr>
              </a:buClr>
              <a:buFont typeface=".Apple Color Emoji UI"/>
              <a:buChar char="➕"/>
            </a:pPr>
            <a:r>
              <a:rPr lang="fr-FR" sz="1200" dirty="0">
                <a:latin typeface="Arial" panose="020B0604020202020204" pitchFamily="34" charset="0"/>
                <a:cs typeface="Arial" panose="020B0604020202020204" pitchFamily="34" charset="0"/>
              </a:rPr>
              <a:t>Propagation de données et validations des étapes d’un processus long (ne pas bloquer le système) </a:t>
            </a:r>
            <a:r>
              <a:rPr lang="fr-FR" sz="1200" dirty="0">
                <a:latin typeface="Arial" panose="020B0604020202020204" pitchFamily="34" charset="0"/>
                <a:cs typeface="Arial" panose="020B0604020202020204" pitchFamily="34" charset="0"/>
                <a:sym typeface="Wingdings" pitchFamily="2" charset="2"/>
              </a:rPr>
              <a:t> </a:t>
            </a:r>
            <a:r>
              <a:rPr lang="fr-FR" sz="1200" i="1" dirty="0">
                <a:latin typeface="Arial" panose="020B0604020202020204" pitchFamily="34" charset="0"/>
                <a:cs typeface="Arial" panose="020B0604020202020204" pitchFamily="34" charset="0"/>
                <a:sym typeface="Wingdings" pitchFamily="2" charset="2"/>
                <a:hlinkClick r:id="rId7" action="ppaction://hlinksldjump"/>
              </a:rPr>
              <a:t>Event Driven Architecture</a:t>
            </a:r>
            <a:endParaRPr lang="fr-FR" sz="1200" i="1" dirty="0">
              <a:latin typeface="Arial" panose="020B0604020202020204" pitchFamily="34" charset="0"/>
              <a:cs typeface="Arial" panose="020B0604020202020204" pitchFamily="34" charset="0"/>
            </a:endParaRPr>
          </a:p>
          <a:p>
            <a:pPr marL="171450" indent="-171450" algn="just">
              <a:buClr>
                <a:schemeClr val="accent4">
                  <a:lumMod val="50000"/>
                </a:schemeClr>
              </a:buClr>
              <a:buFont typeface=".Apple Color Emoji UI"/>
              <a:buChar char="➕"/>
            </a:pPr>
            <a:endParaRPr lang="fr-FR" sz="1200" i="1" dirty="0">
              <a:latin typeface="Arial" panose="020B0604020202020204" pitchFamily="34" charset="0"/>
              <a:cs typeface="Arial" panose="020B0604020202020204" pitchFamily="34" charset="0"/>
            </a:endParaRPr>
          </a:p>
          <a:p>
            <a:pPr marL="171450" indent="-171450" algn="just">
              <a:buFont typeface=".Apple Color Emoji UI"/>
              <a:buChar char="⛔️"/>
            </a:pPr>
            <a:r>
              <a:rPr lang="fr-FR" sz="1200" dirty="0">
                <a:latin typeface="Arial" panose="020B0604020202020204" pitchFamily="34" charset="0"/>
                <a:cs typeface="Arial" panose="020B0604020202020204" pitchFamily="34" charset="0"/>
              </a:rPr>
              <a:t> Le producteur a besoin de validation pour continuer son processus</a:t>
            </a:r>
          </a:p>
          <a:p>
            <a:pPr marL="171450" indent="-171450" algn="just">
              <a:buFont typeface=".Apple Color Emoji UI"/>
              <a:buChar char="⛔️"/>
            </a:pPr>
            <a:r>
              <a:rPr lang="fr-FR" sz="1200" dirty="0">
                <a:latin typeface="Arial" panose="020B0604020202020204" pitchFamily="34" charset="0"/>
                <a:cs typeface="Arial" panose="020B0604020202020204" pitchFamily="34" charset="0"/>
              </a:rPr>
              <a:t> Utilisation pour effectuer une série d’opération dépendantes l’une de l’autre (nécessaire de mettre en place un pattern de compensation qui peut être complexe)</a:t>
            </a:r>
          </a:p>
          <a:p>
            <a:pPr marL="171450" indent="-171450" algn="just">
              <a:buFont typeface=".Apple Color Emoji UI"/>
              <a:buChar char="⛔️"/>
            </a:pPr>
            <a:endParaRPr lang="fr-FR"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9920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Détail D'architecture Spirale En Acier Modèle Niveau Abstrait Banque D'Images  Et Photos Libres De Droits. Image 79478581.">
            <a:extLst>
              <a:ext uri="{FF2B5EF4-FFF2-40B4-BE49-F238E27FC236}">
                <a16:creationId xmlns:a16="http://schemas.microsoft.com/office/drawing/2014/main" id="{E4DF5054-7AB9-E143-00DA-70A3271BABA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4848" t="15" r="32552" b="-15"/>
          <a:stretch/>
        </p:blipFill>
        <p:spPr bwMode="auto">
          <a:xfrm>
            <a:off x="5226593" y="5721"/>
            <a:ext cx="2980989" cy="685800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26593" y="5721"/>
            <a:ext cx="2980989"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9" name="AutoShape 8" descr="Ddd images vectorielles, Ddd vecteurs libres de droits | Depositphotos">
            <a:extLst>
              <a:ext uri="{FF2B5EF4-FFF2-40B4-BE49-F238E27FC236}">
                <a16:creationId xmlns:a16="http://schemas.microsoft.com/office/drawing/2014/main" id="{436BAA99-40E7-A3AB-2621-FF583903CA14}"/>
              </a:ext>
            </a:extLst>
          </p:cNvPr>
          <p:cNvSpPr>
            <a:spLocks noChangeAspect="1" noChangeArrowheads="1"/>
          </p:cNvSpPr>
          <p:nvPr/>
        </p:nvSpPr>
        <p:spPr bwMode="auto">
          <a:xfrm>
            <a:off x="2348564" y="3276600"/>
            <a:ext cx="3899836" cy="389983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pSp>
        <p:nvGrpSpPr>
          <p:cNvPr id="7" name="Groupe 6">
            <a:extLst>
              <a:ext uri="{FF2B5EF4-FFF2-40B4-BE49-F238E27FC236}">
                <a16:creationId xmlns:a16="http://schemas.microsoft.com/office/drawing/2014/main" id="{C25F35D4-376F-0F76-0C79-BA4548171EA4}"/>
              </a:ext>
            </a:extLst>
          </p:cNvPr>
          <p:cNvGrpSpPr/>
          <p:nvPr/>
        </p:nvGrpSpPr>
        <p:grpSpPr>
          <a:xfrm>
            <a:off x="7870681" y="1204990"/>
            <a:ext cx="3842883" cy="646278"/>
            <a:chOff x="7877160" y="1424687"/>
            <a:chExt cx="3842883" cy="646278"/>
          </a:xfrm>
        </p:grpSpPr>
        <p:sp>
          <p:nvSpPr>
            <p:cNvPr id="102" name="TextBox 4">
              <a:extLst>
                <a:ext uri="{FF2B5EF4-FFF2-40B4-BE49-F238E27FC236}">
                  <a16:creationId xmlns:a16="http://schemas.microsoft.com/office/drawing/2014/main" id="{08EF1DAE-D77A-794C-3B18-C2C6C135E72E}"/>
                </a:ext>
              </a:extLst>
            </p:cNvPr>
            <p:cNvSpPr txBox="1"/>
            <p:nvPr/>
          </p:nvSpPr>
          <p:spPr>
            <a:xfrm>
              <a:off x="8733829" y="1590000"/>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Synchrone vs Asynchrone</a:t>
              </a:r>
            </a:p>
          </p:txBody>
        </p:sp>
        <p:pic>
          <p:nvPicPr>
            <p:cNvPr id="38914" name="Picture 2" descr="Icône Linéaire De étude Asynchrone Contour Moderne L Asynchrone  Illustration de Vecteur - Illustration du flèche, texte: 133518351">
              <a:extLst>
                <a:ext uri="{FF2B5EF4-FFF2-40B4-BE49-F238E27FC236}">
                  <a16:creationId xmlns:a16="http://schemas.microsoft.com/office/drawing/2014/main" id="{1ED1C11B-9244-1BD8-CD66-82221123B57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475" t="9827" r="15912" b="23735"/>
            <a:stretch/>
          </p:blipFill>
          <p:spPr bwMode="auto">
            <a:xfrm>
              <a:off x="7877160" y="1424687"/>
              <a:ext cx="648000" cy="646278"/>
            </a:xfrm>
            <a:prstGeom prst="ellipse">
              <a:avLst/>
            </a:prstGeom>
            <a:noFill/>
            <a:extLst>
              <a:ext uri="{909E8E84-426E-40DD-AFC4-6F175D3DCCD1}">
                <a14:hiddenFill xmlns:a14="http://schemas.microsoft.com/office/drawing/2010/main">
                  <a:solidFill>
                    <a:srgbClr val="FFFFFF"/>
                  </a:solidFill>
                </a14:hiddenFill>
              </a:ext>
            </a:extLst>
          </p:spPr>
        </p:pic>
      </p:grpSp>
      <p:grpSp>
        <p:nvGrpSpPr>
          <p:cNvPr id="14" name="Groupe 13">
            <a:extLst>
              <a:ext uri="{FF2B5EF4-FFF2-40B4-BE49-F238E27FC236}">
                <a16:creationId xmlns:a16="http://schemas.microsoft.com/office/drawing/2014/main" id="{78304BF6-B2A2-F9F4-8F80-1A1A7C8F0D14}"/>
              </a:ext>
            </a:extLst>
          </p:cNvPr>
          <p:cNvGrpSpPr/>
          <p:nvPr/>
        </p:nvGrpSpPr>
        <p:grpSpPr>
          <a:xfrm>
            <a:off x="7870681" y="2470516"/>
            <a:ext cx="3842882" cy="648000"/>
            <a:chOff x="7880947" y="4785313"/>
            <a:chExt cx="3842882" cy="648000"/>
          </a:xfrm>
        </p:grpSpPr>
        <p:sp>
          <p:nvSpPr>
            <p:cNvPr id="39" name="TextBox 4">
              <a:extLst>
                <a:ext uri="{FF2B5EF4-FFF2-40B4-BE49-F238E27FC236}">
                  <a16:creationId xmlns:a16="http://schemas.microsoft.com/office/drawing/2014/main" id="{9F723379-8717-0275-2A6C-9F210CEAD42B}"/>
                </a:ext>
              </a:extLst>
            </p:cNvPr>
            <p:cNvSpPr txBox="1"/>
            <p:nvPr/>
          </p:nvSpPr>
          <p:spPr>
            <a:xfrm>
              <a:off x="8737615" y="4952347"/>
              <a:ext cx="2986214" cy="313932"/>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cs typeface="Arial" panose="020B0604020202020204" pitchFamily="34" charset="0"/>
                </a:rPr>
                <a:t>Domain Driven Design</a:t>
              </a:r>
            </a:p>
          </p:txBody>
        </p:sp>
        <p:grpSp>
          <p:nvGrpSpPr>
            <p:cNvPr id="17" name="Groupe 16">
              <a:extLst>
                <a:ext uri="{FF2B5EF4-FFF2-40B4-BE49-F238E27FC236}">
                  <a16:creationId xmlns:a16="http://schemas.microsoft.com/office/drawing/2014/main" id="{04CD22F0-9D64-9CBD-98B9-252A8B3BA71F}"/>
                </a:ext>
              </a:extLst>
            </p:cNvPr>
            <p:cNvGrpSpPr/>
            <p:nvPr/>
          </p:nvGrpSpPr>
          <p:grpSpPr>
            <a:xfrm>
              <a:off x="7880947" y="4785313"/>
              <a:ext cx="648000" cy="648000"/>
              <a:chOff x="7880947" y="4697274"/>
              <a:chExt cx="648000" cy="648000"/>
            </a:xfrm>
          </p:grpSpPr>
          <p:sp>
            <p:nvSpPr>
              <p:cNvPr id="40" name="Oval 9">
                <a:extLst>
                  <a:ext uri="{FF2B5EF4-FFF2-40B4-BE49-F238E27FC236}">
                    <a16:creationId xmlns:a16="http://schemas.microsoft.com/office/drawing/2014/main" id="{C0E87504-7ABF-6174-7BAA-D6113F4E76B5}"/>
                  </a:ext>
                </a:extLst>
              </p:cNvPr>
              <p:cNvSpPr/>
              <p:nvPr/>
            </p:nvSpPr>
            <p:spPr>
              <a:xfrm>
                <a:off x="7880947" y="4697274"/>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5" name="Image 14" descr="Une image contenant outil&#10;&#10;Description générée automatiquement">
                <a:extLst>
                  <a:ext uri="{FF2B5EF4-FFF2-40B4-BE49-F238E27FC236}">
                    <a16:creationId xmlns:a16="http://schemas.microsoft.com/office/drawing/2014/main" id="{2808D798-5130-AC35-349B-F9E0076A5CA3}"/>
                  </a:ext>
                </a:extLst>
              </p:cNvPr>
              <p:cNvPicPr>
                <a:picLocks noChangeAspect="1"/>
              </p:cNvPicPr>
              <p:nvPr/>
            </p:nvPicPr>
            <p:blipFill rotWithShape="1">
              <a:blip r:embed="rId6">
                <a:extLst>
                  <a:ext uri="{28A0092B-C50C-407E-A947-70E740481C1C}">
                    <a14:useLocalDpi xmlns:a14="http://schemas.microsoft.com/office/drawing/2010/main" val="0"/>
                  </a:ext>
                </a:extLst>
              </a:blip>
              <a:srcRect l="28257" t="30649" r="31901" b="29600"/>
              <a:stretch/>
            </p:blipFill>
            <p:spPr>
              <a:xfrm>
                <a:off x="7904206" y="4725019"/>
                <a:ext cx="593907" cy="592510"/>
              </a:xfrm>
              <a:prstGeom prst="flowChartConnector">
                <a:avLst/>
              </a:prstGeom>
            </p:spPr>
          </p:pic>
        </p:grpSp>
      </p:grpSp>
      <p:grpSp>
        <p:nvGrpSpPr>
          <p:cNvPr id="80" name="Groupe 79">
            <a:extLst>
              <a:ext uri="{FF2B5EF4-FFF2-40B4-BE49-F238E27FC236}">
                <a16:creationId xmlns:a16="http://schemas.microsoft.com/office/drawing/2014/main" id="{7B589974-93BA-696E-ECA6-52AE581BCF6F}"/>
              </a:ext>
            </a:extLst>
          </p:cNvPr>
          <p:cNvGrpSpPr/>
          <p:nvPr/>
        </p:nvGrpSpPr>
        <p:grpSpPr>
          <a:xfrm>
            <a:off x="7893940" y="5005011"/>
            <a:ext cx="3819624" cy="648000"/>
            <a:chOff x="7870681" y="3104139"/>
            <a:chExt cx="3819624" cy="648000"/>
          </a:xfrm>
        </p:grpSpPr>
        <p:sp>
          <p:nvSpPr>
            <p:cNvPr id="54" name="TextBox 4">
              <a:extLst>
                <a:ext uri="{FF2B5EF4-FFF2-40B4-BE49-F238E27FC236}">
                  <a16:creationId xmlns:a16="http://schemas.microsoft.com/office/drawing/2014/main" id="{DD2938CA-7AE4-7071-A708-C0BC30012CBA}"/>
                </a:ext>
              </a:extLst>
            </p:cNvPr>
            <p:cNvSpPr txBox="1"/>
            <p:nvPr/>
          </p:nvSpPr>
          <p:spPr>
            <a:xfrm>
              <a:off x="8704091" y="3275250"/>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Etat du marché</a:t>
              </a:r>
            </a:p>
          </p:txBody>
        </p:sp>
        <p:grpSp>
          <p:nvGrpSpPr>
            <p:cNvPr id="69" name="Groupe 68">
              <a:extLst>
                <a:ext uri="{FF2B5EF4-FFF2-40B4-BE49-F238E27FC236}">
                  <a16:creationId xmlns:a16="http://schemas.microsoft.com/office/drawing/2014/main" id="{B023519F-62C5-C158-2084-C52D286EA23A}"/>
                </a:ext>
              </a:extLst>
            </p:cNvPr>
            <p:cNvGrpSpPr/>
            <p:nvPr/>
          </p:nvGrpSpPr>
          <p:grpSpPr>
            <a:xfrm>
              <a:off x="7870681" y="3104139"/>
              <a:ext cx="648000" cy="648000"/>
              <a:chOff x="7880947" y="4785313"/>
              <a:chExt cx="648000" cy="648000"/>
            </a:xfrm>
          </p:grpSpPr>
          <p:sp>
            <p:nvSpPr>
              <p:cNvPr id="70" name="Oval 9">
                <a:extLst>
                  <a:ext uri="{FF2B5EF4-FFF2-40B4-BE49-F238E27FC236}">
                    <a16:creationId xmlns:a16="http://schemas.microsoft.com/office/drawing/2014/main" id="{61BE7A19-45E2-EDF7-12D9-8FA4D4A217BC}"/>
                  </a:ext>
                </a:extLst>
              </p:cNvPr>
              <p:cNvSpPr/>
              <p:nvPr/>
            </p:nvSpPr>
            <p:spPr>
              <a:xfrm>
                <a:off x="7880947" y="478531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71" name="Picture 6" descr="Benchmark measure icon in flat style. Dashboard rating vector illustration  on white isolated background. Progress service business concept. Stock  Vector | Adobe Stock">
                <a:extLst>
                  <a:ext uri="{FF2B5EF4-FFF2-40B4-BE49-F238E27FC236}">
                    <a16:creationId xmlns:a16="http://schemas.microsoft.com/office/drawing/2014/main" id="{CF45DF8A-A605-99E3-B615-C9719FF7DA9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1720" t="20298" r="10953" b="21027"/>
              <a:stretch/>
            </p:blipFill>
            <p:spPr bwMode="auto">
              <a:xfrm>
                <a:off x="7928042" y="4900958"/>
                <a:ext cx="547465" cy="415401"/>
              </a:xfrm>
              <a:prstGeom prst="roundRect">
                <a:avLst>
                  <a:gd name="adj" fmla="val 36791"/>
                </a:avLst>
              </a:prstGeom>
              <a:noFill/>
              <a:extLst>
                <a:ext uri="{909E8E84-426E-40DD-AFC4-6F175D3DCCD1}">
                  <a14:hiddenFill xmlns:a14="http://schemas.microsoft.com/office/drawing/2010/main">
                    <a:solidFill>
                      <a:srgbClr val="FFFFFF"/>
                    </a:solidFill>
                  </a14:hiddenFill>
                </a:ext>
              </a:extLst>
            </p:spPr>
          </p:pic>
        </p:grpSp>
      </p:grpSp>
      <p:grpSp>
        <p:nvGrpSpPr>
          <p:cNvPr id="79" name="Groupe 78">
            <a:extLst>
              <a:ext uri="{FF2B5EF4-FFF2-40B4-BE49-F238E27FC236}">
                <a16:creationId xmlns:a16="http://schemas.microsoft.com/office/drawing/2014/main" id="{AC2E2561-C6D2-F560-604E-F814C252948A}"/>
              </a:ext>
            </a:extLst>
          </p:cNvPr>
          <p:cNvGrpSpPr/>
          <p:nvPr/>
        </p:nvGrpSpPr>
        <p:grpSpPr>
          <a:xfrm>
            <a:off x="7866464" y="3737764"/>
            <a:ext cx="3841671" cy="648000"/>
            <a:chOff x="7866464" y="4142511"/>
            <a:chExt cx="3841671" cy="648000"/>
          </a:xfrm>
        </p:grpSpPr>
        <p:sp>
          <p:nvSpPr>
            <p:cNvPr id="59" name="TextBox 4">
              <a:extLst>
                <a:ext uri="{FF2B5EF4-FFF2-40B4-BE49-F238E27FC236}">
                  <a16:creationId xmlns:a16="http://schemas.microsoft.com/office/drawing/2014/main" id="{16748453-B9F3-BD49-9EA8-F50EA0D6C279}"/>
                </a:ext>
              </a:extLst>
            </p:cNvPr>
            <p:cNvSpPr txBox="1"/>
            <p:nvPr/>
          </p:nvSpPr>
          <p:spPr>
            <a:xfrm>
              <a:off x="8721921" y="4313622"/>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Event Driven Architecture</a:t>
              </a:r>
            </a:p>
          </p:txBody>
        </p:sp>
        <p:grpSp>
          <p:nvGrpSpPr>
            <p:cNvPr id="75" name="Groupe 74">
              <a:extLst>
                <a:ext uri="{FF2B5EF4-FFF2-40B4-BE49-F238E27FC236}">
                  <a16:creationId xmlns:a16="http://schemas.microsoft.com/office/drawing/2014/main" id="{AA9D3CF1-0A75-283C-B577-9BBAA412C433}"/>
                </a:ext>
              </a:extLst>
            </p:cNvPr>
            <p:cNvGrpSpPr/>
            <p:nvPr/>
          </p:nvGrpSpPr>
          <p:grpSpPr>
            <a:xfrm>
              <a:off x="7866464" y="4142511"/>
              <a:ext cx="648000" cy="648000"/>
              <a:chOff x="7880947" y="1421251"/>
              <a:chExt cx="648000" cy="648000"/>
            </a:xfrm>
          </p:grpSpPr>
          <p:sp>
            <p:nvSpPr>
              <p:cNvPr id="76" name="Oval 9">
                <a:extLst>
                  <a:ext uri="{FF2B5EF4-FFF2-40B4-BE49-F238E27FC236}">
                    <a16:creationId xmlns:a16="http://schemas.microsoft.com/office/drawing/2014/main" id="{B23E9895-B61B-AF1A-0C40-6C01B0C85649}"/>
                  </a:ext>
                </a:extLst>
              </p:cNvPr>
              <p:cNvSpPr/>
              <p:nvPr/>
            </p:nvSpPr>
            <p:spPr>
              <a:xfrm>
                <a:off x="7880947" y="1421251"/>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77" name="Picture 4" descr="Event schedule icon Royalty Free Vector Image - VectorStock">
                <a:extLst>
                  <a:ext uri="{FF2B5EF4-FFF2-40B4-BE49-F238E27FC236}">
                    <a16:creationId xmlns:a16="http://schemas.microsoft.com/office/drawing/2014/main" id="{CB0EEAF0-F152-AAD5-9AB4-1E64BC4B2B6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8786"/>
              <a:stretch/>
            </p:blipFill>
            <p:spPr bwMode="auto">
              <a:xfrm>
                <a:off x="7977012" y="1511321"/>
                <a:ext cx="487715" cy="480454"/>
              </a:xfrm>
              <a:prstGeom prst="roundRect">
                <a:avLst>
                  <a:gd name="adj" fmla="val 23911"/>
                </a:avLst>
              </a:prstGeom>
              <a:noFill/>
              <a:extLst>
                <a:ext uri="{909E8E84-426E-40DD-AFC4-6F175D3DCCD1}">
                  <a14:hiddenFill xmlns:a14="http://schemas.microsoft.com/office/drawing/2010/main">
                    <a:solidFill>
                      <a:srgbClr val="FFFFFF"/>
                    </a:solidFill>
                  </a14:hiddenFill>
                </a:ext>
              </a:extLst>
            </p:spPr>
          </p:pic>
        </p:grpSp>
      </p:grpSp>
      <p:pic>
        <p:nvPicPr>
          <p:cNvPr id="16" name="Picture 2">
            <a:extLst>
              <a:ext uri="{FF2B5EF4-FFF2-40B4-BE49-F238E27FC236}">
                <a16:creationId xmlns:a16="http://schemas.microsoft.com/office/drawing/2014/main" id="{8DE81188-DE84-4993-C49D-EC7DA098AE4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73279" y="2908266"/>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51F14BE-6946-D627-4E15-C841EFAC2078}"/>
              </a:ext>
            </a:extLst>
          </p:cNvPr>
          <p:cNvSpPr/>
          <p:nvPr/>
        </p:nvSpPr>
        <p:spPr>
          <a:xfrm>
            <a:off x="0" y="2464323"/>
            <a:ext cx="5150050"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Les solutions</a:t>
            </a:r>
          </a:p>
        </p:txBody>
      </p:sp>
      <p:grpSp>
        <p:nvGrpSpPr>
          <p:cNvPr id="6" name="Groupe 5">
            <a:extLst>
              <a:ext uri="{FF2B5EF4-FFF2-40B4-BE49-F238E27FC236}">
                <a16:creationId xmlns:a16="http://schemas.microsoft.com/office/drawing/2014/main" id="{2A6F5729-4FC9-5674-43E0-F1D60013C3E0}"/>
              </a:ext>
            </a:extLst>
          </p:cNvPr>
          <p:cNvGrpSpPr/>
          <p:nvPr/>
        </p:nvGrpSpPr>
        <p:grpSpPr>
          <a:xfrm>
            <a:off x="62893" y="3054876"/>
            <a:ext cx="748248" cy="748248"/>
            <a:chOff x="7850842" y="3000752"/>
            <a:chExt cx="748248" cy="748248"/>
          </a:xfrm>
        </p:grpSpPr>
        <p:sp>
          <p:nvSpPr>
            <p:cNvPr id="10" name="Oval 9">
              <a:extLst>
                <a:ext uri="{FF2B5EF4-FFF2-40B4-BE49-F238E27FC236}">
                  <a16:creationId xmlns:a16="http://schemas.microsoft.com/office/drawing/2014/main" id="{7DB9BA51-2E3D-A5DF-4D53-CDC019CE8E82}"/>
                </a:ext>
              </a:extLst>
            </p:cNvPr>
            <p:cNvSpPr/>
            <p:nvPr/>
          </p:nvSpPr>
          <p:spPr>
            <a:xfrm>
              <a:off x="7850842" y="300075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2" name="Picture 4">
              <a:extLst>
                <a:ext uri="{FF2B5EF4-FFF2-40B4-BE49-F238E27FC236}">
                  <a16:creationId xmlns:a16="http://schemas.microsoft.com/office/drawing/2014/main" id="{D6EFF354-2F38-FB18-C052-14EB33F018E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01619" y="3152828"/>
              <a:ext cx="444095" cy="444095"/>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Rectangle 17">
            <a:extLst>
              <a:ext uri="{FF2B5EF4-FFF2-40B4-BE49-F238E27FC236}">
                <a16:creationId xmlns:a16="http://schemas.microsoft.com/office/drawing/2014/main" id="{2540D52F-C59F-ADCB-9C7F-76276285BC1E}"/>
              </a:ext>
            </a:extLst>
          </p:cNvPr>
          <p:cNvSpPr/>
          <p:nvPr/>
        </p:nvSpPr>
        <p:spPr>
          <a:xfrm>
            <a:off x="5009258" y="2464323"/>
            <a:ext cx="213444" cy="1929355"/>
          </a:xfrm>
          <a:prstGeom prst="rect">
            <a:avLst/>
          </a:prstGeom>
          <a:solidFill>
            <a:schemeClr val="accent4">
              <a:lumMod val="50000"/>
              <a:alpha val="8268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91CD"/>
              </a:solidFill>
              <a:effectLst/>
              <a:uLnTx/>
              <a:uFillTx/>
              <a:latin typeface="Arial"/>
              <a:ea typeface="+mn-ea"/>
              <a:cs typeface="+mn-cs"/>
            </a:endParaRPr>
          </a:p>
        </p:txBody>
      </p:sp>
    </p:spTree>
    <p:extLst>
      <p:ext uri="{BB962C8B-B14F-4D97-AF65-F5344CB8AC3E}">
        <p14:creationId xmlns:p14="http://schemas.microsoft.com/office/powerpoint/2010/main" val="9575009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 DOMAIN DRIVEN DESIGN</a:t>
            </a:r>
          </a:p>
        </p:txBody>
      </p:sp>
      <p:sp>
        <p:nvSpPr>
          <p:cNvPr id="4" name="ZoneTexte 3">
            <a:extLst>
              <a:ext uri="{FF2B5EF4-FFF2-40B4-BE49-F238E27FC236}">
                <a16:creationId xmlns:a16="http://schemas.microsoft.com/office/drawing/2014/main" id="{1EE73335-1678-6ED5-ABB9-05AB80D8E300}"/>
              </a:ext>
            </a:extLst>
          </p:cNvPr>
          <p:cNvSpPr txBox="1"/>
          <p:nvPr>
            <p:custDataLst>
              <p:tags r:id="rId1"/>
            </p:custDataLst>
          </p:nvPr>
        </p:nvSpPr>
        <p:spPr>
          <a:xfrm>
            <a:off x="674914" y="1052978"/>
            <a:ext cx="11186077" cy="1815882"/>
          </a:xfrm>
          <a:prstGeom prst="rect">
            <a:avLst/>
          </a:prstGeom>
          <a:noFill/>
        </p:spPr>
        <p:txBody>
          <a:bodyPr wrap="square" rtlCol="0">
            <a:spAutoFit/>
          </a:bodyPr>
          <a:lstStyle/>
          <a:p>
            <a:pPr lvl="0">
              <a:defRPr/>
            </a:pPr>
            <a:r>
              <a:rPr lang="fr-FR" sz="1400" dirty="0"/>
              <a:t>Domain Driven Design n’est ni une technologie, ni une méthodologie mais propose un ensemble de pratiques et de terminologies afin de définir des schémas logiques de décisions pour les architectures composées de domaines complexes. </a:t>
            </a:r>
          </a:p>
          <a:p>
            <a:pPr marL="285750" lvl="0" indent="-285750">
              <a:buFont typeface="Arial" panose="020B0604020202020204" pitchFamily="34" charset="0"/>
              <a:buChar char="•"/>
              <a:defRPr/>
            </a:pPr>
            <a:r>
              <a:rPr lang="fr-FR" sz="1400" dirty="0"/>
              <a:t>Un domaine représente toute la logique de services répondant à un besoin métier </a:t>
            </a:r>
          </a:p>
          <a:p>
            <a:pPr marL="285750" lvl="0" indent="-285750">
              <a:buFont typeface="Arial" panose="020B0604020202020204" pitchFamily="34" charset="0"/>
              <a:buChar char="•"/>
              <a:defRPr/>
            </a:pPr>
            <a:r>
              <a:rPr lang="fr-FR" sz="1400" dirty="0"/>
              <a:t>Chaque composant du système est délimité́ par son contexte : sous-divisions autonomes d’un domaine métier </a:t>
            </a:r>
          </a:p>
          <a:p>
            <a:pPr lvl="0">
              <a:defRPr/>
            </a:pPr>
            <a:r>
              <a:rPr lang="fr-FR" sz="1400" dirty="0"/>
              <a:t>Le DDD peut être résumé comme une approche et une culture pour aligner le métier avec la DSI à l'image de l'approche DevOps qui cherche à aligner les OPS et les DEV. </a:t>
            </a:r>
            <a:r>
              <a:rPr lang="fr-FR" sz="1400" noProof="1">
                <a:latin typeface="Arial" panose="020B0604020202020204" pitchFamily="34" charset="0"/>
                <a:cs typeface="Arial" panose="020B0604020202020204" pitchFamily="34" charset="0"/>
              </a:rPr>
              <a:t>C’est une approche pour </a:t>
            </a:r>
            <a:r>
              <a:rPr lang="fr-FR" sz="1400" noProof="1">
                <a:solidFill>
                  <a:srgbClr val="00D0FF"/>
                </a:solidFill>
                <a:latin typeface="Arial" panose="020B0604020202020204" pitchFamily="34" charset="0"/>
                <a:cs typeface="Arial" panose="020B0604020202020204" pitchFamily="34" charset="0"/>
              </a:rPr>
              <a:t>recentrer l’IT sur le fonctionnel</a:t>
            </a:r>
            <a:r>
              <a:rPr lang="fr-FR" sz="1400" noProof="1">
                <a:solidFill>
                  <a:schemeClr val="bg1">
                    <a:lumMod val="50000"/>
                  </a:schemeClr>
                </a:solidFill>
                <a:latin typeface="Arial" panose="020B0604020202020204" pitchFamily="34" charset="0"/>
                <a:cs typeface="Arial" panose="020B0604020202020204" pitchFamily="34" charset="0"/>
              </a:rPr>
              <a:t>. </a:t>
            </a:r>
          </a:p>
          <a:p>
            <a:pPr lvl="0">
              <a:defRPr/>
            </a:pPr>
            <a:r>
              <a:rPr lang="fr-FR" sz="1400" noProof="1">
                <a:latin typeface="Arial" panose="020B0604020202020204" pitchFamily="34" charset="0"/>
                <a:cs typeface="Arial" panose="020B0604020202020204" pitchFamily="34" charset="0"/>
              </a:rPr>
              <a:t>C’est à la fois une </a:t>
            </a:r>
            <a:r>
              <a:rPr lang="fr-FR" sz="1400" noProof="1">
                <a:solidFill>
                  <a:srgbClr val="00D0FF"/>
                </a:solidFill>
                <a:latin typeface="Arial" panose="020B0604020202020204" pitchFamily="34" charset="0"/>
                <a:cs typeface="Arial" panose="020B0604020202020204" pitchFamily="34" charset="0"/>
              </a:rPr>
              <a:t>culture</a:t>
            </a:r>
            <a:r>
              <a:rPr lang="fr-FR" sz="1400" noProof="1">
                <a:solidFill>
                  <a:schemeClr val="bg1">
                    <a:lumMod val="50000"/>
                  </a:schemeClr>
                </a:solidFill>
                <a:latin typeface="Arial" panose="020B0604020202020204" pitchFamily="34" charset="0"/>
                <a:cs typeface="Arial" panose="020B0604020202020204" pitchFamily="34" charset="0"/>
              </a:rPr>
              <a:t>, </a:t>
            </a:r>
            <a:r>
              <a:rPr lang="fr-FR" sz="1400" noProof="1">
                <a:latin typeface="Arial" panose="020B0604020202020204" pitchFamily="34" charset="0"/>
                <a:cs typeface="Arial" panose="020B0604020202020204" pitchFamily="34" charset="0"/>
              </a:rPr>
              <a:t>un ensemble de </a:t>
            </a:r>
            <a:r>
              <a:rPr lang="fr-FR" sz="1400" noProof="1">
                <a:solidFill>
                  <a:srgbClr val="00D0FF"/>
                </a:solidFill>
                <a:latin typeface="Arial" panose="020B0604020202020204" pitchFamily="34" charset="0"/>
                <a:cs typeface="Arial" panose="020B0604020202020204" pitchFamily="34" charset="0"/>
              </a:rPr>
              <a:t>concepts</a:t>
            </a:r>
            <a:r>
              <a:rPr lang="fr-FR" sz="1400" noProof="1">
                <a:solidFill>
                  <a:schemeClr val="bg1">
                    <a:lumMod val="50000"/>
                  </a:schemeClr>
                </a:solidFill>
                <a:latin typeface="Arial" panose="020B0604020202020204" pitchFamily="34" charset="0"/>
                <a:cs typeface="Arial" panose="020B0604020202020204" pitchFamily="34" charset="0"/>
              </a:rPr>
              <a:t>, </a:t>
            </a:r>
            <a:r>
              <a:rPr lang="fr-FR" sz="1400" noProof="1">
                <a:latin typeface="Arial" panose="020B0604020202020204" pitchFamily="34" charset="0"/>
                <a:cs typeface="Arial" panose="020B0604020202020204" pitchFamily="34" charset="0"/>
              </a:rPr>
              <a:t>de</a:t>
            </a:r>
            <a:r>
              <a:rPr lang="fr-FR" sz="1400" noProof="1">
                <a:solidFill>
                  <a:schemeClr val="bg1">
                    <a:lumMod val="50000"/>
                  </a:schemeClr>
                </a:solidFill>
                <a:latin typeface="Arial" panose="020B0604020202020204" pitchFamily="34" charset="0"/>
                <a:cs typeface="Arial" panose="020B0604020202020204" pitchFamily="34" charset="0"/>
              </a:rPr>
              <a:t> </a:t>
            </a:r>
            <a:r>
              <a:rPr lang="fr-FR" sz="1400" noProof="1">
                <a:solidFill>
                  <a:srgbClr val="00D0FF"/>
                </a:solidFill>
                <a:latin typeface="Arial" panose="020B0604020202020204" pitchFamily="34" charset="0"/>
                <a:cs typeface="Arial" panose="020B0604020202020204" pitchFamily="34" charset="0"/>
              </a:rPr>
              <a:t>pratiques</a:t>
            </a:r>
            <a:r>
              <a:rPr lang="fr-FR" sz="1400" noProof="1">
                <a:solidFill>
                  <a:schemeClr val="bg1">
                    <a:lumMod val="50000"/>
                  </a:schemeClr>
                </a:solidFill>
                <a:latin typeface="Arial" panose="020B0604020202020204" pitchFamily="34" charset="0"/>
                <a:cs typeface="Arial" panose="020B0604020202020204" pitchFamily="34" charset="0"/>
              </a:rPr>
              <a:t> </a:t>
            </a:r>
            <a:r>
              <a:rPr lang="fr-FR" sz="1400" noProof="1">
                <a:latin typeface="Arial" panose="020B0604020202020204" pitchFamily="34" charset="0"/>
                <a:cs typeface="Arial" panose="020B0604020202020204" pitchFamily="34" charset="0"/>
              </a:rPr>
              <a:t>et de </a:t>
            </a:r>
            <a:r>
              <a:rPr lang="fr-FR" sz="1400" noProof="1">
                <a:solidFill>
                  <a:srgbClr val="00D0FF"/>
                </a:solidFill>
                <a:latin typeface="Arial" panose="020B0604020202020204" pitchFamily="34" charset="0"/>
                <a:cs typeface="Arial" panose="020B0604020202020204" pitchFamily="34" charset="0"/>
              </a:rPr>
              <a:t>patterns</a:t>
            </a:r>
            <a:r>
              <a:rPr lang="fr-FR" sz="1400" noProof="1">
                <a:solidFill>
                  <a:schemeClr val="bg1">
                    <a:lumMod val="50000"/>
                  </a:schemeClr>
                </a:solidFill>
                <a:latin typeface="Arial" panose="020B0604020202020204" pitchFamily="34" charset="0"/>
                <a:cs typeface="Arial" panose="020B0604020202020204" pitchFamily="34" charset="0"/>
              </a:rPr>
              <a:t> </a:t>
            </a:r>
            <a:r>
              <a:rPr lang="fr-FR" sz="1400" noProof="1">
                <a:latin typeface="Arial" panose="020B0604020202020204" pitchFamily="34" charset="0"/>
                <a:cs typeface="Arial" panose="020B0604020202020204" pitchFamily="34" charset="0"/>
              </a:rPr>
              <a:t>qui peuvent être vus comme une boite à outil pour aider l’IT qui serait dans une démarche d’approfondir sa </a:t>
            </a:r>
            <a:r>
              <a:rPr lang="fr-FR" sz="1400" noProof="1">
                <a:solidFill>
                  <a:srgbClr val="00D0FF"/>
                </a:solidFill>
                <a:latin typeface="Arial" panose="020B0604020202020204" pitchFamily="34" charset="0"/>
                <a:cs typeface="Arial" panose="020B0604020202020204" pitchFamily="34" charset="0"/>
              </a:rPr>
              <a:t>connaissance du métier </a:t>
            </a:r>
            <a:r>
              <a:rPr lang="fr-FR" sz="1400" noProof="1">
                <a:latin typeface="Arial" panose="020B0604020202020204" pitchFamily="34" charset="0"/>
                <a:cs typeface="Arial" panose="020B0604020202020204" pitchFamily="34" charset="0"/>
              </a:rPr>
              <a:t>couvert par le SI.</a:t>
            </a:r>
          </a:p>
        </p:txBody>
      </p:sp>
      <p:pic>
        <p:nvPicPr>
          <p:cNvPr id="5" name="Picture 4" descr="livre ">
            <a:extLst>
              <a:ext uri="{FF2B5EF4-FFF2-40B4-BE49-F238E27FC236}">
                <a16:creationId xmlns:a16="http://schemas.microsoft.com/office/drawing/2014/main" id="{B1A7FAFC-166E-7C91-1D2F-E0198BF7F8A1}"/>
              </a:ext>
            </a:extLst>
          </p:cNvPr>
          <p:cNvPicPr>
            <a:picLocks noChangeAspect="1" noChangeArrowheads="1"/>
          </p:cNvPicPr>
          <p:nvPr/>
        </p:nvPicPr>
        <p:blipFill>
          <a:blip r:embed="rId5">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7286" y="1052978"/>
            <a:ext cx="637628" cy="637628"/>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75A36005-DFB1-6237-AE4E-5711A083E78A}"/>
              </a:ext>
            </a:extLst>
          </p:cNvPr>
          <p:cNvSpPr txBox="1"/>
          <p:nvPr/>
        </p:nvSpPr>
        <p:spPr>
          <a:xfrm>
            <a:off x="296690" y="3393513"/>
            <a:ext cx="11516138" cy="2317737"/>
          </a:xfrm>
          <a:prstGeom prst="rect">
            <a:avLst/>
          </a:prstGeom>
          <a:solidFill>
            <a:srgbClr val="FFF2E5"/>
          </a:solidFill>
          <a:ln w="38100">
            <a:solidFill>
              <a:srgbClr val="FF9933"/>
            </a:solidFill>
            <a:round/>
            <a:headEnd/>
            <a:tailEnd/>
          </a:ln>
        </p:spPr>
        <p:txBody>
          <a:bodyPr vert="horz" wrap="square" lIns="91440" tIns="45720" rIns="91440" bIns="45720" numCol="1" rtlCol="0" anchor="t" anchorCtr="0" compatLnSpc="1">
            <a:prstTxWarp prst="textNoShape">
              <a:avLst/>
            </a:prstTxWarp>
          </a:bodyPr>
          <a:lstStyle>
            <a:defPPr>
              <a:defRPr lang="fr-FR"/>
            </a:defPPr>
            <a:lvl1pPr marR="0" indent="0" algn="ctr" fontAlgn="auto">
              <a:lnSpc>
                <a:spcPct val="100000"/>
              </a:lnSpc>
              <a:spcBef>
                <a:spcPts val="0"/>
              </a:spcBef>
              <a:spcAft>
                <a:spcPts val="0"/>
              </a:spcAft>
              <a:buClrTx/>
              <a:buSzTx/>
              <a:buFontTx/>
              <a:buNone/>
              <a:tabLst/>
              <a:defRPr kumimoji="0" sz="1200" b="1" i="0" u="none" strike="noStrike" kern="0" cap="none" spc="0" normalizeH="0" baseline="0">
                <a:ln>
                  <a:noFill/>
                </a:ln>
                <a:effectLst/>
                <a:uLnTx/>
                <a:uFillTx/>
                <a:latin typeface="Arial" panose="020B0604020202020204" pitchFamily="34" charset="0"/>
                <a:cs typeface="Arial" panose="020B0604020202020204" pitchFamily="34" charset="0"/>
              </a:defRPr>
            </a:lvl1pPr>
          </a:lstStyle>
          <a:p>
            <a:r>
              <a:rPr lang="fr-FR">
                <a:solidFill>
                  <a:srgbClr val="FFC000"/>
                </a:solidFill>
              </a:rPr>
              <a:t>UBIQUITUOUS LANGUAGE</a:t>
            </a:r>
          </a:p>
          <a:p>
            <a:r>
              <a:rPr lang="fr-FR"/>
              <a:t>Le but est de former un dictionnaire avec des définitions détaillées des termes employés pour éviter toute mauvaise compréhension (tech/fonctionnelle). </a:t>
            </a:r>
          </a:p>
          <a:p>
            <a:pPr marL="171450" indent="-171450" algn="l">
              <a:buFont typeface="Wingdings" panose="05000000000000000000" pitchFamily="2" charset="2"/>
              <a:buChar char="Ø"/>
            </a:pPr>
            <a:r>
              <a:rPr lang="fr-FR" sz="1100" b="0"/>
              <a:t>L'</a:t>
            </a:r>
            <a:r>
              <a:rPr lang="fr-FR" sz="1100" b="0" err="1"/>
              <a:t>Ubiquituous</a:t>
            </a:r>
            <a:r>
              <a:rPr lang="fr-FR" sz="1100" b="0"/>
              <a:t> </a:t>
            </a:r>
            <a:r>
              <a:rPr lang="fr-FR" sz="1100" b="0" err="1"/>
              <a:t>Language</a:t>
            </a:r>
            <a:r>
              <a:rPr lang="fr-FR" sz="1100" b="0"/>
              <a:t> (ou langage Omniprésent) est au cœur de la compréhension commune du Domaine et des besoins métiers </a:t>
            </a:r>
          </a:p>
          <a:p>
            <a:pPr marL="171450" indent="-171450" algn="l">
              <a:buFont typeface="Wingdings" panose="05000000000000000000" pitchFamily="2" charset="2"/>
              <a:buChar char="Ø"/>
            </a:pPr>
            <a:r>
              <a:rPr lang="fr-FR" sz="1100" b="0"/>
              <a:t>L'</a:t>
            </a:r>
            <a:r>
              <a:rPr lang="fr-FR" sz="1100" b="0" err="1"/>
              <a:t>Ubiquituous</a:t>
            </a:r>
            <a:r>
              <a:rPr lang="fr-FR" sz="1100" b="0"/>
              <a:t> Langage est utilisé par tous et partout (des spécifications fonctionnelles au code)</a:t>
            </a:r>
          </a:p>
          <a:p>
            <a:pPr marL="171450" indent="-171450" algn="l">
              <a:buFont typeface="Wingdings" panose="05000000000000000000" pitchFamily="2" charset="2"/>
              <a:buChar char="Ø"/>
            </a:pPr>
            <a:r>
              <a:rPr lang="fr-FR" sz="1100" b="0"/>
              <a:t>L'</a:t>
            </a:r>
            <a:r>
              <a:rPr lang="fr-FR" sz="1100" b="0" err="1"/>
              <a:t>Ubiquituous</a:t>
            </a:r>
            <a:r>
              <a:rPr lang="fr-FR" sz="1100" b="0"/>
              <a:t> </a:t>
            </a:r>
            <a:r>
              <a:rPr lang="fr-FR" sz="1100" b="0" err="1"/>
              <a:t>Language</a:t>
            </a:r>
            <a:r>
              <a:rPr lang="fr-FR" sz="1100" b="0"/>
              <a:t> est sans ambiguïté : le sens de chaque terme aura été explicitement défini</a:t>
            </a:r>
          </a:p>
        </p:txBody>
      </p:sp>
      <p:pic>
        <p:nvPicPr>
          <p:cNvPr id="8" name="Picture 6" descr="https://img.buzzfeed.com/buzzfeed-static/static/2016-04/25/9/enhanced/webdr10/original-11070-1461589539-3.jpg?downsize=800:*&amp;output-format=auto&amp;output-quality=auto">
            <a:extLst>
              <a:ext uri="{FF2B5EF4-FFF2-40B4-BE49-F238E27FC236}">
                <a16:creationId xmlns:a16="http://schemas.microsoft.com/office/drawing/2014/main" id="{783907DA-B2A9-56BD-7E7E-F769D33B3570}"/>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711045" y="4376160"/>
            <a:ext cx="1147367" cy="949446"/>
          </a:xfrm>
          <a:prstGeom prst="rect">
            <a:avLst/>
          </a:prstGeom>
          <a:noFill/>
          <a:extLst>
            <a:ext uri="{909E8E84-426E-40DD-AFC4-6F175D3DCCD1}">
              <a14:hiddenFill xmlns:a14="http://schemas.microsoft.com/office/drawing/2010/main">
                <a:solidFill>
                  <a:srgbClr val="FFFFFF"/>
                </a:solidFill>
              </a14:hiddenFill>
            </a:ext>
          </a:extLst>
        </p:spPr>
      </p:pic>
      <p:sp>
        <p:nvSpPr>
          <p:cNvPr id="9" name="ZoneTexte 8">
            <a:extLst>
              <a:ext uri="{FF2B5EF4-FFF2-40B4-BE49-F238E27FC236}">
                <a16:creationId xmlns:a16="http://schemas.microsoft.com/office/drawing/2014/main" id="{408492A5-4C40-C632-48C6-485451ADEDBE}"/>
              </a:ext>
            </a:extLst>
          </p:cNvPr>
          <p:cNvSpPr txBox="1"/>
          <p:nvPr/>
        </p:nvSpPr>
        <p:spPr>
          <a:xfrm>
            <a:off x="4224406" y="4571768"/>
            <a:ext cx="2230257" cy="553998"/>
          </a:xfrm>
          <a:prstGeom prst="rect">
            <a:avLst/>
          </a:prstGeom>
          <a:noFill/>
        </p:spPr>
        <p:txBody>
          <a:bodyPr wrap="square" rtlCol="0">
            <a:spAutoFit/>
          </a:bodyPr>
          <a:lstStyle/>
          <a:p>
            <a:r>
              <a:rPr lang="fr-FR" sz="1000" b="1" err="1"/>
              <a:t>Ubiquituous</a:t>
            </a:r>
            <a:r>
              <a:rPr lang="fr-FR" sz="1000" b="1"/>
              <a:t> </a:t>
            </a:r>
            <a:r>
              <a:rPr lang="fr-FR" sz="1000" b="1" err="1"/>
              <a:t>Language</a:t>
            </a:r>
            <a:endParaRPr lang="fr-FR" sz="1000" b="1"/>
          </a:p>
          <a:p>
            <a:pPr marL="171450" indent="-171450">
              <a:buFont typeface="Wingdings" panose="05000000000000000000" pitchFamily="2" charset="2"/>
              <a:buChar char="Ø"/>
            </a:pPr>
            <a:r>
              <a:rPr lang="fr-FR" sz="1000"/>
              <a:t>'plus court' = avec le moins de stations dans le parcours</a:t>
            </a:r>
          </a:p>
        </p:txBody>
      </p:sp>
      <p:pic>
        <p:nvPicPr>
          <p:cNvPr id="10" name="Picture 2" descr="paris">
            <a:extLst>
              <a:ext uri="{FF2B5EF4-FFF2-40B4-BE49-F238E27FC236}">
                <a16:creationId xmlns:a16="http://schemas.microsoft.com/office/drawing/2014/main" id="{1094B8A0-0908-8939-A5CD-A1A572109C7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67960" y="4413085"/>
            <a:ext cx="843520" cy="767603"/>
          </a:xfrm>
          <a:prstGeom prst="rect">
            <a:avLst/>
          </a:prstGeom>
          <a:noFill/>
          <a:extLst>
            <a:ext uri="{909E8E84-426E-40DD-AFC4-6F175D3DCCD1}">
              <a14:hiddenFill xmlns:a14="http://schemas.microsoft.com/office/drawing/2010/main">
                <a:solidFill>
                  <a:srgbClr val="FFFFFF"/>
                </a:solidFill>
              </a14:hiddenFill>
            </a:ext>
          </a:extLst>
        </p:spPr>
      </p:pic>
      <p:sp>
        <p:nvSpPr>
          <p:cNvPr id="11" name="ZoneTexte 10">
            <a:extLst>
              <a:ext uri="{FF2B5EF4-FFF2-40B4-BE49-F238E27FC236}">
                <a16:creationId xmlns:a16="http://schemas.microsoft.com/office/drawing/2014/main" id="{A5600C55-5AC7-7961-D09C-F33DC80986A2}"/>
              </a:ext>
            </a:extLst>
          </p:cNvPr>
          <p:cNvSpPr txBox="1"/>
          <p:nvPr/>
        </p:nvSpPr>
        <p:spPr>
          <a:xfrm>
            <a:off x="6820657" y="4552381"/>
            <a:ext cx="1915441" cy="553998"/>
          </a:xfrm>
          <a:prstGeom prst="rect">
            <a:avLst/>
          </a:prstGeom>
          <a:noFill/>
        </p:spPr>
        <p:txBody>
          <a:bodyPr wrap="square" rtlCol="0">
            <a:spAutoFit/>
          </a:bodyPr>
          <a:lstStyle/>
          <a:p>
            <a:r>
              <a:rPr lang="fr-FR" sz="1000" b="1" err="1"/>
              <a:t>Ubiquituous</a:t>
            </a:r>
            <a:r>
              <a:rPr lang="fr-FR" sz="1000" b="1"/>
              <a:t> </a:t>
            </a:r>
            <a:r>
              <a:rPr lang="fr-FR" sz="1000" b="1" err="1"/>
              <a:t>Language</a:t>
            </a:r>
            <a:endParaRPr lang="fr-FR" sz="1000" b="1"/>
          </a:p>
          <a:p>
            <a:pPr marL="171450" indent="-171450">
              <a:buFont typeface="Wingdings" panose="05000000000000000000" pitchFamily="2" charset="2"/>
              <a:buChar char="Ø"/>
            </a:pPr>
            <a:r>
              <a:rPr lang="fr-FR" sz="1000"/>
              <a:t>'plus court' = temps de trajet le plus faible</a:t>
            </a:r>
          </a:p>
        </p:txBody>
      </p:sp>
      <p:sp>
        <p:nvSpPr>
          <p:cNvPr id="12" name="ZoneTexte 11">
            <a:extLst>
              <a:ext uri="{FF2B5EF4-FFF2-40B4-BE49-F238E27FC236}">
                <a16:creationId xmlns:a16="http://schemas.microsoft.com/office/drawing/2014/main" id="{285F8A03-D021-F66E-5AC7-CAF79C3969BF}"/>
              </a:ext>
            </a:extLst>
          </p:cNvPr>
          <p:cNvSpPr txBox="1"/>
          <p:nvPr/>
        </p:nvSpPr>
        <p:spPr>
          <a:xfrm>
            <a:off x="4318036" y="4324183"/>
            <a:ext cx="4003019" cy="307777"/>
          </a:xfrm>
          <a:prstGeom prst="rect">
            <a:avLst/>
          </a:prstGeom>
          <a:noFill/>
        </p:spPr>
        <p:txBody>
          <a:bodyPr wrap="none" rtlCol="0">
            <a:spAutoFit/>
          </a:bodyPr>
          <a:lstStyle/>
          <a:p>
            <a:r>
              <a:rPr lang="fr-FR" sz="1400" b="1">
                <a:latin typeface="Arial" panose="020B0604020202020204" pitchFamily="34" charset="0"/>
                <a:cs typeface="Arial" panose="020B0604020202020204" pitchFamily="34" charset="0"/>
              </a:rPr>
              <a:t>Espace du problème : Itinéraire le plus cours</a:t>
            </a:r>
          </a:p>
        </p:txBody>
      </p:sp>
    </p:spTree>
    <p:extLst>
      <p:ext uri="{BB962C8B-B14F-4D97-AF65-F5344CB8AC3E}">
        <p14:creationId xmlns:p14="http://schemas.microsoft.com/office/powerpoint/2010/main" val="3410072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extLst>
    <p:ext uri="{6950BFC3-D8DA-4A85-94F7-54DA5524770B}">
      <p188:commentRel xmlns:p188="http://schemas.microsoft.com/office/powerpoint/2018/8/main" r:id="rId4"/>
    </p:ext>
  </p:extLs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0B3C71C8-EC0F-2640-61D8-FB13AE9ECE2C}"/>
              </a:ext>
            </a:extLst>
          </p:cNvPr>
          <p:cNvSpPr>
            <a:spLocks noGrp="1"/>
          </p:cNvSpPr>
          <p:nvPr>
            <p:ph type="body" sz="quarter" idx="35"/>
          </p:nvPr>
        </p:nvSpPr>
        <p:spPr/>
        <p:txBody>
          <a:bodyPr/>
          <a:lstStyle/>
          <a:p>
            <a:r>
              <a:rPr lang="fr-FR"/>
              <a:t>Les valeurs</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 DOMAIN DRIVEN DESIGN</a:t>
            </a:r>
          </a:p>
        </p:txBody>
      </p:sp>
      <p:graphicFrame>
        <p:nvGraphicFramePr>
          <p:cNvPr id="9" name="Tableau 5">
            <a:extLst>
              <a:ext uri="{FF2B5EF4-FFF2-40B4-BE49-F238E27FC236}">
                <a16:creationId xmlns:a16="http://schemas.microsoft.com/office/drawing/2014/main" id="{304E458B-5110-88B3-11A5-761D14F60EE1}"/>
              </a:ext>
            </a:extLst>
          </p:cNvPr>
          <p:cNvGraphicFramePr>
            <a:graphicFrameLocks noGrp="1"/>
          </p:cNvGraphicFramePr>
          <p:nvPr/>
        </p:nvGraphicFramePr>
        <p:xfrm>
          <a:off x="337931" y="1153550"/>
          <a:ext cx="11549270" cy="3048000"/>
        </p:xfrm>
        <a:graphic>
          <a:graphicData uri="http://schemas.openxmlformats.org/drawingml/2006/table">
            <a:tbl>
              <a:tblPr>
                <a:tableStyleId>{5C22544A-7EE6-4342-B048-85BDC9FD1C3A}</a:tableStyleId>
              </a:tblPr>
              <a:tblGrid>
                <a:gridCol w="457384">
                  <a:extLst>
                    <a:ext uri="{9D8B030D-6E8A-4147-A177-3AD203B41FA5}">
                      <a16:colId xmlns:a16="http://schemas.microsoft.com/office/drawing/2014/main" val="3607549131"/>
                    </a:ext>
                  </a:extLst>
                </a:gridCol>
                <a:gridCol w="3691625">
                  <a:extLst>
                    <a:ext uri="{9D8B030D-6E8A-4147-A177-3AD203B41FA5}">
                      <a16:colId xmlns:a16="http://schemas.microsoft.com/office/drawing/2014/main" val="610434311"/>
                    </a:ext>
                  </a:extLst>
                </a:gridCol>
                <a:gridCol w="7400261">
                  <a:extLst>
                    <a:ext uri="{9D8B030D-6E8A-4147-A177-3AD203B41FA5}">
                      <a16:colId xmlns:a16="http://schemas.microsoft.com/office/drawing/2014/main" val="1948590120"/>
                    </a:ext>
                  </a:extLst>
                </a:gridCol>
              </a:tblGrid>
              <a:tr h="0">
                <a:tc gridSpan="3">
                  <a:txBody>
                    <a:bodyPr/>
                    <a:lstStyle/>
                    <a:p>
                      <a:pPr algn="ctr"/>
                      <a:r>
                        <a:rPr lang="fr-FR" sz="1400" b="1">
                          <a:solidFill>
                            <a:schemeClr val="tx2">
                              <a:lumMod val="75000"/>
                            </a:schemeClr>
                          </a:solidFill>
                        </a:rPr>
                        <a:t>LA DOCTRINE DU DDD</a:t>
                      </a:r>
                    </a:p>
                  </a:txBody>
                  <a:tcPr>
                    <a:lnL w="12700" cmpd="sng">
                      <a:noFill/>
                    </a:lnL>
                    <a:lnR w="12700" cmpd="sng">
                      <a:noFill/>
                    </a:lnR>
                    <a:lnT w="12700" cmpd="sng">
                      <a:noFill/>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fr-FR" sz="900" b="1">
                        <a:solidFill>
                          <a:schemeClr val="tx1"/>
                        </a:solidFill>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fr-FR" sz="900">
                        <a:solidFill>
                          <a:schemeClr val="tx1"/>
                        </a:solidFill>
                      </a:endParaRPr>
                    </a:p>
                  </a:txBody>
                  <a:tcPr>
                    <a:lnL w="3175" cap="flat" cmpd="sng" algn="ctr">
                      <a:solidFill>
                        <a:schemeClr val="tx1"/>
                      </a:solidFill>
                      <a:prstDash val="solid"/>
                      <a:round/>
                      <a:headEnd type="none" w="med" len="med"/>
                      <a:tailEnd type="none" w="med" len="med"/>
                    </a:lnL>
                    <a:lnR w="12700" cmpd="sng">
                      <a:noFill/>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15632870"/>
                  </a:ext>
                </a:extLst>
              </a:tr>
              <a:tr h="177074">
                <a:tc>
                  <a:txBody>
                    <a:bodyPr/>
                    <a:lstStyle/>
                    <a:p>
                      <a:pPr algn="ctr"/>
                      <a:r>
                        <a:rPr lang="fr-FR" sz="1200" b="1">
                          <a:solidFill>
                            <a:schemeClr val="tx2">
                              <a:lumMod val="75000"/>
                            </a:schemeClr>
                          </a:solidFill>
                        </a:rPr>
                        <a:t>I</a:t>
                      </a:r>
                    </a:p>
                  </a:txBody>
                  <a:tcPr>
                    <a:lnL w="12700" cmpd="sng">
                      <a:noFill/>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200" b="1">
                          <a:solidFill>
                            <a:schemeClr val="tx2">
                              <a:lumMod val="75000"/>
                            </a:schemeClr>
                          </a:solidFill>
                        </a:rPr>
                        <a:t>RENDRE L'IMPLICITE EXPLICITE</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200">
                          <a:solidFill>
                            <a:schemeClr val="tx1"/>
                          </a:solidFill>
                        </a:rPr>
                        <a:t>Eviter l'ambiguïté et améliorer la communication en rendant visibles tous les détails pertinents</a:t>
                      </a:r>
                    </a:p>
                  </a:txBody>
                  <a:tcPr>
                    <a:lnL w="3175" cap="flat" cmpd="sng" algn="ctr">
                      <a:noFill/>
                      <a:prstDash val="solid"/>
                      <a:round/>
                      <a:headEnd type="none" w="med" len="med"/>
                      <a:tailEnd type="none" w="med" len="med"/>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63142667"/>
                  </a:ext>
                </a:extLst>
              </a:tr>
              <a:tr h="166500">
                <a:tc>
                  <a:txBody>
                    <a:bodyPr/>
                    <a:lstStyle/>
                    <a:p>
                      <a:pPr algn="ctr"/>
                      <a:r>
                        <a:rPr lang="fr-FR" sz="1200" b="1">
                          <a:solidFill>
                            <a:schemeClr val="tx2">
                              <a:lumMod val="75000"/>
                            </a:schemeClr>
                          </a:solidFill>
                        </a:rPr>
                        <a:t>II</a:t>
                      </a:r>
                    </a:p>
                  </a:txBody>
                  <a:tcPr>
                    <a:lnL w="12700" cmpd="sng">
                      <a:noFill/>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200" b="1">
                          <a:solidFill>
                            <a:schemeClr val="tx2">
                              <a:lumMod val="75000"/>
                            </a:schemeClr>
                          </a:solidFill>
                        </a:rPr>
                        <a:t>CULTIVER UN LANGAGE COMMUN</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200">
                          <a:solidFill>
                            <a:schemeClr val="tx1"/>
                          </a:solidFill>
                        </a:rPr>
                        <a:t>Créer un langage commun dans chaque contexte pour favoriser une bonne communication et compréhension</a:t>
                      </a:r>
                    </a:p>
                  </a:txBody>
                  <a:tcPr>
                    <a:lnL w="3175" cap="flat" cmpd="sng" algn="ctr">
                      <a:noFill/>
                      <a:prstDash val="solid"/>
                      <a:round/>
                      <a:headEnd type="none" w="med" len="med"/>
                      <a:tailEnd type="none" w="med" len="med"/>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82577310"/>
                  </a:ext>
                </a:extLst>
              </a:tr>
              <a:tr h="0">
                <a:tc>
                  <a:txBody>
                    <a:bodyPr/>
                    <a:lstStyle/>
                    <a:p>
                      <a:pPr algn="ctr"/>
                      <a:r>
                        <a:rPr lang="fr-FR" sz="1200" b="1">
                          <a:solidFill>
                            <a:schemeClr val="tx2">
                              <a:lumMod val="75000"/>
                            </a:schemeClr>
                          </a:solidFill>
                        </a:rPr>
                        <a:t>III</a:t>
                      </a:r>
                    </a:p>
                  </a:txBody>
                  <a:tcPr>
                    <a:lnL w="12700" cmpd="sng">
                      <a:noFill/>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200" b="1">
                          <a:solidFill>
                            <a:schemeClr val="tx2">
                              <a:lumMod val="75000"/>
                            </a:schemeClr>
                          </a:solidFill>
                        </a:rPr>
                        <a:t>L'APPRENTISSAGE N'A PAS DE FIN</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200">
                          <a:solidFill>
                            <a:schemeClr val="tx1"/>
                          </a:solidFill>
                        </a:rPr>
                        <a:t>Il y a toujours des choses à comprendre et à apprendre dans l'espace du problème.</a:t>
                      </a:r>
                    </a:p>
                    <a:p>
                      <a:r>
                        <a:rPr lang="fr-FR" sz="1200">
                          <a:solidFill>
                            <a:schemeClr val="tx1"/>
                          </a:solidFill>
                        </a:rPr>
                        <a:t>DDD est dans une démarche d'amélioration continue au fur et à mesure que la compréhension du problème s'affine.</a:t>
                      </a:r>
                    </a:p>
                  </a:txBody>
                  <a:tcPr>
                    <a:lnL w="3175" cap="flat" cmpd="sng" algn="ctr">
                      <a:noFill/>
                      <a:prstDash val="solid"/>
                      <a:round/>
                      <a:headEnd type="none" w="med" len="med"/>
                      <a:tailEnd type="none" w="med" len="med"/>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99656506"/>
                  </a:ext>
                </a:extLst>
              </a:tr>
              <a:tr h="0">
                <a:tc>
                  <a:txBody>
                    <a:bodyPr/>
                    <a:lstStyle/>
                    <a:p>
                      <a:pPr algn="ctr"/>
                      <a:r>
                        <a:rPr lang="fr-FR" sz="1200" b="1">
                          <a:solidFill>
                            <a:schemeClr val="tx2">
                              <a:lumMod val="75000"/>
                            </a:schemeClr>
                          </a:solidFill>
                        </a:rPr>
                        <a:t>IV</a:t>
                      </a:r>
                    </a:p>
                  </a:txBody>
                  <a:tcPr>
                    <a:lnL w="12700" cmpd="sng">
                      <a:noFill/>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200" b="1">
                          <a:solidFill>
                            <a:schemeClr val="tx2">
                              <a:lumMod val="75000"/>
                            </a:schemeClr>
                          </a:solidFill>
                        </a:rPr>
                        <a:t>EXPLORATION DE MULTIPLES MODÈLES</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200">
                          <a:solidFill>
                            <a:schemeClr val="tx1"/>
                          </a:solidFill>
                        </a:rPr>
                        <a:t>Ne pas s'arrêter à une première idée et explorer d'autres approches ou hypothèses</a:t>
                      </a:r>
                    </a:p>
                  </a:txBody>
                  <a:tcPr>
                    <a:lnL w="3175" cap="flat" cmpd="sng" algn="ctr">
                      <a:noFill/>
                      <a:prstDash val="solid"/>
                      <a:round/>
                      <a:headEnd type="none" w="med" len="med"/>
                      <a:tailEnd type="none" w="med" len="med"/>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48794816"/>
                  </a:ext>
                </a:extLst>
              </a:tr>
              <a:tr h="0">
                <a:tc>
                  <a:txBody>
                    <a:bodyPr/>
                    <a:lstStyle/>
                    <a:p>
                      <a:pPr algn="ctr"/>
                      <a:r>
                        <a:rPr lang="fr-FR" sz="1200" b="1">
                          <a:solidFill>
                            <a:schemeClr val="tx2">
                              <a:lumMod val="75000"/>
                            </a:schemeClr>
                          </a:solidFill>
                        </a:rPr>
                        <a:t>V</a:t>
                      </a:r>
                    </a:p>
                  </a:txBody>
                  <a:tcPr>
                    <a:lnL w="12700" cmpd="sng">
                      <a:noFill/>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200" b="1">
                          <a:solidFill>
                            <a:schemeClr val="tx2">
                              <a:lumMod val="75000"/>
                            </a:schemeClr>
                          </a:solidFill>
                        </a:rPr>
                        <a:t>SE FOCALISER SUR DES CAS CONCRETS</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200">
                          <a:solidFill>
                            <a:schemeClr val="tx1"/>
                          </a:solidFill>
                        </a:rPr>
                        <a:t>Eviter de concevoir des conceptions théoriques et élégantes mais qui ne serait pas implémentables ou qui ne répondront pas concrètement aux problèmes à résoudre.</a:t>
                      </a:r>
                    </a:p>
                    <a:p>
                      <a:r>
                        <a:rPr lang="fr-FR" sz="1200">
                          <a:solidFill>
                            <a:schemeClr val="tx1"/>
                          </a:solidFill>
                        </a:rPr>
                        <a:t>La conception doit toujours être orientée par le concret.</a:t>
                      </a:r>
                    </a:p>
                  </a:txBody>
                  <a:tcPr>
                    <a:lnL w="3175" cap="flat" cmpd="sng" algn="ctr">
                      <a:noFill/>
                      <a:prstDash val="solid"/>
                      <a:round/>
                      <a:headEnd type="none" w="med" len="med"/>
                      <a:tailEnd type="none" w="med" len="med"/>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12476788"/>
                  </a:ext>
                </a:extLst>
              </a:tr>
              <a:tr h="0">
                <a:tc>
                  <a:txBody>
                    <a:bodyPr/>
                    <a:lstStyle/>
                    <a:p>
                      <a:pPr algn="ctr"/>
                      <a:r>
                        <a:rPr lang="fr-FR" sz="1200" b="1">
                          <a:solidFill>
                            <a:schemeClr val="tx2">
                              <a:lumMod val="75000"/>
                            </a:schemeClr>
                          </a:solidFill>
                        </a:rPr>
                        <a:t>VI</a:t>
                      </a:r>
                    </a:p>
                  </a:txBody>
                  <a:tcPr>
                    <a:lnL w="12700" cmpd="sng">
                      <a:noFill/>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fr-FR" sz="1200" b="1">
                          <a:solidFill>
                            <a:schemeClr val="tx2">
                              <a:lumMod val="75000"/>
                            </a:schemeClr>
                          </a:solidFill>
                        </a:rPr>
                        <a:t>LA CONCEPTION EST EN CONSTANTE ÉVOLUTION</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fr-FR" sz="1200">
                          <a:solidFill>
                            <a:schemeClr val="tx1"/>
                          </a:solidFill>
                        </a:rPr>
                        <a:t>L'apprentissage n'a pas de fin donc, un flux constant de feedbacks doit nous permettre d'améliorer de façon continue notre conception.</a:t>
                      </a:r>
                    </a:p>
                  </a:txBody>
                  <a:tcPr>
                    <a:lnL w="3175" cap="flat" cmpd="sng" algn="ctr">
                      <a:noFill/>
                      <a:prstDash val="solid"/>
                      <a:round/>
                      <a:headEnd type="none" w="med" len="med"/>
                      <a:tailEnd type="none" w="med" len="med"/>
                    </a:lnL>
                    <a:lnR w="12700" cmpd="sng">
                      <a:noFill/>
                    </a:lnR>
                    <a:lnT w="3175" cap="flat" cmpd="sng" algn="ctr">
                      <a:solidFill>
                        <a:schemeClr val="tx1">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03010692"/>
                  </a:ext>
                </a:extLst>
              </a:tr>
            </a:tbl>
          </a:graphicData>
        </a:graphic>
      </p:graphicFrame>
      <p:graphicFrame>
        <p:nvGraphicFramePr>
          <p:cNvPr id="10" name="Tableau 5">
            <a:extLst>
              <a:ext uri="{FF2B5EF4-FFF2-40B4-BE49-F238E27FC236}">
                <a16:creationId xmlns:a16="http://schemas.microsoft.com/office/drawing/2014/main" id="{ECEC84DD-8BA5-2647-1AEB-E6FF108CA547}"/>
              </a:ext>
            </a:extLst>
          </p:cNvPr>
          <p:cNvGraphicFramePr>
            <a:graphicFrameLocks noGrp="1"/>
          </p:cNvGraphicFramePr>
          <p:nvPr/>
        </p:nvGraphicFramePr>
        <p:xfrm>
          <a:off x="337931" y="4415619"/>
          <a:ext cx="11549270" cy="1859280"/>
        </p:xfrm>
        <a:graphic>
          <a:graphicData uri="http://schemas.openxmlformats.org/drawingml/2006/table">
            <a:tbl>
              <a:tblPr>
                <a:tableStyleId>{5C22544A-7EE6-4342-B048-85BDC9FD1C3A}</a:tableStyleId>
              </a:tblPr>
              <a:tblGrid>
                <a:gridCol w="470143">
                  <a:extLst>
                    <a:ext uri="{9D8B030D-6E8A-4147-A177-3AD203B41FA5}">
                      <a16:colId xmlns:a16="http://schemas.microsoft.com/office/drawing/2014/main" val="3734904550"/>
                    </a:ext>
                  </a:extLst>
                </a:gridCol>
                <a:gridCol w="3691625">
                  <a:extLst>
                    <a:ext uri="{9D8B030D-6E8A-4147-A177-3AD203B41FA5}">
                      <a16:colId xmlns:a16="http://schemas.microsoft.com/office/drawing/2014/main" val="610434311"/>
                    </a:ext>
                  </a:extLst>
                </a:gridCol>
                <a:gridCol w="7387502">
                  <a:extLst>
                    <a:ext uri="{9D8B030D-6E8A-4147-A177-3AD203B41FA5}">
                      <a16:colId xmlns:a16="http://schemas.microsoft.com/office/drawing/2014/main" val="1948590120"/>
                    </a:ext>
                  </a:extLst>
                </a:gridCol>
              </a:tblGrid>
              <a:tr h="177074">
                <a:tc gridSpan="3">
                  <a:txBody>
                    <a:bodyPr/>
                    <a:lstStyle/>
                    <a:p>
                      <a:pPr algn="ctr"/>
                      <a:r>
                        <a:rPr lang="fr-FR" sz="1400" b="1">
                          <a:solidFill>
                            <a:schemeClr val="accent6">
                              <a:lumMod val="75000"/>
                            </a:schemeClr>
                          </a:solidFill>
                        </a:rPr>
                        <a:t>LES VALEURS DE LA COMMUNAUTÉ DDD</a:t>
                      </a:r>
                    </a:p>
                  </a:txBody>
                  <a:tcPr>
                    <a:lnL w="12700" cmpd="sng">
                      <a:noFill/>
                    </a:lnL>
                    <a:lnR w="12700" cmpd="sng">
                      <a:noFill/>
                    </a:lnR>
                    <a:lnT w="12700" cmpd="sng">
                      <a:noFill/>
                    </a:lnT>
                    <a:lnB w="3175"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fr-FR" sz="900" b="1">
                        <a:solidFill>
                          <a:schemeClr val="tx1"/>
                        </a:solidFill>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fr-FR" sz="900">
                        <a:solidFill>
                          <a:schemeClr val="tx1"/>
                        </a:solidFill>
                      </a:endParaRPr>
                    </a:p>
                  </a:txBody>
                  <a:tcPr>
                    <a:lnL w="3175" cap="flat" cmpd="sng" algn="ctr">
                      <a:solidFill>
                        <a:schemeClr val="tx1"/>
                      </a:solidFill>
                      <a:prstDash val="solid"/>
                      <a:round/>
                      <a:headEnd type="none" w="med" len="med"/>
                      <a:tailEnd type="none" w="med" len="med"/>
                    </a:lnL>
                    <a:lnR w="12700" cmpd="sng">
                      <a:noFill/>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5075747"/>
                  </a:ext>
                </a:extLst>
              </a:tr>
              <a:tr h="177074">
                <a:tc>
                  <a:txBody>
                    <a:bodyPr/>
                    <a:lstStyle/>
                    <a:p>
                      <a:r>
                        <a:rPr lang="fr-FR" sz="1200" b="1">
                          <a:solidFill>
                            <a:schemeClr val="accent6">
                              <a:lumMod val="75000"/>
                            </a:schemeClr>
                          </a:solidFill>
                        </a:rPr>
                        <a:t>I</a:t>
                      </a:r>
                    </a:p>
                  </a:txBody>
                  <a:tcPr>
                    <a:lnL w="12700" cmpd="sng">
                      <a:noFill/>
                    </a:lnL>
                    <a:lnR w="3175" cap="flat" cmpd="sng" algn="ctr">
                      <a:noFill/>
                      <a:prstDash val="solid"/>
                      <a:round/>
                      <a:headEnd type="none" w="med" len="med"/>
                      <a:tailEnd type="none" w="med" len="med"/>
                    </a:lnR>
                    <a:lnT w="3175" cap="flat" cmpd="sng" algn="ctr">
                      <a:solidFill>
                        <a:schemeClr val="accent6">
                          <a:lumMod val="75000"/>
                        </a:schemeClr>
                      </a:solidFill>
                      <a:prstDash val="solid"/>
                      <a:round/>
                      <a:headEnd type="none" w="med" len="med"/>
                      <a:tailEnd type="none" w="med" len="med"/>
                    </a:lnT>
                    <a:lnB w="3175"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200" b="1">
                          <a:solidFill>
                            <a:schemeClr val="accent6">
                              <a:lumMod val="75000"/>
                            </a:schemeClr>
                          </a:solidFill>
                        </a:rPr>
                        <a:t>ADOPTER DES IDÉES ET PRATIQUES D'AUTRES COMMUNAUTÉ</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6">
                          <a:lumMod val="75000"/>
                        </a:schemeClr>
                      </a:solidFill>
                      <a:prstDash val="solid"/>
                      <a:round/>
                      <a:headEnd type="none" w="med" len="med"/>
                      <a:tailEnd type="none" w="med" len="med"/>
                    </a:lnT>
                    <a:lnB w="3175"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200">
                          <a:solidFill>
                            <a:schemeClr val="tx1"/>
                          </a:solidFill>
                        </a:rPr>
                        <a:t>La Communauté DDD favorise l'exploration d'autres pratiques et d'autres méthodes pour venir enrichir les pratiques du DDD.</a:t>
                      </a:r>
                    </a:p>
                    <a:p>
                      <a:r>
                        <a:rPr lang="fr-FR" sz="1200">
                          <a:solidFill>
                            <a:schemeClr val="tx1"/>
                          </a:solidFill>
                        </a:rPr>
                        <a:t>Exemple : </a:t>
                      </a:r>
                      <a:r>
                        <a:rPr lang="fr-FR" sz="1200" err="1">
                          <a:solidFill>
                            <a:schemeClr val="tx1"/>
                          </a:solidFill>
                        </a:rPr>
                        <a:t>Behaviour</a:t>
                      </a:r>
                      <a:r>
                        <a:rPr lang="fr-FR" sz="1200">
                          <a:solidFill>
                            <a:schemeClr val="tx1"/>
                          </a:solidFill>
                        </a:rPr>
                        <a:t> Driven Design, Microservices, </a:t>
                      </a:r>
                      <a:r>
                        <a:rPr lang="fr-FR" sz="1200" err="1">
                          <a:solidFill>
                            <a:schemeClr val="tx1"/>
                          </a:solidFill>
                        </a:rPr>
                        <a:t>SAFe</a:t>
                      </a:r>
                      <a:r>
                        <a:rPr lang="fr-FR" sz="1200">
                          <a:solidFill>
                            <a:schemeClr val="tx1"/>
                          </a:solidFill>
                        </a:rPr>
                        <a:t>, Team Topologies, </a:t>
                      </a:r>
                      <a:r>
                        <a:rPr lang="fr-FR" sz="1200" err="1">
                          <a:solidFill>
                            <a:schemeClr val="tx1"/>
                          </a:solidFill>
                        </a:rPr>
                        <a:t>Wardley</a:t>
                      </a:r>
                      <a:r>
                        <a:rPr lang="fr-FR" sz="1200">
                          <a:solidFill>
                            <a:schemeClr val="tx1"/>
                          </a:solidFill>
                        </a:rPr>
                        <a:t> </a:t>
                      </a:r>
                      <a:r>
                        <a:rPr lang="fr-FR" sz="1200" err="1">
                          <a:solidFill>
                            <a:schemeClr val="tx1"/>
                          </a:solidFill>
                        </a:rPr>
                        <a:t>Map</a:t>
                      </a:r>
                      <a:r>
                        <a:rPr lang="fr-FR" sz="1200">
                          <a:solidFill>
                            <a:schemeClr val="tx1"/>
                          </a:solidFill>
                        </a:rPr>
                        <a:t>, ….</a:t>
                      </a:r>
                    </a:p>
                  </a:txBody>
                  <a:tcPr>
                    <a:lnL w="3175" cap="flat" cmpd="sng" algn="ctr">
                      <a:noFill/>
                      <a:prstDash val="solid"/>
                      <a:round/>
                      <a:headEnd type="none" w="med" len="med"/>
                      <a:tailEnd type="none" w="med" len="med"/>
                    </a:lnL>
                    <a:lnR w="12700" cmpd="sng">
                      <a:noFill/>
                    </a:lnR>
                    <a:lnT w="3175" cap="flat" cmpd="sng" algn="ctr">
                      <a:solidFill>
                        <a:schemeClr val="accent6">
                          <a:lumMod val="75000"/>
                        </a:schemeClr>
                      </a:solidFill>
                      <a:prstDash val="solid"/>
                      <a:round/>
                      <a:headEnd type="none" w="med" len="med"/>
                      <a:tailEnd type="none" w="med" len="med"/>
                    </a:lnT>
                    <a:lnB w="3175"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63142667"/>
                  </a:ext>
                </a:extLst>
              </a:tr>
              <a:tr h="166500">
                <a:tc>
                  <a:txBody>
                    <a:bodyPr/>
                    <a:lstStyle/>
                    <a:p>
                      <a:r>
                        <a:rPr lang="fr-FR" sz="1200" b="1">
                          <a:solidFill>
                            <a:schemeClr val="accent6">
                              <a:lumMod val="75000"/>
                            </a:schemeClr>
                          </a:solidFill>
                        </a:rPr>
                        <a:t>II</a:t>
                      </a:r>
                    </a:p>
                  </a:txBody>
                  <a:tcPr>
                    <a:lnL w="12700" cmpd="sng">
                      <a:noFill/>
                    </a:lnL>
                    <a:lnR w="3175" cap="flat" cmpd="sng" algn="ctr">
                      <a:noFill/>
                      <a:prstDash val="solid"/>
                      <a:round/>
                      <a:headEnd type="none" w="med" len="med"/>
                      <a:tailEnd type="none" w="med" len="med"/>
                    </a:lnR>
                    <a:lnT w="3175" cap="flat" cmpd="sng" algn="ctr">
                      <a:solidFill>
                        <a:schemeClr val="accent6">
                          <a:lumMod val="75000"/>
                        </a:schemeClr>
                      </a:solidFill>
                      <a:prstDash val="solid"/>
                      <a:round/>
                      <a:headEnd type="none" w="med" len="med"/>
                      <a:tailEnd type="none" w="med" len="med"/>
                    </a:lnT>
                    <a:lnB w="3175"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200" b="1">
                          <a:solidFill>
                            <a:schemeClr val="accent6">
                              <a:lumMod val="75000"/>
                            </a:schemeClr>
                          </a:solidFill>
                        </a:rPr>
                        <a:t>ACCESSIBILITÉ DE LA CONNAISSANCE</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6">
                          <a:lumMod val="75000"/>
                        </a:schemeClr>
                      </a:solidFill>
                      <a:prstDash val="solid"/>
                      <a:round/>
                      <a:headEnd type="none" w="med" len="med"/>
                      <a:tailEnd type="none" w="med" len="med"/>
                    </a:lnT>
                    <a:lnB w="3175"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200">
                          <a:solidFill>
                            <a:schemeClr val="tx1"/>
                          </a:solidFill>
                        </a:rPr>
                        <a:t>Le DDD est pour le partage et l'accès ouvert à la connaissance et s'inscrit dans le mouvement du logiciel libre.</a:t>
                      </a:r>
                    </a:p>
                  </a:txBody>
                  <a:tcPr>
                    <a:lnL w="3175" cap="flat" cmpd="sng" algn="ctr">
                      <a:noFill/>
                      <a:prstDash val="solid"/>
                      <a:round/>
                      <a:headEnd type="none" w="med" len="med"/>
                      <a:tailEnd type="none" w="med" len="med"/>
                    </a:lnL>
                    <a:lnR w="12700" cmpd="sng">
                      <a:noFill/>
                    </a:lnR>
                    <a:lnT w="3175" cap="flat" cmpd="sng" algn="ctr">
                      <a:solidFill>
                        <a:schemeClr val="accent6">
                          <a:lumMod val="75000"/>
                        </a:schemeClr>
                      </a:solidFill>
                      <a:prstDash val="solid"/>
                      <a:round/>
                      <a:headEnd type="none" w="med" len="med"/>
                      <a:tailEnd type="none" w="med" len="med"/>
                    </a:lnT>
                    <a:lnB w="3175"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8257731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a:solidFill>
                            <a:schemeClr val="accent6">
                              <a:lumMod val="75000"/>
                            </a:schemeClr>
                          </a:solidFill>
                        </a:rPr>
                        <a:t>III</a:t>
                      </a:r>
                    </a:p>
                  </a:txBody>
                  <a:tcPr>
                    <a:lnL w="12700" cmpd="sng">
                      <a:noFill/>
                    </a:lnL>
                    <a:lnR w="3175" cap="flat" cmpd="sng" algn="ctr">
                      <a:noFill/>
                      <a:prstDash val="solid"/>
                      <a:round/>
                      <a:headEnd type="none" w="med" len="med"/>
                      <a:tailEnd type="none" w="med" len="med"/>
                    </a:lnR>
                    <a:lnT w="3175" cap="flat" cmpd="sng" algn="ctr">
                      <a:solidFill>
                        <a:schemeClr val="accent6">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a:solidFill>
                            <a:schemeClr val="accent6">
                              <a:lumMod val="75000"/>
                            </a:schemeClr>
                          </a:solidFill>
                        </a:rPr>
                        <a:t>INDÉPENDANCE AUX OUTILS OU AUX ÉDITEURS</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6">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200">
                          <a:solidFill>
                            <a:schemeClr val="tx1"/>
                          </a:solidFill>
                        </a:rPr>
                        <a:t>DDD n'est pas un </a:t>
                      </a:r>
                      <a:r>
                        <a:rPr lang="fr-FR" sz="1200" err="1">
                          <a:solidFill>
                            <a:schemeClr val="tx1"/>
                          </a:solidFill>
                        </a:rPr>
                        <a:t>framework</a:t>
                      </a:r>
                      <a:r>
                        <a:rPr lang="fr-FR" sz="1200">
                          <a:solidFill>
                            <a:schemeClr val="tx1"/>
                          </a:solidFill>
                        </a:rPr>
                        <a:t> et doit rester indépendant d'outils ou de solutions d'implémentation.</a:t>
                      </a:r>
                    </a:p>
                  </a:txBody>
                  <a:tcPr>
                    <a:lnL w="3175" cap="flat" cmpd="sng" algn="ctr">
                      <a:noFill/>
                      <a:prstDash val="solid"/>
                      <a:round/>
                      <a:headEnd type="none" w="med" len="med"/>
                      <a:tailEnd type="none" w="med" len="med"/>
                    </a:lnL>
                    <a:lnR w="12700" cmpd="sng">
                      <a:noFill/>
                    </a:lnR>
                    <a:lnT w="3175" cap="flat" cmpd="sng" algn="ctr">
                      <a:solidFill>
                        <a:schemeClr val="accent6">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99656506"/>
                  </a:ext>
                </a:extLst>
              </a:tr>
            </a:tbl>
          </a:graphicData>
        </a:graphic>
      </p:graphicFrame>
    </p:spTree>
    <p:extLst>
      <p:ext uri="{BB962C8B-B14F-4D97-AF65-F5344CB8AC3E}">
        <p14:creationId xmlns:p14="http://schemas.microsoft.com/office/powerpoint/2010/main" val="22910891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55B13038-6BFA-8B4A-2568-FDA1967939B9}"/>
              </a:ext>
            </a:extLst>
          </p:cNvPr>
          <p:cNvSpPr>
            <a:spLocks noGrp="1"/>
          </p:cNvSpPr>
          <p:nvPr>
            <p:ph type="body" sz="quarter" idx="35"/>
          </p:nvPr>
        </p:nvSpPr>
        <p:spPr/>
        <p:txBody>
          <a:bodyPr/>
          <a:lstStyle/>
          <a:p>
            <a:r>
              <a:rPr lang="fr-FR"/>
              <a:t>La division par domaine</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 DOMAIN DRIVEN DESIGN</a:t>
            </a:r>
          </a:p>
        </p:txBody>
      </p:sp>
      <p:sp>
        <p:nvSpPr>
          <p:cNvPr id="3" name="Rectangle : coins arrondis 2">
            <a:extLst>
              <a:ext uri="{FF2B5EF4-FFF2-40B4-BE49-F238E27FC236}">
                <a16:creationId xmlns:a16="http://schemas.microsoft.com/office/drawing/2014/main" id="{347679B9-8BE5-C8A2-6541-D552C4C3B48C}"/>
              </a:ext>
            </a:extLst>
          </p:cNvPr>
          <p:cNvSpPr/>
          <p:nvPr/>
        </p:nvSpPr>
        <p:spPr bwMode="auto">
          <a:xfrm>
            <a:off x="337933" y="1271908"/>
            <a:ext cx="11570044" cy="1576223"/>
          </a:xfrm>
          <a:prstGeom prst="roundRect">
            <a:avLst>
              <a:gd name="adj" fmla="val 4294"/>
            </a:avLst>
          </a:prstGeom>
          <a:solidFill>
            <a:srgbClr val="E4EAE8"/>
          </a:solidFill>
          <a:ln w="38100">
            <a:solidFill>
              <a:srgbClr val="C2E0D6"/>
            </a:solidFill>
            <a:round/>
            <a:headEnd/>
            <a:tailEnd/>
          </a:ln>
        </p:spPr>
        <p:txBody>
          <a:bodyPr vert="horz" wrap="square" lIns="91440" tIns="45720" rIns="91440" bIns="45720" numCol="1" rtlCol="0" anchor="t" anchorCtr="0" compatLnSpc="1">
            <a:prstTxWarp prst="textNoShape">
              <a:avLst/>
            </a:prstTxWarp>
          </a:bodyPr>
          <a:lstStyle/>
          <a:p>
            <a:pPr marL="0" marR="0" indent="0" algn="ctr" defTabSz="914400" eaLnBrk="1" fontAlgn="auto" latinLnBrk="0" hangingPunct="1">
              <a:lnSpc>
                <a:spcPct val="100000"/>
              </a:lnSpc>
              <a:spcBef>
                <a:spcPts val="0"/>
              </a:spcBef>
              <a:spcAft>
                <a:spcPts val="0"/>
              </a:spcAft>
              <a:buClrTx/>
              <a:buSzTx/>
              <a:buFontTx/>
              <a:buNone/>
              <a:tabLst/>
            </a:pPr>
            <a:r>
              <a:rPr lang="fr-FR" sz="1400" b="1" kern="0">
                <a:latin typeface="Arial" panose="020B0604020202020204" pitchFamily="34" charset="0"/>
                <a:cs typeface="Arial" panose="020B0604020202020204" pitchFamily="34" charset="0"/>
              </a:rPr>
              <a:t>Domaines et Sous Domaines</a:t>
            </a:r>
          </a:p>
          <a:p>
            <a:pPr marL="0" marR="0" indent="0" algn="ctr" defTabSz="914400" eaLnBrk="1" fontAlgn="auto" latinLnBrk="0" hangingPunct="1">
              <a:lnSpc>
                <a:spcPct val="100000"/>
              </a:lnSpc>
              <a:spcBef>
                <a:spcPts val="0"/>
              </a:spcBef>
              <a:spcAft>
                <a:spcPts val="0"/>
              </a:spcAft>
              <a:buClrTx/>
              <a:buSzTx/>
              <a:buFontTx/>
              <a:buNone/>
              <a:tabLst/>
            </a:pPr>
            <a:endParaRPr lang="fr-FR" sz="1200" b="1" kern="0">
              <a:latin typeface="Arial" panose="020B0604020202020204" pitchFamily="34" charset="0"/>
              <a:cs typeface="Arial" panose="020B0604020202020204" pitchFamily="34" charset="0"/>
            </a:endParaRPr>
          </a:p>
          <a:p>
            <a:pPr marL="171450" marR="0" indent="-171450" defTabSz="914400" eaLnBrk="1" fontAlgn="auto" latinLnBrk="0" hangingPunct="1">
              <a:lnSpc>
                <a:spcPct val="100000"/>
              </a:lnSpc>
              <a:spcBef>
                <a:spcPts val="0"/>
              </a:spcBef>
              <a:spcAft>
                <a:spcPts val="0"/>
              </a:spcAft>
              <a:buClrTx/>
              <a:buSzTx/>
              <a:buFont typeface="Wingdings" pitchFamily="2" charset="2"/>
              <a:buChar char="q"/>
              <a:tabLst/>
            </a:pPr>
            <a:r>
              <a:rPr lang="fr-FR" sz="1100" b="1" kern="0">
                <a:latin typeface="Arial" panose="020B0604020202020204" pitchFamily="34" charset="0"/>
                <a:cs typeface="Arial" panose="020B0604020202020204" pitchFamily="34" charset="0"/>
              </a:rPr>
              <a:t>Les Domaines et Sous Domaines permettent de segmenter l'Espace du ou des Problèmes que cherchent à résoudre l'Entreprise (ou sa proposition de valeur)</a:t>
            </a:r>
          </a:p>
          <a:p>
            <a:pPr marL="171450" marR="0" indent="-171450" defTabSz="914400" eaLnBrk="1" fontAlgn="auto" latinLnBrk="0" hangingPunct="1">
              <a:lnSpc>
                <a:spcPct val="100000"/>
              </a:lnSpc>
              <a:spcBef>
                <a:spcPts val="0"/>
              </a:spcBef>
              <a:spcAft>
                <a:spcPts val="0"/>
              </a:spcAft>
              <a:buClrTx/>
              <a:buSzTx/>
              <a:buFont typeface="Wingdings" pitchFamily="2" charset="2"/>
              <a:buChar char="q"/>
              <a:tabLst/>
            </a:pPr>
            <a:endParaRPr lang="fr-FR" sz="1100" b="1" kern="0">
              <a:latin typeface="Arial" panose="020B0604020202020204" pitchFamily="34" charset="0"/>
              <a:cs typeface="Arial" panose="020B0604020202020204" pitchFamily="34" charset="0"/>
            </a:endParaRPr>
          </a:p>
          <a:p>
            <a:pPr marL="171450" marR="0" indent="-171450" defTabSz="914400" eaLnBrk="1" fontAlgn="auto" latinLnBrk="0" hangingPunct="1">
              <a:lnSpc>
                <a:spcPct val="100000"/>
              </a:lnSpc>
              <a:spcBef>
                <a:spcPts val="0"/>
              </a:spcBef>
              <a:spcAft>
                <a:spcPts val="0"/>
              </a:spcAft>
              <a:buClrTx/>
              <a:buSzTx/>
              <a:buFont typeface="Wingdings" pitchFamily="2" charset="2"/>
              <a:buChar char="q"/>
              <a:tabLst/>
            </a:pPr>
            <a:r>
              <a:rPr lang="fr-FR" sz="1100" b="1" kern="0">
                <a:latin typeface="Arial" panose="020B0604020202020204" pitchFamily="34" charset="0"/>
                <a:cs typeface="Arial" panose="020B0604020202020204" pitchFamily="34" charset="0"/>
              </a:rPr>
              <a:t>Ce n'est pas explicitement décrit dans la littérature DDD mais, nous estimons que les notions de Domaines et Sous-Domaines peuvent avoir une profondeur supérieure à 2 (Domaine / Sous-Domaines / Sous-Sous-Domaines … )</a:t>
            </a:r>
          </a:p>
          <a:p>
            <a:endParaRPr lang="fr-FR" sz="1100" kern="0">
              <a:latin typeface="Arial" panose="020B0604020202020204" pitchFamily="34" charset="0"/>
              <a:cs typeface="Arial" panose="020B0604020202020204" pitchFamily="34" charset="0"/>
            </a:endParaRPr>
          </a:p>
          <a:p>
            <a:pPr marL="171450" indent="-171450">
              <a:buFont typeface="Wingdings" pitchFamily="2" charset="2"/>
              <a:buChar char="q"/>
            </a:pPr>
            <a:r>
              <a:rPr lang="fr-FR" sz="1100" b="1" kern="0">
                <a:latin typeface="Arial" panose="020B0604020202020204" pitchFamily="34" charset="0"/>
                <a:cs typeface="Arial" panose="020B0604020202020204" pitchFamily="34" charset="0"/>
              </a:rPr>
              <a:t>Les notions de Domaines et Sous-Domaines sont des concepts abstraits qui ne doivent pas être confondus avec la structure organisationnelle de l'entreprise</a:t>
            </a:r>
          </a:p>
          <a:p>
            <a:pPr marL="0" marR="0" indent="0" algn="ctr" defTabSz="914400" eaLnBrk="1" fontAlgn="auto" latinLnBrk="0" hangingPunct="1">
              <a:lnSpc>
                <a:spcPct val="100000"/>
              </a:lnSpc>
              <a:spcBef>
                <a:spcPts val="0"/>
              </a:spcBef>
              <a:spcAft>
                <a:spcPts val="0"/>
              </a:spcAft>
              <a:buClrTx/>
              <a:buSzTx/>
              <a:buFontTx/>
              <a:buNone/>
              <a:tabLst/>
            </a:pPr>
            <a:endParaRPr kumimoji="0" lang="fr-FR" sz="1200" b="1" i="0" u="none" strike="noStrike" kern="0" cap="none" spc="0" normalizeH="0" baseline="0" noProof="0">
              <a:ln>
                <a:noFill/>
              </a:ln>
              <a:solidFill>
                <a:schemeClr val="bg1">
                  <a:lumMod val="50000"/>
                </a:schemeClr>
              </a:solidFill>
              <a:effectLst/>
              <a:uLnTx/>
              <a:uFillTx/>
              <a:latin typeface="Arial" panose="020B0604020202020204" pitchFamily="34" charset="0"/>
              <a:cs typeface="Arial" panose="020B0604020202020204" pitchFamily="34" charset="0"/>
            </a:endParaRPr>
          </a:p>
        </p:txBody>
      </p:sp>
      <p:sp>
        <p:nvSpPr>
          <p:cNvPr id="6" name="Ellipse 5">
            <a:extLst>
              <a:ext uri="{FF2B5EF4-FFF2-40B4-BE49-F238E27FC236}">
                <a16:creationId xmlns:a16="http://schemas.microsoft.com/office/drawing/2014/main" id="{CB4291B2-2846-6865-8CC6-D6BE3B788CED}"/>
              </a:ext>
            </a:extLst>
          </p:cNvPr>
          <p:cNvSpPr/>
          <p:nvPr/>
        </p:nvSpPr>
        <p:spPr bwMode="auto">
          <a:xfrm>
            <a:off x="375707" y="2878486"/>
            <a:ext cx="11517308" cy="3364489"/>
          </a:xfrm>
          <a:prstGeom prst="ellipse">
            <a:avLst/>
          </a:prstGeom>
          <a:solidFill>
            <a:schemeClr val="bg1"/>
          </a:solidFill>
          <a:ln w="38100" cmpd="tri">
            <a:solidFill>
              <a:srgbClr val="0070C0"/>
            </a:solidFill>
            <a:round/>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fr-FR" sz="1400" i="1" kern="0">
              <a:solidFill>
                <a:srgbClr val="0070C0"/>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1CD9C435-9B59-6CBC-3D47-EED0C6A1D8DE}"/>
              </a:ext>
            </a:extLst>
          </p:cNvPr>
          <p:cNvSpPr/>
          <p:nvPr/>
        </p:nvSpPr>
        <p:spPr>
          <a:xfrm>
            <a:off x="4830626" y="2986164"/>
            <a:ext cx="2448266" cy="553998"/>
          </a:xfrm>
          <a:prstGeom prst="rect">
            <a:avLst/>
          </a:prstGeom>
        </p:spPr>
        <p:txBody>
          <a:bodyPr wrap="square">
            <a:spAutoFit/>
          </a:bodyPr>
          <a:lstStyle/>
          <a:p>
            <a:pPr algn="ctr"/>
            <a:r>
              <a:rPr lang="fr-FR" sz="1100" i="1" kern="0">
                <a:solidFill>
                  <a:srgbClr val="0070C0"/>
                </a:solidFill>
                <a:latin typeface="Arial" panose="020B0604020202020204" pitchFamily="34" charset="0"/>
                <a:cs typeface="Arial" panose="020B0604020202020204" pitchFamily="34" charset="0"/>
              </a:rPr>
              <a:t>&lt;DOMAINE&gt;</a:t>
            </a:r>
          </a:p>
          <a:p>
            <a:pPr algn="ctr"/>
            <a:r>
              <a:rPr lang="fr-FR" b="1" kern="0">
                <a:solidFill>
                  <a:srgbClr val="0070C0"/>
                </a:solidFill>
                <a:latin typeface="Arial" panose="020B0604020202020204" pitchFamily="34" charset="0"/>
                <a:cs typeface="Arial" panose="020B0604020202020204" pitchFamily="34" charset="0"/>
              </a:rPr>
              <a:t>'e-commerce'</a:t>
            </a:r>
          </a:p>
        </p:txBody>
      </p:sp>
      <p:sp>
        <p:nvSpPr>
          <p:cNvPr id="8" name="Ellipse 7">
            <a:extLst>
              <a:ext uri="{FF2B5EF4-FFF2-40B4-BE49-F238E27FC236}">
                <a16:creationId xmlns:a16="http://schemas.microsoft.com/office/drawing/2014/main" id="{34F8B9E6-0DC0-A95D-5C5A-A9655C40A1AA}"/>
              </a:ext>
            </a:extLst>
          </p:cNvPr>
          <p:cNvSpPr/>
          <p:nvPr/>
        </p:nvSpPr>
        <p:spPr bwMode="auto">
          <a:xfrm>
            <a:off x="609300" y="4467428"/>
            <a:ext cx="2941949" cy="372192"/>
          </a:xfrm>
          <a:prstGeom prst="ellipse">
            <a:avLst/>
          </a:prstGeom>
          <a:solidFill>
            <a:schemeClr val="bg1">
              <a:lumMod val="90000"/>
            </a:schemeClr>
          </a:solidFill>
          <a:ln w="19050">
            <a:solidFill>
              <a:srgbClr val="C00000"/>
            </a:solidFill>
            <a:prstDash val="dash"/>
            <a:round/>
            <a:headEnd/>
            <a:tailEnd/>
          </a:ln>
        </p:spPr>
        <p:txBody>
          <a:bodyPr vert="horz" wrap="square" lIns="91440" tIns="45720" rIns="91440" bIns="45720" numCol="1" rtlCol="0" anchor="ctr" anchorCtr="0" compatLnSpc="1">
            <a:prstTxWarp prst="textNoShape">
              <a:avLst/>
            </a:prstTxWarp>
          </a:bodyPr>
          <a:lstStyle/>
          <a:p>
            <a:pPr algn="ctr"/>
            <a:r>
              <a:rPr lang="fr-FR" sz="800" i="1" kern="0">
                <a:solidFill>
                  <a:srgbClr val="C00000"/>
                </a:solidFill>
                <a:latin typeface="Arial" panose="020B0604020202020204" pitchFamily="34" charset="0"/>
                <a:cs typeface="Arial" panose="020B0604020202020204" pitchFamily="34" charset="0"/>
              </a:rPr>
              <a:t>&lt;SOUS-DOMAINE&gt;</a:t>
            </a:r>
          </a:p>
          <a:p>
            <a:pPr algn="ctr"/>
            <a:r>
              <a:rPr lang="fr-FR" sz="1050" b="1" kern="0">
                <a:solidFill>
                  <a:srgbClr val="C00000"/>
                </a:solidFill>
                <a:latin typeface="Arial" panose="020B0604020202020204" pitchFamily="34" charset="0"/>
                <a:cs typeface="Arial" panose="020B0604020202020204" pitchFamily="34" charset="0"/>
              </a:rPr>
              <a:t>CATALOGUE PRODUITS</a:t>
            </a:r>
          </a:p>
        </p:txBody>
      </p:sp>
      <p:sp>
        <p:nvSpPr>
          <p:cNvPr id="11" name="Ellipse 10">
            <a:extLst>
              <a:ext uri="{FF2B5EF4-FFF2-40B4-BE49-F238E27FC236}">
                <a16:creationId xmlns:a16="http://schemas.microsoft.com/office/drawing/2014/main" id="{DEFFC02D-9549-07CE-E9A5-95E6414AE96C}"/>
              </a:ext>
            </a:extLst>
          </p:cNvPr>
          <p:cNvSpPr/>
          <p:nvPr/>
        </p:nvSpPr>
        <p:spPr bwMode="auto">
          <a:xfrm>
            <a:off x="4291367" y="3774085"/>
            <a:ext cx="2379306" cy="444801"/>
          </a:xfrm>
          <a:prstGeom prst="ellipse">
            <a:avLst/>
          </a:prstGeom>
          <a:solidFill>
            <a:schemeClr val="bg1">
              <a:lumMod val="90000"/>
            </a:schemeClr>
          </a:solidFill>
          <a:ln w="19050">
            <a:solidFill>
              <a:srgbClr val="C00000"/>
            </a:solidFill>
            <a:prstDash val="dash"/>
            <a:round/>
            <a:headEnd/>
            <a:tailEnd/>
          </a:ln>
        </p:spPr>
        <p:txBody>
          <a:bodyPr vert="horz" wrap="square" lIns="91440" tIns="45720" rIns="91440" bIns="45720" numCol="1" rtlCol="0" anchor="ctr" anchorCtr="0" compatLnSpc="1">
            <a:prstTxWarp prst="textNoShape">
              <a:avLst/>
            </a:prstTxWarp>
          </a:bodyPr>
          <a:lstStyle/>
          <a:p>
            <a:pPr algn="ctr"/>
            <a:r>
              <a:rPr lang="fr-FR" sz="800" i="1" kern="0">
                <a:solidFill>
                  <a:srgbClr val="C00000"/>
                </a:solidFill>
                <a:latin typeface="Arial" panose="020B0604020202020204" pitchFamily="34" charset="0"/>
                <a:cs typeface="Arial" panose="020B0604020202020204" pitchFamily="34" charset="0"/>
              </a:rPr>
              <a:t>&lt;SOUS-DOMAINE&gt;</a:t>
            </a:r>
          </a:p>
          <a:p>
            <a:pPr algn="ctr"/>
            <a:r>
              <a:rPr lang="fr-FR" sz="1050" b="1" kern="0">
                <a:solidFill>
                  <a:srgbClr val="C00000"/>
                </a:solidFill>
                <a:latin typeface="Arial" panose="020B0604020202020204" pitchFamily="34" charset="0"/>
                <a:cs typeface="Arial" panose="020B0604020202020204" pitchFamily="34" charset="0"/>
              </a:rPr>
              <a:t>LOGISTIQUE</a:t>
            </a:r>
          </a:p>
        </p:txBody>
      </p:sp>
      <p:sp>
        <p:nvSpPr>
          <p:cNvPr id="12" name="Ellipse 11">
            <a:extLst>
              <a:ext uri="{FF2B5EF4-FFF2-40B4-BE49-F238E27FC236}">
                <a16:creationId xmlns:a16="http://schemas.microsoft.com/office/drawing/2014/main" id="{521EEC23-1457-6B0E-FB25-7FBE13C1BAEC}"/>
              </a:ext>
            </a:extLst>
          </p:cNvPr>
          <p:cNvSpPr/>
          <p:nvPr/>
        </p:nvSpPr>
        <p:spPr bwMode="auto">
          <a:xfrm>
            <a:off x="6993206" y="4652866"/>
            <a:ext cx="2379306" cy="444801"/>
          </a:xfrm>
          <a:prstGeom prst="ellipse">
            <a:avLst/>
          </a:prstGeom>
          <a:solidFill>
            <a:schemeClr val="bg1">
              <a:lumMod val="90000"/>
            </a:schemeClr>
          </a:solidFill>
          <a:ln w="19050">
            <a:solidFill>
              <a:srgbClr val="C00000"/>
            </a:solidFill>
            <a:prstDash val="dash"/>
            <a:round/>
            <a:headEnd/>
            <a:tailEnd/>
          </a:ln>
        </p:spPr>
        <p:txBody>
          <a:bodyPr vert="horz" wrap="square" lIns="91440" tIns="45720" rIns="91440" bIns="45720" numCol="1" rtlCol="0" anchor="ctr" anchorCtr="0" compatLnSpc="1">
            <a:prstTxWarp prst="textNoShape">
              <a:avLst/>
            </a:prstTxWarp>
          </a:bodyPr>
          <a:lstStyle/>
          <a:p>
            <a:pPr algn="ctr"/>
            <a:r>
              <a:rPr lang="fr-FR" sz="800" i="1" kern="0">
                <a:solidFill>
                  <a:srgbClr val="C00000"/>
                </a:solidFill>
                <a:latin typeface="Arial" panose="020B0604020202020204" pitchFamily="34" charset="0"/>
                <a:cs typeface="Arial" panose="020B0604020202020204" pitchFamily="34" charset="0"/>
              </a:rPr>
              <a:t>&lt;SOUS-DOMAINE&gt;</a:t>
            </a:r>
          </a:p>
          <a:p>
            <a:pPr algn="ctr"/>
            <a:r>
              <a:rPr lang="fr-FR" sz="1200" b="1" kern="0">
                <a:solidFill>
                  <a:srgbClr val="C00000"/>
                </a:solidFill>
                <a:latin typeface="Arial" panose="020B0604020202020204" pitchFamily="34" charset="0"/>
                <a:cs typeface="Arial" panose="020B0604020202020204" pitchFamily="34" charset="0"/>
              </a:rPr>
              <a:t>STOCKS</a:t>
            </a:r>
          </a:p>
        </p:txBody>
      </p:sp>
      <p:sp>
        <p:nvSpPr>
          <p:cNvPr id="13" name="Ellipse 12">
            <a:extLst>
              <a:ext uri="{FF2B5EF4-FFF2-40B4-BE49-F238E27FC236}">
                <a16:creationId xmlns:a16="http://schemas.microsoft.com/office/drawing/2014/main" id="{C6ACE58B-1D3D-7B53-D2CB-B8457D36745E}"/>
              </a:ext>
            </a:extLst>
          </p:cNvPr>
          <p:cNvSpPr/>
          <p:nvPr/>
        </p:nvSpPr>
        <p:spPr bwMode="auto">
          <a:xfrm>
            <a:off x="1908409" y="5260262"/>
            <a:ext cx="2551081" cy="418382"/>
          </a:xfrm>
          <a:prstGeom prst="ellipse">
            <a:avLst/>
          </a:prstGeom>
          <a:solidFill>
            <a:schemeClr val="bg1">
              <a:lumMod val="90000"/>
            </a:schemeClr>
          </a:solidFill>
          <a:ln w="19050">
            <a:solidFill>
              <a:srgbClr val="C00000"/>
            </a:solidFill>
            <a:prstDash val="dash"/>
            <a:round/>
            <a:headEnd/>
            <a:tailEnd/>
          </a:ln>
        </p:spPr>
        <p:txBody>
          <a:bodyPr vert="horz" wrap="square" lIns="91440" tIns="45720" rIns="91440" bIns="45720" numCol="1" rtlCol="0" anchor="ctr" anchorCtr="0" compatLnSpc="1">
            <a:prstTxWarp prst="textNoShape">
              <a:avLst/>
            </a:prstTxWarp>
          </a:bodyPr>
          <a:lstStyle/>
          <a:p>
            <a:pPr algn="ctr"/>
            <a:r>
              <a:rPr lang="fr-FR" sz="800" i="1" kern="0">
                <a:solidFill>
                  <a:srgbClr val="C00000"/>
                </a:solidFill>
                <a:latin typeface="Arial" panose="020B0604020202020204" pitchFamily="34" charset="0"/>
                <a:cs typeface="Arial" panose="020B0604020202020204" pitchFamily="34" charset="0"/>
              </a:rPr>
              <a:t>&lt;SOUS-DOMAINE&gt;</a:t>
            </a:r>
          </a:p>
          <a:p>
            <a:pPr algn="ctr"/>
            <a:r>
              <a:rPr lang="fr-FR" sz="1200" b="1" kern="0">
                <a:solidFill>
                  <a:srgbClr val="C00000"/>
                </a:solidFill>
                <a:latin typeface="Arial" panose="020B0604020202020204" pitchFamily="34" charset="0"/>
                <a:cs typeface="Arial" panose="020B0604020202020204" pitchFamily="34" charset="0"/>
              </a:rPr>
              <a:t>COMMANDES</a:t>
            </a:r>
            <a:endParaRPr lang="fr-FR" sz="1050" b="1" kern="0">
              <a:solidFill>
                <a:srgbClr val="C00000"/>
              </a:solidFill>
              <a:latin typeface="Arial" panose="020B0604020202020204" pitchFamily="34" charset="0"/>
              <a:cs typeface="Arial" panose="020B0604020202020204" pitchFamily="34" charset="0"/>
            </a:endParaRPr>
          </a:p>
        </p:txBody>
      </p:sp>
      <p:sp>
        <p:nvSpPr>
          <p:cNvPr id="14" name="Ellipse 13">
            <a:extLst>
              <a:ext uri="{FF2B5EF4-FFF2-40B4-BE49-F238E27FC236}">
                <a16:creationId xmlns:a16="http://schemas.microsoft.com/office/drawing/2014/main" id="{A304EF5D-6A58-25C1-9D6D-20B8FFD0C6F9}"/>
              </a:ext>
            </a:extLst>
          </p:cNvPr>
          <p:cNvSpPr/>
          <p:nvPr/>
        </p:nvSpPr>
        <p:spPr bwMode="auto">
          <a:xfrm>
            <a:off x="1159056" y="3915714"/>
            <a:ext cx="2808277" cy="395733"/>
          </a:xfrm>
          <a:prstGeom prst="ellipse">
            <a:avLst/>
          </a:prstGeom>
          <a:solidFill>
            <a:schemeClr val="bg1">
              <a:lumMod val="90000"/>
            </a:schemeClr>
          </a:solidFill>
          <a:ln w="19050">
            <a:solidFill>
              <a:schemeClr val="tx2">
                <a:lumMod val="50000"/>
              </a:schemeClr>
            </a:solidFill>
            <a:prstDash val="dash"/>
            <a:round/>
            <a:headEnd/>
            <a:tailEnd/>
          </a:ln>
        </p:spPr>
        <p:txBody>
          <a:bodyPr vert="horz" wrap="square" lIns="91440" tIns="45720" rIns="91440" bIns="45720" numCol="1" rtlCol="0" anchor="ctr" anchorCtr="0" compatLnSpc="1">
            <a:prstTxWarp prst="textNoShape">
              <a:avLst/>
            </a:prstTxWarp>
          </a:bodyPr>
          <a:lstStyle/>
          <a:p>
            <a:pPr algn="ctr"/>
            <a:r>
              <a:rPr lang="fr-FR" sz="800" i="1" kern="0">
                <a:solidFill>
                  <a:schemeClr val="tx1">
                    <a:lumMod val="75000"/>
                    <a:lumOff val="25000"/>
                  </a:schemeClr>
                </a:solidFill>
                <a:latin typeface="Arial" panose="020B0604020202020204" pitchFamily="34" charset="0"/>
                <a:cs typeface="Arial" panose="020B0604020202020204" pitchFamily="34" charset="0"/>
              </a:rPr>
              <a:t>&lt;SOUS-DOMAINE&gt;</a:t>
            </a:r>
          </a:p>
          <a:p>
            <a:pPr algn="ctr"/>
            <a:r>
              <a:rPr lang="fr-FR" sz="1200" b="1" kern="0">
                <a:solidFill>
                  <a:schemeClr val="tx1">
                    <a:lumMod val="75000"/>
                    <a:lumOff val="25000"/>
                  </a:schemeClr>
                </a:solidFill>
                <a:latin typeface="Arial" panose="020B0604020202020204" pitchFamily="34" charset="0"/>
                <a:cs typeface="Arial" panose="020B0604020202020204" pitchFamily="34" charset="0"/>
              </a:rPr>
              <a:t>ACHATS</a:t>
            </a:r>
          </a:p>
        </p:txBody>
      </p:sp>
      <p:sp>
        <p:nvSpPr>
          <p:cNvPr id="15" name="Ellipse 14">
            <a:extLst>
              <a:ext uri="{FF2B5EF4-FFF2-40B4-BE49-F238E27FC236}">
                <a16:creationId xmlns:a16="http://schemas.microsoft.com/office/drawing/2014/main" id="{E0BF754D-CFB4-C90B-338B-B2406842FCD8}"/>
              </a:ext>
            </a:extLst>
          </p:cNvPr>
          <p:cNvSpPr/>
          <p:nvPr/>
        </p:nvSpPr>
        <p:spPr bwMode="auto">
          <a:xfrm>
            <a:off x="4310618" y="5793153"/>
            <a:ext cx="2379306" cy="444801"/>
          </a:xfrm>
          <a:prstGeom prst="ellipse">
            <a:avLst/>
          </a:prstGeom>
          <a:solidFill>
            <a:schemeClr val="bg1">
              <a:lumMod val="90000"/>
            </a:schemeClr>
          </a:solidFill>
          <a:ln w="19050">
            <a:solidFill>
              <a:schemeClr val="tx2">
                <a:lumMod val="50000"/>
              </a:schemeClr>
            </a:solidFill>
            <a:prstDash val="dash"/>
            <a:round/>
            <a:headEnd/>
            <a:tailEnd/>
          </a:ln>
        </p:spPr>
        <p:txBody>
          <a:bodyPr vert="horz" wrap="square" lIns="91440" tIns="45720" rIns="91440" bIns="45720" numCol="1" rtlCol="0" anchor="ctr" anchorCtr="0" compatLnSpc="1">
            <a:prstTxWarp prst="textNoShape">
              <a:avLst/>
            </a:prstTxWarp>
          </a:bodyPr>
          <a:lstStyle/>
          <a:p>
            <a:pPr algn="ctr"/>
            <a:r>
              <a:rPr lang="fr-FR" sz="800" i="1" kern="0">
                <a:solidFill>
                  <a:schemeClr val="tx1">
                    <a:lumMod val="75000"/>
                    <a:lumOff val="25000"/>
                  </a:schemeClr>
                </a:solidFill>
                <a:latin typeface="Arial" panose="020B0604020202020204" pitchFamily="34" charset="0"/>
                <a:cs typeface="Arial" panose="020B0604020202020204" pitchFamily="34" charset="0"/>
              </a:rPr>
              <a:t>&lt;SOUS-DOMAINE&gt;</a:t>
            </a:r>
          </a:p>
          <a:p>
            <a:pPr algn="ctr"/>
            <a:r>
              <a:rPr lang="fr-FR" sz="1200" b="1" kern="0">
                <a:solidFill>
                  <a:schemeClr val="tx1">
                    <a:lumMod val="75000"/>
                    <a:lumOff val="25000"/>
                  </a:schemeClr>
                </a:solidFill>
                <a:latin typeface="Arial" panose="020B0604020202020204" pitchFamily="34" charset="0"/>
                <a:cs typeface="Arial" panose="020B0604020202020204" pitchFamily="34" charset="0"/>
              </a:rPr>
              <a:t>COMPTABILITÉ</a:t>
            </a:r>
          </a:p>
          <a:p>
            <a:pPr algn="ctr"/>
            <a:r>
              <a:rPr lang="fr-FR" sz="1200" b="1" kern="0">
                <a:solidFill>
                  <a:schemeClr val="tx1">
                    <a:lumMod val="75000"/>
                    <a:lumOff val="25000"/>
                  </a:schemeClr>
                </a:solidFill>
                <a:latin typeface="Arial" panose="020B0604020202020204" pitchFamily="34" charset="0"/>
                <a:cs typeface="Arial" panose="020B0604020202020204" pitchFamily="34" charset="0"/>
              </a:rPr>
              <a:t>FINANCE</a:t>
            </a:r>
          </a:p>
        </p:txBody>
      </p:sp>
      <p:sp>
        <p:nvSpPr>
          <p:cNvPr id="16" name="Ellipse 15">
            <a:extLst>
              <a:ext uri="{FF2B5EF4-FFF2-40B4-BE49-F238E27FC236}">
                <a16:creationId xmlns:a16="http://schemas.microsoft.com/office/drawing/2014/main" id="{DEDDA83E-C8A0-D20B-32BC-7C17686667F4}"/>
              </a:ext>
            </a:extLst>
          </p:cNvPr>
          <p:cNvSpPr/>
          <p:nvPr/>
        </p:nvSpPr>
        <p:spPr bwMode="auto">
          <a:xfrm>
            <a:off x="6732210" y="3630327"/>
            <a:ext cx="1763073" cy="444801"/>
          </a:xfrm>
          <a:prstGeom prst="ellipse">
            <a:avLst/>
          </a:prstGeom>
          <a:solidFill>
            <a:schemeClr val="bg1">
              <a:lumMod val="90000"/>
            </a:schemeClr>
          </a:solidFill>
          <a:ln w="19050">
            <a:solidFill>
              <a:schemeClr val="tx2">
                <a:lumMod val="50000"/>
              </a:schemeClr>
            </a:solidFill>
            <a:prstDash val="dash"/>
            <a:round/>
            <a:headEnd/>
            <a:tailEnd/>
          </a:ln>
        </p:spPr>
        <p:txBody>
          <a:bodyPr vert="horz" wrap="square" lIns="91440" tIns="45720" rIns="91440" bIns="45720" numCol="1" rtlCol="0" anchor="ctr" anchorCtr="0" compatLnSpc="1">
            <a:prstTxWarp prst="textNoShape">
              <a:avLst/>
            </a:prstTxWarp>
          </a:bodyPr>
          <a:lstStyle/>
          <a:p>
            <a:pPr algn="ctr"/>
            <a:r>
              <a:rPr lang="fr-FR" sz="800" i="1" kern="0">
                <a:solidFill>
                  <a:schemeClr val="tx1">
                    <a:lumMod val="75000"/>
                    <a:lumOff val="25000"/>
                  </a:schemeClr>
                </a:solidFill>
                <a:latin typeface="Arial" panose="020B0604020202020204" pitchFamily="34" charset="0"/>
                <a:cs typeface="Arial" panose="020B0604020202020204" pitchFamily="34" charset="0"/>
              </a:rPr>
              <a:t>&lt;SOUS-DOMAINE&gt;</a:t>
            </a:r>
          </a:p>
          <a:p>
            <a:pPr algn="ctr"/>
            <a:r>
              <a:rPr lang="fr-FR" sz="1200" b="1" kern="0">
                <a:solidFill>
                  <a:schemeClr val="tx1">
                    <a:lumMod val="75000"/>
                    <a:lumOff val="25000"/>
                  </a:schemeClr>
                </a:solidFill>
                <a:latin typeface="Arial" panose="020B0604020202020204" pitchFamily="34" charset="0"/>
                <a:cs typeface="Arial" panose="020B0604020202020204" pitchFamily="34" charset="0"/>
              </a:rPr>
              <a:t>RH</a:t>
            </a:r>
          </a:p>
        </p:txBody>
      </p:sp>
      <p:sp>
        <p:nvSpPr>
          <p:cNvPr id="17" name="Ellipse 16">
            <a:extLst>
              <a:ext uri="{FF2B5EF4-FFF2-40B4-BE49-F238E27FC236}">
                <a16:creationId xmlns:a16="http://schemas.microsoft.com/office/drawing/2014/main" id="{D02B4F24-CEBD-5D88-AA1A-F7A18A7A0D01}"/>
              </a:ext>
            </a:extLst>
          </p:cNvPr>
          <p:cNvSpPr/>
          <p:nvPr/>
        </p:nvSpPr>
        <p:spPr bwMode="auto">
          <a:xfrm>
            <a:off x="9339168" y="4324193"/>
            <a:ext cx="2379306" cy="350357"/>
          </a:xfrm>
          <a:prstGeom prst="ellipse">
            <a:avLst/>
          </a:prstGeom>
          <a:solidFill>
            <a:schemeClr val="bg1">
              <a:lumMod val="90000"/>
            </a:schemeClr>
          </a:solidFill>
          <a:ln w="19050">
            <a:solidFill>
              <a:schemeClr val="tx2">
                <a:lumMod val="50000"/>
              </a:schemeClr>
            </a:solidFill>
            <a:prstDash val="dash"/>
            <a:round/>
            <a:headEnd/>
            <a:tailEnd/>
          </a:ln>
        </p:spPr>
        <p:txBody>
          <a:bodyPr vert="horz" wrap="square" lIns="91440" tIns="45720" rIns="91440" bIns="45720" numCol="1" rtlCol="0" anchor="ctr" anchorCtr="0" compatLnSpc="1">
            <a:prstTxWarp prst="textNoShape">
              <a:avLst/>
            </a:prstTxWarp>
          </a:bodyPr>
          <a:lstStyle/>
          <a:p>
            <a:pPr algn="ctr"/>
            <a:r>
              <a:rPr lang="fr-FR" sz="800" i="1" kern="0">
                <a:solidFill>
                  <a:schemeClr val="tx1">
                    <a:lumMod val="75000"/>
                    <a:lumOff val="25000"/>
                  </a:schemeClr>
                </a:solidFill>
                <a:latin typeface="Arial" panose="020B0604020202020204" pitchFamily="34" charset="0"/>
                <a:cs typeface="Arial" panose="020B0604020202020204" pitchFamily="34" charset="0"/>
              </a:rPr>
              <a:t>&lt;SOUS-DOMAINE&gt;</a:t>
            </a:r>
          </a:p>
          <a:p>
            <a:pPr algn="ctr"/>
            <a:r>
              <a:rPr lang="fr-FR" sz="1200" b="1" kern="0">
                <a:solidFill>
                  <a:schemeClr val="tx1">
                    <a:lumMod val="75000"/>
                    <a:lumOff val="25000"/>
                  </a:schemeClr>
                </a:solidFill>
                <a:latin typeface="Arial" panose="020B0604020202020204" pitchFamily="34" charset="0"/>
                <a:cs typeface="Arial" panose="020B0604020202020204" pitchFamily="34" charset="0"/>
              </a:rPr>
              <a:t>MARKETING</a:t>
            </a:r>
          </a:p>
          <a:p>
            <a:pPr algn="ctr"/>
            <a:r>
              <a:rPr lang="fr-FR" sz="1200" b="1" kern="0">
                <a:solidFill>
                  <a:schemeClr val="tx1">
                    <a:lumMod val="75000"/>
                    <a:lumOff val="25000"/>
                  </a:schemeClr>
                </a:solidFill>
                <a:latin typeface="Arial" panose="020B0604020202020204" pitchFamily="34" charset="0"/>
                <a:cs typeface="Arial" panose="020B0604020202020204" pitchFamily="34" charset="0"/>
              </a:rPr>
              <a:t>COMMUNICATION</a:t>
            </a:r>
          </a:p>
        </p:txBody>
      </p:sp>
      <p:sp>
        <p:nvSpPr>
          <p:cNvPr id="18" name="Ellipse 17">
            <a:extLst>
              <a:ext uri="{FF2B5EF4-FFF2-40B4-BE49-F238E27FC236}">
                <a16:creationId xmlns:a16="http://schemas.microsoft.com/office/drawing/2014/main" id="{4E9EAF75-EF0F-EF65-D2F5-09884E34E880}"/>
              </a:ext>
            </a:extLst>
          </p:cNvPr>
          <p:cNvSpPr/>
          <p:nvPr/>
        </p:nvSpPr>
        <p:spPr bwMode="auto">
          <a:xfrm>
            <a:off x="8642420" y="3639458"/>
            <a:ext cx="1939762" cy="484018"/>
          </a:xfrm>
          <a:prstGeom prst="ellipse">
            <a:avLst/>
          </a:prstGeom>
          <a:solidFill>
            <a:schemeClr val="bg1">
              <a:lumMod val="90000"/>
            </a:schemeClr>
          </a:solidFill>
          <a:ln w="19050">
            <a:solidFill>
              <a:schemeClr val="tx2">
                <a:lumMod val="50000"/>
              </a:schemeClr>
            </a:solidFill>
            <a:prstDash val="dash"/>
            <a:round/>
            <a:headEnd/>
            <a:tailEnd/>
          </a:ln>
        </p:spPr>
        <p:txBody>
          <a:bodyPr vert="horz" wrap="square" lIns="91440" tIns="45720" rIns="91440" bIns="45720" numCol="1" rtlCol="0" anchor="ctr" anchorCtr="0" compatLnSpc="1">
            <a:prstTxWarp prst="textNoShape">
              <a:avLst/>
            </a:prstTxWarp>
          </a:bodyPr>
          <a:lstStyle/>
          <a:p>
            <a:pPr algn="ctr"/>
            <a:r>
              <a:rPr lang="fr-FR" sz="800" i="1" kern="0">
                <a:solidFill>
                  <a:schemeClr val="tx1">
                    <a:lumMod val="75000"/>
                    <a:lumOff val="25000"/>
                  </a:schemeClr>
                </a:solidFill>
                <a:latin typeface="Arial" panose="020B0604020202020204" pitchFamily="34" charset="0"/>
                <a:cs typeface="Arial" panose="020B0604020202020204" pitchFamily="34" charset="0"/>
              </a:rPr>
              <a:t>&lt;SOUS-DOMAINE&gt;</a:t>
            </a:r>
          </a:p>
          <a:p>
            <a:pPr algn="ctr"/>
            <a:r>
              <a:rPr lang="fr-FR" sz="1200" b="1" kern="0">
                <a:solidFill>
                  <a:schemeClr val="tx1">
                    <a:lumMod val="75000"/>
                    <a:lumOff val="25000"/>
                  </a:schemeClr>
                </a:solidFill>
                <a:latin typeface="Arial" panose="020B0604020202020204" pitchFamily="34" charset="0"/>
                <a:cs typeface="Arial" panose="020B0604020202020204" pitchFamily="34" charset="0"/>
              </a:rPr>
              <a:t>TECH / IT</a:t>
            </a:r>
          </a:p>
        </p:txBody>
      </p:sp>
      <p:sp>
        <p:nvSpPr>
          <p:cNvPr id="19" name="Ellipse 18">
            <a:extLst>
              <a:ext uri="{FF2B5EF4-FFF2-40B4-BE49-F238E27FC236}">
                <a16:creationId xmlns:a16="http://schemas.microsoft.com/office/drawing/2014/main" id="{70508AF1-8775-7E28-56EE-A7F6271582C0}"/>
              </a:ext>
            </a:extLst>
          </p:cNvPr>
          <p:cNvSpPr/>
          <p:nvPr/>
        </p:nvSpPr>
        <p:spPr bwMode="auto">
          <a:xfrm>
            <a:off x="3832580" y="4383549"/>
            <a:ext cx="3094240" cy="341662"/>
          </a:xfrm>
          <a:prstGeom prst="ellipse">
            <a:avLst/>
          </a:prstGeom>
          <a:solidFill>
            <a:schemeClr val="bg1">
              <a:lumMod val="90000"/>
            </a:schemeClr>
          </a:solidFill>
          <a:ln w="19050">
            <a:solidFill>
              <a:srgbClr val="C00000"/>
            </a:solidFill>
            <a:prstDash val="dash"/>
            <a:round/>
            <a:headEnd/>
            <a:tailEnd/>
          </a:ln>
        </p:spPr>
        <p:txBody>
          <a:bodyPr vert="horz" wrap="square" lIns="91440" tIns="45720" rIns="91440" bIns="45720" numCol="1" rtlCol="0" anchor="ctr" anchorCtr="0" compatLnSpc="1">
            <a:prstTxWarp prst="textNoShape">
              <a:avLst/>
            </a:prstTxWarp>
          </a:bodyPr>
          <a:lstStyle/>
          <a:p>
            <a:pPr algn="ctr"/>
            <a:r>
              <a:rPr lang="fr-FR" sz="800" i="1" kern="0">
                <a:solidFill>
                  <a:srgbClr val="C00000"/>
                </a:solidFill>
                <a:latin typeface="Arial" panose="020B0604020202020204" pitchFamily="34" charset="0"/>
                <a:cs typeface="Arial" panose="020B0604020202020204" pitchFamily="34" charset="0"/>
              </a:rPr>
              <a:t>&lt;SOUS-DOMAINE&gt;</a:t>
            </a:r>
          </a:p>
          <a:p>
            <a:pPr algn="ctr"/>
            <a:r>
              <a:rPr lang="fr-FR" sz="1050" b="1" kern="0">
                <a:solidFill>
                  <a:srgbClr val="C00000"/>
                </a:solidFill>
                <a:latin typeface="Arial" panose="020B0604020202020204" pitchFamily="34" charset="0"/>
                <a:cs typeface="Arial" panose="020B0604020202020204" pitchFamily="34" charset="0"/>
              </a:rPr>
              <a:t>RELATION CLIENT</a:t>
            </a:r>
          </a:p>
        </p:txBody>
      </p:sp>
      <p:sp>
        <p:nvSpPr>
          <p:cNvPr id="20" name="Ellipse 19">
            <a:extLst>
              <a:ext uri="{FF2B5EF4-FFF2-40B4-BE49-F238E27FC236}">
                <a16:creationId xmlns:a16="http://schemas.microsoft.com/office/drawing/2014/main" id="{701AB15F-7D80-E9BF-C768-22C10BC71A1E}"/>
              </a:ext>
            </a:extLst>
          </p:cNvPr>
          <p:cNvSpPr/>
          <p:nvPr/>
        </p:nvSpPr>
        <p:spPr bwMode="auto">
          <a:xfrm>
            <a:off x="6689924" y="5314987"/>
            <a:ext cx="2987619" cy="626084"/>
          </a:xfrm>
          <a:prstGeom prst="ellipse">
            <a:avLst/>
          </a:prstGeom>
          <a:solidFill>
            <a:schemeClr val="bg1">
              <a:lumMod val="90000"/>
            </a:schemeClr>
          </a:solidFill>
          <a:ln w="19050">
            <a:solidFill>
              <a:schemeClr val="bg1">
                <a:lumMod val="50000"/>
              </a:schemeClr>
            </a:solidFill>
            <a:prstDash val="dash"/>
            <a:round/>
            <a:headEnd/>
            <a:tailEnd/>
          </a:ln>
        </p:spPr>
        <p:txBody>
          <a:bodyPr vert="horz" wrap="square" lIns="91440" tIns="45720" rIns="91440" bIns="45720" numCol="1" rtlCol="0" anchor="ctr" anchorCtr="0" compatLnSpc="1">
            <a:prstTxWarp prst="textNoShape">
              <a:avLst/>
            </a:prstTxWarp>
          </a:bodyPr>
          <a:lstStyle/>
          <a:p>
            <a:pPr algn="ctr"/>
            <a:r>
              <a:rPr lang="fr-FR" sz="800" i="1" kern="0">
                <a:solidFill>
                  <a:schemeClr val="bg1">
                    <a:lumMod val="50000"/>
                  </a:schemeClr>
                </a:solidFill>
                <a:latin typeface="Arial" panose="020B0604020202020204" pitchFamily="34" charset="0"/>
                <a:cs typeface="Arial" panose="020B0604020202020204" pitchFamily="34" charset="0"/>
              </a:rPr>
              <a:t>&lt;SOUS-DOMAINE&gt;</a:t>
            </a:r>
          </a:p>
          <a:p>
            <a:pPr algn="ctr"/>
            <a:r>
              <a:rPr lang="fr-FR" sz="1200" b="1" kern="0">
                <a:solidFill>
                  <a:schemeClr val="bg1">
                    <a:lumMod val="50000"/>
                  </a:schemeClr>
                </a:solidFill>
                <a:latin typeface="Arial" panose="020B0604020202020204" pitchFamily="34" charset="0"/>
                <a:cs typeface="Arial" panose="020B0604020202020204" pitchFamily="34" charset="0"/>
              </a:rPr>
              <a:t>APRÈS-VENTE</a:t>
            </a:r>
          </a:p>
        </p:txBody>
      </p:sp>
      <p:sp>
        <p:nvSpPr>
          <p:cNvPr id="21" name="Ellipse 20">
            <a:extLst>
              <a:ext uri="{FF2B5EF4-FFF2-40B4-BE49-F238E27FC236}">
                <a16:creationId xmlns:a16="http://schemas.microsoft.com/office/drawing/2014/main" id="{BDCD88C9-E61E-5C99-9F9D-8C2B09D892BB}"/>
              </a:ext>
            </a:extLst>
          </p:cNvPr>
          <p:cNvSpPr/>
          <p:nvPr/>
        </p:nvSpPr>
        <p:spPr bwMode="auto">
          <a:xfrm>
            <a:off x="4566252" y="5042021"/>
            <a:ext cx="2379306" cy="444801"/>
          </a:xfrm>
          <a:prstGeom prst="ellipse">
            <a:avLst/>
          </a:prstGeom>
          <a:solidFill>
            <a:schemeClr val="bg1">
              <a:lumMod val="90000"/>
            </a:schemeClr>
          </a:solidFill>
          <a:ln w="19050">
            <a:solidFill>
              <a:schemeClr val="tx2">
                <a:lumMod val="50000"/>
              </a:schemeClr>
            </a:solidFill>
            <a:prstDash val="dash"/>
            <a:round/>
            <a:headEnd/>
            <a:tailEnd/>
          </a:ln>
        </p:spPr>
        <p:txBody>
          <a:bodyPr vert="horz" wrap="square" lIns="91440" tIns="45720" rIns="91440" bIns="45720" numCol="1" rtlCol="0" anchor="ctr" anchorCtr="0" compatLnSpc="1">
            <a:prstTxWarp prst="textNoShape">
              <a:avLst/>
            </a:prstTxWarp>
          </a:bodyPr>
          <a:lstStyle/>
          <a:p>
            <a:pPr algn="ctr"/>
            <a:r>
              <a:rPr lang="fr-FR" sz="800" i="1" kern="0">
                <a:solidFill>
                  <a:schemeClr val="tx1">
                    <a:lumMod val="75000"/>
                    <a:lumOff val="25000"/>
                  </a:schemeClr>
                </a:solidFill>
                <a:latin typeface="Arial" panose="020B0604020202020204" pitchFamily="34" charset="0"/>
                <a:cs typeface="Arial" panose="020B0604020202020204" pitchFamily="34" charset="0"/>
              </a:rPr>
              <a:t>&lt;SOUS-DOMAINE&gt;</a:t>
            </a:r>
          </a:p>
          <a:p>
            <a:pPr algn="ctr"/>
            <a:r>
              <a:rPr lang="fr-FR" sz="1200" b="1" kern="0">
                <a:solidFill>
                  <a:schemeClr val="tx1">
                    <a:lumMod val="75000"/>
                    <a:lumOff val="25000"/>
                  </a:schemeClr>
                </a:solidFill>
                <a:latin typeface="Arial" panose="020B0604020202020204" pitchFamily="34" charset="0"/>
                <a:cs typeface="Arial" panose="020B0604020202020204" pitchFamily="34" charset="0"/>
              </a:rPr>
              <a:t>FACTURATION</a:t>
            </a:r>
          </a:p>
        </p:txBody>
      </p:sp>
      <p:graphicFrame>
        <p:nvGraphicFramePr>
          <p:cNvPr id="22" name="Tableau 5">
            <a:extLst>
              <a:ext uri="{FF2B5EF4-FFF2-40B4-BE49-F238E27FC236}">
                <a16:creationId xmlns:a16="http://schemas.microsoft.com/office/drawing/2014/main" id="{F79AA1A7-218E-273B-46F8-0B2D5C6ADBD3}"/>
              </a:ext>
            </a:extLst>
          </p:cNvPr>
          <p:cNvGraphicFramePr>
            <a:graphicFrameLocks noGrp="1"/>
          </p:cNvGraphicFramePr>
          <p:nvPr/>
        </p:nvGraphicFramePr>
        <p:xfrm>
          <a:off x="325334" y="5606806"/>
          <a:ext cx="1536700" cy="914400"/>
        </p:xfrm>
        <a:graphic>
          <a:graphicData uri="http://schemas.openxmlformats.org/drawingml/2006/table">
            <a:tbl>
              <a:tblPr>
                <a:tableStyleId>{5C22544A-7EE6-4342-B048-85BDC9FD1C3A}</a:tableStyleId>
              </a:tblPr>
              <a:tblGrid>
                <a:gridCol w="429742">
                  <a:extLst>
                    <a:ext uri="{9D8B030D-6E8A-4147-A177-3AD203B41FA5}">
                      <a16:colId xmlns:a16="http://schemas.microsoft.com/office/drawing/2014/main" val="610434311"/>
                    </a:ext>
                  </a:extLst>
                </a:gridCol>
                <a:gridCol w="1106958">
                  <a:extLst>
                    <a:ext uri="{9D8B030D-6E8A-4147-A177-3AD203B41FA5}">
                      <a16:colId xmlns:a16="http://schemas.microsoft.com/office/drawing/2014/main" val="1948590120"/>
                    </a:ext>
                  </a:extLst>
                </a:gridCol>
              </a:tblGrid>
              <a:tr h="224919">
                <a:tc gridSpan="2">
                  <a:txBody>
                    <a:bodyPr/>
                    <a:lstStyle/>
                    <a:p>
                      <a:pPr algn="ctr"/>
                      <a:r>
                        <a:rPr lang="fr-FR" sz="900" b="1">
                          <a:solidFill>
                            <a:schemeClr val="tx1"/>
                          </a:solidFill>
                        </a:rPr>
                        <a:t>Légende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fr-FR" sz="900"/>
                    </a:p>
                  </a:txBody>
                  <a:tcPr>
                    <a:lnL w="3175" cap="flat" cmpd="sng" algn="ctr">
                      <a:solidFill>
                        <a:schemeClr val="tx1"/>
                      </a:solidFill>
                      <a:prstDash val="solid"/>
                      <a:round/>
                      <a:headEnd type="none" w="med" len="med"/>
                      <a:tailEnd type="none" w="med" len="med"/>
                    </a:lnL>
                    <a:lnR w="12700" cmpd="sng">
                      <a:noFill/>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63142667"/>
                  </a:ext>
                </a:extLst>
              </a:tr>
              <a:tr h="224919">
                <a:tc>
                  <a:txBody>
                    <a:bodyPr/>
                    <a:lstStyle/>
                    <a:p>
                      <a:endParaRPr lang="fr-FR" sz="900" b="1">
                        <a:solidFill>
                          <a:schemeClr val="tx1"/>
                        </a:solidFill>
                      </a:endParaRPr>
                    </a:p>
                  </a:txBody>
                  <a:tcPr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900">
                          <a:solidFill>
                            <a:srgbClr val="C00000"/>
                          </a:solidFill>
                        </a:rPr>
                        <a:t>CORE</a:t>
                      </a:r>
                    </a:p>
                  </a:txBody>
                  <a:tcPr anchor="ctr">
                    <a:lnL w="31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82577310"/>
                  </a:ext>
                </a:extLst>
              </a:tr>
              <a:tr h="224919">
                <a:tc>
                  <a:txBody>
                    <a:bodyPr/>
                    <a:lstStyle/>
                    <a:p>
                      <a:endParaRPr lang="fr-FR" sz="900" b="1">
                        <a:solidFill>
                          <a:schemeClr val="tx1"/>
                        </a:solidFill>
                      </a:endParaRPr>
                    </a:p>
                  </a:txBody>
                  <a:tcPr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900">
                          <a:solidFill>
                            <a:schemeClr val="tx1">
                              <a:lumMod val="75000"/>
                              <a:lumOff val="25000"/>
                            </a:schemeClr>
                          </a:solidFill>
                        </a:rPr>
                        <a:t>GENERIC</a:t>
                      </a:r>
                    </a:p>
                  </a:txBody>
                  <a:tcPr anchor="ctr">
                    <a:lnL w="31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99656506"/>
                  </a:ext>
                </a:extLst>
              </a:tr>
              <a:tr h="224919">
                <a:tc>
                  <a:txBody>
                    <a:bodyPr/>
                    <a:lstStyle/>
                    <a:p>
                      <a:endParaRPr lang="fr-FR" sz="900" b="1">
                        <a:solidFill>
                          <a:schemeClr val="tx1"/>
                        </a:solidFill>
                      </a:endParaRPr>
                    </a:p>
                  </a:txBody>
                  <a:tcPr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900">
                          <a:solidFill>
                            <a:schemeClr val="bg1">
                              <a:lumMod val="50000"/>
                            </a:schemeClr>
                          </a:solidFill>
                        </a:rPr>
                        <a:t>SUPPORTING</a:t>
                      </a:r>
                    </a:p>
                  </a:txBody>
                  <a:tcPr anchor="ctr">
                    <a:lnL w="31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48794816"/>
                  </a:ext>
                </a:extLst>
              </a:tr>
            </a:tbl>
          </a:graphicData>
        </a:graphic>
      </p:graphicFrame>
      <p:pic>
        <p:nvPicPr>
          <p:cNvPr id="23" name="Graphique 22" descr="Diamant avec un remplissage uni">
            <a:extLst>
              <a:ext uri="{FF2B5EF4-FFF2-40B4-BE49-F238E27FC236}">
                <a16:creationId xmlns:a16="http://schemas.microsoft.com/office/drawing/2014/main" id="{7FF0E85F-EB8F-B6F9-23B5-78836E4B177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2581" y="5857949"/>
            <a:ext cx="216719" cy="213229"/>
          </a:xfrm>
          <a:prstGeom prst="rect">
            <a:avLst/>
          </a:prstGeom>
        </p:spPr>
      </p:pic>
      <p:pic>
        <p:nvPicPr>
          <p:cNvPr id="24" name="Graphique 23" descr="Chariot de courses avec un remplissage uni">
            <a:extLst>
              <a:ext uri="{FF2B5EF4-FFF2-40B4-BE49-F238E27FC236}">
                <a16:creationId xmlns:a16="http://schemas.microsoft.com/office/drawing/2014/main" id="{FBD1AABF-F1AF-D810-4FF3-4464F10D0E5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92581" y="6073379"/>
            <a:ext cx="216719" cy="213229"/>
          </a:xfrm>
          <a:prstGeom prst="rect">
            <a:avLst/>
          </a:prstGeom>
        </p:spPr>
      </p:pic>
      <p:pic>
        <p:nvPicPr>
          <p:cNvPr id="25" name="Graphique 24" descr="Outils d'exploitation minière avec un remplissage uni">
            <a:extLst>
              <a:ext uri="{FF2B5EF4-FFF2-40B4-BE49-F238E27FC236}">
                <a16:creationId xmlns:a16="http://schemas.microsoft.com/office/drawing/2014/main" id="{C9233C60-9407-55D6-5337-4F55CEAEF55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97621" y="6305294"/>
            <a:ext cx="217920" cy="214411"/>
          </a:xfrm>
          <a:prstGeom prst="rect">
            <a:avLst/>
          </a:prstGeom>
        </p:spPr>
      </p:pic>
      <p:grpSp>
        <p:nvGrpSpPr>
          <p:cNvPr id="26" name="Groupe 25">
            <a:extLst>
              <a:ext uri="{FF2B5EF4-FFF2-40B4-BE49-F238E27FC236}">
                <a16:creationId xmlns:a16="http://schemas.microsoft.com/office/drawing/2014/main" id="{2F7ACEE7-2180-CC13-9E66-3362E1D0028A}"/>
              </a:ext>
            </a:extLst>
          </p:cNvPr>
          <p:cNvGrpSpPr/>
          <p:nvPr/>
        </p:nvGrpSpPr>
        <p:grpSpPr>
          <a:xfrm>
            <a:off x="3699583" y="4252218"/>
            <a:ext cx="558000" cy="549015"/>
            <a:chOff x="-160379" y="1636972"/>
            <a:chExt cx="558000" cy="558000"/>
          </a:xfrm>
        </p:grpSpPr>
        <p:sp>
          <p:nvSpPr>
            <p:cNvPr id="27" name="Ellipse 26">
              <a:extLst>
                <a:ext uri="{FF2B5EF4-FFF2-40B4-BE49-F238E27FC236}">
                  <a16:creationId xmlns:a16="http://schemas.microsoft.com/office/drawing/2014/main" id="{73245813-316E-E4F8-623B-E2F5303E462C}"/>
                </a:ext>
              </a:extLst>
            </p:cNvPr>
            <p:cNvSpPr/>
            <p:nvPr/>
          </p:nvSpPr>
          <p:spPr bwMode="auto">
            <a:xfrm>
              <a:off x="-160379" y="1636972"/>
              <a:ext cx="558000" cy="558000"/>
            </a:xfrm>
            <a:prstGeom prst="ellipse">
              <a:avLst/>
            </a:prstGeom>
            <a:solidFill>
              <a:srgbClr val="C00000"/>
            </a:solidFill>
            <a:ln w="9525">
              <a:noFill/>
              <a:round/>
              <a:headEnd/>
              <a:tailEnd/>
            </a:ln>
          </p:spPr>
          <p:txBody>
            <a:bodyPr vert="horz" wrap="square" lIns="91440" tIns="45720" rIns="91440" bIns="45720" numCol="1" rtlCol="0" anchor="t" anchorCtr="0" compatLnSpc="1">
              <a:prstTxWarp prst="textNoShape">
                <a:avLst/>
              </a:prstTxWarp>
            </a:bodyPr>
            <a:lstStyle/>
            <a:p>
              <a:pPr marL="0" marR="0" indent="0" algn="l"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28" name="Graphique 27" descr="Diamant avec un remplissage uni">
              <a:extLst>
                <a:ext uri="{FF2B5EF4-FFF2-40B4-BE49-F238E27FC236}">
                  <a16:creationId xmlns:a16="http://schemas.microsoft.com/office/drawing/2014/main" id="{1CA3AFCF-5D92-A3C2-1603-CFD41A6B158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1869" y="1704667"/>
              <a:ext cx="425229" cy="425229"/>
            </a:xfrm>
            <a:prstGeom prst="rect">
              <a:avLst/>
            </a:prstGeom>
          </p:spPr>
        </p:pic>
      </p:grpSp>
      <p:grpSp>
        <p:nvGrpSpPr>
          <p:cNvPr id="29" name="Groupe 28">
            <a:extLst>
              <a:ext uri="{FF2B5EF4-FFF2-40B4-BE49-F238E27FC236}">
                <a16:creationId xmlns:a16="http://schemas.microsoft.com/office/drawing/2014/main" id="{E3F909C4-2F93-4298-AF30-C420FE4B9613}"/>
              </a:ext>
            </a:extLst>
          </p:cNvPr>
          <p:cNvGrpSpPr/>
          <p:nvPr/>
        </p:nvGrpSpPr>
        <p:grpSpPr>
          <a:xfrm>
            <a:off x="4501991" y="4795920"/>
            <a:ext cx="558000" cy="549015"/>
            <a:chOff x="-673800" y="3114579"/>
            <a:chExt cx="558000" cy="558000"/>
          </a:xfrm>
        </p:grpSpPr>
        <p:sp>
          <p:nvSpPr>
            <p:cNvPr id="30" name="Ellipse 29">
              <a:extLst>
                <a:ext uri="{FF2B5EF4-FFF2-40B4-BE49-F238E27FC236}">
                  <a16:creationId xmlns:a16="http://schemas.microsoft.com/office/drawing/2014/main" id="{D65F7A22-EBAF-78F1-5DD5-36E8C5AAABA9}"/>
                </a:ext>
              </a:extLst>
            </p:cNvPr>
            <p:cNvSpPr/>
            <p:nvPr/>
          </p:nvSpPr>
          <p:spPr bwMode="auto">
            <a:xfrm>
              <a:off x="-673800" y="3114579"/>
              <a:ext cx="558000" cy="558000"/>
            </a:xfrm>
            <a:prstGeom prst="ellipse">
              <a:avLst/>
            </a:prstGeom>
            <a:solidFill>
              <a:schemeClr val="tx1">
                <a:lumMod val="75000"/>
                <a:lumOff val="25000"/>
              </a:schemeClr>
            </a:solidFill>
            <a:ln w="9525">
              <a:noFill/>
              <a:round/>
              <a:headEnd/>
              <a:tailEnd/>
            </a:ln>
          </p:spPr>
          <p:txBody>
            <a:bodyPr vert="horz" wrap="square" lIns="91440" tIns="45720" rIns="91440" bIns="45720" numCol="1" rtlCol="0" anchor="t" anchorCtr="0" compatLnSpc="1">
              <a:prstTxWarp prst="textNoShape">
                <a:avLst/>
              </a:prstTxWarp>
            </a:bodyPr>
            <a:lstStyle/>
            <a:p>
              <a:pPr marL="0" marR="0" indent="0" algn="l"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31" name="Graphique 30" descr="Chariot de courses avec un remplissage uni">
              <a:extLst>
                <a:ext uri="{FF2B5EF4-FFF2-40B4-BE49-F238E27FC236}">
                  <a16:creationId xmlns:a16="http://schemas.microsoft.com/office/drawing/2014/main" id="{26147DE7-5D1E-38EE-8251-1332EC200B8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7415" y="3190213"/>
              <a:ext cx="425229" cy="425229"/>
            </a:xfrm>
            <a:prstGeom prst="rect">
              <a:avLst/>
            </a:prstGeom>
          </p:spPr>
        </p:pic>
      </p:grpSp>
      <p:grpSp>
        <p:nvGrpSpPr>
          <p:cNvPr id="48" name="Groupe 47">
            <a:extLst>
              <a:ext uri="{FF2B5EF4-FFF2-40B4-BE49-F238E27FC236}">
                <a16:creationId xmlns:a16="http://schemas.microsoft.com/office/drawing/2014/main" id="{120F20FE-A9BB-1FB7-BDA8-B2AF85278A3C}"/>
              </a:ext>
            </a:extLst>
          </p:cNvPr>
          <p:cNvGrpSpPr/>
          <p:nvPr/>
        </p:nvGrpSpPr>
        <p:grpSpPr>
          <a:xfrm>
            <a:off x="8888629" y="5129629"/>
            <a:ext cx="558000" cy="549015"/>
            <a:chOff x="8873505" y="4814912"/>
            <a:chExt cx="558000" cy="558000"/>
          </a:xfrm>
        </p:grpSpPr>
        <p:sp>
          <p:nvSpPr>
            <p:cNvPr id="49" name="Ellipse 48">
              <a:extLst>
                <a:ext uri="{FF2B5EF4-FFF2-40B4-BE49-F238E27FC236}">
                  <a16:creationId xmlns:a16="http://schemas.microsoft.com/office/drawing/2014/main" id="{C556174B-DE97-EEA6-C752-46ACA2C10D65}"/>
                </a:ext>
              </a:extLst>
            </p:cNvPr>
            <p:cNvSpPr/>
            <p:nvPr/>
          </p:nvSpPr>
          <p:spPr bwMode="auto">
            <a:xfrm>
              <a:off x="8873505" y="4814912"/>
              <a:ext cx="558000" cy="558000"/>
            </a:xfrm>
            <a:prstGeom prst="ellipse">
              <a:avLst/>
            </a:prstGeom>
            <a:solidFill>
              <a:schemeClr val="bg1">
                <a:lumMod val="75000"/>
              </a:schemeClr>
            </a:solidFill>
            <a:ln w="9525">
              <a:noFill/>
              <a:round/>
              <a:headEnd/>
              <a:tailEnd/>
            </a:ln>
          </p:spPr>
          <p:txBody>
            <a:bodyPr vert="horz" wrap="square" lIns="91440" tIns="45720" rIns="91440" bIns="45720" numCol="1" rtlCol="0" anchor="t" anchorCtr="0" compatLnSpc="1">
              <a:prstTxWarp prst="textNoShape">
                <a:avLst/>
              </a:prstTxWarp>
            </a:bodyPr>
            <a:lstStyle/>
            <a:p>
              <a:pPr marL="0" marR="0" indent="0" algn="l"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50" name="Graphique 49" descr="Outils d'exploitation minière avec un remplissage uni">
              <a:extLst>
                <a:ext uri="{FF2B5EF4-FFF2-40B4-BE49-F238E27FC236}">
                  <a16:creationId xmlns:a16="http://schemas.microsoft.com/office/drawing/2014/main" id="{010459EE-E8B6-FD14-7073-28E006B1066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939890" y="4880119"/>
              <a:ext cx="427586" cy="427586"/>
            </a:xfrm>
            <a:prstGeom prst="rect">
              <a:avLst/>
            </a:prstGeom>
          </p:spPr>
        </p:pic>
      </p:grpSp>
      <p:grpSp>
        <p:nvGrpSpPr>
          <p:cNvPr id="51" name="Groupe 50">
            <a:extLst>
              <a:ext uri="{FF2B5EF4-FFF2-40B4-BE49-F238E27FC236}">
                <a16:creationId xmlns:a16="http://schemas.microsoft.com/office/drawing/2014/main" id="{D16F98AF-85A8-F4C9-1BD3-84D9B10088AE}"/>
              </a:ext>
            </a:extLst>
          </p:cNvPr>
          <p:cNvGrpSpPr/>
          <p:nvPr/>
        </p:nvGrpSpPr>
        <p:grpSpPr>
          <a:xfrm>
            <a:off x="6215199" y="5701255"/>
            <a:ext cx="558000" cy="549015"/>
            <a:chOff x="-673800" y="3114579"/>
            <a:chExt cx="558000" cy="558000"/>
          </a:xfrm>
        </p:grpSpPr>
        <p:sp>
          <p:nvSpPr>
            <p:cNvPr id="52" name="Ellipse 51">
              <a:extLst>
                <a:ext uri="{FF2B5EF4-FFF2-40B4-BE49-F238E27FC236}">
                  <a16:creationId xmlns:a16="http://schemas.microsoft.com/office/drawing/2014/main" id="{AB0D821F-782C-AAE5-C0DA-2C360B7F798E}"/>
                </a:ext>
              </a:extLst>
            </p:cNvPr>
            <p:cNvSpPr/>
            <p:nvPr/>
          </p:nvSpPr>
          <p:spPr bwMode="auto">
            <a:xfrm>
              <a:off x="-673800" y="3114579"/>
              <a:ext cx="558000" cy="558000"/>
            </a:xfrm>
            <a:prstGeom prst="ellipse">
              <a:avLst/>
            </a:prstGeom>
            <a:solidFill>
              <a:schemeClr val="tx1">
                <a:lumMod val="75000"/>
                <a:lumOff val="25000"/>
              </a:schemeClr>
            </a:solidFill>
            <a:ln w="9525">
              <a:noFill/>
              <a:round/>
              <a:headEnd/>
              <a:tailEnd/>
            </a:ln>
          </p:spPr>
          <p:txBody>
            <a:bodyPr vert="horz" wrap="square" lIns="91440" tIns="45720" rIns="91440" bIns="45720" numCol="1" rtlCol="0" anchor="t" anchorCtr="0" compatLnSpc="1">
              <a:prstTxWarp prst="textNoShape">
                <a:avLst/>
              </a:prstTxWarp>
            </a:bodyPr>
            <a:lstStyle/>
            <a:p>
              <a:pPr marL="0" marR="0" indent="0" algn="l"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53" name="Graphique 52" descr="Chariot de courses avec un remplissage uni">
              <a:extLst>
                <a:ext uri="{FF2B5EF4-FFF2-40B4-BE49-F238E27FC236}">
                  <a16:creationId xmlns:a16="http://schemas.microsoft.com/office/drawing/2014/main" id="{FF93D719-DFE7-D3E6-087B-04F6B6B6A9C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7415" y="3190213"/>
              <a:ext cx="425229" cy="425229"/>
            </a:xfrm>
            <a:prstGeom prst="rect">
              <a:avLst/>
            </a:prstGeom>
          </p:spPr>
        </p:pic>
      </p:grpSp>
      <p:grpSp>
        <p:nvGrpSpPr>
          <p:cNvPr id="54" name="Groupe 53">
            <a:extLst>
              <a:ext uri="{FF2B5EF4-FFF2-40B4-BE49-F238E27FC236}">
                <a16:creationId xmlns:a16="http://schemas.microsoft.com/office/drawing/2014/main" id="{DA1C0A99-0321-361E-A7CA-D06530B75BD9}"/>
              </a:ext>
            </a:extLst>
          </p:cNvPr>
          <p:cNvGrpSpPr/>
          <p:nvPr/>
        </p:nvGrpSpPr>
        <p:grpSpPr>
          <a:xfrm>
            <a:off x="1330818" y="3578887"/>
            <a:ext cx="558000" cy="549015"/>
            <a:chOff x="-673800" y="3114579"/>
            <a:chExt cx="558000" cy="558000"/>
          </a:xfrm>
        </p:grpSpPr>
        <p:sp>
          <p:nvSpPr>
            <p:cNvPr id="55" name="Ellipse 54">
              <a:extLst>
                <a:ext uri="{FF2B5EF4-FFF2-40B4-BE49-F238E27FC236}">
                  <a16:creationId xmlns:a16="http://schemas.microsoft.com/office/drawing/2014/main" id="{E9860B77-01C1-3ECF-A59D-F7DEEDE3F109}"/>
                </a:ext>
              </a:extLst>
            </p:cNvPr>
            <p:cNvSpPr/>
            <p:nvPr/>
          </p:nvSpPr>
          <p:spPr bwMode="auto">
            <a:xfrm>
              <a:off x="-673800" y="3114579"/>
              <a:ext cx="558000" cy="558000"/>
            </a:xfrm>
            <a:prstGeom prst="ellipse">
              <a:avLst/>
            </a:prstGeom>
            <a:solidFill>
              <a:schemeClr val="tx1">
                <a:lumMod val="75000"/>
                <a:lumOff val="25000"/>
              </a:schemeClr>
            </a:solidFill>
            <a:ln w="9525">
              <a:noFill/>
              <a:round/>
              <a:headEnd/>
              <a:tailEnd/>
            </a:ln>
          </p:spPr>
          <p:txBody>
            <a:bodyPr vert="horz" wrap="square" lIns="91440" tIns="45720" rIns="91440" bIns="45720" numCol="1" rtlCol="0" anchor="t" anchorCtr="0" compatLnSpc="1">
              <a:prstTxWarp prst="textNoShape">
                <a:avLst/>
              </a:prstTxWarp>
            </a:bodyPr>
            <a:lstStyle/>
            <a:p>
              <a:pPr marL="0" marR="0" indent="0" algn="l"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56" name="Graphique 55" descr="Chariot de courses avec un remplissage uni">
              <a:extLst>
                <a:ext uri="{FF2B5EF4-FFF2-40B4-BE49-F238E27FC236}">
                  <a16:creationId xmlns:a16="http://schemas.microsoft.com/office/drawing/2014/main" id="{79FEDA6F-D019-0DC0-D9DE-3B2AD8305B9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7415" y="3190213"/>
              <a:ext cx="425229" cy="425229"/>
            </a:xfrm>
            <a:prstGeom prst="rect">
              <a:avLst/>
            </a:prstGeom>
          </p:spPr>
        </p:pic>
      </p:grpSp>
      <p:grpSp>
        <p:nvGrpSpPr>
          <p:cNvPr id="57" name="Groupe 56">
            <a:extLst>
              <a:ext uri="{FF2B5EF4-FFF2-40B4-BE49-F238E27FC236}">
                <a16:creationId xmlns:a16="http://schemas.microsoft.com/office/drawing/2014/main" id="{76953E8C-DEA6-F2D4-9C4D-2351615C600F}"/>
              </a:ext>
            </a:extLst>
          </p:cNvPr>
          <p:cNvGrpSpPr/>
          <p:nvPr/>
        </p:nvGrpSpPr>
        <p:grpSpPr>
          <a:xfrm>
            <a:off x="10303182" y="3544389"/>
            <a:ext cx="558000" cy="549015"/>
            <a:chOff x="-673800" y="3114579"/>
            <a:chExt cx="558000" cy="558000"/>
          </a:xfrm>
        </p:grpSpPr>
        <p:sp>
          <p:nvSpPr>
            <p:cNvPr id="58" name="Ellipse 57">
              <a:extLst>
                <a:ext uri="{FF2B5EF4-FFF2-40B4-BE49-F238E27FC236}">
                  <a16:creationId xmlns:a16="http://schemas.microsoft.com/office/drawing/2014/main" id="{980EC9C2-145D-14E9-A50E-7BD26CA12214}"/>
                </a:ext>
              </a:extLst>
            </p:cNvPr>
            <p:cNvSpPr/>
            <p:nvPr/>
          </p:nvSpPr>
          <p:spPr bwMode="auto">
            <a:xfrm>
              <a:off x="-673800" y="3114579"/>
              <a:ext cx="558000" cy="558000"/>
            </a:xfrm>
            <a:prstGeom prst="ellipse">
              <a:avLst/>
            </a:prstGeom>
            <a:solidFill>
              <a:schemeClr val="tx1">
                <a:lumMod val="75000"/>
                <a:lumOff val="25000"/>
              </a:schemeClr>
            </a:solidFill>
            <a:ln w="9525">
              <a:noFill/>
              <a:round/>
              <a:headEnd/>
              <a:tailEnd/>
            </a:ln>
          </p:spPr>
          <p:txBody>
            <a:bodyPr vert="horz" wrap="square" lIns="91440" tIns="45720" rIns="91440" bIns="45720" numCol="1" rtlCol="0" anchor="t" anchorCtr="0" compatLnSpc="1">
              <a:prstTxWarp prst="textNoShape">
                <a:avLst/>
              </a:prstTxWarp>
            </a:bodyPr>
            <a:lstStyle/>
            <a:p>
              <a:pPr marL="0" marR="0" indent="0" algn="l"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59" name="Graphique 58" descr="Chariot de courses avec un remplissage uni">
              <a:extLst>
                <a:ext uri="{FF2B5EF4-FFF2-40B4-BE49-F238E27FC236}">
                  <a16:creationId xmlns:a16="http://schemas.microsoft.com/office/drawing/2014/main" id="{888F73ED-4708-2FA2-754C-2A2762E3C3F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7415" y="3190213"/>
              <a:ext cx="425229" cy="425229"/>
            </a:xfrm>
            <a:prstGeom prst="rect">
              <a:avLst/>
            </a:prstGeom>
          </p:spPr>
        </p:pic>
      </p:grpSp>
      <p:grpSp>
        <p:nvGrpSpPr>
          <p:cNvPr id="60" name="Groupe 59">
            <a:extLst>
              <a:ext uri="{FF2B5EF4-FFF2-40B4-BE49-F238E27FC236}">
                <a16:creationId xmlns:a16="http://schemas.microsoft.com/office/drawing/2014/main" id="{B7E1AC5A-8F17-2F1A-9BDD-3B9B7DADA606}"/>
              </a:ext>
            </a:extLst>
          </p:cNvPr>
          <p:cNvGrpSpPr/>
          <p:nvPr/>
        </p:nvGrpSpPr>
        <p:grpSpPr>
          <a:xfrm>
            <a:off x="8184525" y="3449772"/>
            <a:ext cx="558000" cy="549015"/>
            <a:chOff x="-673800" y="3114579"/>
            <a:chExt cx="558000" cy="558000"/>
          </a:xfrm>
        </p:grpSpPr>
        <p:sp>
          <p:nvSpPr>
            <p:cNvPr id="61" name="Ellipse 60">
              <a:extLst>
                <a:ext uri="{FF2B5EF4-FFF2-40B4-BE49-F238E27FC236}">
                  <a16:creationId xmlns:a16="http://schemas.microsoft.com/office/drawing/2014/main" id="{35C3932F-6B1D-48C4-4BEF-723CD0C5E9AD}"/>
                </a:ext>
              </a:extLst>
            </p:cNvPr>
            <p:cNvSpPr/>
            <p:nvPr/>
          </p:nvSpPr>
          <p:spPr bwMode="auto">
            <a:xfrm>
              <a:off x="-673800" y="3114579"/>
              <a:ext cx="558000" cy="558000"/>
            </a:xfrm>
            <a:prstGeom prst="ellipse">
              <a:avLst/>
            </a:prstGeom>
            <a:solidFill>
              <a:schemeClr val="tx1">
                <a:lumMod val="75000"/>
                <a:lumOff val="25000"/>
              </a:schemeClr>
            </a:solidFill>
            <a:ln w="9525">
              <a:noFill/>
              <a:round/>
              <a:headEnd/>
              <a:tailEnd/>
            </a:ln>
          </p:spPr>
          <p:txBody>
            <a:bodyPr vert="horz" wrap="square" lIns="91440" tIns="45720" rIns="91440" bIns="45720" numCol="1" rtlCol="0" anchor="t" anchorCtr="0" compatLnSpc="1">
              <a:prstTxWarp prst="textNoShape">
                <a:avLst/>
              </a:prstTxWarp>
            </a:bodyPr>
            <a:lstStyle/>
            <a:p>
              <a:pPr marL="0" marR="0" indent="0" algn="l"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62" name="Graphique 61" descr="Chariot de courses avec un remplissage uni">
              <a:extLst>
                <a:ext uri="{FF2B5EF4-FFF2-40B4-BE49-F238E27FC236}">
                  <a16:creationId xmlns:a16="http://schemas.microsoft.com/office/drawing/2014/main" id="{107A9976-733A-2C90-DC2F-AC8B0BA08D1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7415" y="3190213"/>
              <a:ext cx="425229" cy="425229"/>
            </a:xfrm>
            <a:prstGeom prst="rect">
              <a:avLst/>
            </a:prstGeom>
          </p:spPr>
        </p:pic>
      </p:grpSp>
      <p:grpSp>
        <p:nvGrpSpPr>
          <p:cNvPr id="63" name="Groupe 62">
            <a:extLst>
              <a:ext uri="{FF2B5EF4-FFF2-40B4-BE49-F238E27FC236}">
                <a16:creationId xmlns:a16="http://schemas.microsoft.com/office/drawing/2014/main" id="{ADC75F0A-E6EE-1B1D-F5DB-DFD9B61C842F}"/>
              </a:ext>
            </a:extLst>
          </p:cNvPr>
          <p:cNvGrpSpPr/>
          <p:nvPr/>
        </p:nvGrpSpPr>
        <p:grpSpPr>
          <a:xfrm>
            <a:off x="11213586" y="4140822"/>
            <a:ext cx="558000" cy="549015"/>
            <a:chOff x="-673800" y="3114579"/>
            <a:chExt cx="558000" cy="558000"/>
          </a:xfrm>
        </p:grpSpPr>
        <p:sp>
          <p:nvSpPr>
            <p:cNvPr id="64" name="Ellipse 63">
              <a:extLst>
                <a:ext uri="{FF2B5EF4-FFF2-40B4-BE49-F238E27FC236}">
                  <a16:creationId xmlns:a16="http://schemas.microsoft.com/office/drawing/2014/main" id="{2A39AC07-85B8-619A-F414-D5DE147A42F6}"/>
                </a:ext>
              </a:extLst>
            </p:cNvPr>
            <p:cNvSpPr/>
            <p:nvPr/>
          </p:nvSpPr>
          <p:spPr bwMode="auto">
            <a:xfrm>
              <a:off x="-673800" y="3114579"/>
              <a:ext cx="558000" cy="558000"/>
            </a:xfrm>
            <a:prstGeom prst="ellipse">
              <a:avLst/>
            </a:prstGeom>
            <a:solidFill>
              <a:schemeClr val="tx1">
                <a:lumMod val="75000"/>
                <a:lumOff val="25000"/>
              </a:schemeClr>
            </a:solidFill>
            <a:ln w="9525">
              <a:noFill/>
              <a:round/>
              <a:headEnd/>
              <a:tailEnd/>
            </a:ln>
          </p:spPr>
          <p:txBody>
            <a:bodyPr vert="horz" wrap="square" lIns="91440" tIns="45720" rIns="91440" bIns="45720" numCol="1" rtlCol="0" anchor="t" anchorCtr="0" compatLnSpc="1">
              <a:prstTxWarp prst="textNoShape">
                <a:avLst/>
              </a:prstTxWarp>
            </a:bodyPr>
            <a:lstStyle/>
            <a:p>
              <a:pPr marL="0" marR="0" indent="0" algn="l"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65" name="Graphique 64" descr="Chariot de courses avec un remplissage uni">
              <a:extLst>
                <a:ext uri="{FF2B5EF4-FFF2-40B4-BE49-F238E27FC236}">
                  <a16:creationId xmlns:a16="http://schemas.microsoft.com/office/drawing/2014/main" id="{7327440A-5359-0644-0AD0-D4C3CCF488A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7415" y="3190213"/>
              <a:ext cx="425229" cy="425229"/>
            </a:xfrm>
            <a:prstGeom prst="rect">
              <a:avLst/>
            </a:prstGeom>
          </p:spPr>
        </p:pic>
      </p:grpSp>
      <p:grpSp>
        <p:nvGrpSpPr>
          <p:cNvPr id="66" name="Groupe 65">
            <a:extLst>
              <a:ext uri="{FF2B5EF4-FFF2-40B4-BE49-F238E27FC236}">
                <a16:creationId xmlns:a16="http://schemas.microsoft.com/office/drawing/2014/main" id="{99E53BBB-7036-E2BB-EFA3-F6BACA894E71}"/>
              </a:ext>
            </a:extLst>
          </p:cNvPr>
          <p:cNvGrpSpPr/>
          <p:nvPr/>
        </p:nvGrpSpPr>
        <p:grpSpPr>
          <a:xfrm>
            <a:off x="500940" y="4204850"/>
            <a:ext cx="558000" cy="549015"/>
            <a:chOff x="-160379" y="1636972"/>
            <a:chExt cx="558000" cy="558000"/>
          </a:xfrm>
        </p:grpSpPr>
        <p:sp>
          <p:nvSpPr>
            <p:cNvPr id="67" name="Ellipse 66">
              <a:extLst>
                <a:ext uri="{FF2B5EF4-FFF2-40B4-BE49-F238E27FC236}">
                  <a16:creationId xmlns:a16="http://schemas.microsoft.com/office/drawing/2014/main" id="{ECF1B89A-8B44-8D38-2A0D-F16445432014}"/>
                </a:ext>
              </a:extLst>
            </p:cNvPr>
            <p:cNvSpPr/>
            <p:nvPr/>
          </p:nvSpPr>
          <p:spPr bwMode="auto">
            <a:xfrm>
              <a:off x="-160379" y="1636972"/>
              <a:ext cx="558000" cy="558000"/>
            </a:xfrm>
            <a:prstGeom prst="ellipse">
              <a:avLst/>
            </a:prstGeom>
            <a:solidFill>
              <a:srgbClr val="C00000"/>
            </a:solidFill>
            <a:ln w="9525">
              <a:noFill/>
              <a:round/>
              <a:headEnd/>
              <a:tailEnd/>
            </a:ln>
          </p:spPr>
          <p:txBody>
            <a:bodyPr vert="horz" wrap="square" lIns="91440" tIns="45720" rIns="91440" bIns="45720" numCol="1" rtlCol="0" anchor="t" anchorCtr="0" compatLnSpc="1">
              <a:prstTxWarp prst="textNoShape">
                <a:avLst/>
              </a:prstTxWarp>
            </a:bodyPr>
            <a:lstStyle/>
            <a:p>
              <a:pPr marL="0" marR="0" indent="0" algn="l"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68" name="Graphique 67" descr="Diamant avec un remplissage uni">
              <a:extLst>
                <a:ext uri="{FF2B5EF4-FFF2-40B4-BE49-F238E27FC236}">
                  <a16:creationId xmlns:a16="http://schemas.microsoft.com/office/drawing/2014/main" id="{785C725F-BA0E-2B08-61CD-A6134E0DF6F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1869" y="1704667"/>
              <a:ext cx="425229" cy="425229"/>
            </a:xfrm>
            <a:prstGeom prst="rect">
              <a:avLst/>
            </a:prstGeom>
          </p:spPr>
        </p:pic>
      </p:grpSp>
      <p:grpSp>
        <p:nvGrpSpPr>
          <p:cNvPr id="69" name="Groupe 68">
            <a:extLst>
              <a:ext uri="{FF2B5EF4-FFF2-40B4-BE49-F238E27FC236}">
                <a16:creationId xmlns:a16="http://schemas.microsoft.com/office/drawing/2014/main" id="{F49EC236-BD06-1AE1-02E6-5A90C516B717}"/>
              </a:ext>
            </a:extLst>
          </p:cNvPr>
          <p:cNvGrpSpPr/>
          <p:nvPr/>
        </p:nvGrpSpPr>
        <p:grpSpPr>
          <a:xfrm>
            <a:off x="2026721" y="4980310"/>
            <a:ext cx="558000" cy="549015"/>
            <a:chOff x="-160379" y="1636972"/>
            <a:chExt cx="558000" cy="558000"/>
          </a:xfrm>
        </p:grpSpPr>
        <p:sp>
          <p:nvSpPr>
            <p:cNvPr id="70" name="Ellipse 69">
              <a:extLst>
                <a:ext uri="{FF2B5EF4-FFF2-40B4-BE49-F238E27FC236}">
                  <a16:creationId xmlns:a16="http://schemas.microsoft.com/office/drawing/2014/main" id="{568ED05A-8924-095A-87D2-D9A37EE1410D}"/>
                </a:ext>
              </a:extLst>
            </p:cNvPr>
            <p:cNvSpPr/>
            <p:nvPr/>
          </p:nvSpPr>
          <p:spPr bwMode="auto">
            <a:xfrm>
              <a:off x="-160379" y="1636972"/>
              <a:ext cx="558000" cy="558000"/>
            </a:xfrm>
            <a:prstGeom prst="ellipse">
              <a:avLst/>
            </a:prstGeom>
            <a:solidFill>
              <a:srgbClr val="C00000"/>
            </a:solidFill>
            <a:ln w="9525">
              <a:noFill/>
              <a:round/>
              <a:headEnd/>
              <a:tailEnd/>
            </a:ln>
          </p:spPr>
          <p:txBody>
            <a:bodyPr vert="horz" wrap="square" lIns="91440" tIns="45720" rIns="91440" bIns="45720" numCol="1" rtlCol="0" anchor="t" anchorCtr="0" compatLnSpc="1">
              <a:prstTxWarp prst="textNoShape">
                <a:avLst/>
              </a:prstTxWarp>
            </a:bodyPr>
            <a:lstStyle/>
            <a:p>
              <a:pPr marL="0" marR="0" indent="0" algn="l"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71" name="Graphique 70" descr="Diamant avec un remplissage uni">
              <a:extLst>
                <a:ext uri="{FF2B5EF4-FFF2-40B4-BE49-F238E27FC236}">
                  <a16:creationId xmlns:a16="http://schemas.microsoft.com/office/drawing/2014/main" id="{3C49CD1C-BAE5-08D2-831C-C947420425B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1869" y="1704667"/>
              <a:ext cx="425229" cy="425229"/>
            </a:xfrm>
            <a:prstGeom prst="rect">
              <a:avLst/>
            </a:prstGeom>
          </p:spPr>
        </p:pic>
      </p:grpSp>
      <p:grpSp>
        <p:nvGrpSpPr>
          <p:cNvPr id="72" name="Groupe 71">
            <a:extLst>
              <a:ext uri="{FF2B5EF4-FFF2-40B4-BE49-F238E27FC236}">
                <a16:creationId xmlns:a16="http://schemas.microsoft.com/office/drawing/2014/main" id="{B7143DA8-E382-034D-C2B9-769FC60DA0B8}"/>
              </a:ext>
            </a:extLst>
          </p:cNvPr>
          <p:cNvGrpSpPr/>
          <p:nvPr/>
        </p:nvGrpSpPr>
        <p:grpSpPr>
          <a:xfrm>
            <a:off x="4352904" y="3485551"/>
            <a:ext cx="558000" cy="549015"/>
            <a:chOff x="-160379" y="1636972"/>
            <a:chExt cx="558000" cy="558000"/>
          </a:xfrm>
        </p:grpSpPr>
        <p:sp>
          <p:nvSpPr>
            <p:cNvPr id="73" name="Ellipse 72">
              <a:extLst>
                <a:ext uri="{FF2B5EF4-FFF2-40B4-BE49-F238E27FC236}">
                  <a16:creationId xmlns:a16="http://schemas.microsoft.com/office/drawing/2014/main" id="{CE9B83A9-6541-8692-6C45-532437C2B73A}"/>
                </a:ext>
              </a:extLst>
            </p:cNvPr>
            <p:cNvSpPr/>
            <p:nvPr/>
          </p:nvSpPr>
          <p:spPr bwMode="auto">
            <a:xfrm>
              <a:off x="-160379" y="1636972"/>
              <a:ext cx="558000" cy="558000"/>
            </a:xfrm>
            <a:prstGeom prst="ellipse">
              <a:avLst/>
            </a:prstGeom>
            <a:solidFill>
              <a:srgbClr val="C00000"/>
            </a:solidFill>
            <a:ln w="9525">
              <a:noFill/>
              <a:round/>
              <a:headEnd/>
              <a:tailEnd/>
            </a:ln>
          </p:spPr>
          <p:txBody>
            <a:bodyPr vert="horz" wrap="square" lIns="91440" tIns="45720" rIns="91440" bIns="45720" numCol="1" rtlCol="0" anchor="t" anchorCtr="0" compatLnSpc="1">
              <a:prstTxWarp prst="textNoShape">
                <a:avLst/>
              </a:prstTxWarp>
            </a:bodyPr>
            <a:lstStyle/>
            <a:p>
              <a:pPr marL="0" marR="0" indent="0" algn="l"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74" name="Graphique 73" descr="Diamant avec un remplissage uni">
              <a:extLst>
                <a:ext uri="{FF2B5EF4-FFF2-40B4-BE49-F238E27FC236}">
                  <a16:creationId xmlns:a16="http://schemas.microsoft.com/office/drawing/2014/main" id="{117D1419-6EBB-71EC-EDEE-15CFD912248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1869" y="1704667"/>
              <a:ext cx="425229" cy="425229"/>
            </a:xfrm>
            <a:prstGeom prst="rect">
              <a:avLst/>
            </a:prstGeom>
          </p:spPr>
        </p:pic>
      </p:grpSp>
      <p:grpSp>
        <p:nvGrpSpPr>
          <p:cNvPr id="75" name="Groupe 74">
            <a:extLst>
              <a:ext uri="{FF2B5EF4-FFF2-40B4-BE49-F238E27FC236}">
                <a16:creationId xmlns:a16="http://schemas.microsoft.com/office/drawing/2014/main" id="{2328C5F2-B510-799E-9A71-27321308BAB8}"/>
              </a:ext>
            </a:extLst>
          </p:cNvPr>
          <p:cNvGrpSpPr/>
          <p:nvPr/>
        </p:nvGrpSpPr>
        <p:grpSpPr>
          <a:xfrm>
            <a:off x="7092608" y="4377032"/>
            <a:ext cx="558000" cy="549015"/>
            <a:chOff x="-160379" y="1636972"/>
            <a:chExt cx="558000" cy="558000"/>
          </a:xfrm>
        </p:grpSpPr>
        <p:sp>
          <p:nvSpPr>
            <p:cNvPr id="76" name="Ellipse 75">
              <a:extLst>
                <a:ext uri="{FF2B5EF4-FFF2-40B4-BE49-F238E27FC236}">
                  <a16:creationId xmlns:a16="http://schemas.microsoft.com/office/drawing/2014/main" id="{F9A019DE-3216-F621-12C0-F4835791CBBD}"/>
                </a:ext>
              </a:extLst>
            </p:cNvPr>
            <p:cNvSpPr/>
            <p:nvPr/>
          </p:nvSpPr>
          <p:spPr bwMode="auto">
            <a:xfrm>
              <a:off x="-160379" y="1636972"/>
              <a:ext cx="558000" cy="558000"/>
            </a:xfrm>
            <a:prstGeom prst="ellipse">
              <a:avLst/>
            </a:prstGeom>
            <a:solidFill>
              <a:srgbClr val="C00000"/>
            </a:solidFill>
            <a:ln w="9525">
              <a:noFill/>
              <a:round/>
              <a:headEnd/>
              <a:tailEnd/>
            </a:ln>
          </p:spPr>
          <p:txBody>
            <a:bodyPr vert="horz" wrap="square" lIns="91440" tIns="45720" rIns="91440" bIns="45720" numCol="1" rtlCol="0" anchor="t" anchorCtr="0" compatLnSpc="1">
              <a:prstTxWarp prst="textNoShape">
                <a:avLst/>
              </a:prstTxWarp>
            </a:bodyPr>
            <a:lstStyle/>
            <a:p>
              <a:pPr marL="0" marR="0" indent="0" algn="l" defTabSz="914400" eaLnBrk="1" fontAlgn="auto" latinLnBrk="0" hangingPunct="1">
                <a:lnSpc>
                  <a:spcPct val="100000"/>
                </a:lnSpc>
                <a:spcBef>
                  <a:spcPts val="0"/>
                </a:spcBef>
                <a:spcAft>
                  <a:spcPts val="0"/>
                </a:spcAft>
                <a:buClrTx/>
                <a:buSzTx/>
                <a:buFontTx/>
                <a:buNone/>
                <a:tabLst/>
              </a:pPr>
              <a:endParaRPr kumimoji="0" lang="fr-FR" sz="18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77" name="Graphique 76" descr="Diamant avec un remplissage uni">
              <a:extLst>
                <a:ext uri="{FF2B5EF4-FFF2-40B4-BE49-F238E27FC236}">
                  <a16:creationId xmlns:a16="http://schemas.microsoft.com/office/drawing/2014/main" id="{5B5213A9-910A-C092-AF50-F75DEE1C74E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1869" y="1704667"/>
              <a:ext cx="425229" cy="425229"/>
            </a:xfrm>
            <a:prstGeom prst="rect">
              <a:avLst/>
            </a:prstGeom>
          </p:spPr>
        </p:pic>
      </p:grpSp>
    </p:spTree>
    <p:extLst>
      <p:ext uri="{BB962C8B-B14F-4D97-AF65-F5344CB8AC3E}">
        <p14:creationId xmlns:p14="http://schemas.microsoft.com/office/powerpoint/2010/main" val="620889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Détail D'architecture Spirale En Acier Modèle Niveau Abstrait Banque D'Images  Et Photos Libres De Droits. Image 79478581.">
            <a:extLst>
              <a:ext uri="{FF2B5EF4-FFF2-40B4-BE49-F238E27FC236}">
                <a16:creationId xmlns:a16="http://schemas.microsoft.com/office/drawing/2014/main" id="{E4DF5054-7AB9-E143-00DA-70A3271BABA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4848" t="15" r="32552" b="-15"/>
          <a:stretch/>
        </p:blipFill>
        <p:spPr bwMode="auto">
          <a:xfrm>
            <a:off x="5226593" y="5721"/>
            <a:ext cx="2980989" cy="685800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26593" y="5721"/>
            <a:ext cx="2980989"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9" name="AutoShape 8" descr="Ddd images vectorielles, Ddd vecteurs libres de droits | Depositphotos">
            <a:extLst>
              <a:ext uri="{FF2B5EF4-FFF2-40B4-BE49-F238E27FC236}">
                <a16:creationId xmlns:a16="http://schemas.microsoft.com/office/drawing/2014/main" id="{436BAA99-40E7-A3AB-2621-FF583903CA14}"/>
              </a:ext>
            </a:extLst>
          </p:cNvPr>
          <p:cNvSpPr>
            <a:spLocks noChangeAspect="1" noChangeArrowheads="1"/>
          </p:cNvSpPr>
          <p:nvPr/>
        </p:nvSpPr>
        <p:spPr bwMode="auto">
          <a:xfrm>
            <a:off x="2348564" y="3276600"/>
            <a:ext cx="3899836" cy="389983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pSp>
        <p:nvGrpSpPr>
          <p:cNvPr id="7" name="Groupe 6">
            <a:extLst>
              <a:ext uri="{FF2B5EF4-FFF2-40B4-BE49-F238E27FC236}">
                <a16:creationId xmlns:a16="http://schemas.microsoft.com/office/drawing/2014/main" id="{C25F35D4-376F-0F76-0C79-BA4548171EA4}"/>
              </a:ext>
            </a:extLst>
          </p:cNvPr>
          <p:cNvGrpSpPr/>
          <p:nvPr/>
        </p:nvGrpSpPr>
        <p:grpSpPr>
          <a:xfrm>
            <a:off x="7870681" y="1204990"/>
            <a:ext cx="3842883" cy="646278"/>
            <a:chOff x="7877160" y="1424687"/>
            <a:chExt cx="3842883" cy="646278"/>
          </a:xfrm>
        </p:grpSpPr>
        <p:sp>
          <p:nvSpPr>
            <p:cNvPr id="102" name="TextBox 4">
              <a:extLst>
                <a:ext uri="{FF2B5EF4-FFF2-40B4-BE49-F238E27FC236}">
                  <a16:creationId xmlns:a16="http://schemas.microsoft.com/office/drawing/2014/main" id="{08EF1DAE-D77A-794C-3B18-C2C6C135E72E}"/>
                </a:ext>
              </a:extLst>
            </p:cNvPr>
            <p:cNvSpPr txBox="1"/>
            <p:nvPr/>
          </p:nvSpPr>
          <p:spPr>
            <a:xfrm>
              <a:off x="8733829" y="1590000"/>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Synchrone vs Asynchrone</a:t>
              </a:r>
            </a:p>
          </p:txBody>
        </p:sp>
        <p:pic>
          <p:nvPicPr>
            <p:cNvPr id="38914" name="Picture 2" descr="Icône Linéaire De étude Asynchrone Contour Moderne L Asynchrone  Illustration de Vecteur - Illustration du flèche, texte: 133518351">
              <a:extLst>
                <a:ext uri="{FF2B5EF4-FFF2-40B4-BE49-F238E27FC236}">
                  <a16:creationId xmlns:a16="http://schemas.microsoft.com/office/drawing/2014/main" id="{1ED1C11B-9244-1BD8-CD66-82221123B57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475" t="9827" r="15912" b="23735"/>
            <a:stretch/>
          </p:blipFill>
          <p:spPr bwMode="auto">
            <a:xfrm>
              <a:off x="7877160" y="1424687"/>
              <a:ext cx="648000" cy="646278"/>
            </a:xfrm>
            <a:prstGeom prst="ellipse">
              <a:avLst/>
            </a:prstGeom>
            <a:noFill/>
            <a:extLst>
              <a:ext uri="{909E8E84-426E-40DD-AFC4-6F175D3DCCD1}">
                <a14:hiddenFill xmlns:a14="http://schemas.microsoft.com/office/drawing/2010/main">
                  <a:solidFill>
                    <a:srgbClr val="FFFFFF"/>
                  </a:solidFill>
                </a14:hiddenFill>
              </a:ext>
            </a:extLst>
          </p:spPr>
        </p:pic>
      </p:grpSp>
      <p:grpSp>
        <p:nvGrpSpPr>
          <p:cNvPr id="14" name="Groupe 13">
            <a:extLst>
              <a:ext uri="{FF2B5EF4-FFF2-40B4-BE49-F238E27FC236}">
                <a16:creationId xmlns:a16="http://schemas.microsoft.com/office/drawing/2014/main" id="{78304BF6-B2A2-F9F4-8F80-1A1A7C8F0D14}"/>
              </a:ext>
            </a:extLst>
          </p:cNvPr>
          <p:cNvGrpSpPr/>
          <p:nvPr/>
        </p:nvGrpSpPr>
        <p:grpSpPr>
          <a:xfrm>
            <a:off x="7870681" y="2470516"/>
            <a:ext cx="3842882" cy="648000"/>
            <a:chOff x="7880947" y="4785313"/>
            <a:chExt cx="3842882" cy="648000"/>
          </a:xfrm>
        </p:grpSpPr>
        <p:sp>
          <p:nvSpPr>
            <p:cNvPr id="39" name="TextBox 4">
              <a:extLst>
                <a:ext uri="{FF2B5EF4-FFF2-40B4-BE49-F238E27FC236}">
                  <a16:creationId xmlns:a16="http://schemas.microsoft.com/office/drawing/2014/main" id="{9F723379-8717-0275-2A6C-9F210CEAD42B}"/>
                </a:ext>
              </a:extLst>
            </p:cNvPr>
            <p:cNvSpPr txBox="1"/>
            <p:nvPr/>
          </p:nvSpPr>
          <p:spPr>
            <a:xfrm>
              <a:off x="8737615" y="4952347"/>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Domain Driven Design</a:t>
              </a:r>
            </a:p>
          </p:txBody>
        </p:sp>
        <p:grpSp>
          <p:nvGrpSpPr>
            <p:cNvPr id="17" name="Groupe 16">
              <a:extLst>
                <a:ext uri="{FF2B5EF4-FFF2-40B4-BE49-F238E27FC236}">
                  <a16:creationId xmlns:a16="http://schemas.microsoft.com/office/drawing/2014/main" id="{04CD22F0-9D64-9CBD-98B9-252A8B3BA71F}"/>
                </a:ext>
              </a:extLst>
            </p:cNvPr>
            <p:cNvGrpSpPr/>
            <p:nvPr/>
          </p:nvGrpSpPr>
          <p:grpSpPr>
            <a:xfrm>
              <a:off x="7880947" y="4785313"/>
              <a:ext cx="648000" cy="648000"/>
              <a:chOff x="7880947" y="4697274"/>
              <a:chExt cx="648000" cy="648000"/>
            </a:xfrm>
          </p:grpSpPr>
          <p:sp>
            <p:nvSpPr>
              <p:cNvPr id="40" name="Oval 9">
                <a:extLst>
                  <a:ext uri="{FF2B5EF4-FFF2-40B4-BE49-F238E27FC236}">
                    <a16:creationId xmlns:a16="http://schemas.microsoft.com/office/drawing/2014/main" id="{C0E87504-7ABF-6174-7BAA-D6113F4E76B5}"/>
                  </a:ext>
                </a:extLst>
              </p:cNvPr>
              <p:cNvSpPr/>
              <p:nvPr/>
            </p:nvSpPr>
            <p:spPr>
              <a:xfrm>
                <a:off x="7880947" y="4697274"/>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5" name="Image 14" descr="Une image contenant outil&#10;&#10;Description générée automatiquement">
                <a:extLst>
                  <a:ext uri="{FF2B5EF4-FFF2-40B4-BE49-F238E27FC236}">
                    <a16:creationId xmlns:a16="http://schemas.microsoft.com/office/drawing/2014/main" id="{2808D798-5130-AC35-349B-F9E0076A5CA3}"/>
                  </a:ext>
                </a:extLst>
              </p:cNvPr>
              <p:cNvPicPr>
                <a:picLocks noChangeAspect="1"/>
              </p:cNvPicPr>
              <p:nvPr/>
            </p:nvPicPr>
            <p:blipFill rotWithShape="1">
              <a:blip r:embed="rId6">
                <a:extLst>
                  <a:ext uri="{28A0092B-C50C-407E-A947-70E740481C1C}">
                    <a14:useLocalDpi xmlns:a14="http://schemas.microsoft.com/office/drawing/2010/main" val="0"/>
                  </a:ext>
                </a:extLst>
              </a:blip>
              <a:srcRect l="28257" t="30649" r="31901" b="29600"/>
              <a:stretch/>
            </p:blipFill>
            <p:spPr>
              <a:xfrm>
                <a:off x="7904206" y="4725019"/>
                <a:ext cx="593907" cy="592510"/>
              </a:xfrm>
              <a:prstGeom prst="flowChartConnector">
                <a:avLst/>
              </a:prstGeom>
            </p:spPr>
          </p:pic>
        </p:grpSp>
      </p:grpSp>
      <p:grpSp>
        <p:nvGrpSpPr>
          <p:cNvPr id="69" name="Groupe 68">
            <a:extLst>
              <a:ext uri="{FF2B5EF4-FFF2-40B4-BE49-F238E27FC236}">
                <a16:creationId xmlns:a16="http://schemas.microsoft.com/office/drawing/2014/main" id="{B023519F-62C5-C158-2084-C52D286EA23A}"/>
              </a:ext>
            </a:extLst>
          </p:cNvPr>
          <p:cNvGrpSpPr/>
          <p:nvPr/>
        </p:nvGrpSpPr>
        <p:grpSpPr>
          <a:xfrm>
            <a:off x="7893940" y="5005011"/>
            <a:ext cx="648000" cy="648000"/>
            <a:chOff x="7880947" y="4785313"/>
            <a:chExt cx="648000" cy="648000"/>
          </a:xfrm>
        </p:grpSpPr>
        <p:sp>
          <p:nvSpPr>
            <p:cNvPr id="70" name="Oval 9">
              <a:extLst>
                <a:ext uri="{FF2B5EF4-FFF2-40B4-BE49-F238E27FC236}">
                  <a16:creationId xmlns:a16="http://schemas.microsoft.com/office/drawing/2014/main" id="{61BE7A19-45E2-EDF7-12D9-8FA4D4A217BC}"/>
                </a:ext>
              </a:extLst>
            </p:cNvPr>
            <p:cNvSpPr/>
            <p:nvPr/>
          </p:nvSpPr>
          <p:spPr>
            <a:xfrm>
              <a:off x="7880947" y="478531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71" name="Picture 6" descr="Benchmark measure icon in flat style. Dashboard rating vector illustration  on white isolated background. Progress service business concept. Stock  Vector | Adobe Stock">
              <a:extLst>
                <a:ext uri="{FF2B5EF4-FFF2-40B4-BE49-F238E27FC236}">
                  <a16:creationId xmlns:a16="http://schemas.microsoft.com/office/drawing/2014/main" id="{CF45DF8A-A605-99E3-B615-C9719FF7DA9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1720" t="20298" r="10953" b="21027"/>
            <a:stretch/>
          </p:blipFill>
          <p:spPr bwMode="auto">
            <a:xfrm>
              <a:off x="7928042" y="4900958"/>
              <a:ext cx="547465" cy="415401"/>
            </a:xfrm>
            <a:prstGeom prst="roundRect">
              <a:avLst>
                <a:gd name="adj" fmla="val 36791"/>
              </a:avLst>
            </a:prstGeom>
            <a:noFill/>
            <a:extLst>
              <a:ext uri="{909E8E84-426E-40DD-AFC4-6F175D3DCCD1}">
                <a14:hiddenFill xmlns:a14="http://schemas.microsoft.com/office/drawing/2010/main">
                  <a:solidFill>
                    <a:srgbClr val="FFFFFF"/>
                  </a:solidFill>
                </a14:hiddenFill>
              </a:ext>
            </a:extLst>
          </p:spPr>
        </p:pic>
      </p:grpSp>
      <p:grpSp>
        <p:nvGrpSpPr>
          <p:cNvPr id="79" name="Groupe 78">
            <a:extLst>
              <a:ext uri="{FF2B5EF4-FFF2-40B4-BE49-F238E27FC236}">
                <a16:creationId xmlns:a16="http://schemas.microsoft.com/office/drawing/2014/main" id="{AC2E2561-C6D2-F560-604E-F814C252948A}"/>
              </a:ext>
            </a:extLst>
          </p:cNvPr>
          <p:cNvGrpSpPr/>
          <p:nvPr/>
        </p:nvGrpSpPr>
        <p:grpSpPr>
          <a:xfrm>
            <a:off x="7866464" y="3737764"/>
            <a:ext cx="3841671" cy="648000"/>
            <a:chOff x="7866464" y="4142511"/>
            <a:chExt cx="3841671" cy="648000"/>
          </a:xfrm>
        </p:grpSpPr>
        <p:sp>
          <p:nvSpPr>
            <p:cNvPr id="59" name="TextBox 4">
              <a:extLst>
                <a:ext uri="{FF2B5EF4-FFF2-40B4-BE49-F238E27FC236}">
                  <a16:creationId xmlns:a16="http://schemas.microsoft.com/office/drawing/2014/main" id="{16748453-B9F3-BD49-9EA8-F50EA0D6C279}"/>
                </a:ext>
              </a:extLst>
            </p:cNvPr>
            <p:cNvSpPr txBox="1"/>
            <p:nvPr/>
          </p:nvSpPr>
          <p:spPr>
            <a:xfrm>
              <a:off x="8721921" y="4313622"/>
              <a:ext cx="2986214" cy="313932"/>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cs typeface="Arial" panose="020B0604020202020204" pitchFamily="34" charset="0"/>
                </a:rPr>
                <a:t>Event Driven Architecture</a:t>
              </a:r>
            </a:p>
          </p:txBody>
        </p:sp>
        <p:grpSp>
          <p:nvGrpSpPr>
            <p:cNvPr id="75" name="Groupe 74">
              <a:extLst>
                <a:ext uri="{FF2B5EF4-FFF2-40B4-BE49-F238E27FC236}">
                  <a16:creationId xmlns:a16="http://schemas.microsoft.com/office/drawing/2014/main" id="{AA9D3CF1-0A75-283C-B577-9BBAA412C433}"/>
                </a:ext>
              </a:extLst>
            </p:cNvPr>
            <p:cNvGrpSpPr/>
            <p:nvPr/>
          </p:nvGrpSpPr>
          <p:grpSpPr>
            <a:xfrm>
              <a:off x="7866464" y="4142511"/>
              <a:ext cx="648000" cy="648000"/>
              <a:chOff x="7880947" y="1421251"/>
              <a:chExt cx="648000" cy="648000"/>
            </a:xfrm>
          </p:grpSpPr>
          <p:sp>
            <p:nvSpPr>
              <p:cNvPr id="76" name="Oval 9">
                <a:extLst>
                  <a:ext uri="{FF2B5EF4-FFF2-40B4-BE49-F238E27FC236}">
                    <a16:creationId xmlns:a16="http://schemas.microsoft.com/office/drawing/2014/main" id="{B23E9895-B61B-AF1A-0C40-6C01B0C85649}"/>
                  </a:ext>
                </a:extLst>
              </p:cNvPr>
              <p:cNvSpPr/>
              <p:nvPr/>
            </p:nvSpPr>
            <p:spPr>
              <a:xfrm>
                <a:off x="7880947" y="1421251"/>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77" name="Picture 4" descr="Event schedule icon Royalty Free Vector Image - VectorStock">
                <a:extLst>
                  <a:ext uri="{FF2B5EF4-FFF2-40B4-BE49-F238E27FC236}">
                    <a16:creationId xmlns:a16="http://schemas.microsoft.com/office/drawing/2014/main" id="{CB0EEAF0-F152-AAD5-9AB4-1E64BC4B2B6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8786"/>
              <a:stretch/>
            </p:blipFill>
            <p:spPr bwMode="auto">
              <a:xfrm>
                <a:off x="7977012" y="1511321"/>
                <a:ext cx="487715" cy="480454"/>
              </a:xfrm>
              <a:prstGeom prst="roundRect">
                <a:avLst>
                  <a:gd name="adj" fmla="val 23911"/>
                </a:avLst>
              </a:prstGeom>
              <a:noFill/>
              <a:extLst>
                <a:ext uri="{909E8E84-426E-40DD-AFC4-6F175D3DCCD1}">
                  <a14:hiddenFill xmlns:a14="http://schemas.microsoft.com/office/drawing/2010/main">
                    <a:solidFill>
                      <a:srgbClr val="FFFFFF"/>
                    </a:solidFill>
                  </a14:hiddenFill>
                </a:ext>
              </a:extLst>
            </p:spPr>
          </p:pic>
        </p:grpSp>
      </p:grpSp>
      <p:pic>
        <p:nvPicPr>
          <p:cNvPr id="16" name="Picture 2">
            <a:extLst>
              <a:ext uri="{FF2B5EF4-FFF2-40B4-BE49-F238E27FC236}">
                <a16:creationId xmlns:a16="http://schemas.microsoft.com/office/drawing/2014/main" id="{8DE81188-DE84-4993-C49D-EC7DA098AE4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73279" y="4195199"/>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A58968B-4A36-2273-DDCD-7883D1672574}"/>
              </a:ext>
            </a:extLst>
          </p:cNvPr>
          <p:cNvSpPr txBox="1"/>
          <p:nvPr/>
        </p:nvSpPr>
        <p:spPr>
          <a:xfrm>
            <a:off x="8727350" y="5176122"/>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Etat du marché</a:t>
            </a:r>
          </a:p>
        </p:txBody>
      </p:sp>
      <p:sp>
        <p:nvSpPr>
          <p:cNvPr id="6" name="Rectangle 5">
            <a:extLst>
              <a:ext uri="{FF2B5EF4-FFF2-40B4-BE49-F238E27FC236}">
                <a16:creationId xmlns:a16="http://schemas.microsoft.com/office/drawing/2014/main" id="{142D3BDC-CA06-81D3-C8AE-74C2F2EEC8D8}"/>
              </a:ext>
            </a:extLst>
          </p:cNvPr>
          <p:cNvSpPr/>
          <p:nvPr/>
        </p:nvSpPr>
        <p:spPr>
          <a:xfrm>
            <a:off x="0" y="2464323"/>
            <a:ext cx="5150050"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Les solutions</a:t>
            </a:r>
          </a:p>
        </p:txBody>
      </p:sp>
      <p:grpSp>
        <p:nvGrpSpPr>
          <p:cNvPr id="10" name="Groupe 9">
            <a:extLst>
              <a:ext uri="{FF2B5EF4-FFF2-40B4-BE49-F238E27FC236}">
                <a16:creationId xmlns:a16="http://schemas.microsoft.com/office/drawing/2014/main" id="{93DCFB14-2D94-08DC-701A-D808963FC88D}"/>
              </a:ext>
            </a:extLst>
          </p:cNvPr>
          <p:cNvGrpSpPr/>
          <p:nvPr/>
        </p:nvGrpSpPr>
        <p:grpSpPr>
          <a:xfrm>
            <a:off x="62893" y="3054876"/>
            <a:ext cx="748248" cy="748248"/>
            <a:chOff x="7850842" y="3000752"/>
            <a:chExt cx="748248" cy="748248"/>
          </a:xfrm>
        </p:grpSpPr>
        <p:sp>
          <p:nvSpPr>
            <p:cNvPr id="12" name="Oval 9">
              <a:extLst>
                <a:ext uri="{FF2B5EF4-FFF2-40B4-BE49-F238E27FC236}">
                  <a16:creationId xmlns:a16="http://schemas.microsoft.com/office/drawing/2014/main" id="{ECAD46D4-C0C5-3559-DE50-B8E38C452998}"/>
                </a:ext>
              </a:extLst>
            </p:cNvPr>
            <p:cNvSpPr/>
            <p:nvPr/>
          </p:nvSpPr>
          <p:spPr>
            <a:xfrm>
              <a:off x="7850842" y="300075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8" name="Picture 4">
              <a:extLst>
                <a:ext uri="{FF2B5EF4-FFF2-40B4-BE49-F238E27FC236}">
                  <a16:creationId xmlns:a16="http://schemas.microsoft.com/office/drawing/2014/main" id="{0551F4EF-6897-FBB1-61A9-6A63B9CC074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01619" y="3152828"/>
              <a:ext cx="444095" cy="444095"/>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Rectangle 18">
            <a:extLst>
              <a:ext uri="{FF2B5EF4-FFF2-40B4-BE49-F238E27FC236}">
                <a16:creationId xmlns:a16="http://schemas.microsoft.com/office/drawing/2014/main" id="{A9ED72D7-F835-798B-6292-B369EEB51D2B}"/>
              </a:ext>
            </a:extLst>
          </p:cNvPr>
          <p:cNvSpPr/>
          <p:nvPr/>
        </p:nvSpPr>
        <p:spPr>
          <a:xfrm>
            <a:off x="5009258" y="2464323"/>
            <a:ext cx="213444" cy="1929355"/>
          </a:xfrm>
          <a:prstGeom prst="rect">
            <a:avLst/>
          </a:prstGeom>
          <a:solidFill>
            <a:schemeClr val="accent4">
              <a:lumMod val="50000"/>
              <a:alpha val="8268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91CD"/>
              </a:solidFill>
              <a:effectLst/>
              <a:uLnTx/>
              <a:uFillTx/>
              <a:latin typeface="Arial"/>
              <a:ea typeface="+mn-ea"/>
              <a:cs typeface="+mn-cs"/>
            </a:endParaRPr>
          </a:p>
        </p:txBody>
      </p:sp>
    </p:spTree>
    <p:extLst>
      <p:ext uri="{BB962C8B-B14F-4D97-AF65-F5344CB8AC3E}">
        <p14:creationId xmlns:p14="http://schemas.microsoft.com/office/powerpoint/2010/main" val="1132472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Espace réservé du texte 28">
            <a:extLst>
              <a:ext uri="{FF2B5EF4-FFF2-40B4-BE49-F238E27FC236}">
                <a16:creationId xmlns:a16="http://schemas.microsoft.com/office/drawing/2014/main" id="{97859FB8-A0AB-9FFE-64A9-B79274480198}"/>
              </a:ext>
            </a:extLst>
          </p:cNvPr>
          <p:cNvSpPr>
            <a:spLocks noGrp="1"/>
          </p:cNvSpPr>
          <p:nvPr>
            <p:ph type="body" sz="quarter" idx="35"/>
          </p:nvPr>
        </p:nvSpPr>
        <p:spPr/>
        <p:txBody>
          <a:bodyPr/>
          <a:lstStyle/>
          <a:p>
            <a:r>
              <a:rPr lang="fr-FR"/>
              <a:t>Evènement</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L’EVENT DRIVEN Architecture </a:t>
            </a:r>
          </a:p>
        </p:txBody>
      </p:sp>
      <p:sp>
        <p:nvSpPr>
          <p:cNvPr id="18" name="ZoneTexte 17">
            <a:extLst>
              <a:ext uri="{FF2B5EF4-FFF2-40B4-BE49-F238E27FC236}">
                <a16:creationId xmlns:a16="http://schemas.microsoft.com/office/drawing/2014/main" id="{11348987-03AE-5E28-31BC-16737144E2B8}"/>
              </a:ext>
            </a:extLst>
          </p:cNvPr>
          <p:cNvSpPr txBox="1"/>
          <p:nvPr/>
        </p:nvSpPr>
        <p:spPr>
          <a:xfrm>
            <a:off x="821638" y="1341933"/>
            <a:ext cx="11037068" cy="2708434"/>
          </a:xfrm>
          <a:prstGeom prst="rect">
            <a:avLst/>
          </a:prstGeom>
          <a:noFill/>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fr-FR" sz="1600" b="0" i="0" u="none" strike="noStrike" kern="0" cap="none" spc="0" normalizeH="0" baseline="0" noProof="0">
                <a:ln>
                  <a:noFill/>
                </a:ln>
                <a:solidFill>
                  <a:srgbClr val="3F3F3F"/>
                </a:solidFill>
                <a:effectLst/>
                <a:uLnTx/>
                <a:uFillTx/>
                <a:latin typeface="Calibri"/>
                <a:ea typeface="+mn-ea"/>
                <a:cs typeface="+mn-cs"/>
              </a:rPr>
              <a:t>De manière général on définit un </a:t>
            </a:r>
            <a:r>
              <a:rPr kumimoji="0" lang="fr-FR" sz="1600" b="1" i="0" u="none" strike="noStrike" kern="0" cap="none" spc="0" normalizeH="0" baseline="0" noProof="0">
                <a:ln>
                  <a:noFill/>
                </a:ln>
                <a:solidFill>
                  <a:srgbClr val="8064A2"/>
                </a:solidFill>
                <a:effectLst/>
                <a:uLnTx/>
                <a:uFillTx/>
                <a:latin typeface="Calibri"/>
                <a:ea typeface="+mn-ea"/>
                <a:cs typeface="+mn-cs"/>
              </a:rPr>
              <a:t>évènement</a:t>
            </a:r>
            <a:r>
              <a:rPr kumimoji="0" lang="fr-FR" sz="1600" b="0" i="0" u="none" strike="noStrike" kern="0" cap="none" spc="0" normalizeH="0" baseline="0" noProof="0">
                <a:ln>
                  <a:noFill/>
                </a:ln>
                <a:solidFill>
                  <a:srgbClr val="3F3F3F"/>
                </a:solidFill>
                <a:effectLst/>
                <a:uLnTx/>
                <a:uFillTx/>
                <a:latin typeface="Calibri"/>
                <a:ea typeface="+mn-ea"/>
                <a:cs typeface="+mn-cs"/>
              </a:rPr>
              <a:t> comme quelque chose qui se produit. Cependant, un évènement peut aussi être défini comme quelque chose qui ne se produit pas (la non augmentation de la température d’une pièce après l’allumage du chauffage). Nous définirons donc un évènement comme un </a:t>
            </a:r>
            <a:r>
              <a:rPr kumimoji="0" lang="fr-FR" sz="1600" b="1" i="0" u="none" strike="noStrike" kern="0" cap="none" spc="0" normalizeH="0" baseline="0" noProof="0">
                <a:ln>
                  <a:noFill/>
                </a:ln>
                <a:solidFill>
                  <a:srgbClr val="8064A2"/>
                </a:solidFill>
                <a:effectLst/>
                <a:uLnTx/>
                <a:uFillTx/>
                <a:latin typeface="Calibri"/>
                <a:ea typeface="+mn-ea"/>
                <a:cs typeface="+mn-cs"/>
              </a:rPr>
              <a:t>changement d’état </a:t>
            </a:r>
            <a:r>
              <a:rPr kumimoji="0" lang="fr-FR" sz="1600" b="0" i="0" u="none" strike="noStrike" kern="0" cap="none" spc="0" normalizeH="0" baseline="0" noProof="0">
                <a:ln>
                  <a:noFill/>
                </a:ln>
                <a:solidFill>
                  <a:srgbClr val="3F3F3F"/>
                </a:solidFill>
                <a:effectLst/>
                <a:uLnTx/>
                <a:uFillTx/>
                <a:latin typeface="Calibri"/>
                <a:ea typeface="+mn-ea"/>
                <a:cs typeface="+mn-cs"/>
              </a:rPr>
              <a:t>qui </a:t>
            </a:r>
            <a:r>
              <a:rPr kumimoji="0" lang="fr-FR" sz="1600" b="1" i="0" u="none" strike="noStrike" kern="0" cap="none" spc="0" normalizeH="0" baseline="0" noProof="0">
                <a:ln>
                  <a:noFill/>
                </a:ln>
                <a:solidFill>
                  <a:srgbClr val="8064A2"/>
                </a:solidFill>
                <a:effectLst/>
                <a:uLnTx/>
                <a:uFillTx/>
                <a:latin typeface="Calibri"/>
                <a:ea typeface="+mn-ea"/>
                <a:cs typeface="+mn-cs"/>
              </a:rPr>
              <a:t>s’est produit </a:t>
            </a:r>
            <a:r>
              <a:rPr kumimoji="0" lang="fr-FR" sz="1600" b="0" i="0" u="none" strike="noStrike" kern="0" cap="none" spc="0" normalizeH="0" baseline="0" noProof="0">
                <a:ln>
                  <a:noFill/>
                </a:ln>
                <a:solidFill>
                  <a:srgbClr val="3F3F3F"/>
                </a:solidFill>
                <a:effectLst/>
                <a:uLnTx/>
                <a:uFillTx/>
                <a:latin typeface="Calibri"/>
                <a:ea typeface="+mn-ea"/>
                <a:cs typeface="+mn-cs"/>
              </a:rPr>
              <a:t>ou qui </a:t>
            </a:r>
            <a:r>
              <a:rPr kumimoji="0" lang="fr-FR" sz="1600" b="1" i="0" u="none" strike="noStrike" kern="0" cap="none" spc="0" normalizeH="0" baseline="0" noProof="0">
                <a:ln>
                  <a:noFill/>
                </a:ln>
                <a:solidFill>
                  <a:srgbClr val="8064A2"/>
                </a:solidFill>
                <a:effectLst/>
                <a:uLnTx/>
                <a:uFillTx/>
                <a:latin typeface="Calibri"/>
                <a:ea typeface="+mn-ea"/>
                <a:cs typeface="+mn-cs"/>
              </a:rPr>
              <a:t>aurait du se produire</a:t>
            </a:r>
          </a:p>
          <a:p>
            <a:pPr marL="0" marR="0" lvl="0" indent="0" algn="just" defTabSz="914400" eaLnBrk="1" fontAlgn="auto" latinLnBrk="0" hangingPunct="1">
              <a:lnSpc>
                <a:spcPct val="100000"/>
              </a:lnSpc>
              <a:spcBef>
                <a:spcPts val="0"/>
              </a:spcBef>
              <a:spcAft>
                <a:spcPts val="0"/>
              </a:spcAft>
              <a:buClrTx/>
              <a:buSzTx/>
              <a:buFontTx/>
              <a:buNone/>
              <a:tabLst/>
              <a:defRPr/>
            </a:pPr>
            <a:endParaRPr lang="la-Latn" sz="1600" i="1" kern="0">
              <a:latin typeface="Calibri"/>
            </a:endParaRPr>
          </a:p>
          <a:p>
            <a:pPr marL="0" marR="0" lvl="0" indent="0" algn="just" defTabSz="914400" eaLnBrk="1" fontAlgn="auto" latinLnBrk="0" hangingPunct="1">
              <a:lnSpc>
                <a:spcPct val="100000"/>
              </a:lnSpc>
              <a:spcBef>
                <a:spcPts val="0"/>
              </a:spcBef>
              <a:spcAft>
                <a:spcPts val="0"/>
              </a:spcAft>
              <a:buClrTx/>
              <a:buSzTx/>
              <a:buFontTx/>
              <a:buNone/>
              <a:tabLst/>
              <a:defRPr/>
            </a:pPr>
            <a:r>
              <a:rPr lang="la-Latn" sz="1600" i="1" kern="0">
                <a:latin typeface="Calibri"/>
              </a:rPr>
              <a:t>D’ou viennent ces évènements ?</a:t>
            </a:r>
          </a:p>
          <a:p>
            <a:pPr marL="285750" marR="0" lvl="0" indent="-2857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la-Latn" sz="1600" b="1" i="1" kern="0">
                <a:latin typeface="Calibri"/>
              </a:rPr>
              <a:t>D’une action démarré par un utilisateur</a:t>
            </a:r>
            <a:r>
              <a:rPr lang="la-Latn" sz="1600" i="1" kern="0">
                <a:latin typeface="Calibri"/>
              </a:rPr>
              <a:t> : </a:t>
            </a:r>
            <a:r>
              <a:rPr lang="fr-FR" sz="1400" i="1">
                <a:solidFill>
                  <a:srgbClr val="3F3F3F"/>
                </a:solidFill>
                <a:latin typeface="Calibri"/>
              </a:rPr>
              <a:t>Un utilisateur peut provoquer un évènement en modifiant ses informations personnelles</a:t>
            </a:r>
          </a:p>
          <a:p>
            <a:pPr marL="285750" indent="-285750" algn="just">
              <a:buFont typeface="Arial" panose="020B0604020202020204" pitchFamily="34" charset="0"/>
              <a:buChar char="•"/>
              <a:defRPr/>
            </a:pPr>
            <a:r>
              <a:rPr lang="la-Latn" sz="1600" b="1" i="1" kern="0">
                <a:solidFill>
                  <a:srgbClr val="272727"/>
                </a:solidFill>
                <a:latin typeface="Calibri"/>
              </a:rPr>
              <a:t>D’un système externe </a:t>
            </a:r>
            <a:r>
              <a:rPr lang="la-Latn" i="1" kern="0">
                <a:solidFill>
                  <a:srgbClr val="272727"/>
                </a:solidFill>
                <a:latin typeface="Calibri"/>
              </a:rPr>
              <a:t>: </a:t>
            </a:r>
            <a:r>
              <a:rPr lang="la-Latn" sz="1400" i="1" kern="0">
                <a:solidFill>
                  <a:srgbClr val="272727"/>
                </a:solidFill>
                <a:latin typeface="Calibri"/>
              </a:rPr>
              <a:t>Un partenaire peut envoyer un évènement pour notifier un changement</a:t>
            </a:r>
            <a:endParaRPr lang="fr-FR" sz="1400" i="1">
              <a:solidFill>
                <a:srgbClr val="3F3F3F"/>
              </a:solidFill>
              <a:latin typeface="Calibri"/>
            </a:endParaRPr>
          </a:p>
          <a:p>
            <a:pPr marL="285750" marR="0" lvl="0" indent="-2857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la-Latn" sz="1600" b="1" i="1" kern="0">
                <a:latin typeface="Calibri"/>
              </a:rPr>
              <a:t>Du résultat du temps qui passe </a:t>
            </a:r>
            <a:r>
              <a:rPr lang="la-Latn" i="1" kern="0">
                <a:latin typeface="Calibri"/>
              </a:rPr>
              <a:t>: </a:t>
            </a:r>
            <a:r>
              <a:rPr lang="la-Latn" sz="1400" i="1" kern="0">
                <a:latin typeface="Calibri"/>
              </a:rPr>
              <a:t>Détection d’un non évenement qui est censé se produire et alerte</a:t>
            </a:r>
          </a:p>
          <a:p>
            <a:pPr marL="285750" marR="0" lvl="0" indent="-2857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la-Latn" sz="1600" b="1" i="1" kern="0">
                <a:latin typeface="Calibri"/>
              </a:rPr>
              <a:t>De la conséquence d’un autre évènement </a:t>
            </a:r>
            <a:r>
              <a:rPr lang="la-Latn" i="1" kern="0">
                <a:latin typeface="Calibri"/>
              </a:rPr>
              <a:t>:</a:t>
            </a:r>
            <a:r>
              <a:rPr lang="la-Latn" sz="1400" i="1" kern="0">
                <a:latin typeface="Calibri"/>
              </a:rPr>
              <a:t> Refus du paiement -&gt; annulation du panier et des ordres logistiques</a:t>
            </a:r>
          </a:p>
          <a:p>
            <a:pPr marL="285750" marR="0" lvl="0" indent="-2857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FR" i="1" kern="0">
              <a:latin typeface="Calibri"/>
            </a:endParaRPr>
          </a:p>
        </p:txBody>
      </p:sp>
      <p:pic>
        <p:nvPicPr>
          <p:cNvPr id="19" name="Image 18">
            <a:extLst>
              <a:ext uri="{FF2B5EF4-FFF2-40B4-BE49-F238E27FC236}">
                <a16:creationId xmlns:a16="http://schemas.microsoft.com/office/drawing/2014/main" id="{42B8CBCC-385D-B8FD-699D-2487C8991099}"/>
              </a:ext>
            </a:extLst>
          </p:cNvPr>
          <p:cNvPicPr>
            <a:picLocks noChangeAspect="1"/>
          </p:cNvPicPr>
          <p:nvPr/>
        </p:nvPicPr>
        <p:blipFill>
          <a:blip r:embed="rId3">
            <a:duotone>
              <a:schemeClr val="accent6">
                <a:shade val="45000"/>
                <a:satMod val="135000"/>
              </a:schemeClr>
              <a:prstClr val="white"/>
            </a:duotone>
          </a:blip>
          <a:stretch>
            <a:fillRect/>
          </a:stretch>
        </p:blipFill>
        <p:spPr>
          <a:xfrm>
            <a:off x="34001" y="4167410"/>
            <a:ext cx="637628" cy="637628"/>
          </a:xfrm>
          <a:prstGeom prst="rect">
            <a:avLst/>
          </a:prstGeom>
        </p:spPr>
      </p:pic>
      <p:pic>
        <p:nvPicPr>
          <p:cNvPr id="20" name="Picture 4" descr="livre ">
            <a:extLst>
              <a:ext uri="{FF2B5EF4-FFF2-40B4-BE49-F238E27FC236}">
                <a16:creationId xmlns:a16="http://schemas.microsoft.com/office/drawing/2014/main" id="{6AEEF903-8B41-17FC-7618-C5208C5A279D}"/>
              </a:ext>
            </a:extLst>
          </p:cNvPr>
          <p:cNvPicPr>
            <a:picLocks noChangeAspect="1" noChangeArrowheads="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4001" y="1341933"/>
            <a:ext cx="637628" cy="637628"/>
          </a:xfrm>
          <a:prstGeom prst="rect">
            <a:avLst/>
          </a:prstGeom>
          <a:noFill/>
          <a:extLst>
            <a:ext uri="{909E8E84-426E-40DD-AFC4-6F175D3DCCD1}">
              <a14:hiddenFill xmlns:a14="http://schemas.microsoft.com/office/drawing/2010/main">
                <a:solidFill>
                  <a:srgbClr val="FFFFFF"/>
                </a:solidFill>
              </a14:hiddenFill>
            </a:ext>
          </a:extLst>
        </p:spPr>
      </p:pic>
      <p:pic>
        <p:nvPicPr>
          <p:cNvPr id="21" name="Graphique 20" descr="Utilisateur">
            <a:extLst>
              <a:ext uri="{FF2B5EF4-FFF2-40B4-BE49-F238E27FC236}">
                <a16:creationId xmlns:a16="http://schemas.microsoft.com/office/drawing/2014/main" id="{1DD37011-DBF0-9C9A-3243-34B5A12EF2C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303586" y="2396243"/>
            <a:ext cx="468000" cy="468000"/>
          </a:xfrm>
          <a:prstGeom prst="rect">
            <a:avLst/>
          </a:prstGeom>
        </p:spPr>
      </p:pic>
      <p:pic>
        <p:nvPicPr>
          <p:cNvPr id="22" name="Graphique 21" descr="Calendrier à feuiles">
            <a:extLst>
              <a:ext uri="{FF2B5EF4-FFF2-40B4-BE49-F238E27FC236}">
                <a16:creationId xmlns:a16="http://schemas.microsoft.com/office/drawing/2014/main" id="{CB13E0A7-82E0-06FB-8A98-04D78E4E9A2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303586" y="3091721"/>
            <a:ext cx="457200" cy="457200"/>
          </a:xfrm>
          <a:prstGeom prst="rect">
            <a:avLst/>
          </a:prstGeom>
        </p:spPr>
      </p:pic>
      <p:pic>
        <p:nvPicPr>
          <p:cNvPr id="1026" name="Picture 2" descr="Email ">
            <a:extLst>
              <a:ext uri="{FF2B5EF4-FFF2-40B4-BE49-F238E27FC236}">
                <a16:creationId xmlns:a16="http://schemas.microsoft.com/office/drawing/2014/main" id="{0BFF9BEC-9CB3-AA3C-AA24-92BE65E1012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328986" y="2787624"/>
            <a:ext cx="406400" cy="406400"/>
          </a:xfrm>
          <a:prstGeom prst="rect">
            <a:avLst/>
          </a:prstGeom>
          <a:noFill/>
          <a:extLst>
            <a:ext uri="{909E8E84-426E-40DD-AFC4-6F175D3DCCD1}">
              <a14:hiddenFill xmlns:a14="http://schemas.microsoft.com/office/drawing/2010/main">
                <a:solidFill>
                  <a:srgbClr val="FFFFFF"/>
                </a:solidFill>
              </a14:hiddenFill>
            </a:ext>
          </a:extLst>
        </p:spPr>
      </p:pic>
      <p:sp>
        <p:nvSpPr>
          <p:cNvPr id="1069" name="Rectangle à coins arrondis 4">
            <a:extLst>
              <a:ext uri="{FF2B5EF4-FFF2-40B4-BE49-F238E27FC236}">
                <a16:creationId xmlns:a16="http://schemas.microsoft.com/office/drawing/2014/main" id="{A4732B23-E415-7351-E54D-C554B15A4510}"/>
              </a:ext>
            </a:extLst>
          </p:cNvPr>
          <p:cNvSpPr/>
          <p:nvPr/>
        </p:nvSpPr>
        <p:spPr>
          <a:xfrm>
            <a:off x="1122998" y="4182251"/>
            <a:ext cx="1728000" cy="464840"/>
          </a:xfrm>
          <a:prstGeom prst="rect">
            <a:avLst/>
          </a:prstGeom>
          <a:solidFill>
            <a:srgbClr val="D9D9D9"/>
          </a:solidFill>
          <a:ln w="28575" cap="flat" cmpd="sng" algn="ctr">
            <a:solidFill>
              <a:srgbClr val="D9D9D9"/>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srgbClr val="3F3F3F"/>
                </a:solidFill>
                <a:effectLst/>
                <a:uLnTx/>
                <a:uFillTx/>
                <a:latin typeface="Calibri"/>
                <a:ea typeface="+mn-ea"/>
                <a:cs typeface="+mn-cs"/>
              </a:rPr>
              <a:t>Commande</a:t>
            </a:r>
          </a:p>
        </p:txBody>
      </p:sp>
      <p:sp>
        <p:nvSpPr>
          <p:cNvPr id="1070" name="Rectangle à coins arrondis 4">
            <a:extLst>
              <a:ext uri="{FF2B5EF4-FFF2-40B4-BE49-F238E27FC236}">
                <a16:creationId xmlns:a16="http://schemas.microsoft.com/office/drawing/2014/main" id="{00806DF0-E9B7-1F01-3218-C7DA56D074AD}"/>
              </a:ext>
            </a:extLst>
          </p:cNvPr>
          <p:cNvSpPr/>
          <p:nvPr/>
        </p:nvSpPr>
        <p:spPr>
          <a:xfrm>
            <a:off x="1122998" y="5259580"/>
            <a:ext cx="1728000" cy="464840"/>
          </a:xfrm>
          <a:prstGeom prst="rect">
            <a:avLst/>
          </a:prstGeom>
          <a:solidFill>
            <a:sysClr val="window" lastClr="FFFFFF"/>
          </a:solidFill>
          <a:ln w="38100" cap="flat" cmpd="sng" algn="ctr">
            <a:solidFill>
              <a:srgbClr val="8064A2"/>
            </a:solidFill>
            <a:prstDash val="solid"/>
          </a:ln>
          <a:effectLst/>
        </p:spPr>
        <p:txBody>
          <a:bodyPr lIns="61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srgbClr val="8064A2"/>
                </a:solidFill>
                <a:effectLst/>
                <a:uLnTx/>
                <a:uFillTx/>
                <a:latin typeface="Calibri"/>
                <a:ea typeface="+mn-ea"/>
                <a:cs typeface="+mn-cs"/>
              </a:rPr>
              <a:t>Commande Validée </a:t>
            </a:r>
          </a:p>
        </p:txBody>
      </p:sp>
      <p:sp>
        <p:nvSpPr>
          <p:cNvPr id="1071" name="Rectangle à coins arrondis 4">
            <a:extLst>
              <a:ext uri="{FF2B5EF4-FFF2-40B4-BE49-F238E27FC236}">
                <a16:creationId xmlns:a16="http://schemas.microsoft.com/office/drawing/2014/main" id="{FC1E0640-9DED-C31A-3201-740347F15348}"/>
              </a:ext>
            </a:extLst>
          </p:cNvPr>
          <p:cNvSpPr/>
          <p:nvPr/>
        </p:nvSpPr>
        <p:spPr>
          <a:xfrm>
            <a:off x="1122998" y="5793479"/>
            <a:ext cx="1728000" cy="464840"/>
          </a:xfrm>
          <a:prstGeom prst="rect">
            <a:avLst/>
          </a:prstGeom>
          <a:solidFill>
            <a:sysClr val="window" lastClr="FFFFFF"/>
          </a:solidFill>
          <a:ln w="38100" cap="flat" cmpd="sng" algn="ctr">
            <a:solidFill>
              <a:srgbClr val="8064A2"/>
            </a:solidFill>
            <a:prstDash val="solid"/>
          </a:ln>
          <a:effectLst/>
        </p:spPr>
        <p:txBody>
          <a:bodyPr lIns="61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srgbClr val="8064A2"/>
                </a:solidFill>
                <a:effectLst/>
                <a:uLnTx/>
                <a:uFillTx/>
                <a:latin typeface="Calibri"/>
                <a:ea typeface="+mn-ea"/>
                <a:cs typeface="+mn-cs"/>
              </a:rPr>
              <a:t>Commande Annulée </a:t>
            </a:r>
          </a:p>
        </p:txBody>
      </p:sp>
      <p:sp>
        <p:nvSpPr>
          <p:cNvPr id="1072" name="Rectangle à coins arrondis 4">
            <a:extLst>
              <a:ext uri="{FF2B5EF4-FFF2-40B4-BE49-F238E27FC236}">
                <a16:creationId xmlns:a16="http://schemas.microsoft.com/office/drawing/2014/main" id="{D2AA968C-CEDF-387B-B82F-C301DDAA3953}"/>
              </a:ext>
            </a:extLst>
          </p:cNvPr>
          <p:cNvSpPr/>
          <p:nvPr/>
        </p:nvSpPr>
        <p:spPr>
          <a:xfrm>
            <a:off x="7236420" y="4182251"/>
            <a:ext cx="1728000" cy="464840"/>
          </a:xfrm>
          <a:prstGeom prst="rect">
            <a:avLst/>
          </a:prstGeom>
          <a:solidFill>
            <a:srgbClr val="D9D9D9"/>
          </a:solidFill>
          <a:ln w="28575" cap="flat" cmpd="sng" algn="ctr">
            <a:solidFill>
              <a:srgbClr val="D9D9D9"/>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srgbClr val="3F3F3F"/>
                </a:solidFill>
                <a:effectLst/>
                <a:uLnTx/>
                <a:uFillTx/>
                <a:latin typeface="Calibri"/>
                <a:ea typeface="+mn-ea"/>
                <a:cs typeface="+mn-cs"/>
              </a:rPr>
              <a:t>Panier</a:t>
            </a:r>
          </a:p>
        </p:txBody>
      </p:sp>
      <p:sp>
        <p:nvSpPr>
          <p:cNvPr id="1073" name="Rectangle à coins arrondis 4">
            <a:extLst>
              <a:ext uri="{FF2B5EF4-FFF2-40B4-BE49-F238E27FC236}">
                <a16:creationId xmlns:a16="http://schemas.microsoft.com/office/drawing/2014/main" id="{47F3E1C9-1948-0F67-FA0F-1007303F973B}"/>
              </a:ext>
            </a:extLst>
          </p:cNvPr>
          <p:cNvSpPr/>
          <p:nvPr/>
        </p:nvSpPr>
        <p:spPr>
          <a:xfrm>
            <a:off x="7236420" y="4739938"/>
            <a:ext cx="1728000" cy="464840"/>
          </a:xfrm>
          <a:prstGeom prst="rect">
            <a:avLst/>
          </a:prstGeom>
          <a:solidFill>
            <a:sysClr val="window" lastClr="FFFFFF"/>
          </a:solidFill>
          <a:ln w="38100" cap="flat" cmpd="sng" algn="ctr">
            <a:solidFill>
              <a:srgbClr val="8064A2"/>
            </a:solidFill>
            <a:prstDash val="solid"/>
          </a:ln>
          <a:effectLst/>
        </p:spPr>
        <p:txBody>
          <a:bodyPr lIns="61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srgbClr val="8064A2"/>
                </a:solidFill>
                <a:effectLst/>
                <a:uLnTx/>
                <a:uFillTx/>
                <a:latin typeface="Calibri"/>
                <a:ea typeface="+mn-ea"/>
                <a:cs typeface="+mn-cs"/>
              </a:rPr>
              <a:t>Ajouté au Panier</a:t>
            </a:r>
          </a:p>
        </p:txBody>
      </p:sp>
      <p:sp>
        <p:nvSpPr>
          <p:cNvPr id="1074" name="Rectangle à coins arrondis 4">
            <a:extLst>
              <a:ext uri="{FF2B5EF4-FFF2-40B4-BE49-F238E27FC236}">
                <a16:creationId xmlns:a16="http://schemas.microsoft.com/office/drawing/2014/main" id="{6F243A1F-EA8A-7F3B-C14F-8AA93C797046}"/>
              </a:ext>
            </a:extLst>
          </p:cNvPr>
          <p:cNvSpPr/>
          <p:nvPr/>
        </p:nvSpPr>
        <p:spPr>
          <a:xfrm>
            <a:off x="7236420" y="5259580"/>
            <a:ext cx="1728000" cy="464840"/>
          </a:xfrm>
          <a:prstGeom prst="rect">
            <a:avLst/>
          </a:prstGeom>
          <a:solidFill>
            <a:sysClr val="window" lastClr="FFFFFF"/>
          </a:solidFill>
          <a:ln w="38100" cap="flat" cmpd="sng" algn="ctr">
            <a:solidFill>
              <a:srgbClr val="8064A2"/>
            </a:solidFill>
            <a:prstDash val="solid"/>
          </a:ln>
          <a:effectLst/>
        </p:spPr>
        <p:txBody>
          <a:bodyPr lIns="61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srgbClr val="8064A2"/>
                </a:solidFill>
                <a:effectLst/>
                <a:uLnTx/>
                <a:uFillTx/>
                <a:latin typeface="Calibri"/>
                <a:ea typeface="+mn-ea"/>
                <a:cs typeface="+mn-cs"/>
              </a:rPr>
              <a:t>Enlevé du panier</a:t>
            </a:r>
          </a:p>
        </p:txBody>
      </p:sp>
      <p:sp>
        <p:nvSpPr>
          <p:cNvPr id="1075" name="Rectangle à coins arrondis 4">
            <a:extLst>
              <a:ext uri="{FF2B5EF4-FFF2-40B4-BE49-F238E27FC236}">
                <a16:creationId xmlns:a16="http://schemas.microsoft.com/office/drawing/2014/main" id="{46786FAB-04EE-1152-8F70-5D31167A906D}"/>
              </a:ext>
            </a:extLst>
          </p:cNvPr>
          <p:cNvSpPr/>
          <p:nvPr/>
        </p:nvSpPr>
        <p:spPr>
          <a:xfrm>
            <a:off x="1122998" y="4743402"/>
            <a:ext cx="1728000" cy="464840"/>
          </a:xfrm>
          <a:prstGeom prst="rect">
            <a:avLst/>
          </a:prstGeom>
          <a:solidFill>
            <a:sysClr val="window" lastClr="FFFFFF"/>
          </a:solidFill>
          <a:ln w="38100" cap="flat" cmpd="sng" algn="ctr">
            <a:solidFill>
              <a:srgbClr val="8064A2"/>
            </a:solidFill>
            <a:prstDash val="solid"/>
          </a:ln>
          <a:effectLst/>
        </p:spPr>
        <p:txBody>
          <a:bodyPr lIns="61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srgbClr val="8064A2"/>
                </a:solidFill>
                <a:effectLst/>
                <a:uLnTx/>
                <a:uFillTx/>
                <a:latin typeface="Calibri"/>
                <a:ea typeface="+mn-ea"/>
                <a:cs typeface="+mn-cs"/>
              </a:rPr>
              <a:t>Commande créée</a:t>
            </a:r>
          </a:p>
        </p:txBody>
      </p:sp>
      <p:pic>
        <p:nvPicPr>
          <p:cNvPr id="1076" name="Image 1075">
            <a:extLst>
              <a:ext uri="{FF2B5EF4-FFF2-40B4-BE49-F238E27FC236}">
                <a16:creationId xmlns:a16="http://schemas.microsoft.com/office/drawing/2014/main" id="{2E69994C-539C-409E-C7E0-589B1474E687}"/>
              </a:ext>
            </a:extLst>
          </p:cNvPr>
          <p:cNvPicPr>
            <a:picLocks noChangeAspect="1"/>
          </p:cNvPicPr>
          <p:nvPr/>
        </p:nvPicPr>
        <p:blipFill>
          <a:blip r:embed="rId10">
            <a:duotone>
              <a:prstClr val="black"/>
              <a:srgbClr val="8064A2">
                <a:tint val="45000"/>
                <a:satMod val="400000"/>
              </a:srgbClr>
            </a:duotone>
          </a:blip>
          <a:stretch>
            <a:fillRect/>
          </a:stretch>
        </p:blipFill>
        <p:spPr>
          <a:xfrm>
            <a:off x="1188313" y="4762266"/>
            <a:ext cx="520642" cy="374444"/>
          </a:xfrm>
          <a:prstGeom prst="rect">
            <a:avLst/>
          </a:prstGeom>
          <a:noFill/>
          <a:ln w="28575">
            <a:noFill/>
          </a:ln>
        </p:spPr>
      </p:pic>
      <p:pic>
        <p:nvPicPr>
          <p:cNvPr id="1077" name="Image 1076">
            <a:extLst>
              <a:ext uri="{FF2B5EF4-FFF2-40B4-BE49-F238E27FC236}">
                <a16:creationId xmlns:a16="http://schemas.microsoft.com/office/drawing/2014/main" id="{E5464F24-247C-112A-5A43-7F7217A31E4D}"/>
              </a:ext>
            </a:extLst>
          </p:cNvPr>
          <p:cNvPicPr>
            <a:picLocks noChangeAspect="1"/>
          </p:cNvPicPr>
          <p:nvPr/>
        </p:nvPicPr>
        <p:blipFill>
          <a:blip r:embed="rId10">
            <a:duotone>
              <a:prstClr val="black"/>
              <a:srgbClr val="8064A2">
                <a:tint val="45000"/>
                <a:satMod val="400000"/>
              </a:srgbClr>
            </a:duotone>
          </a:blip>
          <a:stretch>
            <a:fillRect/>
          </a:stretch>
        </p:blipFill>
        <p:spPr>
          <a:xfrm>
            <a:off x="1204112" y="5821030"/>
            <a:ext cx="520642" cy="374444"/>
          </a:xfrm>
          <a:prstGeom prst="rect">
            <a:avLst/>
          </a:prstGeom>
          <a:noFill/>
          <a:ln w="28575">
            <a:noFill/>
          </a:ln>
        </p:spPr>
      </p:pic>
      <p:pic>
        <p:nvPicPr>
          <p:cNvPr id="1078" name="Image 1077">
            <a:extLst>
              <a:ext uri="{FF2B5EF4-FFF2-40B4-BE49-F238E27FC236}">
                <a16:creationId xmlns:a16="http://schemas.microsoft.com/office/drawing/2014/main" id="{040E37C9-FAC7-E6A3-74C1-2B1F02DCB35C}"/>
              </a:ext>
            </a:extLst>
          </p:cNvPr>
          <p:cNvPicPr>
            <a:picLocks noChangeAspect="1"/>
          </p:cNvPicPr>
          <p:nvPr/>
        </p:nvPicPr>
        <p:blipFill>
          <a:blip r:embed="rId10">
            <a:duotone>
              <a:prstClr val="black"/>
              <a:srgbClr val="8064A2">
                <a:tint val="45000"/>
                <a:satMod val="400000"/>
              </a:srgbClr>
            </a:duotone>
          </a:blip>
          <a:stretch>
            <a:fillRect/>
          </a:stretch>
        </p:blipFill>
        <p:spPr>
          <a:xfrm>
            <a:off x="1204112" y="5287131"/>
            <a:ext cx="520642" cy="374444"/>
          </a:xfrm>
          <a:prstGeom prst="rect">
            <a:avLst/>
          </a:prstGeom>
          <a:noFill/>
          <a:ln w="28575">
            <a:noFill/>
          </a:ln>
        </p:spPr>
      </p:pic>
      <p:pic>
        <p:nvPicPr>
          <p:cNvPr id="1079" name="Image 1078">
            <a:extLst>
              <a:ext uri="{FF2B5EF4-FFF2-40B4-BE49-F238E27FC236}">
                <a16:creationId xmlns:a16="http://schemas.microsoft.com/office/drawing/2014/main" id="{76B1721F-046D-5C7E-5AEC-29541B5CAB72}"/>
              </a:ext>
            </a:extLst>
          </p:cNvPr>
          <p:cNvPicPr>
            <a:picLocks noChangeAspect="1"/>
          </p:cNvPicPr>
          <p:nvPr/>
        </p:nvPicPr>
        <p:blipFill>
          <a:blip r:embed="rId10">
            <a:duotone>
              <a:prstClr val="black"/>
              <a:srgbClr val="8064A2">
                <a:tint val="45000"/>
                <a:satMod val="400000"/>
              </a:srgbClr>
            </a:duotone>
          </a:blip>
          <a:stretch>
            <a:fillRect/>
          </a:stretch>
        </p:blipFill>
        <p:spPr>
          <a:xfrm>
            <a:off x="7306343" y="4767489"/>
            <a:ext cx="520642" cy="374444"/>
          </a:xfrm>
          <a:prstGeom prst="rect">
            <a:avLst/>
          </a:prstGeom>
          <a:noFill/>
          <a:ln w="28575">
            <a:noFill/>
          </a:ln>
        </p:spPr>
      </p:pic>
      <p:pic>
        <p:nvPicPr>
          <p:cNvPr id="1080" name="Image 1079">
            <a:extLst>
              <a:ext uri="{FF2B5EF4-FFF2-40B4-BE49-F238E27FC236}">
                <a16:creationId xmlns:a16="http://schemas.microsoft.com/office/drawing/2014/main" id="{11EF6C73-BFFF-C247-7527-78AD363C7ABC}"/>
              </a:ext>
            </a:extLst>
          </p:cNvPr>
          <p:cNvPicPr>
            <a:picLocks noChangeAspect="1"/>
          </p:cNvPicPr>
          <p:nvPr/>
        </p:nvPicPr>
        <p:blipFill>
          <a:blip r:embed="rId10">
            <a:duotone>
              <a:prstClr val="black"/>
              <a:srgbClr val="8064A2">
                <a:tint val="45000"/>
                <a:satMod val="400000"/>
              </a:srgbClr>
            </a:duotone>
          </a:blip>
          <a:stretch>
            <a:fillRect/>
          </a:stretch>
        </p:blipFill>
        <p:spPr>
          <a:xfrm>
            <a:off x="7291547" y="5287131"/>
            <a:ext cx="520642" cy="374444"/>
          </a:xfrm>
          <a:prstGeom prst="rect">
            <a:avLst/>
          </a:prstGeom>
          <a:noFill/>
          <a:ln w="28575">
            <a:noFill/>
          </a:ln>
        </p:spPr>
      </p:pic>
      <p:sp>
        <p:nvSpPr>
          <p:cNvPr id="1081" name="Rectangle à coins arrondis 4">
            <a:extLst>
              <a:ext uri="{FF2B5EF4-FFF2-40B4-BE49-F238E27FC236}">
                <a16:creationId xmlns:a16="http://schemas.microsoft.com/office/drawing/2014/main" id="{0646D5D8-30C4-643C-1E1E-3309DCC23879}"/>
              </a:ext>
            </a:extLst>
          </p:cNvPr>
          <p:cNvSpPr/>
          <p:nvPr/>
        </p:nvSpPr>
        <p:spPr>
          <a:xfrm>
            <a:off x="5198613" y="4743402"/>
            <a:ext cx="1728000" cy="464840"/>
          </a:xfrm>
          <a:prstGeom prst="rect">
            <a:avLst/>
          </a:prstGeom>
          <a:solidFill>
            <a:sysClr val="window" lastClr="FFFFFF"/>
          </a:solidFill>
          <a:ln w="38100" cap="flat" cmpd="sng" algn="ctr">
            <a:solidFill>
              <a:srgbClr val="8064A2"/>
            </a:solidFill>
            <a:prstDash val="solid"/>
          </a:ln>
          <a:effectLst/>
        </p:spPr>
        <p:txBody>
          <a:bodyPr lIns="61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srgbClr val="8064A2"/>
                </a:solidFill>
                <a:effectLst/>
                <a:uLnTx/>
                <a:uFillTx/>
                <a:latin typeface="Calibri"/>
                <a:ea typeface="+mn-ea"/>
                <a:cs typeface="+mn-cs"/>
              </a:rPr>
              <a:t>Fraude détectée</a:t>
            </a:r>
          </a:p>
        </p:txBody>
      </p:sp>
      <p:pic>
        <p:nvPicPr>
          <p:cNvPr id="1082" name="Image 1081">
            <a:extLst>
              <a:ext uri="{FF2B5EF4-FFF2-40B4-BE49-F238E27FC236}">
                <a16:creationId xmlns:a16="http://schemas.microsoft.com/office/drawing/2014/main" id="{3F29DB2C-F7E5-0D1E-CDFB-CBB9A31FB568}"/>
              </a:ext>
            </a:extLst>
          </p:cNvPr>
          <p:cNvPicPr>
            <a:picLocks noChangeAspect="1"/>
          </p:cNvPicPr>
          <p:nvPr/>
        </p:nvPicPr>
        <p:blipFill>
          <a:blip r:embed="rId10">
            <a:duotone>
              <a:prstClr val="black"/>
              <a:srgbClr val="8064A2">
                <a:tint val="45000"/>
                <a:satMod val="400000"/>
              </a:srgbClr>
            </a:duotone>
          </a:blip>
          <a:stretch>
            <a:fillRect/>
          </a:stretch>
        </p:blipFill>
        <p:spPr>
          <a:xfrm>
            <a:off x="5279727" y="4770953"/>
            <a:ext cx="520642" cy="374444"/>
          </a:xfrm>
          <a:prstGeom prst="rect">
            <a:avLst/>
          </a:prstGeom>
          <a:noFill/>
          <a:ln w="28575">
            <a:noFill/>
          </a:ln>
        </p:spPr>
      </p:pic>
      <p:sp>
        <p:nvSpPr>
          <p:cNvPr id="1083" name="Rectangle à coins arrondis 4">
            <a:extLst>
              <a:ext uri="{FF2B5EF4-FFF2-40B4-BE49-F238E27FC236}">
                <a16:creationId xmlns:a16="http://schemas.microsoft.com/office/drawing/2014/main" id="{E94C18E2-A1A7-DB08-2297-1F7A1F3E8728}"/>
              </a:ext>
            </a:extLst>
          </p:cNvPr>
          <p:cNvSpPr/>
          <p:nvPr/>
        </p:nvSpPr>
        <p:spPr>
          <a:xfrm>
            <a:off x="5198613" y="4182251"/>
            <a:ext cx="1728000" cy="464840"/>
          </a:xfrm>
          <a:prstGeom prst="rect">
            <a:avLst/>
          </a:prstGeom>
          <a:solidFill>
            <a:srgbClr val="D9D9D9"/>
          </a:solidFill>
          <a:ln w="28575" cap="flat" cmpd="sng" algn="ctr">
            <a:solidFill>
              <a:srgbClr val="D9D9D9"/>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srgbClr val="3F3F3F"/>
                </a:solidFill>
                <a:effectLst/>
                <a:uLnTx/>
                <a:uFillTx/>
                <a:latin typeface="Calibri"/>
                <a:ea typeface="+mn-ea"/>
                <a:cs typeface="+mn-cs"/>
              </a:rPr>
              <a:t>Fraude</a:t>
            </a:r>
          </a:p>
        </p:txBody>
      </p:sp>
      <p:sp>
        <p:nvSpPr>
          <p:cNvPr id="1084" name="Rectangle à coins arrondis 4">
            <a:extLst>
              <a:ext uri="{FF2B5EF4-FFF2-40B4-BE49-F238E27FC236}">
                <a16:creationId xmlns:a16="http://schemas.microsoft.com/office/drawing/2014/main" id="{9C85B632-7E50-CEB6-9E5A-4CB6B3C94EA7}"/>
              </a:ext>
            </a:extLst>
          </p:cNvPr>
          <p:cNvSpPr/>
          <p:nvPr/>
        </p:nvSpPr>
        <p:spPr>
          <a:xfrm>
            <a:off x="3160805" y="4739938"/>
            <a:ext cx="1728000" cy="464840"/>
          </a:xfrm>
          <a:prstGeom prst="rect">
            <a:avLst/>
          </a:prstGeom>
          <a:solidFill>
            <a:sysClr val="window" lastClr="FFFFFF"/>
          </a:solidFill>
          <a:ln w="38100" cap="flat" cmpd="sng" algn="ctr">
            <a:solidFill>
              <a:srgbClr val="8064A2"/>
            </a:solidFill>
            <a:prstDash val="solid"/>
          </a:ln>
          <a:effectLst/>
        </p:spPr>
        <p:txBody>
          <a:bodyPr lIns="61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srgbClr val="8064A2"/>
                </a:solidFill>
                <a:effectLst/>
                <a:uLnTx/>
                <a:uFillTx/>
                <a:latin typeface="Calibri"/>
                <a:ea typeface="+mn-ea"/>
                <a:cs typeface="+mn-cs"/>
              </a:rPr>
              <a:t>Facturation créée</a:t>
            </a:r>
          </a:p>
        </p:txBody>
      </p:sp>
      <p:pic>
        <p:nvPicPr>
          <p:cNvPr id="1085" name="Image 1084">
            <a:extLst>
              <a:ext uri="{FF2B5EF4-FFF2-40B4-BE49-F238E27FC236}">
                <a16:creationId xmlns:a16="http://schemas.microsoft.com/office/drawing/2014/main" id="{0D60CB34-ABFA-2999-88F2-7B5B1490EBD3}"/>
              </a:ext>
            </a:extLst>
          </p:cNvPr>
          <p:cNvPicPr>
            <a:picLocks noChangeAspect="1"/>
          </p:cNvPicPr>
          <p:nvPr/>
        </p:nvPicPr>
        <p:blipFill>
          <a:blip r:embed="rId10">
            <a:duotone>
              <a:prstClr val="black"/>
              <a:srgbClr val="8064A2">
                <a:tint val="45000"/>
                <a:satMod val="400000"/>
              </a:srgbClr>
            </a:duotone>
          </a:blip>
          <a:stretch>
            <a:fillRect/>
          </a:stretch>
        </p:blipFill>
        <p:spPr>
          <a:xfrm>
            <a:off x="3241919" y="4767489"/>
            <a:ext cx="520642" cy="374444"/>
          </a:xfrm>
          <a:prstGeom prst="rect">
            <a:avLst/>
          </a:prstGeom>
          <a:noFill/>
          <a:ln w="28575">
            <a:noFill/>
          </a:ln>
        </p:spPr>
      </p:pic>
      <p:sp>
        <p:nvSpPr>
          <p:cNvPr id="1086" name="Rectangle à coins arrondis 4">
            <a:extLst>
              <a:ext uri="{FF2B5EF4-FFF2-40B4-BE49-F238E27FC236}">
                <a16:creationId xmlns:a16="http://schemas.microsoft.com/office/drawing/2014/main" id="{E26322C9-2852-1A17-39FD-7596EA27F325}"/>
              </a:ext>
            </a:extLst>
          </p:cNvPr>
          <p:cNvSpPr/>
          <p:nvPr/>
        </p:nvSpPr>
        <p:spPr>
          <a:xfrm>
            <a:off x="3160805" y="4178787"/>
            <a:ext cx="1728000" cy="464840"/>
          </a:xfrm>
          <a:prstGeom prst="rect">
            <a:avLst/>
          </a:prstGeom>
          <a:solidFill>
            <a:srgbClr val="D9D9D9"/>
          </a:solidFill>
          <a:ln w="28575" cap="flat" cmpd="sng" algn="ctr">
            <a:solidFill>
              <a:srgbClr val="D9D9D9"/>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srgbClr val="3F3F3F"/>
                </a:solidFill>
                <a:effectLst/>
                <a:uLnTx/>
                <a:uFillTx/>
                <a:latin typeface="Calibri"/>
                <a:ea typeface="+mn-ea"/>
                <a:cs typeface="+mn-cs"/>
              </a:rPr>
              <a:t>Facturation</a:t>
            </a:r>
          </a:p>
        </p:txBody>
      </p:sp>
      <p:sp>
        <p:nvSpPr>
          <p:cNvPr id="1087" name="Rectangle à coins arrondis 4">
            <a:extLst>
              <a:ext uri="{FF2B5EF4-FFF2-40B4-BE49-F238E27FC236}">
                <a16:creationId xmlns:a16="http://schemas.microsoft.com/office/drawing/2014/main" id="{07BABCCB-AB51-A6ED-8937-BF04339CA822}"/>
              </a:ext>
            </a:extLst>
          </p:cNvPr>
          <p:cNvSpPr/>
          <p:nvPr/>
        </p:nvSpPr>
        <p:spPr>
          <a:xfrm>
            <a:off x="9274227" y="4182251"/>
            <a:ext cx="1728000" cy="464840"/>
          </a:xfrm>
          <a:prstGeom prst="rect">
            <a:avLst/>
          </a:prstGeom>
          <a:solidFill>
            <a:srgbClr val="D9D9D9"/>
          </a:solidFill>
          <a:ln w="28575" cap="flat" cmpd="sng" algn="ctr">
            <a:solidFill>
              <a:srgbClr val="D9D9D9"/>
            </a:solidFill>
            <a:prstDash val="solid"/>
          </a:ln>
          <a:effectLst>
            <a:outerShdw blurRad="40000" dist="20000" dir="5400000" rotWithShape="0">
              <a:srgbClr val="000000">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srgbClr val="3F3F3F"/>
                </a:solidFill>
                <a:effectLst/>
                <a:uLnTx/>
                <a:uFillTx/>
                <a:latin typeface="Calibri"/>
                <a:ea typeface="+mn-ea"/>
                <a:cs typeface="+mn-cs"/>
              </a:rPr>
              <a:t>Paiement</a:t>
            </a:r>
          </a:p>
        </p:txBody>
      </p:sp>
      <p:sp>
        <p:nvSpPr>
          <p:cNvPr id="1088" name="Rectangle à coins arrondis 4">
            <a:extLst>
              <a:ext uri="{FF2B5EF4-FFF2-40B4-BE49-F238E27FC236}">
                <a16:creationId xmlns:a16="http://schemas.microsoft.com/office/drawing/2014/main" id="{BE574F6A-6172-633D-A3EC-F6DF09B011F4}"/>
              </a:ext>
            </a:extLst>
          </p:cNvPr>
          <p:cNvSpPr/>
          <p:nvPr/>
        </p:nvSpPr>
        <p:spPr>
          <a:xfrm>
            <a:off x="9274227" y="4739938"/>
            <a:ext cx="1728000" cy="464840"/>
          </a:xfrm>
          <a:prstGeom prst="rect">
            <a:avLst/>
          </a:prstGeom>
          <a:solidFill>
            <a:sysClr val="window" lastClr="FFFFFF"/>
          </a:solidFill>
          <a:ln w="38100" cap="flat" cmpd="sng" algn="ctr">
            <a:solidFill>
              <a:srgbClr val="8064A2"/>
            </a:solidFill>
            <a:prstDash val="solid"/>
          </a:ln>
          <a:effectLst/>
        </p:spPr>
        <p:txBody>
          <a:bodyPr lIns="61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srgbClr val="8064A2"/>
                </a:solidFill>
                <a:effectLst/>
                <a:uLnTx/>
                <a:uFillTx/>
                <a:latin typeface="Calibri"/>
                <a:ea typeface="+mn-ea"/>
                <a:cs typeface="+mn-cs"/>
              </a:rPr>
              <a:t>Paiement validé</a:t>
            </a:r>
          </a:p>
        </p:txBody>
      </p:sp>
      <p:sp>
        <p:nvSpPr>
          <p:cNvPr id="1089" name="Rectangle à coins arrondis 4">
            <a:extLst>
              <a:ext uri="{FF2B5EF4-FFF2-40B4-BE49-F238E27FC236}">
                <a16:creationId xmlns:a16="http://schemas.microsoft.com/office/drawing/2014/main" id="{EB50223B-0010-FB33-B071-857232532C5F}"/>
              </a:ext>
            </a:extLst>
          </p:cNvPr>
          <p:cNvSpPr/>
          <p:nvPr/>
        </p:nvSpPr>
        <p:spPr>
          <a:xfrm>
            <a:off x="9274227" y="5259580"/>
            <a:ext cx="1728000" cy="464840"/>
          </a:xfrm>
          <a:prstGeom prst="rect">
            <a:avLst/>
          </a:prstGeom>
          <a:solidFill>
            <a:sysClr val="window" lastClr="FFFFFF"/>
          </a:solidFill>
          <a:ln w="38100" cap="flat" cmpd="sng" algn="ctr">
            <a:solidFill>
              <a:srgbClr val="8064A2"/>
            </a:solidFill>
            <a:prstDash val="solid"/>
          </a:ln>
          <a:effectLst/>
        </p:spPr>
        <p:txBody>
          <a:bodyPr lIns="61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srgbClr val="8064A2"/>
                </a:solidFill>
                <a:effectLst/>
                <a:uLnTx/>
                <a:uFillTx/>
                <a:latin typeface="Calibri"/>
                <a:ea typeface="+mn-ea"/>
                <a:cs typeface="+mn-cs"/>
              </a:rPr>
              <a:t>Paiement refusé</a:t>
            </a:r>
          </a:p>
        </p:txBody>
      </p:sp>
      <p:pic>
        <p:nvPicPr>
          <p:cNvPr id="1090" name="Image 1089">
            <a:extLst>
              <a:ext uri="{FF2B5EF4-FFF2-40B4-BE49-F238E27FC236}">
                <a16:creationId xmlns:a16="http://schemas.microsoft.com/office/drawing/2014/main" id="{5FDED5B1-ED66-49C5-8E45-8726B4D39E29}"/>
              </a:ext>
            </a:extLst>
          </p:cNvPr>
          <p:cNvPicPr>
            <a:picLocks noChangeAspect="1"/>
          </p:cNvPicPr>
          <p:nvPr/>
        </p:nvPicPr>
        <p:blipFill>
          <a:blip r:embed="rId10">
            <a:duotone>
              <a:prstClr val="black"/>
              <a:srgbClr val="8064A2">
                <a:tint val="45000"/>
                <a:satMod val="400000"/>
              </a:srgbClr>
            </a:duotone>
          </a:blip>
          <a:stretch>
            <a:fillRect/>
          </a:stretch>
        </p:blipFill>
        <p:spPr>
          <a:xfrm>
            <a:off x="9344150" y="4767489"/>
            <a:ext cx="520642" cy="374444"/>
          </a:xfrm>
          <a:prstGeom prst="rect">
            <a:avLst/>
          </a:prstGeom>
          <a:noFill/>
          <a:ln w="28575">
            <a:noFill/>
          </a:ln>
        </p:spPr>
      </p:pic>
      <p:pic>
        <p:nvPicPr>
          <p:cNvPr id="1091" name="Image 1090">
            <a:extLst>
              <a:ext uri="{FF2B5EF4-FFF2-40B4-BE49-F238E27FC236}">
                <a16:creationId xmlns:a16="http://schemas.microsoft.com/office/drawing/2014/main" id="{F9E0CCE9-AC20-78F5-CB0F-F4852FC104D9}"/>
              </a:ext>
            </a:extLst>
          </p:cNvPr>
          <p:cNvPicPr>
            <a:picLocks noChangeAspect="1"/>
          </p:cNvPicPr>
          <p:nvPr/>
        </p:nvPicPr>
        <p:blipFill>
          <a:blip r:embed="rId10">
            <a:duotone>
              <a:prstClr val="black"/>
              <a:srgbClr val="8064A2">
                <a:tint val="45000"/>
                <a:satMod val="400000"/>
              </a:srgbClr>
            </a:duotone>
          </a:blip>
          <a:stretch>
            <a:fillRect/>
          </a:stretch>
        </p:blipFill>
        <p:spPr>
          <a:xfrm>
            <a:off x="9329354" y="5287131"/>
            <a:ext cx="520642" cy="374444"/>
          </a:xfrm>
          <a:prstGeom prst="rect">
            <a:avLst/>
          </a:prstGeom>
          <a:noFill/>
          <a:ln w="28575">
            <a:noFill/>
          </a:ln>
        </p:spPr>
      </p:pic>
    </p:spTree>
    <p:extLst>
      <p:ext uri="{BB962C8B-B14F-4D97-AF65-F5344CB8AC3E}">
        <p14:creationId xmlns:p14="http://schemas.microsoft.com/office/powerpoint/2010/main" val="39509212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Espace réservé du texte 39">
            <a:extLst>
              <a:ext uri="{FF2B5EF4-FFF2-40B4-BE49-F238E27FC236}">
                <a16:creationId xmlns:a16="http://schemas.microsoft.com/office/drawing/2014/main" id="{77FD2EA9-B272-BF1F-0379-177718F508AD}"/>
              </a:ext>
            </a:extLst>
          </p:cNvPr>
          <p:cNvSpPr>
            <a:spLocks noGrp="1"/>
          </p:cNvSpPr>
          <p:nvPr>
            <p:ph type="body" sz="quarter" idx="35"/>
          </p:nvPr>
        </p:nvSpPr>
        <p:spPr/>
        <p:txBody>
          <a:bodyPr/>
          <a:lstStyle/>
          <a:p>
            <a:r>
              <a:rPr lang="fr-FR"/>
              <a:t>Evènement vs Donnée</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L’EVENT DRIVEN Architecture</a:t>
            </a:r>
          </a:p>
        </p:txBody>
      </p:sp>
      <p:cxnSp>
        <p:nvCxnSpPr>
          <p:cNvPr id="11" name="Connecteur : en arc 11">
            <a:extLst>
              <a:ext uri="{FF2B5EF4-FFF2-40B4-BE49-F238E27FC236}">
                <a16:creationId xmlns:a16="http://schemas.microsoft.com/office/drawing/2014/main" id="{11E8FE70-6837-5E14-D9D0-A0E242CF80C9}"/>
              </a:ext>
            </a:extLst>
          </p:cNvPr>
          <p:cNvCxnSpPr>
            <a:stCxn id="23" idx="0"/>
            <a:endCxn id="17" idx="0"/>
          </p:cNvCxnSpPr>
          <p:nvPr/>
        </p:nvCxnSpPr>
        <p:spPr>
          <a:xfrm rot="5400000" flipH="1" flipV="1">
            <a:off x="6008537" y="-633155"/>
            <a:ext cx="215444" cy="5831918"/>
          </a:xfrm>
          <a:prstGeom prst="curvedConnector3">
            <a:avLst>
              <a:gd name="adj1" fmla="val 305717"/>
            </a:avLst>
          </a:prstGeom>
          <a:noFill/>
          <a:ln w="57150" cap="flat" cmpd="sng" algn="ctr">
            <a:solidFill>
              <a:srgbClr val="4BACC6"/>
            </a:solidFill>
            <a:prstDash val="solid"/>
            <a:tailEnd type="triangle"/>
          </a:ln>
          <a:effectLst>
            <a:outerShdw blurRad="40000" dist="23000" dir="5400000" rotWithShape="0">
              <a:srgbClr val="000000">
                <a:alpha val="35000"/>
              </a:srgbClr>
            </a:outerShdw>
          </a:effectLst>
        </p:spPr>
      </p:cxnSp>
      <p:cxnSp>
        <p:nvCxnSpPr>
          <p:cNvPr id="12" name="Connecteur : en arc 13">
            <a:extLst>
              <a:ext uri="{FF2B5EF4-FFF2-40B4-BE49-F238E27FC236}">
                <a16:creationId xmlns:a16="http://schemas.microsoft.com/office/drawing/2014/main" id="{55BF0AB0-D608-4F5D-1899-5363ED17464B}"/>
              </a:ext>
            </a:extLst>
          </p:cNvPr>
          <p:cNvCxnSpPr>
            <a:cxnSpLocks/>
          </p:cNvCxnSpPr>
          <p:nvPr/>
        </p:nvCxnSpPr>
        <p:spPr>
          <a:xfrm rot="16200000" flipH="1">
            <a:off x="6008539" y="413286"/>
            <a:ext cx="215443" cy="5831918"/>
          </a:xfrm>
          <a:prstGeom prst="curvedConnector3">
            <a:avLst>
              <a:gd name="adj1" fmla="val 310050"/>
            </a:avLst>
          </a:prstGeom>
          <a:noFill/>
          <a:ln w="57150" cap="flat" cmpd="sng" algn="ctr">
            <a:solidFill>
              <a:srgbClr val="8064A2"/>
            </a:solidFill>
            <a:prstDash val="solid"/>
            <a:headEnd type="triangle"/>
            <a:tailEnd type="none"/>
          </a:ln>
          <a:effectLst>
            <a:outerShdw blurRad="40000" dist="23000" dir="5400000" rotWithShape="0">
              <a:srgbClr val="000000">
                <a:alpha val="35000"/>
              </a:srgbClr>
            </a:outerShdw>
          </a:effectLst>
        </p:spPr>
      </p:cxnSp>
      <p:sp>
        <p:nvSpPr>
          <p:cNvPr id="13" name="ZoneTexte 12">
            <a:extLst>
              <a:ext uri="{FF2B5EF4-FFF2-40B4-BE49-F238E27FC236}">
                <a16:creationId xmlns:a16="http://schemas.microsoft.com/office/drawing/2014/main" id="{20BA6072-EDAE-A9AF-C7C9-9758828464FD}"/>
              </a:ext>
            </a:extLst>
          </p:cNvPr>
          <p:cNvSpPr txBox="1"/>
          <p:nvPr/>
        </p:nvSpPr>
        <p:spPr>
          <a:xfrm>
            <a:off x="4658259" y="1065390"/>
            <a:ext cx="2916000" cy="523220"/>
          </a:xfrm>
          <a:prstGeom prst="rect">
            <a:avLst/>
          </a:prstGeom>
          <a:solidFill>
            <a:srgbClr val="4BACC6"/>
          </a:solidFill>
          <a:effectLst>
            <a:outerShdw blurRad="50800" dist="38100" dir="2700000" algn="tl" rotWithShape="0">
              <a:prstClr val="black">
                <a:alpha val="40000"/>
              </a:prstClr>
            </a:outerShdw>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prstClr val="white"/>
                </a:solidFill>
                <a:effectLst/>
                <a:uLnTx/>
                <a:uFillTx/>
                <a:latin typeface="Calibri"/>
              </a:rPr>
              <a:t>La modification d’une donnée génère un évènement</a:t>
            </a:r>
            <a:endParaRPr kumimoji="0" lang="fr-FR" sz="1050" b="0" i="1" u="none" strike="noStrike" kern="0" cap="none" spc="0" normalizeH="0" baseline="0" noProof="0">
              <a:ln>
                <a:noFill/>
              </a:ln>
              <a:solidFill>
                <a:prstClr val="white"/>
              </a:solidFill>
              <a:effectLst/>
              <a:uLnTx/>
              <a:uFillTx/>
              <a:latin typeface="Calibri"/>
            </a:endParaRPr>
          </a:p>
        </p:txBody>
      </p:sp>
      <p:sp>
        <p:nvSpPr>
          <p:cNvPr id="14" name="ZoneTexte 13">
            <a:extLst>
              <a:ext uri="{FF2B5EF4-FFF2-40B4-BE49-F238E27FC236}">
                <a16:creationId xmlns:a16="http://schemas.microsoft.com/office/drawing/2014/main" id="{F47FD199-DF13-F1C9-7D68-949D313EDD1B}"/>
              </a:ext>
            </a:extLst>
          </p:cNvPr>
          <p:cNvSpPr txBox="1"/>
          <p:nvPr/>
        </p:nvSpPr>
        <p:spPr>
          <a:xfrm>
            <a:off x="4658259" y="4023438"/>
            <a:ext cx="2916000" cy="307777"/>
          </a:xfrm>
          <a:prstGeom prst="rect">
            <a:avLst/>
          </a:prstGeom>
          <a:solidFill>
            <a:srgbClr val="8064A2"/>
          </a:solidFill>
          <a:effectLst>
            <a:outerShdw blurRad="50800" dist="38100" dir="2700000" algn="tl" rotWithShape="0">
              <a:prstClr val="black">
                <a:alpha val="40000"/>
              </a:prstClr>
            </a:outerShdw>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prstClr val="white"/>
                </a:solidFill>
                <a:effectLst/>
                <a:uLnTx/>
                <a:uFillTx/>
                <a:latin typeface="Calibri"/>
              </a:rPr>
              <a:t>Un évènement modifie une donnée</a:t>
            </a:r>
            <a:endParaRPr kumimoji="0" lang="fr-FR" sz="1050" b="0" i="1" u="none" strike="noStrike" kern="0" cap="none" spc="0" normalizeH="0" baseline="0" noProof="0">
              <a:ln>
                <a:noFill/>
              </a:ln>
              <a:solidFill>
                <a:prstClr val="white"/>
              </a:solidFill>
              <a:effectLst/>
              <a:uLnTx/>
              <a:uFillTx/>
              <a:latin typeface="Calibri"/>
            </a:endParaRPr>
          </a:p>
        </p:txBody>
      </p:sp>
      <p:sp>
        <p:nvSpPr>
          <p:cNvPr id="15" name="ZoneTexte 14">
            <a:extLst>
              <a:ext uri="{FF2B5EF4-FFF2-40B4-BE49-F238E27FC236}">
                <a16:creationId xmlns:a16="http://schemas.microsoft.com/office/drawing/2014/main" id="{97AC43A4-CAC3-2CD7-B897-788EEE820376}"/>
              </a:ext>
            </a:extLst>
          </p:cNvPr>
          <p:cNvSpPr txBox="1"/>
          <p:nvPr/>
        </p:nvSpPr>
        <p:spPr>
          <a:xfrm>
            <a:off x="478813" y="2409602"/>
            <a:ext cx="1263487" cy="792846"/>
          </a:xfrm>
          <a:prstGeom prst="rect">
            <a:avLst/>
          </a:prstGeom>
          <a:noFill/>
        </p:spPr>
        <p:txBody>
          <a:bodyPr wrap="none" rtlCol="0" anchor="ctr">
            <a:spAutoFit/>
          </a:bodyPr>
          <a:lstStyle/>
          <a:p>
            <a:pPr algn="r">
              <a:lnSpc>
                <a:spcPct val="150000"/>
              </a:lnSpc>
            </a:pPr>
            <a:r>
              <a:rPr lang="fr-FR" sz="1600" b="1">
                <a:solidFill>
                  <a:srgbClr val="4BACC6"/>
                </a:solidFill>
                <a:latin typeface="Calibri"/>
              </a:rPr>
              <a:t>MODIFIABLE</a:t>
            </a:r>
          </a:p>
          <a:p>
            <a:pPr algn="r">
              <a:lnSpc>
                <a:spcPct val="150000"/>
              </a:lnSpc>
            </a:pPr>
            <a:r>
              <a:rPr lang="fr-FR" sz="1600" b="1">
                <a:solidFill>
                  <a:srgbClr val="4BACC6"/>
                </a:solidFill>
                <a:latin typeface="Calibri"/>
              </a:rPr>
              <a:t>PRÉSENT</a:t>
            </a:r>
          </a:p>
        </p:txBody>
      </p:sp>
      <p:sp>
        <p:nvSpPr>
          <p:cNvPr id="16" name="ZoneTexte 15">
            <a:extLst>
              <a:ext uri="{FF2B5EF4-FFF2-40B4-BE49-F238E27FC236}">
                <a16:creationId xmlns:a16="http://schemas.microsoft.com/office/drawing/2014/main" id="{746ED3C5-F780-70BA-54F9-073571D7A200}"/>
              </a:ext>
            </a:extLst>
          </p:cNvPr>
          <p:cNvSpPr txBox="1"/>
          <p:nvPr/>
        </p:nvSpPr>
        <p:spPr>
          <a:xfrm>
            <a:off x="10490218" y="2409602"/>
            <a:ext cx="1152880" cy="792846"/>
          </a:xfrm>
          <a:prstGeom prst="rect">
            <a:avLst/>
          </a:prstGeom>
          <a:noFill/>
        </p:spPr>
        <p:txBody>
          <a:bodyPr wrap="none" rtlCol="0" anchor="ctr">
            <a:spAutoFit/>
          </a:bodyPr>
          <a:lstStyle/>
          <a:p>
            <a:pPr>
              <a:lnSpc>
                <a:spcPct val="150000"/>
              </a:lnSpc>
            </a:pPr>
            <a:r>
              <a:rPr lang="fr-FR" sz="1600" b="1">
                <a:solidFill>
                  <a:srgbClr val="8064A2"/>
                </a:solidFill>
                <a:latin typeface="Calibri"/>
              </a:rPr>
              <a:t>IMMUABLE</a:t>
            </a:r>
          </a:p>
          <a:p>
            <a:pPr>
              <a:lnSpc>
                <a:spcPct val="150000"/>
              </a:lnSpc>
            </a:pPr>
            <a:r>
              <a:rPr lang="fr-FR" sz="1600" b="1">
                <a:solidFill>
                  <a:srgbClr val="8064A2"/>
                </a:solidFill>
                <a:latin typeface="Calibri"/>
              </a:rPr>
              <a:t>PASSÉ</a:t>
            </a:r>
          </a:p>
        </p:txBody>
      </p:sp>
      <p:sp>
        <p:nvSpPr>
          <p:cNvPr id="17" name="ZoneTexte 16">
            <a:extLst>
              <a:ext uri="{FF2B5EF4-FFF2-40B4-BE49-F238E27FC236}">
                <a16:creationId xmlns:a16="http://schemas.microsoft.com/office/drawing/2014/main" id="{8E2EC2D6-D4AA-DD14-AAB9-4E1B4FA6C498}"/>
              </a:ext>
            </a:extLst>
          </p:cNvPr>
          <p:cNvSpPr txBox="1"/>
          <p:nvPr/>
        </p:nvSpPr>
        <p:spPr>
          <a:xfrm>
            <a:off x="7574218" y="2175082"/>
            <a:ext cx="2916000" cy="1261884"/>
          </a:xfrm>
          <a:prstGeom prst="rect">
            <a:avLst/>
          </a:prstGeom>
          <a:solidFill>
            <a:sysClr val="window" lastClr="FFFFFF"/>
          </a:solidFill>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8064A2"/>
                </a:solidFill>
                <a:effectLst/>
                <a:uLnTx/>
                <a:uFillTx/>
                <a:latin typeface="Calibri"/>
              </a:rPr>
              <a:t>EVENEMENT</a:t>
            </a:r>
          </a:p>
          <a:p>
            <a:pPr marL="0" marR="0" lvl="0" indent="0" defTabSz="914400" eaLnBrk="1" fontAlgn="auto" latinLnBrk="0" hangingPunct="1">
              <a:lnSpc>
                <a:spcPct val="100000"/>
              </a:lnSpc>
              <a:spcBef>
                <a:spcPts val="0"/>
              </a:spcBef>
              <a:spcAft>
                <a:spcPts val="0"/>
              </a:spcAft>
              <a:buClrTx/>
              <a:buSzTx/>
              <a:buFontTx/>
              <a:buNone/>
              <a:tabLst/>
              <a:defRPr/>
            </a:pPr>
            <a:r>
              <a:rPr kumimoji="0" lang="fr-FR" sz="1400" b="0" i="1" u="none" strike="noStrike" kern="0" cap="none" spc="0" normalizeH="0" baseline="0" noProof="0">
                <a:ln>
                  <a:noFill/>
                </a:ln>
                <a:solidFill>
                  <a:srgbClr val="3F3F3F"/>
                </a:solidFill>
                <a:effectLst/>
                <a:uLnTx/>
                <a:uFillTx/>
                <a:latin typeface="Calibri"/>
              </a:rPr>
              <a:t>Fait qui s’est produit dans le passé, il est immuable et contient tous les paramètres nécessaires à sa description. Il est à la forme passive</a:t>
            </a:r>
            <a:r>
              <a:rPr kumimoji="0" lang="fr-FR" sz="1400" b="0" i="1" u="none" strike="noStrike" kern="0" cap="none" spc="0" normalizeH="0" baseline="0" noProof="0">
                <a:ln>
                  <a:noFill/>
                </a:ln>
                <a:solidFill>
                  <a:srgbClr val="4BACC6"/>
                </a:solidFill>
                <a:effectLst/>
                <a:uLnTx/>
                <a:uFillTx/>
                <a:latin typeface="Calibri"/>
              </a:rPr>
              <a:t>.</a:t>
            </a:r>
          </a:p>
        </p:txBody>
      </p:sp>
      <p:sp>
        <p:nvSpPr>
          <p:cNvPr id="23" name="ZoneTexte 22">
            <a:extLst>
              <a:ext uri="{FF2B5EF4-FFF2-40B4-BE49-F238E27FC236}">
                <a16:creationId xmlns:a16="http://schemas.microsoft.com/office/drawing/2014/main" id="{62582A02-D961-152A-C006-EF38811EFDD2}"/>
              </a:ext>
            </a:extLst>
          </p:cNvPr>
          <p:cNvSpPr txBox="1"/>
          <p:nvPr/>
        </p:nvSpPr>
        <p:spPr>
          <a:xfrm>
            <a:off x="1742300" y="2390526"/>
            <a:ext cx="2916000" cy="830997"/>
          </a:xfrm>
          <a:prstGeom prst="rect">
            <a:avLst/>
          </a:prstGeom>
          <a:solidFill>
            <a:sysClr val="window" lastClr="FFFFFF"/>
          </a:solidFill>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4BACC6"/>
                </a:solidFill>
                <a:effectLst/>
                <a:uLnTx/>
                <a:uFillTx/>
                <a:latin typeface="Calibri"/>
              </a:rPr>
              <a:t>DONNEE</a:t>
            </a:r>
          </a:p>
          <a:p>
            <a:pPr marL="0" marR="0" lvl="0" indent="0" defTabSz="914400" eaLnBrk="1" fontAlgn="auto" latinLnBrk="0" hangingPunct="1">
              <a:lnSpc>
                <a:spcPct val="100000"/>
              </a:lnSpc>
              <a:spcBef>
                <a:spcPts val="0"/>
              </a:spcBef>
              <a:spcAft>
                <a:spcPts val="0"/>
              </a:spcAft>
              <a:buClrTx/>
              <a:buSzTx/>
              <a:buFontTx/>
              <a:buNone/>
              <a:tabLst/>
              <a:defRPr/>
            </a:pPr>
            <a:r>
              <a:rPr kumimoji="0" lang="fr-FR" sz="1400" b="0" i="1" u="none" strike="noStrike" kern="0" cap="none" spc="0" normalizeH="0" baseline="0" noProof="0">
                <a:ln>
                  <a:noFill/>
                </a:ln>
                <a:solidFill>
                  <a:srgbClr val="3F3F3F"/>
                </a:solidFill>
                <a:effectLst/>
                <a:uLnTx/>
                <a:uFillTx/>
                <a:latin typeface="Calibri"/>
              </a:rPr>
              <a:t>Représentation conventionnelle d’une information</a:t>
            </a:r>
          </a:p>
        </p:txBody>
      </p:sp>
      <p:sp>
        <p:nvSpPr>
          <p:cNvPr id="25" name="ZoneTexte 24">
            <a:extLst>
              <a:ext uri="{FF2B5EF4-FFF2-40B4-BE49-F238E27FC236}">
                <a16:creationId xmlns:a16="http://schemas.microsoft.com/office/drawing/2014/main" id="{9C1F19CE-C664-132A-DE2D-2BD343F97C74}"/>
              </a:ext>
            </a:extLst>
          </p:cNvPr>
          <p:cNvSpPr txBox="1"/>
          <p:nvPr/>
        </p:nvSpPr>
        <p:spPr>
          <a:xfrm>
            <a:off x="824769" y="4905691"/>
            <a:ext cx="11056852" cy="1600438"/>
          </a:xfrm>
          <a:prstGeom prst="rect">
            <a:avLst/>
          </a:prstGeom>
          <a:noFill/>
        </p:spPr>
        <p:txBody>
          <a:bodyPr wrap="square">
            <a:spAutoFit/>
          </a:bodyPr>
          <a:lstStyle/>
          <a:p>
            <a:r>
              <a:rPr lang="fr-FR" sz="1400" b="1">
                <a:solidFill>
                  <a:srgbClr val="3D3D3D"/>
                </a:solidFill>
              </a:rPr>
              <a:t>L’EDA</a:t>
            </a:r>
            <a:r>
              <a:rPr lang="fr-FR" sz="1400">
                <a:solidFill>
                  <a:srgbClr val="3D3D3D"/>
                </a:solidFill>
              </a:rPr>
              <a:t> est une f</a:t>
            </a:r>
            <a:r>
              <a:rPr lang="fr-FR" sz="1400">
                <a:solidFill>
                  <a:srgbClr val="3D3D3D"/>
                </a:solidFill>
                <a:effectLst/>
              </a:rPr>
              <a:t>orme d’architecture de </a:t>
            </a:r>
            <a:r>
              <a:rPr lang="fr-FR" sz="1400" err="1">
                <a:solidFill>
                  <a:srgbClr val="3D3D3D"/>
                </a:solidFill>
                <a:effectLst/>
              </a:rPr>
              <a:t>médiation</a:t>
            </a:r>
            <a:r>
              <a:rPr lang="fr-FR" sz="1400">
                <a:solidFill>
                  <a:srgbClr val="3D3D3D"/>
                </a:solidFill>
                <a:effectLst/>
              </a:rPr>
              <a:t> qui est </a:t>
            </a:r>
            <a:r>
              <a:rPr lang="fr-FR" sz="1400" b="1">
                <a:solidFill>
                  <a:srgbClr val="3D3D3D"/>
                </a:solidFill>
                <a:effectLst/>
              </a:rPr>
              <a:t>un </a:t>
            </a:r>
            <a:r>
              <a:rPr lang="fr-FR" sz="1400" b="1" err="1">
                <a:solidFill>
                  <a:srgbClr val="3D3D3D"/>
                </a:solidFill>
                <a:effectLst/>
              </a:rPr>
              <a:t>modèle</a:t>
            </a:r>
            <a:r>
              <a:rPr lang="fr-FR" sz="1400" b="1">
                <a:solidFill>
                  <a:srgbClr val="3D3D3D"/>
                </a:solidFill>
                <a:effectLst/>
              </a:rPr>
              <a:t> d’interaction applicative</a:t>
            </a:r>
            <a:r>
              <a:rPr lang="fr-FR" sz="1400">
                <a:solidFill>
                  <a:srgbClr val="3D3D3D"/>
                </a:solidFill>
                <a:effectLst/>
              </a:rPr>
              <a:t> mettant en œuvre des services </a:t>
            </a:r>
            <a:r>
              <a:rPr lang="fr-FR" sz="1400" err="1">
                <a:solidFill>
                  <a:srgbClr val="3D3D3D"/>
                </a:solidFill>
                <a:effectLst/>
              </a:rPr>
              <a:t>répondant</a:t>
            </a:r>
            <a:r>
              <a:rPr lang="fr-FR" sz="1400">
                <a:solidFill>
                  <a:srgbClr val="3D3D3D"/>
                </a:solidFill>
                <a:effectLst/>
              </a:rPr>
              <a:t> à des sollicitations externes : </a:t>
            </a:r>
            <a:endParaRPr lang="fr-FR" sz="1400">
              <a:effectLst/>
            </a:endParaRPr>
          </a:p>
          <a:p>
            <a:pPr marL="285750" indent="-285750">
              <a:buFont typeface="Arial" panose="020B0604020202020204" pitchFamily="34" charset="0"/>
              <a:buChar char="•"/>
            </a:pPr>
            <a:r>
              <a:rPr lang="fr-FR" sz="1400">
                <a:solidFill>
                  <a:srgbClr val="3D3D3D"/>
                </a:solidFill>
                <a:effectLst/>
              </a:rPr>
              <a:t>Avec une forte </a:t>
            </a:r>
            <a:r>
              <a:rPr lang="fr-FR" sz="1400" err="1">
                <a:solidFill>
                  <a:srgbClr val="3D3D3D"/>
                </a:solidFill>
                <a:effectLst/>
              </a:rPr>
              <a:t>cohérence</a:t>
            </a:r>
            <a:r>
              <a:rPr lang="fr-FR" sz="1400">
                <a:solidFill>
                  <a:srgbClr val="3D3D3D"/>
                </a:solidFill>
                <a:effectLst/>
              </a:rPr>
              <a:t> interne (par l’utilisation d’un format d’</a:t>
            </a:r>
            <a:r>
              <a:rPr lang="fr-FR" sz="1400" err="1">
                <a:solidFill>
                  <a:srgbClr val="3D3D3D"/>
                </a:solidFill>
                <a:effectLst/>
              </a:rPr>
              <a:t>échange</a:t>
            </a:r>
            <a:r>
              <a:rPr lang="fr-FR" sz="1400">
                <a:solidFill>
                  <a:srgbClr val="3D3D3D"/>
                </a:solidFill>
                <a:effectLst/>
              </a:rPr>
              <a:t> pivot) </a:t>
            </a:r>
            <a:endParaRPr lang="fr-FR" sz="1400">
              <a:solidFill>
                <a:srgbClr val="BF4F4C"/>
              </a:solidFill>
              <a:effectLst/>
            </a:endParaRPr>
          </a:p>
          <a:p>
            <a:pPr marL="285750" indent="-285750">
              <a:buFont typeface="Arial" panose="020B0604020202020204" pitchFamily="34" charset="0"/>
              <a:buChar char="•"/>
            </a:pPr>
            <a:r>
              <a:rPr lang="fr-FR" sz="1400">
                <a:solidFill>
                  <a:srgbClr val="3D3D3D"/>
                </a:solidFill>
                <a:effectLst/>
              </a:rPr>
              <a:t>Avec des couplages externes </a:t>
            </a:r>
            <a:r>
              <a:rPr lang="fr-FR" sz="1400" err="1">
                <a:solidFill>
                  <a:srgbClr val="3D3D3D"/>
                </a:solidFill>
                <a:effectLst/>
              </a:rPr>
              <a:t>lâches</a:t>
            </a:r>
            <a:r>
              <a:rPr lang="fr-FR" sz="1400">
                <a:solidFill>
                  <a:srgbClr val="3D3D3D"/>
                </a:solidFill>
                <a:effectLst/>
              </a:rPr>
              <a:t> (</a:t>
            </a:r>
            <a:r>
              <a:rPr lang="fr-FR" sz="1400" err="1">
                <a:solidFill>
                  <a:srgbClr val="3D3D3D"/>
                </a:solidFill>
                <a:effectLst/>
              </a:rPr>
              <a:t>grâce</a:t>
            </a:r>
            <a:r>
              <a:rPr lang="fr-FR" sz="1400">
                <a:solidFill>
                  <a:srgbClr val="3D3D3D"/>
                </a:solidFill>
                <a:effectLst/>
              </a:rPr>
              <a:t> à l’utilisation </a:t>
            </a:r>
            <a:r>
              <a:rPr lang="fr-FR" sz="1400" b="1">
                <a:solidFill>
                  <a:srgbClr val="3D3D3D"/>
                </a:solidFill>
                <a:effectLst/>
              </a:rPr>
              <a:t>d’</a:t>
            </a:r>
            <a:r>
              <a:rPr lang="fr-FR" sz="1400" b="1" err="1">
                <a:solidFill>
                  <a:srgbClr val="3D3D3D"/>
                </a:solidFill>
                <a:effectLst/>
              </a:rPr>
              <a:t>événements</a:t>
            </a:r>
            <a:r>
              <a:rPr lang="fr-FR" sz="1400" b="1">
                <a:solidFill>
                  <a:srgbClr val="3D3D3D"/>
                </a:solidFill>
                <a:effectLst/>
              </a:rPr>
              <a:t> asynchrones</a:t>
            </a:r>
            <a:r>
              <a:rPr lang="fr-FR" sz="1400">
                <a:solidFill>
                  <a:srgbClr val="3D3D3D"/>
                </a:solidFill>
                <a:effectLst/>
              </a:rPr>
              <a:t>) </a:t>
            </a:r>
            <a:endParaRPr lang="fr-FR" sz="1400">
              <a:solidFill>
                <a:srgbClr val="BF4F4C"/>
              </a:solidFill>
              <a:effectLst/>
            </a:endParaRPr>
          </a:p>
          <a:p>
            <a:pPr marL="285750" indent="-285750">
              <a:buFont typeface="Arial" panose="020B0604020202020204" pitchFamily="34" charset="0"/>
              <a:buChar char="•"/>
            </a:pPr>
            <a:r>
              <a:rPr lang="fr-FR" sz="1400">
                <a:solidFill>
                  <a:srgbClr val="3D3D3D"/>
                </a:solidFill>
                <a:effectLst/>
              </a:rPr>
              <a:t>Le service doit s’abonner aux </a:t>
            </a:r>
            <a:r>
              <a:rPr lang="fr-FR" sz="1400" err="1">
                <a:solidFill>
                  <a:srgbClr val="3D3D3D"/>
                </a:solidFill>
                <a:effectLst/>
              </a:rPr>
              <a:t>événements</a:t>
            </a:r>
            <a:r>
              <a:rPr lang="fr-FR" sz="1400">
                <a:solidFill>
                  <a:srgbClr val="3D3D3D"/>
                </a:solidFill>
                <a:effectLst/>
              </a:rPr>
              <a:t> qu’il souhaite, les traiter dans l’ordre d’</a:t>
            </a:r>
            <a:r>
              <a:rPr lang="fr-FR" sz="1400" err="1">
                <a:solidFill>
                  <a:srgbClr val="3D3D3D"/>
                </a:solidFill>
                <a:effectLst/>
              </a:rPr>
              <a:t>arrivée</a:t>
            </a:r>
            <a:r>
              <a:rPr lang="fr-FR" sz="1400">
                <a:solidFill>
                  <a:srgbClr val="3D3D3D"/>
                </a:solidFill>
                <a:effectLst/>
              </a:rPr>
              <a:t>, puis </a:t>
            </a:r>
            <a:r>
              <a:rPr lang="fr-FR" sz="1400" err="1">
                <a:solidFill>
                  <a:srgbClr val="3D3D3D"/>
                </a:solidFill>
                <a:effectLst/>
              </a:rPr>
              <a:t>émettre</a:t>
            </a:r>
            <a:r>
              <a:rPr lang="fr-FR" sz="1400">
                <a:solidFill>
                  <a:srgbClr val="3D3D3D"/>
                </a:solidFill>
                <a:effectLst/>
              </a:rPr>
              <a:t> un </a:t>
            </a:r>
            <a:r>
              <a:rPr lang="fr-FR" sz="1400" err="1">
                <a:solidFill>
                  <a:srgbClr val="3D3D3D"/>
                </a:solidFill>
                <a:effectLst/>
              </a:rPr>
              <a:t>événement</a:t>
            </a:r>
            <a:r>
              <a:rPr lang="fr-FR" sz="1400">
                <a:solidFill>
                  <a:srgbClr val="3D3D3D"/>
                </a:solidFill>
                <a:effectLst/>
              </a:rPr>
              <a:t> compte-rendu (callback) de l’action qu’il vient de </a:t>
            </a:r>
            <a:r>
              <a:rPr lang="fr-FR" sz="1400" err="1">
                <a:solidFill>
                  <a:srgbClr val="3D3D3D"/>
                </a:solidFill>
                <a:effectLst/>
              </a:rPr>
              <a:t>réaliser</a:t>
            </a:r>
            <a:r>
              <a:rPr lang="fr-FR" sz="1400">
                <a:solidFill>
                  <a:srgbClr val="3D3D3D"/>
                </a:solidFill>
                <a:effectLst/>
              </a:rPr>
              <a:t>. Le </a:t>
            </a:r>
            <a:r>
              <a:rPr lang="fr-FR" sz="1400" b="1">
                <a:solidFill>
                  <a:srgbClr val="3D3D3D"/>
                </a:solidFill>
                <a:effectLst/>
              </a:rPr>
              <a:t>service doit </a:t>
            </a:r>
            <a:r>
              <a:rPr lang="fr-FR" sz="1400" b="1" err="1">
                <a:solidFill>
                  <a:srgbClr val="3D3D3D"/>
                </a:solidFill>
                <a:effectLst/>
              </a:rPr>
              <a:t>être</a:t>
            </a:r>
            <a:r>
              <a:rPr lang="fr-FR" sz="1400" b="1">
                <a:solidFill>
                  <a:srgbClr val="3D3D3D"/>
                </a:solidFill>
                <a:effectLst/>
              </a:rPr>
              <a:t> autonome</a:t>
            </a:r>
            <a:r>
              <a:rPr lang="fr-FR" sz="1400">
                <a:solidFill>
                  <a:srgbClr val="3D3D3D"/>
                </a:solidFill>
                <a:effectLst/>
              </a:rPr>
              <a:t>, c’est-à-dire qu’il dispose de toutes les informations </a:t>
            </a:r>
            <a:r>
              <a:rPr lang="fr-FR" sz="1400" b="1" err="1">
                <a:solidFill>
                  <a:srgbClr val="3D3D3D"/>
                </a:solidFill>
                <a:effectLst/>
              </a:rPr>
              <a:t>nécessaires</a:t>
            </a:r>
            <a:r>
              <a:rPr lang="fr-FR" sz="1400" b="1">
                <a:solidFill>
                  <a:srgbClr val="3D3D3D"/>
                </a:solidFill>
                <a:effectLst/>
              </a:rPr>
              <a:t> à son </a:t>
            </a:r>
            <a:r>
              <a:rPr lang="fr-FR" sz="1400" b="1" err="1">
                <a:solidFill>
                  <a:srgbClr val="3D3D3D"/>
                </a:solidFill>
                <a:effectLst/>
              </a:rPr>
              <a:t>exécution</a:t>
            </a:r>
            <a:r>
              <a:rPr lang="fr-FR" sz="1400">
                <a:solidFill>
                  <a:srgbClr val="3D3D3D"/>
                </a:solidFill>
                <a:effectLst/>
              </a:rPr>
              <a:t>. </a:t>
            </a:r>
            <a:endParaRPr lang="fr-FR" sz="1400">
              <a:solidFill>
                <a:srgbClr val="BF4F4C"/>
              </a:solidFill>
              <a:effectLst/>
            </a:endParaRPr>
          </a:p>
        </p:txBody>
      </p:sp>
      <p:pic>
        <p:nvPicPr>
          <p:cNvPr id="26" name="Picture 4" descr="livre ">
            <a:extLst>
              <a:ext uri="{FF2B5EF4-FFF2-40B4-BE49-F238E27FC236}">
                <a16:creationId xmlns:a16="http://schemas.microsoft.com/office/drawing/2014/main" id="{2939BA19-1624-8D05-4711-0FEAF31ECAC1}"/>
              </a:ext>
            </a:extLst>
          </p:cNvPr>
          <p:cNvPicPr>
            <a:picLocks noChangeAspect="1" noChangeArrowheads="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9118" y="4830393"/>
            <a:ext cx="637628" cy="637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3577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Espace réservé du texte 23">
            <a:extLst>
              <a:ext uri="{FF2B5EF4-FFF2-40B4-BE49-F238E27FC236}">
                <a16:creationId xmlns:a16="http://schemas.microsoft.com/office/drawing/2014/main" id="{E3049861-5337-F109-3536-539257D48730}"/>
              </a:ext>
            </a:extLst>
          </p:cNvPr>
          <p:cNvSpPr>
            <a:spLocks noGrp="1"/>
          </p:cNvSpPr>
          <p:nvPr>
            <p:ph type="body" sz="quarter" idx="35"/>
          </p:nvPr>
        </p:nvSpPr>
        <p:spPr/>
        <p:txBody>
          <a:bodyPr/>
          <a:lstStyle/>
          <a:p>
            <a:r>
              <a:rPr lang="fr-FR"/>
              <a:t>Principes</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L’EVENT DRIVEN Architecture</a:t>
            </a:r>
          </a:p>
        </p:txBody>
      </p:sp>
      <p:grpSp>
        <p:nvGrpSpPr>
          <p:cNvPr id="49" name="Groupe 48">
            <a:extLst>
              <a:ext uri="{FF2B5EF4-FFF2-40B4-BE49-F238E27FC236}">
                <a16:creationId xmlns:a16="http://schemas.microsoft.com/office/drawing/2014/main" id="{80EFAB09-0828-58FD-A3A6-4B50A65A2DB4}"/>
              </a:ext>
            </a:extLst>
          </p:cNvPr>
          <p:cNvGrpSpPr/>
          <p:nvPr/>
        </p:nvGrpSpPr>
        <p:grpSpPr>
          <a:xfrm>
            <a:off x="348000" y="1299990"/>
            <a:ext cx="3600000" cy="2261709"/>
            <a:chOff x="1160204" y="1299990"/>
            <a:chExt cx="3600000" cy="2261709"/>
          </a:xfrm>
        </p:grpSpPr>
        <p:sp>
          <p:nvSpPr>
            <p:cNvPr id="50" name="Ellipse 49">
              <a:extLst>
                <a:ext uri="{FF2B5EF4-FFF2-40B4-BE49-F238E27FC236}">
                  <a16:creationId xmlns:a16="http://schemas.microsoft.com/office/drawing/2014/main" id="{986673DA-8F62-1396-FDC7-5B809EE22BBE}"/>
                </a:ext>
              </a:extLst>
            </p:cNvPr>
            <p:cNvSpPr/>
            <p:nvPr/>
          </p:nvSpPr>
          <p:spPr>
            <a:xfrm>
              <a:off x="2240204" y="1299990"/>
              <a:ext cx="1440000" cy="1440000"/>
            </a:xfrm>
            <a:prstGeom prst="ellipse">
              <a:avLst/>
            </a:prstGeom>
            <a:solidFill>
              <a:schemeClr val="accent6">
                <a:lumMod val="75000"/>
              </a:schemeClr>
            </a:solidFill>
            <a:ln w="25400" cap="flat" cmpd="sng" algn="ctr">
              <a:noFill/>
              <a:prstDash val="solid"/>
            </a:ln>
            <a:effectLst>
              <a:outerShdw blurRad="50800" dist="38100" dir="2700000" algn="tl" rotWithShape="0">
                <a:prstClr val="black">
                  <a:alpha val="40000"/>
                </a:prstClr>
              </a:outerShdw>
            </a:effectLst>
          </p:spPr>
          <p:txBody>
            <a:bodyPr wrap="none" bIns="72000" rtlCol="0" anchor="b"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1" i="0" u="none" strike="noStrike" kern="0" cap="none" spc="0" normalizeH="0" baseline="0" noProof="0">
                  <a:ln>
                    <a:noFill/>
                  </a:ln>
                  <a:solidFill>
                    <a:prstClr val="white"/>
                  </a:solidFill>
                  <a:effectLst/>
                  <a:uLnTx/>
                  <a:uFillTx/>
                  <a:latin typeface="Calibri"/>
                  <a:ea typeface="+mn-ea"/>
                  <a:cs typeface="+mn-cs"/>
                </a:rPr>
                <a:t>Temps réel</a:t>
              </a:r>
            </a:p>
          </p:txBody>
        </p:sp>
        <p:pic>
          <p:nvPicPr>
            <p:cNvPr id="51" name="Graphique 50" descr="Horloge">
              <a:extLst>
                <a:ext uri="{FF2B5EF4-FFF2-40B4-BE49-F238E27FC236}">
                  <a16:creationId xmlns:a16="http://schemas.microsoft.com/office/drawing/2014/main" id="{A9F49B3E-200B-1B68-E93E-AD188BED0C5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2600204" y="1468339"/>
              <a:ext cx="720000" cy="720000"/>
            </a:xfrm>
            <a:prstGeom prst="rect">
              <a:avLst/>
            </a:prstGeom>
          </p:spPr>
        </p:pic>
        <p:sp>
          <p:nvSpPr>
            <p:cNvPr id="52" name="ZoneTexte 51">
              <a:extLst>
                <a:ext uri="{FF2B5EF4-FFF2-40B4-BE49-F238E27FC236}">
                  <a16:creationId xmlns:a16="http://schemas.microsoft.com/office/drawing/2014/main" id="{9FEF7731-430B-EFC9-A630-77BAF3AFA467}"/>
                </a:ext>
              </a:extLst>
            </p:cNvPr>
            <p:cNvSpPr txBox="1"/>
            <p:nvPr/>
          </p:nvSpPr>
          <p:spPr>
            <a:xfrm>
              <a:off x="1160204" y="2823035"/>
              <a:ext cx="3600000" cy="73866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srgbClr val="3F3F3F"/>
                  </a:solidFill>
                  <a:effectLst/>
                  <a:uLnTx/>
                  <a:uFillTx/>
                  <a:latin typeface="Calibri"/>
                </a:rPr>
                <a:t>Les événements sont disponibles dès qu’ils sont produits si le consommateur d’événement est en ligne.</a:t>
              </a:r>
            </a:p>
          </p:txBody>
        </p:sp>
      </p:grpSp>
      <p:grpSp>
        <p:nvGrpSpPr>
          <p:cNvPr id="53" name="Groupe 52">
            <a:extLst>
              <a:ext uri="{FF2B5EF4-FFF2-40B4-BE49-F238E27FC236}">
                <a16:creationId xmlns:a16="http://schemas.microsoft.com/office/drawing/2014/main" id="{3A016613-710E-21C6-46C9-E6CC186736C5}"/>
              </a:ext>
            </a:extLst>
          </p:cNvPr>
          <p:cNvGrpSpPr/>
          <p:nvPr/>
        </p:nvGrpSpPr>
        <p:grpSpPr>
          <a:xfrm>
            <a:off x="4296000" y="1299990"/>
            <a:ext cx="3600000" cy="2261709"/>
            <a:chOff x="1160204" y="1299990"/>
            <a:chExt cx="3600000" cy="2261709"/>
          </a:xfrm>
        </p:grpSpPr>
        <p:sp>
          <p:nvSpPr>
            <p:cNvPr id="54" name="Ellipse 53">
              <a:extLst>
                <a:ext uri="{FF2B5EF4-FFF2-40B4-BE49-F238E27FC236}">
                  <a16:creationId xmlns:a16="http://schemas.microsoft.com/office/drawing/2014/main" id="{C6376C8D-57A2-28C6-047B-A3A3AE264CBA}"/>
                </a:ext>
              </a:extLst>
            </p:cNvPr>
            <p:cNvSpPr/>
            <p:nvPr/>
          </p:nvSpPr>
          <p:spPr>
            <a:xfrm>
              <a:off x="2240204" y="1299990"/>
              <a:ext cx="1440000" cy="1440000"/>
            </a:xfrm>
            <a:prstGeom prst="ellipse">
              <a:avLst/>
            </a:prstGeom>
            <a:solidFill>
              <a:schemeClr val="accent6">
                <a:lumMod val="75000"/>
              </a:schemeClr>
            </a:solidFill>
            <a:ln w="25400" cap="flat" cmpd="sng" algn="ctr">
              <a:noFill/>
              <a:prstDash val="solid"/>
            </a:ln>
            <a:effectLst>
              <a:outerShdw blurRad="50800" dist="38100" dir="2700000" algn="tl" rotWithShape="0">
                <a:prstClr val="black">
                  <a:alpha val="40000"/>
                </a:prstClr>
              </a:outerShdw>
            </a:effectLst>
          </p:spPr>
          <p:txBody>
            <a:bodyPr wrap="none" bIns="72000" rtlCol="0" anchor="b"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1" i="0" u="none" strike="noStrike" kern="0" cap="none" spc="0" normalizeH="0" baseline="0" noProof="0">
                  <a:ln>
                    <a:noFill/>
                  </a:ln>
                  <a:solidFill>
                    <a:prstClr val="white"/>
                  </a:solidFill>
                  <a:effectLst/>
                  <a:uLnTx/>
                  <a:uFillTx/>
                  <a:latin typeface="Calibri"/>
                  <a:ea typeface="+mn-ea"/>
                  <a:cs typeface="+mn-cs"/>
                </a:rPr>
                <a:t>Asynchrone</a:t>
              </a:r>
            </a:p>
          </p:txBody>
        </p:sp>
        <p:pic>
          <p:nvPicPr>
            <p:cNvPr id="55" name="Graphique 54" descr="Panneau de signalisation">
              <a:extLst>
                <a:ext uri="{FF2B5EF4-FFF2-40B4-BE49-F238E27FC236}">
                  <a16:creationId xmlns:a16="http://schemas.microsoft.com/office/drawing/2014/main" id="{3F55A1E6-95C5-F9A8-4E39-4DA28C780B2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2600204" y="1468339"/>
              <a:ext cx="720000" cy="720000"/>
            </a:xfrm>
            <a:prstGeom prst="rect">
              <a:avLst/>
            </a:prstGeom>
          </p:spPr>
        </p:pic>
        <p:sp>
          <p:nvSpPr>
            <p:cNvPr id="56" name="ZoneTexte 55">
              <a:extLst>
                <a:ext uri="{FF2B5EF4-FFF2-40B4-BE49-F238E27FC236}">
                  <a16:creationId xmlns:a16="http://schemas.microsoft.com/office/drawing/2014/main" id="{E8C811B3-4864-11C8-0E16-D71240C5972D}"/>
                </a:ext>
              </a:extLst>
            </p:cNvPr>
            <p:cNvSpPr txBox="1"/>
            <p:nvPr/>
          </p:nvSpPr>
          <p:spPr>
            <a:xfrm>
              <a:off x="1160204" y="2823035"/>
              <a:ext cx="3600000" cy="73866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srgbClr val="3F3F3F"/>
                  </a:solidFill>
                  <a:effectLst/>
                  <a:uLnTx/>
                  <a:uFillTx/>
                  <a:latin typeface="Calibri"/>
                </a:rPr>
                <a:t>Notification de type « </a:t>
              </a:r>
              <a:r>
                <a:rPr kumimoji="0" lang="fr-FR" sz="1400" b="0" i="0" u="none" strike="noStrike" kern="0" cap="none" spc="0" normalizeH="0" baseline="0" noProof="0" err="1">
                  <a:ln>
                    <a:noFill/>
                  </a:ln>
                  <a:solidFill>
                    <a:srgbClr val="3F3F3F"/>
                  </a:solidFill>
                  <a:effectLst/>
                  <a:uLnTx/>
                  <a:uFillTx/>
                  <a:latin typeface="Calibri"/>
                </a:rPr>
                <a:t>fire</a:t>
              </a:r>
              <a:r>
                <a:rPr kumimoji="0" lang="fr-FR" sz="1400" b="0" i="0" u="none" strike="noStrike" kern="0" cap="none" spc="0" normalizeH="0" baseline="0" noProof="0">
                  <a:ln>
                    <a:noFill/>
                  </a:ln>
                  <a:solidFill>
                    <a:srgbClr val="3F3F3F"/>
                  </a:solidFill>
                  <a:effectLst/>
                  <a:uLnTx/>
                  <a:uFillTx/>
                  <a:latin typeface="Calibri"/>
                </a:rPr>
                <a:t> and </a:t>
              </a:r>
              <a:r>
                <a:rPr kumimoji="0" lang="fr-FR" sz="1400" b="0" i="0" u="none" strike="noStrike" kern="0" cap="none" spc="0" normalizeH="0" baseline="0" noProof="0" err="1">
                  <a:ln>
                    <a:noFill/>
                  </a:ln>
                  <a:solidFill>
                    <a:srgbClr val="3F3F3F"/>
                  </a:solidFill>
                  <a:effectLst/>
                  <a:uLnTx/>
                  <a:uFillTx/>
                  <a:latin typeface="Calibri"/>
                </a:rPr>
                <a:t>forget</a:t>
              </a:r>
              <a:r>
                <a:rPr kumimoji="0" lang="fr-FR" sz="1400" b="0" i="0" u="none" strike="noStrike" kern="0" cap="none" spc="0" normalizeH="0" baseline="0" noProof="0">
                  <a:ln>
                    <a:noFill/>
                  </a:ln>
                  <a:solidFill>
                    <a:srgbClr val="3F3F3F"/>
                  </a:solidFill>
                  <a:effectLst/>
                  <a:uLnTx/>
                  <a:uFillTx/>
                  <a:latin typeface="Calibri"/>
                </a:rPr>
                <a:t> » : le producteur de l’événement n’attend pas de réponse fonctionnelle.</a:t>
              </a:r>
            </a:p>
          </p:txBody>
        </p:sp>
      </p:grpSp>
      <p:grpSp>
        <p:nvGrpSpPr>
          <p:cNvPr id="57" name="Groupe 56">
            <a:extLst>
              <a:ext uri="{FF2B5EF4-FFF2-40B4-BE49-F238E27FC236}">
                <a16:creationId xmlns:a16="http://schemas.microsoft.com/office/drawing/2014/main" id="{EF1A48F7-AA04-4877-78FB-40C9121B798F}"/>
              </a:ext>
            </a:extLst>
          </p:cNvPr>
          <p:cNvGrpSpPr/>
          <p:nvPr/>
        </p:nvGrpSpPr>
        <p:grpSpPr>
          <a:xfrm>
            <a:off x="8244000" y="1299990"/>
            <a:ext cx="3600000" cy="2477152"/>
            <a:chOff x="1160204" y="1299990"/>
            <a:chExt cx="3600000" cy="2477152"/>
          </a:xfrm>
        </p:grpSpPr>
        <p:sp>
          <p:nvSpPr>
            <p:cNvPr id="58" name="Ellipse 57">
              <a:extLst>
                <a:ext uri="{FF2B5EF4-FFF2-40B4-BE49-F238E27FC236}">
                  <a16:creationId xmlns:a16="http://schemas.microsoft.com/office/drawing/2014/main" id="{0408DB0C-CFAE-391B-B888-1F934A8D7C6E}"/>
                </a:ext>
              </a:extLst>
            </p:cNvPr>
            <p:cNvSpPr/>
            <p:nvPr/>
          </p:nvSpPr>
          <p:spPr>
            <a:xfrm>
              <a:off x="2240204" y="1299990"/>
              <a:ext cx="1440000" cy="1440000"/>
            </a:xfrm>
            <a:prstGeom prst="ellipse">
              <a:avLst/>
            </a:prstGeom>
            <a:solidFill>
              <a:schemeClr val="accent6">
                <a:lumMod val="75000"/>
              </a:schemeClr>
            </a:solidFill>
            <a:ln w="25400" cap="flat" cmpd="sng" algn="ctr">
              <a:noFill/>
              <a:prstDash val="solid"/>
            </a:ln>
            <a:effectLst>
              <a:outerShdw blurRad="50800" dist="38100" dir="2700000" algn="tl" rotWithShape="0">
                <a:prstClr val="black">
                  <a:alpha val="40000"/>
                </a:prstClr>
              </a:outerShdw>
            </a:effectLst>
          </p:spPr>
          <p:txBody>
            <a:bodyPr wrap="none" bIns="72000" rtlCol="0" anchor="b"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1" i="0" u="none" strike="noStrike" kern="0" cap="none" spc="0" normalizeH="0" baseline="0" noProof="0">
                  <a:ln>
                    <a:noFill/>
                  </a:ln>
                  <a:solidFill>
                    <a:prstClr val="white"/>
                  </a:solidFill>
                  <a:effectLst/>
                  <a:uLnTx/>
                  <a:uFillTx/>
                  <a:latin typeface="Calibri"/>
                  <a:ea typeface="+mn-ea"/>
                  <a:cs typeface="+mn-cs"/>
                </a:rPr>
                <a:t>Diffusion</a:t>
              </a:r>
            </a:p>
          </p:txBody>
        </p:sp>
        <p:pic>
          <p:nvPicPr>
            <p:cNvPr id="59" name="Graphique 58" descr="Antenne relais téléphonique">
              <a:extLst>
                <a:ext uri="{FF2B5EF4-FFF2-40B4-BE49-F238E27FC236}">
                  <a16:creationId xmlns:a16="http://schemas.microsoft.com/office/drawing/2014/main" id="{FE144346-9F49-0BB4-1DC9-EB8FAD7FE26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2600204" y="1468339"/>
              <a:ext cx="720000" cy="720000"/>
            </a:xfrm>
            <a:prstGeom prst="rect">
              <a:avLst/>
            </a:prstGeom>
          </p:spPr>
        </p:pic>
        <p:sp>
          <p:nvSpPr>
            <p:cNvPr id="60" name="ZoneTexte 59">
              <a:extLst>
                <a:ext uri="{FF2B5EF4-FFF2-40B4-BE49-F238E27FC236}">
                  <a16:creationId xmlns:a16="http://schemas.microsoft.com/office/drawing/2014/main" id="{E2443BC2-7EDD-8D8C-3676-A3DDFB7EA7EF}"/>
                </a:ext>
              </a:extLst>
            </p:cNvPr>
            <p:cNvSpPr txBox="1"/>
            <p:nvPr/>
          </p:nvSpPr>
          <p:spPr>
            <a:xfrm>
              <a:off x="1160204" y="2823035"/>
              <a:ext cx="3600000" cy="95410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srgbClr val="3F3F3F"/>
                  </a:solidFill>
                  <a:effectLst/>
                  <a:uLnTx/>
                  <a:uFillTx/>
                  <a:latin typeface="Calibri"/>
                </a:rPr>
                <a:t>Diffuse de l’information à tous composants intéressés. En fonction des implémentations, les messages sont persistés pour permettre la transmission aux consommateurs absents.</a:t>
              </a:r>
            </a:p>
          </p:txBody>
        </p:sp>
      </p:grpSp>
      <p:grpSp>
        <p:nvGrpSpPr>
          <p:cNvPr id="61" name="Groupe 60">
            <a:extLst>
              <a:ext uri="{FF2B5EF4-FFF2-40B4-BE49-F238E27FC236}">
                <a16:creationId xmlns:a16="http://schemas.microsoft.com/office/drawing/2014/main" id="{E89D729A-C440-26A9-F43D-DA74B495292F}"/>
              </a:ext>
            </a:extLst>
          </p:cNvPr>
          <p:cNvGrpSpPr/>
          <p:nvPr/>
        </p:nvGrpSpPr>
        <p:grpSpPr>
          <a:xfrm>
            <a:off x="2322000" y="4146426"/>
            <a:ext cx="3600000" cy="2046265"/>
            <a:chOff x="1160204" y="1299990"/>
            <a:chExt cx="3600000" cy="2046265"/>
          </a:xfrm>
        </p:grpSpPr>
        <p:sp>
          <p:nvSpPr>
            <p:cNvPr id="62" name="Ellipse 61">
              <a:extLst>
                <a:ext uri="{FF2B5EF4-FFF2-40B4-BE49-F238E27FC236}">
                  <a16:creationId xmlns:a16="http://schemas.microsoft.com/office/drawing/2014/main" id="{91C6747E-525D-94B0-5F89-5CD8B32B1035}"/>
                </a:ext>
              </a:extLst>
            </p:cNvPr>
            <p:cNvSpPr/>
            <p:nvPr/>
          </p:nvSpPr>
          <p:spPr>
            <a:xfrm>
              <a:off x="2240204" y="1299990"/>
              <a:ext cx="1440000" cy="1440000"/>
            </a:xfrm>
            <a:prstGeom prst="ellipse">
              <a:avLst/>
            </a:prstGeom>
            <a:solidFill>
              <a:schemeClr val="accent6">
                <a:lumMod val="75000"/>
              </a:schemeClr>
            </a:solidFill>
            <a:ln w="25400" cap="flat" cmpd="sng" algn="ctr">
              <a:noFill/>
              <a:prstDash val="solid"/>
            </a:ln>
            <a:effectLst>
              <a:outerShdw blurRad="50800" dist="38100" dir="2700000" algn="tl" rotWithShape="0">
                <a:prstClr val="black">
                  <a:alpha val="40000"/>
                </a:prstClr>
              </a:outerShdw>
            </a:effectLst>
          </p:spPr>
          <p:txBody>
            <a:bodyPr wrap="none" bIns="72000" rtlCol="0" anchor="b"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1" i="0" u="none" strike="noStrike" kern="0" cap="none" spc="0" normalizeH="0" baseline="0" noProof="0">
                  <a:ln>
                    <a:noFill/>
                  </a:ln>
                  <a:solidFill>
                    <a:prstClr val="white"/>
                  </a:solidFill>
                  <a:effectLst/>
                  <a:uLnTx/>
                  <a:uFillTx/>
                  <a:latin typeface="Calibri"/>
                  <a:ea typeface="+mn-ea"/>
                  <a:cs typeface="+mn-cs"/>
                </a:rPr>
                <a:t>Evolutivité</a:t>
              </a:r>
            </a:p>
          </p:txBody>
        </p:sp>
        <p:pic>
          <p:nvPicPr>
            <p:cNvPr id="63" name="Graphique 62" descr="Chargement">
              <a:extLst>
                <a:ext uri="{FF2B5EF4-FFF2-40B4-BE49-F238E27FC236}">
                  <a16:creationId xmlns:a16="http://schemas.microsoft.com/office/drawing/2014/main" id="{66C4ECE4-41B2-DEA4-D337-7124CBD4381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2564204" y="1468339"/>
              <a:ext cx="792000" cy="792000"/>
            </a:xfrm>
            <a:prstGeom prst="rect">
              <a:avLst/>
            </a:prstGeom>
          </p:spPr>
        </p:pic>
        <p:sp>
          <p:nvSpPr>
            <p:cNvPr id="64" name="ZoneTexte 63">
              <a:extLst>
                <a:ext uri="{FF2B5EF4-FFF2-40B4-BE49-F238E27FC236}">
                  <a16:creationId xmlns:a16="http://schemas.microsoft.com/office/drawing/2014/main" id="{D2FD7AFB-EF1E-679D-28F0-964146BCAE6D}"/>
                </a:ext>
              </a:extLst>
            </p:cNvPr>
            <p:cNvSpPr txBox="1"/>
            <p:nvPr/>
          </p:nvSpPr>
          <p:spPr>
            <a:xfrm>
              <a:off x="1160204" y="2823035"/>
              <a:ext cx="3600000"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srgbClr val="3F3F3F"/>
                  </a:solidFill>
                  <a:effectLst/>
                  <a:uLnTx/>
                  <a:uFillTx/>
                  <a:latin typeface="Calibri"/>
                </a:rPr>
                <a:t>Facilite l’ajout de nouvelles applications et leur remplacement sans impacter les autres.</a:t>
              </a:r>
            </a:p>
          </p:txBody>
        </p:sp>
      </p:grpSp>
      <p:grpSp>
        <p:nvGrpSpPr>
          <p:cNvPr id="65" name="Groupe 64">
            <a:extLst>
              <a:ext uri="{FF2B5EF4-FFF2-40B4-BE49-F238E27FC236}">
                <a16:creationId xmlns:a16="http://schemas.microsoft.com/office/drawing/2014/main" id="{A07C4542-3F98-2FDF-F465-7A8327419801}"/>
              </a:ext>
            </a:extLst>
          </p:cNvPr>
          <p:cNvGrpSpPr/>
          <p:nvPr/>
        </p:nvGrpSpPr>
        <p:grpSpPr>
          <a:xfrm>
            <a:off x="6270000" y="4146426"/>
            <a:ext cx="3600000" cy="2046265"/>
            <a:chOff x="1160204" y="1299990"/>
            <a:chExt cx="3600000" cy="2046265"/>
          </a:xfrm>
        </p:grpSpPr>
        <p:sp>
          <p:nvSpPr>
            <p:cNvPr id="66" name="Ellipse 65">
              <a:extLst>
                <a:ext uri="{FF2B5EF4-FFF2-40B4-BE49-F238E27FC236}">
                  <a16:creationId xmlns:a16="http://schemas.microsoft.com/office/drawing/2014/main" id="{59BEE231-2CBC-5207-2035-85B2046C97EC}"/>
                </a:ext>
              </a:extLst>
            </p:cNvPr>
            <p:cNvSpPr/>
            <p:nvPr/>
          </p:nvSpPr>
          <p:spPr>
            <a:xfrm>
              <a:off x="2240204" y="1299990"/>
              <a:ext cx="1440000" cy="1440000"/>
            </a:xfrm>
            <a:prstGeom prst="ellipse">
              <a:avLst/>
            </a:prstGeom>
            <a:solidFill>
              <a:schemeClr val="accent6">
                <a:lumMod val="75000"/>
              </a:schemeClr>
            </a:solidFill>
            <a:ln w="25400" cap="flat" cmpd="sng" algn="ctr">
              <a:noFill/>
              <a:prstDash val="solid"/>
            </a:ln>
            <a:effectLst>
              <a:outerShdw blurRad="50800" dist="38100" dir="2700000" algn="tl" rotWithShape="0">
                <a:prstClr val="black">
                  <a:alpha val="40000"/>
                </a:prstClr>
              </a:outerShdw>
            </a:effectLst>
          </p:spPr>
          <p:txBody>
            <a:bodyPr wrap="none" bIns="72000" rtlCol="0" anchor="b"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1" i="0" u="none" strike="noStrike" kern="0" cap="none" spc="0" normalizeH="0" baseline="0" noProof="0">
                  <a:ln>
                    <a:noFill/>
                  </a:ln>
                  <a:solidFill>
                    <a:prstClr val="white"/>
                  </a:solidFill>
                  <a:effectLst/>
                  <a:uLnTx/>
                  <a:uFillTx/>
                  <a:latin typeface="Calibri"/>
                  <a:ea typeface="+mn-ea"/>
                  <a:cs typeface="+mn-cs"/>
                </a:rPr>
                <a:t>Scalabilité</a:t>
              </a:r>
            </a:p>
          </p:txBody>
        </p:sp>
        <p:pic>
          <p:nvPicPr>
            <p:cNvPr id="67" name="Graphique 66" descr="Maximiser">
              <a:extLst>
                <a:ext uri="{FF2B5EF4-FFF2-40B4-BE49-F238E27FC236}">
                  <a16:creationId xmlns:a16="http://schemas.microsoft.com/office/drawing/2014/main" id="{3383718D-0FC4-7648-723F-07E1C7B3EC4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2636204" y="1468339"/>
              <a:ext cx="648000" cy="648000"/>
            </a:xfrm>
            <a:prstGeom prst="rect">
              <a:avLst/>
            </a:prstGeom>
          </p:spPr>
        </p:pic>
        <p:sp>
          <p:nvSpPr>
            <p:cNvPr id="68" name="ZoneTexte 67">
              <a:extLst>
                <a:ext uri="{FF2B5EF4-FFF2-40B4-BE49-F238E27FC236}">
                  <a16:creationId xmlns:a16="http://schemas.microsoft.com/office/drawing/2014/main" id="{13717D4E-80F9-6646-D66D-F3BB520A723A}"/>
                </a:ext>
              </a:extLst>
            </p:cNvPr>
            <p:cNvSpPr txBox="1"/>
            <p:nvPr/>
          </p:nvSpPr>
          <p:spPr>
            <a:xfrm>
              <a:off x="1160204" y="2823035"/>
              <a:ext cx="3600000"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0" i="0" u="none" strike="noStrike" kern="0" cap="none" spc="0" normalizeH="0" baseline="0" noProof="0">
                  <a:ln>
                    <a:noFill/>
                  </a:ln>
                  <a:solidFill>
                    <a:srgbClr val="3F3F3F"/>
                  </a:solidFill>
                  <a:effectLst/>
                  <a:uLnTx/>
                  <a:uFillTx/>
                  <a:latin typeface="Calibri"/>
                </a:rPr>
                <a:t>Aide à la gestion des variations de performance des applications.</a:t>
              </a:r>
            </a:p>
          </p:txBody>
        </p:sp>
      </p:grpSp>
    </p:spTree>
    <p:extLst>
      <p:ext uri="{BB962C8B-B14F-4D97-AF65-F5344CB8AC3E}">
        <p14:creationId xmlns:p14="http://schemas.microsoft.com/office/powerpoint/2010/main" val="2230551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Espace réservé du texte 53">
            <a:extLst>
              <a:ext uri="{FF2B5EF4-FFF2-40B4-BE49-F238E27FC236}">
                <a16:creationId xmlns:a16="http://schemas.microsoft.com/office/drawing/2014/main" id="{7A0D9E69-E7C7-1478-6ABF-5EF127429735}"/>
              </a:ext>
            </a:extLst>
          </p:cNvPr>
          <p:cNvSpPr>
            <a:spLocks noGrp="1"/>
          </p:cNvSpPr>
          <p:nvPr>
            <p:ph type="body" sz="quarter" idx="35"/>
          </p:nvPr>
        </p:nvSpPr>
        <p:spPr/>
        <p:txBody>
          <a:bodyPr/>
          <a:lstStyle/>
          <a:p>
            <a:r>
              <a:rPr lang="fr-FR" err="1"/>
              <a:t>Usecase</a:t>
            </a:r>
            <a:endParaRPr lang="fr-F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L’EVENT DRIVEN Architecture</a:t>
            </a:r>
          </a:p>
        </p:txBody>
      </p:sp>
      <p:sp>
        <p:nvSpPr>
          <p:cNvPr id="3" name="ZoneTexte 3">
            <a:extLst>
              <a:ext uri="{FF2B5EF4-FFF2-40B4-BE49-F238E27FC236}">
                <a16:creationId xmlns:a16="http://schemas.microsoft.com/office/drawing/2014/main" id="{62112113-B588-FC23-8DB3-64FC1754FFFF}"/>
              </a:ext>
            </a:extLst>
          </p:cNvPr>
          <p:cNvSpPr txBox="1"/>
          <p:nvPr/>
        </p:nvSpPr>
        <p:spPr>
          <a:xfrm>
            <a:off x="1154621" y="4263284"/>
            <a:ext cx="3383733" cy="261610"/>
          </a:xfrm>
          <a:prstGeom prst="rect">
            <a:avLst/>
          </a:prstGeom>
          <a:noFill/>
        </p:spPr>
        <p:txBody>
          <a:bodyPr wrap="square" rtlCol="0">
            <a:spAutoFit/>
          </a:bodyPr>
          <a:lstStyle/>
          <a:p>
            <a:pPr algn="ctr"/>
            <a:r>
              <a:rPr lang="fr-FR" sz="1100" b="1" spc="300">
                <a:solidFill>
                  <a:schemeClr val="accent2"/>
                </a:solidFill>
              </a:rPr>
              <a:t>SOUSCRIPTION D’ÉVÉNEMENTS</a:t>
            </a:r>
          </a:p>
        </p:txBody>
      </p:sp>
      <p:sp>
        <p:nvSpPr>
          <p:cNvPr id="4" name="Rectangle 3">
            <a:extLst>
              <a:ext uri="{FF2B5EF4-FFF2-40B4-BE49-F238E27FC236}">
                <a16:creationId xmlns:a16="http://schemas.microsoft.com/office/drawing/2014/main" id="{5B8954CC-2604-58C3-E994-F2CD11BBED98}"/>
              </a:ext>
            </a:extLst>
          </p:cNvPr>
          <p:cNvSpPr/>
          <p:nvPr/>
        </p:nvSpPr>
        <p:spPr>
          <a:xfrm>
            <a:off x="5691200" y="935496"/>
            <a:ext cx="6204059" cy="4524315"/>
          </a:xfrm>
          <a:prstGeom prst="rect">
            <a:avLst/>
          </a:prstGeom>
        </p:spPr>
        <p:txBody>
          <a:bodyPr wrap="square">
            <a:spAutoFit/>
          </a:bodyPr>
          <a:lstStyle/>
          <a:p>
            <a:pPr lvl="0"/>
            <a:r>
              <a:rPr lang="fr-FR">
                <a:solidFill>
                  <a:srgbClr val="4BACC6">
                    <a:lumMod val="75000"/>
                  </a:srgbClr>
                </a:solidFill>
              </a:rPr>
              <a:t>Présentation</a:t>
            </a:r>
          </a:p>
          <a:p>
            <a:pPr marL="285750" lvl="0" indent="-285750">
              <a:buClr>
                <a:srgbClr val="4BACC6">
                  <a:lumMod val="75000"/>
                </a:srgbClr>
              </a:buClr>
              <a:buFont typeface="Wingdings" pitchFamily="2" charset="2"/>
              <a:buChar char="ü"/>
            </a:pPr>
            <a:r>
              <a:rPr lang="fr-FR" sz="1600">
                <a:solidFill>
                  <a:srgbClr val="3F3F3F"/>
                </a:solidFill>
              </a:rPr>
              <a:t>Les services qui effectuent des changements ou qui génèrent de la donnée autorisent les autres services à souscrire à des événements.</a:t>
            </a:r>
          </a:p>
          <a:p>
            <a:pPr marL="285750" lvl="0" indent="-285750">
              <a:buClr>
                <a:srgbClr val="4BACC6">
                  <a:lumMod val="75000"/>
                </a:srgbClr>
              </a:buClr>
              <a:buFont typeface="Wingdings" pitchFamily="2" charset="2"/>
              <a:buChar char="ü"/>
            </a:pPr>
            <a:r>
              <a:rPr lang="fr-FR" sz="1600">
                <a:solidFill>
                  <a:srgbClr val="3F3F3F"/>
                </a:solidFill>
              </a:rPr>
              <a:t>Conserver une ou plusieurs vues matérialisées qui contiennent des données de plusieurs services (</a:t>
            </a:r>
            <a:r>
              <a:rPr lang="fr-FR" sz="1600" b="1">
                <a:solidFill>
                  <a:srgbClr val="3F3F3F"/>
                </a:solidFill>
              </a:rPr>
              <a:t>cache de données</a:t>
            </a:r>
            <a:r>
              <a:rPr lang="fr-FR" sz="1600">
                <a:solidFill>
                  <a:srgbClr val="3F3F3F"/>
                </a:solidFill>
              </a:rPr>
              <a:t> ou </a:t>
            </a:r>
            <a:r>
              <a:rPr lang="fr-FR" sz="1600" b="1">
                <a:solidFill>
                  <a:srgbClr val="3F3F3F"/>
                </a:solidFill>
              </a:rPr>
              <a:t>réplique</a:t>
            </a:r>
            <a:r>
              <a:rPr lang="fr-FR" sz="1600">
                <a:solidFill>
                  <a:srgbClr val="3F3F3F"/>
                </a:solidFill>
              </a:rPr>
              <a:t>)</a:t>
            </a:r>
          </a:p>
          <a:p>
            <a:pPr marL="285750" indent="-285750">
              <a:buClr>
                <a:srgbClr val="4BACC6">
                  <a:lumMod val="75000"/>
                </a:srgbClr>
              </a:buClr>
              <a:buFont typeface="Wingdings" pitchFamily="2" charset="2"/>
              <a:buChar char="ü"/>
            </a:pPr>
            <a:r>
              <a:rPr lang="fr-FR" sz="1600">
                <a:solidFill>
                  <a:srgbClr val="3F3F3F"/>
                </a:solidFill>
              </a:rPr>
              <a:t>Lorsqu’un changement a lieu, les autres services sont notifiés et mettent à jour leurs données en fonction</a:t>
            </a:r>
          </a:p>
          <a:p>
            <a:pPr marL="285750" lvl="0" indent="-285750">
              <a:buClr>
                <a:srgbClr val="4BACC6">
                  <a:lumMod val="75000"/>
                </a:srgbClr>
              </a:buClr>
              <a:buFont typeface="Wingdings" pitchFamily="2" charset="2"/>
              <a:buChar char="ü"/>
            </a:pPr>
            <a:r>
              <a:rPr lang="fr-FR" sz="1600">
                <a:solidFill>
                  <a:srgbClr val="3F3F3F"/>
                </a:solidFill>
              </a:rPr>
              <a:t>Ce mécanisme est à privilégier dans le cadre de données au cycle de vie relativement long ou pour les services ayant besoin de faire des requêtes complexes sur les données</a:t>
            </a:r>
            <a:endParaRPr lang="fr-FR">
              <a:solidFill>
                <a:srgbClr val="2CA59F"/>
              </a:solidFill>
            </a:endParaRPr>
          </a:p>
          <a:p>
            <a:pPr lvl="0">
              <a:spcBef>
                <a:spcPts val="600"/>
              </a:spcBef>
            </a:pPr>
            <a:r>
              <a:rPr lang="fr-FR">
                <a:solidFill>
                  <a:srgbClr val="2CA59F"/>
                </a:solidFill>
              </a:rPr>
              <a:t>Avantages</a:t>
            </a:r>
          </a:p>
          <a:p>
            <a:pPr marL="285750" indent="-285750">
              <a:buClr>
                <a:schemeClr val="accent3"/>
              </a:buClr>
              <a:buFont typeface="Wingdings" pitchFamily="2" charset="2"/>
              <a:buChar char="ü"/>
            </a:pPr>
            <a:r>
              <a:rPr lang="fr-FR" sz="1600"/>
              <a:t>Modèle simple à mettre en place</a:t>
            </a:r>
          </a:p>
          <a:p>
            <a:pPr marL="285750" indent="-285750">
              <a:buClr>
                <a:schemeClr val="accent3"/>
              </a:buClr>
              <a:buFont typeface="Wingdings" pitchFamily="2" charset="2"/>
              <a:buChar char="ü"/>
            </a:pPr>
            <a:r>
              <a:rPr lang="fr-FR" sz="1600">
                <a:solidFill>
                  <a:srgbClr val="3F3F3F"/>
                </a:solidFill>
              </a:rPr>
              <a:t>Réduit les échanges de données nécessaires quand les données n’évoluent pas</a:t>
            </a:r>
          </a:p>
          <a:p>
            <a:pPr marL="285750" indent="-285750">
              <a:buClr>
                <a:schemeClr val="accent3"/>
              </a:buClr>
              <a:buFont typeface="Wingdings" pitchFamily="2" charset="2"/>
              <a:buChar char="ü"/>
            </a:pPr>
            <a:r>
              <a:rPr lang="fr-FR" sz="1600">
                <a:solidFill>
                  <a:srgbClr val="3F3F3F"/>
                </a:solidFill>
              </a:rPr>
              <a:t>Permet de construire des requêtes croisées</a:t>
            </a:r>
          </a:p>
          <a:p>
            <a:pPr lvl="0">
              <a:spcBef>
                <a:spcPts val="600"/>
              </a:spcBef>
            </a:pPr>
            <a:r>
              <a:rPr lang="fr-FR">
                <a:solidFill>
                  <a:srgbClr val="C0504D"/>
                </a:solidFill>
              </a:rPr>
              <a:t>Inconvénients</a:t>
            </a:r>
          </a:p>
          <a:p>
            <a:pPr marL="285750" indent="-285750">
              <a:buClr>
                <a:schemeClr val="accent2"/>
              </a:buClr>
              <a:buFont typeface="Wingdings" pitchFamily="2" charset="2"/>
              <a:buChar char="ü"/>
            </a:pPr>
            <a:r>
              <a:rPr lang="fr-FR" sz="1600"/>
              <a:t>Nécessite de bien définir son ensemble d’événements en amont</a:t>
            </a:r>
          </a:p>
        </p:txBody>
      </p:sp>
      <p:cxnSp>
        <p:nvCxnSpPr>
          <p:cNvPr id="5" name="Connecteur droit avec flèche 4">
            <a:extLst>
              <a:ext uri="{FF2B5EF4-FFF2-40B4-BE49-F238E27FC236}">
                <a16:creationId xmlns:a16="http://schemas.microsoft.com/office/drawing/2014/main" id="{61ACCBF2-50C5-3BAD-A5D3-DD2760EAA1EB}"/>
              </a:ext>
            </a:extLst>
          </p:cNvPr>
          <p:cNvCxnSpPr>
            <a:cxnSpLocks/>
            <a:stCxn id="12" idx="4"/>
            <a:endCxn id="21" idx="1"/>
          </p:cNvCxnSpPr>
          <p:nvPr/>
        </p:nvCxnSpPr>
        <p:spPr>
          <a:xfrm flipV="1">
            <a:off x="2852647" y="2425109"/>
            <a:ext cx="1511412" cy="676558"/>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 name="Connecteur droit avec flèche 5">
            <a:extLst>
              <a:ext uri="{FF2B5EF4-FFF2-40B4-BE49-F238E27FC236}">
                <a16:creationId xmlns:a16="http://schemas.microsoft.com/office/drawing/2014/main" id="{5A478D4D-CD42-CA73-EDAC-D520D3CCB9CD}"/>
              </a:ext>
            </a:extLst>
          </p:cNvPr>
          <p:cNvCxnSpPr>
            <a:cxnSpLocks/>
            <a:stCxn id="25" idx="1"/>
            <a:endCxn id="12" idx="4"/>
          </p:cNvCxnSpPr>
          <p:nvPr/>
        </p:nvCxnSpPr>
        <p:spPr>
          <a:xfrm flipH="1" flipV="1">
            <a:off x="2852647" y="3101667"/>
            <a:ext cx="1513302" cy="639971"/>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ZoneTexte 6">
            <a:extLst>
              <a:ext uri="{FF2B5EF4-FFF2-40B4-BE49-F238E27FC236}">
                <a16:creationId xmlns:a16="http://schemas.microsoft.com/office/drawing/2014/main" id="{5ED4DEC9-F174-F3CF-840B-A314991E1159}"/>
              </a:ext>
            </a:extLst>
          </p:cNvPr>
          <p:cNvSpPr txBox="1"/>
          <p:nvPr/>
        </p:nvSpPr>
        <p:spPr>
          <a:xfrm>
            <a:off x="3207559" y="2748888"/>
            <a:ext cx="894783" cy="276999"/>
          </a:xfrm>
          <a:prstGeom prst="rect">
            <a:avLst/>
          </a:prstGeom>
          <a:noFill/>
        </p:spPr>
        <p:txBody>
          <a:bodyPr wrap="square" rtlCol="0">
            <a:spAutoFit/>
          </a:bodyPr>
          <a:lstStyle/>
          <a:p>
            <a:pPr algn="ctr"/>
            <a:r>
              <a:rPr lang="fr-FR" sz="1200" err="1">
                <a:solidFill>
                  <a:schemeClr val="accent1"/>
                </a:solidFill>
              </a:rPr>
              <a:t>event</a:t>
            </a:r>
            <a:endParaRPr lang="fr-FR" sz="1200">
              <a:solidFill>
                <a:schemeClr val="accent1"/>
              </a:solidFill>
            </a:endParaRPr>
          </a:p>
        </p:txBody>
      </p:sp>
      <p:cxnSp>
        <p:nvCxnSpPr>
          <p:cNvPr id="8" name="Connecteur en angle 74">
            <a:extLst>
              <a:ext uri="{FF2B5EF4-FFF2-40B4-BE49-F238E27FC236}">
                <a16:creationId xmlns:a16="http://schemas.microsoft.com/office/drawing/2014/main" id="{2FA7C9BB-6900-22B6-8217-7466B0846773}"/>
              </a:ext>
            </a:extLst>
          </p:cNvPr>
          <p:cNvCxnSpPr>
            <a:cxnSpLocks/>
            <a:stCxn id="21" idx="1"/>
            <a:endCxn id="12" idx="0"/>
          </p:cNvCxnSpPr>
          <p:nvPr/>
        </p:nvCxnSpPr>
        <p:spPr>
          <a:xfrm rot="10800000" flipV="1">
            <a:off x="2451495" y="2425109"/>
            <a:ext cx="1912564" cy="525000"/>
          </a:xfrm>
          <a:prstGeom prst="bentConnector2">
            <a:avLst/>
          </a:prstGeom>
          <a:ln>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24935FAD-91B2-732B-CA1A-9CBC6AA706BA}"/>
              </a:ext>
            </a:extLst>
          </p:cNvPr>
          <p:cNvSpPr txBox="1"/>
          <p:nvPr/>
        </p:nvSpPr>
        <p:spPr>
          <a:xfrm>
            <a:off x="2557227" y="2215096"/>
            <a:ext cx="1033698" cy="276999"/>
          </a:xfrm>
          <a:prstGeom prst="rect">
            <a:avLst/>
          </a:prstGeom>
          <a:noFill/>
        </p:spPr>
        <p:txBody>
          <a:bodyPr wrap="square" rtlCol="0">
            <a:spAutoFit/>
          </a:bodyPr>
          <a:lstStyle/>
          <a:p>
            <a:pPr algn="ctr"/>
            <a:r>
              <a:rPr lang="fr-FR" sz="1200">
                <a:solidFill>
                  <a:schemeClr val="accent1"/>
                </a:solidFill>
              </a:rPr>
              <a:t>souscription</a:t>
            </a:r>
          </a:p>
        </p:txBody>
      </p:sp>
      <p:cxnSp>
        <p:nvCxnSpPr>
          <p:cNvPr id="10" name="Connecteur en angle 77">
            <a:extLst>
              <a:ext uri="{FF2B5EF4-FFF2-40B4-BE49-F238E27FC236}">
                <a16:creationId xmlns:a16="http://schemas.microsoft.com/office/drawing/2014/main" id="{B0F5CDC1-2306-9772-6A6D-BE6AA7F42C87}"/>
              </a:ext>
            </a:extLst>
          </p:cNvPr>
          <p:cNvCxnSpPr>
            <a:cxnSpLocks/>
            <a:stCxn id="25" idx="1"/>
            <a:endCxn id="12" idx="2"/>
          </p:cNvCxnSpPr>
          <p:nvPr/>
        </p:nvCxnSpPr>
        <p:spPr>
          <a:xfrm rot="10800000">
            <a:off x="2451495" y="3253226"/>
            <a:ext cx="1914454" cy="488413"/>
          </a:xfrm>
          <a:prstGeom prst="bentConnector2">
            <a:avLst/>
          </a:prstGeom>
          <a:ln>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4FF2A56B-E8A4-F8C6-1F6C-498EF877490F}"/>
              </a:ext>
            </a:extLst>
          </p:cNvPr>
          <p:cNvSpPr txBox="1"/>
          <p:nvPr/>
        </p:nvSpPr>
        <p:spPr>
          <a:xfrm>
            <a:off x="2382404" y="3674708"/>
            <a:ext cx="1382332" cy="276999"/>
          </a:xfrm>
          <a:prstGeom prst="rect">
            <a:avLst/>
          </a:prstGeom>
          <a:noFill/>
        </p:spPr>
        <p:txBody>
          <a:bodyPr wrap="square" rtlCol="0">
            <a:spAutoFit/>
          </a:bodyPr>
          <a:lstStyle/>
          <a:p>
            <a:pPr algn="ctr"/>
            <a:r>
              <a:rPr lang="fr-FR" sz="1200">
                <a:solidFill>
                  <a:schemeClr val="accent1"/>
                </a:solidFill>
              </a:rPr>
              <a:t>souscription</a:t>
            </a:r>
          </a:p>
        </p:txBody>
      </p:sp>
      <p:sp>
        <p:nvSpPr>
          <p:cNvPr id="12" name="Organigramme : Stockage à accès direct 41">
            <a:extLst>
              <a:ext uri="{FF2B5EF4-FFF2-40B4-BE49-F238E27FC236}">
                <a16:creationId xmlns:a16="http://schemas.microsoft.com/office/drawing/2014/main" id="{C3DAF6FD-9A18-6831-AB4E-EC9AAE427F71}"/>
              </a:ext>
            </a:extLst>
          </p:cNvPr>
          <p:cNvSpPr/>
          <p:nvPr/>
        </p:nvSpPr>
        <p:spPr>
          <a:xfrm>
            <a:off x="2050343" y="2950109"/>
            <a:ext cx="802304" cy="303116"/>
          </a:xfrm>
          <a:prstGeom prst="flowChartMagneticDrum">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400">
              <a:solidFill>
                <a:schemeClr val="tx1"/>
              </a:solidFill>
            </a:endParaRPr>
          </a:p>
        </p:txBody>
      </p:sp>
      <p:cxnSp>
        <p:nvCxnSpPr>
          <p:cNvPr id="13" name="Connecteur droit avec flèche 12">
            <a:extLst>
              <a:ext uri="{FF2B5EF4-FFF2-40B4-BE49-F238E27FC236}">
                <a16:creationId xmlns:a16="http://schemas.microsoft.com/office/drawing/2014/main" id="{DAEC995B-EF0E-7493-DB1D-08A60C76CD84}"/>
              </a:ext>
            </a:extLst>
          </p:cNvPr>
          <p:cNvCxnSpPr>
            <a:cxnSpLocks/>
            <a:stCxn id="17" idx="3"/>
            <a:endCxn id="12" idx="1"/>
          </p:cNvCxnSpPr>
          <p:nvPr/>
        </p:nvCxnSpPr>
        <p:spPr>
          <a:xfrm flipV="1">
            <a:off x="1325646" y="3101667"/>
            <a:ext cx="724697" cy="6802"/>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C56A862C-06AE-4A52-C680-51620497A0A1}"/>
              </a:ext>
            </a:extLst>
          </p:cNvPr>
          <p:cNvSpPr txBox="1"/>
          <p:nvPr/>
        </p:nvSpPr>
        <p:spPr>
          <a:xfrm>
            <a:off x="1328266" y="2887395"/>
            <a:ext cx="715482" cy="276999"/>
          </a:xfrm>
          <a:prstGeom prst="rect">
            <a:avLst/>
          </a:prstGeom>
          <a:noFill/>
        </p:spPr>
        <p:txBody>
          <a:bodyPr wrap="square" rtlCol="0">
            <a:spAutoFit/>
          </a:bodyPr>
          <a:lstStyle/>
          <a:p>
            <a:pPr algn="ctr"/>
            <a:r>
              <a:rPr lang="fr-FR" sz="1200" err="1">
                <a:solidFill>
                  <a:schemeClr val="accent1"/>
                </a:solidFill>
              </a:rPr>
              <a:t>event</a:t>
            </a:r>
            <a:endParaRPr lang="fr-FR" sz="1200">
              <a:solidFill>
                <a:schemeClr val="accent1"/>
              </a:solidFill>
            </a:endParaRPr>
          </a:p>
        </p:txBody>
      </p:sp>
      <p:sp>
        <p:nvSpPr>
          <p:cNvPr id="15" name="Cylindre 14">
            <a:extLst>
              <a:ext uri="{FF2B5EF4-FFF2-40B4-BE49-F238E27FC236}">
                <a16:creationId xmlns:a16="http://schemas.microsoft.com/office/drawing/2014/main" id="{07DE888D-0414-1191-838E-125ADC9B3ADF}"/>
              </a:ext>
            </a:extLst>
          </p:cNvPr>
          <p:cNvSpPr/>
          <p:nvPr/>
        </p:nvSpPr>
        <p:spPr>
          <a:xfrm>
            <a:off x="529576" y="3821269"/>
            <a:ext cx="371425" cy="414614"/>
          </a:xfrm>
          <a:prstGeom prst="can">
            <a:avLst/>
          </a:prstGeom>
          <a:solidFill>
            <a:srgbClr val="2D6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bg1"/>
                </a:solidFill>
              </a:rPr>
              <a:t>DB</a:t>
            </a:r>
          </a:p>
        </p:txBody>
      </p:sp>
      <p:grpSp>
        <p:nvGrpSpPr>
          <p:cNvPr id="16" name="Groupe 15">
            <a:extLst>
              <a:ext uri="{FF2B5EF4-FFF2-40B4-BE49-F238E27FC236}">
                <a16:creationId xmlns:a16="http://schemas.microsoft.com/office/drawing/2014/main" id="{4D21008D-CE69-A61E-2400-80B92E8091D3}"/>
              </a:ext>
            </a:extLst>
          </p:cNvPr>
          <p:cNvGrpSpPr/>
          <p:nvPr/>
        </p:nvGrpSpPr>
        <p:grpSpPr>
          <a:xfrm>
            <a:off x="104933" y="2757689"/>
            <a:ext cx="1220713" cy="701559"/>
            <a:chOff x="921512" y="2061049"/>
            <a:chExt cx="1220713" cy="701559"/>
          </a:xfrm>
        </p:grpSpPr>
        <p:sp>
          <p:nvSpPr>
            <p:cNvPr id="17" name="Rectangle 16">
              <a:extLst>
                <a:ext uri="{FF2B5EF4-FFF2-40B4-BE49-F238E27FC236}">
                  <a16:creationId xmlns:a16="http://schemas.microsoft.com/office/drawing/2014/main" id="{35387AB1-FA3A-2171-4FD7-825AC6ABC888}"/>
                </a:ext>
              </a:extLst>
            </p:cNvPr>
            <p:cNvSpPr/>
            <p:nvPr/>
          </p:nvSpPr>
          <p:spPr>
            <a:xfrm>
              <a:off x="921512" y="2061049"/>
              <a:ext cx="1220713" cy="701559"/>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tx1"/>
                </a:solidFill>
              </a:endParaRPr>
            </a:p>
          </p:txBody>
        </p:sp>
        <p:sp>
          <p:nvSpPr>
            <p:cNvPr id="18" name="Rectangle 17">
              <a:extLst>
                <a:ext uri="{FF2B5EF4-FFF2-40B4-BE49-F238E27FC236}">
                  <a16:creationId xmlns:a16="http://schemas.microsoft.com/office/drawing/2014/main" id="{A865646D-D49C-E894-2CC7-F477B8BF8511}"/>
                </a:ext>
              </a:extLst>
            </p:cNvPr>
            <p:cNvSpPr/>
            <p:nvPr/>
          </p:nvSpPr>
          <p:spPr>
            <a:xfrm>
              <a:off x="921512" y="2061613"/>
              <a:ext cx="1220713" cy="209712"/>
            </a:xfrm>
            <a:prstGeom prst="rect">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spc="300">
                  <a:solidFill>
                    <a:schemeClr val="bg1"/>
                  </a:solidFill>
                </a:rPr>
                <a:t>MICRO SERVICE 1</a:t>
              </a:r>
            </a:p>
          </p:txBody>
        </p:sp>
        <p:pic>
          <p:nvPicPr>
            <p:cNvPr id="19" name="Picture 9">
              <a:extLst>
                <a:ext uri="{FF2B5EF4-FFF2-40B4-BE49-F238E27FC236}">
                  <a16:creationId xmlns:a16="http://schemas.microsoft.com/office/drawing/2014/main" id="{8ACA9A46-FAEB-38DB-9641-46884CA963E6}"/>
                </a:ext>
              </a:extLst>
            </p:cNvPr>
            <p:cNvPicPr>
              <a:picLocks noChangeAspect="1" noChangeArrowheads="1"/>
            </p:cNvPicPr>
            <p:nvPr/>
          </p:nvPicPr>
          <p:blipFill>
            <a:blip r:embed="rId3" cstate="screen">
              <a:duotone>
                <a:schemeClr val="accent4">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1323068" y="2336539"/>
              <a:ext cx="417600" cy="362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0" name="Groupe 19">
            <a:extLst>
              <a:ext uri="{FF2B5EF4-FFF2-40B4-BE49-F238E27FC236}">
                <a16:creationId xmlns:a16="http://schemas.microsoft.com/office/drawing/2014/main" id="{ECB17E7D-219C-AE50-01C1-C33DA46F5866}"/>
              </a:ext>
            </a:extLst>
          </p:cNvPr>
          <p:cNvGrpSpPr/>
          <p:nvPr/>
        </p:nvGrpSpPr>
        <p:grpSpPr>
          <a:xfrm>
            <a:off x="4364059" y="2074329"/>
            <a:ext cx="1220713" cy="701559"/>
            <a:chOff x="12454764" y="851793"/>
            <a:chExt cx="1220713" cy="701559"/>
          </a:xfrm>
        </p:grpSpPr>
        <p:sp>
          <p:nvSpPr>
            <p:cNvPr id="21" name="Rectangle 20">
              <a:extLst>
                <a:ext uri="{FF2B5EF4-FFF2-40B4-BE49-F238E27FC236}">
                  <a16:creationId xmlns:a16="http://schemas.microsoft.com/office/drawing/2014/main" id="{6F10D1EF-66FF-746F-22F9-47C608C8DCF5}"/>
                </a:ext>
              </a:extLst>
            </p:cNvPr>
            <p:cNvSpPr/>
            <p:nvPr/>
          </p:nvSpPr>
          <p:spPr>
            <a:xfrm>
              <a:off x="12454764" y="851793"/>
              <a:ext cx="1220713" cy="701559"/>
            </a:xfrm>
            <a:prstGeom prst="rect">
              <a:avLst/>
            </a:prstGeom>
            <a:noFill/>
            <a:ln>
              <a:solidFill>
                <a:srgbClr val="228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tx1"/>
                </a:solidFill>
              </a:endParaRPr>
            </a:p>
          </p:txBody>
        </p:sp>
        <p:sp>
          <p:nvSpPr>
            <p:cNvPr id="22" name="Rectangle 21">
              <a:extLst>
                <a:ext uri="{FF2B5EF4-FFF2-40B4-BE49-F238E27FC236}">
                  <a16:creationId xmlns:a16="http://schemas.microsoft.com/office/drawing/2014/main" id="{8373991C-4ED9-0416-59AE-B2FA293DCA38}"/>
                </a:ext>
              </a:extLst>
            </p:cNvPr>
            <p:cNvSpPr/>
            <p:nvPr/>
          </p:nvSpPr>
          <p:spPr>
            <a:xfrm>
              <a:off x="12454764" y="852357"/>
              <a:ext cx="1220713" cy="209712"/>
            </a:xfrm>
            <a:prstGeom prst="rect">
              <a:avLst/>
            </a:prstGeom>
            <a:solidFill>
              <a:srgbClr val="228099"/>
            </a:solidFill>
            <a:ln>
              <a:solidFill>
                <a:srgbClr val="228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spc="300">
                  <a:solidFill>
                    <a:schemeClr val="bg1"/>
                  </a:solidFill>
                </a:rPr>
                <a:t>MICRO SERVICE 2</a:t>
              </a:r>
            </a:p>
          </p:txBody>
        </p:sp>
        <p:pic>
          <p:nvPicPr>
            <p:cNvPr id="23" name="Picture 9">
              <a:extLst>
                <a:ext uri="{FF2B5EF4-FFF2-40B4-BE49-F238E27FC236}">
                  <a16:creationId xmlns:a16="http://schemas.microsoft.com/office/drawing/2014/main" id="{ABE94227-13AF-E216-6E13-C3DF967BAF3B}"/>
                </a:ext>
              </a:extLst>
            </p:cNvPr>
            <p:cNvPicPr>
              <a:picLocks noChangeAspect="1" noChangeArrowheads="1"/>
            </p:cNvPicPr>
            <p:nvPr/>
          </p:nvPicPr>
          <p:blipFill>
            <a:blip r:embed="rId3" cstate="screen">
              <a:duotone>
                <a:schemeClr val="accent5">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12856320" y="1127283"/>
              <a:ext cx="417600" cy="362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4" name="Groupe 23">
            <a:extLst>
              <a:ext uri="{FF2B5EF4-FFF2-40B4-BE49-F238E27FC236}">
                <a16:creationId xmlns:a16="http://schemas.microsoft.com/office/drawing/2014/main" id="{FF1A131C-049B-2B7C-9FB6-BAC2AF51A8F8}"/>
              </a:ext>
            </a:extLst>
          </p:cNvPr>
          <p:cNvGrpSpPr/>
          <p:nvPr/>
        </p:nvGrpSpPr>
        <p:grpSpPr>
          <a:xfrm>
            <a:off x="4365949" y="3390858"/>
            <a:ext cx="1220713" cy="701559"/>
            <a:chOff x="12445972" y="2154152"/>
            <a:chExt cx="1220713" cy="701559"/>
          </a:xfrm>
        </p:grpSpPr>
        <p:sp>
          <p:nvSpPr>
            <p:cNvPr id="25" name="Rectangle 24">
              <a:extLst>
                <a:ext uri="{FF2B5EF4-FFF2-40B4-BE49-F238E27FC236}">
                  <a16:creationId xmlns:a16="http://schemas.microsoft.com/office/drawing/2014/main" id="{EDCBBF04-6B67-F62F-23E7-1349C0BA75C1}"/>
                </a:ext>
              </a:extLst>
            </p:cNvPr>
            <p:cNvSpPr/>
            <p:nvPr/>
          </p:nvSpPr>
          <p:spPr>
            <a:xfrm>
              <a:off x="12445972" y="2154152"/>
              <a:ext cx="1220713" cy="701559"/>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tx1"/>
                </a:solidFill>
              </a:endParaRPr>
            </a:p>
          </p:txBody>
        </p:sp>
        <p:sp>
          <p:nvSpPr>
            <p:cNvPr id="26" name="Rectangle 25">
              <a:extLst>
                <a:ext uri="{FF2B5EF4-FFF2-40B4-BE49-F238E27FC236}">
                  <a16:creationId xmlns:a16="http://schemas.microsoft.com/office/drawing/2014/main" id="{846C5489-4588-C1BB-E2E1-E87D721AEA90}"/>
                </a:ext>
              </a:extLst>
            </p:cNvPr>
            <p:cNvSpPr/>
            <p:nvPr/>
          </p:nvSpPr>
          <p:spPr>
            <a:xfrm>
              <a:off x="12445972" y="2154716"/>
              <a:ext cx="1220713" cy="209712"/>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spc="300">
                  <a:solidFill>
                    <a:schemeClr val="bg1"/>
                  </a:solidFill>
                </a:rPr>
                <a:t>MICRO SERVICE 3</a:t>
              </a:r>
            </a:p>
          </p:txBody>
        </p:sp>
        <p:pic>
          <p:nvPicPr>
            <p:cNvPr id="27" name="Picture 9">
              <a:extLst>
                <a:ext uri="{FF2B5EF4-FFF2-40B4-BE49-F238E27FC236}">
                  <a16:creationId xmlns:a16="http://schemas.microsoft.com/office/drawing/2014/main" id="{61C1446A-94F3-7E19-1ECD-D6B158BD3561}"/>
                </a:ext>
              </a:extLst>
            </p:cNvPr>
            <p:cNvPicPr>
              <a:picLocks noChangeAspect="1" noChangeArrowheads="1"/>
            </p:cNvPicPr>
            <p:nvPr/>
          </p:nvPicPr>
          <p:blipFill>
            <a:blip r:embed="rId3" cstate="screen">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12847528" y="2429642"/>
              <a:ext cx="417600" cy="362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8" name="ZoneTexte 27">
            <a:extLst>
              <a:ext uri="{FF2B5EF4-FFF2-40B4-BE49-F238E27FC236}">
                <a16:creationId xmlns:a16="http://schemas.microsoft.com/office/drawing/2014/main" id="{C2364CB5-DCB2-B9CE-3177-DB7CBB29101A}"/>
              </a:ext>
            </a:extLst>
          </p:cNvPr>
          <p:cNvSpPr txBox="1"/>
          <p:nvPr/>
        </p:nvSpPr>
        <p:spPr>
          <a:xfrm>
            <a:off x="3207559" y="3137001"/>
            <a:ext cx="894783" cy="276999"/>
          </a:xfrm>
          <a:prstGeom prst="rect">
            <a:avLst/>
          </a:prstGeom>
          <a:noFill/>
        </p:spPr>
        <p:txBody>
          <a:bodyPr wrap="square" rtlCol="0">
            <a:spAutoFit/>
          </a:bodyPr>
          <a:lstStyle/>
          <a:p>
            <a:pPr algn="ctr"/>
            <a:r>
              <a:rPr lang="fr-FR" sz="1200" err="1">
                <a:solidFill>
                  <a:schemeClr val="accent1"/>
                </a:solidFill>
              </a:rPr>
              <a:t>event</a:t>
            </a:r>
            <a:endParaRPr lang="fr-FR" sz="1200">
              <a:solidFill>
                <a:schemeClr val="accent1"/>
              </a:solidFill>
            </a:endParaRPr>
          </a:p>
        </p:txBody>
      </p:sp>
      <p:cxnSp>
        <p:nvCxnSpPr>
          <p:cNvPr id="29" name="Connecteur droit avec flèche 28">
            <a:extLst>
              <a:ext uri="{FF2B5EF4-FFF2-40B4-BE49-F238E27FC236}">
                <a16:creationId xmlns:a16="http://schemas.microsoft.com/office/drawing/2014/main" id="{4FDBD6ED-23F4-FDAF-5F52-BFEECF173F37}"/>
              </a:ext>
            </a:extLst>
          </p:cNvPr>
          <p:cNvCxnSpPr>
            <a:cxnSpLocks/>
            <a:stCxn id="17" idx="2"/>
            <a:endCxn id="15" idx="1"/>
          </p:cNvCxnSpPr>
          <p:nvPr/>
        </p:nvCxnSpPr>
        <p:spPr>
          <a:xfrm flipH="1">
            <a:off x="715289" y="3459248"/>
            <a:ext cx="1" cy="3620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Cylindre 29">
            <a:extLst>
              <a:ext uri="{FF2B5EF4-FFF2-40B4-BE49-F238E27FC236}">
                <a16:creationId xmlns:a16="http://schemas.microsoft.com/office/drawing/2014/main" id="{0DFDB99A-5998-969C-81D5-3494FD048294}"/>
              </a:ext>
            </a:extLst>
          </p:cNvPr>
          <p:cNvSpPr/>
          <p:nvPr/>
        </p:nvSpPr>
        <p:spPr>
          <a:xfrm>
            <a:off x="4788702" y="4381608"/>
            <a:ext cx="371425" cy="414614"/>
          </a:xfrm>
          <a:prstGeom prst="can">
            <a:avLst/>
          </a:prstGeom>
          <a:solidFill>
            <a:srgbClr val="2D6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bg1"/>
                </a:solidFill>
              </a:rPr>
              <a:t>DB</a:t>
            </a:r>
          </a:p>
        </p:txBody>
      </p:sp>
      <p:sp>
        <p:nvSpPr>
          <p:cNvPr id="31" name="Cylindre 30">
            <a:extLst>
              <a:ext uri="{FF2B5EF4-FFF2-40B4-BE49-F238E27FC236}">
                <a16:creationId xmlns:a16="http://schemas.microsoft.com/office/drawing/2014/main" id="{B075EF69-F650-CFFC-8ACA-4077F200B657}"/>
              </a:ext>
            </a:extLst>
          </p:cNvPr>
          <p:cNvSpPr/>
          <p:nvPr/>
        </p:nvSpPr>
        <p:spPr>
          <a:xfrm>
            <a:off x="4788702" y="1365071"/>
            <a:ext cx="371425" cy="414614"/>
          </a:xfrm>
          <a:prstGeom prst="can">
            <a:avLst/>
          </a:prstGeom>
          <a:solidFill>
            <a:srgbClr val="2D6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bg1"/>
                </a:solidFill>
              </a:rPr>
              <a:t>DB</a:t>
            </a:r>
          </a:p>
        </p:txBody>
      </p:sp>
      <p:cxnSp>
        <p:nvCxnSpPr>
          <p:cNvPr id="48" name="Connecteur droit avec flèche 47">
            <a:extLst>
              <a:ext uri="{FF2B5EF4-FFF2-40B4-BE49-F238E27FC236}">
                <a16:creationId xmlns:a16="http://schemas.microsoft.com/office/drawing/2014/main" id="{C37660DA-4D78-A69E-C3F9-83EFAF00CD30}"/>
              </a:ext>
            </a:extLst>
          </p:cNvPr>
          <p:cNvCxnSpPr>
            <a:stCxn id="22" idx="0"/>
            <a:endCxn id="31" idx="3"/>
          </p:cNvCxnSpPr>
          <p:nvPr/>
        </p:nvCxnSpPr>
        <p:spPr>
          <a:xfrm flipH="1" flipV="1">
            <a:off x="4974415" y="1779685"/>
            <a:ext cx="1" cy="295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Connecteur droit avec flèche 68">
            <a:extLst>
              <a:ext uri="{FF2B5EF4-FFF2-40B4-BE49-F238E27FC236}">
                <a16:creationId xmlns:a16="http://schemas.microsoft.com/office/drawing/2014/main" id="{B6F45FCE-CF85-A21E-6E54-DCB49CE60CE9}"/>
              </a:ext>
            </a:extLst>
          </p:cNvPr>
          <p:cNvCxnSpPr>
            <a:stCxn id="25" idx="2"/>
            <a:endCxn id="30" idx="1"/>
          </p:cNvCxnSpPr>
          <p:nvPr/>
        </p:nvCxnSpPr>
        <p:spPr>
          <a:xfrm flipH="1">
            <a:off x="4974415" y="4092417"/>
            <a:ext cx="1891" cy="2891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94279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Espace réservé du texte 33">
            <a:extLst>
              <a:ext uri="{FF2B5EF4-FFF2-40B4-BE49-F238E27FC236}">
                <a16:creationId xmlns:a16="http://schemas.microsoft.com/office/drawing/2014/main" id="{58C6557A-30B0-184D-CF7F-A8C0118C0472}"/>
              </a:ext>
            </a:extLst>
          </p:cNvPr>
          <p:cNvSpPr>
            <a:spLocks noGrp="1"/>
          </p:cNvSpPr>
          <p:nvPr>
            <p:ph type="body" sz="quarter" idx="35"/>
          </p:nvPr>
        </p:nvSpPr>
        <p:spPr/>
        <p:txBody>
          <a:bodyPr/>
          <a:lstStyle/>
          <a:p>
            <a:r>
              <a:rPr lang="fr-FR"/>
              <a:t>Composants</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L’EVENT DRIVEN Architecture</a:t>
            </a:r>
          </a:p>
        </p:txBody>
      </p:sp>
      <p:graphicFrame>
        <p:nvGraphicFramePr>
          <p:cNvPr id="49" name="Tableau 48">
            <a:extLst>
              <a:ext uri="{FF2B5EF4-FFF2-40B4-BE49-F238E27FC236}">
                <a16:creationId xmlns:a16="http://schemas.microsoft.com/office/drawing/2014/main" id="{2F720984-2997-AEFF-5C9A-A3DA4DC1206E}"/>
              </a:ext>
            </a:extLst>
          </p:cNvPr>
          <p:cNvGraphicFramePr>
            <a:graphicFrameLocks noGrp="1"/>
          </p:cNvGraphicFramePr>
          <p:nvPr>
            <p:extLst>
              <p:ext uri="{D42A27DB-BD31-4B8C-83A1-F6EECF244321}">
                <p14:modId xmlns:p14="http://schemas.microsoft.com/office/powerpoint/2010/main" val="1246178110"/>
              </p:ext>
            </p:extLst>
          </p:nvPr>
        </p:nvGraphicFramePr>
        <p:xfrm>
          <a:off x="0" y="2283045"/>
          <a:ext cx="11968480" cy="2016760"/>
        </p:xfrm>
        <a:graphic>
          <a:graphicData uri="http://schemas.openxmlformats.org/drawingml/2006/table">
            <a:tbl>
              <a:tblPr firstRow="1" bandRow="1">
                <a:tableStyleId>{F5AB1C69-6EDB-4FF4-983F-18BD219EF322}</a:tableStyleId>
              </a:tblPr>
              <a:tblGrid>
                <a:gridCol w="1503680">
                  <a:extLst>
                    <a:ext uri="{9D8B030D-6E8A-4147-A177-3AD203B41FA5}">
                      <a16:colId xmlns:a16="http://schemas.microsoft.com/office/drawing/2014/main" val="3319278102"/>
                    </a:ext>
                  </a:extLst>
                </a:gridCol>
                <a:gridCol w="1308100">
                  <a:extLst>
                    <a:ext uri="{9D8B030D-6E8A-4147-A177-3AD203B41FA5}">
                      <a16:colId xmlns:a16="http://schemas.microsoft.com/office/drawing/2014/main" val="3196605710"/>
                    </a:ext>
                  </a:extLst>
                </a:gridCol>
                <a:gridCol w="1308100">
                  <a:extLst>
                    <a:ext uri="{9D8B030D-6E8A-4147-A177-3AD203B41FA5}">
                      <a16:colId xmlns:a16="http://schemas.microsoft.com/office/drawing/2014/main" val="617473792"/>
                    </a:ext>
                  </a:extLst>
                </a:gridCol>
                <a:gridCol w="1308100">
                  <a:extLst>
                    <a:ext uri="{9D8B030D-6E8A-4147-A177-3AD203B41FA5}">
                      <a16:colId xmlns:a16="http://schemas.microsoft.com/office/drawing/2014/main" val="568149770"/>
                    </a:ext>
                  </a:extLst>
                </a:gridCol>
                <a:gridCol w="1308100">
                  <a:extLst>
                    <a:ext uri="{9D8B030D-6E8A-4147-A177-3AD203B41FA5}">
                      <a16:colId xmlns:a16="http://schemas.microsoft.com/office/drawing/2014/main" val="1089678288"/>
                    </a:ext>
                  </a:extLst>
                </a:gridCol>
                <a:gridCol w="2616200">
                  <a:extLst>
                    <a:ext uri="{9D8B030D-6E8A-4147-A177-3AD203B41FA5}">
                      <a16:colId xmlns:a16="http://schemas.microsoft.com/office/drawing/2014/main" val="4246678061"/>
                    </a:ext>
                  </a:extLst>
                </a:gridCol>
                <a:gridCol w="1308100">
                  <a:extLst>
                    <a:ext uri="{9D8B030D-6E8A-4147-A177-3AD203B41FA5}">
                      <a16:colId xmlns:a16="http://schemas.microsoft.com/office/drawing/2014/main" val="202379873"/>
                    </a:ext>
                  </a:extLst>
                </a:gridCol>
                <a:gridCol w="1308100">
                  <a:extLst>
                    <a:ext uri="{9D8B030D-6E8A-4147-A177-3AD203B41FA5}">
                      <a16:colId xmlns:a16="http://schemas.microsoft.com/office/drawing/2014/main" val="1011595240"/>
                    </a:ext>
                  </a:extLst>
                </a:gridCol>
              </a:tblGrid>
              <a:tr h="370840">
                <a:tc>
                  <a:txBody>
                    <a:bodyPr/>
                    <a:lstStyle/>
                    <a:p>
                      <a:pPr marL="72000" lvl="0" algn="l"/>
                      <a:endParaRPr lang="fr-FR" sz="1600">
                        <a:solidFill>
                          <a:schemeClr val="accent2"/>
                        </a:solidFill>
                      </a:endParaRPr>
                    </a:p>
                  </a:txBody>
                  <a:tcPr anchor="ctr">
                    <a:lnL w="12700" cap="flat" cmpd="sng" algn="ctr">
                      <a:noFill/>
                      <a:prstDash val="solid"/>
                      <a:round/>
                      <a:headEnd type="none" w="med" len="med"/>
                      <a:tailEnd type="none" w="med" len="med"/>
                    </a:lnL>
                    <a:lnR w="9525" cap="flat" cmpd="sng" algn="ctr">
                      <a:solidFill>
                        <a:srgbClr val="90A2A1"/>
                      </a:solidFill>
                      <a:prstDash val="lgDash"/>
                      <a:round/>
                      <a:headEnd type="none" w="med" len="med"/>
                      <a:tailEnd type="none" w="med" len="med"/>
                    </a:lnR>
                    <a:lnT w="12700" cap="flat" cmpd="sng" algn="ctr">
                      <a:noFill/>
                      <a:prstDash val="solid"/>
                      <a:round/>
                      <a:headEnd type="none" w="med" len="med"/>
                      <a:tailEnd type="none" w="med" len="med"/>
                    </a:lnT>
                    <a:lnB w="9525" cap="flat" cmpd="sng" algn="ctr">
                      <a:solidFill>
                        <a:srgbClr val="90A2A1"/>
                      </a:solidFill>
                      <a:prstDash val="lgDash"/>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fr-FR" sz="1600">
                          <a:solidFill>
                            <a:srgbClr val="6D6D6D"/>
                          </a:solidFill>
                        </a:rPr>
                        <a:t>Event </a:t>
                      </a:r>
                      <a:r>
                        <a:rPr lang="fr-FR" sz="1600" err="1">
                          <a:solidFill>
                            <a:srgbClr val="6D6D6D"/>
                          </a:solidFill>
                        </a:rPr>
                        <a:t>capturing</a:t>
                      </a:r>
                      <a:endParaRPr lang="fr-FR" sz="1600">
                        <a:solidFill>
                          <a:srgbClr val="6D6D6D"/>
                        </a:solidFill>
                      </a:endParaRPr>
                    </a:p>
                  </a:txBody>
                  <a:tcPr anchor="ctr">
                    <a:lnL w="9525" cap="flat" cmpd="sng" algn="ctr">
                      <a:solidFill>
                        <a:srgbClr val="90A2A1"/>
                      </a:solidFill>
                      <a:prstDash val="lgDash"/>
                      <a:round/>
                      <a:headEnd type="none" w="med" len="med"/>
                      <a:tailEnd type="none" w="med" len="med"/>
                    </a:lnL>
                    <a:lnR w="9525" cap="flat" cmpd="sng" algn="ctr">
                      <a:solidFill>
                        <a:srgbClr val="90A2A1"/>
                      </a:solidFill>
                      <a:prstDash val="lgDash"/>
                      <a:round/>
                      <a:headEnd type="none" w="med" len="med"/>
                      <a:tailEnd type="none" w="med" len="med"/>
                    </a:lnR>
                    <a:lnT w="12700" cap="flat" cmpd="sng" algn="ctr">
                      <a:noFill/>
                      <a:prstDash val="solid"/>
                      <a:round/>
                      <a:headEnd type="none" w="med" len="med"/>
                      <a:tailEnd type="none" w="med" len="med"/>
                    </a:lnT>
                    <a:lnB w="9525" cap="flat" cmpd="sng" algn="ctr">
                      <a:solidFill>
                        <a:srgbClr val="90A2A1"/>
                      </a:solidFill>
                      <a:prstDash val="lgDash"/>
                      <a:round/>
                      <a:headEnd type="none" w="med" len="med"/>
                      <a:tailEnd type="none" w="med" len="med"/>
                    </a:lnB>
                    <a:lnTlToBr w="12700" cmpd="sng">
                      <a:noFill/>
                      <a:prstDash val="solid"/>
                    </a:lnTlToBr>
                    <a:lnBlToTr w="12700" cmpd="sng">
                      <a:noFill/>
                      <a:prstDash val="solid"/>
                    </a:lnBlToTr>
                    <a:noFill/>
                  </a:tcPr>
                </a:tc>
                <a:tc hMerge="1">
                  <a:txBody>
                    <a:bodyPr/>
                    <a:lstStyle/>
                    <a:p>
                      <a:endParaRPr lang="fr-FR"/>
                    </a:p>
                  </a:txBody>
                  <a:tcPr/>
                </a:tc>
                <a:tc gridSpan="2">
                  <a:txBody>
                    <a:bodyPr/>
                    <a:lstStyle/>
                    <a:p>
                      <a:pPr algn="ctr"/>
                      <a:r>
                        <a:rPr lang="fr-FR" sz="1600">
                          <a:solidFill>
                            <a:srgbClr val="6D6D6D"/>
                          </a:solidFill>
                        </a:rPr>
                        <a:t>Event </a:t>
                      </a:r>
                      <a:r>
                        <a:rPr lang="fr-FR" sz="1600" err="1">
                          <a:solidFill>
                            <a:srgbClr val="6D6D6D"/>
                          </a:solidFill>
                        </a:rPr>
                        <a:t>Routing</a:t>
                      </a:r>
                      <a:endParaRPr lang="fr-FR" sz="1600">
                        <a:solidFill>
                          <a:srgbClr val="6D6D6D"/>
                        </a:solidFill>
                      </a:endParaRPr>
                    </a:p>
                  </a:txBody>
                  <a:tcPr anchor="ctr">
                    <a:lnL w="9525" cap="flat" cmpd="sng" algn="ctr">
                      <a:solidFill>
                        <a:srgbClr val="90A2A1"/>
                      </a:solidFill>
                      <a:prstDash val="lgDash"/>
                      <a:round/>
                      <a:headEnd type="none" w="med" len="med"/>
                      <a:tailEnd type="none" w="med" len="med"/>
                    </a:lnL>
                    <a:lnR w="9525" cap="flat" cmpd="sng" algn="ctr">
                      <a:solidFill>
                        <a:srgbClr val="90A2A1"/>
                      </a:solidFill>
                      <a:prstDash val="lgDash"/>
                      <a:round/>
                      <a:headEnd type="none" w="med" len="med"/>
                      <a:tailEnd type="none" w="med" len="med"/>
                    </a:lnR>
                    <a:lnT w="12700" cap="flat" cmpd="sng" algn="ctr">
                      <a:noFill/>
                      <a:prstDash val="solid"/>
                      <a:round/>
                      <a:headEnd type="none" w="med" len="med"/>
                      <a:tailEnd type="none" w="med" len="med"/>
                    </a:lnT>
                    <a:lnB w="9525" cap="flat" cmpd="sng" algn="ctr">
                      <a:solidFill>
                        <a:srgbClr val="90A2A1"/>
                      </a:solidFill>
                      <a:prstDash val="lgDash"/>
                      <a:round/>
                      <a:headEnd type="none" w="med" len="med"/>
                      <a:tailEnd type="none" w="med" len="med"/>
                    </a:lnB>
                    <a:lnTlToBr w="12700" cmpd="sng">
                      <a:noFill/>
                      <a:prstDash val="solid"/>
                    </a:lnTlToBr>
                    <a:lnBlToTr w="12700" cmpd="sng">
                      <a:noFill/>
                      <a:prstDash val="solid"/>
                    </a:lnBlToTr>
                    <a:noFill/>
                  </a:tcPr>
                </a:tc>
                <a:tc hMerge="1">
                  <a:txBody>
                    <a:bodyPr/>
                    <a:lstStyle/>
                    <a:p>
                      <a:endParaRPr lang="fr-FR"/>
                    </a:p>
                  </a:txBody>
                  <a:tcPr/>
                </a:tc>
                <a:tc>
                  <a:txBody>
                    <a:bodyPr/>
                    <a:lstStyle/>
                    <a:p>
                      <a:pPr algn="ctr"/>
                      <a:r>
                        <a:rPr lang="fr-FR" sz="1600">
                          <a:solidFill>
                            <a:srgbClr val="6D6D6D"/>
                          </a:solidFill>
                        </a:rPr>
                        <a:t>Event </a:t>
                      </a:r>
                      <a:r>
                        <a:rPr lang="fr-FR" sz="1600" err="1">
                          <a:solidFill>
                            <a:srgbClr val="6D6D6D"/>
                          </a:solidFill>
                        </a:rPr>
                        <a:t>processing</a:t>
                      </a:r>
                      <a:endParaRPr lang="fr-FR" sz="1600">
                        <a:solidFill>
                          <a:srgbClr val="6D6D6D"/>
                        </a:solidFill>
                      </a:endParaRPr>
                    </a:p>
                  </a:txBody>
                  <a:tcPr anchor="ctr">
                    <a:lnL w="9525" cap="flat" cmpd="sng" algn="ctr">
                      <a:solidFill>
                        <a:srgbClr val="90A2A1"/>
                      </a:solidFill>
                      <a:prstDash val="lgDash"/>
                      <a:round/>
                      <a:headEnd type="none" w="med" len="med"/>
                      <a:tailEnd type="none" w="med" len="med"/>
                    </a:lnL>
                    <a:lnR w="9525" cap="flat" cmpd="sng" algn="ctr">
                      <a:solidFill>
                        <a:srgbClr val="90A2A1"/>
                      </a:solidFill>
                      <a:prstDash val="lgDash"/>
                      <a:round/>
                      <a:headEnd type="none" w="med" len="med"/>
                      <a:tailEnd type="none" w="med" len="med"/>
                    </a:lnR>
                    <a:lnT w="12700" cap="flat" cmpd="sng" algn="ctr">
                      <a:noFill/>
                      <a:prstDash val="solid"/>
                      <a:round/>
                      <a:headEnd type="none" w="med" len="med"/>
                      <a:tailEnd type="none" w="med" len="med"/>
                    </a:lnT>
                    <a:lnB w="9525" cap="flat" cmpd="sng" algn="ctr">
                      <a:solidFill>
                        <a:srgbClr val="90A2A1"/>
                      </a:solidFill>
                      <a:prstDash val="lgDash"/>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fr-FR" sz="1600" err="1">
                          <a:solidFill>
                            <a:srgbClr val="6D6D6D"/>
                          </a:solidFill>
                        </a:rPr>
                        <a:t>Response</a:t>
                      </a:r>
                      <a:r>
                        <a:rPr lang="fr-FR" sz="1600">
                          <a:solidFill>
                            <a:srgbClr val="6D6D6D"/>
                          </a:solidFill>
                        </a:rPr>
                        <a:t> to </a:t>
                      </a:r>
                      <a:r>
                        <a:rPr lang="fr-FR" sz="1600" err="1">
                          <a:solidFill>
                            <a:srgbClr val="6D6D6D"/>
                          </a:solidFill>
                        </a:rPr>
                        <a:t>events</a:t>
                      </a:r>
                      <a:endParaRPr lang="fr-FR" sz="1600">
                        <a:solidFill>
                          <a:srgbClr val="6D6D6D"/>
                        </a:solidFill>
                      </a:endParaRPr>
                    </a:p>
                  </a:txBody>
                  <a:tcPr anchor="ctr">
                    <a:lnL w="9525" cap="flat" cmpd="sng" algn="ctr">
                      <a:solidFill>
                        <a:srgbClr val="90A2A1"/>
                      </a:solidFill>
                      <a:prstDash val="lg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90A2A1"/>
                      </a:solidFill>
                      <a:prstDash val="lgDash"/>
                      <a:round/>
                      <a:headEnd type="none" w="med" len="med"/>
                      <a:tailEnd type="none" w="med" len="med"/>
                    </a:lnB>
                    <a:lnTlToBr w="12700" cmpd="sng">
                      <a:noFill/>
                      <a:prstDash val="solid"/>
                    </a:lnTlToBr>
                    <a:lnBlToTr w="12700" cmpd="sng">
                      <a:noFill/>
                      <a:prstDash val="solid"/>
                    </a:lnBlToTr>
                    <a:noFill/>
                  </a:tcPr>
                </a:tc>
                <a:tc hMerge="1">
                  <a:txBody>
                    <a:bodyPr/>
                    <a:lstStyle/>
                    <a:p>
                      <a:endParaRPr lang="fr-FR"/>
                    </a:p>
                  </a:txBody>
                  <a:tcPr/>
                </a:tc>
                <a:extLst>
                  <a:ext uri="{0D108BD9-81ED-4DB2-BD59-A6C34878D82A}">
                    <a16:rowId xmlns:a16="http://schemas.microsoft.com/office/drawing/2014/main" val="1355258309"/>
                  </a:ext>
                </a:extLst>
              </a:tr>
              <a:tr h="370840">
                <a:tc>
                  <a:txBody>
                    <a:bodyPr/>
                    <a:lstStyle/>
                    <a:p>
                      <a:pPr marL="72000" lvl="0" algn="l"/>
                      <a:r>
                        <a:rPr lang="fr-FR" sz="1600">
                          <a:solidFill>
                            <a:schemeClr val="accent2"/>
                          </a:solidFill>
                        </a:rPr>
                        <a:t>Principe</a:t>
                      </a:r>
                    </a:p>
                  </a:txBody>
                  <a:tcPr anchor="ctr">
                    <a:lnL w="12700" cap="flat" cmpd="sng" algn="ctr">
                      <a:noFill/>
                      <a:prstDash val="solid"/>
                      <a:round/>
                      <a:headEnd type="none" w="med" len="med"/>
                      <a:tailEnd type="none" w="med" len="med"/>
                    </a:lnL>
                    <a:lnR w="9525" cap="flat" cmpd="sng" algn="ctr">
                      <a:solidFill>
                        <a:srgbClr val="90A2A1"/>
                      </a:solidFill>
                      <a:prstDash val="lgDash"/>
                      <a:round/>
                      <a:headEnd type="none" w="med" len="med"/>
                      <a:tailEnd type="none" w="med" len="med"/>
                    </a:lnR>
                    <a:lnT w="9525" cap="flat" cmpd="sng" algn="ctr">
                      <a:solidFill>
                        <a:srgbClr val="90A2A1"/>
                      </a:solidFill>
                      <a:prstDash val="lgDash"/>
                      <a:round/>
                      <a:headEnd type="none" w="med" len="med"/>
                      <a:tailEnd type="none" w="med" len="med"/>
                    </a:lnT>
                    <a:lnB w="9525" cap="flat" cmpd="sng" algn="ctr">
                      <a:solidFill>
                        <a:srgbClr val="90A2A1"/>
                      </a:solidFill>
                      <a:prstDash val="lgDash"/>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fr-FR" sz="1200">
                          <a:solidFill>
                            <a:schemeClr val="tx1"/>
                          </a:solidFill>
                        </a:rPr>
                        <a:t>Récupère les évènements à l’entrée de la pipeline</a:t>
                      </a:r>
                    </a:p>
                  </a:txBody>
                  <a:tcPr anchor="ctr">
                    <a:lnL w="9525" cap="flat" cmpd="sng" algn="ctr">
                      <a:solidFill>
                        <a:srgbClr val="90A2A1"/>
                      </a:solidFill>
                      <a:prstDash val="lgDash"/>
                      <a:round/>
                      <a:headEnd type="none" w="med" len="med"/>
                      <a:tailEnd type="none" w="med" len="med"/>
                    </a:lnL>
                    <a:lnR w="9525" cap="flat" cmpd="sng" algn="ctr">
                      <a:solidFill>
                        <a:srgbClr val="90A2A1"/>
                      </a:solidFill>
                      <a:prstDash val="lgDash"/>
                      <a:round/>
                      <a:headEnd type="none" w="med" len="med"/>
                      <a:tailEnd type="none" w="med" len="med"/>
                    </a:lnR>
                    <a:lnT w="9525" cap="flat" cmpd="sng" algn="ctr">
                      <a:solidFill>
                        <a:srgbClr val="90A2A1"/>
                      </a:solidFill>
                      <a:prstDash val="lgDash"/>
                      <a:round/>
                      <a:headEnd type="none" w="med" len="med"/>
                      <a:tailEnd type="none" w="med" len="med"/>
                    </a:lnT>
                    <a:lnB w="9525" cap="flat" cmpd="sng" algn="ctr">
                      <a:solidFill>
                        <a:srgbClr val="90A2A1"/>
                      </a:solidFill>
                      <a:prstDash val="lgDash"/>
                      <a:round/>
                      <a:headEnd type="none" w="med" len="med"/>
                      <a:tailEnd type="none" w="med" len="med"/>
                    </a:lnB>
                    <a:lnTlToBr w="12700" cmpd="sng">
                      <a:noFill/>
                      <a:prstDash val="solid"/>
                    </a:lnTlToBr>
                    <a:lnBlToTr w="12700" cmpd="sng">
                      <a:noFill/>
                      <a:prstDash val="solid"/>
                    </a:lnBlToTr>
                    <a:noFill/>
                  </a:tcPr>
                </a:tc>
                <a:tc hMerge="1">
                  <a:txBody>
                    <a:bodyPr/>
                    <a:lstStyle/>
                    <a:p>
                      <a:endParaRPr lang="fr-FR"/>
                    </a:p>
                  </a:txBody>
                  <a:tcPr/>
                </a:tc>
                <a:tc gridSpan="2">
                  <a:txBody>
                    <a:bodyPr/>
                    <a:lstStyle/>
                    <a:p>
                      <a:pPr algn="ctr"/>
                      <a:r>
                        <a:rPr lang="fr-FR" sz="1200">
                          <a:solidFill>
                            <a:schemeClr val="tx1"/>
                          </a:solidFill>
                        </a:rPr>
                        <a:t>Dispatche les évènements aux applications consommatrices</a:t>
                      </a:r>
                    </a:p>
                  </a:txBody>
                  <a:tcPr anchor="ctr">
                    <a:lnL w="9525" cap="flat" cmpd="sng" algn="ctr">
                      <a:solidFill>
                        <a:srgbClr val="90A2A1"/>
                      </a:solidFill>
                      <a:prstDash val="lgDash"/>
                      <a:round/>
                      <a:headEnd type="none" w="med" len="med"/>
                      <a:tailEnd type="none" w="med" len="med"/>
                    </a:lnL>
                    <a:lnR w="9525" cap="flat" cmpd="sng" algn="ctr">
                      <a:solidFill>
                        <a:srgbClr val="90A2A1"/>
                      </a:solidFill>
                      <a:prstDash val="lgDash"/>
                      <a:round/>
                      <a:headEnd type="none" w="med" len="med"/>
                      <a:tailEnd type="none" w="med" len="med"/>
                    </a:lnR>
                    <a:lnT w="9525" cap="flat" cmpd="sng" algn="ctr">
                      <a:solidFill>
                        <a:srgbClr val="90A2A1"/>
                      </a:solidFill>
                      <a:prstDash val="lgDash"/>
                      <a:round/>
                      <a:headEnd type="none" w="med" len="med"/>
                      <a:tailEnd type="none" w="med" len="med"/>
                    </a:lnT>
                    <a:lnB w="9525" cap="flat" cmpd="sng" algn="ctr">
                      <a:solidFill>
                        <a:srgbClr val="90A2A1"/>
                      </a:solidFill>
                      <a:prstDash val="lgDash"/>
                      <a:round/>
                      <a:headEnd type="none" w="med" len="med"/>
                      <a:tailEnd type="none" w="med" len="med"/>
                    </a:lnB>
                    <a:lnTlToBr w="12700" cmpd="sng">
                      <a:noFill/>
                      <a:prstDash val="solid"/>
                    </a:lnTlToBr>
                    <a:lnBlToTr w="12700" cmpd="sng">
                      <a:noFill/>
                      <a:prstDash val="solid"/>
                    </a:lnBlToTr>
                    <a:noFill/>
                  </a:tcPr>
                </a:tc>
                <a:tc hMerge="1">
                  <a:txBody>
                    <a:bodyPr/>
                    <a:lstStyle/>
                    <a:p>
                      <a:endParaRPr lang="fr-FR"/>
                    </a:p>
                  </a:txBody>
                  <a:tcPr/>
                </a:tc>
                <a:tc>
                  <a:txBody>
                    <a:bodyPr/>
                    <a:lstStyle/>
                    <a:p>
                      <a:pPr algn="ctr"/>
                      <a:r>
                        <a:rPr lang="fr-FR" sz="1200">
                          <a:solidFill>
                            <a:schemeClr val="tx1"/>
                          </a:solidFill>
                        </a:rPr>
                        <a:t>Traite et analyse les évènements</a:t>
                      </a:r>
                    </a:p>
                  </a:txBody>
                  <a:tcPr anchor="ctr">
                    <a:lnL w="9525" cap="flat" cmpd="sng" algn="ctr">
                      <a:solidFill>
                        <a:srgbClr val="90A2A1"/>
                      </a:solidFill>
                      <a:prstDash val="lgDash"/>
                      <a:round/>
                      <a:headEnd type="none" w="med" len="med"/>
                      <a:tailEnd type="none" w="med" len="med"/>
                    </a:lnL>
                    <a:lnR w="9525" cap="flat" cmpd="sng" algn="ctr">
                      <a:solidFill>
                        <a:srgbClr val="90A2A1"/>
                      </a:solidFill>
                      <a:prstDash val="lgDash"/>
                      <a:round/>
                      <a:headEnd type="none" w="med" len="med"/>
                      <a:tailEnd type="none" w="med" len="med"/>
                    </a:lnR>
                    <a:lnT w="9525" cap="flat" cmpd="sng" algn="ctr">
                      <a:solidFill>
                        <a:srgbClr val="90A2A1"/>
                      </a:solidFill>
                      <a:prstDash val="lgDash"/>
                      <a:round/>
                      <a:headEnd type="none" w="med" len="med"/>
                      <a:tailEnd type="none" w="med" len="med"/>
                    </a:lnT>
                    <a:lnB w="9525" cap="flat" cmpd="sng" algn="ctr">
                      <a:solidFill>
                        <a:srgbClr val="90A2A1"/>
                      </a:solidFill>
                      <a:prstDash val="lgDash"/>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fr-FR" sz="1200">
                          <a:solidFill>
                            <a:schemeClr val="tx1"/>
                          </a:solidFill>
                        </a:rPr>
                        <a:t>Réalise des actions en réponse aux évènements reçus</a:t>
                      </a:r>
                    </a:p>
                  </a:txBody>
                  <a:tcPr anchor="ctr">
                    <a:lnL w="9525" cap="flat" cmpd="sng" algn="ctr">
                      <a:solidFill>
                        <a:srgbClr val="90A2A1"/>
                      </a:solidFill>
                      <a:prstDash val="lgDash"/>
                      <a:round/>
                      <a:headEnd type="none" w="med" len="med"/>
                      <a:tailEnd type="none" w="med" len="med"/>
                    </a:lnL>
                    <a:lnR w="12700" cap="flat" cmpd="sng" algn="ctr">
                      <a:noFill/>
                      <a:prstDash val="solid"/>
                      <a:round/>
                      <a:headEnd type="none" w="med" len="med"/>
                      <a:tailEnd type="none" w="med" len="med"/>
                    </a:lnR>
                    <a:lnT w="9525" cap="flat" cmpd="sng" algn="ctr">
                      <a:solidFill>
                        <a:srgbClr val="90A2A1"/>
                      </a:solidFill>
                      <a:prstDash val="lgDash"/>
                      <a:round/>
                      <a:headEnd type="none" w="med" len="med"/>
                      <a:tailEnd type="none" w="med" len="med"/>
                    </a:lnT>
                    <a:lnB w="9525" cap="flat" cmpd="sng" algn="ctr">
                      <a:solidFill>
                        <a:srgbClr val="90A2A1"/>
                      </a:solidFill>
                      <a:prstDash val="lgDash"/>
                      <a:round/>
                      <a:headEnd type="none" w="med" len="med"/>
                      <a:tailEnd type="none" w="med" len="med"/>
                    </a:lnB>
                    <a:lnTlToBr w="12700" cmpd="sng">
                      <a:noFill/>
                      <a:prstDash val="solid"/>
                    </a:lnTlToBr>
                    <a:lnBlToTr w="12700" cmpd="sng">
                      <a:noFill/>
                      <a:prstDash val="solid"/>
                    </a:lnBlToTr>
                    <a:noFill/>
                  </a:tcPr>
                </a:tc>
                <a:tc hMerge="1">
                  <a:txBody>
                    <a:bodyPr/>
                    <a:lstStyle/>
                    <a:p>
                      <a:endParaRPr lang="fr-FR"/>
                    </a:p>
                  </a:txBody>
                  <a:tcPr/>
                </a:tc>
                <a:extLst>
                  <a:ext uri="{0D108BD9-81ED-4DB2-BD59-A6C34878D82A}">
                    <a16:rowId xmlns:a16="http://schemas.microsoft.com/office/drawing/2014/main" val="1889782777"/>
                  </a:ext>
                </a:extLst>
              </a:tr>
              <a:tr h="370840">
                <a:tc>
                  <a:txBody>
                    <a:bodyPr/>
                    <a:lstStyle/>
                    <a:p>
                      <a:pPr marL="72000" lvl="0" algn="l"/>
                      <a:r>
                        <a:rPr lang="fr-FR" sz="1600">
                          <a:solidFill>
                            <a:schemeClr val="accent2"/>
                          </a:solidFill>
                        </a:rPr>
                        <a:t>Outils</a:t>
                      </a:r>
                    </a:p>
                  </a:txBody>
                  <a:tcPr anchor="ctr">
                    <a:lnL w="12700" cap="flat" cmpd="sng" algn="ctr">
                      <a:noFill/>
                      <a:prstDash val="solid"/>
                      <a:round/>
                      <a:headEnd type="none" w="med" len="med"/>
                      <a:tailEnd type="none" w="med" len="med"/>
                    </a:lnL>
                    <a:lnR w="9525" cap="flat" cmpd="sng" algn="ctr">
                      <a:solidFill>
                        <a:srgbClr val="90A2A1"/>
                      </a:solidFill>
                      <a:prstDash val="lgDash"/>
                      <a:round/>
                      <a:headEnd type="none" w="med" len="med"/>
                      <a:tailEnd type="none" w="med" len="med"/>
                    </a:lnR>
                    <a:lnT w="9525" cap="flat" cmpd="sng" algn="ctr">
                      <a:solidFill>
                        <a:srgbClr val="90A2A1"/>
                      </a:solidFill>
                      <a:prstDash val="lg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a:solidFill>
                            <a:schemeClr val="tx1"/>
                          </a:solidFill>
                        </a:rPr>
                        <a:t>CDC</a:t>
                      </a:r>
                    </a:p>
                  </a:txBody>
                  <a:tcPr anchor="ctr">
                    <a:lnL w="9525" cap="flat" cmpd="sng" algn="ctr">
                      <a:solidFill>
                        <a:srgbClr val="90A2A1"/>
                      </a:solidFill>
                      <a:prstDash val="lgDash"/>
                      <a:round/>
                      <a:headEnd type="none" w="med" len="med"/>
                      <a:tailEnd type="none" w="med" len="med"/>
                    </a:lnL>
                    <a:lnR w="9525" cap="flat" cmpd="sng" algn="ctr">
                      <a:solidFill>
                        <a:srgbClr val="90A2A1"/>
                      </a:solidFill>
                      <a:prstDash val="lgDash"/>
                      <a:round/>
                      <a:headEnd type="none" w="med" len="med"/>
                      <a:tailEnd type="none" w="med" len="med"/>
                    </a:lnR>
                    <a:lnT w="9525" cap="flat" cmpd="sng" algn="ctr">
                      <a:solidFill>
                        <a:srgbClr val="90A2A1"/>
                      </a:solidFill>
                      <a:prstDash val="lg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a:solidFill>
                            <a:schemeClr val="tx1"/>
                          </a:solidFill>
                        </a:rPr>
                        <a:t>Solutions open source</a:t>
                      </a:r>
                      <a:br>
                        <a:rPr lang="fr-FR" sz="1200">
                          <a:solidFill>
                            <a:schemeClr val="tx1"/>
                          </a:solidFill>
                        </a:rPr>
                      </a:br>
                      <a:r>
                        <a:rPr lang="fr-FR" sz="1200">
                          <a:solidFill>
                            <a:schemeClr val="tx1"/>
                          </a:solidFill>
                        </a:rPr>
                        <a:t>/propriétaires de CDC</a:t>
                      </a:r>
                    </a:p>
                    <a:p>
                      <a:pPr algn="ctr"/>
                      <a:r>
                        <a:rPr lang="fr-FR" sz="1200" b="1">
                          <a:solidFill>
                            <a:schemeClr val="tx1"/>
                          </a:solidFill>
                        </a:rPr>
                        <a:t>Kafka</a:t>
                      </a:r>
                    </a:p>
                    <a:p>
                      <a:pPr algn="ctr"/>
                      <a:r>
                        <a:rPr lang="fr-FR" sz="1200" b="1" err="1">
                          <a:solidFill>
                            <a:schemeClr val="tx1"/>
                          </a:solidFill>
                        </a:rPr>
                        <a:t>AnypointMQ</a:t>
                      </a:r>
                      <a:endParaRPr lang="fr-FR" sz="1200" b="1">
                        <a:solidFill>
                          <a:schemeClr val="tx1"/>
                        </a:solidFill>
                      </a:endParaRPr>
                    </a:p>
                  </a:txBody>
                  <a:tcPr anchor="ctr">
                    <a:lnL w="9525" cap="flat" cmpd="sng" algn="ctr">
                      <a:solidFill>
                        <a:srgbClr val="90A2A1"/>
                      </a:solidFill>
                      <a:prstDash val="lgDash"/>
                      <a:round/>
                      <a:headEnd type="none" w="med" len="med"/>
                      <a:tailEnd type="none" w="med" len="med"/>
                    </a:lnL>
                    <a:lnR w="9525" cap="flat" cmpd="sng" algn="ctr">
                      <a:solidFill>
                        <a:srgbClr val="90A2A1"/>
                      </a:solidFill>
                      <a:prstDash val="lgDash"/>
                      <a:round/>
                      <a:headEnd type="none" w="med" len="med"/>
                      <a:tailEnd type="none" w="med" len="med"/>
                    </a:lnR>
                    <a:lnT w="9525" cap="flat" cmpd="sng" algn="ctr">
                      <a:solidFill>
                        <a:srgbClr val="90A2A1"/>
                      </a:solidFill>
                      <a:prstDash val="lg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a:solidFill>
                            <a:schemeClr val="tx1"/>
                          </a:solidFill>
                        </a:rPr>
                        <a:t>RabbitMQ</a:t>
                      </a:r>
                    </a:p>
                    <a:p>
                      <a:pPr algn="ctr"/>
                      <a:r>
                        <a:rPr lang="fr-FR" sz="1200" err="1">
                          <a:solidFill>
                            <a:schemeClr val="tx1"/>
                          </a:solidFill>
                        </a:rPr>
                        <a:t>ActiveMQ</a:t>
                      </a:r>
                      <a:endParaRPr lang="fr-FR" sz="1200">
                        <a:solidFill>
                          <a:schemeClr val="tx1"/>
                        </a:solidFill>
                      </a:endParaRPr>
                    </a:p>
                  </a:txBody>
                  <a:tcPr anchor="ctr">
                    <a:lnL w="9525" cap="flat" cmpd="sng" algn="ctr">
                      <a:solidFill>
                        <a:srgbClr val="90A2A1"/>
                      </a:solidFill>
                      <a:prstDash val="lgDash"/>
                      <a:round/>
                      <a:headEnd type="none" w="med" len="med"/>
                      <a:tailEnd type="none" w="med" len="med"/>
                    </a:lnL>
                    <a:lnR w="9525" cap="flat" cmpd="sng" algn="ctr">
                      <a:solidFill>
                        <a:srgbClr val="90A2A1"/>
                      </a:solidFill>
                      <a:prstDash val="lgDash"/>
                      <a:round/>
                      <a:headEnd type="none" w="med" len="med"/>
                      <a:tailEnd type="none" w="med" len="med"/>
                    </a:lnR>
                    <a:lnT w="9525" cap="flat" cmpd="sng" algn="ctr">
                      <a:solidFill>
                        <a:srgbClr val="90A2A1"/>
                      </a:solidFill>
                      <a:prstDash val="lg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b="1">
                          <a:solidFill>
                            <a:schemeClr val="tx1"/>
                          </a:solidFill>
                        </a:rPr>
                        <a:t>Apache Kafka</a:t>
                      </a:r>
                    </a:p>
                    <a:p>
                      <a:pPr algn="ctr"/>
                      <a:r>
                        <a:rPr lang="fr-FR" sz="1200" b="1">
                          <a:solidFill>
                            <a:schemeClr val="tx1"/>
                          </a:solidFill>
                        </a:rPr>
                        <a:t>Anypoint MQ</a:t>
                      </a:r>
                    </a:p>
                    <a:p>
                      <a:pPr algn="ctr"/>
                      <a:r>
                        <a:rPr lang="en-US" sz="1200">
                          <a:solidFill>
                            <a:schemeClr val="tx1"/>
                          </a:solidFill>
                        </a:rPr>
                        <a:t>Amazon Kinesis</a:t>
                      </a:r>
                    </a:p>
                    <a:p>
                      <a:pPr algn="ctr"/>
                      <a:r>
                        <a:rPr lang="en-US" sz="1200">
                          <a:solidFill>
                            <a:schemeClr val="tx1"/>
                          </a:solidFill>
                        </a:rPr>
                        <a:t>Event Hubs</a:t>
                      </a:r>
                    </a:p>
                    <a:p>
                      <a:pPr algn="ctr"/>
                      <a:r>
                        <a:rPr lang="en-US" sz="1200">
                          <a:solidFill>
                            <a:schemeClr val="tx1"/>
                          </a:solidFill>
                        </a:rPr>
                        <a:t>Cloud </a:t>
                      </a:r>
                      <a:r>
                        <a:rPr lang="en-US" sz="1200" err="1">
                          <a:solidFill>
                            <a:schemeClr val="tx1"/>
                          </a:solidFill>
                        </a:rPr>
                        <a:t>PubSub</a:t>
                      </a:r>
                      <a:endParaRPr lang="en-US" sz="1200">
                        <a:solidFill>
                          <a:schemeClr val="tx1"/>
                        </a:solidFill>
                      </a:endParaRPr>
                    </a:p>
                  </a:txBody>
                  <a:tcPr anchor="ctr">
                    <a:lnL w="9525" cap="flat" cmpd="sng" algn="ctr">
                      <a:solidFill>
                        <a:srgbClr val="90A2A1"/>
                      </a:solidFill>
                      <a:prstDash val="lgDash"/>
                      <a:round/>
                      <a:headEnd type="none" w="med" len="med"/>
                      <a:tailEnd type="none" w="med" len="med"/>
                    </a:lnL>
                    <a:lnR w="9525" cap="flat" cmpd="sng" algn="ctr">
                      <a:solidFill>
                        <a:srgbClr val="90A2A1"/>
                      </a:solidFill>
                      <a:prstDash val="lgDash"/>
                      <a:round/>
                      <a:headEnd type="none" w="med" len="med"/>
                      <a:tailEnd type="none" w="med" len="med"/>
                    </a:lnR>
                    <a:lnT w="9525" cap="flat" cmpd="sng" algn="ctr">
                      <a:solidFill>
                        <a:srgbClr val="90A2A1"/>
                      </a:solidFill>
                      <a:prstDash val="lg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b="1" err="1">
                          <a:solidFill>
                            <a:schemeClr val="tx1"/>
                          </a:solidFill>
                        </a:rPr>
                        <a:t>Kafka+Kafka</a:t>
                      </a:r>
                      <a:r>
                        <a:rPr lang="fr-FR" sz="1200" b="1">
                          <a:solidFill>
                            <a:schemeClr val="tx1"/>
                          </a:solidFill>
                        </a:rPr>
                        <a:t> </a:t>
                      </a:r>
                      <a:r>
                        <a:rPr lang="fr-FR" sz="1200" b="1" err="1">
                          <a:solidFill>
                            <a:schemeClr val="tx1"/>
                          </a:solidFill>
                        </a:rPr>
                        <a:t>Streams</a:t>
                      </a:r>
                      <a:endParaRPr lang="fr-FR" sz="1200" b="1">
                        <a:solidFill>
                          <a:schemeClr val="tx1"/>
                        </a:solidFill>
                      </a:endParaRPr>
                    </a:p>
                    <a:p>
                      <a:pPr algn="ctr"/>
                      <a:r>
                        <a:rPr lang="fr-FR" sz="1200" b="1">
                          <a:solidFill>
                            <a:schemeClr val="tx1"/>
                          </a:solidFill>
                        </a:rPr>
                        <a:t>Anypoint MQ</a:t>
                      </a:r>
                      <a:br>
                        <a:rPr lang="fr-FR" sz="1200">
                          <a:solidFill>
                            <a:schemeClr val="tx1"/>
                          </a:solidFill>
                        </a:rPr>
                      </a:br>
                      <a:r>
                        <a:rPr lang="fr-FR" sz="1200">
                          <a:solidFill>
                            <a:schemeClr val="tx1"/>
                          </a:solidFill>
                        </a:rPr>
                        <a:t>Apache </a:t>
                      </a:r>
                      <a:r>
                        <a:rPr lang="fr-FR" sz="1200" err="1">
                          <a:solidFill>
                            <a:schemeClr val="tx1"/>
                          </a:solidFill>
                        </a:rPr>
                        <a:t>Flink</a:t>
                      </a:r>
                      <a:r>
                        <a:rPr lang="fr-FR" sz="1200">
                          <a:solidFill>
                            <a:schemeClr val="tx1"/>
                          </a:solidFill>
                        </a:rPr>
                        <a:t>, Apache Storm, Apache Spark</a:t>
                      </a:r>
                    </a:p>
                    <a:p>
                      <a:pPr algn="ctr"/>
                      <a:r>
                        <a:rPr lang="fr-FR" sz="1200">
                          <a:solidFill>
                            <a:schemeClr val="tx1"/>
                          </a:solidFill>
                        </a:rPr>
                        <a:t>Amazon </a:t>
                      </a:r>
                      <a:r>
                        <a:rPr lang="fr-FR" sz="1200" err="1">
                          <a:solidFill>
                            <a:schemeClr val="tx1"/>
                          </a:solidFill>
                        </a:rPr>
                        <a:t>Kinesis</a:t>
                      </a:r>
                      <a:r>
                        <a:rPr lang="fr-FR" sz="1200">
                          <a:solidFill>
                            <a:schemeClr val="tx1"/>
                          </a:solidFill>
                        </a:rPr>
                        <a:t>, Azure Stream Analytics, Google </a:t>
                      </a:r>
                      <a:r>
                        <a:rPr lang="fr-FR" sz="1200" err="1">
                          <a:solidFill>
                            <a:schemeClr val="tx1"/>
                          </a:solidFill>
                        </a:rPr>
                        <a:t>DataFlow</a:t>
                      </a:r>
                      <a:endParaRPr lang="fr-FR" sz="1200">
                        <a:solidFill>
                          <a:schemeClr val="tx1"/>
                        </a:solidFill>
                      </a:endParaRPr>
                    </a:p>
                  </a:txBody>
                  <a:tcPr anchor="ctr">
                    <a:lnL w="9525" cap="flat" cmpd="sng" algn="ctr">
                      <a:solidFill>
                        <a:srgbClr val="90A2A1"/>
                      </a:solidFill>
                      <a:prstDash val="lgDash"/>
                      <a:round/>
                      <a:headEnd type="none" w="med" len="med"/>
                      <a:tailEnd type="none" w="med" len="med"/>
                    </a:lnL>
                    <a:lnR w="9525" cap="flat" cmpd="sng" algn="ctr">
                      <a:solidFill>
                        <a:srgbClr val="90A2A1"/>
                      </a:solidFill>
                      <a:prstDash val="lgDash"/>
                      <a:round/>
                      <a:headEnd type="none" w="med" len="med"/>
                      <a:tailEnd type="none" w="med" len="med"/>
                    </a:lnR>
                    <a:lnT w="9525" cap="flat" cmpd="sng" algn="ctr">
                      <a:solidFill>
                        <a:srgbClr val="90A2A1"/>
                      </a:solidFill>
                      <a:prstDash val="lg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fr-FR" sz="1200">
                          <a:solidFill>
                            <a:schemeClr val="tx1"/>
                          </a:solidFill>
                        </a:rPr>
                        <a:t>Java</a:t>
                      </a:r>
                    </a:p>
                    <a:p>
                      <a:pPr algn="ctr"/>
                      <a:r>
                        <a:rPr lang="fr-FR" sz="1200">
                          <a:solidFill>
                            <a:schemeClr val="tx1"/>
                          </a:solidFill>
                        </a:rPr>
                        <a:t>Python</a:t>
                      </a:r>
                    </a:p>
                    <a:p>
                      <a:pPr algn="ctr"/>
                      <a:r>
                        <a:rPr lang="fr-FR" sz="1200">
                          <a:solidFill>
                            <a:schemeClr val="tx1"/>
                          </a:solidFill>
                        </a:rPr>
                        <a:t>…</a:t>
                      </a:r>
                    </a:p>
                  </a:txBody>
                  <a:tcPr anchor="ctr">
                    <a:lnL w="9525" cap="flat" cmpd="sng" algn="ctr">
                      <a:solidFill>
                        <a:srgbClr val="90A2A1"/>
                      </a:solidFill>
                      <a:prstDash val="lgDash"/>
                      <a:round/>
                      <a:headEnd type="none" w="med" len="med"/>
                      <a:tailEnd type="none" w="med" len="med"/>
                    </a:lnL>
                    <a:lnR w="9525" cap="flat" cmpd="sng" algn="ctr">
                      <a:solidFill>
                        <a:srgbClr val="90A2A1"/>
                      </a:solidFill>
                      <a:prstDash val="lgDash"/>
                      <a:round/>
                      <a:headEnd type="none" w="med" len="med"/>
                      <a:tailEnd type="none" w="med" len="med"/>
                    </a:lnR>
                    <a:lnT w="9525" cap="flat" cmpd="sng" algn="ctr">
                      <a:solidFill>
                        <a:srgbClr val="90A2A1"/>
                      </a:solidFill>
                      <a:prstDash val="lg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a:solidFill>
                            <a:schemeClr val="tx1"/>
                          </a:solidFill>
                        </a:rPr>
                        <a:t>AWS Lambda</a:t>
                      </a:r>
                    </a:p>
                    <a:p>
                      <a:pPr algn="ctr"/>
                      <a:r>
                        <a:rPr lang="en-US" sz="1200">
                          <a:solidFill>
                            <a:schemeClr val="tx1"/>
                          </a:solidFill>
                        </a:rPr>
                        <a:t>Azure functions</a:t>
                      </a:r>
                    </a:p>
                    <a:p>
                      <a:pPr algn="ctr"/>
                      <a:r>
                        <a:rPr lang="en-US" sz="1200">
                          <a:solidFill>
                            <a:schemeClr val="tx1"/>
                          </a:solidFill>
                        </a:rPr>
                        <a:t>Cloud functions</a:t>
                      </a:r>
                    </a:p>
                    <a:p>
                      <a:pPr algn="ctr"/>
                      <a:endParaRPr lang="fr-FR" sz="1200">
                        <a:solidFill>
                          <a:schemeClr val="tx1"/>
                        </a:solidFill>
                      </a:endParaRPr>
                    </a:p>
                  </a:txBody>
                  <a:tcPr anchor="ctr">
                    <a:lnL w="9525" cap="flat" cmpd="sng" algn="ctr">
                      <a:solidFill>
                        <a:srgbClr val="90A2A1"/>
                      </a:solidFill>
                      <a:prstDash val="lgDash"/>
                      <a:round/>
                      <a:headEnd type="none" w="med" len="med"/>
                      <a:tailEnd type="none" w="med" len="med"/>
                    </a:lnL>
                    <a:lnR w="12700" cap="flat" cmpd="sng" algn="ctr">
                      <a:noFill/>
                      <a:prstDash val="solid"/>
                      <a:round/>
                      <a:headEnd type="none" w="med" len="med"/>
                      <a:tailEnd type="none" w="med" len="med"/>
                    </a:lnR>
                    <a:lnT w="9525" cap="flat" cmpd="sng" algn="ctr">
                      <a:solidFill>
                        <a:srgbClr val="90A2A1"/>
                      </a:solidFill>
                      <a:prstDash val="lg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9902783"/>
                  </a:ext>
                </a:extLst>
              </a:tr>
            </a:tbl>
          </a:graphicData>
        </a:graphic>
      </p:graphicFrame>
      <p:sp>
        <p:nvSpPr>
          <p:cNvPr id="50" name="Graphique 110">
            <a:extLst>
              <a:ext uri="{FF2B5EF4-FFF2-40B4-BE49-F238E27FC236}">
                <a16:creationId xmlns:a16="http://schemas.microsoft.com/office/drawing/2014/main" id="{DC7B3E9C-5A3C-D2C4-66BF-FC1A08367A22}"/>
              </a:ext>
            </a:extLst>
          </p:cNvPr>
          <p:cNvSpPr>
            <a:spLocks noChangeAspect="1"/>
          </p:cNvSpPr>
          <p:nvPr/>
        </p:nvSpPr>
        <p:spPr>
          <a:xfrm>
            <a:off x="10351065" y="1576633"/>
            <a:ext cx="628364" cy="576000"/>
          </a:xfrm>
          <a:custGeom>
            <a:avLst/>
            <a:gdLst>
              <a:gd name="connsiteX0" fmla="*/ 0 w 914400"/>
              <a:gd name="connsiteY0" fmla="*/ 616282 h 838200"/>
              <a:gd name="connsiteX1" fmla="*/ 0 w 914400"/>
              <a:gd name="connsiteY1" fmla="*/ 315292 h 838200"/>
              <a:gd name="connsiteX2" fmla="*/ 99060 w 914400"/>
              <a:gd name="connsiteY2" fmla="*/ 216232 h 838200"/>
              <a:gd name="connsiteX3" fmla="*/ 159068 w 914400"/>
              <a:gd name="connsiteY3" fmla="*/ 216232 h 838200"/>
              <a:gd name="connsiteX4" fmla="*/ 159068 w 914400"/>
              <a:gd name="connsiteY4" fmla="*/ 285765 h 838200"/>
              <a:gd name="connsiteX5" fmla="*/ 99060 w 914400"/>
              <a:gd name="connsiteY5" fmla="*/ 285765 h 838200"/>
              <a:gd name="connsiteX6" fmla="*/ 69533 w 914400"/>
              <a:gd name="connsiteY6" fmla="*/ 315292 h 838200"/>
              <a:gd name="connsiteX7" fmla="*/ 69533 w 914400"/>
              <a:gd name="connsiteY7" fmla="*/ 615330 h 838200"/>
              <a:gd name="connsiteX8" fmla="*/ 100013 w 914400"/>
              <a:gd name="connsiteY8" fmla="*/ 645810 h 838200"/>
              <a:gd name="connsiteX9" fmla="*/ 149543 w 914400"/>
              <a:gd name="connsiteY9" fmla="*/ 645810 h 838200"/>
              <a:gd name="connsiteX10" fmla="*/ 149543 w 914400"/>
              <a:gd name="connsiteY10" fmla="*/ 723915 h 838200"/>
              <a:gd name="connsiteX11" fmla="*/ 227648 w 914400"/>
              <a:gd name="connsiteY11" fmla="*/ 645810 h 838200"/>
              <a:gd name="connsiteX12" fmla="*/ 596265 w 914400"/>
              <a:gd name="connsiteY12" fmla="*/ 645810 h 838200"/>
              <a:gd name="connsiteX13" fmla="*/ 626745 w 914400"/>
              <a:gd name="connsiteY13" fmla="*/ 615330 h 838200"/>
              <a:gd name="connsiteX14" fmla="*/ 626745 w 914400"/>
              <a:gd name="connsiteY14" fmla="*/ 563895 h 838200"/>
              <a:gd name="connsiteX15" fmla="*/ 638175 w 914400"/>
              <a:gd name="connsiteY15" fmla="*/ 563895 h 838200"/>
              <a:gd name="connsiteX16" fmla="*/ 695325 w 914400"/>
              <a:gd name="connsiteY16" fmla="*/ 621045 h 838200"/>
              <a:gd name="connsiteX17" fmla="*/ 596265 w 914400"/>
              <a:gd name="connsiteY17" fmla="*/ 714390 h 838200"/>
              <a:gd name="connsiteX18" fmla="*/ 255270 w 914400"/>
              <a:gd name="connsiteY18" fmla="*/ 714390 h 838200"/>
              <a:gd name="connsiteX19" fmla="*/ 142875 w 914400"/>
              <a:gd name="connsiteY19" fmla="*/ 827737 h 838200"/>
              <a:gd name="connsiteX20" fmla="*/ 117158 w 914400"/>
              <a:gd name="connsiteY20" fmla="*/ 839167 h 838200"/>
              <a:gd name="connsiteX21" fmla="*/ 80010 w 914400"/>
              <a:gd name="connsiteY21" fmla="*/ 802020 h 838200"/>
              <a:gd name="connsiteX22" fmla="*/ 80010 w 914400"/>
              <a:gd name="connsiteY22" fmla="*/ 713437 h 838200"/>
              <a:gd name="connsiteX23" fmla="*/ 0 w 914400"/>
              <a:gd name="connsiteY23" fmla="*/ 616282 h 838200"/>
              <a:gd name="connsiteX24" fmla="*/ 920115 w 914400"/>
              <a:gd name="connsiteY24" fmla="*/ 99075 h 838200"/>
              <a:gd name="connsiteX25" fmla="*/ 920115 w 914400"/>
              <a:gd name="connsiteY25" fmla="*/ 399112 h 838200"/>
              <a:gd name="connsiteX26" fmla="*/ 841058 w 914400"/>
              <a:gd name="connsiteY26" fmla="*/ 496267 h 838200"/>
              <a:gd name="connsiteX27" fmla="*/ 841058 w 914400"/>
              <a:gd name="connsiteY27" fmla="*/ 584850 h 838200"/>
              <a:gd name="connsiteX28" fmla="*/ 829628 w 914400"/>
              <a:gd name="connsiteY28" fmla="*/ 612472 h 838200"/>
              <a:gd name="connsiteX29" fmla="*/ 802958 w 914400"/>
              <a:gd name="connsiteY29" fmla="*/ 621997 h 838200"/>
              <a:gd name="connsiteX30" fmla="*/ 776288 w 914400"/>
              <a:gd name="connsiteY30" fmla="*/ 610567 h 838200"/>
              <a:gd name="connsiteX31" fmla="*/ 664845 w 914400"/>
              <a:gd name="connsiteY31" fmla="*/ 499125 h 838200"/>
              <a:gd name="connsiteX32" fmla="*/ 324803 w 914400"/>
              <a:gd name="connsiteY32" fmla="*/ 499125 h 838200"/>
              <a:gd name="connsiteX33" fmla="*/ 225743 w 914400"/>
              <a:gd name="connsiteY33" fmla="*/ 400065 h 838200"/>
              <a:gd name="connsiteX34" fmla="*/ 225743 w 914400"/>
              <a:gd name="connsiteY34" fmla="*/ 99075 h 838200"/>
              <a:gd name="connsiteX35" fmla="*/ 324803 w 914400"/>
              <a:gd name="connsiteY35" fmla="*/ 15 h 838200"/>
              <a:gd name="connsiteX36" fmla="*/ 820103 w 914400"/>
              <a:gd name="connsiteY36" fmla="*/ 15 h 838200"/>
              <a:gd name="connsiteX37" fmla="*/ 920115 w 914400"/>
              <a:gd name="connsiteY37" fmla="*/ 99075 h 838200"/>
              <a:gd name="connsiteX38" fmla="*/ 714375 w 914400"/>
              <a:gd name="connsiteY38" fmla="*/ 279097 h 838200"/>
              <a:gd name="connsiteX39" fmla="*/ 714375 w 914400"/>
              <a:gd name="connsiteY39" fmla="*/ 216232 h 838200"/>
              <a:gd name="connsiteX40" fmla="*/ 684848 w 914400"/>
              <a:gd name="connsiteY40" fmla="*/ 216232 h 838200"/>
              <a:gd name="connsiteX41" fmla="*/ 551498 w 914400"/>
              <a:gd name="connsiteY41" fmla="*/ 216232 h 838200"/>
              <a:gd name="connsiteX42" fmla="*/ 606743 w 914400"/>
              <a:gd name="connsiteY42" fmla="*/ 160987 h 838200"/>
              <a:gd name="connsiteX43" fmla="*/ 561975 w 914400"/>
              <a:gd name="connsiteY43" fmla="*/ 116220 h 838200"/>
              <a:gd name="connsiteX44" fmla="*/ 470535 w 914400"/>
              <a:gd name="connsiteY44" fmla="*/ 207660 h 838200"/>
              <a:gd name="connsiteX45" fmla="*/ 430530 w 914400"/>
              <a:gd name="connsiteY45" fmla="*/ 247665 h 838200"/>
              <a:gd name="connsiteX46" fmla="*/ 430530 w 914400"/>
              <a:gd name="connsiteY46" fmla="*/ 247665 h 838200"/>
              <a:gd name="connsiteX47" fmla="*/ 430530 w 914400"/>
              <a:gd name="connsiteY47" fmla="*/ 247665 h 838200"/>
              <a:gd name="connsiteX48" fmla="*/ 441960 w 914400"/>
              <a:gd name="connsiteY48" fmla="*/ 259095 h 838200"/>
              <a:gd name="connsiteX49" fmla="*/ 475298 w 914400"/>
              <a:gd name="connsiteY49" fmla="*/ 292432 h 838200"/>
              <a:gd name="connsiteX50" fmla="*/ 475298 w 914400"/>
              <a:gd name="connsiteY50" fmla="*/ 292432 h 838200"/>
              <a:gd name="connsiteX51" fmla="*/ 521970 w 914400"/>
              <a:gd name="connsiteY51" fmla="*/ 339105 h 838200"/>
              <a:gd name="connsiteX52" fmla="*/ 561975 w 914400"/>
              <a:gd name="connsiteY52" fmla="*/ 379110 h 838200"/>
              <a:gd name="connsiteX53" fmla="*/ 606743 w 914400"/>
              <a:gd name="connsiteY53" fmla="*/ 334342 h 838200"/>
              <a:gd name="connsiteX54" fmla="*/ 566738 w 914400"/>
              <a:gd name="connsiteY54" fmla="*/ 295290 h 838200"/>
              <a:gd name="connsiteX55" fmla="*/ 551498 w 914400"/>
              <a:gd name="connsiteY55" fmla="*/ 280050 h 838200"/>
              <a:gd name="connsiteX56" fmla="*/ 684848 w 914400"/>
              <a:gd name="connsiteY56" fmla="*/ 280050 h 838200"/>
              <a:gd name="connsiteX57" fmla="*/ 714375 w 914400"/>
              <a:gd name="connsiteY57" fmla="*/ 279097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914400" h="838200">
                <a:moveTo>
                  <a:pt x="0" y="616282"/>
                </a:moveTo>
                <a:lnTo>
                  <a:pt x="0" y="315292"/>
                </a:lnTo>
                <a:cubicBezTo>
                  <a:pt x="0" y="260047"/>
                  <a:pt x="44768" y="216232"/>
                  <a:pt x="99060" y="216232"/>
                </a:cubicBezTo>
                <a:lnTo>
                  <a:pt x="159068" y="216232"/>
                </a:lnTo>
                <a:lnTo>
                  <a:pt x="159068" y="285765"/>
                </a:lnTo>
                <a:lnTo>
                  <a:pt x="99060" y="285765"/>
                </a:lnTo>
                <a:cubicBezTo>
                  <a:pt x="82867" y="285765"/>
                  <a:pt x="69533" y="299100"/>
                  <a:pt x="69533" y="315292"/>
                </a:cubicBezTo>
                <a:lnTo>
                  <a:pt x="69533" y="615330"/>
                </a:lnTo>
                <a:cubicBezTo>
                  <a:pt x="69533" y="631522"/>
                  <a:pt x="82867" y="645810"/>
                  <a:pt x="100013" y="645810"/>
                </a:cubicBezTo>
                <a:lnTo>
                  <a:pt x="149543" y="645810"/>
                </a:lnTo>
                <a:lnTo>
                  <a:pt x="149543" y="723915"/>
                </a:lnTo>
                <a:lnTo>
                  <a:pt x="227648" y="645810"/>
                </a:lnTo>
                <a:lnTo>
                  <a:pt x="596265" y="645810"/>
                </a:lnTo>
                <a:cubicBezTo>
                  <a:pt x="612458" y="645810"/>
                  <a:pt x="626745" y="632475"/>
                  <a:pt x="626745" y="615330"/>
                </a:cubicBezTo>
                <a:lnTo>
                  <a:pt x="626745" y="563895"/>
                </a:lnTo>
                <a:lnTo>
                  <a:pt x="638175" y="563895"/>
                </a:lnTo>
                <a:lnTo>
                  <a:pt x="695325" y="621045"/>
                </a:lnTo>
                <a:cubicBezTo>
                  <a:pt x="692468" y="673432"/>
                  <a:pt x="648653" y="714390"/>
                  <a:pt x="596265" y="714390"/>
                </a:cubicBezTo>
                <a:lnTo>
                  <a:pt x="255270" y="714390"/>
                </a:lnTo>
                <a:lnTo>
                  <a:pt x="142875" y="827737"/>
                </a:lnTo>
                <a:cubicBezTo>
                  <a:pt x="136208" y="835357"/>
                  <a:pt x="126683" y="839167"/>
                  <a:pt x="117158" y="839167"/>
                </a:cubicBezTo>
                <a:cubicBezTo>
                  <a:pt x="96203" y="839167"/>
                  <a:pt x="80010" y="822022"/>
                  <a:pt x="80010" y="802020"/>
                </a:cubicBezTo>
                <a:lnTo>
                  <a:pt x="80010" y="713437"/>
                </a:lnTo>
                <a:cubicBezTo>
                  <a:pt x="34290" y="703912"/>
                  <a:pt x="0" y="663907"/>
                  <a:pt x="0" y="616282"/>
                </a:cubicBezTo>
                <a:close/>
                <a:moveTo>
                  <a:pt x="920115" y="99075"/>
                </a:moveTo>
                <a:lnTo>
                  <a:pt x="920115" y="399112"/>
                </a:lnTo>
                <a:cubicBezTo>
                  <a:pt x="920115" y="446737"/>
                  <a:pt x="885825" y="486742"/>
                  <a:pt x="841058" y="496267"/>
                </a:cubicBezTo>
                <a:lnTo>
                  <a:pt x="841058" y="584850"/>
                </a:lnTo>
                <a:cubicBezTo>
                  <a:pt x="841058" y="595327"/>
                  <a:pt x="836295" y="604852"/>
                  <a:pt x="829628" y="612472"/>
                </a:cubicBezTo>
                <a:cubicBezTo>
                  <a:pt x="822008" y="618187"/>
                  <a:pt x="812483" y="621997"/>
                  <a:pt x="802958" y="621997"/>
                </a:cubicBezTo>
                <a:cubicBezTo>
                  <a:pt x="793433" y="621997"/>
                  <a:pt x="783908" y="618187"/>
                  <a:pt x="776288" y="610567"/>
                </a:cubicBezTo>
                <a:lnTo>
                  <a:pt x="664845" y="499125"/>
                </a:lnTo>
                <a:lnTo>
                  <a:pt x="324803" y="499125"/>
                </a:lnTo>
                <a:cubicBezTo>
                  <a:pt x="269558" y="499125"/>
                  <a:pt x="225743" y="454357"/>
                  <a:pt x="225743" y="400065"/>
                </a:cubicBezTo>
                <a:lnTo>
                  <a:pt x="225743" y="99075"/>
                </a:lnTo>
                <a:cubicBezTo>
                  <a:pt x="225743" y="43830"/>
                  <a:pt x="270510" y="15"/>
                  <a:pt x="324803" y="15"/>
                </a:cubicBezTo>
                <a:lnTo>
                  <a:pt x="820103" y="15"/>
                </a:lnTo>
                <a:cubicBezTo>
                  <a:pt x="875348" y="-938"/>
                  <a:pt x="920115" y="43830"/>
                  <a:pt x="920115" y="99075"/>
                </a:cubicBezTo>
                <a:close/>
                <a:moveTo>
                  <a:pt x="714375" y="279097"/>
                </a:moveTo>
                <a:lnTo>
                  <a:pt x="714375" y="216232"/>
                </a:lnTo>
                <a:lnTo>
                  <a:pt x="684848" y="216232"/>
                </a:lnTo>
                <a:lnTo>
                  <a:pt x="551498" y="216232"/>
                </a:lnTo>
                <a:lnTo>
                  <a:pt x="606743" y="160987"/>
                </a:lnTo>
                <a:lnTo>
                  <a:pt x="561975" y="116220"/>
                </a:lnTo>
                <a:lnTo>
                  <a:pt x="470535" y="207660"/>
                </a:lnTo>
                <a:lnTo>
                  <a:pt x="430530" y="247665"/>
                </a:lnTo>
                <a:lnTo>
                  <a:pt x="430530" y="247665"/>
                </a:lnTo>
                <a:lnTo>
                  <a:pt x="430530" y="247665"/>
                </a:lnTo>
                <a:lnTo>
                  <a:pt x="441960" y="259095"/>
                </a:lnTo>
                <a:lnTo>
                  <a:pt x="475298" y="292432"/>
                </a:lnTo>
                <a:lnTo>
                  <a:pt x="475298" y="292432"/>
                </a:lnTo>
                <a:lnTo>
                  <a:pt x="521970" y="339105"/>
                </a:lnTo>
                <a:lnTo>
                  <a:pt x="561975" y="379110"/>
                </a:lnTo>
                <a:lnTo>
                  <a:pt x="606743" y="334342"/>
                </a:lnTo>
                <a:lnTo>
                  <a:pt x="566738" y="295290"/>
                </a:lnTo>
                <a:lnTo>
                  <a:pt x="551498" y="280050"/>
                </a:lnTo>
                <a:lnTo>
                  <a:pt x="684848" y="280050"/>
                </a:lnTo>
                <a:lnTo>
                  <a:pt x="714375" y="279097"/>
                </a:lnTo>
                <a:close/>
              </a:path>
            </a:pathLst>
          </a:custGeom>
          <a:solidFill>
            <a:srgbClr val="6D6D6D"/>
          </a:solidFill>
          <a:ln w="9525" cap="flat">
            <a:noFill/>
            <a:prstDash val="solid"/>
            <a:miter/>
          </a:ln>
        </p:spPr>
        <p:txBody>
          <a:bodyPr rtlCol="0" anchor="ctr"/>
          <a:lstStyle/>
          <a:p>
            <a:endParaRPr lang="fr-FR"/>
          </a:p>
        </p:txBody>
      </p:sp>
      <p:sp>
        <p:nvSpPr>
          <p:cNvPr id="51" name="Graphique 112">
            <a:extLst>
              <a:ext uri="{FF2B5EF4-FFF2-40B4-BE49-F238E27FC236}">
                <a16:creationId xmlns:a16="http://schemas.microsoft.com/office/drawing/2014/main" id="{639A3C37-1233-1660-04F1-BB891066776A}"/>
              </a:ext>
            </a:extLst>
          </p:cNvPr>
          <p:cNvSpPr>
            <a:spLocks noChangeAspect="1"/>
          </p:cNvSpPr>
          <p:nvPr/>
        </p:nvSpPr>
        <p:spPr>
          <a:xfrm>
            <a:off x="7747291" y="1576633"/>
            <a:ext cx="569670" cy="576000"/>
          </a:xfrm>
          <a:custGeom>
            <a:avLst/>
            <a:gdLst>
              <a:gd name="connsiteX0" fmla="*/ 739809 w 857250"/>
              <a:gd name="connsiteY0" fmla="*/ 739807 h 866775"/>
              <a:gd name="connsiteX1" fmla="*/ 736761 w 857250"/>
              <a:gd name="connsiteY1" fmla="*/ 742283 h 866775"/>
              <a:gd name="connsiteX2" fmla="*/ 793911 w 857250"/>
              <a:gd name="connsiteY2" fmla="*/ 742283 h 866775"/>
              <a:gd name="connsiteX3" fmla="*/ 817723 w 857250"/>
              <a:gd name="connsiteY3" fmla="*/ 766096 h 866775"/>
              <a:gd name="connsiteX4" fmla="*/ 793911 w 857250"/>
              <a:gd name="connsiteY4" fmla="*/ 789908 h 866775"/>
              <a:gd name="connsiteX5" fmla="*/ 679611 w 857250"/>
              <a:gd name="connsiteY5" fmla="*/ 789908 h 866775"/>
              <a:gd name="connsiteX6" fmla="*/ 655798 w 857250"/>
              <a:gd name="connsiteY6" fmla="*/ 766096 h 866775"/>
              <a:gd name="connsiteX7" fmla="*/ 655798 w 857250"/>
              <a:gd name="connsiteY7" fmla="*/ 651796 h 866775"/>
              <a:gd name="connsiteX8" fmla="*/ 679611 w 857250"/>
              <a:gd name="connsiteY8" fmla="*/ 627983 h 866775"/>
              <a:gd name="connsiteX9" fmla="*/ 703423 w 857250"/>
              <a:gd name="connsiteY9" fmla="*/ 651796 h 866775"/>
              <a:gd name="connsiteX10" fmla="*/ 703423 w 857250"/>
              <a:gd name="connsiteY10" fmla="*/ 708946 h 866775"/>
              <a:gd name="connsiteX11" fmla="*/ 705900 w 857250"/>
              <a:gd name="connsiteY11" fmla="*/ 706279 h 866775"/>
              <a:gd name="connsiteX12" fmla="*/ 706132 w 857250"/>
              <a:gd name="connsiteY12" fmla="*/ 160729 h 866775"/>
              <a:gd name="connsiteX13" fmla="*/ 433390 w 857250"/>
              <a:gd name="connsiteY13" fmla="*/ 47625 h 866775"/>
              <a:gd name="connsiteX14" fmla="*/ 409577 w 857250"/>
              <a:gd name="connsiteY14" fmla="*/ 23813 h 866775"/>
              <a:gd name="connsiteX15" fmla="*/ 433390 w 857250"/>
              <a:gd name="connsiteY15" fmla="*/ 0 h 866775"/>
              <a:gd name="connsiteX16" fmla="*/ 866713 w 857250"/>
              <a:gd name="connsiteY16" fmla="*/ 433451 h 866775"/>
              <a:gd name="connsiteX17" fmla="*/ 739809 w 857250"/>
              <a:gd name="connsiteY17" fmla="*/ 739807 h 866775"/>
              <a:gd name="connsiteX18" fmla="*/ 2 w 857250"/>
              <a:gd name="connsiteY18" fmla="*/ 433388 h 866775"/>
              <a:gd name="connsiteX19" fmla="*/ 433390 w 857250"/>
              <a:gd name="connsiteY19" fmla="*/ 866775 h 866775"/>
              <a:gd name="connsiteX20" fmla="*/ 457202 w 857250"/>
              <a:gd name="connsiteY20" fmla="*/ 842963 h 866775"/>
              <a:gd name="connsiteX21" fmla="*/ 433390 w 857250"/>
              <a:gd name="connsiteY21" fmla="*/ 819150 h 866775"/>
              <a:gd name="connsiteX22" fmla="*/ 47586 w 857250"/>
              <a:gd name="connsiteY22" fmla="*/ 433429 h 866775"/>
              <a:gd name="connsiteX23" fmla="*/ 160594 w 857250"/>
              <a:gd name="connsiteY23" fmla="*/ 160592 h 866775"/>
              <a:gd name="connsiteX24" fmla="*/ 163070 w 857250"/>
              <a:gd name="connsiteY24" fmla="*/ 157829 h 866775"/>
              <a:gd name="connsiteX25" fmla="*/ 163070 w 857250"/>
              <a:gd name="connsiteY25" fmla="*/ 214979 h 866775"/>
              <a:gd name="connsiteX26" fmla="*/ 186883 w 857250"/>
              <a:gd name="connsiteY26" fmla="*/ 238792 h 866775"/>
              <a:gd name="connsiteX27" fmla="*/ 210695 w 857250"/>
              <a:gd name="connsiteY27" fmla="*/ 214979 h 866775"/>
              <a:gd name="connsiteX28" fmla="*/ 210695 w 857250"/>
              <a:gd name="connsiteY28" fmla="*/ 100679 h 866775"/>
              <a:gd name="connsiteX29" fmla="*/ 186883 w 857250"/>
              <a:gd name="connsiteY29" fmla="*/ 76867 h 866775"/>
              <a:gd name="connsiteX30" fmla="*/ 72582 w 857250"/>
              <a:gd name="connsiteY30" fmla="*/ 76867 h 866775"/>
              <a:gd name="connsiteX31" fmla="*/ 48770 w 857250"/>
              <a:gd name="connsiteY31" fmla="*/ 100679 h 866775"/>
              <a:gd name="connsiteX32" fmla="*/ 72582 w 857250"/>
              <a:gd name="connsiteY32" fmla="*/ 124492 h 866775"/>
              <a:gd name="connsiteX33" fmla="*/ 129733 w 857250"/>
              <a:gd name="connsiteY33" fmla="*/ 124492 h 866775"/>
              <a:gd name="connsiteX34" fmla="*/ 126780 w 857250"/>
              <a:gd name="connsiteY34" fmla="*/ 126968 h 866775"/>
              <a:gd name="connsiteX35" fmla="*/ 2 w 857250"/>
              <a:gd name="connsiteY35" fmla="*/ 433388 h 866775"/>
              <a:gd name="connsiteX36" fmla="*/ 515590 w 857250"/>
              <a:gd name="connsiteY36" fmla="*/ 351187 h 866775"/>
              <a:gd name="connsiteX37" fmla="*/ 515623 w 857250"/>
              <a:gd name="connsiteY37" fmla="*/ 515525 h 866775"/>
              <a:gd name="connsiteX38" fmla="*/ 351284 w 857250"/>
              <a:gd name="connsiteY38" fmla="*/ 515558 h 866775"/>
              <a:gd name="connsiteX39" fmla="*/ 351252 w 857250"/>
              <a:gd name="connsiteY39" fmla="*/ 351219 h 866775"/>
              <a:gd name="connsiteX40" fmla="*/ 351284 w 857250"/>
              <a:gd name="connsiteY40" fmla="*/ 351187 h 866775"/>
              <a:gd name="connsiteX41" fmla="*/ 515590 w 857250"/>
              <a:gd name="connsiteY41" fmla="*/ 351187 h 866775"/>
              <a:gd name="connsiteX42" fmla="*/ 481872 w 857250"/>
              <a:gd name="connsiteY42" fmla="*/ 384905 h 866775"/>
              <a:gd name="connsiteX43" fmla="*/ 384885 w 857250"/>
              <a:gd name="connsiteY43" fmla="*/ 384883 h 866775"/>
              <a:gd name="connsiteX44" fmla="*/ 384862 w 857250"/>
              <a:gd name="connsiteY44" fmla="*/ 481870 h 866775"/>
              <a:gd name="connsiteX45" fmla="*/ 481850 w 857250"/>
              <a:gd name="connsiteY45" fmla="*/ 481892 h 866775"/>
              <a:gd name="connsiteX46" fmla="*/ 481872 w 857250"/>
              <a:gd name="connsiteY46" fmla="*/ 481870 h 866775"/>
              <a:gd name="connsiteX47" fmla="*/ 481872 w 857250"/>
              <a:gd name="connsiteY47" fmla="*/ 384905 h 866775"/>
              <a:gd name="connsiteX48" fmla="*/ 598172 w 857250"/>
              <a:gd name="connsiteY48" fmla="*/ 598265 h 866775"/>
              <a:gd name="connsiteX49" fmla="*/ 573502 w 857250"/>
              <a:gd name="connsiteY49" fmla="*/ 619697 h 866775"/>
              <a:gd name="connsiteX50" fmla="*/ 576265 w 857250"/>
              <a:gd name="connsiteY50" fmla="*/ 650938 h 866775"/>
              <a:gd name="connsiteX51" fmla="*/ 530735 w 857250"/>
              <a:gd name="connsiteY51" fmla="*/ 715994 h 866775"/>
              <a:gd name="connsiteX52" fmla="*/ 490540 w 857250"/>
              <a:gd name="connsiteY52" fmla="*/ 726853 h 866775"/>
              <a:gd name="connsiteX53" fmla="*/ 418530 w 857250"/>
              <a:gd name="connsiteY53" fmla="*/ 693230 h 866775"/>
              <a:gd name="connsiteX54" fmla="*/ 405291 w 857250"/>
              <a:gd name="connsiteY54" fmla="*/ 664655 h 866775"/>
              <a:gd name="connsiteX55" fmla="*/ 342330 w 857250"/>
              <a:gd name="connsiteY55" fmla="*/ 647795 h 866775"/>
              <a:gd name="connsiteX56" fmla="*/ 316613 w 857250"/>
              <a:gd name="connsiteY56" fmla="*/ 665798 h 866775"/>
              <a:gd name="connsiteX57" fmla="*/ 237460 w 857250"/>
              <a:gd name="connsiteY57" fmla="*/ 658940 h 866775"/>
              <a:gd name="connsiteX58" fmla="*/ 207837 w 857250"/>
              <a:gd name="connsiteY58" fmla="*/ 629317 h 866775"/>
              <a:gd name="connsiteX59" fmla="*/ 200980 w 857250"/>
              <a:gd name="connsiteY59" fmla="*/ 550164 h 866775"/>
              <a:gd name="connsiteX60" fmla="*/ 218982 w 857250"/>
              <a:gd name="connsiteY60" fmla="*/ 524447 h 866775"/>
              <a:gd name="connsiteX61" fmla="*/ 202027 w 857250"/>
              <a:gd name="connsiteY61" fmla="*/ 461963 h 866775"/>
              <a:gd name="connsiteX62" fmla="*/ 173452 w 857250"/>
              <a:gd name="connsiteY62" fmla="*/ 448723 h 866775"/>
              <a:gd name="connsiteX63" fmla="*/ 139924 w 857250"/>
              <a:gd name="connsiteY63" fmla="*/ 376238 h 866775"/>
              <a:gd name="connsiteX64" fmla="*/ 150783 w 857250"/>
              <a:gd name="connsiteY64" fmla="*/ 335756 h 866775"/>
              <a:gd name="connsiteX65" fmla="*/ 215839 w 857250"/>
              <a:gd name="connsiteY65" fmla="*/ 290513 h 866775"/>
              <a:gd name="connsiteX66" fmla="*/ 247081 w 857250"/>
              <a:gd name="connsiteY66" fmla="*/ 293275 h 866775"/>
              <a:gd name="connsiteX67" fmla="*/ 293181 w 857250"/>
              <a:gd name="connsiteY67" fmla="*/ 247174 h 866775"/>
              <a:gd name="connsiteX68" fmla="*/ 290515 w 857250"/>
              <a:gd name="connsiteY68" fmla="*/ 215837 h 866775"/>
              <a:gd name="connsiteX69" fmla="*/ 336044 w 857250"/>
              <a:gd name="connsiteY69" fmla="*/ 150781 h 866775"/>
              <a:gd name="connsiteX70" fmla="*/ 376240 w 857250"/>
              <a:gd name="connsiteY70" fmla="*/ 139922 h 866775"/>
              <a:gd name="connsiteX71" fmla="*/ 448249 w 857250"/>
              <a:gd name="connsiteY71" fmla="*/ 173546 h 866775"/>
              <a:gd name="connsiteX72" fmla="*/ 461488 w 857250"/>
              <a:gd name="connsiteY72" fmla="*/ 202121 h 866775"/>
              <a:gd name="connsiteX73" fmla="*/ 524449 w 857250"/>
              <a:gd name="connsiteY73" fmla="*/ 218980 h 866775"/>
              <a:gd name="connsiteX74" fmla="*/ 550166 w 857250"/>
              <a:gd name="connsiteY74" fmla="*/ 200978 h 866775"/>
              <a:gd name="connsiteX75" fmla="*/ 629319 w 857250"/>
              <a:gd name="connsiteY75" fmla="*/ 207836 h 866775"/>
              <a:gd name="connsiteX76" fmla="*/ 658942 w 857250"/>
              <a:gd name="connsiteY76" fmla="*/ 237458 h 866775"/>
              <a:gd name="connsiteX77" fmla="*/ 665800 w 857250"/>
              <a:gd name="connsiteY77" fmla="*/ 316611 h 866775"/>
              <a:gd name="connsiteX78" fmla="*/ 647797 w 857250"/>
              <a:gd name="connsiteY78" fmla="*/ 342329 h 866775"/>
              <a:gd name="connsiteX79" fmla="*/ 664752 w 857250"/>
              <a:gd name="connsiteY79" fmla="*/ 404813 h 866775"/>
              <a:gd name="connsiteX80" fmla="*/ 693327 w 857250"/>
              <a:gd name="connsiteY80" fmla="*/ 418052 h 866775"/>
              <a:gd name="connsiteX81" fmla="*/ 726855 w 857250"/>
              <a:gd name="connsiteY81" fmla="*/ 490538 h 866775"/>
              <a:gd name="connsiteX82" fmla="*/ 715996 w 857250"/>
              <a:gd name="connsiteY82" fmla="*/ 531019 h 866775"/>
              <a:gd name="connsiteX83" fmla="*/ 650940 w 857250"/>
              <a:gd name="connsiteY83" fmla="*/ 576263 h 866775"/>
              <a:gd name="connsiteX84" fmla="*/ 619699 w 857250"/>
              <a:gd name="connsiteY84" fmla="*/ 573500 h 866775"/>
              <a:gd name="connsiteX85" fmla="*/ 598172 w 857250"/>
              <a:gd name="connsiteY85" fmla="*/ 598265 h 866775"/>
              <a:gd name="connsiteX86" fmla="*/ 610174 w 857250"/>
              <a:gd name="connsiteY86" fmla="*/ 524923 h 866775"/>
              <a:gd name="connsiteX87" fmla="*/ 655036 w 857250"/>
              <a:gd name="connsiteY87" fmla="*/ 528923 h 866775"/>
              <a:gd name="connsiteX88" fmla="*/ 669895 w 857250"/>
              <a:gd name="connsiteY88" fmla="*/ 518541 h 866775"/>
              <a:gd name="connsiteX89" fmla="*/ 681040 w 857250"/>
              <a:gd name="connsiteY89" fmla="*/ 478060 h 866775"/>
              <a:gd name="connsiteX90" fmla="*/ 673134 w 857250"/>
              <a:gd name="connsiteY90" fmla="*/ 461963 h 866775"/>
              <a:gd name="connsiteX91" fmla="*/ 632176 w 857250"/>
              <a:gd name="connsiteY91" fmla="*/ 442913 h 866775"/>
              <a:gd name="connsiteX92" fmla="*/ 618460 w 857250"/>
              <a:gd name="connsiteY92" fmla="*/ 422720 h 866775"/>
              <a:gd name="connsiteX93" fmla="*/ 599410 w 857250"/>
              <a:gd name="connsiteY93" fmla="*/ 350806 h 866775"/>
              <a:gd name="connsiteX94" fmla="*/ 601220 w 857250"/>
              <a:gd name="connsiteY94" fmla="*/ 326422 h 866775"/>
              <a:gd name="connsiteX95" fmla="*/ 627128 w 857250"/>
              <a:gd name="connsiteY95" fmla="*/ 289465 h 866775"/>
              <a:gd name="connsiteX96" fmla="*/ 625509 w 857250"/>
              <a:gd name="connsiteY96" fmla="*/ 271367 h 866775"/>
              <a:gd name="connsiteX97" fmla="*/ 595315 w 857250"/>
              <a:gd name="connsiteY97" fmla="*/ 241364 h 866775"/>
              <a:gd name="connsiteX98" fmla="*/ 577217 w 857250"/>
              <a:gd name="connsiteY98" fmla="*/ 239744 h 866775"/>
              <a:gd name="connsiteX99" fmla="*/ 540736 w 857250"/>
              <a:gd name="connsiteY99" fmla="*/ 265748 h 866775"/>
              <a:gd name="connsiteX100" fmla="*/ 516448 w 857250"/>
              <a:gd name="connsiteY100" fmla="*/ 267557 h 866775"/>
              <a:gd name="connsiteX101" fmla="*/ 444534 w 857250"/>
              <a:gd name="connsiteY101" fmla="*/ 248507 h 866775"/>
              <a:gd name="connsiteX102" fmla="*/ 423865 w 857250"/>
              <a:gd name="connsiteY102" fmla="*/ 234506 h 866775"/>
              <a:gd name="connsiteX103" fmla="*/ 404815 w 857250"/>
              <a:gd name="connsiteY103" fmla="*/ 193548 h 866775"/>
              <a:gd name="connsiteX104" fmla="*/ 388717 w 857250"/>
              <a:gd name="connsiteY104" fmla="*/ 185738 h 866775"/>
              <a:gd name="connsiteX105" fmla="*/ 348236 w 857250"/>
              <a:gd name="connsiteY105" fmla="*/ 196596 h 866775"/>
              <a:gd name="connsiteX106" fmla="*/ 338140 w 857250"/>
              <a:gd name="connsiteY106" fmla="*/ 211646 h 866775"/>
              <a:gd name="connsiteX107" fmla="*/ 342140 w 857250"/>
              <a:gd name="connsiteY107" fmla="*/ 256508 h 866775"/>
              <a:gd name="connsiteX108" fmla="*/ 331567 w 857250"/>
              <a:gd name="connsiteY108" fmla="*/ 278511 h 866775"/>
              <a:gd name="connsiteX109" fmla="*/ 302992 w 857250"/>
              <a:gd name="connsiteY109" fmla="*/ 302228 h 866775"/>
              <a:gd name="connsiteX110" fmla="*/ 302992 w 857250"/>
              <a:gd name="connsiteY110" fmla="*/ 302228 h 866775"/>
              <a:gd name="connsiteX111" fmla="*/ 279275 w 857250"/>
              <a:gd name="connsiteY111" fmla="*/ 330803 h 866775"/>
              <a:gd name="connsiteX112" fmla="*/ 257272 w 857250"/>
              <a:gd name="connsiteY112" fmla="*/ 341376 h 866775"/>
              <a:gd name="connsiteX113" fmla="*/ 211647 w 857250"/>
              <a:gd name="connsiteY113" fmla="*/ 338138 h 866775"/>
              <a:gd name="connsiteX114" fmla="*/ 196789 w 857250"/>
              <a:gd name="connsiteY114" fmla="*/ 348520 h 866775"/>
              <a:gd name="connsiteX115" fmla="*/ 185740 w 857250"/>
              <a:gd name="connsiteY115" fmla="*/ 388715 h 866775"/>
              <a:gd name="connsiteX116" fmla="*/ 193645 w 857250"/>
              <a:gd name="connsiteY116" fmla="*/ 404813 h 866775"/>
              <a:gd name="connsiteX117" fmla="*/ 234603 w 857250"/>
              <a:gd name="connsiteY117" fmla="*/ 423863 h 866775"/>
              <a:gd name="connsiteX118" fmla="*/ 248319 w 857250"/>
              <a:gd name="connsiteY118" fmla="*/ 444056 h 866775"/>
              <a:gd name="connsiteX119" fmla="*/ 267369 w 857250"/>
              <a:gd name="connsiteY119" fmla="*/ 515969 h 866775"/>
              <a:gd name="connsiteX120" fmla="*/ 265559 w 857250"/>
              <a:gd name="connsiteY120" fmla="*/ 540258 h 866775"/>
              <a:gd name="connsiteX121" fmla="*/ 239651 w 857250"/>
              <a:gd name="connsiteY121" fmla="*/ 577215 h 866775"/>
              <a:gd name="connsiteX122" fmla="*/ 241270 w 857250"/>
              <a:gd name="connsiteY122" fmla="*/ 595313 h 866775"/>
              <a:gd name="connsiteX123" fmla="*/ 271465 w 857250"/>
              <a:gd name="connsiteY123" fmla="*/ 625412 h 866775"/>
              <a:gd name="connsiteX124" fmla="*/ 289562 w 857250"/>
              <a:gd name="connsiteY124" fmla="*/ 627031 h 866775"/>
              <a:gd name="connsiteX125" fmla="*/ 326519 w 857250"/>
              <a:gd name="connsiteY125" fmla="*/ 601123 h 866775"/>
              <a:gd name="connsiteX126" fmla="*/ 350808 w 857250"/>
              <a:gd name="connsiteY126" fmla="*/ 599313 h 866775"/>
              <a:gd name="connsiteX127" fmla="*/ 422722 w 857250"/>
              <a:gd name="connsiteY127" fmla="*/ 618363 h 866775"/>
              <a:gd name="connsiteX128" fmla="*/ 442915 w 857250"/>
              <a:gd name="connsiteY128" fmla="*/ 632270 h 866775"/>
              <a:gd name="connsiteX129" fmla="*/ 461965 w 857250"/>
              <a:gd name="connsiteY129" fmla="*/ 673227 h 866775"/>
              <a:gd name="connsiteX130" fmla="*/ 478443 w 857250"/>
              <a:gd name="connsiteY130" fmla="*/ 680942 h 866775"/>
              <a:gd name="connsiteX131" fmla="*/ 518924 w 857250"/>
              <a:gd name="connsiteY131" fmla="*/ 670084 h 866775"/>
              <a:gd name="connsiteX132" fmla="*/ 528640 w 857250"/>
              <a:gd name="connsiteY132" fmla="*/ 655130 h 866775"/>
              <a:gd name="connsiteX133" fmla="*/ 524639 w 857250"/>
              <a:gd name="connsiteY133" fmla="*/ 610267 h 866775"/>
              <a:gd name="connsiteX134" fmla="*/ 535212 w 857250"/>
              <a:gd name="connsiteY134" fmla="*/ 588264 h 866775"/>
              <a:gd name="connsiteX135" fmla="*/ 587980 w 857250"/>
              <a:gd name="connsiteY135" fmla="*/ 535496 h 866775"/>
              <a:gd name="connsiteX136" fmla="*/ 610269 w 857250"/>
              <a:gd name="connsiteY136" fmla="*/ 524923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857250" h="866775">
                <a:moveTo>
                  <a:pt x="739809" y="739807"/>
                </a:moveTo>
                <a:cubicBezTo>
                  <a:pt x="738863" y="740716"/>
                  <a:pt x="737844" y="741543"/>
                  <a:pt x="736761" y="742283"/>
                </a:cubicBezTo>
                <a:lnTo>
                  <a:pt x="793911" y="742283"/>
                </a:lnTo>
                <a:cubicBezTo>
                  <a:pt x="807062" y="742283"/>
                  <a:pt x="817723" y="752945"/>
                  <a:pt x="817723" y="766096"/>
                </a:cubicBezTo>
                <a:cubicBezTo>
                  <a:pt x="817723" y="779247"/>
                  <a:pt x="807062" y="789908"/>
                  <a:pt x="793911" y="789908"/>
                </a:cubicBezTo>
                <a:lnTo>
                  <a:pt x="679611" y="789908"/>
                </a:lnTo>
                <a:cubicBezTo>
                  <a:pt x="666460" y="789908"/>
                  <a:pt x="655798" y="779247"/>
                  <a:pt x="655798" y="766096"/>
                </a:cubicBezTo>
                <a:lnTo>
                  <a:pt x="655798" y="651796"/>
                </a:lnTo>
                <a:cubicBezTo>
                  <a:pt x="655798" y="638645"/>
                  <a:pt x="666460" y="627983"/>
                  <a:pt x="679611" y="627983"/>
                </a:cubicBezTo>
                <a:cubicBezTo>
                  <a:pt x="692762" y="627983"/>
                  <a:pt x="703423" y="638645"/>
                  <a:pt x="703423" y="651796"/>
                </a:cubicBezTo>
                <a:lnTo>
                  <a:pt x="703423" y="708946"/>
                </a:lnTo>
                <a:lnTo>
                  <a:pt x="705900" y="706279"/>
                </a:lnTo>
                <a:cubicBezTo>
                  <a:pt x="856614" y="555693"/>
                  <a:pt x="856718" y="311442"/>
                  <a:pt x="706132" y="160729"/>
                </a:cubicBezTo>
                <a:cubicBezTo>
                  <a:pt x="633815" y="88349"/>
                  <a:pt x="535705" y="47665"/>
                  <a:pt x="433390" y="47625"/>
                </a:cubicBezTo>
                <a:cubicBezTo>
                  <a:pt x="420238" y="47625"/>
                  <a:pt x="409577" y="36964"/>
                  <a:pt x="409577" y="23813"/>
                </a:cubicBezTo>
                <a:cubicBezTo>
                  <a:pt x="409577" y="10661"/>
                  <a:pt x="420238" y="0"/>
                  <a:pt x="433390" y="0"/>
                </a:cubicBezTo>
                <a:cubicBezTo>
                  <a:pt x="672743" y="35"/>
                  <a:pt x="866748" y="194099"/>
                  <a:pt x="866713" y="433451"/>
                </a:cubicBezTo>
                <a:cubicBezTo>
                  <a:pt x="866696" y="548355"/>
                  <a:pt x="821049" y="658549"/>
                  <a:pt x="739809" y="739807"/>
                </a:cubicBezTo>
                <a:close/>
                <a:moveTo>
                  <a:pt x="2" y="433388"/>
                </a:moveTo>
                <a:cubicBezTo>
                  <a:pt x="2" y="672741"/>
                  <a:pt x="194036" y="866775"/>
                  <a:pt x="433390" y="866775"/>
                </a:cubicBezTo>
                <a:cubicBezTo>
                  <a:pt x="446541" y="866775"/>
                  <a:pt x="457202" y="856114"/>
                  <a:pt x="457202" y="842963"/>
                </a:cubicBezTo>
                <a:cubicBezTo>
                  <a:pt x="457202" y="829811"/>
                  <a:pt x="446541" y="819150"/>
                  <a:pt x="433390" y="819150"/>
                </a:cubicBezTo>
                <a:cubicBezTo>
                  <a:pt x="220339" y="819173"/>
                  <a:pt x="47608" y="646480"/>
                  <a:pt x="47586" y="433429"/>
                </a:cubicBezTo>
                <a:cubicBezTo>
                  <a:pt x="47575" y="331094"/>
                  <a:pt x="88226" y="232948"/>
                  <a:pt x="160594" y="160592"/>
                </a:cubicBezTo>
                <a:cubicBezTo>
                  <a:pt x="161356" y="159830"/>
                  <a:pt x="162213" y="158877"/>
                  <a:pt x="163070" y="157829"/>
                </a:cubicBezTo>
                <a:lnTo>
                  <a:pt x="163070" y="214979"/>
                </a:lnTo>
                <a:cubicBezTo>
                  <a:pt x="163070" y="228130"/>
                  <a:pt x="173731" y="238792"/>
                  <a:pt x="186883" y="238792"/>
                </a:cubicBezTo>
                <a:cubicBezTo>
                  <a:pt x="200034" y="238792"/>
                  <a:pt x="210695" y="228130"/>
                  <a:pt x="210695" y="214979"/>
                </a:cubicBezTo>
                <a:lnTo>
                  <a:pt x="210695" y="100679"/>
                </a:lnTo>
                <a:cubicBezTo>
                  <a:pt x="210695" y="87528"/>
                  <a:pt x="200034" y="76867"/>
                  <a:pt x="186883" y="76867"/>
                </a:cubicBezTo>
                <a:lnTo>
                  <a:pt x="72582" y="76867"/>
                </a:lnTo>
                <a:cubicBezTo>
                  <a:pt x="59431" y="76867"/>
                  <a:pt x="48770" y="87528"/>
                  <a:pt x="48770" y="100679"/>
                </a:cubicBezTo>
                <a:cubicBezTo>
                  <a:pt x="48770" y="113830"/>
                  <a:pt x="59431" y="124492"/>
                  <a:pt x="72582" y="124492"/>
                </a:cubicBezTo>
                <a:lnTo>
                  <a:pt x="129733" y="124492"/>
                </a:lnTo>
                <a:cubicBezTo>
                  <a:pt x="128704" y="125263"/>
                  <a:pt x="127718" y="126090"/>
                  <a:pt x="126780" y="126968"/>
                </a:cubicBezTo>
                <a:cubicBezTo>
                  <a:pt x="45302" y="208083"/>
                  <a:pt x="-348" y="318417"/>
                  <a:pt x="2" y="433388"/>
                </a:cubicBezTo>
                <a:close/>
                <a:moveTo>
                  <a:pt x="515590" y="351187"/>
                </a:moveTo>
                <a:cubicBezTo>
                  <a:pt x="560980" y="396559"/>
                  <a:pt x="560995" y="470136"/>
                  <a:pt x="515623" y="515525"/>
                </a:cubicBezTo>
                <a:cubicBezTo>
                  <a:pt x="470251" y="560915"/>
                  <a:pt x="396674" y="560930"/>
                  <a:pt x="351284" y="515558"/>
                </a:cubicBezTo>
                <a:cubicBezTo>
                  <a:pt x="305895" y="470186"/>
                  <a:pt x="305879" y="396609"/>
                  <a:pt x="351252" y="351219"/>
                </a:cubicBezTo>
                <a:cubicBezTo>
                  <a:pt x="351262" y="351209"/>
                  <a:pt x="351274" y="351197"/>
                  <a:pt x="351284" y="351187"/>
                </a:cubicBezTo>
                <a:cubicBezTo>
                  <a:pt x="396683" y="305880"/>
                  <a:pt x="470191" y="305880"/>
                  <a:pt x="515590" y="351187"/>
                </a:cubicBezTo>
                <a:close/>
                <a:moveTo>
                  <a:pt x="481872" y="384905"/>
                </a:moveTo>
                <a:cubicBezTo>
                  <a:pt x="455096" y="358117"/>
                  <a:pt x="411673" y="358107"/>
                  <a:pt x="384885" y="384883"/>
                </a:cubicBezTo>
                <a:cubicBezTo>
                  <a:pt x="358096" y="411659"/>
                  <a:pt x="358087" y="455082"/>
                  <a:pt x="384862" y="481870"/>
                </a:cubicBezTo>
                <a:cubicBezTo>
                  <a:pt x="411639" y="508658"/>
                  <a:pt x="455061" y="508668"/>
                  <a:pt x="481850" y="481892"/>
                </a:cubicBezTo>
                <a:cubicBezTo>
                  <a:pt x="481857" y="481885"/>
                  <a:pt x="481864" y="481877"/>
                  <a:pt x="481872" y="481870"/>
                </a:cubicBezTo>
                <a:cubicBezTo>
                  <a:pt x="508587" y="455068"/>
                  <a:pt x="508587" y="411707"/>
                  <a:pt x="481872" y="384905"/>
                </a:cubicBezTo>
                <a:close/>
                <a:moveTo>
                  <a:pt x="598172" y="598265"/>
                </a:moveTo>
                <a:cubicBezTo>
                  <a:pt x="590456" y="605973"/>
                  <a:pt x="582213" y="613134"/>
                  <a:pt x="573502" y="619697"/>
                </a:cubicBezTo>
                <a:lnTo>
                  <a:pt x="576265" y="650938"/>
                </a:lnTo>
                <a:cubicBezTo>
                  <a:pt x="578943" y="680815"/>
                  <a:pt x="559721" y="708279"/>
                  <a:pt x="530735" y="715994"/>
                </a:cubicBezTo>
                <a:lnTo>
                  <a:pt x="490540" y="726853"/>
                </a:lnTo>
                <a:cubicBezTo>
                  <a:pt x="461554" y="734644"/>
                  <a:pt x="431165" y="720455"/>
                  <a:pt x="418530" y="693230"/>
                </a:cubicBezTo>
                <a:lnTo>
                  <a:pt x="405291" y="664655"/>
                </a:lnTo>
                <a:cubicBezTo>
                  <a:pt x="383613" y="662040"/>
                  <a:pt x="362414" y="656364"/>
                  <a:pt x="342330" y="647795"/>
                </a:cubicBezTo>
                <a:lnTo>
                  <a:pt x="316613" y="665798"/>
                </a:lnTo>
                <a:cubicBezTo>
                  <a:pt x="292069" y="683053"/>
                  <a:pt x="258671" y="680160"/>
                  <a:pt x="237460" y="658940"/>
                </a:cubicBezTo>
                <a:lnTo>
                  <a:pt x="207837" y="629317"/>
                </a:lnTo>
                <a:cubicBezTo>
                  <a:pt x="186580" y="608124"/>
                  <a:pt x="183683" y="574698"/>
                  <a:pt x="200980" y="550164"/>
                </a:cubicBezTo>
                <a:lnTo>
                  <a:pt x="218982" y="524447"/>
                </a:lnTo>
                <a:cubicBezTo>
                  <a:pt x="210424" y="504518"/>
                  <a:pt x="204716" y="483483"/>
                  <a:pt x="202027" y="461963"/>
                </a:cubicBezTo>
                <a:lnTo>
                  <a:pt x="173452" y="448723"/>
                </a:lnTo>
                <a:cubicBezTo>
                  <a:pt x="146044" y="436021"/>
                  <a:pt x="131857" y="405349"/>
                  <a:pt x="139924" y="376238"/>
                </a:cubicBezTo>
                <a:lnTo>
                  <a:pt x="150783" y="335756"/>
                </a:lnTo>
                <a:cubicBezTo>
                  <a:pt x="158579" y="306860"/>
                  <a:pt x="186036" y="287766"/>
                  <a:pt x="215839" y="290513"/>
                </a:cubicBezTo>
                <a:lnTo>
                  <a:pt x="247081" y="293275"/>
                </a:lnTo>
                <a:cubicBezTo>
                  <a:pt x="260235" y="275844"/>
                  <a:pt x="275751" y="260329"/>
                  <a:pt x="293181" y="247174"/>
                </a:cubicBezTo>
                <a:lnTo>
                  <a:pt x="290515" y="215837"/>
                </a:lnTo>
                <a:cubicBezTo>
                  <a:pt x="287876" y="185972"/>
                  <a:pt x="307081" y="158530"/>
                  <a:pt x="336044" y="150781"/>
                </a:cubicBezTo>
                <a:lnTo>
                  <a:pt x="376240" y="139922"/>
                </a:lnTo>
                <a:cubicBezTo>
                  <a:pt x="405225" y="132131"/>
                  <a:pt x="435614" y="146320"/>
                  <a:pt x="448249" y="173546"/>
                </a:cubicBezTo>
                <a:lnTo>
                  <a:pt x="461488" y="202121"/>
                </a:lnTo>
                <a:cubicBezTo>
                  <a:pt x="483166" y="204735"/>
                  <a:pt x="504365" y="210411"/>
                  <a:pt x="524449" y="218980"/>
                </a:cubicBezTo>
                <a:lnTo>
                  <a:pt x="550166" y="200978"/>
                </a:lnTo>
                <a:cubicBezTo>
                  <a:pt x="574700" y="183681"/>
                  <a:pt x="608126" y="186578"/>
                  <a:pt x="629319" y="207836"/>
                </a:cubicBezTo>
                <a:lnTo>
                  <a:pt x="658942" y="237458"/>
                </a:lnTo>
                <a:cubicBezTo>
                  <a:pt x="680162" y="258669"/>
                  <a:pt x="683055" y="292067"/>
                  <a:pt x="665800" y="316611"/>
                </a:cubicBezTo>
                <a:lnTo>
                  <a:pt x="647797" y="342329"/>
                </a:lnTo>
                <a:cubicBezTo>
                  <a:pt x="656359" y="362256"/>
                  <a:pt x="662067" y="383291"/>
                  <a:pt x="664752" y="404813"/>
                </a:cubicBezTo>
                <a:lnTo>
                  <a:pt x="693327" y="418052"/>
                </a:lnTo>
                <a:cubicBezTo>
                  <a:pt x="720735" y="430754"/>
                  <a:pt x="734922" y="461426"/>
                  <a:pt x="726855" y="490538"/>
                </a:cubicBezTo>
                <a:lnTo>
                  <a:pt x="715996" y="531019"/>
                </a:lnTo>
                <a:cubicBezTo>
                  <a:pt x="708200" y="559915"/>
                  <a:pt x="680743" y="579010"/>
                  <a:pt x="650940" y="576263"/>
                </a:cubicBezTo>
                <a:lnTo>
                  <a:pt x="619699" y="573500"/>
                </a:lnTo>
                <a:cubicBezTo>
                  <a:pt x="613108" y="582246"/>
                  <a:pt x="605915" y="590521"/>
                  <a:pt x="598172" y="598265"/>
                </a:cubicBezTo>
                <a:close/>
                <a:moveTo>
                  <a:pt x="610174" y="524923"/>
                </a:moveTo>
                <a:lnTo>
                  <a:pt x="655036" y="528923"/>
                </a:lnTo>
                <a:cubicBezTo>
                  <a:pt x="661852" y="529528"/>
                  <a:pt x="668119" y="525149"/>
                  <a:pt x="669895" y="518541"/>
                </a:cubicBezTo>
                <a:lnTo>
                  <a:pt x="681040" y="478060"/>
                </a:lnTo>
                <a:cubicBezTo>
                  <a:pt x="682597" y="471493"/>
                  <a:pt x="679282" y="464744"/>
                  <a:pt x="673134" y="461963"/>
                </a:cubicBezTo>
                <a:lnTo>
                  <a:pt x="632176" y="442913"/>
                </a:lnTo>
                <a:cubicBezTo>
                  <a:pt x="624240" y="439215"/>
                  <a:pt x="618972" y="431461"/>
                  <a:pt x="618460" y="422720"/>
                </a:cubicBezTo>
                <a:cubicBezTo>
                  <a:pt x="617075" y="397701"/>
                  <a:pt x="610593" y="373230"/>
                  <a:pt x="599410" y="350806"/>
                </a:cubicBezTo>
                <a:cubicBezTo>
                  <a:pt x="595475" y="342965"/>
                  <a:pt x="596172" y="333596"/>
                  <a:pt x="601220" y="326422"/>
                </a:cubicBezTo>
                <a:lnTo>
                  <a:pt x="627128" y="289465"/>
                </a:lnTo>
                <a:cubicBezTo>
                  <a:pt x="631067" y="283842"/>
                  <a:pt x="630383" y="276201"/>
                  <a:pt x="625509" y="271367"/>
                </a:cubicBezTo>
                <a:lnTo>
                  <a:pt x="595315" y="241364"/>
                </a:lnTo>
                <a:cubicBezTo>
                  <a:pt x="590481" y="236490"/>
                  <a:pt x="582840" y="235806"/>
                  <a:pt x="577217" y="239744"/>
                </a:cubicBezTo>
                <a:lnTo>
                  <a:pt x="540736" y="265748"/>
                </a:lnTo>
                <a:cubicBezTo>
                  <a:pt x="533584" y="270759"/>
                  <a:pt x="524263" y="271453"/>
                  <a:pt x="516448" y="267557"/>
                </a:cubicBezTo>
                <a:cubicBezTo>
                  <a:pt x="494022" y="256380"/>
                  <a:pt x="469551" y="249898"/>
                  <a:pt x="444534" y="248507"/>
                </a:cubicBezTo>
                <a:cubicBezTo>
                  <a:pt x="435554" y="248115"/>
                  <a:pt x="427559" y="242700"/>
                  <a:pt x="423865" y="234506"/>
                </a:cubicBezTo>
                <a:lnTo>
                  <a:pt x="404815" y="193548"/>
                </a:lnTo>
                <a:cubicBezTo>
                  <a:pt x="402000" y="187437"/>
                  <a:pt x="395259" y="184166"/>
                  <a:pt x="388717" y="185738"/>
                </a:cubicBezTo>
                <a:lnTo>
                  <a:pt x="348236" y="196596"/>
                </a:lnTo>
                <a:cubicBezTo>
                  <a:pt x="341665" y="198498"/>
                  <a:pt x="337408" y="204844"/>
                  <a:pt x="338140" y="211646"/>
                </a:cubicBezTo>
                <a:lnTo>
                  <a:pt x="342140" y="256508"/>
                </a:lnTo>
                <a:cubicBezTo>
                  <a:pt x="342929" y="265228"/>
                  <a:pt x="338869" y="273678"/>
                  <a:pt x="331567" y="278511"/>
                </a:cubicBezTo>
                <a:cubicBezTo>
                  <a:pt x="321275" y="285444"/>
                  <a:pt x="311703" y="293390"/>
                  <a:pt x="302992" y="302228"/>
                </a:cubicBezTo>
                <a:lnTo>
                  <a:pt x="302992" y="302228"/>
                </a:lnTo>
                <a:cubicBezTo>
                  <a:pt x="294152" y="310938"/>
                  <a:pt x="286207" y="320511"/>
                  <a:pt x="279275" y="330803"/>
                </a:cubicBezTo>
                <a:cubicBezTo>
                  <a:pt x="274442" y="338105"/>
                  <a:pt x="265992" y="342165"/>
                  <a:pt x="257272" y="341376"/>
                </a:cubicBezTo>
                <a:lnTo>
                  <a:pt x="211647" y="338138"/>
                </a:lnTo>
                <a:cubicBezTo>
                  <a:pt x="204831" y="337533"/>
                  <a:pt x="198565" y="341911"/>
                  <a:pt x="196789" y="348520"/>
                </a:cubicBezTo>
                <a:lnTo>
                  <a:pt x="185740" y="388715"/>
                </a:lnTo>
                <a:cubicBezTo>
                  <a:pt x="184182" y="395282"/>
                  <a:pt x="187497" y="402031"/>
                  <a:pt x="193645" y="404813"/>
                </a:cubicBezTo>
                <a:lnTo>
                  <a:pt x="234603" y="423863"/>
                </a:lnTo>
                <a:cubicBezTo>
                  <a:pt x="242540" y="427560"/>
                  <a:pt x="247807" y="435314"/>
                  <a:pt x="248319" y="444056"/>
                </a:cubicBezTo>
                <a:cubicBezTo>
                  <a:pt x="249709" y="469073"/>
                  <a:pt x="256191" y="493544"/>
                  <a:pt x="267369" y="515969"/>
                </a:cubicBezTo>
                <a:cubicBezTo>
                  <a:pt x="271264" y="523785"/>
                  <a:pt x="270570" y="533106"/>
                  <a:pt x="265559" y="540258"/>
                </a:cubicBezTo>
                <a:lnTo>
                  <a:pt x="239651" y="577215"/>
                </a:lnTo>
                <a:cubicBezTo>
                  <a:pt x="235712" y="582838"/>
                  <a:pt x="236396" y="590479"/>
                  <a:pt x="241270" y="595313"/>
                </a:cubicBezTo>
                <a:lnTo>
                  <a:pt x="271465" y="625412"/>
                </a:lnTo>
                <a:cubicBezTo>
                  <a:pt x="276298" y="630285"/>
                  <a:pt x="283939" y="630969"/>
                  <a:pt x="289562" y="627031"/>
                </a:cubicBezTo>
                <a:lnTo>
                  <a:pt x="326519" y="601123"/>
                </a:lnTo>
                <a:cubicBezTo>
                  <a:pt x="333671" y="596112"/>
                  <a:pt x="342992" y="595417"/>
                  <a:pt x="350808" y="599313"/>
                </a:cubicBezTo>
                <a:cubicBezTo>
                  <a:pt x="373233" y="610491"/>
                  <a:pt x="397704" y="616972"/>
                  <a:pt x="422722" y="618363"/>
                </a:cubicBezTo>
                <a:cubicBezTo>
                  <a:pt x="431505" y="618911"/>
                  <a:pt x="439270" y="624259"/>
                  <a:pt x="442915" y="632270"/>
                </a:cubicBezTo>
                <a:lnTo>
                  <a:pt x="461965" y="673227"/>
                </a:lnTo>
                <a:cubicBezTo>
                  <a:pt x="464840" y="679474"/>
                  <a:pt x="471804" y="682734"/>
                  <a:pt x="478443" y="680942"/>
                </a:cubicBezTo>
                <a:lnTo>
                  <a:pt x="518924" y="670084"/>
                </a:lnTo>
                <a:cubicBezTo>
                  <a:pt x="525305" y="668041"/>
                  <a:pt x="529366" y="661789"/>
                  <a:pt x="528640" y="655130"/>
                </a:cubicBezTo>
                <a:lnTo>
                  <a:pt x="524639" y="610267"/>
                </a:lnTo>
                <a:cubicBezTo>
                  <a:pt x="523850" y="601547"/>
                  <a:pt x="527910" y="593097"/>
                  <a:pt x="535212" y="588264"/>
                </a:cubicBezTo>
                <a:cubicBezTo>
                  <a:pt x="556162" y="574391"/>
                  <a:pt x="574107" y="556446"/>
                  <a:pt x="587980" y="535496"/>
                </a:cubicBezTo>
                <a:cubicBezTo>
                  <a:pt x="592863" y="528097"/>
                  <a:pt x="601451" y="524024"/>
                  <a:pt x="610269" y="524923"/>
                </a:cubicBezTo>
                <a:close/>
              </a:path>
            </a:pathLst>
          </a:custGeom>
          <a:solidFill>
            <a:srgbClr val="6D6D6D"/>
          </a:solidFill>
          <a:ln w="9525" cap="flat">
            <a:noFill/>
            <a:prstDash val="solid"/>
            <a:miter/>
          </a:ln>
        </p:spPr>
        <p:txBody>
          <a:bodyPr rtlCol="0" anchor="ctr"/>
          <a:lstStyle/>
          <a:p>
            <a:endParaRPr lang="fr-FR"/>
          </a:p>
        </p:txBody>
      </p:sp>
      <p:grpSp>
        <p:nvGrpSpPr>
          <p:cNvPr id="52" name="Groupe 51">
            <a:extLst>
              <a:ext uri="{FF2B5EF4-FFF2-40B4-BE49-F238E27FC236}">
                <a16:creationId xmlns:a16="http://schemas.microsoft.com/office/drawing/2014/main" id="{BE1D1DF7-FC88-21F3-2C76-4E5D7036C396}"/>
              </a:ext>
            </a:extLst>
          </p:cNvPr>
          <p:cNvGrpSpPr>
            <a:grpSpLocks noChangeAspect="1"/>
          </p:cNvGrpSpPr>
          <p:nvPr/>
        </p:nvGrpSpPr>
        <p:grpSpPr>
          <a:xfrm>
            <a:off x="5135340" y="1576633"/>
            <a:ext cx="577849" cy="576000"/>
            <a:chOff x="8782375" y="1031023"/>
            <a:chExt cx="476250" cy="474726"/>
          </a:xfrm>
          <a:solidFill>
            <a:srgbClr val="6D6D6D"/>
          </a:solidFill>
        </p:grpSpPr>
        <p:sp>
          <p:nvSpPr>
            <p:cNvPr id="53" name="Forme libre : forme 7">
              <a:extLst>
                <a:ext uri="{FF2B5EF4-FFF2-40B4-BE49-F238E27FC236}">
                  <a16:creationId xmlns:a16="http://schemas.microsoft.com/office/drawing/2014/main" id="{772F6FCA-AEEC-88F2-7EB5-CB9CC3DFD9BC}"/>
                </a:ext>
              </a:extLst>
            </p:cNvPr>
            <p:cNvSpPr/>
            <p:nvPr/>
          </p:nvSpPr>
          <p:spPr>
            <a:xfrm>
              <a:off x="8782375" y="1192948"/>
              <a:ext cx="152400" cy="152400"/>
            </a:xfrm>
            <a:custGeom>
              <a:avLst/>
              <a:gdLst>
                <a:gd name="connsiteX0" fmla="*/ 76200 w 152400"/>
                <a:gd name="connsiteY0" fmla="*/ 152400 h 152400"/>
                <a:gd name="connsiteX1" fmla="*/ 0 w 152400"/>
                <a:gd name="connsiteY1" fmla="*/ 76200 h 152400"/>
                <a:gd name="connsiteX2" fmla="*/ 76200 w 152400"/>
                <a:gd name="connsiteY2" fmla="*/ 0 h 152400"/>
                <a:gd name="connsiteX3" fmla="*/ 152400 w 152400"/>
                <a:gd name="connsiteY3" fmla="*/ 76200 h 152400"/>
                <a:gd name="connsiteX4" fmla="*/ 76200 w 152400"/>
                <a:gd name="connsiteY4" fmla="*/ 152400 h 152400"/>
                <a:gd name="connsiteX5" fmla="*/ 76200 w 152400"/>
                <a:gd name="connsiteY5" fmla="*/ 19050 h 152400"/>
                <a:gd name="connsiteX6" fmla="*/ 19050 w 152400"/>
                <a:gd name="connsiteY6" fmla="*/ 76200 h 152400"/>
                <a:gd name="connsiteX7" fmla="*/ 76200 w 152400"/>
                <a:gd name="connsiteY7" fmla="*/ 133350 h 152400"/>
                <a:gd name="connsiteX8" fmla="*/ 133350 w 152400"/>
                <a:gd name="connsiteY8" fmla="*/ 76200 h 152400"/>
                <a:gd name="connsiteX9" fmla="*/ 76200 w 152400"/>
                <a:gd name="connsiteY9" fmla="*/ 1905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2400" h="152400">
                  <a:moveTo>
                    <a:pt x="76200" y="152400"/>
                  </a:moveTo>
                  <a:cubicBezTo>
                    <a:pt x="34116" y="152400"/>
                    <a:pt x="0" y="118284"/>
                    <a:pt x="0" y="76200"/>
                  </a:cubicBezTo>
                  <a:cubicBezTo>
                    <a:pt x="0" y="34116"/>
                    <a:pt x="34116" y="0"/>
                    <a:pt x="76200" y="0"/>
                  </a:cubicBezTo>
                  <a:cubicBezTo>
                    <a:pt x="118284" y="0"/>
                    <a:pt x="152400" y="34116"/>
                    <a:pt x="152400" y="76200"/>
                  </a:cubicBezTo>
                  <a:cubicBezTo>
                    <a:pt x="152400" y="118284"/>
                    <a:pt x="118284" y="152400"/>
                    <a:pt x="76200" y="152400"/>
                  </a:cubicBezTo>
                  <a:close/>
                  <a:moveTo>
                    <a:pt x="76200" y="19050"/>
                  </a:moveTo>
                  <a:cubicBezTo>
                    <a:pt x="44637" y="19050"/>
                    <a:pt x="19050" y="44637"/>
                    <a:pt x="19050" y="76200"/>
                  </a:cubicBezTo>
                  <a:cubicBezTo>
                    <a:pt x="19050" y="107763"/>
                    <a:pt x="44637" y="133350"/>
                    <a:pt x="76200" y="133350"/>
                  </a:cubicBezTo>
                  <a:cubicBezTo>
                    <a:pt x="107763" y="133350"/>
                    <a:pt x="133350" y="107763"/>
                    <a:pt x="133350" y="76200"/>
                  </a:cubicBezTo>
                  <a:cubicBezTo>
                    <a:pt x="133350" y="44637"/>
                    <a:pt x="107763" y="19050"/>
                    <a:pt x="76200" y="19050"/>
                  </a:cubicBezTo>
                  <a:close/>
                </a:path>
              </a:pathLst>
            </a:custGeom>
            <a:grpFill/>
            <a:ln w="9525" cap="flat">
              <a:noFill/>
              <a:prstDash val="solid"/>
              <a:miter/>
            </a:ln>
          </p:spPr>
          <p:txBody>
            <a:bodyPr rtlCol="0" anchor="ctr"/>
            <a:lstStyle/>
            <a:p>
              <a:endParaRPr lang="fr-FR"/>
            </a:p>
          </p:txBody>
        </p:sp>
        <p:sp>
          <p:nvSpPr>
            <p:cNvPr id="54" name="Forme libre : forme 8">
              <a:extLst>
                <a:ext uri="{FF2B5EF4-FFF2-40B4-BE49-F238E27FC236}">
                  <a16:creationId xmlns:a16="http://schemas.microsoft.com/office/drawing/2014/main" id="{5C9D3D5E-8487-C670-E0C9-5A87C34DCEE3}"/>
                </a:ext>
              </a:extLst>
            </p:cNvPr>
            <p:cNvSpPr/>
            <p:nvPr/>
          </p:nvSpPr>
          <p:spPr>
            <a:xfrm>
              <a:off x="9163375" y="1031023"/>
              <a:ext cx="95250" cy="95250"/>
            </a:xfrm>
            <a:custGeom>
              <a:avLst/>
              <a:gdLst>
                <a:gd name="connsiteX0" fmla="*/ 47625 w 95250"/>
                <a:gd name="connsiteY0" fmla="*/ 95250 h 95250"/>
                <a:gd name="connsiteX1" fmla="*/ 0 w 95250"/>
                <a:gd name="connsiteY1" fmla="*/ 47625 h 95250"/>
                <a:gd name="connsiteX2" fmla="*/ 47625 w 95250"/>
                <a:gd name="connsiteY2" fmla="*/ 0 h 95250"/>
                <a:gd name="connsiteX3" fmla="*/ 95250 w 95250"/>
                <a:gd name="connsiteY3" fmla="*/ 47625 h 95250"/>
                <a:gd name="connsiteX4" fmla="*/ 47625 w 95250"/>
                <a:gd name="connsiteY4" fmla="*/ 95250 h 95250"/>
                <a:gd name="connsiteX5" fmla="*/ 47625 w 95250"/>
                <a:gd name="connsiteY5" fmla="*/ 19050 h 95250"/>
                <a:gd name="connsiteX6" fmla="*/ 19050 w 95250"/>
                <a:gd name="connsiteY6" fmla="*/ 47625 h 95250"/>
                <a:gd name="connsiteX7" fmla="*/ 47625 w 95250"/>
                <a:gd name="connsiteY7" fmla="*/ 76200 h 95250"/>
                <a:gd name="connsiteX8" fmla="*/ 76200 w 95250"/>
                <a:gd name="connsiteY8" fmla="*/ 47625 h 95250"/>
                <a:gd name="connsiteX9" fmla="*/ 47625 w 95250"/>
                <a:gd name="connsiteY9" fmla="*/ 1905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250" h="95250">
                  <a:moveTo>
                    <a:pt x="47625" y="95250"/>
                  </a:moveTo>
                  <a:cubicBezTo>
                    <a:pt x="21323" y="95250"/>
                    <a:pt x="0" y="73927"/>
                    <a:pt x="0" y="47625"/>
                  </a:cubicBezTo>
                  <a:cubicBezTo>
                    <a:pt x="0" y="21322"/>
                    <a:pt x="21323" y="0"/>
                    <a:pt x="47625" y="0"/>
                  </a:cubicBezTo>
                  <a:cubicBezTo>
                    <a:pt x="73927" y="0"/>
                    <a:pt x="95250" y="21322"/>
                    <a:pt x="95250" y="47625"/>
                  </a:cubicBezTo>
                  <a:cubicBezTo>
                    <a:pt x="95250" y="73927"/>
                    <a:pt x="73927" y="95250"/>
                    <a:pt x="47625" y="95250"/>
                  </a:cubicBezTo>
                  <a:close/>
                  <a:moveTo>
                    <a:pt x="47625" y="19050"/>
                  </a:moveTo>
                  <a:cubicBezTo>
                    <a:pt x="31843" y="19050"/>
                    <a:pt x="19050" y="31843"/>
                    <a:pt x="19050" y="47625"/>
                  </a:cubicBezTo>
                  <a:cubicBezTo>
                    <a:pt x="19050" y="63407"/>
                    <a:pt x="31843" y="76200"/>
                    <a:pt x="47625" y="76200"/>
                  </a:cubicBezTo>
                  <a:cubicBezTo>
                    <a:pt x="63407" y="76200"/>
                    <a:pt x="76200" y="63407"/>
                    <a:pt x="76200" y="47625"/>
                  </a:cubicBezTo>
                  <a:cubicBezTo>
                    <a:pt x="76200" y="31843"/>
                    <a:pt x="63407" y="19050"/>
                    <a:pt x="47625" y="19050"/>
                  </a:cubicBezTo>
                  <a:close/>
                </a:path>
              </a:pathLst>
            </a:custGeom>
            <a:grpFill/>
            <a:ln w="9525" cap="flat">
              <a:noFill/>
              <a:prstDash val="solid"/>
              <a:miter/>
            </a:ln>
          </p:spPr>
          <p:txBody>
            <a:bodyPr rtlCol="0" anchor="ctr"/>
            <a:lstStyle/>
            <a:p>
              <a:endParaRPr lang="fr-FR"/>
            </a:p>
          </p:txBody>
        </p:sp>
        <p:sp>
          <p:nvSpPr>
            <p:cNvPr id="55" name="Forme libre : forme 9">
              <a:extLst>
                <a:ext uri="{FF2B5EF4-FFF2-40B4-BE49-F238E27FC236}">
                  <a16:creationId xmlns:a16="http://schemas.microsoft.com/office/drawing/2014/main" id="{EA494843-7098-1764-8D09-AA56C9CF41E1}"/>
                </a:ext>
              </a:extLst>
            </p:cNvPr>
            <p:cNvSpPr/>
            <p:nvPr/>
          </p:nvSpPr>
          <p:spPr>
            <a:xfrm>
              <a:off x="9163375" y="1154848"/>
              <a:ext cx="95250" cy="95250"/>
            </a:xfrm>
            <a:custGeom>
              <a:avLst/>
              <a:gdLst>
                <a:gd name="connsiteX0" fmla="*/ 47625 w 95250"/>
                <a:gd name="connsiteY0" fmla="*/ 95250 h 95250"/>
                <a:gd name="connsiteX1" fmla="*/ 0 w 95250"/>
                <a:gd name="connsiteY1" fmla="*/ 47625 h 95250"/>
                <a:gd name="connsiteX2" fmla="*/ 47625 w 95250"/>
                <a:gd name="connsiteY2" fmla="*/ 0 h 95250"/>
                <a:gd name="connsiteX3" fmla="*/ 95250 w 95250"/>
                <a:gd name="connsiteY3" fmla="*/ 47625 h 95250"/>
                <a:gd name="connsiteX4" fmla="*/ 47625 w 95250"/>
                <a:gd name="connsiteY4" fmla="*/ 95250 h 95250"/>
                <a:gd name="connsiteX5" fmla="*/ 47625 w 95250"/>
                <a:gd name="connsiteY5" fmla="*/ 19050 h 95250"/>
                <a:gd name="connsiteX6" fmla="*/ 19050 w 95250"/>
                <a:gd name="connsiteY6" fmla="*/ 47625 h 95250"/>
                <a:gd name="connsiteX7" fmla="*/ 47625 w 95250"/>
                <a:gd name="connsiteY7" fmla="*/ 76200 h 95250"/>
                <a:gd name="connsiteX8" fmla="*/ 76200 w 95250"/>
                <a:gd name="connsiteY8" fmla="*/ 47625 h 95250"/>
                <a:gd name="connsiteX9" fmla="*/ 47625 w 95250"/>
                <a:gd name="connsiteY9" fmla="*/ 1905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250" h="95250">
                  <a:moveTo>
                    <a:pt x="47625" y="95250"/>
                  </a:moveTo>
                  <a:cubicBezTo>
                    <a:pt x="21323" y="95250"/>
                    <a:pt x="0" y="73927"/>
                    <a:pt x="0" y="47625"/>
                  </a:cubicBezTo>
                  <a:cubicBezTo>
                    <a:pt x="0" y="21323"/>
                    <a:pt x="21323" y="0"/>
                    <a:pt x="47625" y="0"/>
                  </a:cubicBezTo>
                  <a:cubicBezTo>
                    <a:pt x="73927" y="0"/>
                    <a:pt x="95250" y="21323"/>
                    <a:pt x="95250" y="47625"/>
                  </a:cubicBezTo>
                  <a:cubicBezTo>
                    <a:pt x="95250" y="73927"/>
                    <a:pt x="73927" y="95250"/>
                    <a:pt x="47625" y="95250"/>
                  </a:cubicBezTo>
                  <a:close/>
                  <a:moveTo>
                    <a:pt x="47625" y="19050"/>
                  </a:moveTo>
                  <a:cubicBezTo>
                    <a:pt x="31843" y="19050"/>
                    <a:pt x="19050" y="31843"/>
                    <a:pt x="19050" y="47625"/>
                  </a:cubicBezTo>
                  <a:cubicBezTo>
                    <a:pt x="19050" y="63407"/>
                    <a:pt x="31843" y="76200"/>
                    <a:pt x="47625" y="76200"/>
                  </a:cubicBezTo>
                  <a:cubicBezTo>
                    <a:pt x="63407" y="76200"/>
                    <a:pt x="76200" y="63407"/>
                    <a:pt x="76200" y="47625"/>
                  </a:cubicBezTo>
                  <a:cubicBezTo>
                    <a:pt x="76200" y="31843"/>
                    <a:pt x="63407" y="19050"/>
                    <a:pt x="47625" y="19050"/>
                  </a:cubicBezTo>
                  <a:close/>
                </a:path>
              </a:pathLst>
            </a:custGeom>
            <a:grpFill/>
            <a:ln w="9525" cap="flat">
              <a:noFill/>
              <a:prstDash val="solid"/>
              <a:miter/>
            </a:ln>
          </p:spPr>
          <p:txBody>
            <a:bodyPr rtlCol="0" anchor="ctr"/>
            <a:lstStyle/>
            <a:p>
              <a:endParaRPr lang="fr-FR"/>
            </a:p>
          </p:txBody>
        </p:sp>
        <p:sp>
          <p:nvSpPr>
            <p:cNvPr id="56" name="Forme libre : forme 10">
              <a:extLst>
                <a:ext uri="{FF2B5EF4-FFF2-40B4-BE49-F238E27FC236}">
                  <a16:creationId xmlns:a16="http://schemas.microsoft.com/office/drawing/2014/main" id="{D22614B8-6678-7041-8D56-18BB4A7A0AE4}"/>
                </a:ext>
              </a:extLst>
            </p:cNvPr>
            <p:cNvSpPr/>
            <p:nvPr/>
          </p:nvSpPr>
          <p:spPr>
            <a:xfrm>
              <a:off x="9163375" y="1410499"/>
              <a:ext cx="95250" cy="95250"/>
            </a:xfrm>
            <a:custGeom>
              <a:avLst/>
              <a:gdLst>
                <a:gd name="connsiteX0" fmla="*/ 47625 w 95250"/>
                <a:gd name="connsiteY0" fmla="*/ 95250 h 95250"/>
                <a:gd name="connsiteX1" fmla="*/ 0 w 95250"/>
                <a:gd name="connsiteY1" fmla="*/ 47625 h 95250"/>
                <a:gd name="connsiteX2" fmla="*/ 47625 w 95250"/>
                <a:gd name="connsiteY2" fmla="*/ 0 h 95250"/>
                <a:gd name="connsiteX3" fmla="*/ 95250 w 95250"/>
                <a:gd name="connsiteY3" fmla="*/ 47625 h 95250"/>
                <a:gd name="connsiteX4" fmla="*/ 47625 w 95250"/>
                <a:gd name="connsiteY4" fmla="*/ 95250 h 95250"/>
                <a:gd name="connsiteX5" fmla="*/ 47625 w 95250"/>
                <a:gd name="connsiteY5" fmla="*/ 19050 h 95250"/>
                <a:gd name="connsiteX6" fmla="*/ 19050 w 95250"/>
                <a:gd name="connsiteY6" fmla="*/ 47625 h 95250"/>
                <a:gd name="connsiteX7" fmla="*/ 47625 w 95250"/>
                <a:gd name="connsiteY7" fmla="*/ 76200 h 95250"/>
                <a:gd name="connsiteX8" fmla="*/ 76200 w 95250"/>
                <a:gd name="connsiteY8" fmla="*/ 47625 h 95250"/>
                <a:gd name="connsiteX9" fmla="*/ 47625 w 95250"/>
                <a:gd name="connsiteY9" fmla="*/ 1905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250" h="95250">
                  <a:moveTo>
                    <a:pt x="47625" y="95250"/>
                  </a:moveTo>
                  <a:cubicBezTo>
                    <a:pt x="21323" y="95250"/>
                    <a:pt x="0" y="73927"/>
                    <a:pt x="0" y="47625"/>
                  </a:cubicBezTo>
                  <a:cubicBezTo>
                    <a:pt x="0" y="21323"/>
                    <a:pt x="21323" y="0"/>
                    <a:pt x="47625" y="0"/>
                  </a:cubicBezTo>
                  <a:cubicBezTo>
                    <a:pt x="73927" y="0"/>
                    <a:pt x="95250" y="21323"/>
                    <a:pt x="95250" y="47625"/>
                  </a:cubicBezTo>
                  <a:cubicBezTo>
                    <a:pt x="95250" y="73927"/>
                    <a:pt x="73927" y="95250"/>
                    <a:pt x="47625" y="95250"/>
                  </a:cubicBezTo>
                  <a:close/>
                  <a:moveTo>
                    <a:pt x="47625" y="19050"/>
                  </a:moveTo>
                  <a:cubicBezTo>
                    <a:pt x="31843" y="19050"/>
                    <a:pt x="19050" y="31843"/>
                    <a:pt x="19050" y="47625"/>
                  </a:cubicBezTo>
                  <a:cubicBezTo>
                    <a:pt x="19050" y="63407"/>
                    <a:pt x="31843" y="76200"/>
                    <a:pt x="47625" y="76200"/>
                  </a:cubicBezTo>
                  <a:cubicBezTo>
                    <a:pt x="63407" y="76200"/>
                    <a:pt x="76200" y="63407"/>
                    <a:pt x="76200" y="47625"/>
                  </a:cubicBezTo>
                  <a:cubicBezTo>
                    <a:pt x="76200" y="31843"/>
                    <a:pt x="63407" y="19050"/>
                    <a:pt x="47625" y="19050"/>
                  </a:cubicBezTo>
                  <a:close/>
                </a:path>
              </a:pathLst>
            </a:custGeom>
            <a:grpFill/>
            <a:ln w="9525" cap="flat">
              <a:noFill/>
              <a:prstDash val="solid"/>
              <a:miter/>
            </a:ln>
          </p:spPr>
          <p:txBody>
            <a:bodyPr rtlCol="0" anchor="ctr"/>
            <a:lstStyle/>
            <a:p>
              <a:endParaRPr lang="fr-FR"/>
            </a:p>
          </p:txBody>
        </p:sp>
        <p:sp>
          <p:nvSpPr>
            <p:cNvPr id="57" name="Forme libre : forme 11">
              <a:extLst>
                <a:ext uri="{FF2B5EF4-FFF2-40B4-BE49-F238E27FC236}">
                  <a16:creationId xmlns:a16="http://schemas.microsoft.com/office/drawing/2014/main" id="{247E37A4-1303-4724-B65B-72E5D583BE28}"/>
                </a:ext>
              </a:extLst>
            </p:cNvPr>
            <p:cNvSpPr/>
            <p:nvPr/>
          </p:nvSpPr>
          <p:spPr>
            <a:xfrm>
              <a:off x="9163375" y="1286674"/>
              <a:ext cx="95250" cy="95250"/>
            </a:xfrm>
            <a:custGeom>
              <a:avLst/>
              <a:gdLst>
                <a:gd name="connsiteX0" fmla="*/ 47625 w 95250"/>
                <a:gd name="connsiteY0" fmla="*/ 95250 h 95250"/>
                <a:gd name="connsiteX1" fmla="*/ 0 w 95250"/>
                <a:gd name="connsiteY1" fmla="*/ 47625 h 95250"/>
                <a:gd name="connsiteX2" fmla="*/ 47625 w 95250"/>
                <a:gd name="connsiteY2" fmla="*/ 0 h 95250"/>
                <a:gd name="connsiteX3" fmla="*/ 95250 w 95250"/>
                <a:gd name="connsiteY3" fmla="*/ 47625 h 95250"/>
                <a:gd name="connsiteX4" fmla="*/ 47625 w 95250"/>
                <a:gd name="connsiteY4" fmla="*/ 95250 h 95250"/>
                <a:gd name="connsiteX5" fmla="*/ 47625 w 95250"/>
                <a:gd name="connsiteY5" fmla="*/ 19050 h 95250"/>
                <a:gd name="connsiteX6" fmla="*/ 19050 w 95250"/>
                <a:gd name="connsiteY6" fmla="*/ 47625 h 95250"/>
                <a:gd name="connsiteX7" fmla="*/ 47625 w 95250"/>
                <a:gd name="connsiteY7" fmla="*/ 76200 h 95250"/>
                <a:gd name="connsiteX8" fmla="*/ 76200 w 95250"/>
                <a:gd name="connsiteY8" fmla="*/ 47625 h 95250"/>
                <a:gd name="connsiteX9" fmla="*/ 47625 w 95250"/>
                <a:gd name="connsiteY9" fmla="*/ 1905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250" h="95250">
                  <a:moveTo>
                    <a:pt x="47625" y="95250"/>
                  </a:moveTo>
                  <a:cubicBezTo>
                    <a:pt x="21323" y="95250"/>
                    <a:pt x="0" y="73927"/>
                    <a:pt x="0" y="47625"/>
                  </a:cubicBezTo>
                  <a:cubicBezTo>
                    <a:pt x="0" y="21323"/>
                    <a:pt x="21323" y="0"/>
                    <a:pt x="47625" y="0"/>
                  </a:cubicBezTo>
                  <a:cubicBezTo>
                    <a:pt x="73927" y="0"/>
                    <a:pt x="95250" y="21323"/>
                    <a:pt x="95250" y="47625"/>
                  </a:cubicBezTo>
                  <a:cubicBezTo>
                    <a:pt x="95250" y="73927"/>
                    <a:pt x="73927" y="95250"/>
                    <a:pt x="47625" y="95250"/>
                  </a:cubicBezTo>
                  <a:close/>
                  <a:moveTo>
                    <a:pt x="47625" y="19050"/>
                  </a:moveTo>
                  <a:cubicBezTo>
                    <a:pt x="31843" y="19050"/>
                    <a:pt x="19050" y="31843"/>
                    <a:pt x="19050" y="47625"/>
                  </a:cubicBezTo>
                  <a:cubicBezTo>
                    <a:pt x="19050" y="63407"/>
                    <a:pt x="31843" y="76200"/>
                    <a:pt x="47625" y="76200"/>
                  </a:cubicBezTo>
                  <a:cubicBezTo>
                    <a:pt x="63407" y="76200"/>
                    <a:pt x="76200" y="63407"/>
                    <a:pt x="76200" y="47625"/>
                  </a:cubicBezTo>
                  <a:cubicBezTo>
                    <a:pt x="76200" y="31843"/>
                    <a:pt x="63407" y="19050"/>
                    <a:pt x="47625" y="19050"/>
                  </a:cubicBezTo>
                  <a:close/>
                </a:path>
              </a:pathLst>
            </a:custGeom>
            <a:grpFill/>
            <a:ln w="9525" cap="flat">
              <a:noFill/>
              <a:prstDash val="solid"/>
              <a:miter/>
            </a:ln>
          </p:spPr>
          <p:txBody>
            <a:bodyPr rtlCol="0" anchor="ctr"/>
            <a:lstStyle/>
            <a:p>
              <a:endParaRPr lang="fr-FR"/>
            </a:p>
          </p:txBody>
        </p:sp>
        <p:sp>
          <p:nvSpPr>
            <p:cNvPr id="58" name="Forme libre : forme 12">
              <a:extLst>
                <a:ext uri="{FF2B5EF4-FFF2-40B4-BE49-F238E27FC236}">
                  <a16:creationId xmlns:a16="http://schemas.microsoft.com/office/drawing/2014/main" id="{92C57B7E-1203-BEB6-136B-FBDD102C6A11}"/>
                </a:ext>
              </a:extLst>
            </p:cNvPr>
            <p:cNvSpPr/>
            <p:nvPr/>
          </p:nvSpPr>
          <p:spPr>
            <a:xfrm>
              <a:off x="8849050" y="1069123"/>
              <a:ext cx="228600" cy="142875"/>
            </a:xfrm>
            <a:custGeom>
              <a:avLst/>
              <a:gdLst>
                <a:gd name="connsiteX0" fmla="*/ 9525 w 228600"/>
                <a:gd name="connsiteY0" fmla="*/ 142875 h 142875"/>
                <a:gd name="connsiteX1" fmla="*/ 0 w 228600"/>
                <a:gd name="connsiteY1" fmla="*/ 133350 h 142875"/>
                <a:gd name="connsiteX2" fmla="*/ 0 w 228600"/>
                <a:gd name="connsiteY2" fmla="*/ 28575 h 142875"/>
                <a:gd name="connsiteX3" fmla="*/ 28575 w 228600"/>
                <a:gd name="connsiteY3" fmla="*/ 0 h 142875"/>
                <a:gd name="connsiteX4" fmla="*/ 225647 w 228600"/>
                <a:gd name="connsiteY4" fmla="*/ 0 h 142875"/>
                <a:gd name="connsiteX5" fmla="*/ 235172 w 228600"/>
                <a:gd name="connsiteY5" fmla="*/ 9525 h 142875"/>
                <a:gd name="connsiteX6" fmla="*/ 225647 w 228600"/>
                <a:gd name="connsiteY6" fmla="*/ 19050 h 142875"/>
                <a:gd name="connsiteX7" fmla="*/ 28575 w 228600"/>
                <a:gd name="connsiteY7" fmla="*/ 19050 h 142875"/>
                <a:gd name="connsiteX8" fmla="*/ 19050 w 228600"/>
                <a:gd name="connsiteY8" fmla="*/ 28575 h 142875"/>
                <a:gd name="connsiteX9" fmla="*/ 19050 w 228600"/>
                <a:gd name="connsiteY9" fmla="*/ 133350 h 142875"/>
                <a:gd name="connsiteX10" fmla="*/ 9525 w 228600"/>
                <a:gd name="connsiteY10" fmla="*/ 14287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8600" h="142875">
                  <a:moveTo>
                    <a:pt x="9525" y="142875"/>
                  </a:moveTo>
                  <a:cubicBezTo>
                    <a:pt x="4264" y="142875"/>
                    <a:pt x="0" y="138611"/>
                    <a:pt x="0" y="133350"/>
                  </a:cubicBezTo>
                  <a:lnTo>
                    <a:pt x="0" y="28575"/>
                  </a:lnTo>
                  <a:cubicBezTo>
                    <a:pt x="0" y="12793"/>
                    <a:pt x="12793" y="0"/>
                    <a:pt x="28575" y="0"/>
                  </a:cubicBezTo>
                  <a:lnTo>
                    <a:pt x="225647" y="0"/>
                  </a:lnTo>
                  <a:cubicBezTo>
                    <a:pt x="230908" y="0"/>
                    <a:pt x="235172" y="4264"/>
                    <a:pt x="235172" y="9525"/>
                  </a:cubicBezTo>
                  <a:cubicBezTo>
                    <a:pt x="235172" y="14786"/>
                    <a:pt x="230908" y="19050"/>
                    <a:pt x="225647" y="19050"/>
                  </a:cubicBezTo>
                  <a:lnTo>
                    <a:pt x="28575" y="19050"/>
                  </a:lnTo>
                  <a:cubicBezTo>
                    <a:pt x="23314" y="19050"/>
                    <a:pt x="19050" y="23314"/>
                    <a:pt x="19050" y="28575"/>
                  </a:cubicBezTo>
                  <a:lnTo>
                    <a:pt x="19050" y="133350"/>
                  </a:lnTo>
                  <a:cubicBezTo>
                    <a:pt x="19050" y="138611"/>
                    <a:pt x="14786" y="142875"/>
                    <a:pt x="9525" y="142875"/>
                  </a:cubicBezTo>
                  <a:close/>
                </a:path>
              </a:pathLst>
            </a:custGeom>
            <a:grpFill/>
            <a:ln w="9525" cap="flat">
              <a:noFill/>
              <a:prstDash val="solid"/>
              <a:miter/>
            </a:ln>
          </p:spPr>
          <p:txBody>
            <a:bodyPr rtlCol="0" anchor="ctr"/>
            <a:lstStyle/>
            <a:p>
              <a:endParaRPr lang="fr-FR"/>
            </a:p>
          </p:txBody>
        </p:sp>
        <p:sp>
          <p:nvSpPr>
            <p:cNvPr id="59" name="Forme libre : forme 13">
              <a:extLst>
                <a:ext uri="{FF2B5EF4-FFF2-40B4-BE49-F238E27FC236}">
                  <a16:creationId xmlns:a16="http://schemas.microsoft.com/office/drawing/2014/main" id="{E42F11BE-B3BF-F46E-1185-A4DD61466D90}"/>
                </a:ext>
              </a:extLst>
            </p:cNvPr>
            <p:cNvSpPr/>
            <p:nvPr/>
          </p:nvSpPr>
          <p:spPr>
            <a:xfrm>
              <a:off x="9066410" y="1050168"/>
              <a:ext cx="47625" cy="47625"/>
            </a:xfrm>
            <a:custGeom>
              <a:avLst/>
              <a:gdLst>
                <a:gd name="connsiteX0" fmla="*/ 0 w 47625"/>
                <a:gd name="connsiteY0" fmla="*/ 56959 h 47625"/>
                <a:gd name="connsiteX1" fmla="*/ 49340 w 47625"/>
                <a:gd name="connsiteY1" fmla="*/ 28480 h 47625"/>
                <a:gd name="connsiteX2" fmla="*/ 0 w 47625"/>
                <a:gd name="connsiteY2" fmla="*/ 0 h 47625"/>
                <a:gd name="connsiteX3" fmla="*/ 0 w 47625"/>
                <a:gd name="connsiteY3" fmla="*/ 56959 h 47625"/>
              </a:gdLst>
              <a:ahLst/>
              <a:cxnLst>
                <a:cxn ang="0">
                  <a:pos x="connsiteX0" y="connsiteY0"/>
                </a:cxn>
                <a:cxn ang="0">
                  <a:pos x="connsiteX1" y="connsiteY1"/>
                </a:cxn>
                <a:cxn ang="0">
                  <a:pos x="connsiteX2" y="connsiteY2"/>
                </a:cxn>
                <a:cxn ang="0">
                  <a:pos x="connsiteX3" y="connsiteY3"/>
                </a:cxn>
              </a:cxnLst>
              <a:rect l="l" t="t" r="r" b="b"/>
              <a:pathLst>
                <a:path w="47625" h="47625">
                  <a:moveTo>
                    <a:pt x="0" y="56959"/>
                  </a:moveTo>
                  <a:lnTo>
                    <a:pt x="49340" y="28480"/>
                  </a:lnTo>
                  <a:lnTo>
                    <a:pt x="0" y="0"/>
                  </a:lnTo>
                  <a:lnTo>
                    <a:pt x="0" y="56959"/>
                  </a:lnTo>
                  <a:close/>
                </a:path>
              </a:pathLst>
            </a:custGeom>
            <a:grpFill/>
            <a:ln w="9525" cap="flat">
              <a:noFill/>
              <a:prstDash val="solid"/>
              <a:miter/>
            </a:ln>
          </p:spPr>
          <p:txBody>
            <a:bodyPr rtlCol="0" anchor="ctr"/>
            <a:lstStyle/>
            <a:p>
              <a:endParaRPr lang="fr-FR"/>
            </a:p>
          </p:txBody>
        </p:sp>
        <p:sp>
          <p:nvSpPr>
            <p:cNvPr id="60" name="Forme libre : forme 14">
              <a:extLst>
                <a:ext uri="{FF2B5EF4-FFF2-40B4-BE49-F238E27FC236}">
                  <a16:creationId xmlns:a16="http://schemas.microsoft.com/office/drawing/2014/main" id="{2EA41719-92FD-050D-ACE5-318EF9197FDD}"/>
                </a:ext>
              </a:extLst>
            </p:cNvPr>
            <p:cNvSpPr/>
            <p:nvPr/>
          </p:nvSpPr>
          <p:spPr>
            <a:xfrm>
              <a:off x="8887150" y="1164373"/>
              <a:ext cx="161925" cy="57150"/>
            </a:xfrm>
            <a:custGeom>
              <a:avLst/>
              <a:gdLst>
                <a:gd name="connsiteX0" fmla="*/ 9525 w 161925"/>
                <a:gd name="connsiteY0" fmla="*/ 57150 h 57150"/>
                <a:gd name="connsiteX1" fmla="*/ 0 w 161925"/>
                <a:gd name="connsiteY1" fmla="*/ 47625 h 57150"/>
                <a:gd name="connsiteX2" fmla="*/ 0 w 161925"/>
                <a:gd name="connsiteY2" fmla="*/ 28575 h 57150"/>
                <a:gd name="connsiteX3" fmla="*/ 28575 w 161925"/>
                <a:gd name="connsiteY3" fmla="*/ 0 h 57150"/>
                <a:gd name="connsiteX4" fmla="*/ 158972 w 161925"/>
                <a:gd name="connsiteY4" fmla="*/ 0 h 57150"/>
                <a:gd name="connsiteX5" fmla="*/ 168497 w 161925"/>
                <a:gd name="connsiteY5" fmla="*/ 9525 h 57150"/>
                <a:gd name="connsiteX6" fmla="*/ 158972 w 161925"/>
                <a:gd name="connsiteY6" fmla="*/ 19050 h 57150"/>
                <a:gd name="connsiteX7" fmla="*/ 28575 w 161925"/>
                <a:gd name="connsiteY7" fmla="*/ 19050 h 57150"/>
                <a:gd name="connsiteX8" fmla="*/ 19050 w 161925"/>
                <a:gd name="connsiteY8" fmla="*/ 28575 h 57150"/>
                <a:gd name="connsiteX9" fmla="*/ 19050 w 161925"/>
                <a:gd name="connsiteY9" fmla="*/ 47625 h 57150"/>
                <a:gd name="connsiteX10" fmla="*/ 9525 w 161925"/>
                <a:gd name="connsiteY10" fmla="*/ 5715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925" h="57150">
                  <a:moveTo>
                    <a:pt x="9525" y="57150"/>
                  </a:moveTo>
                  <a:cubicBezTo>
                    <a:pt x="4264" y="57150"/>
                    <a:pt x="0" y="52886"/>
                    <a:pt x="0" y="47625"/>
                  </a:cubicBezTo>
                  <a:lnTo>
                    <a:pt x="0" y="28575"/>
                  </a:lnTo>
                  <a:cubicBezTo>
                    <a:pt x="0" y="12793"/>
                    <a:pt x="12793" y="0"/>
                    <a:pt x="28575" y="0"/>
                  </a:cubicBezTo>
                  <a:lnTo>
                    <a:pt x="158972" y="0"/>
                  </a:lnTo>
                  <a:cubicBezTo>
                    <a:pt x="164233" y="0"/>
                    <a:pt x="168497" y="4264"/>
                    <a:pt x="168497" y="9525"/>
                  </a:cubicBezTo>
                  <a:cubicBezTo>
                    <a:pt x="168497" y="14786"/>
                    <a:pt x="164233" y="19050"/>
                    <a:pt x="158972" y="19050"/>
                  </a:cubicBezTo>
                  <a:lnTo>
                    <a:pt x="28575" y="19050"/>
                  </a:lnTo>
                  <a:cubicBezTo>
                    <a:pt x="23314" y="19050"/>
                    <a:pt x="19050" y="23314"/>
                    <a:pt x="19050" y="28575"/>
                  </a:cubicBezTo>
                  <a:lnTo>
                    <a:pt x="19050" y="47625"/>
                  </a:lnTo>
                  <a:cubicBezTo>
                    <a:pt x="19050" y="52886"/>
                    <a:pt x="14786" y="57150"/>
                    <a:pt x="9525" y="57150"/>
                  </a:cubicBezTo>
                  <a:close/>
                </a:path>
              </a:pathLst>
            </a:custGeom>
            <a:grpFill/>
            <a:ln w="9525" cap="flat">
              <a:noFill/>
              <a:prstDash val="solid"/>
              <a:miter/>
            </a:ln>
          </p:spPr>
          <p:txBody>
            <a:bodyPr rtlCol="0" anchor="ctr"/>
            <a:lstStyle/>
            <a:p>
              <a:endParaRPr lang="fr-FR"/>
            </a:p>
          </p:txBody>
        </p:sp>
        <p:sp>
          <p:nvSpPr>
            <p:cNvPr id="61" name="Forme libre : forme 15">
              <a:extLst>
                <a:ext uri="{FF2B5EF4-FFF2-40B4-BE49-F238E27FC236}">
                  <a16:creationId xmlns:a16="http://schemas.microsoft.com/office/drawing/2014/main" id="{1905AB0A-F588-928D-E59E-58CA99F681BC}"/>
                </a:ext>
              </a:extLst>
            </p:cNvPr>
            <p:cNvSpPr/>
            <p:nvPr/>
          </p:nvSpPr>
          <p:spPr>
            <a:xfrm>
              <a:off x="9037835" y="1145418"/>
              <a:ext cx="47625" cy="47625"/>
            </a:xfrm>
            <a:custGeom>
              <a:avLst/>
              <a:gdLst>
                <a:gd name="connsiteX0" fmla="*/ 0 w 47625"/>
                <a:gd name="connsiteY0" fmla="*/ 0 h 47625"/>
                <a:gd name="connsiteX1" fmla="*/ 49340 w 47625"/>
                <a:gd name="connsiteY1" fmla="*/ 28480 h 47625"/>
                <a:gd name="connsiteX2" fmla="*/ 0 w 47625"/>
                <a:gd name="connsiteY2" fmla="*/ 56959 h 47625"/>
                <a:gd name="connsiteX3" fmla="*/ 0 w 47625"/>
                <a:gd name="connsiteY3" fmla="*/ 0 h 47625"/>
              </a:gdLst>
              <a:ahLst/>
              <a:cxnLst>
                <a:cxn ang="0">
                  <a:pos x="connsiteX0" y="connsiteY0"/>
                </a:cxn>
                <a:cxn ang="0">
                  <a:pos x="connsiteX1" y="connsiteY1"/>
                </a:cxn>
                <a:cxn ang="0">
                  <a:pos x="connsiteX2" y="connsiteY2"/>
                </a:cxn>
                <a:cxn ang="0">
                  <a:pos x="connsiteX3" y="connsiteY3"/>
                </a:cxn>
              </a:cxnLst>
              <a:rect l="l" t="t" r="r" b="b"/>
              <a:pathLst>
                <a:path w="47625" h="47625">
                  <a:moveTo>
                    <a:pt x="0" y="0"/>
                  </a:moveTo>
                  <a:lnTo>
                    <a:pt x="49340" y="28480"/>
                  </a:lnTo>
                  <a:lnTo>
                    <a:pt x="0" y="56959"/>
                  </a:lnTo>
                  <a:lnTo>
                    <a:pt x="0" y="0"/>
                  </a:lnTo>
                  <a:close/>
                </a:path>
              </a:pathLst>
            </a:custGeom>
            <a:grpFill/>
            <a:ln w="9525" cap="flat">
              <a:noFill/>
              <a:prstDash val="solid"/>
              <a:miter/>
            </a:ln>
          </p:spPr>
          <p:txBody>
            <a:bodyPr rtlCol="0" anchor="ctr"/>
            <a:lstStyle/>
            <a:p>
              <a:endParaRPr lang="fr-FR"/>
            </a:p>
          </p:txBody>
        </p:sp>
        <p:sp>
          <p:nvSpPr>
            <p:cNvPr id="62" name="Forme libre : forme 16">
              <a:extLst>
                <a:ext uri="{FF2B5EF4-FFF2-40B4-BE49-F238E27FC236}">
                  <a16:creationId xmlns:a16="http://schemas.microsoft.com/office/drawing/2014/main" id="{39071D9F-FB7B-8D09-AE8D-25F99A3752A4}"/>
                </a:ext>
              </a:extLst>
            </p:cNvPr>
            <p:cNvSpPr/>
            <p:nvPr/>
          </p:nvSpPr>
          <p:spPr>
            <a:xfrm>
              <a:off x="8849050" y="1326298"/>
              <a:ext cx="228600" cy="142875"/>
            </a:xfrm>
            <a:custGeom>
              <a:avLst/>
              <a:gdLst>
                <a:gd name="connsiteX0" fmla="*/ 225647 w 228600"/>
                <a:gd name="connsiteY0" fmla="*/ 142875 h 142875"/>
                <a:gd name="connsiteX1" fmla="*/ 28575 w 228600"/>
                <a:gd name="connsiteY1" fmla="*/ 142875 h 142875"/>
                <a:gd name="connsiteX2" fmla="*/ 0 w 228600"/>
                <a:gd name="connsiteY2" fmla="*/ 114300 h 142875"/>
                <a:gd name="connsiteX3" fmla="*/ 0 w 228600"/>
                <a:gd name="connsiteY3" fmla="*/ 9525 h 142875"/>
                <a:gd name="connsiteX4" fmla="*/ 9525 w 228600"/>
                <a:gd name="connsiteY4" fmla="*/ 0 h 142875"/>
                <a:gd name="connsiteX5" fmla="*/ 19050 w 228600"/>
                <a:gd name="connsiteY5" fmla="*/ 9525 h 142875"/>
                <a:gd name="connsiteX6" fmla="*/ 19050 w 228600"/>
                <a:gd name="connsiteY6" fmla="*/ 114300 h 142875"/>
                <a:gd name="connsiteX7" fmla="*/ 28575 w 228600"/>
                <a:gd name="connsiteY7" fmla="*/ 123825 h 142875"/>
                <a:gd name="connsiteX8" fmla="*/ 225647 w 228600"/>
                <a:gd name="connsiteY8" fmla="*/ 123825 h 142875"/>
                <a:gd name="connsiteX9" fmla="*/ 235172 w 228600"/>
                <a:gd name="connsiteY9" fmla="*/ 133350 h 142875"/>
                <a:gd name="connsiteX10" fmla="*/ 225647 w 228600"/>
                <a:gd name="connsiteY10" fmla="*/ 14287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8600" h="142875">
                  <a:moveTo>
                    <a:pt x="225647" y="142875"/>
                  </a:moveTo>
                  <a:lnTo>
                    <a:pt x="28575" y="142875"/>
                  </a:lnTo>
                  <a:cubicBezTo>
                    <a:pt x="12793" y="142875"/>
                    <a:pt x="0" y="130082"/>
                    <a:pt x="0" y="114300"/>
                  </a:cubicBezTo>
                  <a:lnTo>
                    <a:pt x="0" y="9525"/>
                  </a:lnTo>
                  <a:cubicBezTo>
                    <a:pt x="0" y="4264"/>
                    <a:pt x="4264" y="0"/>
                    <a:pt x="9525" y="0"/>
                  </a:cubicBezTo>
                  <a:cubicBezTo>
                    <a:pt x="14786" y="0"/>
                    <a:pt x="19050" y="4264"/>
                    <a:pt x="19050" y="9525"/>
                  </a:cubicBezTo>
                  <a:lnTo>
                    <a:pt x="19050" y="114300"/>
                  </a:lnTo>
                  <a:cubicBezTo>
                    <a:pt x="19050" y="119561"/>
                    <a:pt x="23314" y="123825"/>
                    <a:pt x="28575" y="123825"/>
                  </a:cubicBezTo>
                  <a:lnTo>
                    <a:pt x="225647" y="123825"/>
                  </a:lnTo>
                  <a:cubicBezTo>
                    <a:pt x="230908" y="123825"/>
                    <a:pt x="235172" y="128089"/>
                    <a:pt x="235172" y="133350"/>
                  </a:cubicBezTo>
                  <a:cubicBezTo>
                    <a:pt x="235172" y="138611"/>
                    <a:pt x="230908" y="142875"/>
                    <a:pt x="225647" y="142875"/>
                  </a:cubicBezTo>
                  <a:close/>
                </a:path>
              </a:pathLst>
            </a:custGeom>
            <a:grpFill/>
            <a:ln w="9525" cap="flat">
              <a:noFill/>
              <a:prstDash val="solid"/>
              <a:miter/>
            </a:ln>
          </p:spPr>
          <p:txBody>
            <a:bodyPr rtlCol="0" anchor="ctr"/>
            <a:lstStyle/>
            <a:p>
              <a:endParaRPr lang="fr-FR"/>
            </a:p>
          </p:txBody>
        </p:sp>
        <p:sp>
          <p:nvSpPr>
            <p:cNvPr id="63" name="Forme libre : forme 17">
              <a:extLst>
                <a:ext uri="{FF2B5EF4-FFF2-40B4-BE49-F238E27FC236}">
                  <a16:creationId xmlns:a16="http://schemas.microsoft.com/office/drawing/2014/main" id="{EC3153B5-3041-96DA-6003-EFFEDFE34C1F}"/>
                </a:ext>
              </a:extLst>
            </p:cNvPr>
            <p:cNvSpPr/>
            <p:nvPr/>
          </p:nvSpPr>
          <p:spPr>
            <a:xfrm>
              <a:off x="9066410" y="1431168"/>
              <a:ext cx="47625" cy="47625"/>
            </a:xfrm>
            <a:custGeom>
              <a:avLst/>
              <a:gdLst>
                <a:gd name="connsiteX0" fmla="*/ 0 w 47625"/>
                <a:gd name="connsiteY0" fmla="*/ 56960 h 47625"/>
                <a:gd name="connsiteX1" fmla="*/ 49340 w 47625"/>
                <a:gd name="connsiteY1" fmla="*/ 28480 h 47625"/>
                <a:gd name="connsiteX2" fmla="*/ 0 w 47625"/>
                <a:gd name="connsiteY2" fmla="*/ 0 h 47625"/>
                <a:gd name="connsiteX3" fmla="*/ 0 w 47625"/>
                <a:gd name="connsiteY3" fmla="*/ 56960 h 47625"/>
              </a:gdLst>
              <a:ahLst/>
              <a:cxnLst>
                <a:cxn ang="0">
                  <a:pos x="connsiteX0" y="connsiteY0"/>
                </a:cxn>
                <a:cxn ang="0">
                  <a:pos x="connsiteX1" y="connsiteY1"/>
                </a:cxn>
                <a:cxn ang="0">
                  <a:pos x="connsiteX2" y="connsiteY2"/>
                </a:cxn>
                <a:cxn ang="0">
                  <a:pos x="connsiteX3" y="connsiteY3"/>
                </a:cxn>
              </a:cxnLst>
              <a:rect l="l" t="t" r="r" b="b"/>
              <a:pathLst>
                <a:path w="47625" h="47625">
                  <a:moveTo>
                    <a:pt x="0" y="56960"/>
                  </a:moveTo>
                  <a:lnTo>
                    <a:pt x="49340" y="28480"/>
                  </a:lnTo>
                  <a:lnTo>
                    <a:pt x="0" y="0"/>
                  </a:lnTo>
                  <a:lnTo>
                    <a:pt x="0" y="56960"/>
                  </a:lnTo>
                  <a:close/>
                </a:path>
              </a:pathLst>
            </a:custGeom>
            <a:grpFill/>
            <a:ln w="9525" cap="flat">
              <a:noFill/>
              <a:prstDash val="solid"/>
              <a:miter/>
            </a:ln>
          </p:spPr>
          <p:txBody>
            <a:bodyPr rtlCol="0" anchor="ctr"/>
            <a:lstStyle/>
            <a:p>
              <a:endParaRPr lang="fr-FR"/>
            </a:p>
          </p:txBody>
        </p:sp>
        <p:sp>
          <p:nvSpPr>
            <p:cNvPr id="64" name="Forme libre : forme 18">
              <a:extLst>
                <a:ext uri="{FF2B5EF4-FFF2-40B4-BE49-F238E27FC236}">
                  <a16:creationId xmlns:a16="http://schemas.microsoft.com/office/drawing/2014/main" id="{86CEAAC6-91BC-A524-7717-B1CAB41622A5}"/>
                </a:ext>
              </a:extLst>
            </p:cNvPr>
            <p:cNvSpPr/>
            <p:nvPr/>
          </p:nvSpPr>
          <p:spPr>
            <a:xfrm>
              <a:off x="8887150" y="1316773"/>
              <a:ext cx="161925" cy="57150"/>
            </a:xfrm>
            <a:custGeom>
              <a:avLst/>
              <a:gdLst>
                <a:gd name="connsiteX0" fmla="*/ 158972 w 161925"/>
                <a:gd name="connsiteY0" fmla="*/ 57150 h 57150"/>
                <a:gd name="connsiteX1" fmla="*/ 28575 w 161925"/>
                <a:gd name="connsiteY1" fmla="*/ 57150 h 57150"/>
                <a:gd name="connsiteX2" fmla="*/ 0 w 161925"/>
                <a:gd name="connsiteY2" fmla="*/ 28575 h 57150"/>
                <a:gd name="connsiteX3" fmla="*/ 0 w 161925"/>
                <a:gd name="connsiteY3" fmla="*/ 9525 h 57150"/>
                <a:gd name="connsiteX4" fmla="*/ 9525 w 161925"/>
                <a:gd name="connsiteY4" fmla="*/ 0 h 57150"/>
                <a:gd name="connsiteX5" fmla="*/ 19050 w 161925"/>
                <a:gd name="connsiteY5" fmla="*/ 9525 h 57150"/>
                <a:gd name="connsiteX6" fmla="*/ 19050 w 161925"/>
                <a:gd name="connsiteY6" fmla="*/ 28575 h 57150"/>
                <a:gd name="connsiteX7" fmla="*/ 28575 w 161925"/>
                <a:gd name="connsiteY7" fmla="*/ 38100 h 57150"/>
                <a:gd name="connsiteX8" fmla="*/ 158972 w 161925"/>
                <a:gd name="connsiteY8" fmla="*/ 38100 h 57150"/>
                <a:gd name="connsiteX9" fmla="*/ 168497 w 161925"/>
                <a:gd name="connsiteY9" fmla="*/ 47625 h 57150"/>
                <a:gd name="connsiteX10" fmla="*/ 158972 w 161925"/>
                <a:gd name="connsiteY10" fmla="*/ 5715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925" h="57150">
                  <a:moveTo>
                    <a:pt x="158972" y="57150"/>
                  </a:moveTo>
                  <a:lnTo>
                    <a:pt x="28575" y="57150"/>
                  </a:lnTo>
                  <a:cubicBezTo>
                    <a:pt x="12793" y="57150"/>
                    <a:pt x="0" y="44357"/>
                    <a:pt x="0" y="28575"/>
                  </a:cubicBezTo>
                  <a:lnTo>
                    <a:pt x="0" y="9525"/>
                  </a:lnTo>
                  <a:cubicBezTo>
                    <a:pt x="0" y="4264"/>
                    <a:pt x="4264" y="0"/>
                    <a:pt x="9525" y="0"/>
                  </a:cubicBezTo>
                  <a:cubicBezTo>
                    <a:pt x="14786" y="0"/>
                    <a:pt x="19050" y="4264"/>
                    <a:pt x="19050" y="9525"/>
                  </a:cubicBezTo>
                  <a:lnTo>
                    <a:pt x="19050" y="28575"/>
                  </a:lnTo>
                  <a:cubicBezTo>
                    <a:pt x="19050" y="33836"/>
                    <a:pt x="23314" y="38100"/>
                    <a:pt x="28575" y="38100"/>
                  </a:cubicBezTo>
                  <a:lnTo>
                    <a:pt x="158972" y="38100"/>
                  </a:lnTo>
                  <a:cubicBezTo>
                    <a:pt x="164233" y="38100"/>
                    <a:pt x="168497" y="42364"/>
                    <a:pt x="168497" y="47625"/>
                  </a:cubicBezTo>
                  <a:cubicBezTo>
                    <a:pt x="168497" y="52886"/>
                    <a:pt x="164233" y="57150"/>
                    <a:pt x="158972" y="57150"/>
                  </a:cubicBezTo>
                  <a:close/>
                </a:path>
              </a:pathLst>
            </a:custGeom>
            <a:grpFill/>
            <a:ln w="9525" cap="flat">
              <a:noFill/>
              <a:prstDash val="solid"/>
              <a:miter/>
            </a:ln>
          </p:spPr>
          <p:txBody>
            <a:bodyPr rtlCol="0" anchor="ctr"/>
            <a:lstStyle/>
            <a:p>
              <a:endParaRPr lang="fr-FR"/>
            </a:p>
          </p:txBody>
        </p:sp>
        <p:sp>
          <p:nvSpPr>
            <p:cNvPr id="65" name="Forme libre : forme 19">
              <a:extLst>
                <a:ext uri="{FF2B5EF4-FFF2-40B4-BE49-F238E27FC236}">
                  <a16:creationId xmlns:a16="http://schemas.microsoft.com/office/drawing/2014/main" id="{9F3A7ED1-153A-AC05-21DF-4DAEC776F073}"/>
                </a:ext>
              </a:extLst>
            </p:cNvPr>
            <p:cNvSpPr/>
            <p:nvPr/>
          </p:nvSpPr>
          <p:spPr>
            <a:xfrm>
              <a:off x="9037835" y="1335918"/>
              <a:ext cx="47625" cy="47625"/>
            </a:xfrm>
            <a:custGeom>
              <a:avLst/>
              <a:gdLst>
                <a:gd name="connsiteX0" fmla="*/ 0 w 47625"/>
                <a:gd name="connsiteY0" fmla="*/ 0 h 47625"/>
                <a:gd name="connsiteX1" fmla="*/ 49340 w 47625"/>
                <a:gd name="connsiteY1" fmla="*/ 28480 h 47625"/>
                <a:gd name="connsiteX2" fmla="*/ 0 w 47625"/>
                <a:gd name="connsiteY2" fmla="*/ 56960 h 47625"/>
                <a:gd name="connsiteX3" fmla="*/ 0 w 47625"/>
                <a:gd name="connsiteY3" fmla="*/ 0 h 47625"/>
              </a:gdLst>
              <a:ahLst/>
              <a:cxnLst>
                <a:cxn ang="0">
                  <a:pos x="connsiteX0" y="connsiteY0"/>
                </a:cxn>
                <a:cxn ang="0">
                  <a:pos x="connsiteX1" y="connsiteY1"/>
                </a:cxn>
                <a:cxn ang="0">
                  <a:pos x="connsiteX2" y="connsiteY2"/>
                </a:cxn>
                <a:cxn ang="0">
                  <a:pos x="connsiteX3" y="connsiteY3"/>
                </a:cxn>
              </a:cxnLst>
              <a:rect l="l" t="t" r="r" b="b"/>
              <a:pathLst>
                <a:path w="47625" h="47625">
                  <a:moveTo>
                    <a:pt x="0" y="0"/>
                  </a:moveTo>
                  <a:lnTo>
                    <a:pt x="49340" y="28480"/>
                  </a:lnTo>
                  <a:lnTo>
                    <a:pt x="0" y="56960"/>
                  </a:lnTo>
                  <a:lnTo>
                    <a:pt x="0" y="0"/>
                  </a:lnTo>
                  <a:close/>
                </a:path>
              </a:pathLst>
            </a:custGeom>
            <a:grpFill/>
            <a:ln w="9525" cap="flat">
              <a:noFill/>
              <a:prstDash val="solid"/>
              <a:miter/>
            </a:ln>
          </p:spPr>
          <p:txBody>
            <a:bodyPr rtlCol="0" anchor="ctr"/>
            <a:lstStyle/>
            <a:p>
              <a:endParaRPr lang="fr-FR"/>
            </a:p>
          </p:txBody>
        </p:sp>
        <p:sp>
          <p:nvSpPr>
            <p:cNvPr id="66" name="Forme libre : forme 20">
              <a:extLst>
                <a:ext uri="{FF2B5EF4-FFF2-40B4-BE49-F238E27FC236}">
                  <a16:creationId xmlns:a16="http://schemas.microsoft.com/office/drawing/2014/main" id="{60BF3937-EDD9-618E-54D6-DDB3600EFBBD}"/>
                </a:ext>
              </a:extLst>
            </p:cNvPr>
            <p:cNvSpPr/>
            <p:nvPr/>
          </p:nvSpPr>
          <p:spPr>
            <a:xfrm>
              <a:off x="8810950" y="1259623"/>
              <a:ext cx="95250" cy="19050"/>
            </a:xfrm>
            <a:custGeom>
              <a:avLst/>
              <a:gdLst>
                <a:gd name="connsiteX0" fmla="*/ 85725 w 95250"/>
                <a:gd name="connsiteY0" fmla="*/ 19050 h 19050"/>
                <a:gd name="connsiteX1" fmla="*/ 9525 w 95250"/>
                <a:gd name="connsiteY1" fmla="*/ 19050 h 19050"/>
                <a:gd name="connsiteX2" fmla="*/ 0 w 95250"/>
                <a:gd name="connsiteY2" fmla="*/ 9525 h 19050"/>
                <a:gd name="connsiteX3" fmla="*/ 9525 w 95250"/>
                <a:gd name="connsiteY3" fmla="*/ 0 h 19050"/>
                <a:gd name="connsiteX4" fmla="*/ 85725 w 95250"/>
                <a:gd name="connsiteY4" fmla="*/ 0 h 19050"/>
                <a:gd name="connsiteX5" fmla="*/ 95250 w 95250"/>
                <a:gd name="connsiteY5" fmla="*/ 9525 h 19050"/>
                <a:gd name="connsiteX6" fmla="*/ 85725 w 95250"/>
                <a:gd name="connsiteY6" fmla="*/ 19050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19050">
                  <a:moveTo>
                    <a:pt x="85725" y="19050"/>
                  </a:moveTo>
                  <a:lnTo>
                    <a:pt x="9525" y="19050"/>
                  </a:lnTo>
                  <a:cubicBezTo>
                    <a:pt x="4264" y="19050"/>
                    <a:pt x="0" y="14786"/>
                    <a:pt x="0" y="9525"/>
                  </a:cubicBezTo>
                  <a:cubicBezTo>
                    <a:pt x="0" y="4264"/>
                    <a:pt x="4264" y="0"/>
                    <a:pt x="9525" y="0"/>
                  </a:cubicBezTo>
                  <a:lnTo>
                    <a:pt x="85725" y="0"/>
                  </a:lnTo>
                  <a:cubicBezTo>
                    <a:pt x="90986" y="0"/>
                    <a:pt x="95250" y="4264"/>
                    <a:pt x="95250" y="9525"/>
                  </a:cubicBezTo>
                  <a:cubicBezTo>
                    <a:pt x="95250" y="14786"/>
                    <a:pt x="90986" y="19050"/>
                    <a:pt x="85725" y="19050"/>
                  </a:cubicBezTo>
                  <a:close/>
                </a:path>
              </a:pathLst>
            </a:custGeom>
            <a:grpFill/>
            <a:ln w="9525" cap="flat">
              <a:noFill/>
              <a:prstDash val="solid"/>
              <a:miter/>
            </a:ln>
          </p:spPr>
          <p:txBody>
            <a:bodyPr rtlCol="0" anchor="ctr"/>
            <a:lstStyle/>
            <a:p>
              <a:endParaRPr lang="fr-FR"/>
            </a:p>
          </p:txBody>
        </p:sp>
        <p:sp>
          <p:nvSpPr>
            <p:cNvPr id="67" name="Forme libre : forme 21">
              <a:extLst>
                <a:ext uri="{FF2B5EF4-FFF2-40B4-BE49-F238E27FC236}">
                  <a16:creationId xmlns:a16="http://schemas.microsoft.com/office/drawing/2014/main" id="{7194BF0F-130F-E7C9-5F9E-CDE19097073F}"/>
                </a:ext>
              </a:extLst>
            </p:cNvPr>
            <p:cNvSpPr/>
            <p:nvPr/>
          </p:nvSpPr>
          <p:spPr>
            <a:xfrm>
              <a:off x="8830000" y="1231048"/>
              <a:ext cx="57150" cy="19050"/>
            </a:xfrm>
            <a:custGeom>
              <a:avLst/>
              <a:gdLst>
                <a:gd name="connsiteX0" fmla="*/ 47625 w 57150"/>
                <a:gd name="connsiteY0" fmla="*/ 19050 h 19050"/>
                <a:gd name="connsiteX1" fmla="*/ 9525 w 57150"/>
                <a:gd name="connsiteY1" fmla="*/ 19050 h 19050"/>
                <a:gd name="connsiteX2" fmla="*/ 0 w 57150"/>
                <a:gd name="connsiteY2" fmla="*/ 9525 h 19050"/>
                <a:gd name="connsiteX3" fmla="*/ 9525 w 57150"/>
                <a:gd name="connsiteY3" fmla="*/ 0 h 19050"/>
                <a:gd name="connsiteX4" fmla="*/ 47625 w 57150"/>
                <a:gd name="connsiteY4" fmla="*/ 0 h 19050"/>
                <a:gd name="connsiteX5" fmla="*/ 57150 w 57150"/>
                <a:gd name="connsiteY5" fmla="*/ 9525 h 19050"/>
                <a:gd name="connsiteX6" fmla="*/ 47625 w 57150"/>
                <a:gd name="connsiteY6" fmla="*/ 19050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19050">
                  <a:moveTo>
                    <a:pt x="47625" y="19050"/>
                  </a:moveTo>
                  <a:lnTo>
                    <a:pt x="9525" y="19050"/>
                  </a:lnTo>
                  <a:cubicBezTo>
                    <a:pt x="4264" y="19050"/>
                    <a:pt x="0" y="14786"/>
                    <a:pt x="0" y="9525"/>
                  </a:cubicBezTo>
                  <a:cubicBezTo>
                    <a:pt x="0" y="4264"/>
                    <a:pt x="4264" y="0"/>
                    <a:pt x="9525" y="0"/>
                  </a:cubicBezTo>
                  <a:lnTo>
                    <a:pt x="47625" y="0"/>
                  </a:lnTo>
                  <a:cubicBezTo>
                    <a:pt x="52886" y="0"/>
                    <a:pt x="57150" y="4264"/>
                    <a:pt x="57150" y="9525"/>
                  </a:cubicBezTo>
                  <a:cubicBezTo>
                    <a:pt x="57150" y="14786"/>
                    <a:pt x="52886" y="19050"/>
                    <a:pt x="47625" y="19050"/>
                  </a:cubicBezTo>
                  <a:close/>
                </a:path>
              </a:pathLst>
            </a:custGeom>
            <a:grpFill/>
            <a:ln w="9525" cap="flat">
              <a:noFill/>
              <a:prstDash val="solid"/>
              <a:miter/>
            </a:ln>
          </p:spPr>
          <p:txBody>
            <a:bodyPr rtlCol="0" anchor="ctr"/>
            <a:lstStyle/>
            <a:p>
              <a:endParaRPr lang="fr-FR"/>
            </a:p>
          </p:txBody>
        </p:sp>
        <p:sp>
          <p:nvSpPr>
            <p:cNvPr id="68" name="Forme libre : forme 22">
              <a:extLst>
                <a:ext uri="{FF2B5EF4-FFF2-40B4-BE49-F238E27FC236}">
                  <a16:creationId xmlns:a16="http://schemas.microsoft.com/office/drawing/2014/main" id="{FA3F4628-9667-237C-77AC-DD7835794D21}"/>
                </a:ext>
              </a:extLst>
            </p:cNvPr>
            <p:cNvSpPr/>
            <p:nvPr/>
          </p:nvSpPr>
          <p:spPr>
            <a:xfrm>
              <a:off x="8830000" y="1288198"/>
              <a:ext cx="57150" cy="19050"/>
            </a:xfrm>
            <a:custGeom>
              <a:avLst/>
              <a:gdLst>
                <a:gd name="connsiteX0" fmla="*/ 47625 w 57150"/>
                <a:gd name="connsiteY0" fmla="*/ 19050 h 19050"/>
                <a:gd name="connsiteX1" fmla="*/ 9525 w 57150"/>
                <a:gd name="connsiteY1" fmla="*/ 19050 h 19050"/>
                <a:gd name="connsiteX2" fmla="*/ 0 w 57150"/>
                <a:gd name="connsiteY2" fmla="*/ 9525 h 19050"/>
                <a:gd name="connsiteX3" fmla="*/ 9525 w 57150"/>
                <a:gd name="connsiteY3" fmla="*/ 0 h 19050"/>
                <a:gd name="connsiteX4" fmla="*/ 47625 w 57150"/>
                <a:gd name="connsiteY4" fmla="*/ 0 h 19050"/>
                <a:gd name="connsiteX5" fmla="*/ 57150 w 57150"/>
                <a:gd name="connsiteY5" fmla="*/ 9525 h 19050"/>
                <a:gd name="connsiteX6" fmla="*/ 47625 w 57150"/>
                <a:gd name="connsiteY6" fmla="*/ 19050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19050">
                  <a:moveTo>
                    <a:pt x="47625" y="19050"/>
                  </a:moveTo>
                  <a:lnTo>
                    <a:pt x="9525" y="19050"/>
                  </a:lnTo>
                  <a:cubicBezTo>
                    <a:pt x="4264" y="19050"/>
                    <a:pt x="0" y="14786"/>
                    <a:pt x="0" y="9525"/>
                  </a:cubicBezTo>
                  <a:cubicBezTo>
                    <a:pt x="0" y="4264"/>
                    <a:pt x="4264" y="0"/>
                    <a:pt x="9525" y="0"/>
                  </a:cubicBezTo>
                  <a:lnTo>
                    <a:pt x="47625" y="0"/>
                  </a:lnTo>
                  <a:cubicBezTo>
                    <a:pt x="52886" y="0"/>
                    <a:pt x="57150" y="4264"/>
                    <a:pt x="57150" y="9525"/>
                  </a:cubicBezTo>
                  <a:cubicBezTo>
                    <a:pt x="57150" y="14786"/>
                    <a:pt x="52886" y="19050"/>
                    <a:pt x="47625" y="19050"/>
                  </a:cubicBezTo>
                  <a:close/>
                </a:path>
              </a:pathLst>
            </a:custGeom>
            <a:grpFill/>
            <a:ln w="9525" cap="flat">
              <a:noFill/>
              <a:prstDash val="solid"/>
              <a:miter/>
            </a:ln>
          </p:spPr>
          <p:txBody>
            <a:bodyPr rtlCol="0" anchor="ctr"/>
            <a:lstStyle/>
            <a:p>
              <a:endParaRPr lang="fr-FR"/>
            </a:p>
          </p:txBody>
        </p:sp>
      </p:grpSp>
      <p:grpSp>
        <p:nvGrpSpPr>
          <p:cNvPr id="70" name="Groupe 69">
            <a:extLst>
              <a:ext uri="{FF2B5EF4-FFF2-40B4-BE49-F238E27FC236}">
                <a16:creationId xmlns:a16="http://schemas.microsoft.com/office/drawing/2014/main" id="{38A721DF-6A52-CFE1-3D7F-291BF2A106B6}"/>
              </a:ext>
            </a:extLst>
          </p:cNvPr>
          <p:cNvGrpSpPr>
            <a:grpSpLocks noChangeAspect="1"/>
          </p:cNvGrpSpPr>
          <p:nvPr/>
        </p:nvGrpSpPr>
        <p:grpSpPr>
          <a:xfrm>
            <a:off x="2525267" y="1576633"/>
            <a:ext cx="575971" cy="576000"/>
            <a:chOff x="10443176" y="919038"/>
            <a:chExt cx="761962" cy="762000"/>
          </a:xfrm>
          <a:solidFill>
            <a:srgbClr val="6D6D6D"/>
          </a:solidFill>
        </p:grpSpPr>
        <p:sp>
          <p:nvSpPr>
            <p:cNvPr id="71" name="Forme libre : forme 24">
              <a:extLst>
                <a:ext uri="{FF2B5EF4-FFF2-40B4-BE49-F238E27FC236}">
                  <a16:creationId xmlns:a16="http://schemas.microsoft.com/office/drawing/2014/main" id="{33C2A01D-FEEC-B610-6B16-C44C4658EAD9}"/>
                </a:ext>
              </a:extLst>
            </p:cNvPr>
            <p:cNvSpPr/>
            <p:nvPr/>
          </p:nvSpPr>
          <p:spPr>
            <a:xfrm>
              <a:off x="10976538" y="919038"/>
              <a:ext cx="228600" cy="219075"/>
            </a:xfrm>
            <a:custGeom>
              <a:avLst/>
              <a:gdLst>
                <a:gd name="connsiteX0" fmla="*/ 114338 w 228600"/>
                <a:gd name="connsiteY0" fmla="*/ 0 h 219075"/>
                <a:gd name="connsiteX1" fmla="*/ 0 w 228600"/>
                <a:gd name="connsiteY1" fmla="*/ 0 h 219075"/>
                <a:gd name="connsiteX2" fmla="*/ 0 w 228600"/>
                <a:gd name="connsiteY2" fmla="*/ 76200 h 219075"/>
                <a:gd name="connsiteX3" fmla="*/ 114338 w 228600"/>
                <a:gd name="connsiteY3" fmla="*/ 76200 h 219075"/>
                <a:gd name="connsiteX4" fmla="*/ 152438 w 228600"/>
                <a:gd name="connsiteY4" fmla="*/ 114300 h 219075"/>
                <a:gd name="connsiteX5" fmla="*/ 152438 w 228600"/>
                <a:gd name="connsiteY5" fmla="*/ 228562 h 219075"/>
                <a:gd name="connsiteX6" fmla="*/ 228638 w 228600"/>
                <a:gd name="connsiteY6" fmla="*/ 228562 h 219075"/>
                <a:gd name="connsiteX7" fmla="*/ 228638 w 228600"/>
                <a:gd name="connsiteY7" fmla="*/ 114300 h 219075"/>
                <a:gd name="connsiteX8" fmla="*/ 114338 w 228600"/>
                <a:gd name="connsiteY8" fmla="*/ 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600" h="219075">
                  <a:moveTo>
                    <a:pt x="114338" y="0"/>
                  </a:moveTo>
                  <a:lnTo>
                    <a:pt x="0" y="0"/>
                  </a:lnTo>
                  <a:lnTo>
                    <a:pt x="0" y="76200"/>
                  </a:lnTo>
                  <a:lnTo>
                    <a:pt x="114338" y="76200"/>
                  </a:lnTo>
                  <a:cubicBezTo>
                    <a:pt x="135350" y="76200"/>
                    <a:pt x="152438" y="93288"/>
                    <a:pt x="152438" y="114300"/>
                  </a:cubicBezTo>
                  <a:lnTo>
                    <a:pt x="152438" y="228562"/>
                  </a:lnTo>
                  <a:lnTo>
                    <a:pt x="228638" y="228562"/>
                  </a:lnTo>
                  <a:lnTo>
                    <a:pt x="228638" y="114300"/>
                  </a:lnTo>
                  <a:cubicBezTo>
                    <a:pt x="228638" y="51273"/>
                    <a:pt x="177365" y="0"/>
                    <a:pt x="114338" y="0"/>
                  </a:cubicBezTo>
                  <a:close/>
                </a:path>
              </a:pathLst>
            </a:custGeom>
            <a:grpFill/>
            <a:ln w="9525" cap="flat">
              <a:noFill/>
              <a:prstDash val="solid"/>
              <a:miter/>
            </a:ln>
          </p:spPr>
          <p:txBody>
            <a:bodyPr rtlCol="0" anchor="ctr"/>
            <a:lstStyle/>
            <a:p>
              <a:endParaRPr lang="fr-FR"/>
            </a:p>
          </p:txBody>
        </p:sp>
        <p:sp>
          <p:nvSpPr>
            <p:cNvPr id="72" name="Forme libre : forme 25">
              <a:extLst>
                <a:ext uri="{FF2B5EF4-FFF2-40B4-BE49-F238E27FC236}">
                  <a16:creationId xmlns:a16="http://schemas.microsoft.com/office/drawing/2014/main" id="{3A242B9A-A622-7D20-169B-2627814BD679}"/>
                </a:ext>
              </a:extLst>
            </p:cNvPr>
            <p:cNvSpPr/>
            <p:nvPr/>
          </p:nvSpPr>
          <p:spPr>
            <a:xfrm>
              <a:off x="10443176" y="919038"/>
              <a:ext cx="219075" cy="228600"/>
            </a:xfrm>
            <a:custGeom>
              <a:avLst/>
              <a:gdLst>
                <a:gd name="connsiteX0" fmla="*/ 76200 w 219075"/>
                <a:gd name="connsiteY0" fmla="*/ 114300 h 228600"/>
                <a:gd name="connsiteX1" fmla="*/ 114300 w 219075"/>
                <a:gd name="connsiteY1" fmla="*/ 76200 h 228600"/>
                <a:gd name="connsiteX2" fmla="*/ 228562 w 219075"/>
                <a:gd name="connsiteY2" fmla="*/ 76200 h 228600"/>
                <a:gd name="connsiteX3" fmla="*/ 228562 w 219075"/>
                <a:gd name="connsiteY3" fmla="*/ 0 h 228600"/>
                <a:gd name="connsiteX4" fmla="*/ 114300 w 219075"/>
                <a:gd name="connsiteY4" fmla="*/ 0 h 228600"/>
                <a:gd name="connsiteX5" fmla="*/ 0 w 219075"/>
                <a:gd name="connsiteY5" fmla="*/ 114300 h 228600"/>
                <a:gd name="connsiteX6" fmla="*/ 0 w 219075"/>
                <a:gd name="connsiteY6" fmla="*/ 228638 h 228600"/>
                <a:gd name="connsiteX7" fmla="*/ 76200 w 219075"/>
                <a:gd name="connsiteY7" fmla="*/ 228638 h 228600"/>
                <a:gd name="connsiteX8" fmla="*/ 76200 w 219075"/>
                <a:gd name="connsiteY8" fmla="*/ 1143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075" h="228600">
                  <a:moveTo>
                    <a:pt x="76200" y="114300"/>
                  </a:moveTo>
                  <a:cubicBezTo>
                    <a:pt x="76200" y="93288"/>
                    <a:pt x="93288" y="76200"/>
                    <a:pt x="114300" y="76200"/>
                  </a:cubicBezTo>
                  <a:lnTo>
                    <a:pt x="228562" y="76200"/>
                  </a:lnTo>
                  <a:lnTo>
                    <a:pt x="228562" y="0"/>
                  </a:lnTo>
                  <a:lnTo>
                    <a:pt x="114300" y="0"/>
                  </a:lnTo>
                  <a:cubicBezTo>
                    <a:pt x="51273" y="0"/>
                    <a:pt x="0" y="51273"/>
                    <a:pt x="0" y="114300"/>
                  </a:cubicBezTo>
                  <a:lnTo>
                    <a:pt x="0" y="228638"/>
                  </a:lnTo>
                  <a:lnTo>
                    <a:pt x="76200" y="228638"/>
                  </a:lnTo>
                  <a:lnTo>
                    <a:pt x="76200" y="114300"/>
                  </a:lnTo>
                  <a:close/>
                </a:path>
              </a:pathLst>
            </a:custGeom>
            <a:grpFill/>
            <a:ln w="9525" cap="flat">
              <a:noFill/>
              <a:prstDash val="solid"/>
              <a:miter/>
            </a:ln>
          </p:spPr>
          <p:txBody>
            <a:bodyPr rtlCol="0" anchor="ctr"/>
            <a:lstStyle/>
            <a:p>
              <a:endParaRPr lang="fr-FR"/>
            </a:p>
          </p:txBody>
        </p:sp>
        <p:sp>
          <p:nvSpPr>
            <p:cNvPr id="73" name="Forme libre : forme 26">
              <a:extLst>
                <a:ext uri="{FF2B5EF4-FFF2-40B4-BE49-F238E27FC236}">
                  <a16:creationId xmlns:a16="http://schemas.microsoft.com/office/drawing/2014/main" id="{990475C0-F442-622F-3858-9AD2A9A2F6CF}"/>
                </a:ext>
              </a:extLst>
            </p:cNvPr>
            <p:cNvSpPr/>
            <p:nvPr/>
          </p:nvSpPr>
          <p:spPr>
            <a:xfrm>
              <a:off x="10443176" y="1452476"/>
              <a:ext cx="228600" cy="219075"/>
            </a:xfrm>
            <a:custGeom>
              <a:avLst/>
              <a:gdLst>
                <a:gd name="connsiteX0" fmla="*/ 76200 w 228600"/>
                <a:gd name="connsiteY0" fmla="*/ 114262 h 219075"/>
                <a:gd name="connsiteX1" fmla="*/ 76200 w 228600"/>
                <a:gd name="connsiteY1" fmla="*/ 0 h 219075"/>
                <a:gd name="connsiteX2" fmla="*/ 0 w 228600"/>
                <a:gd name="connsiteY2" fmla="*/ 0 h 219075"/>
                <a:gd name="connsiteX3" fmla="*/ 0 w 228600"/>
                <a:gd name="connsiteY3" fmla="*/ 114262 h 219075"/>
                <a:gd name="connsiteX4" fmla="*/ 114300 w 228600"/>
                <a:gd name="connsiteY4" fmla="*/ 228562 h 219075"/>
                <a:gd name="connsiteX5" fmla="*/ 228638 w 228600"/>
                <a:gd name="connsiteY5" fmla="*/ 228562 h 219075"/>
                <a:gd name="connsiteX6" fmla="*/ 228638 w 228600"/>
                <a:gd name="connsiteY6" fmla="*/ 152362 h 219075"/>
                <a:gd name="connsiteX7" fmla="*/ 114300 w 228600"/>
                <a:gd name="connsiteY7" fmla="*/ 152362 h 219075"/>
                <a:gd name="connsiteX8" fmla="*/ 76200 w 228600"/>
                <a:gd name="connsiteY8" fmla="*/ 114262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600" h="219075">
                  <a:moveTo>
                    <a:pt x="76200" y="114262"/>
                  </a:moveTo>
                  <a:lnTo>
                    <a:pt x="76200" y="0"/>
                  </a:lnTo>
                  <a:lnTo>
                    <a:pt x="0" y="0"/>
                  </a:lnTo>
                  <a:lnTo>
                    <a:pt x="0" y="114262"/>
                  </a:lnTo>
                  <a:cubicBezTo>
                    <a:pt x="0" y="177289"/>
                    <a:pt x="51273" y="228562"/>
                    <a:pt x="114300" y="228562"/>
                  </a:cubicBezTo>
                  <a:lnTo>
                    <a:pt x="228638" y="228562"/>
                  </a:lnTo>
                  <a:lnTo>
                    <a:pt x="228638" y="152362"/>
                  </a:lnTo>
                  <a:lnTo>
                    <a:pt x="114300" y="152362"/>
                  </a:lnTo>
                  <a:cubicBezTo>
                    <a:pt x="93288" y="152362"/>
                    <a:pt x="76200" y="135274"/>
                    <a:pt x="76200" y="114262"/>
                  </a:cubicBezTo>
                  <a:close/>
                </a:path>
              </a:pathLst>
            </a:custGeom>
            <a:grpFill/>
            <a:ln w="9525" cap="flat">
              <a:noFill/>
              <a:prstDash val="solid"/>
              <a:miter/>
            </a:ln>
          </p:spPr>
          <p:txBody>
            <a:bodyPr rtlCol="0" anchor="ctr"/>
            <a:lstStyle/>
            <a:p>
              <a:endParaRPr lang="fr-FR"/>
            </a:p>
          </p:txBody>
        </p:sp>
        <p:sp>
          <p:nvSpPr>
            <p:cNvPr id="74" name="Forme libre : forme 27">
              <a:extLst>
                <a:ext uri="{FF2B5EF4-FFF2-40B4-BE49-F238E27FC236}">
                  <a16:creationId xmlns:a16="http://schemas.microsoft.com/office/drawing/2014/main" id="{B1BB9C06-B6E1-281C-7632-A36E94D9BB82}"/>
                </a:ext>
              </a:extLst>
            </p:cNvPr>
            <p:cNvSpPr/>
            <p:nvPr/>
          </p:nvSpPr>
          <p:spPr>
            <a:xfrm>
              <a:off x="10976614" y="1452438"/>
              <a:ext cx="219075" cy="228600"/>
            </a:xfrm>
            <a:custGeom>
              <a:avLst/>
              <a:gdLst>
                <a:gd name="connsiteX0" fmla="*/ 152362 w 219075"/>
                <a:gd name="connsiteY0" fmla="*/ 114300 h 228600"/>
                <a:gd name="connsiteX1" fmla="*/ 114262 w 219075"/>
                <a:gd name="connsiteY1" fmla="*/ 152400 h 228600"/>
                <a:gd name="connsiteX2" fmla="*/ 0 w 219075"/>
                <a:gd name="connsiteY2" fmla="*/ 152400 h 228600"/>
                <a:gd name="connsiteX3" fmla="*/ 0 w 219075"/>
                <a:gd name="connsiteY3" fmla="*/ 228600 h 228600"/>
                <a:gd name="connsiteX4" fmla="*/ 114262 w 219075"/>
                <a:gd name="connsiteY4" fmla="*/ 228600 h 228600"/>
                <a:gd name="connsiteX5" fmla="*/ 228562 w 219075"/>
                <a:gd name="connsiteY5" fmla="*/ 114300 h 228600"/>
                <a:gd name="connsiteX6" fmla="*/ 228562 w 219075"/>
                <a:gd name="connsiteY6" fmla="*/ 0 h 228600"/>
                <a:gd name="connsiteX7" fmla="*/ 152362 w 219075"/>
                <a:gd name="connsiteY7" fmla="*/ 0 h 228600"/>
                <a:gd name="connsiteX8" fmla="*/ 152362 w 219075"/>
                <a:gd name="connsiteY8" fmla="*/ 1143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075" h="228600">
                  <a:moveTo>
                    <a:pt x="152362" y="114300"/>
                  </a:moveTo>
                  <a:cubicBezTo>
                    <a:pt x="152362" y="135312"/>
                    <a:pt x="135274" y="152400"/>
                    <a:pt x="114262" y="152400"/>
                  </a:cubicBezTo>
                  <a:lnTo>
                    <a:pt x="0" y="152400"/>
                  </a:lnTo>
                  <a:lnTo>
                    <a:pt x="0" y="228600"/>
                  </a:lnTo>
                  <a:lnTo>
                    <a:pt x="114262" y="228600"/>
                  </a:lnTo>
                  <a:cubicBezTo>
                    <a:pt x="177289" y="228600"/>
                    <a:pt x="228562" y="177327"/>
                    <a:pt x="228562" y="114300"/>
                  </a:cubicBezTo>
                  <a:lnTo>
                    <a:pt x="228562" y="0"/>
                  </a:lnTo>
                  <a:lnTo>
                    <a:pt x="152362" y="0"/>
                  </a:lnTo>
                  <a:lnTo>
                    <a:pt x="152362" y="114300"/>
                  </a:lnTo>
                  <a:close/>
                </a:path>
              </a:pathLst>
            </a:custGeom>
            <a:grpFill/>
            <a:ln w="9525" cap="flat">
              <a:noFill/>
              <a:prstDash val="solid"/>
              <a:miter/>
            </a:ln>
          </p:spPr>
          <p:txBody>
            <a:bodyPr rtlCol="0" anchor="ctr"/>
            <a:lstStyle/>
            <a:p>
              <a:endParaRPr lang="fr-FR"/>
            </a:p>
          </p:txBody>
        </p:sp>
      </p:grpSp>
      <p:cxnSp>
        <p:nvCxnSpPr>
          <p:cNvPr id="75" name="Connecteur droit avec flèche 74">
            <a:extLst>
              <a:ext uri="{FF2B5EF4-FFF2-40B4-BE49-F238E27FC236}">
                <a16:creationId xmlns:a16="http://schemas.microsoft.com/office/drawing/2014/main" id="{E253CE35-9F68-0CC8-6D76-89D8CBD0184F}"/>
              </a:ext>
            </a:extLst>
          </p:cNvPr>
          <p:cNvCxnSpPr>
            <a:cxnSpLocks/>
          </p:cNvCxnSpPr>
          <p:nvPr/>
        </p:nvCxnSpPr>
        <p:spPr>
          <a:xfrm>
            <a:off x="3668289" y="1864633"/>
            <a:ext cx="900000" cy="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onnecteur droit avec flèche 75">
            <a:extLst>
              <a:ext uri="{FF2B5EF4-FFF2-40B4-BE49-F238E27FC236}">
                <a16:creationId xmlns:a16="http://schemas.microsoft.com/office/drawing/2014/main" id="{B55AE81D-0232-9B72-A06A-A4AFF414B5CE}"/>
              </a:ext>
            </a:extLst>
          </p:cNvPr>
          <p:cNvCxnSpPr>
            <a:cxnSpLocks/>
          </p:cNvCxnSpPr>
          <p:nvPr/>
        </p:nvCxnSpPr>
        <p:spPr>
          <a:xfrm>
            <a:off x="6280240" y="1864633"/>
            <a:ext cx="900000" cy="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onnecteur droit avec flèche 76">
            <a:extLst>
              <a:ext uri="{FF2B5EF4-FFF2-40B4-BE49-F238E27FC236}">
                <a16:creationId xmlns:a16="http://schemas.microsoft.com/office/drawing/2014/main" id="{771819C1-A5AF-E7FE-8ACE-6BC19C170AD2}"/>
              </a:ext>
            </a:extLst>
          </p:cNvPr>
          <p:cNvCxnSpPr>
            <a:cxnSpLocks/>
          </p:cNvCxnSpPr>
          <p:nvPr/>
        </p:nvCxnSpPr>
        <p:spPr>
          <a:xfrm>
            <a:off x="8884012" y="1864633"/>
            <a:ext cx="900000" cy="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4" name="Espace réservé du contenu 1">
            <a:extLst>
              <a:ext uri="{FF2B5EF4-FFF2-40B4-BE49-F238E27FC236}">
                <a16:creationId xmlns:a16="http://schemas.microsoft.com/office/drawing/2014/main" id="{3228E703-9AB1-70AB-746B-3C4556176428}"/>
              </a:ext>
            </a:extLst>
          </p:cNvPr>
          <p:cNvSpPr txBox="1">
            <a:spLocks/>
          </p:cNvSpPr>
          <p:nvPr/>
        </p:nvSpPr>
        <p:spPr>
          <a:xfrm>
            <a:off x="6122" y="4624836"/>
            <a:ext cx="7516481" cy="168153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400"/>
              <a:t>L’avantage compétitif apporté par une architecture orientée </a:t>
            </a:r>
            <a:r>
              <a:rPr lang="fr-FR" sz="1400">
                <a:solidFill>
                  <a:schemeClr val="accent2"/>
                </a:solidFill>
              </a:rPr>
              <a:t>évènement</a:t>
            </a:r>
            <a:r>
              <a:rPr lang="fr-FR" sz="1400"/>
              <a:t> réside dans la possibilité de fournir aux métiers des informations fiables.</a:t>
            </a:r>
          </a:p>
          <a:p>
            <a:pPr marL="0" indent="0">
              <a:buFont typeface="Arial" panose="020B0604020202020204" pitchFamily="34" charset="0"/>
              <a:buNone/>
            </a:pPr>
            <a:r>
              <a:rPr lang="fr-FR" sz="1400"/>
              <a:t>Elles vont permettre de prendre les bonnes </a:t>
            </a:r>
            <a:r>
              <a:rPr lang="fr-FR" sz="1400">
                <a:solidFill>
                  <a:schemeClr val="accent2"/>
                </a:solidFill>
              </a:rPr>
              <a:t>décisions</a:t>
            </a:r>
            <a:r>
              <a:rPr lang="fr-FR" sz="1400"/>
              <a:t> ou </a:t>
            </a:r>
            <a:r>
              <a:rPr lang="fr-FR" sz="1400">
                <a:solidFill>
                  <a:schemeClr val="accent2"/>
                </a:solidFill>
              </a:rPr>
              <a:t>déclencher</a:t>
            </a:r>
            <a:r>
              <a:rPr lang="fr-FR" sz="1400"/>
              <a:t> les </a:t>
            </a:r>
            <a:r>
              <a:rPr lang="fr-FR" sz="1400">
                <a:solidFill>
                  <a:schemeClr val="accent2"/>
                </a:solidFill>
              </a:rPr>
              <a:t>actions</a:t>
            </a:r>
            <a:r>
              <a:rPr lang="fr-FR" sz="1400"/>
              <a:t> pertinentes afin de servir le </a:t>
            </a:r>
            <a:r>
              <a:rPr lang="fr-FR" sz="1400">
                <a:solidFill>
                  <a:schemeClr val="accent2"/>
                </a:solidFill>
              </a:rPr>
              <a:t>client</a:t>
            </a:r>
            <a:r>
              <a:rPr lang="fr-FR" sz="1400"/>
              <a:t> en augmentant l’</a:t>
            </a:r>
            <a:r>
              <a:rPr lang="fr-FR" sz="1400">
                <a:solidFill>
                  <a:schemeClr val="accent2"/>
                </a:solidFill>
              </a:rPr>
              <a:t>intimité</a:t>
            </a:r>
            <a:r>
              <a:rPr lang="fr-FR" sz="1400"/>
              <a:t> vis-à-vis de celui-ci.</a:t>
            </a:r>
          </a:p>
          <a:p>
            <a:pPr marL="0" indent="0">
              <a:buFont typeface="Arial" panose="020B0604020202020204" pitchFamily="34" charset="0"/>
              <a:buNone/>
            </a:pPr>
            <a:r>
              <a:rPr lang="fr-FR" sz="1400"/>
              <a:t>Mais aussi améliorer </a:t>
            </a:r>
            <a:r>
              <a:rPr lang="fr-FR" sz="1400">
                <a:solidFill>
                  <a:schemeClr val="accent2"/>
                </a:solidFill>
              </a:rPr>
              <a:t>l’excellence opérationnelle </a:t>
            </a:r>
            <a:r>
              <a:rPr lang="fr-FR" sz="1400"/>
              <a:t>ou travailler sur l’axe de la </a:t>
            </a:r>
            <a:r>
              <a:rPr lang="fr-FR" sz="1400">
                <a:solidFill>
                  <a:schemeClr val="accent2"/>
                </a:solidFill>
              </a:rPr>
              <a:t>supériorité produit</a:t>
            </a:r>
            <a:r>
              <a:rPr lang="fr-FR" sz="1400"/>
              <a:t>.</a:t>
            </a:r>
          </a:p>
          <a:p>
            <a:pPr marL="0" indent="0">
              <a:buFont typeface="Arial" panose="020B0604020202020204" pitchFamily="34" charset="0"/>
              <a:buNone/>
            </a:pPr>
            <a:r>
              <a:rPr lang="fr-FR" sz="1400"/>
              <a:t>Dans ce monde digitalisé, le système d’information doit être réactif pour traiter les évènements à la bonne échelle.</a:t>
            </a:r>
            <a:endParaRPr lang="en-US" sz="1400"/>
          </a:p>
        </p:txBody>
      </p:sp>
      <p:sp>
        <p:nvSpPr>
          <p:cNvPr id="85" name="Rectangle 84">
            <a:extLst>
              <a:ext uri="{FF2B5EF4-FFF2-40B4-BE49-F238E27FC236}">
                <a16:creationId xmlns:a16="http://schemas.microsoft.com/office/drawing/2014/main" id="{A0749757-A416-D6D8-2D0D-16ED19A4F46C}"/>
              </a:ext>
            </a:extLst>
          </p:cNvPr>
          <p:cNvSpPr/>
          <p:nvPr/>
        </p:nvSpPr>
        <p:spPr>
          <a:xfrm>
            <a:off x="7301111" y="4532767"/>
            <a:ext cx="4884767" cy="2092880"/>
          </a:xfrm>
          <a:prstGeom prst="rect">
            <a:avLst/>
          </a:prstGeom>
          <a:solidFill>
            <a:srgbClr val="FEFEFE"/>
          </a:solidFill>
          <a:ln w="12700" cap="flat" cmpd="sng" algn="ctr">
            <a:solidFill>
              <a:srgbClr val="272727"/>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272727">
                  <a:lumMod val="50000"/>
                </a:srgbClr>
              </a:solidFill>
              <a:effectLst/>
              <a:uLnTx/>
              <a:uFillTx/>
              <a:latin typeface="Arial"/>
              <a:ea typeface="+mn-ea"/>
              <a:cs typeface="+mn-cs"/>
            </a:endParaRPr>
          </a:p>
        </p:txBody>
      </p:sp>
      <p:grpSp>
        <p:nvGrpSpPr>
          <p:cNvPr id="86" name="Groupe 85">
            <a:extLst>
              <a:ext uri="{FF2B5EF4-FFF2-40B4-BE49-F238E27FC236}">
                <a16:creationId xmlns:a16="http://schemas.microsoft.com/office/drawing/2014/main" id="{68E02868-86F0-4CC4-0EE9-BAB623E04A51}"/>
              </a:ext>
            </a:extLst>
          </p:cNvPr>
          <p:cNvGrpSpPr/>
          <p:nvPr/>
        </p:nvGrpSpPr>
        <p:grpSpPr>
          <a:xfrm>
            <a:off x="6974100" y="5302977"/>
            <a:ext cx="892814" cy="916858"/>
            <a:chOff x="4923150" y="1182555"/>
            <a:chExt cx="892814" cy="916858"/>
          </a:xfrm>
        </p:grpSpPr>
        <p:sp>
          <p:nvSpPr>
            <p:cNvPr id="87" name="Ellipse 6">
              <a:extLst>
                <a:ext uri="{FF2B5EF4-FFF2-40B4-BE49-F238E27FC236}">
                  <a16:creationId xmlns:a16="http://schemas.microsoft.com/office/drawing/2014/main" id="{729C24EE-90A9-E424-AD53-7471B62B5A51}"/>
                </a:ext>
              </a:extLst>
            </p:cNvPr>
            <p:cNvSpPr/>
            <p:nvPr/>
          </p:nvSpPr>
          <p:spPr>
            <a:xfrm>
              <a:off x="4923150" y="1182555"/>
              <a:ext cx="892814" cy="916858"/>
            </a:xfrm>
            <a:prstGeom prst="ellipse">
              <a:avLst/>
            </a:prstGeom>
            <a:solidFill>
              <a:srgbClr val="637AA6">
                <a:lumMod val="75000"/>
              </a:srgbClr>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272727"/>
                </a:solidFill>
                <a:effectLst/>
                <a:uLnTx/>
                <a:uFillTx/>
                <a:latin typeface="Arial"/>
                <a:ea typeface="+mn-ea"/>
                <a:cs typeface="+mn-cs"/>
              </a:endParaRPr>
            </a:p>
          </p:txBody>
        </p:sp>
        <p:grpSp>
          <p:nvGrpSpPr>
            <p:cNvPr id="88" name="Graphique 78">
              <a:extLst>
                <a:ext uri="{FF2B5EF4-FFF2-40B4-BE49-F238E27FC236}">
                  <a16:creationId xmlns:a16="http://schemas.microsoft.com/office/drawing/2014/main" id="{1EB0FB7B-89FE-9D2D-B271-6A2B9A2C26A6}"/>
                </a:ext>
              </a:extLst>
            </p:cNvPr>
            <p:cNvGrpSpPr/>
            <p:nvPr/>
          </p:nvGrpSpPr>
          <p:grpSpPr>
            <a:xfrm>
              <a:off x="5064944" y="1316535"/>
              <a:ext cx="609600" cy="762000"/>
              <a:chOff x="5269770" y="1745340"/>
              <a:chExt cx="609600" cy="762000"/>
            </a:xfrm>
          </p:grpSpPr>
          <p:sp>
            <p:nvSpPr>
              <p:cNvPr id="89" name="Forme libre : forme 80">
                <a:extLst>
                  <a:ext uri="{FF2B5EF4-FFF2-40B4-BE49-F238E27FC236}">
                    <a16:creationId xmlns:a16="http://schemas.microsoft.com/office/drawing/2014/main" id="{7EC2B616-906C-04AA-8471-9C82C7040B2A}"/>
                  </a:ext>
                </a:extLst>
              </p:cNvPr>
              <p:cNvSpPr/>
              <p:nvPr/>
            </p:nvSpPr>
            <p:spPr>
              <a:xfrm>
                <a:off x="5277971" y="1753551"/>
                <a:ext cx="590550" cy="590550"/>
              </a:xfrm>
              <a:custGeom>
                <a:avLst/>
                <a:gdLst>
                  <a:gd name="connsiteX0" fmla="*/ 296589 w 590550"/>
                  <a:gd name="connsiteY0" fmla="*/ 0 h 590550"/>
                  <a:gd name="connsiteX1" fmla="*/ 0 w 590550"/>
                  <a:gd name="connsiteY1" fmla="*/ 296599 h 590550"/>
                  <a:gd name="connsiteX2" fmla="*/ 27299 w 590550"/>
                  <a:gd name="connsiteY2" fmla="*/ 323898 h 590550"/>
                  <a:gd name="connsiteX3" fmla="*/ 54607 w 590550"/>
                  <a:gd name="connsiteY3" fmla="*/ 296599 h 590550"/>
                  <a:gd name="connsiteX4" fmla="*/ 296580 w 590550"/>
                  <a:gd name="connsiteY4" fmla="*/ 54616 h 590550"/>
                  <a:gd name="connsiteX5" fmla="*/ 538563 w 590550"/>
                  <a:gd name="connsiteY5" fmla="*/ 296599 h 590550"/>
                  <a:gd name="connsiteX6" fmla="*/ 296589 w 590550"/>
                  <a:gd name="connsiteY6" fmla="*/ 538572 h 590550"/>
                  <a:gd name="connsiteX7" fmla="*/ 114843 w 590550"/>
                  <a:gd name="connsiteY7" fmla="*/ 456276 h 590550"/>
                  <a:gd name="connsiteX8" fmla="*/ 126368 w 590550"/>
                  <a:gd name="connsiteY8" fmla="*/ 447665 h 590550"/>
                  <a:gd name="connsiteX9" fmla="*/ 135655 w 590550"/>
                  <a:gd name="connsiteY9" fmla="*/ 426044 h 590550"/>
                  <a:gd name="connsiteX10" fmla="*/ 121568 w 590550"/>
                  <a:gd name="connsiteY10" fmla="*/ 407184 h 590550"/>
                  <a:gd name="connsiteX11" fmla="*/ 40843 w 590550"/>
                  <a:gd name="connsiteY11" fmla="*/ 372561 h 590550"/>
                  <a:gd name="connsiteX12" fmla="*/ 13926 w 590550"/>
                  <a:gd name="connsiteY12" fmla="*/ 378590 h 590550"/>
                  <a:gd name="connsiteX13" fmla="*/ 8191 w 590550"/>
                  <a:gd name="connsiteY13" fmla="*/ 396964 h 590550"/>
                  <a:gd name="connsiteX14" fmla="*/ 18574 w 590550"/>
                  <a:gd name="connsiteY14" fmla="*/ 484184 h 590550"/>
                  <a:gd name="connsiteX15" fmla="*/ 41986 w 590550"/>
                  <a:gd name="connsiteY15" fmla="*/ 504968 h 590550"/>
                  <a:gd name="connsiteX16" fmla="*/ 56036 w 590550"/>
                  <a:gd name="connsiteY16" fmla="*/ 500263 h 590550"/>
                  <a:gd name="connsiteX17" fmla="*/ 70990 w 590550"/>
                  <a:gd name="connsiteY17" fmla="*/ 489080 h 590550"/>
                  <a:gd name="connsiteX18" fmla="*/ 296609 w 590550"/>
                  <a:gd name="connsiteY18" fmla="*/ 593188 h 590550"/>
                  <a:gd name="connsiteX19" fmla="*/ 593208 w 590550"/>
                  <a:gd name="connsiteY19" fmla="*/ 296599 h 590550"/>
                  <a:gd name="connsiteX20" fmla="*/ 296589 w 590550"/>
                  <a:gd name="connsiteY20" fmla="*/ 0 h 59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90550" h="590550">
                    <a:moveTo>
                      <a:pt x="296589" y="0"/>
                    </a:moveTo>
                    <a:cubicBezTo>
                      <a:pt x="133045" y="0"/>
                      <a:pt x="0" y="133055"/>
                      <a:pt x="0" y="296599"/>
                    </a:cubicBezTo>
                    <a:cubicBezTo>
                      <a:pt x="0" y="311649"/>
                      <a:pt x="12249" y="323898"/>
                      <a:pt x="27299" y="323898"/>
                    </a:cubicBezTo>
                    <a:cubicBezTo>
                      <a:pt x="42358" y="323898"/>
                      <a:pt x="54607" y="311649"/>
                      <a:pt x="54607" y="296599"/>
                    </a:cubicBezTo>
                    <a:cubicBezTo>
                      <a:pt x="54607" y="163173"/>
                      <a:pt x="163154" y="54616"/>
                      <a:pt x="296580" y="54616"/>
                    </a:cubicBezTo>
                    <a:cubicBezTo>
                      <a:pt x="430006" y="54616"/>
                      <a:pt x="538563" y="163173"/>
                      <a:pt x="538563" y="296599"/>
                    </a:cubicBezTo>
                    <a:cubicBezTo>
                      <a:pt x="538563" y="430025"/>
                      <a:pt x="430025" y="538572"/>
                      <a:pt x="296589" y="538572"/>
                    </a:cubicBezTo>
                    <a:cubicBezTo>
                      <a:pt x="226514" y="538572"/>
                      <a:pt x="160868" y="508721"/>
                      <a:pt x="114843" y="456276"/>
                    </a:cubicBezTo>
                    <a:lnTo>
                      <a:pt x="126368" y="447665"/>
                    </a:lnTo>
                    <a:cubicBezTo>
                      <a:pt x="133179" y="442570"/>
                      <a:pt x="136646" y="434492"/>
                      <a:pt x="135655" y="426044"/>
                    </a:cubicBezTo>
                    <a:cubicBezTo>
                      <a:pt x="134655" y="417595"/>
                      <a:pt x="129388" y="410537"/>
                      <a:pt x="121568" y="407184"/>
                    </a:cubicBezTo>
                    <a:lnTo>
                      <a:pt x="40843" y="372561"/>
                    </a:lnTo>
                    <a:cubicBezTo>
                      <a:pt x="31585" y="368608"/>
                      <a:pt x="20564" y="371123"/>
                      <a:pt x="13926" y="378590"/>
                    </a:cubicBezTo>
                    <a:cubicBezTo>
                      <a:pt x="9487" y="383591"/>
                      <a:pt x="7391" y="390287"/>
                      <a:pt x="8191" y="396964"/>
                    </a:cubicBezTo>
                    <a:lnTo>
                      <a:pt x="18574" y="484184"/>
                    </a:lnTo>
                    <a:cubicBezTo>
                      <a:pt x="19974" y="496033"/>
                      <a:pt x="30042" y="504968"/>
                      <a:pt x="41986" y="504968"/>
                    </a:cubicBezTo>
                    <a:cubicBezTo>
                      <a:pt x="47063" y="504968"/>
                      <a:pt x="51911" y="503339"/>
                      <a:pt x="56036" y="500263"/>
                    </a:cubicBezTo>
                    <a:lnTo>
                      <a:pt x="70990" y="489080"/>
                    </a:lnTo>
                    <a:cubicBezTo>
                      <a:pt x="127521" y="555374"/>
                      <a:pt x="209179" y="593188"/>
                      <a:pt x="296609" y="593188"/>
                    </a:cubicBezTo>
                    <a:cubicBezTo>
                      <a:pt x="460153" y="593188"/>
                      <a:pt x="593208" y="460143"/>
                      <a:pt x="593208" y="296599"/>
                    </a:cubicBezTo>
                    <a:cubicBezTo>
                      <a:pt x="593208" y="133055"/>
                      <a:pt x="460134" y="0"/>
                      <a:pt x="296589" y="0"/>
                    </a:cubicBezTo>
                    <a:close/>
                  </a:path>
                </a:pathLst>
              </a:custGeom>
              <a:solidFill>
                <a:srgbClr val="FEFEFE"/>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ndParaRPr>
              </a:p>
            </p:txBody>
          </p:sp>
          <p:sp>
            <p:nvSpPr>
              <p:cNvPr id="90" name="Forme libre : forme 81">
                <a:extLst>
                  <a:ext uri="{FF2B5EF4-FFF2-40B4-BE49-F238E27FC236}">
                    <a16:creationId xmlns:a16="http://schemas.microsoft.com/office/drawing/2014/main" id="{8EE6ED53-F826-1B00-D17E-3BA0F87AD181}"/>
                  </a:ext>
                </a:extLst>
              </p:cNvPr>
              <p:cNvSpPr/>
              <p:nvPr/>
            </p:nvSpPr>
            <p:spPr>
              <a:xfrm>
                <a:off x="5451456" y="1951804"/>
                <a:ext cx="285750" cy="133350"/>
              </a:xfrm>
              <a:custGeom>
                <a:avLst/>
                <a:gdLst>
                  <a:gd name="connsiteX0" fmla="*/ 285782 w 285750"/>
                  <a:gd name="connsiteY0" fmla="*/ 16983 h 133350"/>
                  <a:gd name="connsiteX1" fmla="*/ 283934 w 285750"/>
                  <a:gd name="connsiteY1" fmla="*/ 12659 h 133350"/>
                  <a:gd name="connsiteX2" fmla="*/ 263151 w 285750"/>
                  <a:gd name="connsiteY2" fmla="*/ 0 h 133350"/>
                  <a:gd name="connsiteX3" fmla="*/ 252140 w 285750"/>
                  <a:gd name="connsiteY3" fmla="*/ 2677 h 133350"/>
                  <a:gd name="connsiteX4" fmla="*/ 131753 w 285750"/>
                  <a:gd name="connsiteY4" fmla="*/ 61732 h 133350"/>
                  <a:gd name="connsiteX5" fmla="*/ 114161 w 285750"/>
                  <a:gd name="connsiteY5" fmla="*/ 61522 h 133350"/>
                  <a:gd name="connsiteX6" fmla="*/ 32465 w 285750"/>
                  <a:gd name="connsiteY6" fmla="*/ 30756 h 133350"/>
                  <a:gd name="connsiteX7" fmla="*/ 16720 w 285750"/>
                  <a:gd name="connsiteY7" fmla="*/ 29832 h 133350"/>
                  <a:gd name="connsiteX8" fmla="*/ 1899 w 285750"/>
                  <a:gd name="connsiteY8" fmla="*/ 42796 h 133350"/>
                  <a:gd name="connsiteX9" fmla="*/ 13729 w 285750"/>
                  <a:gd name="connsiteY9" fmla="*/ 73152 h 133350"/>
                  <a:gd name="connsiteX10" fmla="*/ 87910 w 285750"/>
                  <a:gd name="connsiteY10" fmla="*/ 109785 h 133350"/>
                  <a:gd name="connsiteX11" fmla="*/ 122581 w 285750"/>
                  <a:gd name="connsiteY11" fmla="*/ 134064 h 133350"/>
                  <a:gd name="connsiteX12" fmla="*/ 132973 w 285750"/>
                  <a:gd name="connsiteY12" fmla="*/ 132626 h 133350"/>
                  <a:gd name="connsiteX13" fmla="*/ 156537 w 285750"/>
                  <a:gd name="connsiteY13" fmla="*/ 111328 h 133350"/>
                  <a:gd name="connsiteX14" fmla="*/ 274143 w 285750"/>
                  <a:gd name="connsiteY14" fmla="*/ 44453 h 133350"/>
                  <a:gd name="connsiteX15" fmla="*/ 285782 w 285750"/>
                  <a:gd name="connsiteY15" fmla="*/ 16983 h 133350"/>
                  <a:gd name="connsiteX16" fmla="*/ 128620 w 285750"/>
                  <a:gd name="connsiteY16" fmla="*/ 118624 h 133350"/>
                  <a:gd name="connsiteX17" fmla="*/ 122800 w 285750"/>
                  <a:gd name="connsiteY17" fmla="*/ 119443 h 133350"/>
                  <a:gd name="connsiteX18" fmla="*/ 103064 w 285750"/>
                  <a:gd name="connsiteY18" fmla="*/ 104708 h 133350"/>
                  <a:gd name="connsiteX19" fmla="*/ 116980 w 285750"/>
                  <a:gd name="connsiteY19" fmla="*/ 79153 h 133350"/>
                  <a:gd name="connsiteX20" fmla="*/ 142536 w 285750"/>
                  <a:gd name="connsiteY20" fmla="*/ 93069 h 133350"/>
                  <a:gd name="connsiteX21" fmla="*/ 128620 w 285750"/>
                  <a:gd name="connsiteY21" fmla="*/ 118624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50" h="133350">
                    <a:moveTo>
                      <a:pt x="285782" y="16983"/>
                    </a:moveTo>
                    <a:cubicBezTo>
                      <a:pt x="285373" y="15650"/>
                      <a:pt x="284753" y="14202"/>
                      <a:pt x="283934" y="12659"/>
                    </a:cubicBezTo>
                    <a:cubicBezTo>
                      <a:pt x="279924" y="4839"/>
                      <a:pt x="271895" y="0"/>
                      <a:pt x="263151" y="0"/>
                    </a:cubicBezTo>
                    <a:cubicBezTo>
                      <a:pt x="259245" y="0"/>
                      <a:pt x="255435" y="1029"/>
                      <a:pt x="252140" y="2677"/>
                    </a:cubicBezTo>
                    <a:lnTo>
                      <a:pt x="131753" y="61732"/>
                    </a:lnTo>
                    <a:cubicBezTo>
                      <a:pt x="125991" y="60188"/>
                      <a:pt x="119923" y="60188"/>
                      <a:pt x="114161" y="61522"/>
                    </a:cubicBezTo>
                    <a:lnTo>
                      <a:pt x="32465" y="30756"/>
                    </a:lnTo>
                    <a:cubicBezTo>
                      <a:pt x="27426" y="28594"/>
                      <a:pt x="21968" y="28289"/>
                      <a:pt x="16720" y="29832"/>
                    </a:cubicBezTo>
                    <a:cubicBezTo>
                      <a:pt x="10033" y="31785"/>
                      <a:pt x="4680" y="36519"/>
                      <a:pt x="1899" y="42796"/>
                    </a:cubicBezTo>
                    <a:cubicBezTo>
                      <a:pt x="-3140" y="54521"/>
                      <a:pt x="2204" y="68209"/>
                      <a:pt x="13729" y="73152"/>
                    </a:cubicBezTo>
                    <a:lnTo>
                      <a:pt x="87910" y="109785"/>
                    </a:lnTo>
                    <a:cubicBezTo>
                      <a:pt x="93158" y="124187"/>
                      <a:pt x="107045" y="134064"/>
                      <a:pt x="122581" y="134064"/>
                    </a:cubicBezTo>
                    <a:cubicBezTo>
                      <a:pt x="126076" y="134064"/>
                      <a:pt x="129582" y="133655"/>
                      <a:pt x="132973" y="132626"/>
                    </a:cubicBezTo>
                    <a:cubicBezTo>
                      <a:pt x="143574" y="129435"/>
                      <a:pt x="152318" y="121615"/>
                      <a:pt x="156537" y="111328"/>
                    </a:cubicBezTo>
                    <a:lnTo>
                      <a:pt x="274143" y="44453"/>
                    </a:lnTo>
                    <a:cubicBezTo>
                      <a:pt x="284039" y="39214"/>
                      <a:pt x="288973" y="27689"/>
                      <a:pt x="285782" y="16983"/>
                    </a:cubicBezTo>
                    <a:close/>
                    <a:moveTo>
                      <a:pt x="128620" y="118624"/>
                    </a:moveTo>
                    <a:cubicBezTo>
                      <a:pt x="126715" y="119167"/>
                      <a:pt x="124714" y="119443"/>
                      <a:pt x="122800" y="119443"/>
                    </a:cubicBezTo>
                    <a:cubicBezTo>
                      <a:pt x="113703" y="119443"/>
                      <a:pt x="105617" y="113348"/>
                      <a:pt x="103064" y="104708"/>
                    </a:cubicBezTo>
                    <a:cubicBezTo>
                      <a:pt x="99883" y="93793"/>
                      <a:pt x="106064" y="82344"/>
                      <a:pt x="116980" y="79153"/>
                    </a:cubicBezTo>
                    <a:cubicBezTo>
                      <a:pt x="127524" y="76057"/>
                      <a:pt x="139345" y="82429"/>
                      <a:pt x="142536" y="93069"/>
                    </a:cubicBezTo>
                    <a:cubicBezTo>
                      <a:pt x="145717" y="103889"/>
                      <a:pt x="139440" y="115443"/>
                      <a:pt x="128620" y="118624"/>
                    </a:cubicBezTo>
                    <a:close/>
                  </a:path>
                </a:pathLst>
              </a:custGeom>
              <a:solidFill>
                <a:srgbClr val="FEFEFE"/>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EFEFE"/>
                  </a:solidFill>
                  <a:effectLst/>
                  <a:uLnTx/>
                  <a:uFillTx/>
                  <a:latin typeface="Arial"/>
                </a:endParaRPr>
              </a:p>
            </p:txBody>
          </p:sp>
        </p:grpSp>
      </p:grpSp>
      <p:sp>
        <p:nvSpPr>
          <p:cNvPr id="91" name="Rectangle 90">
            <a:extLst>
              <a:ext uri="{FF2B5EF4-FFF2-40B4-BE49-F238E27FC236}">
                <a16:creationId xmlns:a16="http://schemas.microsoft.com/office/drawing/2014/main" id="{9A9CD3C5-42A6-9CEF-5372-498BED2E6B8F}"/>
              </a:ext>
            </a:extLst>
          </p:cNvPr>
          <p:cNvSpPr/>
          <p:nvPr/>
        </p:nvSpPr>
        <p:spPr>
          <a:xfrm>
            <a:off x="7372983" y="4532766"/>
            <a:ext cx="4702894" cy="2092881"/>
          </a:xfrm>
          <a:prstGeom prst="rect">
            <a:avLst/>
          </a:prstGeom>
        </p:spPr>
        <p:txBody>
          <a:bodyPr wrap="square">
            <a:spAutoFit/>
          </a:bodyPr>
          <a:lstStyle/>
          <a:p>
            <a:pPr algn="just"/>
            <a:r>
              <a:rPr lang="fr-FR" sz="1600">
                <a:solidFill>
                  <a:srgbClr val="272727">
                    <a:lumMod val="50000"/>
                  </a:srgbClr>
                </a:solidFill>
                <a:latin typeface="Arial"/>
              </a:rPr>
              <a:t>Les données récentes sont celles qui portent, individuellement, le plus de valeur ajoutée :</a:t>
            </a:r>
          </a:p>
          <a:p>
            <a:pPr marL="742950" lvl="1" indent="-285750" algn="just">
              <a:spcBef>
                <a:spcPts val="1200"/>
              </a:spcBef>
              <a:buFont typeface="Arial" panose="020B0604020202020204" pitchFamily="34" charset="0"/>
              <a:buChar char="•"/>
            </a:pPr>
            <a:r>
              <a:rPr lang="fr-FR" sz="1600">
                <a:solidFill>
                  <a:srgbClr val="272727">
                    <a:lumMod val="50000"/>
                  </a:srgbClr>
                </a:solidFill>
                <a:latin typeface="Arial"/>
              </a:rPr>
              <a:t>Elles permettent de prendre des décisions plus fiables</a:t>
            </a:r>
          </a:p>
          <a:p>
            <a:pPr marL="742950" lvl="1" indent="-285750" algn="just">
              <a:buFont typeface="Arial" panose="020B0604020202020204" pitchFamily="34" charset="0"/>
              <a:buChar char="•"/>
            </a:pPr>
            <a:r>
              <a:rPr lang="fr-FR" sz="1600">
                <a:solidFill>
                  <a:srgbClr val="272727">
                    <a:lumMod val="50000"/>
                  </a:srgbClr>
                </a:solidFill>
                <a:latin typeface="Arial"/>
              </a:rPr>
              <a:t>« </a:t>
            </a:r>
            <a:r>
              <a:rPr lang="fr-FR" sz="1600" err="1">
                <a:solidFill>
                  <a:srgbClr val="272727">
                    <a:lumMod val="50000"/>
                  </a:srgbClr>
                </a:solidFill>
                <a:latin typeface="Arial"/>
              </a:rPr>
              <a:t>Perishable</a:t>
            </a:r>
            <a:r>
              <a:rPr lang="fr-FR" sz="1600">
                <a:solidFill>
                  <a:srgbClr val="272727">
                    <a:lumMod val="50000"/>
                  </a:srgbClr>
                </a:solidFill>
                <a:latin typeface="Arial"/>
              </a:rPr>
              <a:t> insights » (rapport Forrester) </a:t>
            </a:r>
            <a:r>
              <a:rPr lang="fr-FR" sz="1000">
                <a:solidFill>
                  <a:srgbClr val="272727">
                    <a:lumMod val="50000"/>
                  </a:srgbClr>
                </a:solidFill>
                <a:latin typeface="Arial"/>
              </a:rPr>
              <a:t>(«  Pour maximiser la valeur des données et des analyses, les entreprises doivent comprendre le caractère périssable des connaissances et y donner suite avant qu'elles ne deviennent obsolètes. »)</a:t>
            </a:r>
            <a:endParaRPr lang="fr-FR" sz="1600">
              <a:solidFill>
                <a:srgbClr val="272727">
                  <a:lumMod val="50000"/>
                </a:srgbClr>
              </a:solidFill>
              <a:latin typeface="Arial"/>
            </a:endParaRPr>
          </a:p>
        </p:txBody>
      </p:sp>
    </p:spTree>
    <p:extLst>
      <p:ext uri="{BB962C8B-B14F-4D97-AF65-F5344CB8AC3E}">
        <p14:creationId xmlns:p14="http://schemas.microsoft.com/office/powerpoint/2010/main" val="4065092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9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Espace réservé du texte 41">
            <a:extLst>
              <a:ext uri="{FF2B5EF4-FFF2-40B4-BE49-F238E27FC236}">
                <a16:creationId xmlns:a16="http://schemas.microsoft.com/office/drawing/2014/main" id="{46DE9BAD-B723-8BBA-AD77-AAEB1D211BD4}"/>
              </a:ext>
            </a:extLst>
          </p:cNvPr>
          <p:cNvSpPr>
            <a:spLocks noGrp="1"/>
          </p:cNvSpPr>
          <p:nvPr>
            <p:ph type="body" sz="quarter" idx="35"/>
          </p:nvPr>
        </p:nvSpPr>
        <p:spPr/>
        <p:txBody>
          <a:bodyPr/>
          <a:lstStyle/>
          <a:p>
            <a:r>
              <a:rPr lang="fr-FR"/>
              <a:t>Format </a:t>
            </a:r>
            <a:r>
              <a:rPr lang="fr-FR" err="1"/>
              <a:t>event</a:t>
            </a:r>
            <a:endParaRPr lang="fr-F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L’EVENT DRIVEN Architecture</a:t>
            </a:r>
          </a:p>
        </p:txBody>
      </p:sp>
      <p:sp>
        <p:nvSpPr>
          <p:cNvPr id="10" name="Rectangle 9">
            <a:extLst>
              <a:ext uri="{FF2B5EF4-FFF2-40B4-BE49-F238E27FC236}">
                <a16:creationId xmlns:a16="http://schemas.microsoft.com/office/drawing/2014/main" id="{F2F13160-B67B-85B9-2E28-60878171D7A3}"/>
              </a:ext>
            </a:extLst>
          </p:cNvPr>
          <p:cNvSpPr/>
          <p:nvPr/>
        </p:nvSpPr>
        <p:spPr>
          <a:xfrm>
            <a:off x="230978" y="2115485"/>
            <a:ext cx="2880000" cy="3240000"/>
          </a:xfrm>
          <a:prstGeom prst="rect">
            <a:avLst/>
          </a:prstGeom>
          <a:solidFill>
            <a:srgbClr val="C0504D">
              <a:lumMod val="20000"/>
              <a:lumOff val="80000"/>
            </a:srgbClr>
          </a:solidFill>
          <a:ln w="381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1" i="0" u="none" strike="noStrike" kern="0" cap="none" spc="0" normalizeH="0" baseline="0" noProof="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00F77359-4973-2D02-CDDC-0F34650432C1}"/>
              </a:ext>
            </a:extLst>
          </p:cNvPr>
          <p:cNvSpPr/>
          <p:nvPr/>
        </p:nvSpPr>
        <p:spPr>
          <a:xfrm>
            <a:off x="320978" y="2234533"/>
            <a:ext cx="2700000" cy="1440000"/>
          </a:xfrm>
          <a:prstGeom prst="rect">
            <a:avLst/>
          </a:prstGeom>
          <a:solidFill>
            <a:srgbClr val="C0504D"/>
          </a:solidFill>
          <a:ln w="381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prstClr val="white"/>
                </a:solidFill>
                <a:effectLst/>
                <a:uLnTx/>
                <a:uFillTx/>
                <a:latin typeface="Calibri"/>
                <a:ea typeface="+mn-ea"/>
                <a:cs typeface="+mn-cs"/>
              </a:rPr>
              <a:t>Métadonnées</a:t>
            </a:r>
          </a:p>
        </p:txBody>
      </p:sp>
      <p:sp>
        <p:nvSpPr>
          <p:cNvPr id="12" name="Rectangle 11">
            <a:extLst>
              <a:ext uri="{FF2B5EF4-FFF2-40B4-BE49-F238E27FC236}">
                <a16:creationId xmlns:a16="http://schemas.microsoft.com/office/drawing/2014/main" id="{6EE49EF9-2DCC-E4A9-7CEB-84E007B7DC3F}"/>
              </a:ext>
            </a:extLst>
          </p:cNvPr>
          <p:cNvSpPr/>
          <p:nvPr/>
        </p:nvSpPr>
        <p:spPr>
          <a:xfrm>
            <a:off x="320978" y="3793581"/>
            <a:ext cx="2700000" cy="1440000"/>
          </a:xfrm>
          <a:prstGeom prst="rect">
            <a:avLst/>
          </a:prstGeom>
          <a:solidFill>
            <a:srgbClr val="C0504D">
              <a:lumMod val="75000"/>
            </a:srgbClr>
          </a:solidFill>
          <a:ln w="381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err="1">
                <a:ln>
                  <a:noFill/>
                </a:ln>
                <a:solidFill>
                  <a:prstClr val="white"/>
                </a:solidFill>
                <a:effectLst/>
                <a:uLnTx/>
                <a:uFillTx/>
                <a:latin typeface="Calibri"/>
                <a:ea typeface="+mn-ea"/>
                <a:cs typeface="+mn-cs"/>
              </a:rPr>
              <a:t>Payload</a:t>
            </a:r>
            <a:endParaRPr kumimoji="0" lang="fr-FR" sz="2000" b="1" i="0" u="none" strike="noStrike" kern="0" cap="none" spc="0" normalizeH="0" baseline="0" noProof="0">
              <a:ln>
                <a:noFill/>
              </a:ln>
              <a:solidFill>
                <a:prstClr val="white"/>
              </a:solidFill>
              <a:effectLst/>
              <a:uLnTx/>
              <a:uFillTx/>
              <a:latin typeface="Calibri"/>
              <a:ea typeface="+mn-ea"/>
              <a:cs typeface="+mn-cs"/>
            </a:endParaRPr>
          </a:p>
        </p:txBody>
      </p:sp>
      <p:sp>
        <p:nvSpPr>
          <p:cNvPr id="13" name="Espace réservé du contenu 1">
            <a:extLst>
              <a:ext uri="{FF2B5EF4-FFF2-40B4-BE49-F238E27FC236}">
                <a16:creationId xmlns:a16="http://schemas.microsoft.com/office/drawing/2014/main" id="{10E2ADD4-B044-370E-EE6F-395C16E57EE2}"/>
              </a:ext>
            </a:extLst>
          </p:cNvPr>
          <p:cNvSpPr txBox="1">
            <a:spLocks/>
          </p:cNvSpPr>
          <p:nvPr/>
        </p:nvSpPr>
        <p:spPr>
          <a:xfrm>
            <a:off x="3579601" y="1856150"/>
            <a:ext cx="3213684" cy="400110"/>
          </a:xfrm>
          <a:prstGeom prst="rect">
            <a:avLst/>
          </a:prstGeom>
        </p:spPr>
        <p:txBody>
          <a:bodyPr wrap="square">
            <a:spAutoFit/>
          </a:bodyPr>
          <a:lstStyle>
            <a:lvl1pPr marL="457142" indent="-457142" algn="l" defTabSz="1219048" rtl="0" eaLnBrk="1" latinLnBrk="0" hangingPunct="1">
              <a:spcBef>
                <a:spcPct val="20000"/>
              </a:spcBef>
              <a:buFont typeface="Arial" pitchFamily="34" charset="0"/>
              <a:buChar char="•"/>
              <a:defRPr sz="4266" kern="1200">
                <a:solidFill>
                  <a:schemeClr val="tx1"/>
                </a:solidFill>
                <a:latin typeface="+mn-lt"/>
                <a:ea typeface="+mn-ea"/>
                <a:cs typeface="+mn-cs"/>
              </a:defRPr>
            </a:lvl1pPr>
            <a:lvl2pPr marL="990476" indent="-380953" algn="l" defTabSz="1219048"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810" indent="-304763" algn="l" defTabSz="1219048"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334"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4pPr>
            <a:lvl5pPr marL="2742857"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5pPr>
            <a:lvl6pPr marL="3352382"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6pPr>
            <a:lvl7pPr marL="3961905"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7pPr>
            <a:lvl8pPr marL="4571429"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8pPr>
            <a:lvl9pPr marL="5180953"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9pPr>
          </a:lstStyle>
          <a:p>
            <a:pPr marL="0" marR="0" lvl="0" indent="0" algn="l" defTabSz="1219048" rtl="0" eaLnBrk="1" fontAlgn="auto" latinLnBrk="0" hangingPunct="1">
              <a:lnSpc>
                <a:spcPct val="100000"/>
              </a:lnSpc>
              <a:spcBef>
                <a:spcPct val="20000"/>
              </a:spcBef>
              <a:spcAft>
                <a:spcPts val="0"/>
              </a:spcAft>
              <a:buClrTx/>
              <a:buSzTx/>
              <a:buFont typeface="Arial" pitchFamily="34" charset="0"/>
              <a:buNone/>
              <a:tabLst/>
              <a:defRPr/>
            </a:pPr>
            <a:r>
              <a:rPr kumimoji="0" lang="fr-FR" sz="2000" b="0" i="0" u="none" strike="noStrike" kern="1200" cap="none" spc="0" normalizeH="0" baseline="0" noProof="0">
                <a:ln>
                  <a:noFill/>
                </a:ln>
                <a:solidFill>
                  <a:srgbClr val="C0504D"/>
                </a:solidFill>
                <a:effectLst/>
                <a:uLnTx/>
                <a:uFillTx/>
                <a:latin typeface="Calibri"/>
                <a:ea typeface="+mn-ea"/>
                <a:cs typeface="+mn-cs"/>
              </a:rPr>
              <a:t>Informations sur le message</a:t>
            </a:r>
          </a:p>
        </p:txBody>
      </p:sp>
      <p:sp>
        <p:nvSpPr>
          <p:cNvPr id="14" name="Espace réservé du contenu 1">
            <a:extLst>
              <a:ext uri="{FF2B5EF4-FFF2-40B4-BE49-F238E27FC236}">
                <a16:creationId xmlns:a16="http://schemas.microsoft.com/office/drawing/2014/main" id="{A9410159-59AA-A224-9D47-F36B3FDDBF7F}"/>
              </a:ext>
            </a:extLst>
          </p:cNvPr>
          <p:cNvSpPr txBox="1">
            <a:spLocks/>
          </p:cNvSpPr>
          <p:nvPr/>
        </p:nvSpPr>
        <p:spPr>
          <a:xfrm>
            <a:off x="3478877" y="5470466"/>
            <a:ext cx="3213684" cy="400110"/>
          </a:xfrm>
          <a:prstGeom prst="rect">
            <a:avLst/>
          </a:prstGeom>
        </p:spPr>
        <p:txBody>
          <a:bodyPr wrap="square">
            <a:spAutoFit/>
          </a:bodyPr>
          <a:lstStyle>
            <a:lvl1pPr marL="457142" indent="-457142" algn="l" defTabSz="1219048" rtl="0" eaLnBrk="1" latinLnBrk="0" hangingPunct="1">
              <a:spcBef>
                <a:spcPct val="20000"/>
              </a:spcBef>
              <a:buFont typeface="Arial" pitchFamily="34" charset="0"/>
              <a:buChar char="•"/>
              <a:defRPr sz="4266" kern="1200">
                <a:solidFill>
                  <a:schemeClr val="tx1"/>
                </a:solidFill>
                <a:latin typeface="+mn-lt"/>
                <a:ea typeface="+mn-ea"/>
                <a:cs typeface="+mn-cs"/>
              </a:defRPr>
            </a:lvl1pPr>
            <a:lvl2pPr marL="990476" indent="-380953" algn="l" defTabSz="1219048"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810" indent="-304763" algn="l" defTabSz="1219048"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334"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4pPr>
            <a:lvl5pPr marL="2742857"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5pPr>
            <a:lvl6pPr marL="3352382"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6pPr>
            <a:lvl7pPr marL="3961905"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7pPr>
            <a:lvl8pPr marL="4571429"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8pPr>
            <a:lvl9pPr marL="5180953"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9pPr>
          </a:lstStyle>
          <a:p>
            <a:pPr marL="0" marR="0" lvl="0" indent="0" algn="l" defTabSz="1219048" rtl="0" eaLnBrk="1" fontAlgn="auto" latinLnBrk="0" hangingPunct="1">
              <a:lnSpc>
                <a:spcPct val="100000"/>
              </a:lnSpc>
              <a:spcBef>
                <a:spcPct val="20000"/>
              </a:spcBef>
              <a:spcAft>
                <a:spcPts val="0"/>
              </a:spcAft>
              <a:buClrTx/>
              <a:buSzTx/>
              <a:buFont typeface="Arial" pitchFamily="34" charset="0"/>
              <a:buNone/>
              <a:tabLst/>
              <a:defRPr/>
            </a:pPr>
            <a:r>
              <a:rPr kumimoji="0" lang="fr-FR" sz="2000" b="0" i="0" u="none" strike="noStrike" kern="1200" cap="none" spc="0" normalizeH="0" baseline="0" noProof="0">
                <a:ln>
                  <a:noFill/>
                </a:ln>
                <a:solidFill>
                  <a:srgbClr val="C0504D">
                    <a:lumMod val="75000"/>
                  </a:srgbClr>
                </a:solidFill>
                <a:effectLst/>
                <a:uLnTx/>
                <a:uFillTx/>
                <a:latin typeface="Calibri"/>
                <a:ea typeface="+mn-ea"/>
                <a:cs typeface="+mn-cs"/>
              </a:rPr>
              <a:t>Le message lui-même</a:t>
            </a:r>
          </a:p>
        </p:txBody>
      </p:sp>
      <p:sp>
        <p:nvSpPr>
          <p:cNvPr id="18" name="Espace réservé du contenu 1">
            <a:extLst>
              <a:ext uri="{FF2B5EF4-FFF2-40B4-BE49-F238E27FC236}">
                <a16:creationId xmlns:a16="http://schemas.microsoft.com/office/drawing/2014/main" id="{619C0F55-2AA5-F8BE-BE20-35D4BE217A40}"/>
              </a:ext>
            </a:extLst>
          </p:cNvPr>
          <p:cNvSpPr txBox="1">
            <a:spLocks/>
          </p:cNvSpPr>
          <p:nvPr/>
        </p:nvSpPr>
        <p:spPr>
          <a:xfrm>
            <a:off x="3579601" y="2213733"/>
            <a:ext cx="8002800" cy="1483483"/>
          </a:xfrm>
          <a:prstGeom prst="rect">
            <a:avLst/>
          </a:prstGeom>
        </p:spPr>
        <p:txBody>
          <a:bodyPr wrap="square">
            <a:spAutoFit/>
          </a:bodyPr>
          <a:lstStyle>
            <a:lvl1pPr marL="457142" indent="-457142" algn="l" defTabSz="1219048" rtl="0" eaLnBrk="1" latinLnBrk="0" hangingPunct="1">
              <a:spcBef>
                <a:spcPct val="20000"/>
              </a:spcBef>
              <a:buFont typeface="Arial" pitchFamily="34" charset="0"/>
              <a:buChar char="•"/>
              <a:defRPr sz="4266" kern="1200">
                <a:solidFill>
                  <a:schemeClr val="tx1"/>
                </a:solidFill>
                <a:latin typeface="+mn-lt"/>
                <a:ea typeface="+mn-ea"/>
                <a:cs typeface="+mn-cs"/>
              </a:defRPr>
            </a:lvl1pPr>
            <a:lvl2pPr marL="990476" indent="-380953" algn="l" defTabSz="1219048"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810" indent="-304763" algn="l" defTabSz="1219048"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334"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4pPr>
            <a:lvl5pPr marL="2742857"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5pPr>
            <a:lvl6pPr marL="3352382"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6pPr>
            <a:lvl7pPr marL="3961905"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7pPr>
            <a:lvl8pPr marL="4571429"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8pPr>
            <a:lvl9pPr marL="5180953"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9pPr>
          </a:lstStyle>
          <a:p>
            <a:pPr marL="0" indent="0">
              <a:buFont typeface="Arial" pitchFamily="34" charset="0"/>
              <a:buNone/>
            </a:pPr>
            <a:r>
              <a:rPr lang="fr-FR" sz="2000" dirty="0">
                <a:solidFill>
                  <a:srgbClr val="3F3F3F"/>
                </a:solidFill>
                <a:latin typeface="Calibri"/>
              </a:rPr>
              <a:t>Les </a:t>
            </a:r>
            <a:r>
              <a:rPr lang="fr-FR" sz="2000" b="1" dirty="0">
                <a:solidFill>
                  <a:srgbClr val="C0504D"/>
                </a:solidFill>
                <a:latin typeface="Calibri"/>
              </a:rPr>
              <a:t>métadonnées</a:t>
            </a:r>
            <a:r>
              <a:rPr lang="fr-FR" sz="2000" dirty="0">
                <a:solidFill>
                  <a:srgbClr val="3F3F3F"/>
                </a:solidFill>
                <a:latin typeface="Calibri"/>
              </a:rPr>
              <a:t> peuvent être décomposées en deux catégories :</a:t>
            </a:r>
          </a:p>
          <a:p>
            <a:pPr marL="455613" indent="-366713"/>
            <a:r>
              <a:rPr lang="fr-FR" sz="1600" dirty="0">
                <a:solidFill>
                  <a:srgbClr val="3F3F3F"/>
                </a:solidFill>
                <a:latin typeface="Calibri"/>
              </a:rPr>
              <a:t> </a:t>
            </a:r>
            <a:r>
              <a:rPr lang="fr-FR" sz="1600" b="1" i="0" u="none" strike="noStrike" kern="1200" baseline="0" dirty="0">
                <a:solidFill>
                  <a:srgbClr val="C0504D"/>
                </a:solidFill>
                <a:latin typeface="Calibri" panose="020F0502020204030204" pitchFamily="34" charset="0"/>
              </a:rPr>
              <a:t>TECHNIQUES.</a:t>
            </a:r>
            <a:r>
              <a:rPr lang="fr-FR" sz="1600" b="0" i="0" u="none" strike="noStrike" kern="1200" baseline="0" dirty="0">
                <a:solidFill>
                  <a:srgbClr val="3F3F3F"/>
                </a:solidFill>
                <a:latin typeface="Calibri" panose="020F0502020204030204" pitchFamily="34" charset="0"/>
              </a:rPr>
              <a:t> Souvent renseignées par le broker de message, ce sont les informations nécessaires au transport du message. </a:t>
            </a:r>
          </a:p>
          <a:p>
            <a:pPr marL="455613" indent="-366713">
              <a:buClr>
                <a:schemeClr val="tx1"/>
              </a:buClr>
            </a:pPr>
            <a:r>
              <a:rPr lang="fr-FR" sz="1600" b="1" dirty="0">
                <a:solidFill>
                  <a:srgbClr val="C0504D"/>
                </a:solidFill>
                <a:latin typeface="Calibri"/>
              </a:rPr>
              <a:t>MÉTIER.</a:t>
            </a:r>
            <a:r>
              <a:rPr lang="fr-FR" sz="1600" dirty="0">
                <a:solidFill>
                  <a:srgbClr val="3F3F3F"/>
                </a:solidFill>
                <a:latin typeface="Calibri"/>
              </a:rPr>
              <a:t> Ce sont les informations liées aux applications (par exemple : id de corrélation, id de séquence)</a:t>
            </a:r>
          </a:p>
        </p:txBody>
      </p:sp>
      <p:sp>
        <p:nvSpPr>
          <p:cNvPr id="24" name="Espace réservé du contenu 1">
            <a:extLst>
              <a:ext uri="{FF2B5EF4-FFF2-40B4-BE49-F238E27FC236}">
                <a16:creationId xmlns:a16="http://schemas.microsoft.com/office/drawing/2014/main" id="{0E01B333-71BA-7BCA-813C-A0134196D26F}"/>
              </a:ext>
            </a:extLst>
          </p:cNvPr>
          <p:cNvSpPr txBox="1">
            <a:spLocks/>
          </p:cNvSpPr>
          <p:nvPr/>
        </p:nvSpPr>
        <p:spPr>
          <a:xfrm>
            <a:off x="3478877" y="3990252"/>
            <a:ext cx="8002800" cy="1483483"/>
          </a:xfrm>
          <a:prstGeom prst="rect">
            <a:avLst/>
          </a:prstGeom>
        </p:spPr>
        <p:txBody>
          <a:bodyPr wrap="square">
            <a:spAutoFit/>
          </a:bodyPr>
          <a:lstStyle>
            <a:lvl1pPr marL="457142" indent="-457142" algn="l" defTabSz="1219048" rtl="0" eaLnBrk="1" latinLnBrk="0" hangingPunct="1">
              <a:spcBef>
                <a:spcPct val="20000"/>
              </a:spcBef>
              <a:buFont typeface="Arial" pitchFamily="34" charset="0"/>
              <a:buChar char="•"/>
              <a:defRPr sz="4266" kern="1200">
                <a:solidFill>
                  <a:schemeClr val="tx1"/>
                </a:solidFill>
                <a:latin typeface="+mn-lt"/>
                <a:ea typeface="+mn-ea"/>
                <a:cs typeface="+mn-cs"/>
              </a:defRPr>
            </a:lvl1pPr>
            <a:lvl2pPr marL="990476" indent="-380953" algn="l" defTabSz="1219048"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810" indent="-304763" algn="l" defTabSz="1219048"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334"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4pPr>
            <a:lvl5pPr marL="2742857"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5pPr>
            <a:lvl6pPr marL="3352382"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6pPr>
            <a:lvl7pPr marL="3961905"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7pPr>
            <a:lvl8pPr marL="4571429"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8pPr>
            <a:lvl9pPr marL="5180953" indent="-304763" algn="l" defTabSz="1219048" rtl="0" eaLnBrk="1" latinLnBrk="0" hangingPunct="1">
              <a:spcBef>
                <a:spcPct val="20000"/>
              </a:spcBef>
              <a:buFont typeface="Arial" pitchFamily="34" charset="0"/>
              <a:buChar char="•"/>
              <a:defRPr sz="2666" kern="1200">
                <a:solidFill>
                  <a:schemeClr val="tx1"/>
                </a:solidFill>
                <a:latin typeface="+mn-lt"/>
                <a:ea typeface="+mn-ea"/>
                <a:cs typeface="+mn-cs"/>
              </a:defRPr>
            </a:lvl9pPr>
          </a:lstStyle>
          <a:p>
            <a:pPr marL="0" indent="0">
              <a:buNone/>
            </a:pPr>
            <a:r>
              <a:rPr lang="fr-FR" sz="2000" dirty="0">
                <a:solidFill>
                  <a:srgbClr val="3F3F3F"/>
                </a:solidFill>
                <a:latin typeface="Calibri"/>
              </a:rPr>
              <a:t>Le </a:t>
            </a:r>
            <a:r>
              <a:rPr lang="fr-FR" sz="2000" b="1" dirty="0" err="1">
                <a:solidFill>
                  <a:srgbClr val="C0504D">
                    <a:lumMod val="75000"/>
                  </a:srgbClr>
                </a:solidFill>
                <a:latin typeface="Calibri"/>
              </a:rPr>
              <a:t>payload</a:t>
            </a:r>
            <a:r>
              <a:rPr lang="fr-FR" sz="2000" dirty="0">
                <a:solidFill>
                  <a:srgbClr val="3F3F3F"/>
                </a:solidFill>
                <a:latin typeface="Calibri"/>
              </a:rPr>
              <a:t> peut contenir :</a:t>
            </a:r>
          </a:p>
          <a:p>
            <a:pPr marL="539750" indent="-276225"/>
            <a:r>
              <a:rPr lang="fr-FR" sz="1600" dirty="0">
                <a:solidFill>
                  <a:srgbClr val="3F3F3F"/>
                </a:solidFill>
                <a:latin typeface="Calibri"/>
              </a:rPr>
              <a:t>Les données nécessaires au traitement</a:t>
            </a:r>
          </a:p>
          <a:p>
            <a:pPr marL="539750" indent="-276225"/>
            <a:r>
              <a:rPr lang="fr-FR" sz="1600" dirty="0">
                <a:solidFill>
                  <a:srgbClr val="3F3F3F"/>
                </a:solidFill>
                <a:latin typeface="Calibri"/>
              </a:rPr>
              <a:t>L’information permettant de retrouver les données si elles sont trop volumineuse à transporter (cela se ferait au détriment des performances et de la stabilité du broker de messages)</a:t>
            </a:r>
          </a:p>
        </p:txBody>
      </p:sp>
    </p:spTree>
    <p:extLst>
      <p:ext uri="{BB962C8B-B14F-4D97-AF65-F5344CB8AC3E}">
        <p14:creationId xmlns:p14="http://schemas.microsoft.com/office/powerpoint/2010/main" val="3566726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extLst>
    <p:ext uri="{6950BFC3-D8DA-4A85-94F7-54DA5524770B}">
      <p188:commentRel xmlns:p188="http://schemas.microsoft.com/office/powerpoint/2018/8/main" r:id="rId3"/>
    </p:ext>
  </p:extLs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Espace réservé du texte 23">
            <a:extLst>
              <a:ext uri="{FF2B5EF4-FFF2-40B4-BE49-F238E27FC236}">
                <a16:creationId xmlns:a16="http://schemas.microsoft.com/office/drawing/2014/main" id="{D18090B0-EA26-D7BF-25FA-A36A8BBC361B}"/>
              </a:ext>
            </a:extLst>
          </p:cNvPr>
          <p:cNvSpPr>
            <a:spLocks noGrp="1"/>
          </p:cNvSpPr>
          <p:nvPr>
            <p:ph type="body" sz="quarter" idx="35"/>
          </p:nvPr>
        </p:nvSpPr>
        <p:spPr/>
        <p:txBody>
          <a:bodyPr/>
          <a:lstStyle/>
          <a:p>
            <a:r>
              <a:rPr lang="fr-FR"/>
              <a:t>SAGA pattern</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PATTERNS DE COMPENSATION ET DE GESTION D’ERREURS</a:t>
            </a:r>
          </a:p>
        </p:txBody>
      </p:sp>
      <p:sp>
        <p:nvSpPr>
          <p:cNvPr id="69" name="Rectangle 68">
            <a:extLst>
              <a:ext uri="{FF2B5EF4-FFF2-40B4-BE49-F238E27FC236}">
                <a16:creationId xmlns:a16="http://schemas.microsoft.com/office/drawing/2014/main" id="{A29CC285-44A8-E6B8-3983-B2027988FC1A}"/>
              </a:ext>
            </a:extLst>
          </p:cNvPr>
          <p:cNvSpPr/>
          <p:nvPr/>
        </p:nvSpPr>
        <p:spPr>
          <a:xfrm>
            <a:off x="2464057" y="2490179"/>
            <a:ext cx="988075" cy="366881"/>
          </a:xfrm>
          <a:prstGeom prst="rect">
            <a:avLst/>
          </a:prstGeom>
          <a:solidFill>
            <a:sysClr val="window" lastClr="FFFFFF"/>
          </a:solidFill>
          <a:ln w="12700" cap="flat" cmpd="sng" algn="ctr">
            <a:solidFill>
              <a:srgbClr val="8064A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300" normalizeH="0" baseline="0" noProof="0">
                <a:ln>
                  <a:noFill/>
                </a:ln>
                <a:solidFill>
                  <a:srgbClr val="8064A2"/>
                </a:solidFill>
                <a:effectLst/>
                <a:uLnTx/>
                <a:uFillTx/>
                <a:latin typeface="Calibri"/>
                <a:ea typeface="+mn-ea"/>
                <a:cs typeface="+mn-cs"/>
              </a:rPr>
              <a:t>SERVICE A</a:t>
            </a:r>
          </a:p>
        </p:txBody>
      </p:sp>
      <p:sp>
        <p:nvSpPr>
          <p:cNvPr id="70" name="Rectangle 69">
            <a:extLst>
              <a:ext uri="{FF2B5EF4-FFF2-40B4-BE49-F238E27FC236}">
                <a16:creationId xmlns:a16="http://schemas.microsoft.com/office/drawing/2014/main" id="{C3D65E76-E889-F69E-214E-24BEFE2F8AB0}"/>
              </a:ext>
            </a:extLst>
          </p:cNvPr>
          <p:cNvSpPr/>
          <p:nvPr/>
        </p:nvSpPr>
        <p:spPr>
          <a:xfrm>
            <a:off x="4835782" y="2490180"/>
            <a:ext cx="988075" cy="366881"/>
          </a:xfrm>
          <a:prstGeom prst="rect">
            <a:avLst/>
          </a:prstGeom>
          <a:solidFill>
            <a:sysClr val="window" lastClr="FFFFFF"/>
          </a:solidFill>
          <a:ln w="12700" cap="flat" cmpd="sng" algn="ctr">
            <a:solidFill>
              <a:srgbClr val="8064A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300" normalizeH="0" baseline="0" noProof="0">
                <a:ln>
                  <a:noFill/>
                </a:ln>
                <a:solidFill>
                  <a:srgbClr val="8064A2"/>
                </a:solidFill>
                <a:effectLst/>
                <a:uLnTx/>
                <a:uFillTx/>
                <a:latin typeface="Calibri"/>
                <a:ea typeface="+mn-ea"/>
                <a:cs typeface="+mn-cs"/>
              </a:rPr>
              <a:t>SERVICE B</a:t>
            </a:r>
          </a:p>
        </p:txBody>
      </p:sp>
      <p:sp>
        <p:nvSpPr>
          <p:cNvPr id="71" name="Rectangle 70">
            <a:extLst>
              <a:ext uri="{FF2B5EF4-FFF2-40B4-BE49-F238E27FC236}">
                <a16:creationId xmlns:a16="http://schemas.microsoft.com/office/drawing/2014/main" id="{8B71DCE3-B0C7-2EED-D9CB-7584BBF056A8}"/>
              </a:ext>
            </a:extLst>
          </p:cNvPr>
          <p:cNvSpPr/>
          <p:nvPr/>
        </p:nvSpPr>
        <p:spPr>
          <a:xfrm>
            <a:off x="6712207" y="1867699"/>
            <a:ext cx="988075" cy="366881"/>
          </a:xfrm>
          <a:prstGeom prst="rect">
            <a:avLst/>
          </a:prstGeom>
          <a:solidFill>
            <a:sysClr val="window" lastClr="FFFFFF"/>
          </a:solidFill>
          <a:ln w="12700" cap="flat" cmpd="sng" algn="ctr">
            <a:solidFill>
              <a:srgbClr val="8064A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300" normalizeH="0" baseline="0" noProof="0">
                <a:ln>
                  <a:noFill/>
                </a:ln>
                <a:solidFill>
                  <a:srgbClr val="8064A2"/>
                </a:solidFill>
                <a:effectLst/>
                <a:uLnTx/>
                <a:uFillTx/>
                <a:latin typeface="Calibri"/>
                <a:ea typeface="+mn-ea"/>
                <a:cs typeface="+mn-cs"/>
              </a:rPr>
              <a:t>SERVICE D</a:t>
            </a:r>
          </a:p>
        </p:txBody>
      </p:sp>
      <p:sp>
        <p:nvSpPr>
          <p:cNvPr id="72" name="Rectangle 71">
            <a:extLst>
              <a:ext uri="{FF2B5EF4-FFF2-40B4-BE49-F238E27FC236}">
                <a16:creationId xmlns:a16="http://schemas.microsoft.com/office/drawing/2014/main" id="{B274513D-94E7-D1EF-36E6-00B39F92346C}"/>
              </a:ext>
            </a:extLst>
          </p:cNvPr>
          <p:cNvSpPr/>
          <p:nvPr/>
        </p:nvSpPr>
        <p:spPr>
          <a:xfrm>
            <a:off x="6712207" y="3113524"/>
            <a:ext cx="988075" cy="366881"/>
          </a:xfrm>
          <a:prstGeom prst="rect">
            <a:avLst/>
          </a:prstGeom>
          <a:solidFill>
            <a:sysClr val="window" lastClr="FFFFFF"/>
          </a:solidFill>
          <a:ln w="12700" cap="flat" cmpd="sng" algn="ctr">
            <a:solidFill>
              <a:srgbClr val="8064A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300" normalizeH="0" baseline="0" noProof="0">
                <a:ln>
                  <a:noFill/>
                </a:ln>
                <a:solidFill>
                  <a:srgbClr val="8064A2"/>
                </a:solidFill>
                <a:effectLst/>
                <a:uLnTx/>
                <a:uFillTx/>
                <a:latin typeface="Calibri"/>
                <a:ea typeface="+mn-ea"/>
                <a:cs typeface="+mn-cs"/>
              </a:rPr>
              <a:t>SERVICE E</a:t>
            </a:r>
          </a:p>
        </p:txBody>
      </p:sp>
      <p:sp>
        <p:nvSpPr>
          <p:cNvPr id="73" name="Rectangle 72">
            <a:extLst>
              <a:ext uri="{FF2B5EF4-FFF2-40B4-BE49-F238E27FC236}">
                <a16:creationId xmlns:a16="http://schemas.microsoft.com/office/drawing/2014/main" id="{B678C0AE-048E-ECED-1525-E72225925AAA}"/>
              </a:ext>
            </a:extLst>
          </p:cNvPr>
          <p:cNvSpPr/>
          <p:nvPr/>
        </p:nvSpPr>
        <p:spPr>
          <a:xfrm>
            <a:off x="8864857" y="2490179"/>
            <a:ext cx="988075" cy="366881"/>
          </a:xfrm>
          <a:prstGeom prst="rect">
            <a:avLst/>
          </a:prstGeom>
          <a:solidFill>
            <a:sysClr val="window" lastClr="FFFFFF"/>
          </a:solidFill>
          <a:ln w="12700" cap="flat" cmpd="sng" algn="ctr">
            <a:solidFill>
              <a:srgbClr val="8064A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300" normalizeH="0" baseline="0" noProof="0">
                <a:ln>
                  <a:noFill/>
                </a:ln>
                <a:solidFill>
                  <a:srgbClr val="8064A2"/>
                </a:solidFill>
                <a:effectLst/>
                <a:uLnTx/>
                <a:uFillTx/>
                <a:latin typeface="Calibri"/>
                <a:ea typeface="+mn-ea"/>
                <a:cs typeface="+mn-cs"/>
              </a:rPr>
              <a:t>SERVICE F</a:t>
            </a:r>
          </a:p>
        </p:txBody>
      </p:sp>
      <p:cxnSp>
        <p:nvCxnSpPr>
          <p:cNvPr id="74" name="Connecteur droit avec flèche 73">
            <a:extLst>
              <a:ext uri="{FF2B5EF4-FFF2-40B4-BE49-F238E27FC236}">
                <a16:creationId xmlns:a16="http://schemas.microsoft.com/office/drawing/2014/main" id="{37E536CF-76DA-C47D-C5DF-A4D7F2F31278}"/>
              </a:ext>
            </a:extLst>
          </p:cNvPr>
          <p:cNvCxnSpPr>
            <a:endCxn id="69" idx="1"/>
          </p:cNvCxnSpPr>
          <p:nvPr/>
        </p:nvCxnSpPr>
        <p:spPr>
          <a:xfrm>
            <a:off x="1943100" y="2673619"/>
            <a:ext cx="520957" cy="1"/>
          </a:xfrm>
          <a:prstGeom prst="straightConnector1">
            <a:avLst/>
          </a:prstGeom>
          <a:noFill/>
          <a:ln w="9525" cap="flat" cmpd="sng" algn="ctr">
            <a:solidFill>
              <a:srgbClr val="8064A2">
                <a:shade val="95000"/>
                <a:satMod val="105000"/>
              </a:srgbClr>
            </a:solidFill>
            <a:prstDash val="solid"/>
            <a:tailEnd type="triangle"/>
          </a:ln>
          <a:effectLst/>
        </p:spPr>
      </p:cxnSp>
      <p:cxnSp>
        <p:nvCxnSpPr>
          <p:cNvPr id="75" name="Connecteur droit avec flèche 74">
            <a:extLst>
              <a:ext uri="{FF2B5EF4-FFF2-40B4-BE49-F238E27FC236}">
                <a16:creationId xmlns:a16="http://schemas.microsoft.com/office/drawing/2014/main" id="{70E4B4DB-A1E2-B611-448C-FBBC8E24B896}"/>
              </a:ext>
            </a:extLst>
          </p:cNvPr>
          <p:cNvCxnSpPr>
            <a:cxnSpLocks/>
            <a:stCxn id="69" idx="3"/>
            <a:endCxn id="70" idx="1"/>
          </p:cNvCxnSpPr>
          <p:nvPr/>
        </p:nvCxnSpPr>
        <p:spPr>
          <a:xfrm>
            <a:off x="3452132" y="2673620"/>
            <a:ext cx="1383650" cy="1"/>
          </a:xfrm>
          <a:prstGeom prst="straightConnector1">
            <a:avLst/>
          </a:prstGeom>
          <a:noFill/>
          <a:ln w="9525" cap="flat" cmpd="sng" algn="ctr">
            <a:solidFill>
              <a:srgbClr val="8064A2">
                <a:shade val="95000"/>
                <a:satMod val="105000"/>
              </a:srgbClr>
            </a:solidFill>
            <a:prstDash val="solid"/>
            <a:tailEnd type="triangle"/>
          </a:ln>
          <a:effectLst/>
        </p:spPr>
      </p:cxnSp>
      <p:cxnSp>
        <p:nvCxnSpPr>
          <p:cNvPr id="76" name="Connecteur droit avec flèche 75">
            <a:extLst>
              <a:ext uri="{FF2B5EF4-FFF2-40B4-BE49-F238E27FC236}">
                <a16:creationId xmlns:a16="http://schemas.microsoft.com/office/drawing/2014/main" id="{EB4EC467-0683-00B1-2095-3A396F10F655}"/>
              </a:ext>
            </a:extLst>
          </p:cNvPr>
          <p:cNvCxnSpPr>
            <a:cxnSpLocks/>
            <a:stCxn id="70" idx="3"/>
            <a:endCxn id="71" idx="1"/>
          </p:cNvCxnSpPr>
          <p:nvPr/>
        </p:nvCxnSpPr>
        <p:spPr>
          <a:xfrm flipV="1">
            <a:off x="5823857" y="2051140"/>
            <a:ext cx="888350" cy="622481"/>
          </a:xfrm>
          <a:prstGeom prst="straightConnector1">
            <a:avLst/>
          </a:prstGeom>
          <a:noFill/>
          <a:ln w="9525" cap="flat" cmpd="sng" algn="ctr">
            <a:solidFill>
              <a:srgbClr val="8064A2">
                <a:shade val="95000"/>
                <a:satMod val="105000"/>
              </a:srgbClr>
            </a:solidFill>
            <a:prstDash val="solid"/>
            <a:tailEnd type="triangle"/>
          </a:ln>
          <a:effectLst/>
        </p:spPr>
      </p:cxnSp>
      <p:cxnSp>
        <p:nvCxnSpPr>
          <p:cNvPr id="77" name="Connecteur droit avec flèche 76">
            <a:extLst>
              <a:ext uri="{FF2B5EF4-FFF2-40B4-BE49-F238E27FC236}">
                <a16:creationId xmlns:a16="http://schemas.microsoft.com/office/drawing/2014/main" id="{F2DC0AE0-770A-B6C1-E58C-C2747A4E7B96}"/>
              </a:ext>
            </a:extLst>
          </p:cNvPr>
          <p:cNvCxnSpPr>
            <a:cxnSpLocks/>
            <a:stCxn id="70" idx="3"/>
            <a:endCxn id="72" idx="1"/>
          </p:cNvCxnSpPr>
          <p:nvPr/>
        </p:nvCxnSpPr>
        <p:spPr>
          <a:xfrm>
            <a:off x="5823857" y="2673621"/>
            <a:ext cx="888350" cy="623344"/>
          </a:xfrm>
          <a:prstGeom prst="straightConnector1">
            <a:avLst/>
          </a:prstGeom>
          <a:noFill/>
          <a:ln w="9525" cap="flat" cmpd="sng" algn="ctr">
            <a:solidFill>
              <a:srgbClr val="8064A2">
                <a:shade val="95000"/>
                <a:satMod val="105000"/>
              </a:srgbClr>
            </a:solidFill>
            <a:prstDash val="solid"/>
            <a:tailEnd type="triangle"/>
          </a:ln>
          <a:effectLst/>
        </p:spPr>
      </p:cxnSp>
      <p:cxnSp>
        <p:nvCxnSpPr>
          <p:cNvPr id="78" name="Connecteur droit avec flèche 77">
            <a:extLst>
              <a:ext uri="{FF2B5EF4-FFF2-40B4-BE49-F238E27FC236}">
                <a16:creationId xmlns:a16="http://schemas.microsoft.com/office/drawing/2014/main" id="{C0D9119B-9C9B-0A12-A99D-8F40323E3673}"/>
              </a:ext>
            </a:extLst>
          </p:cNvPr>
          <p:cNvCxnSpPr>
            <a:cxnSpLocks/>
            <a:stCxn id="71" idx="3"/>
            <a:endCxn id="73" idx="1"/>
          </p:cNvCxnSpPr>
          <p:nvPr/>
        </p:nvCxnSpPr>
        <p:spPr>
          <a:xfrm>
            <a:off x="7700282" y="2051140"/>
            <a:ext cx="1164575" cy="622480"/>
          </a:xfrm>
          <a:prstGeom prst="straightConnector1">
            <a:avLst/>
          </a:prstGeom>
          <a:noFill/>
          <a:ln w="9525" cap="flat" cmpd="sng" algn="ctr">
            <a:solidFill>
              <a:srgbClr val="8064A2">
                <a:shade val="95000"/>
                <a:satMod val="105000"/>
              </a:srgbClr>
            </a:solidFill>
            <a:prstDash val="solid"/>
            <a:tailEnd type="triangle"/>
          </a:ln>
          <a:effectLst/>
        </p:spPr>
      </p:cxnSp>
      <p:cxnSp>
        <p:nvCxnSpPr>
          <p:cNvPr id="79" name="Connecteur droit avec flèche 78">
            <a:extLst>
              <a:ext uri="{FF2B5EF4-FFF2-40B4-BE49-F238E27FC236}">
                <a16:creationId xmlns:a16="http://schemas.microsoft.com/office/drawing/2014/main" id="{E4F73D88-11DE-5BBD-1FEC-2126EBBDF6A7}"/>
              </a:ext>
            </a:extLst>
          </p:cNvPr>
          <p:cNvCxnSpPr>
            <a:cxnSpLocks/>
            <a:stCxn id="72" idx="3"/>
            <a:endCxn id="73" idx="1"/>
          </p:cNvCxnSpPr>
          <p:nvPr/>
        </p:nvCxnSpPr>
        <p:spPr>
          <a:xfrm flipV="1">
            <a:off x="7700282" y="2673620"/>
            <a:ext cx="1164575" cy="623345"/>
          </a:xfrm>
          <a:prstGeom prst="straightConnector1">
            <a:avLst/>
          </a:prstGeom>
          <a:noFill/>
          <a:ln w="9525" cap="flat" cmpd="sng" algn="ctr">
            <a:solidFill>
              <a:srgbClr val="8064A2">
                <a:shade val="95000"/>
                <a:satMod val="105000"/>
              </a:srgbClr>
            </a:solidFill>
            <a:prstDash val="solid"/>
            <a:tailEnd type="triangle"/>
          </a:ln>
          <a:effectLst/>
        </p:spPr>
      </p:cxnSp>
      <p:grpSp>
        <p:nvGrpSpPr>
          <p:cNvPr id="80" name="Groupe 79">
            <a:extLst>
              <a:ext uri="{FF2B5EF4-FFF2-40B4-BE49-F238E27FC236}">
                <a16:creationId xmlns:a16="http://schemas.microsoft.com/office/drawing/2014/main" id="{D85B1577-92F0-802A-A0DB-FD072E2D39E8}"/>
              </a:ext>
            </a:extLst>
          </p:cNvPr>
          <p:cNvGrpSpPr/>
          <p:nvPr/>
        </p:nvGrpSpPr>
        <p:grpSpPr>
          <a:xfrm>
            <a:off x="5124391" y="2947306"/>
            <a:ext cx="410856" cy="332435"/>
            <a:chOff x="2894725" y="5109288"/>
            <a:chExt cx="496175" cy="400960"/>
          </a:xfrm>
        </p:grpSpPr>
        <p:sp>
          <p:nvSpPr>
            <p:cNvPr id="81" name="Organigramme : Disque magnétique 18">
              <a:extLst>
                <a:ext uri="{FF2B5EF4-FFF2-40B4-BE49-F238E27FC236}">
                  <a16:creationId xmlns:a16="http://schemas.microsoft.com/office/drawing/2014/main" id="{4A290109-E468-4A48-600A-AC423A0771A9}"/>
                </a:ext>
              </a:extLst>
            </p:cNvPr>
            <p:cNvSpPr/>
            <p:nvPr/>
          </p:nvSpPr>
          <p:spPr>
            <a:xfrm>
              <a:off x="2894725" y="5297911"/>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sp>
          <p:nvSpPr>
            <p:cNvPr id="82" name="Organigramme : Disque magnétique 20">
              <a:extLst>
                <a:ext uri="{FF2B5EF4-FFF2-40B4-BE49-F238E27FC236}">
                  <a16:creationId xmlns:a16="http://schemas.microsoft.com/office/drawing/2014/main" id="{E039C674-E2D5-D798-F1CE-7B0B96FE8747}"/>
                </a:ext>
              </a:extLst>
            </p:cNvPr>
            <p:cNvSpPr/>
            <p:nvPr/>
          </p:nvSpPr>
          <p:spPr>
            <a:xfrm>
              <a:off x="2894725" y="5109288"/>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grpSp>
      <p:grpSp>
        <p:nvGrpSpPr>
          <p:cNvPr id="83" name="Groupe 82">
            <a:extLst>
              <a:ext uri="{FF2B5EF4-FFF2-40B4-BE49-F238E27FC236}">
                <a16:creationId xmlns:a16="http://schemas.microsoft.com/office/drawing/2014/main" id="{BC2B0B15-6380-40BB-0BB8-A993B490390C}"/>
              </a:ext>
            </a:extLst>
          </p:cNvPr>
          <p:cNvGrpSpPr/>
          <p:nvPr/>
        </p:nvGrpSpPr>
        <p:grpSpPr>
          <a:xfrm>
            <a:off x="2752666" y="2964529"/>
            <a:ext cx="410856" cy="332435"/>
            <a:chOff x="2894725" y="5109288"/>
            <a:chExt cx="496175" cy="400960"/>
          </a:xfrm>
        </p:grpSpPr>
        <p:sp>
          <p:nvSpPr>
            <p:cNvPr id="84" name="Organigramme : Disque magnétique 27">
              <a:extLst>
                <a:ext uri="{FF2B5EF4-FFF2-40B4-BE49-F238E27FC236}">
                  <a16:creationId xmlns:a16="http://schemas.microsoft.com/office/drawing/2014/main" id="{4E1D40CE-4678-4A55-23F8-C0443A7146B5}"/>
                </a:ext>
              </a:extLst>
            </p:cNvPr>
            <p:cNvSpPr/>
            <p:nvPr/>
          </p:nvSpPr>
          <p:spPr>
            <a:xfrm>
              <a:off x="2894725" y="5297911"/>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sp>
          <p:nvSpPr>
            <p:cNvPr id="85" name="Organigramme : Disque magnétique 28">
              <a:extLst>
                <a:ext uri="{FF2B5EF4-FFF2-40B4-BE49-F238E27FC236}">
                  <a16:creationId xmlns:a16="http://schemas.microsoft.com/office/drawing/2014/main" id="{344DC4B1-543C-CA62-BE9C-0F6DD7D3A0EF}"/>
                </a:ext>
              </a:extLst>
            </p:cNvPr>
            <p:cNvSpPr/>
            <p:nvPr/>
          </p:nvSpPr>
          <p:spPr>
            <a:xfrm>
              <a:off x="2894725" y="5109288"/>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grpSp>
      <p:grpSp>
        <p:nvGrpSpPr>
          <p:cNvPr id="86" name="Groupe 85">
            <a:extLst>
              <a:ext uri="{FF2B5EF4-FFF2-40B4-BE49-F238E27FC236}">
                <a16:creationId xmlns:a16="http://schemas.microsoft.com/office/drawing/2014/main" id="{DA3A8779-5538-7EAF-EC63-EEB882035C00}"/>
              </a:ext>
            </a:extLst>
          </p:cNvPr>
          <p:cNvGrpSpPr/>
          <p:nvPr/>
        </p:nvGrpSpPr>
        <p:grpSpPr>
          <a:xfrm>
            <a:off x="7000816" y="2341184"/>
            <a:ext cx="410856" cy="332435"/>
            <a:chOff x="2894725" y="5109288"/>
            <a:chExt cx="496175" cy="400960"/>
          </a:xfrm>
        </p:grpSpPr>
        <p:sp>
          <p:nvSpPr>
            <p:cNvPr id="87" name="Organigramme : Disque magnétique 34">
              <a:extLst>
                <a:ext uri="{FF2B5EF4-FFF2-40B4-BE49-F238E27FC236}">
                  <a16:creationId xmlns:a16="http://schemas.microsoft.com/office/drawing/2014/main" id="{46614395-D849-93F0-A4A5-214AA69D6392}"/>
                </a:ext>
              </a:extLst>
            </p:cNvPr>
            <p:cNvSpPr/>
            <p:nvPr/>
          </p:nvSpPr>
          <p:spPr>
            <a:xfrm>
              <a:off x="2894725" y="5297911"/>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sp>
          <p:nvSpPr>
            <p:cNvPr id="88" name="Organigramme : Disque magnétique 35">
              <a:extLst>
                <a:ext uri="{FF2B5EF4-FFF2-40B4-BE49-F238E27FC236}">
                  <a16:creationId xmlns:a16="http://schemas.microsoft.com/office/drawing/2014/main" id="{C9185035-8E24-87AB-880E-D6D250757701}"/>
                </a:ext>
              </a:extLst>
            </p:cNvPr>
            <p:cNvSpPr/>
            <p:nvPr/>
          </p:nvSpPr>
          <p:spPr>
            <a:xfrm>
              <a:off x="2894725" y="5109288"/>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grpSp>
      <p:grpSp>
        <p:nvGrpSpPr>
          <p:cNvPr id="89" name="Groupe 88">
            <a:extLst>
              <a:ext uri="{FF2B5EF4-FFF2-40B4-BE49-F238E27FC236}">
                <a16:creationId xmlns:a16="http://schemas.microsoft.com/office/drawing/2014/main" id="{023D73F6-52A0-4A6C-E00A-0D784CE46057}"/>
              </a:ext>
            </a:extLst>
          </p:cNvPr>
          <p:cNvGrpSpPr/>
          <p:nvPr/>
        </p:nvGrpSpPr>
        <p:grpSpPr>
          <a:xfrm>
            <a:off x="7000816" y="3577065"/>
            <a:ext cx="410856" cy="332435"/>
            <a:chOff x="2894725" y="5109288"/>
            <a:chExt cx="496175" cy="400960"/>
          </a:xfrm>
        </p:grpSpPr>
        <p:sp>
          <p:nvSpPr>
            <p:cNvPr id="90" name="Organigramme : Disque magnétique 37">
              <a:extLst>
                <a:ext uri="{FF2B5EF4-FFF2-40B4-BE49-F238E27FC236}">
                  <a16:creationId xmlns:a16="http://schemas.microsoft.com/office/drawing/2014/main" id="{DD080E6F-9C31-DD23-73AE-228422F34785}"/>
                </a:ext>
              </a:extLst>
            </p:cNvPr>
            <p:cNvSpPr/>
            <p:nvPr/>
          </p:nvSpPr>
          <p:spPr>
            <a:xfrm>
              <a:off x="2894725" y="5297911"/>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sp>
          <p:nvSpPr>
            <p:cNvPr id="91" name="Organigramme : Disque magnétique 38">
              <a:extLst>
                <a:ext uri="{FF2B5EF4-FFF2-40B4-BE49-F238E27FC236}">
                  <a16:creationId xmlns:a16="http://schemas.microsoft.com/office/drawing/2014/main" id="{8CB08D9B-5BA7-8B4D-943A-5E1F4C25756B}"/>
                </a:ext>
              </a:extLst>
            </p:cNvPr>
            <p:cNvSpPr/>
            <p:nvPr/>
          </p:nvSpPr>
          <p:spPr>
            <a:xfrm>
              <a:off x="2894725" y="5109288"/>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grpSp>
      <p:grpSp>
        <p:nvGrpSpPr>
          <p:cNvPr id="92" name="Groupe 91">
            <a:extLst>
              <a:ext uri="{FF2B5EF4-FFF2-40B4-BE49-F238E27FC236}">
                <a16:creationId xmlns:a16="http://schemas.microsoft.com/office/drawing/2014/main" id="{B9D907A8-9E66-D9C2-6FAD-3DED6503095A}"/>
              </a:ext>
            </a:extLst>
          </p:cNvPr>
          <p:cNvGrpSpPr/>
          <p:nvPr/>
        </p:nvGrpSpPr>
        <p:grpSpPr>
          <a:xfrm>
            <a:off x="9153466" y="2974359"/>
            <a:ext cx="410856" cy="332435"/>
            <a:chOff x="2894725" y="5109288"/>
            <a:chExt cx="496175" cy="400960"/>
          </a:xfrm>
        </p:grpSpPr>
        <p:sp>
          <p:nvSpPr>
            <p:cNvPr id="93" name="Organigramme : Disque magnétique 40">
              <a:extLst>
                <a:ext uri="{FF2B5EF4-FFF2-40B4-BE49-F238E27FC236}">
                  <a16:creationId xmlns:a16="http://schemas.microsoft.com/office/drawing/2014/main" id="{94EBCFAE-351C-CFC2-55FE-50F858373C54}"/>
                </a:ext>
              </a:extLst>
            </p:cNvPr>
            <p:cNvSpPr/>
            <p:nvPr/>
          </p:nvSpPr>
          <p:spPr>
            <a:xfrm>
              <a:off x="2894725" y="5297911"/>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sp>
          <p:nvSpPr>
            <p:cNvPr id="94" name="Organigramme : Disque magnétique 41">
              <a:extLst>
                <a:ext uri="{FF2B5EF4-FFF2-40B4-BE49-F238E27FC236}">
                  <a16:creationId xmlns:a16="http://schemas.microsoft.com/office/drawing/2014/main" id="{81837453-95A7-15C9-0083-1F8537494F80}"/>
                </a:ext>
              </a:extLst>
            </p:cNvPr>
            <p:cNvSpPr/>
            <p:nvPr/>
          </p:nvSpPr>
          <p:spPr>
            <a:xfrm>
              <a:off x="2894725" y="5109288"/>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95" name="Ellipse 94">
            <a:extLst>
              <a:ext uri="{FF2B5EF4-FFF2-40B4-BE49-F238E27FC236}">
                <a16:creationId xmlns:a16="http://schemas.microsoft.com/office/drawing/2014/main" id="{1B0244F8-F732-3C1F-1ECB-C4CF5A7E0C13}"/>
              </a:ext>
            </a:extLst>
          </p:cNvPr>
          <p:cNvSpPr/>
          <p:nvPr/>
        </p:nvSpPr>
        <p:spPr>
          <a:xfrm>
            <a:off x="651200" y="2494174"/>
            <a:ext cx="1200150" cy="358889"/>
          </a:xfrm>
          <a:prstGeom prst="ellipse">
            <a:avLst/>
          </a:prstGeom>
          <a:solidFill>
            <a:sysClr val="window" lastClr="FFFFFF"/>
          </a:solidFill>
          <a:ln w="12700" cap="flat" cmpd="sng" algn="ctr">
            <a:solidFill>
              <a:srgbClr val="8064A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300" normalizeH="0" baseline="0" noProof="0">
                <a:ln>
                  <a:noFill/>
                </a:ln>
                <a:solidFill>
                  <a:srgbClr val="8064A2"/>
                </a:solidFill>
                <a:effectLst/>
                <a:uLnTx/>
                <a:uFillTx/>
                <a:latin typeface="Calibri"/>
                <a:ea typeface="+mn-ea"/>
                <a:cs typeface="+mn-cs"/>
              </a:rPr>
              <a:t>EVENT A</a:t>
            </a:r>
          </a:p>
        </p:txBody>
      </p:sp>
      <p:sp>
        <p:nvSpPr>
          <p:cNvPr id="96" name="Ellipse 95">
            <a:extLst>
              <a:ext uri="{FF2B5EF4-FFF2-40B4-BE49-F238E27FC236}">
                <a16:creationId xmlns:a16="http://schemas.microsoft.com/office/drawing/2014/main" id="{5044BE7F-C166-7DA9-05C8-BD79D261636F}"/>
              </a:ext>
            </a:extLst>
          </p:cNvPr>
          <p:cNvSpPr/>
          <p:nvPr/>
        </p:nvSpPr>
        <p:spPr>
          <a:xfrm>
            <a:off x="2807641" y="3214800"/>
            <a:ext cx="276807" cy="248400"/>
          </a:xfrm>
          <a:prstGeom prst="ellipse">
            <a:avLst/>
          </a:prstGeom>
          <a:solidFill>
            <a:sysClr val="window" lastClr="FFFFFF"/>
          </a:solidFill>
          <a:ln w="12700" cap="flat" cmpd="sng" algn="ctr">
            <a:solidFill>
              <a:srgbClr val="8064A2"/>
            </a:solid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0" normalizeH="0" baseline="0" noProof="0">
                <a:ln>
                  <a:noFill/>
                </a:ln>
                <a:solidFill>
                  <a:srgbClr val="8064A2"/>
                </a:solidFill>
                <a:effectLst/>
                <a:uLnTx/>
                <a:uFillTx/>
                <a:latin typeface="Calibri"/>
                <a:ea typeface="+mn-ea"/>
                <a:cs typeface="+mn-cs"/>
              </a:rPr>
              <a:t>A</a:t>
            </a:r>
          </a:p>
        </p:txBody>
      </p:sp>
      <p:sp>
        <p:nvSpPr>
          <p:cNvPr id="97" name="Ellipse 96">
            <a:extLst>
              <a:ext uri="{FF2B5EF4-FFF2-40B4-BE49-F238E27FC236}">
                <a16:creationId xmlns:a16="http://schemas.microsoft.com/office/drawing/2014/main" id="{B454ED55-FF67-697F-95BC-9F8E26A59FA1}"/>
              </a:ext>
            </a:extLst>
          </p:cNvPr>
          <p:cNvSpPr/>
          <p:nvPr/>
        </p:nvSpPr>
        <p:spPr>
          <a:xfrm>
            <a:off x="5192638" y="3187291"/>
            <a:ext cx="276807" cy="247026"/>
          </a:xfrm>
          <a:prstGeom prst="ellipse">
            <a:avLst/>
          </a:prstGeom>
          <a:solidFill>
            <a:sysClr val="window" lastClr="FFFFFF"/>
          </a:solidFill>
          <a:ln w="12700" cap="flat" cmpd="sng" algn="ctr">
            <a:solidFill>
              <a:srgbClr val="8064A2"/>
            </a:solid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0" normalizeH="0" baseline="0" noProof="0">
                <a:ln>
                  <a:noFill/>
                </a:ln>
                <a:solidFill>
                  <a:srgbClr val="8064A2"/>
                </a:solidFill>
                <a:effectLst/>
                <a:uLnTx/>
                <a:uFillTx/>
                <a:latin typeface="Calibri"/>
                <a:ea typeface="+mn-ea"/>
                <a:cs typeface="+mn-cs"/>
              </a:rPr>
              <a:t>A</a:t>
            </a:r>
          </a:p>
        </p:txBody>
      </p:sp>
      <p:sp>
        <p:nvSpPr>
          <p:cNvPr id="98" name="Ellipse 97">
            <a:extLst>
              <a:ext uri="{FF2B5EF4-FFF2-40B4-BE49-F238E27FC236}">
                <a16:creationId xmlns:a16="http://schemas.microsoft.com/office/drawing/2014/main" id="{AFB7C01B-C4C9-FFCC-0CBE-76D98010FB1E}"/>
              </a:ext>
            </a:extLst>
          </p:cNvPr>
          <p:cNvSpPr/>
          <p:nvPr/>
        </p:nvSpPr>
        <p:spPr>
          <a:xfrm>
            <a:off x="7067840" y="2585595"/>
            <a:ext cx="276807" cy="247026"/>
          </a:xfrm>
          <a:prstGeom prst="ellipse">
            <a:avLst/>
          </a:prstGeom>
          <a:solidFill>
            <a:sysClr val="window" lastClr="FFFFFF"/>
          </a:solidFill>
          <a:ln w="12700" cap="flat" cmpd="sng" algn="ctr">
            <a:solidFill>
              <a:srgbClr val="8064A2"/>
            </a:solid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0" normalizeH="0" baseline="0" noProof="0">
                <a:ln>
                  <a:noFill/>
                </a:ln>
                <a:solidFill>
                  <a:srgbClr val="8064A2"/>
                </a:solidFill>
                <a:effectLst/>
                <a:uLnTx/>
                <a:uFillTx/>
                <a:latin typeface="Calibri"/>
                <a:ea typeface="+mn-ea"/>
                <a:cs typeface="+mn-cs"/>
              </a:rPr>
              <a:t>A</a:t>
            </a:r>
          </a:p>
        </p:txBody>
      </p:sp>
      <p:sp>
        <p:nvSpPr>
          <p:cNvPr id="99" name="Multiplier 82">
            <a:extLst>
              <a:ext uri="{FF2B5EF4-FFF2-40B4-BE49-F238E27FC236}">
                <a16:creationId xmlns:a16="http://schemas.microsoft.com/office/drawing/2014/main" id="{1630BDD6-BADF-8821-5CBA-C3A736777A0E}"/>
              </a:ext>
            </a:extLst>
          </p:cNvPr>
          <p:cNvSpPr/>
          <p:nvPr/>
        </p:nvSpPr>
        <p:spPr>
          <a:xfrm>
            <a:off x="6379053" y="3130746"/>
            <a:ext cx="677902" cy="325392"/>
          </a:xfrm>
          <a:prstGeom prst="mathMultiply">
            <a:avLst/>
          </a:prstGeom>
          <a:solidFill>
            <a:srgbClr val="FF0000"/>
          </a:solid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3F3F3F"/>
              </a:solidFill>
              <a:effectLst/>
              <a:uLnTx/>
              <a:uFillTx/>
              <a:latin typeface="Calibri"/>
              <a:ea typeface="+mn-ea"/>
              <a:cs typeface="+mn-cs"/>
            </a:endParaRPr>
          </a:p>
        </p:txBody>
      </p:sp>
      <p:sp>
        <p:nvSpPr>
          <p:cNvPr id="100" name="Multiplier 82">
            <a:extLst>
              <a:ext uri="{FF2B5EF4-FFF2-40B4-BE49-F238E27FC236}">
                <a16:creationId xmlns:a16="http://schemas.microsoft.com/office/drawing/2014/main" id="{6194D188-9BE3-CD4F-C30D-10A219BF15F4}"/>
              </a:ext>
            </a:extLst>
          </p:cNvPr>
          <p:cNvSpPr/>
          <p:nvPr/>
        </p:nvSpPr>
        <p:spPr>
          <a:xfrm>
            <a:off x="8509222" y="2511630"/>
            <a:ext cx="677902" cy="325392"/>
          </a:xfrm>
          <a:prstGeom prst="mathMultiply">
            <a:avLst/>
          </a:prstGeom>
          <a:solidFill>
            <a:srgbClr val="FF0000"/>
          </a:solid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3F3F3F"/>
              </a:solidFill>
              <a:effectLst/>
              <a:uLnTx/>
              <a:uFillTx/>
              <a:latin typeface="Calibri"/>
              <a:ea typeface="+mn-ea"/>
              <a:cs typeface="+mn-cs"/>
            </a:endParaRPr>
          </a:p>
        </p:txBody>
      </p:sp>
      <p:sp>
        <p:nvSpPr>
          <p:cNvPr id="101" name="Rectangle 100">
            <a:extLst>
              <a:ext uri="{FF2B5EF4-FFF2-40B4-BE49-F238E27FC236}">
                <a16:creationId xmlns:a16="http://schemas.microsoft.com/office/drawing/2014/main" id="{D003671F-85CB-C1A0-2057-D2F979DDA0DB}"/>
              </a:ext>
            </a:extLst>
          </p:cNvPr>
          <p:cNvSpPr/>
          <p:nvPr/>
        </p:nvSpPr>
        <p:spPr>
          <a:xfrm>
            <a:off x="4497188" y="4101930"/>
            <a:ext cx="1390899" cy="366881"/>
          </a:xfrm>
          <a:prstGeom prst="rect">
            <a:avLst/>
          </a:prstGeom>
          <a:solidFill>
            <a:sysClr val="window" lastClr="FFFFFF"/>
          </a:solidFill>
          <a:ln w="12700" cap="flat" cmpd="sng" algn="ctr">
            <a:solidFill>
              <a:srgbClr val="8064A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300" normalizeH="0" baseline="0" noProof="0">
                <a:ln>
                  <a:noFill/>
                </a:ln>
                <a:solidFill>
                  <a:srgbClr val="8064A2"/>
                </a:solidFill>
                <a:effectLst/>
                <a:uLnTx/>
                <a:uFillTx/>
                <a:latin typeface="Calibri"/>
                <a:ea typeface="+mn-ea"/>
                <a:cs typeface="+mn-cs"/>
              </a:rPr>
              <a:t>SERVICE COMPENSATION</a:t>
            </a:r>
          </a:p>
        </p:txBody>
      </p:sp>
      <p:cxnSp>
        <p:nvCxnSpPr>
          <p:cNvPr id="102" name="Connecteur droit avec flèche 101">
            <a:extLst>
              <a:ext uri="{FF2B5EF4-FFF2-40B4-BE49-F238E27FC236}">
                <a16:creationId xmlns:a16="http://schemas.microsoft.com/office/drawing/2014/main" id="{BFD82CFD-A7D9-0F4B-B8C7-4B1080359052}"/>
              </a:ext>
            </a:extLst>
          </p:cNvPr>
          <p:cNvCxnSpPr>
            <a:cxnSpLocks/>
            <a:stCxn id="72" idx="1"/>
            <a:endCxn id="101" idx="3"/>
          </p:cNvCxnSpPr>
          <p:nvPr/>
        </p:nvCxnSpPr>
        <p:spPr>
          <a:xfrm flipH="1">
            <a:off x="5888087" y="3296965"/>
            <a:ext cx="824120" cy="988406"/>
          </a:xfrm>
          <a:prstGeom prst="straightConnector1">
            <a:avLst/>
          </a:prstGeom>
          <a:noFill/>
          <a:ln w="9525" cap="flat" cmpd="sng" algn="ctr">
            <a:solidFill>
              <a:srgbClr val="8064A2">
                <a:shade val="95000"/>
                <a:satMod val="105000"/>
              </a:srgbClr>
            </a:solidFill>
            <a:prstDash val="solid"/>
            <a:tailEnd type="triangle"/>
          </a:ln>
          <a:effectLst/>
        </p:spPr>
      </p:cxnSp>
      <p:cxnSp>
        <p:nvCxnSpPr>
          <p:cNvPr id="103" name="Connecteur droit avec flèche 102">
            <a:extLst>
              <a:ext uri="{FF2B5EF4-FFF2-40B4-BE49-F238E27FC236}">
                <a16:creationId xmlns:a16="http://schemas.microsoft.com/office/drawing/2014/main" id="{66141E5C-5221-EF44-EEED-CA8B755D0070}"/>
              </a:ext>
            </a:extLst>
          </p:cNvPr>
          <p:cNvCxnSpPr>
            <a:cxnSpLocks/>
            <a:stCxn id="101" idx="1"/>
            <a:endCxn id="69" idx="2"/>
          </p:cNvCxnSpPr>
          <p:nvPr/>
        </p:nvCxnSpPr>
        <p:spPr>
          <a:xfrm flipH="1" flipV="1">
            <a:off x="2958095" y="2857060"/>
            <a:ext cx="1539093" cy="1428311"/>
          </a:xfrm>
          <a:prstGeom prst="straightConnector1">
            <a:avLst/>
          </a:prstGeom>
          <a:noFill/>
          <a:ln w="9525" cap="flat" cmpd="sng" algn="ctr">
            <a:solidFill>
              <a:srgbClr val="8064A2">
                <a:shade val="95000"/>
                <a:satMod val="105000"/>
              </a:srgbClr>
            </a:solidFill>
            <a:prstDash val="solid"/>
            <a:tailEnd type="triangle"/>
          </a:ln>
          <a:effectLst/>
        </p:spPr>
      </p:cxnSp>
      <p:sp>
        <p:nvSpPr>
          <p:cNvPr id="104" name="Rectangle 103">
            <a:extLst>
              <a:ext uri="{FF2B5EF4-FFF2-40B4-BE49-F238E27FC236}">
                <a16:creationId xmlns:a16="http://schemas.microsoft.com/office/drawing/2014/main" id="{001CF3E5-7F4B-0BBF-500D-2AF51B0968AA}"/>
              </a:ext>
            </a:extLst>
          </p:cNvPr>
          <p:cNvSpPr/>
          <p:nvPr/>
        </p:nvSpPr>
        <p:spPr>
          <a:xfrm>
            <a:off x="616532" y="4521602"/>
            <a:ext cx="11303000" cy="892552"/>
          </a:xfrm>
          <a:prstGeom prst="rect">
            <a:avLst/>
          </a:prstGeom>
        </p:spPr>
        <p:txBody>
          <a:bodyPr wrap="square" anchor="t">
            <a:spAutoFit/>
          </a:bodyPr>
          <a:lstStyle/>
          <a:p>
            <a:pPr>
              <a:spcAft>
                <a:spcPts val="600"/>
              </a:spcAft>
              <a:buClr>
                <a:srgbClr val="C0504D"/>
              </a:buClr>
            </a:pPr>
            <a:r>
              <a:rPr lang="fr-FR" sz="1400">
                <a:solidFill>
                  <a:srgbClr val="333333"/>
                </a:solidFill>
                <a:latin typeface="Helvetica Neue" charset="0"/>
              </a:rPr>
              <a:t>Création d’un service de compensation :</a:t>
            </a:r>
          </a:p>
          <a:p>
            <a:pPr marL="285750" indent="-285750">
              <a:spcAft>
                <a:spcPts val="600"/>
              </a:spcAft>
              <a:buClr>
                <a:srgbClr val="C0504D"/>
              </a:buClr>
              <a:buFontTx/>
              <a:buChar char="-"/>
            </a:pPr>
            <a:r>
              <a:rPr lang="fr-FR" sz="1400">
                <a:solidFill>
                  <a:srgbClr val="333333"/>
                </a:solidFill>
                <a:latin typeface="Helvetica Neue" charset="0"/>
              </a:rPr>
              <a:t>Envoie un </a:t>
            </a:r>
            <a:r>
              <a:rPr lang="fr-FR" sz="1400" b="1">
                <a:solidFill>
                  <a:srgbClr val="C0504D"/>
                </a:solidFill>
                <a:latin typeface="Helvetica Neue" charset="0"/>
              </a:rPr>
              <a:t>message</a:t>
            </a:r>
            <a:r>
              <a:rPr lang="fr-FR" sz="1400">
                <a:solidFill>
                  <a:srgbClr val="333333"/>
                </a:solidFill>
                <a:latin typeface="Helvetica Neue" charset="0"/>
              </a:rPr>
              <a:t> </a:t>
            </a:r>
            <a:r>
              <a:rPr lang="fr-FR" sz="1400" b="1">
                <a:solidFill>
                  <a:srgbClr val="C0504D"/>
                </a:solidFill>
                <a:latin typeface="Helvetica Neue" charset="0"/>
              </a:rPr>
              <a:t>annulant</a:t>
            </a:r>
            <a:r>
              <a:rPr lang="fr-FR" sz="1400">
                <a:solidFill>
                  <a:srgbClr val="333333"/>
                </a:solidFill>
                <a:latin typeface="Helvetica Neue" charset="0"/>
              </a:rPr>
              <a:t> </a:t>
            </a:r>
            <a:r>
              <a:rPr lang="fr-FR" sz="1400" b="1">
                <a:solidFill>
                  <a:srgbClr val="C0504D"/>
                </a:solidFill>
                <a:latin typeface="Helvetica Neue" charset="0"/>
              </a:rPr>
              <a:t>l’événement</a:t>
            </a:r>
            <a:r>
              <a:rPr lang="fr-FR" sz="1400">
                <a:solidFill>
                  <a:srgbClr val="333333"/>
                </a:solidFill>
                <a:latin typeface="Helvetica Neue" charset="0"/>
              </a:rPr>
              <a:t> précédent</a:t>
            </a:r>
          </a:p>
          <a:p>
            <a:pPr marL="285750" indent="-285750">
              <a:spcAft>
                <a:spcPts val="600"/>
              </a:spcAft>
              <a:buClr>
                <a:srgbClr val="C0504D"/>
              </a:buClr>
              <a:buFontTx/>
              <a:buChar char="-"/>
            </a:pPr>
            <a:r>
              <a:rPr lang="fr-FR" sz="1400">
                <a:solidFill>
                  <a:srgbClr val="333333"/>
                </a:solidFill>
                <a:latin typeface="Helvetica Neue" charset="0"/>
              </a:rPr>
              <a:t>La compensation doit se propager dans l’ensemble des briques impactées par l’événement</a:t>
            </a:r>
          </a:p>
        </p:txBody>
      </p:sp>
      <p:sp>
        <p:nvSpPr>
          <p:cNvPr id="105" name="Ellipse 104">
            <a:extLst>
              <a:ext uri="{FF2B5EF4-FFF2-40B4-BE49-F238E27FC236}">
                <a16:creationId xmlns:a16="http://schemas.microsoft.com/office/drawing/2014/main" id="{3C6B418B-968A-456B-6074-6E69D7186F3B}"/>
              </a:ext>
            </a:extLst>
          </p:cNvPr>
          <p:cNvSpPr/>
          <p:nvPr/>
        </p:nvSpPr>
        <p:spPr>
          <a:xfrm>
            <a:off x="547789" y="3832689"/>
            <a:ext cx="1412209" cy="358889"/>
          </a:xfrm>
          <a:prstGeom prst="ellipse">
            <a:avLst/>
          </a:prstGeom>
          <a:solidFill>
            <a:sysClr val="window" lastClr="FFFFFF"/>
          </a:solidFill>
          <a:ln w="12700" cap="flat" cmpd="sng" algn="ctr">
            <a:solidFill>
              <a:srgbClr val="8064A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300" normalizeH="0" baseline="0" noProof="0">
                <a:ln>
                  <a:noFill/>
                </a:ln>
                <a:solidFill>
                  <a:srgbClr val="8064A2"/>
                </a:solidFill>
                <a:effectLst/>
                <a:uLnTx/>
                <a:uFillTx/>
                <a:latin typeface="Calibri"/>
                <a:ea typeface="+mn-ea"/>
                <a:cs typeface="+mn-cs"/>
              </a:rPr>
              <a:t>CALLBACK</a:t>
            </a:r>
          </a:p>
        </p:txBody>
      </p:sp>
      <p:cxnSp>
        <p:nvCxnSpPr>
          <p:cNvPr id="106" name="Connecteur droit avec flèche 105">
            <a:extLst>
              <a:ext uri="{FF2B5EF4-FFF2-40B4-BE49-F238E27FC236}">
                <a16:creationId xmlns:a16="http://schemas.microsoft.com/office/drawing/2014/main" id="{926FC92C-593D-456F-5A68-459F53EA6D5E}"/>
              </a:ext>
            </a:extLst>
          </p:cNvPr>
          <p:cNvCxnSpPr>
            <a:cxnSpLocks/>
            <a:stCxn id="101" idx="1"/>
            <a:endCxn id="105" idx="6"/>
          </p:cNvCxnSpPr>
          <p:nvPr/>
        </p:nvCxnSpPr>
        <p:spPr>
          <a:xfrm flipH="1" flipV="1">
            <a:off x="1959998" y="4012134"/>
            <a:ext cx="2537190" cy="273237"/>
          </a:xfrm>
          <a:prstGeom prst="straightConnector1">
            <a:avLst/>
          </a:prstGeom>
          <a:noFill/>
          <a:ln w="9525" cap="flat" cmpd="sng" algn="ctr">
            <a:solidFill>
              <a:srgbClr val="8064A2">
                <a:shade val="95000"/>
                <a:satMod val="105000"/>
              </a:srgbClr>
            </a:solidFill>
            <a:prstDash val="solid"/>
            <a:tailEnd type="triangle"/>
          </a:ln>
          <a:effectLst/>
        </p:spPr>
      </p:cxnSp>
      <p:sp>
        <p:nvSpPr>
          <p:cNvPr id="107" name="Cylindre 106">
            <a:extLst>
              <a:ext uri="{FF2B5EF4-FFF2-40B4-BE49-F238E27FC236}">
                <a16:creationId xmlns:a16="http://schemas.microsoft.com/office/drawing/2014/main" id="{82965B67-14B0-37A5-BD2E-BCD5DB1B04B9}"/>
              </a:ext>
            </a:extLst>
          </p:cNvPr>
          <p:cNvSpPr/>
          <p:nvPr/>
        </p:nvSpPr>
        <p:spPr>
          <a:xfrm rot="5400000">
            <a:off x="4051126" y="2480369"/>
            <a:ext cx="179109" cy="386497"/>
          </a:xfrm>
          <a:prstGeom prst="can">
            <a:avLst/>
          </a:prstGeom>
          <a:solidFill>
            <a:srgbClr val="8064A2"/>
          </a:solidFill>
          <a:ln w="12700" cap="flat" cmpd="sng" algn="ctr">
            <a:solidFill>
              <a:srgbClr val="8064A2">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sp>
        <p:nvSpPr>
          <p:cNvPr id="108" name="Cylindre 107">
            <a:extLst>
              <a:ext uri="{FF2B5EF4-FFF2-40B4-BE49-F238E27FC236}">
                <a16:creationId xmlns:a16="http://schemas.microsoft.com/office/drawing/2014/main" id="{994008EC-5E23-112C-0415-1669A5E125AC}"/>
              </a:ext>
            </a:extLst>
          </p:cNvPr>
          <p:cNvSpPr/>
          <p:nvPr/>
        </p:nvSpPr>
        <p:spPr>
          <a:xfrm rot="5400000">
            <a:off x="6176323" y="2180809"/>
            <a:ext cx="179109" cy="386497"/>
          </a:xfrm>
          <a:prstGeom prst="can">
            <a:avLst/>
          </a:prstGeom>
          <a:solidFill>
            <a:srgbClr val="8064A2"/>
          </a:solidFill>
          <a:ln w="12700" cap="flat" cmpd="sng" algn="ctr">
            <a:solidFill>
              <a:srgbClr val="8064A2">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sp>
        <p:nvSpPr>
          <p:cNvPr id="109" name="Cylindre 108">
            <a:extLst>
              <a:ext uri="{FF2B5EF4-FFF2-40B4-BE49-F238E27FC236}">
                <a16:creationId xmlns:a16="http://schemas.microsoft.com/office/drawing/2014/main" id="{24ABE89E-7E8A-E907-BF2B-7740A282B671}"/>
              </a:ext>
            </a:extLst>
          </p:cNvPr>
          <p:cNvSpPr/>
          <p:nvPr/>
        </p:nvSpPr>
        <p:spPr>
          <a:xfrm rot="5400000">
            <a:off x="6176322" y="2779936"/>
            <a:ext cx="179109" cy="386497"/>
          </a:xfrm>
          <a:prstGeom prst="can">
            <a:avLst/>
          </a:prstGeom>
          <a:solidFill>
            <a:srgbClr val="8064A2"/>
          </a:solidFill>
          <a:ln w="12700" cap="flat" cmpd="sng" algn="ctr">
            <a:solidFill>
              <a:srgbClr val="8064A2">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sp>
        <p:nvSpPr>
          <p:cNvPr id="110" name="Cylindre 109">
            <a:extLst>
              <a:ext uri="{FF2B5EF4-FFF2-40B4-BE49-F238E27FC236}">
                <a16:creationId xmlns:a16="http://schemas.microsoft.com/office/drawing/2014/main" id="{A39B77E4-2FB7-EAAE-3C72-EDF465F34817}"/>
              </a:ext>
            </a:extLst>
          </p:cNvPr>
          <p:cNvSpPr/>
          <p:nvPr/>
        </p:nvSpPr>
        <p:spPr>
          <a:xfrm rot="5400000">
            <a:off x="8193014" y="2180808"/>
            <a:ext cx="179109" cy="386497"/>
          </a:xfrm>
          <a:prstGeom prst="can">
            <a:avLst/>
          </a:prstGeom>
          <a:solidFill>
            <a:srgbClr val="8064A2"/>
          </a:solidFill>
          <a:ln w="12700" cap="flat" cmpd="sng" algn="ctr">
            <a:solidFill>
              <a:srgbClr val="8064A2">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grpSp>
        <p:nvGrpSpPr>
          <p:cNvPr id="111" name="Groupe 110">
            <a:extLst>
              <a:ext uri="{FF2B5EF4-FFF2-40B4-BE49-F238E27FC236}">
                <a16:creationId xmlns:a16="http://schemas.microsoft.com/office/drawing/2014/main" id="{69A77C40-9294-8466-6674-43977D697F98}"/>
              </a:ext>
            </a:extLst>
          </p:cNvPr>
          <p:cNvGrpSpPr/>
          <p:nvPr/>
        </p:nvGrpSpPr>
        <p:grpSpPr>
          <a:xfrm>
            <a:off x="7628427" y="3866836"/>
            <a:ext cx="4441559" cy="1073302"/>
            <a:chOff x="4519633" y="2513451"/>
            <a:chExt cx="4441559" cy="1073302"/>
          </a:xfrm>
        </p:grpSpPr>
        <p:sp>
          <p:nvSpPr>
            <p:cNvPr id="112" name="ZoneTexte 111">
              <a:extLst>
                <a:ext uri="{FF2B5EF4-FFF2-40B4-BE49-F238E27FC236}">
                  <a16:creationId xmlns:a16="http://schemas.microsoft.com/office/drawing/2014/main" id="{A8521BEE-6DB3-54A3-F447-C95A08B1268A}"/>
                </a:ext>
              </a:extLst>
            </p:cNvPr>
            <p:cNvSpPr txBox="1"/>
            <p:nvPr/>
          </p:nvSpPr>
          <p:spPr>
            <a:xfrm>
              <a:off x="4519633" y="2676146"/>
              <a:ext cx="4441559" cy="910607"/>
            </a:xfrm>
            <a:prstGeom prst="rect">
              <a:avLst/>
            </a:prstGeom>
            <a:solidFill>
              <a:sysClr val="window" lastClr="FFFFFF"/>
            </a:solidFill>
            <a:ln w="25400" cap="flat" cmpd="sng" algn="ctr">
              <a:solidFill>
                <a:srgbClr val="C0504D"/>
              </a:solidFill>
              <a:prstDash val="solid"/>
            </a:ln>
            <a:effectLst/>
          </p:spPr>
          <p:txBody>
            <a:bodyPr wrap="square" tIns="216000" rtlCol="0" anchor="t">
              <a:spAutoFit/>
            </a:bodyPr>
            <a:lstStyle>
              <a:defPPr>
                <a:defRPr lang="fr-FR"/>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285750" marR="0" lvl="0" indent="-2857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0" cap="none" spc="0" normalizeH="0" baseline="0" noProof="0">
                  <a:ln>
                    <a:noFill/>
                  </a:ln>
                  <a:solidFill>
                    <a:srgbClr val="3F3F3F"/>
                  </a:solidFill>
                  <a:effectLst/>
                  <a:uLnTx/>
                  <a:uFillTx/>
                  <a:latin typeface="Calibri"/>
                  <a:ea typeface="+mn-ea"/>
                  <a:cs typeface="+mn-cs"/>
                </a:rPr>
                <a:t>Nécessite une vision globale et cohérente du système</a:t>
              </a:r>
            </a:p>
            <a:p>
              <a:pPr marL="285750" marR="0" lvl="0" indent="-2857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0" cap="none" spc="0" normalizeH="0" baseline="0" noProof="0">
                  <a:ln>
                    <a:noFill/>
                  </a:ln>
                  <a:solidFill>
                    <a:srgbClr val="3F3F3F"/>
                  </a:solidFill>
                  <a:effectLst/>
                  <a:uLnTx/>
                  <a:uFillTx/>
                  <a:latin typeface="Calibri"/>
                  <a:ea typeface="+mn-ea"/>
                  <a:cs typeface="+mn-cs"/>
                </a:rPr>
                <a:t>Chaque service doit comporter son service de compensation dès la conception</a:t>
              </a:r>
            </a:p>
          </p:txBody>
        </p:sp>
        <p:sp>
          <p:nvSpPr>
            <p:cNvPr id="113" name="ZoneTexte 112">
              <a:extLst>
                <a:ext uri="{FF2B5EF4-FFF2-40B4-BE49-F238E27FC236}">
                  <a16:creationId xmlns:a16="http://schemas.microsoft.com/office/drawing/2014/main" id="{476D346A-AF63-0728-FBA5-76B5D4E56425}"/>
                </a:ext>
              </a:extLst>
            </p:cNvPr>
            <p:cNvSpPr txBox="1"/>
            <p:nvPr/>
          </p:nvSpPr>
          <p:spPr>
            <a:xfrm>
              <a:off x="4651612" y="2513451"/>
              <a:ext cx="3840715" cy="288000"/>
            </a:xfrm>
            <a:prstGeom prst="rect">
              <a:avLst/>
            </a:prstGeom>
            <a:solidFill>
              <a:srgbClr val="C0504D"/>
            </a:solidFill>
            <a:ln w="25400" cap="flat" cmpd="sng" algn="ctr">
              <a:solidFill>
                <a:srgbClr val="C0504D"/>
              </a:solidFill>
              <a:prstDash val="solid"/>
            </a:ln>
            <a:effectLst/>
          </p:spPr>
          <p:txBody>
            <a:bodyPr rtlCol="0" anchor="ctr"/>
            <a:lstStyle>
              <a:defPPr>
                <a:defRPr lang="fr-FR"/>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a:ln>
                    <a:noFill/>
                  </a:ln>
                  <a:solidFill>
                    <a:prstClr val="white"/>
                  </a:solidFill>
                  <a:effectLst/>
                  <a:uLnTx/>
                  <a:uFillTx/>
                  <a:latin typeface="Calibri"/>
                  <a:ea typeface="+mn-ea"/>
                  <a:cs typeface="+mn-cs"/>
                </a:rPr>
                <a:t>Best practices</a:t>
              </a:r>
            </a:p>
          </p:txBody>
        </p:sp>
      </p:grpSp>
    </p:spTree>
    <p:extLst>
      <p:ext uri="{BB962C8B-B14F-4D97-AF65-F5344CB8AC3E}">
        <p14:creationId xmlns:p14="http://schemas.microsoft.com/office/powerpoint/2010/main" val="31677540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96"/>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97"/>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10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98"/>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99"/>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108"/>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109"/>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0" nodeType="clickEffect">
                                  <p:stCondLst>
                                    <p:cond delay="0"/>
                                  </p:stCondLst>
                                  <p:childTnLst>
                                    <p:set>
                                      <p:cBhvr>
                                        <p:cTn id="40" dur="1" fill="hold">
                                          <p:stCondLst>
                                            <p:cond delay="0"/>
                                          </p:stCondLst>
                                        </p:cTn>
                                        <p:tgtEl>
                                          <p:spTgt spid="100"/>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11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p:bldP spid="97" grpId="0" animBg="1"/>
      <p:bldP spid="98" grpId="0" animBg="1"/>
      <p:bldP spid="99" grpId="0" animBg="1"/>
      <p:bldP spid="100" grpId="0" animBg="1"/>
      <p:bldP spid="101" grpId="0" animBg="1"/>
      <p:bldP spid="105" grpId="0" animBg="1"/>
      <p:bldP spid="107" grpId="0" animBg="1"/>
      <p:bldP spid="108" grpId="0" animBg="1"/>
      <p:bldP spid="109" grpId="0" animBg="1"/>
      <p:bldP spid="110"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Espace réservé du texte 56">
            <a:extLst>
              <a:ext uri="{FF2B5EF4-FFF2-40B4-BE49-F238E27FC236}">
                <a16:creationId xmlns:a16="http://schemas.microsoft.com/office/drawing/2014/main" id="{8DA6E868-8F9D-2314-D3EA-01C431614FCA}"/>
              </a:ext>
            </a:extLst>
          </p:cNvPr>
          <p:cNvSpPr>
            <a:spLocks noGrp="1"/>
          </p:cNvSpPr>
          <p:nvPr>
            <p:ph type="body" sz="quarter" idx="35"/>
          </p:nvPr>
        </p:nvSpPr>
        <p:spPr/>
        <p:txBody>
          <a:bodyPr/>
          <a:lstStyle/>
          <a:p>
            <a:r>
              <a:rPr lang="fr-FR" err="1"/>
              <a:t>Retry</a:t>
            </a:r>
            <a:r>
              <a:rPr lang="fr-FR"/>
              <a:t> pattern</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PATTERNS DE COMPENSATION ET DE GESTION D’ERREURS</a:t>
            </a:r>
          </a:p>
        </p:txBody>
      </p:sp>
      <p:sp>
        <p:nvSpPr>
          <p:cNvPr id="3" name="Rectangle 2">
            <a:extLst>
              <a:ext uri="{FF2B5EF4-FFF2-40B4-BE49-F238E27FC236}">
                <a16:creationId xmlns:a16="http://schemas.microsoft.com/office/drawing/2014/main" id="{8F6CABE3-3EC9-ADB1-BD1C-F4FDBE8F3FEB}"/>
              </a:ext>
            </a:extLst>
          </p:cNvPr>
          <p:cNvSpPr/>
          <p:nvPr/>
        </p:nvSpPr>
        <p:spPr>
          <a:xfrm>
            <a:off x="2464057" y="2490179"/>
            <a:ext cx="988075" cy="366881"/>
          </a:xfrm>
          <a:prstGeom prst="rect">
            <a:avLst/>
          </a:prstGeom>
          <a:solidFill>
            <a:sysClr val="window" lastClr="FFFFFF"/>
          </a:solidFill>
          <a:ln w="12700" cap="flat" cmpd="sng" algn="ctr">
            <a:solidFill>
              <a:srgbClr val="8064A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300" normalizeH="0" baseline="0" noProof="0">
                <a:ln>
                  <a:noFill/>
                </a:ln>
                <a:solidFill>
                  <a:srgbClr val="8064A2"/>
                </a:solidFill>
                <a:effectLst/>
                <a:uLnTx/>
                <a:uFillTx/>
                <a:latin typeface="Calibri"/>
                <a:ea typeface="+mn-ea"/>
                <a:cs typeface="+mn-cs"/>
              </a:rPr>
              <a:t>SERVICE A</a:t>
            </a:r>
          </a:p>
        </p:txBody>
      </p:sp>
      <p:sp>
        <p:nvSpPr>
          <p:cNvPr id="4" name="Rectangle 3">
            <a:extLst>
              <a:ext uri="{FF2B5EF4-FFF2-40B4-BE49-F238E27FC236}">
                <a16:creationId xmlns:a16="http://schemas.microsoft.com/office/drawing/2014/main" id="{2F8A753E-DA58-9B5E-F8CA-D86CCAF4738D}"/>
              </a:ext>
            </a:extLst>
          </p:cNvPr>
          <p:cNvSpPr/>
          <p:nvPr/>
        </p:nvSpPr>
        <p:spPr>
          <a:xfrm>
            <a:off x="4835782" y="2490180"/>
            <a:ext cx="988075" cy="366881"/>
          </a:xfrm>
          <a:prstGeom prst="rect">
            <a:avLst/>
          </a:prstGeom>
          <a:solidFill>
            <a:sysClr val="window" lastClr="FFFFFF"/>
          </a:solidFill>
          <a:ln w="12700" cap="flat" cmpd="sng" algn="ctr">
            <a:solidFill>
              <a:srgbClr val="8064A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300" normalizeH="0" baseline="0" noProof="0">
                <a:ln>
                  <a:noFill/>
                </a:ln>
                <a:solidFill>
                  <a:srgbClr val="8064A2"/>
                </a:solidFill>
                <a:effectLst/>
                <a:uLnTx/>
                <a:uFillTx/>
                <a:latin typeface="Calibri"/>
                <a:ea typeface="+mn-ea"/>
                <a:cs typeface="+mn-cs"/>
              </a:rPr>
              <a:t>SERVICE B</a:t>
            </a:r>
          </a:p>
        </p:txBody>
      </p:sp>
      <p:sp>
        <p:nvSpPr>
          <p:cNvPr id="5" name="Rectangle 4">
            <a:extLst>
              <a:ext uri="{FF2B5EF4-FFF2-40B4-BE49-F238E27FC236}">
                <a16:creationId xmlns:a16="http://schemas.microsoft.com/office/drawing/2014/main" id="{309012B3-16ED-B140-D7ED-D1A1228A1033}"/>
              </a:ext>
            </a:extLst>
          </p:cNvPr>
          <p:cNvSpPr/>
          <p:nvPr/>
        </p:nvSpPr>
        <p:spPr>
          <a:xfrm>
            <a:off x="6712207" y="1867699"/>
            <a:ext cx="988075" cy="366881"/>
          </a:xfrm>
          <a:prstGeom prst="rect">
            <a:avLst/>
          </a:prstGeom>
          <a:solidFill>
            <a:sysClr val="window" lastClr="FFFFFF"/>
          </a:solidFill>
          <a:ln w="12700" cap="flat" cmpd="sng" algn="ctr">
            <a:solidFill>
              <a:srgbClr val="8064A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300" normalizeH="0" baseline="0" noProof="0">
                <a:ln>
                  <a:noFill/>
                </a:ln>
                <a:solidFill>
                  <a:srgbClr val="8064A2"/>
                </a:solidFill>
                <a:effectLst/>
                <a:uLnTx/>
                <a:uFillTx/>
                <a:latin typeface="Calibri"/>
                <a:ea typeface="+mn-ea"/>
                <a:cs typeface="+mn-cs"/>
              </a:rPr>
              <a:t>SERVICE D</a:t>
            </a:r>
          </a:p>
        </p:txBody>
      </p:sp>
      <p:sp>
        <p:nvSpPr>
          <p:cNvPr id="6" name="Rectangle 5">
            <a:extLst>
              <a:ext uri="{FF2B5EF4-FFF2-40B4-BE49-F238E27FC236}">
                <a16:creationId xmlns:a16="http://schemas.microsoft.com/office/drawing/2014/main" id="{BB2536C8-C882-85B6-0DDD-27611082AD67}"/>
              </a:ext>
            </a:extLst>
          </p:cNvPr>
          <p:cNvSpPr/>
          <p:nvPr/>
        </p:nvSpPr>
        <p:spPr>
          <a:xfrm>
            <a:off x="6712207" y="3113524"/>
            <a:ext cx="988075" cy="366881"/>
          </a:xfrm>
          <a:prstGeom prst="rect">
            <a:avLst/>
          </a:prstGeom>
          <a:solidFill>
            <a:sysClr val="window" lastClr="FFFFFF"/>
          </a:solidFill>
          <a:ln w="12700" cap="flat" cmpd="sng" algn="ctr">
            <a:solidFill>
              <a:srgbClr val="8064A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300" normalizeH="0" baseline="0" noProof="0">
                <a:ln>
                  <a:noFill/>
                </a:ln>
                <a:solidFill>
                  <a:srgbClr val="8064A2"/>
                </a:solidFill>
                <a:effectLst/>
                <a:uLnTx/>
                <a:uFillTx/>
                <a:latin typeface="Calibri"/>
                <a:ea typeface="+mn-ea"/>
                <a:cs typeface="+mn-cs"/>
              </a:rPr>
              <a:t>SERVICE E</a:t>
            </a:r>
          </a:p>
        </p:txBody>
      </p:sp>
      <p:sp>
        <p:nvSpPr>
          <p:cNvPr id="7" name="Rectangle 6">
            <a:extLst>
              <a:ext uri="{FF2B5EF4-FFF2-40B4-BE49-F238E27FC236}">
                <a16:creationId xmlns:a16="http://schemas.microsoft.com/office/drawing/2014/main" id="{C501572D-EDB5-EDB9-1120-51D1343D343D}"/>
              </a:ext>
            </a:extLst>
          </p:cNvPr>
          <p:cNvSpPr/>
          <p:nvPr/>
        </p:nvSpPr>
        <p:spPr>
          <a:xfrm>
            <a:off x="8864857" y="2490179"/>
            <a:ext cx="988075" cy="366881"/>
          </a:xfrm>
          <a:prstGeom prst="rect">
            <a:avLst/>
          </a:prstGeom>
          <a:solidFill>
            <a:sysClr val="window" lastClr="FFFFFF"/>
          </a:solidFill>
          <a:ln w="12700" cap="flat" cmpd="sng" algn="ctr">
            <a:solidFill>
              <a:srgbClr val="8064A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300" normalizeH="0" baseline="0" noProof="0">
                <a:ln>
                  <a:noFill/>
                </a:ln>
                <a:solidFill>
                  <a:srgbClr val="8064A2"/>
                </a:solidFill>
                <a:effectLst/>
                <a:uLnTx/>
                <a:uFillTx/>
                <a:latin typeface="Calibri"/>
                <a:ea typeface="+mn-ea"/>
                <a:cs typeface="+mn-cs"/>
              </a:rPr>
              <a:t>SERVICE F</a:t>
            </a:r>
          </a:p>
        </p:txBody>
      </p:sp>
      <p:cxnSp>
        <p:nvCxnSpPr>
          <p:cNvPr id="8" name="Connecteur droit avec flèche 7">
            <a:extLst>
              <a:ext uri="{FF2B5EF4-FFF2-40B4-BE49-F238E27FC236}">
                <a16:creationId xmlns:a16="http://schemas.microsoft.com/office/drawing/2014/main" id="{63E55BF5-8725-9B57-40C9-BF00E9331B9D}"/>
              </a:ext>
            </a:extLst>
          </p:cNvPr>
          <p:cNvCxnSpPr>
            <a:endCxn id="3" idx="1"/>
          </p:cNvCxnSpPr>
          <p:nvPr/>
        </p:nvCxnSpPr>
        <p:spPr>
          <a:xfrm>
            <a:off x="1943100" y="2673619"/>
            <a:ext cx="520957" cy="1"/>
          </a:xfrm>
          <a:prstGeom prst="straightConnector1">
            <a:avLst/>
          </a:prstGeom>
          <a:noFill/>
          <a:ln w="9525" cap="flat" cmpd="sng" algn="ctr">
            <a:solidFill>
              <a:srgbClr val="8064A2">
                <a:shade val="95000"/>
                <a:satMod val="105000"/>
              </a:srgbClr>
            </a:solidFill>
            <a:prstDash val="solid"/>
            <a:tailEnd type="triangle"/>
          </a:ln>
          <a:effectLst/>
        </p:spPr>
      </p:cxnSp>
      <p:cxnSp>
        <p:nvCxnSpPr>
          <p:cNvPr id="10" name="Connecteur droit avec flèche 9">
            <a:extLst>
              <a:ext uri="{FF2B5EF4-FFF2-40B4-BE49-F238E27FC236}">
                <a16:creationId xmlns:a16="http://schemas.microsoft.com/office/drawing/2014/main" id="{A3DF769A-2B15-D275-C8CC-6AA275865D77}"/>
              </a:ext>
            </a:extLst>
          </p:cNvPr>
          <p:cNvCxnSpPr>
            <a:cxnSpLocks/>
            <a:stCxn id="3" idx="3"/>
            <a:endCxn id="4" idx="1"/>
          </p:cNvCxnSpPr>
          <p:nvPr/>
        </p:nvCxnSpPr>
        <p:spPr>
          <a:xfrm>
            <a:off x="3452132" y="2673620"/>
            <a:ext cx="1383650" cy="1"/>
          </a:xfrm>
          <a:prstGeom prst="straightConnector1">
            <a:avLst/>
          </a:prstGeom>
          <a:noFill/>
          <a:ln w="9525" cap="flat" cmpd="sng" algn="ctr">
            <a:solidFill>
              <a:srgbClr val="8064A2">
                <a:shade val="95000"/>
                <a:satMod val="105000"/>
              </a:srgbClr>
            </a:solidFill>
            <a:prstDash val="solid"/>
            <a:tailEnd type="triangle"/>
          </a:ln>
          <a:effectLst/>
        </p:spPr>
      </p:cxnSp>
      <p:cxnSp>
        <p:nvCxnSpPr>
          <p:cNvPr id="12" name="Connecteur droit avec flèche 11">
            <a:extLst>
              <a:ext uri="{FF2B5EF4-FFF2-40B4-BE49-F238E27FC236}">
                <a16:creationId xmlns:a16="http://schemas.microsoft.com/office/drawing/2014/main" id="{819BC95B-345E-42CC-A391-65ACABD660CF}"/>
              </a:ext>
            </a:extLst>
          </p:cNvPr>
          <p:cNvCxnSpPr>
            <a:cxnSpLocks/>
            <a:stCxn id="4" idx="3"/>
            <a:endCxn id="5" idx="1"/>
          </p:cNvCxnSpPr>
          <p:nvPr/>
        </p:nvCxnSpPr>
        <p:spPr>
          <a:xfrm flipV="1">
            <a:off x="5823857" y="2051140"/>
            <a:ext cx="888350" cy="622481"/>
          </a:xfrm>
          <a:prstGeom prst="straightConnector1">
            <a:avLst/>
          </a:prstGeom>
          <a:noFill/>
          <a:ln w="9525" cap="flat" cmpd="sng" algn="ctr">
            <a:solidFill>
              <a:srgbClr val="8064A2">
                <a:shade val="95000"/>
                <a:satMod val="105000"/>
              </a:srgbClr>
            </a:solidFill>
            <a:prstDash val="solid"/>
            <a:tailEnd type="triangle"/>
          </a:ln>
          <a:effectLst/>
        </p:spPr>
      </p:cxnSp>
      <p:cxnSp>
        <p:nvCxnSpPr>
          <p:cNvPr id="14" name="Connecteur droit avec flèche 13">
            <a:extLst>
              <a:ext uri="{FF2B5EF4-FFF2-40B4-BE49-F238E27FC236}">
                <a16:creationId xmlns:a16="http://schemas.microsoft.com/office/drawing/2014/main" id="{D763692A-D0D2-48C0-2ACF-791CA66906B4}"/>
              </a:ext>
            </a:extLst>
          </p:cNvPr>
          <p:cNvCxnSpPr>
            <a:cxnSpLocks/>
            <a:stCxn id="4" idx="3"/>
            <a:endCxn id="6" idx="1"/>
          </p:cNvCxnSpPr>
          <p:nvPr/>
        </p:nvCxnSpPr>
        <p:spPr>
          <a:xfrm>
            <a:off x="5823857" y="2673621"/>
            <a:ext cx="888350" cy="623344"/>
          </a:xfrm>
          <a:prstGeom prst="straightConnector1">
            <a:avLst/>
          </a:prstGeom>
          <a:noFill/>
          <a:ln w="9525" cap="flat" cmpd="sng" algn="ctr">
            <a:solidFill>
              <a:srgbClr val="8064A2">
                <a:shade val="95000"/>
                <a:satMod val="105000"/>
              </a:srgbClr>
            </a:solidFill>
            <a:prstDash val="solid"/>
            <a:tailEnd type="triangle"/>
          </a:ln>
          <a:effectLst/>
        </p:spPr>
      </p:cxnSp>
      <p:cxnSp>
        <p:nvCxnSpPr>
          <p:cNvPr id="15" name="Connecteur droit avec flèche 14">
            <a:extLst>
              <a:ext uri="{FF2B5EF4-FFF2-40B4-BE49-F238E27FC236}">
                <a16:creationId xmlns:a16="http://schemas.microsoft.com/office/drawing/2014/main" id="{AC8D11AF-F270-E347-3D0D-CC6E103E1F50}"/>
              </a:ext>
            </a:extLst>
          </p:cNvPr>
          <p:cNvCxnSpPr>
            <a:cxnSpLocks/>
            <a:stCxn id="5" idx="3"/>
            <a:endCxn id="7" idx="1"/>
          </p:cNvCxnSpPr>
          <p:nvPr/>
        </p:nvCxnSpPr>
        <p:spPr>
          <a:xfrm>
            <a:off x="7700282" y="2051140"/>
            <a:ext cx="1164575" cy="622480"/>
          </a:xfrm>
          <a:prstGeom prst="straightConnector1">
            <a:avLst/>
          </a:prstGeom>
          <a:noFill/>
          <a:ln w="9525" cap="flat" cmpd="sng" algn="ctr">
            <a:solidFill>
              <a:srgbClr val="8064A2">
                <a:shade val="95000"/>
                <a:satMod val="105000"/>
              </a:srgbClr>
            </a:solidFill>
            <a:prstDash val="solid"/>
            <a:tailEnd type="triangle"/>
          </a:ln>
          <a:effectLst/>
        </p:spPr>
      </p:cxnSp>
      <p:cxnSp>
        <p:nvCxnSpPr>
          <p:cNvPr id="16" name="Connecteur droit avec flèche 15">
            <a:extLst>
              <a:ext uri="{FF2B5EF4-FFF2-40B4-BE49-F238E27FC236}">
                <a16:creationId xmlns:a16="http://schemas.microsoft.com/office/drawing/2014/main" id="{C1812978-74DA-7895-3E1B-BE629CAF89C5}"/>
              </a:ext>
            </a:extLst>
          </p:cNvPr>
          <p:cNvCxnSpPr>
            <a:cxnSpLocks/>
            <a:stCxn id="6" idx="3"/>
            <a:endCxn id="7" idx="1"/>
          </p:cNvCxnSpPr>
          <p:nvPr/>
        </p:nvCxnSpPr>
        <p:spPr>
          <a:xfrm flipV="1">
            <a:off x="7700282" y="2673620"/>
            <a:ext cx="1164575" cy="623345"/>
          </a:xfrm>
          <a:prstGeom prst="straightConnector1">
            <a:avLst/>
          </a:prstGeom>
          <a:noFill/>
          <a:ln w="9525" cap="flat" cmpd="sng" algn="ctr">
            <a:solidFill>
              <a:srgbClr val="8064A2">
                <a:shade val="95000"/>
                <a:satMod val="105000"/>
              </a:srgbClr>
            </a:solidFill>
            <a:prstDash val="solid"/>
            <a:tailEnd type="triangle"/>
          </a:ln>
          <a:effectLst/>
        </p:spPr>
      </p:cxnSp>
      <p:grpSp>
        <p:nvGrpSpPr>
          <p:cNvPr id="17" name="Groupe 16">
            <a:extLst>
              <a:ext uri="{FF2B5EF4-FFF2-40B4-BE49-F238E27FC236}">
                <a16:creationId xmlns:a16="http://schemas.microsoft.com/office/drawing/2014/main" id="{7E413B0E-6924-6FBA-B003-20579123FF88}"/>
              </a:ext>
            </a:extLst>
          </p:cNvPr>
          <p:cNvGrpSpPr/>
          <p:nvPr/>
        </p:nvGrpSpPr>
        <p:grpSpPr>
          <a:xfrm>
            <a:off x="5124391" y="2947306"/>
            <a:ext cx="410856" cy="332435"/>
            <a:chOff x="2894725" y="5109288"/>
            <a:chExt cx="496175" cy="400960"/>
          </a:xfrm>
        </p:grpSpPr>
        <p:sp>
          <p:nvSpPr>
            <p:cNvPr id="18" name="Organigramme : Disque magnétique 18">
              <a:extLst>
                <a:ext uri="{FF2B5EF4-FFF2-40B4-BE49-F238E27FC236}">
                  <a16:creationId xmlns:a16="http://schemas.microsoft.com/office/drawing/2014/main" id="{787B23EB-3D27-2619-BE54-DC41C32DE876}"/>
                </a:ext>
              </a:extLst>
            </p:cNvPr>
            <p:cNvSpPr/>
            <p:nvPr/>
          </p:nvSpPr>
          <p:spPr>
            <a:xfrm>
              <a:off x="2894725" y="5297911"/>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sp>
          <p:nvSpPr>
            <p:cNvPr id="19" name="Organigramme : Disque magnétique 20">
              <a:extLst>
                <a:ext uri="{FF2B5EF4-FFF2-40B4-BE49-F238E27FC236}">
                  <a16:creationId xmlns:a16="http://schemas.microsoft.com/office/drawing/2014/main" id="{0E0B5F42-66F0-DEF2-6655-BD52D1AFF341}"/>
                </a:ext>
              </a:extLst>
            </p:cNvPr>
            <p:cNvSpPr/>
            <p:nvPr/>
          </p:nvSpPr>
          <p:spPr>
            <a:xfrm>
              <a:off x="2894725" y="5109288"/>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grpSp>
      <p:grpSp>
        <p:nvGrpSpPr>
          <p:cNvPr id="20" name="Groupe 19">
            <a:extLst>
              <a:ext uri="{FF2B5EF4-FFF2-40B4-BE49-F238E27FC236}">
                <a16:creationId xmlns:a16="http://schemas.microsoft.com/office/drawing/2014/main" id="{037F158F-01C0-E3AF-20FD-D0D0193817CB}"/>
              </a:ext>
            </a:extLst>
          </p:cNvPr>
          <p:cNvGrpSpPr/>
          <p:nvPr/>
        </p:nvGrpSpPr>
        <p:grpSpPr>
          <a:xfrm>
            <a:off x="2752666" y="2964529"/>
            <a:ext cx="410856" cy="332435"/>
            <a:chOff x="2894725" y="5109288"/>
            <a:chExt cx="496175" cy="400960"/>
          </a:xfrm>
        </p:grpSpPr>
        <p:sp>
          <p:nvSpPr>
            <p:cNvPr id="21" name="Organigramme : Disque magnétique 27">
              <a:extLst>
                <a:ext uri="{FF2B5EF4-FFF2-40B4-BE49-F238E27FC236}">
                  <a16:creationId xmlns:a16="http://schemas.microsoft.com/office/drawing/2014/main" id="{F566828A-756D-77E9-CC42-3DCB958FB28C}"/>
                </a:ext>
              </a:extLst>
            </p:cNvPr>
            <p:cNvSpPr/>
            <p:nvPr/>
          </p:nvSpPr>
          <p:spPr>
            <a:xfrm>
              <a:off x="2894725" y="5297911"/>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sp>
          <p:nvSpPr>
            <p:cNvPr id="22" name="Organigramme : Disque magnétique 28">
              <a:extLst>
                <a:ext uri="{FF2B5EF4-FFF2-40B4-BE49-F238E27FC236}">
                  <a16:creationId xmlns:a16="http://schemas.microsoft.com/office/drawing/2014/main" id="{5595A921-92C3-4092-01F6-E95E9047401A}"/>
                </a:ext>
              </a:extLst>
            </p:cNvPr>
            <p:cNvSpPr/>
            <p:nvPr/>
          </p:nvSpPr>
          <p:spPr>
            <a:xfrm>
              <a:off x="2894725" y="5109288"/>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grpSp>
      <p:grpSp>
        <p:nvGrpSpPr>
          <p:cNvPr id="23" name="Groupe 22">
            <a:extLst>
              <a:ext uri="{FF2B5EF4-FFF2-40B4-BE49-F238E27FC236}">
                <a16:creationId xmlns:a16="http://schemas.microsoft.com/office/drawing/2014/main" id="{351FEA89-6A22-34B6-79CD-55D807374E38}"/>
              </a:ext>
            </a:extLst>
          </p:cNvPr>
          <p:cNvGrpSpPr/>
          <p:nvPr/>
        </p:nvGrpSpPr>
        <p:grpSpPr>
          <a:xfrm>
            <a:off x="7000816" y="2341184"/>
            <a:ext cx="410856" cy="332435"/>
            <a:chOff x="2894725" y="5109288"/>
            <a:chExt cx="496175" cy="400960"/>
          </a:xfrm>
        </p:grpSpPr>
        <p:sp>
          <p:nvSpPr>
            <p:cNvPr id="24" name="Organigramme : Disque magnétique 34">
              <a:extLst>
                <a:ext uri="{FF2B5EF4-FFF2-40B4-BE49-F238E27FC236}">
                  <a16:creationId xmlns:a16="http://schemas.microsoft.com/office/drawing/2014/main" id="{829DECD2-F911-5E30-DE77-DA5A5459CDC2}"/>
                </a:ext>
              </a:extLst>
            </p:cNvPr>
            <p:cNvSpPr/>
            <p:nvPr/>
          </p:nvSpPr>
          <p:spPr>
            <a:xfrm>
              <a:off x="2894725" y="5297911"/>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sp>
          <p:nvSpPr>
            <p:cNvPr id="25" name="Organigramme : Disque magnétique 35">
              <a:extLst>
                <a:ext uri="{FF2B5EF4-FFF2-40B4-BE49-F238E27FC236}">
                  <a16:creationId xmlns:a16="http://schemas.microsoft.com/office/drawing/2014/main" id="{D954105E-A7CA-4DD4-5BD0-85DB77E84299}"/>
                </a:ext>
              </a:extLst>
            </p:cNvPr>
            <p:cNvSpPr/>
            <p:nvPr/>
          </p:nvSpPr>
          <p:spPr>
            <a:xfrm>
              <a:off x="2894725" y="5109288"/>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grpSp>
      <p:grpSp>
        <p:nvGrpSpPr>
          <p:cNvPr id="26" name="Groupe 25">
            <a:extLst>
              <a:ext uri="{FF2B5EF4-FFF2-40B4-BE49-F238E27FC236}">
                <a16:creationId xmlns:a16="http://schemas.microsoft.com/office/drawing/2014/main" id="{6E3263BB-DA1E-4012-0AE4-B9DEF32412B6}"/>
              </a:ext>
            </a:extLst>
          </p:cNvPr>
          <p:cNvGrpSpPr/>
          <p:nvPr/>
        </p:nvGrpSpPr>
        <p:grpSpPr>
          <a:xfrm>
            <a:off x="7000816" y="3577065"/>
            <a:ext cx="410856" cy="332435"/>
            <a:chOff x="2894725" y="5109288"/>
            <a:chExt cx="496175" cy="400960"/>
          </a:xfrm>
        </p:grpSpPr>
        <p:sp>
          <p:nvSpPr>
            <p:cNvPr id="27" name="Organigramme : Disque magnétique 37">
              <a:extLst>
                <a:ext uri="{FF2B5EF4-FFF2-40B4-BE49-F238E27FC236}">
                  <a16:creationId xmlns:a16="http://schemas.microsoft.com/office/drawing/2014/main" id="{FA79ADD7-0D66-5AA6-42CE-26E5C57D03D3}"/>
                </a:ext>
              </a:extLst>
            </p:cNvPr>
            <p:cNvSpPr/>
            <p:nvPr/>
          </p:nvSpPr>
          <p:spPr>
            <a:xfrm>
              <a:off x="2894725" y="5297911"/>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sp>
          <p:nvSpPr>
            <p:cNvPr id="28" name="Organigramme : Disque magnétique 38">
              <a:extLst>
                <a:ext uri="{FF2B5EF4-FFF2-40B4-BE49-F238E27FC236}">
                  <a16:creationId xmlns:a16="http://schemas.microsoft.com/office/drawing/2014/main" id="{0A068B20-E5F5-C1F2-6176-132B7FB8AD5B}"/>
                </a:ext>
              </a:extLst>
            </p:cNvPr>
            <p:cNvSpPr/>
            <p:nvPr/>
          </p:nvSpPr>
          <p:spPr>
            <a:xfrm>
              <a:off x="2894725" y="5109288"/>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grpSp>
      <p:grpSp>
        <p:nvGrpSpPr>
          <p:cNvPr id="29" name="Groupe 28">
            <a:extLst>
              <a:ext uri="{FF2B5EF4-FFF2-40B4-BE49-F238E27FC236}">
                <a16:creationId xmlns:a16="http://schemas.microsoft.com/office/drawing/2014/main" id="{5F93D542-D0B1-589F-3639-E1A93375BD6A}"/>
              </a:ext>
            </a:extLst>
          </p:cNvPr>
          <p:cNvGrpSpPr/>
          <p:nvPr/>
        </p:nvGrpSpPr>
        <p:grpSpPr>
          <a:xfrm>
            <a:off x="9153466" y="2974359"/>
            <a:ext cx="410856" cy="332435"/>
            <a:chOff x="2894725" y="5109288"/>
            <a:chExt cx="496175" cy="400960"/>
          </a:xfrm>
        </p:grpSpPr>
        <p:sp>
          <p:nvSpPr>
            <p:cNvPr id="30" name="Organigramme : Disque magnétique 40">
              <a:extLst>
                <a:ext uri="{FF2B5EF4-FFF2-40B4-BE49-F238E27FC236}">
                  <a16:creationId xmlns:a16="http://schemas.microsoft.com/office/drawing/2014/main" id="{53201F66-AF91-36A3-4810-D73045B04D76}"/>
                </a:ext>
              </a:extLst>
            </p:cNvPr>
            <p:cNvSpPr/>
            <p:nvPr/>
          </p:nvSpPr>
          <p:spPr>
            <a:xfrm>
              <a:off x="2894725" y="5297911"/>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sp>
          <p:nvSpPr>
            <p:cNvPr id="31" name="Organigramme : Disque magnétique 41">
              <a:extLst>
                <a:ext uri="{FF2B5EF4-FFF2-40B4-BE49-F238E27FC236}">
                  <a16:creationId xmlns:a16="http://schemas.microsoft.com/office/drawing/2014/main" id="{2D109859-9307-7E9A-D128-1F1B0F396BBB}"/>
                </a:ext>
              </a:extLst>
            </p:cNvPr>
            <p:cNvSpPr/>
            <p:nvPr/>
          </p:nvSpPr>
          <p:spPr>
            <a:xfrm>
              <a:off x="2894725" y="5109288"/>
              <a:ext cx="496175" cy="212337"/>
            </a:xfrm>
            <a:prstGeom prst="flowChartMagneticDisk">
              <a:avLst/>
            </a:prstGeom>
            <a:solidFill>
              <a:srgbClr val="4466AA"/>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48" name="Ellipse 47">
            <a:extLst>
              <a:ext uri="{FF2B5EF4-FFF2-40B4-BE49-F238E27FC236}">
                <a16:creationId xmlns:a16="http://schemas.microsoft.com/office/drawing/2014/main" id="{57B69F16-D13E-CC3D-211F-EF3CFACEFA46}"/>
              </a:ext>
            </a:extLst>
          </p:cNvPr>
          <p:cNvSpPr/>
          <p:nvPr/>
        </p:nvSpPr>
        <p:spPr>
          <a:xfrm>
            <a:off x="651200" y="2494174"/>
            <a:ext cx="1200150" cy="358889"/>
          </a:xfrm>
          <a:prstGeom prst="ellipse">
            <a:avLst/>
          </a:prstGeom>
          <a:solidFill>
            <a:sysClr val="window" lastClr="FFFFFF"/>
          </a:solidFill>
          <a:ln w="12700" cap="flat" cmpd="sng" algn="ctr">
            <a:solidFill>
              <a:srgbClr val="8064A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300" normalizeH="0" baseline="0" noProof="0">
                <a:ln>
                  <a:noFill/>
                </a:ln>
                <a:solidFill>
                  <a:srgbClr val="8064A2"/>
                </a:solidFill>
                <a:effectLst/>
                <a:uLnTx/>
                <a:uFillTx/>
                <a:latin typeface="Calibri"/>
                <a:ea typeface="+mn-ea"/>
                <a:cs typeface="+mn-cs"/>
              </a:rPr>
              <a:t>EVENT A</a:t>
            </a:r>
          </a:p>
        </p:txBody>
      </p:sp>
      <p:sp>
        <p:nvSpPr>
          <p:cNvPr id="49" name="Ellipse 48">
            <a:extLst>
              <a:ext uri="{FF2B5EF4-FFF2-40B4-BE49-F238E27FC236}">
                <a16:creationId xmlns:a16="http://schemas.microsoft.com/office/drawing/2014/main" id="{D9C5A9DF-94A8-E8FB-825C-FE2ACBAB4DD3}"/>
              </a:ext>
            </a:extLst>
          </p:cNvPr>
          <p:cNvSpPr/>
          <p:nvPr/>
        </p:nvSpPr>
        <p:spPr>
          <a:xfrm>
            <a:off x="2807641" y="3214800"/>
            <a:ext cx="276807" cy="248400"/>
          </a:xfrm>
          <a:prstGeom prst="ellipse">
            <a:avLst/>
          </a:prstGeom>
          <a:solidFill>
            <a:sysClr val="window" lastClr="FFFFFF"/>
          </a:solidFill>
          <a:ln w="12700" cap="flat" cmpd="sng" algn="ctr">
            <a:solidFill>
              <a:srgbClr val="8064A2"/>
            </a:solid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0" normalizeH="0" baseline="0" noProof="0">
                <a:ln>
                  <a:noFill/>
                </a:ln>
                <a:solidFill>
                  <a:srgbClr val="8064A2"/>
                </a:solidFill>
                <a:effectLst/>
                <a:uLnTx/>
                <a:uFillTx/>
                <a:latin typeface="Calibri"/>
                <a:ea typeface="+mn-ea"/>
                <a:cs typeface="+mn-cs"/>
              </a:rPr>
              <a:t>A</a:t>
            </a:r>
          </a:p>
        </p:txBody>
      </p:sp>
      <p:sp>
        <p:nvSpPr>
          <p:cNvPr id="50" name="Ellipse 49">
            <a:extLst>
              <a:ext uri="{FF2B5EF4-FFF2-40B4-BE49-F238E27FC236}">
                <a16:creationId xmlns:a16="http://schemas.microsoft.com/office/drawing/2014/main" id="{235ED187-FA19-9707-EBA1-3128B03B58AF}"/>
              </a:ext>
            </a:extLst>
          </p:cNvPr>
          <p:cNvSpPr/>
          <p:nvPr/>
        </p:nvSpPr>
        <p:spPr>
          <a:xfrm>
            <a:off x="5192638" y="3187291"/>
            <a:ext cx="276807" cy="247026"/>
          </a:xfrm>
          <a:prstGeom prst="ellipse">
            <a:avLst/>
          </a:prstGeom>
          <a:solidFill>
            <a:sysClr val="window" lastClr="FFFFFF"/>
          </a:solidFill>
          <a:ln w="12700" cap="flat" cmpd="sng" algn="ctr">
            <a:solidFill>
              <a:srgbClr val="8064A2"/>
            </a:solid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0" normalizeH="0" baseline="0" noProof="0">
                <a:ln>
                  <a:noFill/>
                </a:ln>
                <a:solidFill>
                  <a:srgbClr val="8064A2"/>
                </a:solidFill>
                <a:effectLst/>
                <a:uLnTx/>
                <a:uFillTx/>
                <a:latin typeface="Calibri"/>
                <a:ea typeface="+mn-ea"/>
                <a:cs typeface="+mn-cs"/>
              </a:rPr>
              <a:t>A</a:t>
            </a:r>
          </a:p>
        </p:txBody>
      </p:sp>
      <p:sp>
        <p:nvSpPr>
          <p:cNvPr id="51" name="Ellipse 50">
            <a:extLst>
              <a:ext uri="{FF2B5EF4-FFF2-40B4-BE49-F238E27FC236}">
                <a16:creationId xmlns:a16="http://schemas.microsoft.com/office/drawing/2014/main" id="{9646BF1E-5BFF-81E3-44E9-63656B5181AA}"/>
              </a:ext>
            </a:extLst>
          </p:cNvPr>
          <p:cNvSpPr/>
          <p:nvPr/>
        </p:nvSpPr>
        <p:spPr>
          <a:xfrm>
            <a:off x="7067840" y="2585595"/>
            <a:ext cx="276807" cy="247026"/>
          </a:xfrm>
          <a:prstGeom prst="ellipse">
            <a:avLst/>
          </a:prstGeom>
          <a:solidFill>
            <a:sysClr val="window" lastClr="FFFFFF"/>
          </a:solidFill>
          <a:ln w="12700" cap="flat" cmpd="sng" algn="ctr">
            <a:solidFill>
              <a:srgbClr val="8064A2"/>
            </a:solid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700" b="1" i="0" u="none" strike="noStrike" kern="0" cap="none" spc="0" normalizeH="0" baseline="0" noProof="0">
                <a:ln>
                  <a:noFill/>
                </a:ln>
                <a:solidFill>
                  <a:srgbClr val="8064A2"/>
                </a:solidFill>
                <a:effectLst/>
                <a:uLnTx/>
                <a:uFillTx/>
                <a:latin typeface="Calibri"/>
                <a:ea typeface="+mn-ea"/>
                <a:cs typeface="+mn-cs"/>
              </a:rPr>
              <a:t>A</a:t>
            </a:r>
          </a:p>
        </p:txBody>
      </p:sp>
      <p:sp>
        <p:nvSpPr>
          <p:cNvPr id="52" name="Multiplier 82">
            <a:extLst>
              <a:ext uri="{FF2B5EF4-FFF2-40B4-BE49-F238E27FC236}">
                <a16:creationId xmlns:a16="http://schemas.microsoft.com/office/drawing/2014/main" id="{D9E8459C-A992-B7CF-730A-C9B302FB7577}"/>
              </a:ext>
            </a:extLst>
          </p:cNvPr>
          <p:cNvSpPr/>
          <p:nvPr/>
        </p:nvSpPr>
        <p:spPr>
          <a:xfrm>
            <a:off x="6379053" y="3130746"/>
            <a:ext cx="677902" cy="325392"/>
          </a:xfrm>
          <a:prstGeom prst="mathMultiply">
            <a:avLst/>
          </a:prstGeom>
          <a:solidFill>
            <a:srgbClr val="FF0000"/>
          </a:solid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3F3F3F"/>
              </a:solidFill>
              <a:effectLst/>
              <a:uLnTx/>
              <a:uFillTx/>
              <a:latin typeface="Calibri"/>
              <a:ea typeface="+mn-ea"/>
              <a:cs typeface="+mn-cs"/>
            </a:endParaRPr>
          </a:p>
        </p:txBody>
      </p:sp>
      <p:sp>
        <p:nvSpPr>
          <p:cNvPr id="53" name="Multiplier 82">
            <a:extLst>
              <a:ext uri="{FF2B5EF4-FFF2-40B4-BE49-F238E27FC236}">
                <a16:creationId xmlns:a16="http://schemas.microsoft.com/office/drawing/2014/main" id="{C6D87119-A3BB-0810-B15E-7AB2D2E5E4B5}"/>
              </a:ext>
            </a:extLst>
          </p:cNvPr>
          <p:cNvSpPr/>
          <p:nvPr/>
        </p:nvSpPr>
        <p:spPr>
          <a:xfrm>
            <a:off x="8509222" y="2511630"/>
            <a:ext cx="677902" cy="325392"/>
          </a:xfrm>
          <a:prstGeom prst="mathMultiply">
            <a:avLst/>
          </a:prstGeom>
          <a:solidFill>
            <a:srgbClr val="FF0000"/>
          </a:solid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3F3F3F"/>
              </a:solidFill>
              <a:effectLst/>
              <a:uLnTx/>
              <a:uFillTx/>
              <a:latin typeface="Calibri"/>
              <a:ea typeface="+mn-ea"/>
              <a:cs typeface="+mn-cs"/>
            </a:endParaRPr>
          </a:p>
        </p:txBody>
      </p:sp>
      <p:sp>
        <p:nvSpPr>
          <p:cNvPr id="56" name="Rectangle 55">
            <a:extLst>
              <a:ext uri="{FF2B5EF4-FFF2-40B4-BE49-F238E27FC236}">
                <a16:creationId xmlns:a16="http://schemas.microsoft.com/office/drawing/2014/main" id="{C5CABE71-4459-C112-9668-3F5F4F957CFE}"/>
              </a:ext>
            </a:extLst>
          </p:cNvPr>
          <p:cNvSpPr/>
          <p:nvPr/>
        </p:nvSpPr>
        <p:spPr>
          <a:xfrm>
            <a:off x="616532" y="4521602"/>
            <a:ext cx="11303000" cy="738664"/>
          </a:xfrm>
          <a:prstGeom prst="rect">
            <a:avLst/>
          </a:prstGeom>
        </p:spPr>
        <p:txBody>
          <a:bodyPr wrap="square" anchor="t">
            <a:spAutoFit/>
          </a:bodyPr>
          <a:lstStyle/>
          <a:p>
            <a:r>
              <a:rPr lang="fr-FR" sz="1400">
                <a:solidFill>
                  <a:srgbClr val="333333"/>
                </a:solidFill>
                <a:latin typeface="ArialMT"/>
              </a:rPr>
              <a:t>Configuration d’un jeu automatique ou manuel : </a:t>
            </a:r>
            <a:endParaRPr lang="fr-FR" sz="1400"/>
          </a:p>
          <a:p>
            <a:pPr marL="285750" indent="-285750">
              <a:buFont typeface="Police système Courant"/>
              <a:buChar char="-"/>
            </a:pPr>
            <a:r>
              <a:rPr lang="fr-FR" sz="1400">
                <a:solidFill>
                  <a:srgbClr val="BF4F4C"/>
                </a:solidFill>
                <a:latin typeface="ArialMT"/>
              </a:rPr>
              <a:t> </a:t>
            </a:r>
            <a:r>
              <a:rPr lang="fr-FR" sz="1400">
                <a:solidFill>
                  <a:srgbClr val="333333"/>
                </a:solidFill>
                <a:latin typeface="ArialMT"/>
              </a:rPr>
              <a:t>En utilisant l’une des autres instances du service en erreur </a:t>
            </a:r>
            <a:endParaRPr lang="fr-FR" sz="1400"/>
          </a:p>
          <a:p>
            <a:pPr marL="285750" indent="-285750">
              <a:buFont typeface="Police système Courant"/>
              <a:buChar char="-"/>
            </a:pPr>
            <a:r>
              <a:rPr lang="fr-FR" sz="1400">
                <a:solidFill>
                  <a:srgbClr val="BF4F4C"/>
                </a:solidFill>
                <a:latin typeface="ArialMT"/>
              </a:rPr>
              <a:t> </a:t>
            </a:r>
            <a:r>
              <a:rPr lang="fr-FR" sz="1400">
                <a:solidFill>
                  <a:srgbClr val="333333"/>
                </a:solidFill>
                <a:latin typeface="ArialMT"/>
              </a:rPr>
              <a:t>Ou exécuté après correction du service en erreur </a:t>
            </a:r>
            <a:endParaRPr lang="fr-FR" sz="1400"/>
          </a:p>
        </p:txBody>
      </p:sp>
      <p:sp>
        <p:nvSpPr>
          <p:cNvPr id="59" name="Cylindre 58">
            <a:extLst>
              <a:ext uri="{FF2B5EF4-FFF2-40B4-BE49-F238E27FC236}">
                <a16:creationId xmlns:a16="http://schemas.microsoft.com/office/drawing/2014/main" id="{7C7398A1-D537-9991-42C4-25F642950201}"/>
              </a:ext>
            </a:extLst>
          </p:cNvPr>
          <p:cNvSpPr/>
          <p:nvPr/>
        </p:nvSpPr>
        <p:spPr>
          <a:xfrm rot="5400000">
            <a:off x="4051126" y="2480369"/>
            <a:ext cx="179109" cy="386497"/>
          </a:xfrm>
          <a:prstGeom prst="can">
            <a:avLst/>
          </a:prstGeom>
          <a:solidFill>
            <a:srgbClr val="8064A2"/>
          </a:solidFill>
          <a:ln w="12700" cap="flat" cmpd="sng" algn="ctr">
            <a:solidFill>
              <a:srgbClr val="8064A2">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sp>
        <p:nvSpPr>
          <p:cNvPr id="60" name="Cylindre 59">
            <a:extLst>
              <a:ext uri="{FF2B5EF4-FFF2-40B4-BE49-F238E27FC236}">
                <a16:creationId xmlns:a16="http://schemas.microsoft.com/office/drawing/2014/main" id="{CC35D2F4-61F8-6BD0-DF50-0CABD995A4E2}"/>
              </a:ext>
            </a:extLst>
          </p:cNvPr>
          <p:cNvSpPr/>
          <p:nvPr/>
        </p:nvSpPr>
        <p:spPr>
          <a:xfrm rot="5400000">
            <a:off x="6176323" y="2180809"/>
            <a:ext cx="179109" cy="386497"/>
          </a:xfrm>
          <a:prstGeom prst="can">
            <a:avLst/>
          </a:prstGeom>
          <a:solidFill>
            <a:srgbClr val="8064A2"/>
          </a:solidFill>
          <a:ln w="12700" cap="flat" cmpd="sng" algn="ctr">
            <a:solidFill>
              <a:srgbClr val="8064A2">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sp>
        <p:nvSpPr>
          <p:cNvPr id="61" name="Cylindre 60">
            <a:extLst>
              <a:ext uri="{FF2B5EF4-FFF2-40B4-BE49-F238E27FC236}">
                <a16:creationId xmlns:a16="http://schemas.microsoft.com/office/drawing/2014/main" id="{99A357F0-0B6D-8CF3-EE47-C2894C591094}"/>
              </a:ext>
            </a:extLst>
          </p:cNvPr>
          <p:cNvSpPr/>
          <p:nvPr/>
        </p:nvSpPr>
        <p:spPr>
          <a:xfrm rot="5400000">
            <a:off x="6176322" y="2779936"/>
            <a:ext cx="179109" cy="386497"/>
          </a:xfrm>
          <a:prstGeom prst="can">
            <a:avLst/>
          </a:prstGeom>
          <a:solidFill>
            <a:srgbClr val="8064A2"/>
          </a:solidFill>
          <a:ln w="12700" cap="flat" cmpd="sng" algn="ctr">
            <a:solidFill>
              <a:srgbClr val="8064A2">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sp>
        <p:nvSpPr>
          <p:cNvPr id="62" name="Cylindre 61">
            <a:extLst>
              <a:ext uri="{FF2B5EF4-FFF2-40B4-BE49-F238E27FC236}">
                <a16:creationId xmlns:a16="http://schemas.microsoft.com/office/drawing/2014/main" id="{7F9D9B55-DF55-3A3C-5D04-849234D97320}"/>
              </a:ext>
            </a:extLst>
          </p:cNvPr>
          <p:cNvSpPr/>
          <p:nvPr/>
        </p:nvSpPr>
        <p:spPr>
          <a:xfrm rot="5400000">
            <a:off x="8193014" y="2180808"/>
            <a:ext cx="179109" cy="386497"/>
          </a:xfrm>
          <a:prstGeom prst="can">
            <a:avLst/>
          </a:prstGeom>
          <a:solidFill>
            <a:srgbClr val="8064A2"/>
          </a:solidFill>
          <a:ln w="12700" cap="flat" cmpd="sng" algn="ctr">
            <a:solidFill>
              <a:srgbClr val="8064A2">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grpSp>
        <p:nvGrpSpPr>
          <p:cNvPr id="63" name="Groupe 62">
            <a:extLst>
              <a:ext uri="{FF2B5EF4-FFF2-40B4-BE49-F238E27FC236}">
                <a16:creationId xmlns:a16="http://schemas.microsoft.com/office/drawing/2014/main" id="{1B360170-3D81-06CA-0D9A-3B20D652E175}"/>
              </a:ext>
            </a:extLst>
          </p:cNvPr>
          <p:cNvGrpSpPr/>
          <p:nvPr/>
        </p:nvGrpSpPr>
        <p:grpSpPr>
          <a:xfrm>
            <a:off x="6534389" y="3866836"/>
            <a:ext cx="5535597" cy="1504189"/>
            <a:chOff x="3425595" y="2513451"/>
            <a:chExt cx="5535597" cy="1504189"/>
          </a:xfrm>
        </p:grpSpPr>
        <p:sp>
          <p:nvSpPr>
            <p:cNvPr id="64" name="ZoneTexte 63">
              <a:extLst>
                <a:ext uri="{FF2B5EF4-FFF2-40B4-BE49-F238E27FC236}">
                  <a16:creationId xmlns:a16="http://schemas.microsoft.com/office/drawing/2014/main" id="{376753A1-4C97-9F4C-4C1C-C2E9DB0DDE2E}"/>
                </a:ext>
              </a:extLst>
            </p:cNvPr>
            <p:cNvSpPr txBox="1"/>
            <p:nvPr/>
          </p:nvSpPr>
          <p:spPr>
            <a:xfrm>
              <a:off x="3425595" y="2676146"/>
              <a:ext cx="5535597" cy="1341494"/>
            </a:xfrm>
            <a:prstGeom prst="rect">
              <a:avLst/>
            </a:prstGeom>
            <a:solidFill>
              <a:sysClr val="window" lastClr="FFFFFF"/>
            </a:solidFill>
            <a:ln w="25400" cap="flat" cmpd="sng" algn="ctr">
              <a:solidFill>
                <a:srgbClr val="C0504D"/>
              </a:solidFill>
              <a:prstDash val="solid"/>
            </a:ln>
            <a:effectLst/>
          </p:spPr>
          <p:txBody>
            <a:bodyPr wrap="square" tIns="216000" rtlCol="0" anchor="t">
              <a:spAutoFit/>
            </a:bodyPr>
            <a:lstStyle>
              <a:defPPr>
                <a:defRPr lang="fr-FR"/>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285750" lvl="0" indent="-285750" algn="l">
                <a:buFont typeface="Arial" panose="020B0604020202020204" pitchFamily="34" charset="0"/>
                <a:buChar char="•"/>
              </a:pPr>
              <a:r>
                <a:rPr lang="fr-FR" sz="1400" b="0" kern="0" dirty="0">
                  <a:solidFill>
                    <a:srgbClr val="3F3F3F"/>
                  </a:solidFill>
                  <a:latin typeface="Calibri"/>
                </a:rPr>
                <a:t>Repose sur une stratégie de déploiement continue efficace </a:t>
              </a:r>
            </a:p>
            <a:p>
              <a:pPr marL="285750" lvl="0" indent="-285750" algn="l">
                <a:buFont typeface="Arial" panose="020B0604020202020204" pitchFamily="34" charset="0"/>
                <a:buChar char="•"/>
              </a:pPr>
              <a:r>
                <a:rPr lang="fr-FR" sz="1400" b="0" kern="0" dirty="0">
                  <a:solidFill>
                    <a:srgbClr val="3F3F3F"/>
                  </a:solidFill>
                  <a:latin typeface="Calibri"/>
                </a:rPr>
                <a:t>Chaque service doit avoir une couverture de test suffisante pour permettre sa mise à jour à chaud le plus rapidement possible </a:t>
              </a:r>
            </a:p>
            <a:p>
              <a:pPr marL="285750" lvl="0" indent="-285750" algn="l">
                <a:buFont typeface="Arial" panose="020B0604020202020204" pitchFamily="34" charset="0"/>
                <a:buChar char="•"/>
              </a:pPr>
              <a:r>
                <a:rPr lang="fr-FR" sz="1400" b="0" kern="0" dirty="0">
                  <a:solidFill>
                    <a:srgbClr val="3F3F3F"/>
                  </a:solidFill>
                  <a:latin typeface="Calibri"/>
                </a:rPr>
                <a:t>Demande une bonne réactivité́ des équipes de développement (en mode SRE de préférence) </a:t>
              </a:r>
            </a:p>
          </p:txBody>
        </p:sp>
        <p:sp>
          <p:nvSpPr>
            <p:cNvPr id="65" name="ZoneTexte 64">
              <a:extLst>
                <a:ext uri="{FF2B5EF4-FFF2-40B4-BE49-F238E27FC236}">
                  <a16:creationId xmlns:a16="http://schemas.microsoft.com/office/drawing/2014/main" id="{E546A436-F7B0-DBFF-44AD-A171B10A6B45}"/>
                </a:ext>
              </a:extLst>
            </p:cNvPr>
            <p:cNvSpPr txBox="1"/>
            <p:nvPr/>
          </p:nvSpPr>
          <p:spPr>
            <a:xfrm>
              <a:off x="4651612" y="2513451"/>
              <a:ext cx="3840715" cy="288000"/>
            </a:xfrm>
            <a:prstGeom prst="rect">
              <a:avLst/>
            </a:prstGeom>
            <a:solidFill>
              <a:srgbClr val="C0504D"/>
            </a:solidFill>
            <a:ln w="25400" cap="flat" cmpd="sng" algn="ctr">
              <a:solidFill>
                <a:srgbClr val="C0504D"/>
              </a:solidFill>
              <a:prstDash val="solid"/>
            </a:ln>
            <a:effectLst/>
          </p:spPr>
          <p:txBody>
            <a:bodyPr rtlCol="0" anchor="ctr"/>
            <a:lstStyle>
              <a:defPPr>
                <a:defRPr lang="fr-FR"/>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a:ln>
                    <a:noFill/>
                  </a:ln>
                  <a:solidFill>
                    <a:prstClr val="white"/>
                  </a:solidFill>
                  <a:effectLst/>
                  <a:uLnTx/>
                  <a:uFillTx/>
                  <a:latin typeface="Calibri"/>
                  <a:ea typeface="+mn-ea"/>
                  <a:cs typeface="+mn-cs"/>
                </a:rPr>
                <a:t>Best practices</a:t>
              </a:r>
            </a:p>
          </p:txBody>
        </p:sp>
      </p:grpSp>
      <p:sp>
        <p:nvSpPr>
          <p:cNvPr id="66" name="Cylindre 65">
            <a:extLst>
              <a:ext uri="{FF2B5EF4-FFF2-40B4-BE49-F238E27FC236}">
                <a16:creationId xmlns:a16="http://schemas.microsoft.com/office/drawing/2014/main" id="{374CEDAA-1410-B6B6-69DB-4D27213837D0}"/>
              </a:ext>
            </a:extLst>
          </p:cNvPr>
          <p:cNvSpPr/>
          <p:nvPr/>
        </p:nvSpPr>
        <p:spPr>
          <a:xfrm rot="5400000">
            <a:off x="6251586" y="2857774"/>
            <a:ext cx="179109" cy="386497"/>
          </a:xfrm>
          <a:prstGeom prst="can">
            <a:avLst/>
          </a:prstGeom>
          <a:solidFill>
            <a:srgbClr val="FFFF00"/>
          </a:solidFill>
          <a:ln w="12700" cap="flat" cmpd="sng" algn="ctr">
            <a:solidFill>
              <a:srgbClr val="8064A2">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2577573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51"/>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52"/>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60"/>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6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62"/>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3"/>
                                        </p:tgtEl>
                                        <p:attrNameLst>
                                          <p:attrName>style.visibility</p:attrName>
                                        </p:attrNameLst>
                                      </p:cBhvr>
                                      <p:to>
                                        <p:strVal val="visible"/>
                                      </p:to>
                                    </p:set>
                                  </p:childTnLst>
                                </p:cTn>
                              </p:par>
                              <p:par>
                                <p:cTn id="33" presetID="1" presetClass="exit" presetSubtype="0" fill="hold" grpId="0" nodeType="withEffect">
                                  <p:stCondLst>
                                    <p:cond delay="0"/>
                                  </p:stCondLst>
                                  <p:childTnLst>
                                    <p:set>
                                      <p:cBhvr>
                                        <p:cTn id="34" dur="1" fill="hold">
                                          <p:stCondLst>
                                            <p:cond delay="0"/>
                                          </p:stCondLst>
                                        </p:cTn>
                                        <p:tgtEl>
                                          <p:spTgt spid="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1" grpId="0" animBg="1"/>
      <p:bldP spid="52" grpId="0" animBg="1"/>
      <p:bldP spid="53" grpId="0" animBg="1"/>
      <p:bldP spid="59" grpId="0" animBg="1"/>
      <p:bldP spid="60" grpId="0" animBg="1"/>
      <p:bldP spid="61" grpId="0" animBg="1"/>
      <p:bldP spid="62" grpId="0" animBg="1"/>
      <p:bldP spid="66" grpId="0" animBg="1"/>
    </p:bldLst>
  </p:timing>
  <p:extLst>
    <p:ext uri="{6950BFC3-D8DA-4A85-94F7-54DA5524770B}">
      <p188:commentRel xmlns:p188="http://schemas.microsoft.com/office/powerpoint/2018/8/main" r:id="rId3"/>
    </p:ext>
  </p:extLs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space réservé du texte 13">
            <a:extLst>
              <a:ext uri="{FF2B5EF4-FFF2-40B4-BE49-F238E27FC236}">
                <a16:creationId xmlns:a16="http://schemas.microsoft.com/office/drawing/2014/main" id="{752891CE-94AF-8EA3-4A6D-00E0AC95FE6C}"/>
              </a:ext>
            </a:extLst>
          </p:cNvPr>
          <p:cNvSpPr>
            <a:spLocks noGrp="1"/>
          </p:cNvSpPr>
          <p:nvPr>
            <p:ph type="body" sz="quarter" idx="35"/>
          </p:nvPr>
        </p:nvSpPr>
        <p:spPr/>
        <p:txBody>
          <a:bodyPr/>
          <a:lstStyle/>
          <a:p>
            <a:r>
              <a:rPr lang="fr-FR"/>
              <a:t>Circuit breaker</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PATTERNS DE COMPENSATION ET DE GESTION D’ERREUR</a:t>
            </a:r>
          </a:p>
        </p:txBody>
      </p:sp>
      <p:sp>
        <p:nvSpPr>
          <p:cNvPr id="105" name="Rectangle 104">
            <a:extLst>
              <a:ext uri="{FF2B5EF4-FFF2-40B4-BE49-F238E27FC236}">
                <a16:creationId xmlns:a16="http://schemas.microsoft.com/office/drawing/2014/main" id="{75EF30B2-E8B6-5A49-F493-642C9E82F69B}"/>
              </a:ext>
            </a:extLst>
          </p:cNvPr>
          <p:cNvSpPr/>
          <p:nvPr/>
        </p:nvSpPr>
        <p:spPr>
          <a:xfrm>
            <a:off x="6253869" y="1985494"/>
            <a:ext cx="2016224" cy="792088"/>
          </a:xfrm>
          <a:prstGeom prst="rect">
            <a:avLst/>
          </a:prstGeom>
          <a:solidFill>
            <a:sysClr val="window" lastClr="FFFFFF"/>
          </a:solidFill>
          <a:ln w="12700" cap="flat" cmpd="sng" algn="ctr">
            <a:solidFill>
              <a:srgbClr val="C0504D"/>
            </a:solidFill>
            <a:prstDash val="solid"/>
          </a:ln>
          <a:effectLst/>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200" b="1" i="0" u="none" strike="noStrike" kern="0" cap="none" spc="300" normalizeH="0" baseline="0" noProof="0">
                <a:ln>
                  <a:noFill/>
                </a:ln>
                <a:solidFill>
                  <a:srgbClr val="C0504D"/>
                </a:solidFill>
                <a:effectLst/>
                <a:uLnTx/>
                <a:uFillTx/>
                <a:latin typeface="Calibri"/>
                <a:ea typeface="+mn-ea"/>
                <a:cs typeface="+mn-cs"/>
              </a:rPr>
              <a:t>OUVERT</a:t>
            </a:r>
          </a:p>
          <a:p>
            <a:pPr marL="0" marR="0" lvl="0" indent="0" algn="ctr" defTabSz="914400" eaLnBrk="1" fontAlgn="auto" latinLnBrk="0" hangingPunct="1">
              <a:lnSpc>
                <a:spcPct val="100000"/>
              </a:lnSpc>
              <a:spcBef>
                <a:spcPts val="600"/>
              </a:spcBef>
              <a:spcAft>
                <a:spcPts val="0"/>
              </a:spcAft>
              <a:buClrTx/>
              <a:buSzTx/>
              <a:buFontTx/>
              <a:buNone/>
              <a:tabLst/>
              <a:defRPr/>
            </a:pPr>
            <a:r>
              <a:rPr kumimoji="0" lang="fr-FR" sz="1200" b="0" i="0" u="none" strike="noStrike" kern="0" cap="none" spc="0" normalizeH="0" baseline="0" noProof="0">
                <a:ln>
                  <a:noFill/>
                </a:ln>
                <a:solidFill>
                  <a:srgbClr val="C0504D"/>
                </a:solidFill>
                <a:effectLst/>
                <a:uLnTx/>
                <a:uFillTx/>
                <a:latin typeface="Calibri"/>
                <a:ea typeface="+mn-ea"/>
                <a:cs typeface="+mn-cs"/>
              </a:rPr>
              <a:t>Lève une exception</a:t>
            </a:r>
          </a:p>
        </p:txBody>
      </p:sp>
      <p:sp>
        <p:nvSpPr>
          <p:cNvPr id="106" name="Rectangle 105">
            <a:extLst>
              <a:ext uri="{FF2B5EF4-FFF2-40B4-BE49-F238E27FC236}">
                <a16:creationId xmlns:a16="http://schemas.microsoft.com/office/drawing/2014/main" id="{06D1DFB9-72E2-F910-82BB-A176734F6147}"/>
              </a:ext>
            </a:extLst>
          </p:cNvPr>
          <p:cNvSpPr/>
          <p:nvPr/>
        </p:nvSpPr>
        <p:spPr>
          <a:xfrm>
            <a:off x="8846157" y="2636912"/>
            <a:ext cx="2016224" cy="1656184"/>
          </a:xfrm>
          <a:prstGeom prst="rect">
            <a:avLst/>
          </a:prstGeom>
          <a:solidFill>
            <a:sysClr val="window" lastClr="FFFFFF"/>
          </a:solidFill>
          <a:ln w="12700" cap="flat" cmpd="sng" algn="ctr">
            <a:solidFill>
              <a:srgbClr val="2CA59F"/>
            </a:solidFill>
            <a:prstDash val="solid"/>
          </a:ln>
          <a:effectLst/>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200" b="1" i="0" u="none" strike="noStrike" kern="0" cap="none" spc="300" normalizeH="0" baseline="0" noProof="0">
                <a:ln>
                  <a:noFill/>
                </a:ln>
                <a:solidFill>
                  <a:srgbClr val="2CA59F"/>
                </a:solidFill>
                <a:effectLst/>
                <a:uLnTx/>
                <a:uFillTx/>
                <a:latin typeface="Calibri"/>
                <a:ea typeface="+mn-ea"/>
                <a:cs typeface="+mn-cs"/>
              </a:rPr>
              <a:t>PASSANT</a:t>
            </a:r>
          </a:p>
          <a:p>
            <a:pPr marL="0" marR="0" lvl="0" indent="0" algn="ctr" defTabSz="914400" eaLnBrk="1" fontAlgn="auto" latinLnBrk="0" hangingPunct="1">
              <a:lnSpc>
                <a:spcPct val="100000"/>
              </a:lnSpc>
              <a:spcBef>
                <a:spcPts val="600"/>
              </a:spcBef>
              <a:spcAft>
                <a:spcPts val="0"/>
              </a:spcAft>
              <a:buClrTx/>
              <a:buSzTx/>
              <a:buFontTx/>
              <a:buNone/>
              <a:tabLst/>
              <a:defRPr/>
            </a:pPr>
            <a:r>
              <a:rPr kumimoji="0" lang="fr-FR" sz="1200" b="0" i="0" u="none" strike="noStrike" kern="0" cap="none" spc="0" normalizeH="0" baseline="0" noProof="0">
                <a:ln>
                  <a:noFill/>
                </a:ln>
                <a:solidFill>
                  <a:srgbClr val="2CA59F"/>
                </a:solidFill>
                <a:effectLst/>
                <a:uLnTx/>
                <a:uFillTx/>
                <a:latin typeface="Calibri"/>
                <a:ea typeface="+mn-ea"/>
                <a:cs typeface="+mn-cs"/>
              </a:rPr>
              <a:t>Si résultat appel = OK</a:t>
            </a:r>
            <a:br>
              <a:rPr kumimoji="0" lang="fr-FR" sz="1200" b="0" i="0" u="none" strike="noStrike" kern="0" cap="none" spc="0" normalizeH="0" baseline="0" noProof="0">
                <a:ln>
                  <a:noFill/>
                </a:ln>
                <a:solidFill>
                  <a:srgbClr val="2CA59F"/>
                </a:solidFill>
                <a:effectLst/>
                <a:uLnTx/>
                <a:uFillTx/>
                <a:latin typeface="Calibri"/>
                <a:ea typeface="+mn-ea"/>
                <a:cs typeface="+mn-cs"/>
              </a:rPr>
            </a:br>
            <a:r>
              <a:rPr kumimoji="0" lang="fr-FR" sz="1200" b="0" i="0" u="none" strike="noStrike" kern="0" cap="none" spc="0" normalizeH="0" baseline="0" noProof="0">
                <a:ln>
                  <a:noFill/>
                </a:ln>
                <a:solidFill>
                  <a:srgbClr val="2CA59F"/>
                </a:solidFill>
                <a:effectLst/>
                <a:uLnTx/>
                <a:uFillTx/>
                <a:latin typeface="Calibri"/>
                <a:ea typeface="+mn-ea"/>
                <a:cs typeface="+mn-cs"/>
              </a:rPr>
              <a:t>Nombre échecs = 0</a:t>
            </a:r>
          </a:p>
          <a:p>
            <a:pPr marL="0" marR="0" lvl="0" indent="0" algn="ctr" defTabSz="914400" eaLnBrk="1" fontAlgn="auto" latinLnBrk="0" hangingPunct="1">
              <a:lnSpc>
                <a:spcPct val="100000"/>
              </a:lnSpc>
              <a:spcBef>
                <a:spcPts val="600"/>
              </a:spcBef>
              <a:spcAft>
                <a:spcPts val="0"/>
              </a:spcAft>
              <a:buClrTx/>
              <a:buSzTx/>
              <a:buFontTx/>
              <a:buNone/>
              <a:tabLst/>
              <a:defRPr/>
            </a:pPr>
            <a:r>
              <a:rPr kumimoji="0" lang="fr-FR" sz="1200" b="0" i="0" u="none" strike="noStrike" kern="0" cap="none" spc="0" normalizeH="0" baseline="0" noProof="0">
                <a:ln>
                  <a:noFill/>
                </a:ln>
                <a:solidFill>
                  <a:srgbClr val="2CA59F"/>
                </a:solidFill>
                <a:effectLst/>
                <a:uLnTx/>
                <a:uFillTx/>
                <a:latin typeface="Calibri"/>
                <a:ea typeface="+mn-ea"/>
                <a:cs typeface="+mn-cs"/>
              </a:rPr>
              <a:t>Si résultat appel = KO</a:t>
            </a:r>
            <a:br>
              <a:rPr kumimoji="0" lang="fr-FR" sz="1200" b="0" i="0" u="none" strike="noStrike" kern="0" cap="none" spc="0" normalizeH="0" baseline="0" noProof="0">
                <a:ln>
                  <a:noFill/>
                </a:ln>
                <a:solidFill>
                  <a:srgbClr val="2CA59F"/>
                </a:solidFill>
                <a:effectLst/>
                <a:uLnTx/>
                <a:uFillTx/>
                <a:latin typeface="Calibri"/>
                <a:ea typeface="+mn-ea"/>
                <a:cs typeface="+mn-cs"/>
              </a:rPr>
            </a:br>
            <a:r>
              <a:rPr kumimoji="0" lang="fr-FR" sz="1200" b="0" i="0" u="none" strike="noStrike" kern="0" cap="none" spc="0" normalizeH="0" baseline="0" noProof="0">
                <a:ln>
                  <a:noFill/>
                </a:ln>
                <a:solidFill>
                  <a:srgbClr val="2CA59F"/>
                </a:solidFill>
                <a:effectLst/>
                <a:uLnTx/>
                <a:uFillTx/>
                <a:latin typeface="Calibri"/>
                <a:ea typeface="+mn-ea"/>
                <a:cs typeface="+mn-cs"/>
              </a:rPr>
              <a:t>Nombre échecs ++</a:t>
            </a:r>
          </a:p>
          <a:p>
            <a:pPr marL="0" marR="0" lvl="0" indent="0" algn="ctr" defTabSz="914400" eaLnBrk="1" fontAlgn="auto" latinLnBrk="0" hangingPunct="1">
              <a:lnSpc>
                <a:spcPct val="100000"/>
              </a:lnSpc>
              <a:spcBef>
                <a:spcPts val="600"/>
              </a:spcBef>
              <a:spcAft>
                <a:spcPts val="0"/>
              </a:spcAft>
              <a:buClrTx/>
              <a:buSzTx/>
              <a:buFontTx/>
              <a:buNone/>
              <a:tabLst/>
              <a:defRPr/>
            </a:pPr>
            <a:r>
              <a:rPr kumimoji="0" lang="fr-FR" sz="1200" b="0" i="0" u="none" strike="noStrike" kern="0" cap="none" spc="0" normalizeH="0" baseline="0" noProof="0">
                <a:ln>
                  <a:noFill/>
                </a:ln>
                <a:solidFill>
                  <a:srgbClr val="2CA59F"/>
                </a:solidFill>
                <a:effectLst/>
                <a:uLnTx/>
                <a:uFillTx/>
                <a:latin typeface="Calibri"/>
                <a:ea typeface="+mn-ea"/>
                <a:cs typeface="+mn-cs"/>
              </a:rPr>
              <a:t>Lève une exception</a:t>
            </a:r>
          </a:p>
        </p:txBody>
      </p:sp>
      <p:sp>
        <p:nvSpPr>
          <p:cNvPr id="107" name="Rectangle 106">
            <a:extLst>
              <a:ext uri="{FF2B5EF4-FFF2-40B4-BE49-F238E27FC236}">
                <a16:creationId xmlns:a16="http://schemas.microsoft.com/office/drawing/2014/main" id="{4570D3C7-C701-8862-0D55-A603EFA786E2}"/>
              </a:ext>
            </a:extLst>
          </p:cNvPr>
          <p:cNvSpPr/>
          <p:nvPr/>
        </p:nvSpPr>
        <p:spPr>
          <a:xfrm>
            <a:off x="6253869" y="3645024"/>
            <a:ext cx="2016224" cy="1656000"/>
          </a:xfrm>
          <a:prstGeom prst="rect">
            <a:avLst/>
          </a:prstGeom>
          <a:solidFill>
            <a:sysClr val="window" lastClr="FFFFFF"/>
          </a:solidFill>
          <a:ln w="12700" cap="flat" cmpd="sng" algn="ctr">
            <a:solidFill>
              <a:srgbClr val="FFC000"/>
            </a:solidFill>
            <a:prstDash val="solid"/>
          </a:ln>
          <a:effectLst/>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200" b="1" i="0" u="none" strike="noStrike" kern="0" cap="none" spc="300" normalizeH="0" baseline="0" noProof="0">
                <a:ln>
                  <a:noFill/>
                </a:ln>
                <a:solidFill>
                  <a:srgbClr val="FFC000"/>
                </a:solidFill>
                <a:effectLst/>
                <a:uLnTx/>
                <a:uFillTx/>
                <a:latin typeface="Calibri"/>
                <a:ea typeface="+mn-ea"/>
                <a:cs typeface="+mn-cs"/>
              </a:rPr>
              <a:t>SEMI-OUVERT</a:t>
            </a:r>
          </a:p>
          <a:p>
            <a:pPr marL="0" marR="0" lvl="0" indent="0" algn="ctr" defTabSz="914400" eaLnBrk="1" fontAlgn="auto" latinLnBrk="0" hangingPunct="1">
              <a:lnSpc>
                <a:spcPct val="100000"/>
              </a:lnSpc>
              <a:spcBef>
                <a:spcPts val="600"/>
              </a:spcBef>
              <a:spcAft>
                <a:spcPts val="0"/>
              </a:spcAft>
              <a:buClrTx/>
              <a:buSzTx/>
              <a:buFontTx/>
              <a:buNone/>
              <a:tabLst/>
              <a:defRPr/>
            </a:pPr>
            <a:r>
              <a:rPr kumimoji="0" lang="fr-FR" sz="1200" b="0" i="0" u="none" strike="noStrike" kern="0" cap="none" spc="0" normalizeH="0" baseline="0" noProof="0">
                <a:ln>
                  <a:noFill/>
                </a:ln>
                <a:solidFill>
                  <a:srgbClr val="FFC000"/>
                </a:solidFill>
                <a:effectLst/>
                <a:uLnTx/>
                <a:uFillTx/>
                <a:latin typeface="Calibri"/>
                <a:ea typeface="+mn-ea"/>
                <a:cs typeface="+mn-cs"/>
              </a:rPr>
              <a:t>Si résultat appel = OK</a:t>
            </a:r>
            <a:br>
              <a:rPr kumimoji="0" lang="fr-FR" sz="1200" b="0" i="0" u="none" strike="noStrike" kern="0" cap="none" spc="0" normalizeH="0" baseline="0" noProof="0">
                <a:ln>
                  <a:noFill/>
                </a:ln>
                <a:solidFill>
                  <a:srgbClr val="FFC000"/>
                </a:solidFill>
                <a:effectLst/>
                <a:uLnTx/>
                <a:uFillTx/>
                <a:latin typeface="Calibri"/>
                <a:ea typeface="+mn-ea"/>
                <a:cs typeface="+mn-cs"/>
              </a:rPr>
            </a:br>
            <a:r>
              <a:rPr kumimoji="0" lang="fr-FR" sz="1200" b="0" i="0" u="none" strike="noStrike" kern="0" cap="none" spc="0" normalizeH="0" baseline="0" noProof="0">
                <a:ln>
                  <a:noFill/>
                </a:ln>
                <a:solidFill>
                  <a:srgbClr val="FFC000"/>
                </a:solidFill>
                <a:effectLst/>
                <a:uLnTx/>
                <a:uFillTx/>
                <a:latin typeface="Calibri"/>
                <a:ea typeface="+mn-ea"/>
                <a:cs typeface="+mn-cs"/>
              </a:rPr>
              <a:t>Nombre succès ++</a:t>
            </a:r>
          </a:p>
          <a:p>
            <a:pPr marL="0" marR="0" lvl="0" indent="0" algn="ctr" defTabSz="914400" eaLnBrk="1" fontAlgn="auto" latinLnBrk="0" hangingPunct="1">
              <a:lnSpc>
                <a:spcPct val="100000"/>
              </a:lnSpc>
              <a:spcBef>
                <a:spcPts val="600"/>
              </a:spcBef>
              <a:spcAft>
                <a:spcPts val="0"/>
              </a:spcAft>
              <a:buClrTx/>
              <a:buSzTx/>
              <a:buFontTx/>
              <a:buNone/>
              <a:tabLst/>
              <a:defRPr/>
            </a:pPr>
            <a:r>
              <a:rPr kumimoji="0" lang="fr-FR" sz="1200" b="0" i="0" u="none" strike="noStrike" kern="0" cap="none" spc="0" normalizeH="0" baseline="0" noProof="0">
                <a:ln>
                  <a:noFill/>
                </a:ln>
                <a:solidFill>
                  <a:srgbClr val="FFC000"/>
                </a:solidFill>
                <a:effectLst/>
                <a:uLnTx/>
                <a:uFillTx/>
                <a:latin typeface="Calibri"/>
                <a:ea typeface="+mn-ea"/>
                <a:cs typeface="+mn-cs"/>
              </a:rPr>
              <a:t>Si résultat appel = KO</a:t>
            </a:r>
            <a:br>
              <a:rPr kumimoji="0" lang="fr-FR" sz="1200" b="0" i="0" u="none" strike="noStrike" kern="0" cap="none" spc="0" normalizeH="0" baseline="0" noProof="0">
                <a:ln>
                  <a:noFill/>
                </a:ln>
                <a:solidFill>
                  <a:srgbClr val="FFC000"/>
                </a:solidFill>
                <a:effectLst/>
                <a:uLnTx/>
                <a:uFillTx/>
                <a:latin typeface="Calibri"/>
                <a:ea typeface="+mn-ea"/>
                <a:cs typeface="+mn-cs"/>
              </a:rPr>
            </a:br>
            <a:r>
              <a:rPr kumimoji="0" lang="fr-FR" sz="1200" b="0" i="0" u="none" strike="noStrike" kern="0" cap="none" spc="0" normalizeH="0" baseline="0" noProof="0">
                <a:ln>
                  <a:noFill/>
                </a:ln>
                <a:solidFill>
                  <a:srgbClr val="FFC000"/>
                </a:solidFill>
                <a:effectLst/>
                <a:uLnTx/>
                <a:uFillTx/>
                <a:latin typeface="Calibri"/>
                <a:ea typeface="+mn-ea"/>
                <a:cs typeface="+mn-cs"/>
              </a:rPr>
              <a:t>Nombre succès = 0</a:t>
            </a:r>
          </a:p>
          <a:p>
            <a:pPr marL="0" marR="0" lvl="0" indent="0" algn="ctr" defTabSz="914400" eaLnBrk="1" fontAlgn="auto" latinLnBrk="0" hangingPunct="1">
              <a:lnSpc>
                <a:spcPct val="100000"/>
              </a:lnSpc>
              <a:spcBef>
                <a:spcPts val="600"/>
              </a:spcBef>
              <a:spcAft>
                <a:spcPts val="0"/>
              </a:spcAft>
              <a:buClrTx/>
              <a:buSzTx/>
              <a:buFontTx/>
              <a:buNone/>
              <a:tabLst/>
              <a:defRPr/>
            </a:pPr>
            <a:r>
              <a:rPr kumimoji="0" lang="fr-FR" sz="1200" b="0" i="0" u="none" strike="noStrike" kern="0" cap="none" spc="0" normalizeH="0" baseline="0" noProof="0">
                <a:ln>
                  <a:noFill/>
                </a:ln>
                <a:solidFill>
                  <a:srgbClr val="FFC000"/>
                </a:solidFill>
                <a:effectLst/>
                <a:uLnTx/>
                <a:uFillTx/>
                <a:latin typeface="Calibri"/>
                <a:ea typeface="+mn-ea"/>
                <a:cs typeface="+mn-cs"/>
              </a:rPr>
              <a:t>Appel a échoué = vrai</a:t>
            </a:r>
          </a:p>
        </p:txBody>
      </p:sp>
      <p:sp>
        <p:nvSpPr>
          <p:cNvPr id="108" name="Arc 107">
            <a:extLst>
              <a:ext uri="{FF2B5EF4-FFF2-40B4-BE49-F238E27FC236}">
                <a16:creationId xmlns:a16="http://schemas.microsoft.com/office/drawing/2014/main" id="{1B2B4C97-BAAF-4C2C-BAE3-AFF1A9EC65EC}"/>
              </a:ext>
            </a:extLst>
          </p:cNvPr>
          <p:cNvSpPr/>
          <p:nvPr/>
        </p:nvSpPr>
        <p:spPr>
          <a:xfrm rot="8100000">
            <a:off x="6793928" y="4558978"/>
            <a:ext cx="936104" cy="936104"/>
          </a:xfrm>
          <a:prstGeom prst="arc">
            <a:avLst/>
          </a:prstGeom>
          <a:noFill/>
          <a:ln w="9525" cap="flat" cmpd="sng" algn="ctr">
            <a:solidFill>
              <a:srgbClr val="FFC000"/>
            </a:solidFill>
            <a:prstDash val="solid"/>
            <a:headEnd type="triangl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3F3F3F"/>
              </a:solidFill>
              <a:effectLst/>
              <a:uLnTx/>
              <a:uFillTx/>
              <a:latin typeface="Calibri"/>
              <a:ea typeface="+mn-ea"/>
              <a:cs typeface="+mn-cs"/>
            </a:endParaRPr>
          </a:p>
        </p:txBody>
      </p:sp>
      <p:sp>
        <p:nvSpPr>
          <p:cNvPr id="109" name="Arc 108">
            <a:extLst>
              <a:ext uri="{FF2B5EF4-FFF2-40B4-BE49-F238E27FC236}">
                <a16:creationId xmlns:a16="http://schemas.microsoft.com/office/drawing/2014/main" id="{9A4A07C1-2D26-344B-9808-8E8A1A213A09}"/>
              </a:ext>
            </a:extLst>
          </p:cNvPr>
          <p:cNvSpPr/>
          <p:nvPr/>
        </p:nvSpPr>
        <p:spPr>
          <a:xfrm rot="18900000">
            <a:off x="6793928" y="1791620"/>
            <a:ext cx="936104" cy="936104"/>
          </a:xfrm>
          <a:prstGeom prst="arc">
            <a:avLst/>
          </a:prstGeom>
          <a:noFill/>
          <a:ln w="9525" cap="flat" cmpd="sng" algn="ctr">
            <a:solidFill>
              <a:srgbClr val="C0504D"/>
            </a:solidFill>
            <a:prstDash val="solid"/>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3F3F3F"/>
              </a:solidFill>
              <a:effectLst/>
              <a:uLnTx/>
              <a:uFillTx/>
              <a:latin typeface="Calibri"/>
              <a:ea typeface="+mn-ea"/>
              <a:cs typeface="+mn-cs"/>
            </a:endParaRPr>
          </a:p>
        </p:txBody>
      </p:sp>
      <p:sp>
        <p:nvSpPr>
          <p:cNvPr id="110" name="Arc 109">
            <a:extLst>
              <a:ext uri="{FF2B5EF4-FFF2-40B4-BE49-F238E27FC236}">
                <a16:creationId xmlns:a16="http://schemas.microsoft.com/office/drawing/2014/main" id="{8977CF2D-054A-CC17-F2C8-A05E9F608E14}"/>
              </a:ext>
            </a:extLst>
          </p:cNvPr>
          <p:cNvSpPr/>
          <p:nvPr/>
        </p:nvSpPr>
        <p:spPr>
          <a:xfrm rot="18900000">
            <a:off x="9386216" y="2467613"/>
            <a:ext cx="936104" cy="936104"/>
          </a:xfrm>
          <a:prstGeom prst="arc">
            <a:avLst/>
          </a:prstGeom>
          <a:noFill/>
          <a:ln w="9525" cap="flat" cmpd="sng" algn="ctr">
            <a:solidFill>
              <a:srgbClr val="2CA59F"/>
            </a:solidFill>
            <a:prstDash val="solid"/>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3F3F3F"/>
              </a:solidFill>
              <a:effectLst/>
              <a:uLnTx/>
              <a:uFillTx/>
              <a:latin typeface="Calibri"/>
              <a:ea typeface="+mn-ea"/>
              <a:cs typeface="+mn-cs"/>
            </a:endParaRPr>
          </a:p>
        </p:txBody>
      </p:sp>
      <p:sp>
        <p:nvSpPr>
          <p:cNvPr id="111" name="Losange 110">
            <a:extLst>
              <a:ext uri="{FF2B5EF4-FFF2-40B4-BE49-F238E27FC236}">
                <a16:creationId xmlns:a16="http://schemas.microsoft.com/office/drawing/2014/main" id="{8AD221B8-15CE-87C7-D5BC-FDE3BB686F4D}"/>
              </a:ext>
            </a:extLst>
          </p:cNvPr>
          <p:cNvSpPr/>
          <p:nvPr/>
        </p:nvSpPr>
        <p:spPr>
          <a:xfrm>
            <a:off x="11496600" y="3140968"/>
            <a:ext cx="456623" cy="456623"/>
          </a:xfrm>
          <a:prstGeom prst="diamond">
            <a:avLst/>
          </a:prstGeom>
          <a:noFill/>
          <a:ln w="12700" cap="flat" cmpd="sng" algn="ctr">
            <a:solidFill>
              <a:srgbClr val="8064A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3F3F3F"/>
              </a:solidFill>
              <a:effectLst/>
              <a:uLnTx/>
              <a:uFillTx/>
              <a:latin typeface="Calibri"/>
              <a:ea typeface="+mn-ea"/>
              <a:cs typeface="+mn-cs"/>
            </a:endParaRPr>
          </a:p>
        </p:txBody>
      </p:sp>
      <p:cxnSp>
        <p:nvCxnSpPr>
          <p:cNvPr id="112" name="Connecteur droit avec flèche 111">
            <a:extLst>
              <a:ext uri="{FF2B5EF4-FFF2-40B4-BE49-F238E27FC236}">
                <a16:creationId xmlns:a16="http://schemas.microsoft.com/office/drawing/2014/main" id="{9F074D2C-B5F5-CBB8-78B5-994C8825A083}"/>
              </a:ext>
            </a:extLst>
          </p:cNvPr>
          <p:cNvCxnSpPr/>
          <p:nvPr/>
        </p:nvCxnSpPr>
        <p:spPr>
          <a:xfrm flipH="1">
            <a:off x="10920536" y="3369279"/>
            <a:ext cx="504056" cy="0"/>
          </a:xfrm>
          <a:prstGeom prst="straightConnector1">
            <a:avLst/>
          </a:prstGeom>
          <a:noFill/>
          <a:ln w="9525" cap="flat" cmpd="sng" algn="ctr">
            <a:solidFill>
              <a:srgbClr val="94A5A4">
                <a:shade val="95000"/>
                <a:satMod val="105000"/>
              </a:srgbClr>
            </a:solidFill>
            <a:prstDash val="solid"/>
            <a:tailEnd type="arrow"/>
          </a:ln>
          <a:effectLst/>
        </p:spPr>
      </p:cxnSp>
      <p:grpSp>
        <p:nvGrpSpPr>
          <p:cNvPr id="113" name="Groupe 112">
            <a:extLst>
              <a:ext uri="{FF2B5EF4-FFF2-40B4-BE49-F238E27FC236}">
                <a16:creationId xmlns:a16="http://schemas.microsoft.com/office/drawing/2014/main" id="{4D00F530-1AAA-BC0A-2BE3-8DDD0BE70E4C}"/>
              </a:ext>
            </a:extLst>
          </p:cNvPr>
          <p:cNvGrpSpPr/>
          <p:nvPr/>
        </p:nvGrpSpPr>
        <p:grpSpPr>
          <a:xfrm>
            <a:off x="7081887" y="2863658"/>
            <a:ext cx="360040" cy="658021"/>
            <a:chOff x="7032104" y="2863658"/>
            <a:chExt cx="360040" cy="658021"/>
          </a:xfrm>
        </p:grpSpPr>
        <p:cxnSp>
          <p:nvCxnSpPr>
            <p:cNvPr id="114" name="Connecteur droit avec flèche 113">
              <a:extLst>
                <a:ext uri="{FF2B5EF4-FFF2-40B4-BE49-F238E27FC236}">
                  <a16:creationId xmlns:a16="http://schemas.microsoft.com/office/drawing/2014/main" id="{64A7F251-DEB4-2742-7A57-277E7B1148E1}"/>
                </a:ext>
              </a:extLst>
            </p:cNvPr>
            <p:cNvCxnSpPr/>
            <p:nvPr/>
          </p:nvCxnSpPr>
          <p:spPr>
            <a:xfrm>
              <a:off x="7032104" y="2863658"/>
              <a:ext cx="0" cy="658021"/>
            </a:xfrm>
            <a:prstGeom prst="straightConnector1">
              <a:avLst/>
            </a:prstGeom>
            <a:noFill/>
            <a:ln w="9525" cap="flat" cmpd="sng" algn="ctr">
              <a:solidFill>
                <a:srgbClr val="94A5A4">
                  <a:shade val="95000"/>
                  <a:satMod val="105000"/>
                </a:srgbClr>
              </a:solidFill>
              <a:prstDash val="solid"/>
              <a:tailEnd type="arrow"/>
            </a:ln>
            <a:effectLst/>
          </p:spPr>
        </p:cxnSp>
        <p:cxnSp>
          <p:nvCxnSpPr>
            <p:cNvPr id="115" name="Connecteur droit avec flèche 114">
              <a:extLst>
                <a:ext uri="{FF2B5EF4-FFF2-40B4-BE49-F238E27FC236}">
                  <a16:creationId xmlns:a16="http://schemas.microsoft.com/office/drawing/2014/main" id="{F7D23EC7-D694-17DC-434B-65C3EBD11693}"/>
                </a:ext>
              </a:extLst>
            </p:cNvPr>
            <p:cNvCxnSpPr/>
            <p:nvPr/>
          </p:nvCxnSpPr>
          <p:spPr>
            <a:xfrm>
              <a:off x="7392144" y="2863658"/>
              <a:ext cx="0" cy="658021"/>
            </a:xfrm>
            <a:prstGeom prst="straightConnector1">
              <a:avLst/>
            </a:prstGeom>
            <a:noFill/>
            <a:ln w="9525" cap="flat" cmpd="sng" algn="ctr">
              <a:solidFill>
                <a:srgbClr val="94A5A4">
                  <a:shade val="95000"/>
                  <a:satMod val="105000"/>
                </a:srgbClr>
              </a:solidFill>
              <a:prstDash val="solid"/>
              <a:headEnd type="arrow" w="med" len="med"/>
              <a:tailEnd type="none" w="med" len="med"/>
            </a:ln>
            <a:effectLst/>
          </p:spPr>
        </p:cxnSp>
      </p:grpSp>
      <p:sp>
        <p:nvSpPr>
          <p:cNvPr id="116" name="ZoneTexte 115">
            <a:extLst>
              <a:ext uri="{FF2B5EF4-FFF2-40B4-BE49-F238E27FC236}">
                <a16:creationId xmlns:a16="http://schemas.microsoft.com/office/drawing/2014/main" id="{FAD9CB69-3BE2-E2FC-1009-87799A3310E8}"/>
              </a:ext>
            </a:extLst>
          </p:cNvPr>
          <p:cNvSpPr txBox="1"/>
          <p:nvPr/>
        </p:nvSpPr>
        <p:spPr>
          <a:xfrm>
            <a:off x="7441927" y="3028958"/>
            <a:ext cx="1029341" cy="369332"/>
          </a:xfrm>
          <a:prstGeom prst="rect">
            <a:avLst/>
          </a:prstGeom>
          <a:noFill/>
        </p:spPr>
        <p:txBody>
          <a:bodyPr wrap="square" rtlCol="0" anchor="ctr">
            <a:spAutoFit/>
          </a:bodyPr>
          <a:lstStyle/>
          <a:p>
            <a:r>
              <a:rPr lang="fr-FR" sz="900">
                <a:solidFill>
                  <a:srgbClr val="3F3F3F">
                    <a:lumMod val="60000"/>
                    <a:lumOff val="40000"/>
                  </a:srgbClr>
                </a:solidFill>
                <a:latin typeface="Calibri"/>
              </a:rPr>
              <a:t>Un appel a échoué</a:t>
            </a:r>
          </a:p>
        </p:txBody>
      </p:sp>
      <p:sp>
        <p:nvSpPr>
          <p:cNvPr id="117" name="ZoneTexte 116">
            <a:extLst>
              <a:ext uri="{FF2B5EF4-FFF2-40B4-BE49-F238E27FC236}">
                <a16:creationId xmlns:a16="http://schemas.microsoft.com/office/drawing/2014/main" id="{891CD669-38F6-1FA6-68AE-CE6692054689}"/>
              </a:ext>
            </a:extLst>
          </p:cNvPr>
          <p:cNvSpPr txBox="1"/>
          <p:nvPr/>
        </p:nvSpPr>
        <p:spPr>
          <a:xfrm>
            <a:off x="5951984" y="3028958"/>
            <a:ext cx="1129903" cy="369332"/>
          </a:xfrm>
          <a:prstGeom prst="rect">
            <a:avLst/>
          </a:prstGeom>
          <a:noFill/>
        </p:spPr>
        <p:txBody>
          <a:bodyPr wrap="square" rtlCol="0" anchor="ctr">
            <a:spAutoFit/>
          </a:bodyPr>
          <a:lstStyle/>
          <a:p>
            <a:pPr algn="r"/>
            <a:r>
              <a:rPr lang="fr-FR" sz="900">
                <a:solidFill>
                  <a:srgbClr val="3F3F3F">
                    <a:lumMod val="60000"/>
                    <a:lumOff val="40000"/>
                  </a:srgbClr>
                </a:solidFill>
                <a:latin typeface="Calibri"/>
              </a:rPr>
              <a:t>Seuil temps d’attente atteint</a:t>
            </a:r>
          </a:p>
        </p:txBody>
      </p:sp>
      <p:cxnSp>
        <p:nvCxnSpPr>
          <p:cNvPr id="118" name="Connecteur droit 117">
            <a:extLst>
              <a:ext uri="{FF2B5EF4-FFF2-40B4-BE49-F238E27FC236}">
                <a16:creationId xmlns:a16="http://schemas.microsoft.com/office/drawing/2014/main" id="{A161EE65-F18F-1A95-7227-FE7763D14AF3}"/>
              </a:ext>
            </a:extLst>
          </p:cNvPr>
          <p:cNvCxnSpPr/>
          <p:nvPr/>
        </p:nvCxnSpPr>
        <p:spPr>
          <a:xfrm>
            <a:off x="8400256" y="2249078"/>
            <a:ext cx="576064" cy="0"/>
          </a:xfrm>
          <a:prstGeom prst="line">
            <a:avLst/>
          </a:prstGeom>
          <a:noFill/>
          <a:ln w="9525" cap="flat" cmpd="sng" algn="ctr">
            <a:solidFill>
              <a:srgbClr val="94A5A4">
                <a:shade val="95000"/>
                <a:satMod val="105000"/>
              </a:srgbClr>
            </a:solidFill>
            <a:prstDash val="solid"/>
            <a:headEnd type="arrow" w="med" len="med"/>
            <a:tailEnd type="none" w="med" len="med"/>
          </a:ln>
          <a:effectLst/>
        </p:spPr>
      </p:cxnSp>
      <p:cxnSp>
        <p:nvCxnSpPr>
          <p:cNvPr id="119" name="Connecteur droit 118">
            <a:extLst>
              <a:ext uri="{FF2B5EF4-FFF2-40B4-BE49-F238E27FC236}">
                <a16:creationId xmlns:a16="http://schemas.microsoft.com/office/drawing/2014/main" id="{A952D7ED-9A48-ABE1-658C-8ABEF3397515}"/>
              </a:ext>
            </a:extLst>
          </p:cNvPr>
          <p:cNvCxnSpPr/>
          <p:nvPr/>
        </p:nvCxnSpPr>
        <p:spPr>
          <a:xfrm>
            <a:off x="8973939" y="2249078"/>
            <a:ext cx="0" cy="224408"/>
          </a:xfrm>
          <a:prstGeom prst="line">
            <a:avLst/>
          </a:prstGeom>
          <a:noFill/>
          <a:ln w="9525" cap="flat" cmpd="sng" algn="ctr">
            <a:solidFill>
              <a:srgbClr val="94A5A4">
                <a:shade val="95000"/>
                <a:satMod val="105000"/>
              </a:srgbClr>
            </a:solidFill>
            <a:prstDash val="solid"/>
          </a:ln>
          <a:effectLst/>
        </p:spPr>
      </p:cxnSp>
      <p:sp>
        <p:nvSpPr>
          <p:cNvPr id="120" name="ZoneTexte 119">
            <a:extLst>
              <a:ext uri="{FF2B5EF4-FFF2-40B4-BE49-F238E27FC236}">
                <a16:creationId xmlns:a16="http://schemas.microsoft.com/office/drawing/2014/main" id="{172C0FB1-8EB0-DD50-B178-962FF9664588}"/>
              </a:ext>
            </a:extLst>
          </p:cNvPr>
          <p:cNvSpPr txBox="1"/>
          <p:nvPr/>
        </p:nvSpPr>
        <p:spPr>
          <a:xfrm>
            <a:off x="8471269" y="2033635"/>
            <a:ext cx="1350187" cy="230832"/>
          </a:xfrm>
          <a:prstGeom prst="rect">
            <a:avLst/>
          </a:prstGeom>
          <a:noFill/>
        </p:spPr>
        <p:txBody>
          <a:bodyPr wrap="square" rtlCol="0" anchor="ctr">
            <a:spAutoFit/>
          </a:bodyPr>
          <a:lstStyle/>
          <a:p>
            <a:r>
              <a:rPr lang="fr-FR" sz="900">
                <a:solidFill>
                  <a:srgbClr val="3F3F3F">
                    <a:lumMod val="60000"/>
                    <a:lumOff val="40000"/>
                  </a:srgbClr>
                </a:solidFill>
                <a:latin typeface="Calibri"/>
              </a:rPr>
              <a:t>Seuil d’échecs atteint</a:t>
            </a:r>
          </a:p>
        </p:txBody>
      </p:sp>
      <p:cxnSp>
        <p:nvCxnSpPr>
          <p:cNvPr id="121" name="Connecteur droit 120">
            <a:extLst>
              <a:ext uri="{FF2B5EF4-FFF2-40B4-BE49-F238E27FC236}">
                <a16:creationId xmlns:a16="http://schemas.microsoft.com/office/drawing/2014/main" id="{E7E6B79C-5B18-F464-AE31-47AB0DBFCBC2}"/>
              </a:ext>
            </a:extLst>
          </p:cNvPr>
          <p:cNvCxnSpPr/>
          <p:nvPr/>
        </p:nvCxnSpPr>
        <p:spPr>
          <a:xfrm>
            <a:off x="8400256" y="4650222"/>
            <a:ext cx="576064" cy="0"/>
          </a:xfrm>
          <a:prstGeom prst="line">
            <a:avLst/>
          </a:prstGeom>
          <a:noFill/>
          <a:ln w="9525" cap="flat" cmpd="sng" algn="ctr">
            <a:solidFill>
              <a:srgbClr val="94A5A4">
                <a:shade val="95000"/>
                <a:satMod val="105000"/>
              </a:srgbClr>
            </a:solidFill>
            <a:prstDash val="solid"/>
            <a:headEnd type="none" w="med" len="med"/>
            <a:tailEnd type="none" w="med" len="med"/>
          </a:ln>
          <a:effectLst/>
        </p:spPr>
      </p:cxnSp>
      <p:cxnSp>
        <p:nvCxnSpPr>
          <p:cNvPr id="122" name="Connecteur droit 121">
            <a:extLst>
              <a:ext uri="{FF2B5EF4-FFF2-40B4-BE49-F238E27FC236}">
                <a16:creationId xmlns:a16="http://schemas.microsoft.com/office/drawing/2014/main" id="{3489D37A-62D8-12B5-D277-81AB57B41DB5}"/>
              </a:ext>
            </a:extLst>
          </p:cNvPr>
          <p:cNvCxnSpPr/>
          <p:nvPr/>
        </p:nvCxnSpPr>
        <p:spPr>
          <a:xfrm>
            <a:off x="8973939" y="4428728"/>
            <a:ext cx="0" cy="224408"/>
          </a:xfrm>
          <a:prstGeom prst="line">
            <a:avLst/>
          </a:prstGeom>
          <a:noFill/>
          <a:ln w="9525" cap="flat" cmpd="sng" algn="ctr">
            <a:solidFill>
              <a:srgbClr val="94A5A4">
                <a:shade val="95000"/>
                <a:satMod val="105000"/>
              </a:srgbClr>
            </a:solidFill>
            <a:prstDash val="solid"/>
            <a:headEnd type="arrow" w="med" len="med"/>
            <a:tailEnd type="none" w="med" len="med"/>
          </a:ln>
          <a:effectLst/>
        </p:spPr>
      </p:cxnSp>
      <p:sp>
        <p:nvSpPr>
          <p:cNvPr id="123" name="ZoneTexte 122">
            <a:extLst>
              <a:ext uri="{FF2B5EF4-FFF2-40B4-BE49-F238E27FC236}">
                <a16:creationId xmlns:a16="http://schemas.microsoft.com/office/drawing/2014/main" id="{2C2094B6-B88D-F7DD-71CD-415EE6E6062B}"/>
              </a:ext>
            </a:extLst>
          </p:cNvPr>
          <p:cNvSpPr txBox="1"/>
          <p:nvPr/>
        </p:nvSpPr>
        <p:spPr>
          <a:xfrm>
            <a:off x="8471269" y="4637934"/>
            <a:ext cx="1350187" cy="230832"/>
          </a:xfrm>
          <a:prstGeom prst="rect">
            <a:avLst/>
          </a:prstGeom>
          <a:noFill/>
        </p:spPr>
        <p:txBody>
          <a:bodyPr wrap="square" rtlCol="0" anchor="ctr">
            <a:spAutoFit/>
          </a:bodyPr>
          <a:lstStyle/>
          <a:p>
            <a:r>
              <a:rPr lang="fr-FR" sz="900">
                <a:solidFill>
                  <a:srgbClr val="3F3F3F">
                    <a:lumMod val="60000"/>
                    <a:lumOff val="40000"/>
                  </a:srgbClr>
                </a:solidFill>
                <a:latin typeface="Calibri"/>
              </a:rPr>
              <a:t>Seuil de succès atteint</a:t>
            </a:r>
          </a:p>
        </p:txBody>
      </p:sp>
      <p:sp>
        <p:nvSpPr>
          <p:cNvPr id="124" name="Rectangle 123">
            <a:extLst>
              <a:ext uri="{FF2B5EF4-FFF2-40B4-BE49-F238E27FC236}">
                <a16:creationId xmlns:a16="http://schemas.microsoft.com/office/drawing/2014/main" id="{0F781345-80B9-CD6E-8F13-33859F238A7D}"/>
              </a:ext>
            </a:extLst>
          </p:cNvPr>
          <p:cNvSpPr/>
          <p:nvPr/>
        </p:nvSpPr>
        <p:spPr>
          <a:xfrm>
            <a:off x="6096000" y="1409700"/>
            <a:ext cx="4972050" cy="4181475"/>
          </a:xfrm>
          <a:prstGeom prst="rect">
            <a:avLst/>
          </a:prstGeom>
          <a:noFill/>
          <a:ln w="12700" cap="flat" cmpd="sng" algn="ctr">
            <a:solidFill>
              <a:srgbClr val="8064A2">
                <a:lumMod val="60000"/>
                <a:lumOff val="4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3F3F3F"/>
              </a:solidFill>
              <a:effectLst/>
              <a:uLnTx/>
              <a:uFillTx/>
              <a:latin typeface="Calibri"/>
              <a:ea typeface="+mn-ea"/>
              <a:cs typeface="+mn-cs"/>
            </a:endParaRPr>
          </a:p>
        </p:txBody>
      </p:sp>
      <p:sp>
        <p:nvSpPr>
          <p:cNvPr id="125" name="Rectangle 124">
            <a:extLst>
              <a:ext uri="{FF2B5EF4-FFF2-40B4-BE49-F238E27FC236}">
                <a16:creationId xmlns:a16="http://schemas.microsoft.com/office/drawing/2014/main" id="{4B7E5486-B45E-5C52-111D-F58A06052C95}"/>
              </a:ext>
            </a:extLst>
          </p:cNvPr>
          <p:cNvSpPr/>
          <p:nvPr/>
        </p:nvSpPr>
        <p:spPr>
          <a:xfrm>
            <a:off x="706645" y="1606075"/>
            <a:ext cx="1214890" cy="432048"/>
          </a:xfrm>
          <a:prstGeom prst="rect">
            <a:avLst/>
          </a:prstGeom>
          <a:solidFill>
            <a:sysClr val="window" lastClr="FFFFFF"/>
          </a:solidFill>
          <a:ln w="12700" cap="flat" cmpd="sng" algn="ctr">
            <a:solidFill>
              <a:srgbClr val="8064A2">
                <a:lumMod val="75000"/>
              </a:srgbClr>
            </a:solidFill>
            <a:prstDash val="solid"/>
          </a:ln>
          <a:effectLst/>
        </p:spPr>
        <p:txBody>
          <a:bodyPr wrap="square"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300" normalizeH="0" baseline="0" noProof="0">
                <a:ln>
                  <a:noFill/>
                </a:ln>
                <a:solidFill>
                  <a:srgbClr val="8064A2">
                    <a:lumMod val="75000"/>
                  </a:srgbClr>
                </a:solidFill>
                <a:effectLst/>
                <a:uLnTx/>
                <a:uFillTx/>
                <a:latin typeface="Calibri"/>
                <a:ea typeface="+mn-ea"/>
                <a:cs typeface="+mn-cs"/>
              </a:rPr>
              <a:t>SERVICE A</a:t>
            </a:r>
          </a:p>
        </p:txBody>
      </p:sp>
      <p:sp>
        <p:nvSpPr>
          <p:cNvPr id="126" name="Rectangle 125">
            <a:extLst>
              <a:ext uri="{FF2B5EF4-FFF2-40B4-BE49-F238E27FC236}">
                <a16:creationId xmlns:a16="http://schemas.microsoft.com/office/drawing/2014/main" id="{04C50BFA-36D4-ADB5-9B44-9748ECE1E504}"/>
              </a:ext>
            </a:extLst>
          </p:cNvPr>
          <p:cNvSpPr/>
          <p:nvPr/>
        </p:nvSpPr>
        <p:spPr>
          <a:xfrm>
            <a:off x="3933938" y="1606075"/>
            <a:ext cx="1214890" cy="432048"/>
          </a:xfrm>
          <a:prstGeom prst="rect">
            <a:avLst/>
          </a:prstGeom>
          <a:solidFill>
            <a:sysClr val="window" lastClr="FFFFFF"/>
          </a:solidFill>
          <a:ln w="12700" cap="flat" cmpd="sng" algn="ctr">
            <a:solidFill>
              <a:srgbClr val="8064A2">
                <a:lumMod val="75000"/>
              </a:srgbClr>
            </a:solidFill>
            <a:prstDash val="solid"/>
          </a:ln>
          <a:effectLst/>
        </p:spPr>
        <p:txBody>
          <a:bodyPr wrap="square"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300" normalizeH="0" baseline="0" noProof="0">
                <a:ln>
                  <a:noFill/>
                </a:ln>
                <a:solidFill>
                  <a:srgbClr val="8064A2">
                    <a:lumMod val="75000"/>
                  </a:srgbClr>
                </a:solidFill>
                <a:effectLst/>
                <a:uLnTx/>
                <a:uFillTx/>
                <a:latin typeface="Calibri"/>
                <a:ea typeface="+mn-ea"/>
                <a:cs typeface="+mn-cs"/>
              </a:rPr>
              <a:t>SERVICE B</a:t>
            </a:r>
          </a:p>
        </p:txBody>
      </p:sp>
      <p:cxnSp>
        <p:nvCxnSpPr>
          <p:cNvPr id="127" name="Connecteur droit 126">
            <a:extLst>
              <a:ext uri="{FF2B5EF4-FFF2-40B4-BE49-F238E27FC236}">
                <a16:creationId xmlns:a16="http://schemas.microsoft.com/office/drawing/2014/main" id="{99A12F1A-F38E-8483-FBF7-0296EAE30344}"/>
              </a:ext>
            </a:extLst>
          </p:cNvPr>
          <p:cNvCxnSpPr>
            <a:stCxn id="125" idx="2"/>
          </p:cNvCxnSpPr>
          <p:nvPr/>
        </p:nvCxnSpPr>
        <p:spPr>
          <a:xfrm>
            <a:off x="1314090" y="2038123"/>
            <a:ext cx="0" cy="3456384"/>
          </a:xfrm>
          <a:prstGeom prst="line">
            <a:avLst/>
          </a:prstGeom>
          <a:noFill/>
          <a:ln w="9525" cap="flat" cmpd="sng" algn="ctr">
            <a:solidFill>
              <a:srgbClr val="8064A2">
                <a:lumMod val="75000"/>
              </a:srgbClr>
            </a:solidFill>
            <a:prstDash val="solid"/>
          </a:ln>
          <a:effectLst/>
        </p:spPr>
      </p:cxnSp>
      <p:cxnSp>
        <p:nvCxnSpPr>
          <p:cNvPr id="128" name="Connecteur droit 127">
            <a:extLst>
              <a:ext uri="{FF2B5EF4-FFF2-40B4-BE49-F238E27FC236}">
                <a16:creationId xmlns:a16="http://schemas.microsoft.com/office/drawing/2014/main" id="{CB894391-4804-D980-435C-4E47A01AD59E}"/>
              </a:ext>
            </a:extLst>
          </p:cNvPr>
          <p:cNvCxnSpPr>
            <a:stCxn id="126" idx="2"/>
          </p:cNvCxnSpPr>
          <p:nvPr/>
        </p:nvCxnSpPr>
        <p:spPr>
          <a:xfrm>
            <a:off x="4541383" y="2038123"/>
            <a:ext cx="0" cy="3456384"/>
          </a:xfrm>
          <a:prstGeom prst="line">
            <a:avLst/>
          </a:prstGeom>
          <a:noFill/>
          <a:ln w="9525" cap="flat" cmpd="sng" algn="ctr">
            <a:solidFill>
              <a:srgbClr val="8064A2">
                <a:lumMod val="75000"/>
              </a:srgbClr>
            </a:solidFill>
            <a:prstDash val="solid"/>
          </a:ln>
          <a:effectLst/>
        </p:spPr>
      </p:cxnSp>
      <p:cxnSp>
        <p:nvCxnSpPr>
          <p:cNvPr id="129" name="Connecteur droit avec flèche 128">
            <a:extLst>
              <a:ext uri="{FF2B5EF4-FFF2-40B4-BE49-F238E27FC236}">
                <a16:creationId xmlns:a16="http://schemas.microsoft.com/office/drawing/2014/main" id="{259328BD-8355-19D4-52AA-6CE3F4511ADD}"/>
              </a:ext>
            </a:extLst>
          </p:cNvPr>
          <p:cNvCxnSpPr/>
          <p:nvPr/>
        </p:nvCxnSpPr>
        <p:spPr>
          <a:xfrm>
            <a:off x="2933984" y="2614187"/>
            <a:ext cx="1584472" cy="0"/>
          </a:xfrm>
          <a:prstGeom prst="straightConnector1">
            <a:avLst/>
          </a:prstGeom>
          <a:noFill/>
          <a:ln w="9525" cap="flat" cmpd="sng" algn="ctr">
            <a:solidFill>
              <a:srgbClr val="94A5A4">
                <a:shade val="95000"/>
                <a:satMod val="105000"/>
              </a:srgbClr>
            </a:solidFill>
            <a:prstDash val="solid"/>
            <a:tailEnd type="arrow"/>
          </a:ln>
          <a:effectLst/>
        </p:spPr>
      </p:cxnSp>
      <p:cxnSp>
        <p:nvCxnSpPr>
          <p:cNvPr id="130" name="Connecteur droit avec flèche 129">
            <a:extLst>
              <a:ext uri="{FF2B5EF4-FFF2-40B4-BE49-F238E27FC236}">
                <a16:creationId xmlns:a16="http://schemas.microsoft.com/office/drawing/2014/main" id="{145524FB-6F22-E32B-4AE1-BBD72E163C22}"/>
              </a:ext>
            </a:extLst>
          </p:cNvPr>
          <p:cNvCxnSpPr/>
          <p:nvPr/>
        </p:nvCxnSpPr>
        <p:spPr>
          <a:xfrm flipH="1">
            <a:off x="1406089" y="2902219"/>
            <a:ext cx="1428973" cy="0"/>
          </a:xfrm>
          <a:prstGeom prst="straightConnector1">
            <a:avLst/>
          </a:prstGeom>
          <a:noFill/>
          <a:ln w="9525" cap="flat" cmpd="sng" algn="ctr">
            <a:solidFill>
              <a:srgbClr val="C0504D">
                <a:lumMod val="60000"/>
                <a:lumOff val="40000"/>
              </a:srgbClr>
            </a:solidFill>
            <a:prstDash val="solid"/>
            <a:tailEnd type="arrow"/>
          </a:ln>
          <a:effectLst/>
        </p:spPr>
      </p:cxnSp>
      <p:sp>
        <p:nvSpPr>
          <p:cNvPr id="131" name="ZoneTexte 24">
            <a:extLst>
              <a:ext uri="{FF2B5EF4-FFF2-40B4-BE49-F238E27FC236}">
                <a16:creationId xmlns:a16="http://schemas.microsoft.com/office/drawing/2014/main" id="{9BF6DD79-277C-30D2-3E10-408371C9EDC2}"/>
              </a:ext>
            </a:extLst>
          </p:cNvPr>
          <p:cNvSpPr txBox="1"/>
          <p:nvPr/>
        </p:nvSpPr>
        <p:spPr>
          <a:xfrm>
            <a:off x="1334081" y="2646845"/>
            <a:ext cx="1541748" cy="482120"/>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fr-FR" sz="900" b="1" spc="300">
                <a:solidFill>
                  <a:srgbClr val="C0504D">
                    <a:lumMod val="60000"/>
                    <a:lumOff val="40000"/>
                  </a:srgbClr>
                </a:solidFill>
                <a:latin typeface="Calibri"/>
              </a:rPr>
              <a:t>RÉPONSE ALTERNATIVE</a:t>
            </a:r>
          </a:p>
        </p:txBody>
      </p:sp>
      <p:pic>
        <p:nvPicPr>
          <p:cNvPr id="132" name="Picture 3">
            <a:extLst>
              <a:ext uri="{FF2B5EF4-FFF2-40B4-BE49-F238E27FC236}">
                <a16:creationId xmlns:a16="http://schemas.microsoft.com/office/drawing/2014/main" id="{67E7D93A-1072-8207-21AD-2239BE9EFCC8}"/>
              </a:ext>
            </a:extLst>
          </p:cNvPr>
          <p:cNvPicPr>
            <a:picLocks noChangeAspect="1" noChangeArrowheads="1"/>
          </p:cNvPicPr>
          <p:nvPr/>
        </p:nvPicPr>
        <p:blipFill>
          <a:blip r:embed="rId3" cstate="screen">
            <a:duotone>
              <a:srgbClr val="8064A2">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2748817" y="1585767"/>
            <a:ext cx="370334" cy="472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 name="Picture 6">
            <a:extLst>
              <a:ext uri="{FF2B5EF4-FFF2-40B4-BE49-F238E27FC236}">
                <a16:creationId xmlns:a16="http://schemas.microsoft.com/office/drawing/2014/main" id="{ECDF7CDC-AFF7-4F1A-A274-24F59D629463}"/>
              </a:ext>
            </a:extLst>
          </p:cNvPr>
          <p:cNvPicPr>
            <a:picLocks noChangeAspect="1" noChangeArrowheads="1"/>
          </p:cNvPicPr>
          <p:nvPr/>
        </p:nvPicPr>
        <p:blipFill>
          <a:blip r:embed="rId4" cstate="screen">
            <a:duotone>
              <a:srgbClr val="8064A2">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4337739" y="4497426"/>
            <a:ext cx="407288" cy="407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4" name="Picture 9">
            <a:extLst>
              <a:ext uri="{FF2B5EF4-FFF2-40B4-BE49-F238E27FC236}">
                <a16:creationId xmlns:a16="http://schemas.microsoft.com/office/drawing/2014/main" id="{42B64096-72F3-DBDF-DF67-9FF823AA02FD}"/>
              </a:ext>
            </a:extLst>
          </p:cNvPr>
          <p:cNvPicPr>
            <a:picLocks noChangeAspect="1" noChangeArrowheads="1"/>
          </p:cNvPicPr>
          <p:nvPr/>
        </p:nvPicPr>
        <p:blipFill>
          <a:blip r:embed="rId5" cstate="screen">
            <a:duotone>
              <a:srgbClr val="8064A2">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4316531" y="2716619"/>
            <a:ext cx="428496" cy="360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35" name="Connecteur droit avec flèche 134">
            <a:extLst>
              <a:ext uri="{FF2B5EF4-FFF2-40B4-BE49-F238E27FC236}">
                <a16:creationId xmlns:a16="http://schemas.microsoft.com/office/drawing/2014/main" id="{44BC52C7-A14C-BC40-EB70-90A79B5D576A}"/>
              </a:ext>
            </a:extLst>
          </p:cNvPr>
          <p:cNvCxnSpPr/>
          <p:nvPr/>
        </p:nvCxnSpPr>
        <p:spPr>
          <a:xfrm>
            <a:off x="1388875" y="2614187"/>
            <a:ext cx="1486954" cy="0"/>
          </a:xfrm>
          <a:prstGeom prst="straightConnector1">
            <a:avLst/>
          </a:prstGeom>
          <a:noFill/>
          <a:ln w="9525" cap="flat" cmpd="sng" algn="ctr">
            <a:solidFill>
              <a:srgbClr val="94A5A4">
                <a:shade val="95000"/>
                <a:satMod val="105000"/>
              </a:srgbClr>
            </a:solidFill>
            <a:prstDash val="solid"/>
            <a:tailEnd type="arrow"/>
          </a:ln>
          <a:effectLst/>
        </p:spPr>
      </p:cxnSp>
      <p:cxnSp>
        <p:nvCxnSpPr>
          <p:cNvPr id="136" name="Connecteur droit avec flèche 135">
            <a:extLst>
              <a:ext uri="{FF2B5EF4-FFF2-40B4-BE49-F238E27FC236}">
                <a16:creationId xmlns:a16="http://schemas.microsoft.com/office/drawing/2014/main" id="{11FD97FD-FDBC-33FF-8F54-672C564D61A5}"/>
              </a:ext>
            </a:extLst>
          </p:cNvPr>
          <p:cNvCxnSpPr/>
          <p:nvPr/>
        </p:nvCxnSpPr>
        <p:spPr>
          <a:xfrm flipH="1">
            <a:off x="1389087" y="5160088"/>
            <a:ext cx="1428973" cy="0"/>
          </a:xfrm>
          <a:prstGeom prst="straightConnector1">
            <a:avLst/>
          </a:prstGeom>
          <a:noFill/>
          <a:ln w="9525" cap="flat" cmpd="sng" algn="ctr">
            <a:solidFill>
              <a:srgbClr val="2CA59F">
                <a:lumMod val="60000"/>
                <a:lumOff val="40000"/>
              </a:srgbClr>
            </a:solidFill>
            <a:prstDash val="solid"/>
            <a:tailEnd type="arrow"/>
          </a:ln>
          <a:effectLst/>
        </p:spPr>
      </p:cxnSp>
      <p:sp>
        <p:nvSpPr>
          <p:cNvPr id="137" name="ZoneTexte 77">
            <a:extLst>
              <a:ext uri="{FF2B5EF4-FFF2-40B4-BE49-F238E27FC236}">
                <a16:creationId xmlns:a16="http://schemas.microsoft.com/office/drawing/2014/main" id="{887CC6D9-2A2F-0F7D-70BB-78FACAB7FF3E}"/>
              </a:ext>
            </a:extLst>
          </p:cNvPr>
          <p:cNvSpPr txBox="1"/>
          <p:nvPr/>
        </p:nvSpPr>
        <p:spPr>
          <a:xfrm>
            <a:off x="1317079" y="4904714"/>
            <a:ext cx="1541748" cy="482120"/>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fr-FR" sz="900" b="1" spc="300">
                <a:solidFill>
                  <a:srgbClr val="2CA59F">
                    <a:lumMod val="60000"/>
                    <a:lumOff val="40000"/>
                  </a:srgbClr>
                </a:solidFill>
                <a:latin typeface="Calibri"/>
              </a:rPr>
              <a:t>RÉPONSE ATTENDUE</a:t>
            </a:r>
          </a:p>
        </p:txBody>
      </p:sp>
      <p:cxnSp>
        <p:nvCxnSpPr>
          <p:cNvPr id="138" name="Connecteur droit 137">
            <a:extLst>
              <a:ext uri="{FF2B5EF4-FFF2-40B4-BE49-F238E27FC236}">
                <a16:creationId xmlns:a16="http://schemas.microsoft.com/office/drawing/2014/main" id="{48281614-8D11-0673-1A70-336E07DE5015}"/>
              </a:ext>
            </a:extLst>
          </p:cNvPr>
          <p:cNvCxnSpPr/>
          <p:nvPr/>
        </p:nvCxnSpPr>
        <p:spPr>
          <a:xfrm>
            <a:off x="2921661" y="2038123"/>
            <a:ext cx="0" cy="3456384"/>
          </a:xfrm>
          <a:prstGeom prst="line">
            <a:avLst/>
          </a:prstGeom>
          <a:noFill/>
          <a:ln w="9525" cap="flat" cmpd="sng" algn="ctr">
            <a:solidFill>
              <a:srgbClr val="8064A2">
                <a:lumMod val="75000"/>
              </a:srgbClr>
            </a:solidFill>
            <a:prstDash val="solid"/>
          </a:ln>
          <a:effectLst/>
        </p:spPr>
      </p:cxnSp>
      <p:cxnSp>
        <p:nvCxnSpPr>
          <p:cNvPr id="139" name="Connecteur droit avec flèche 138">
            <a:extLst>
              <a:ext uri="{FF2B5EF4-FFF2-40B4-BE49-F238E27FC236}">
                <a16:creationId xmlns:a16="http://schemas.microsoft.com/office/drawing/2014/main" id="{BB2DCFB2-686D-E3FB-4732-5D5F1AE327B0}"/>
              </a:ext>
            </a:extLst>
          </p:cNvPr>
          <p:cNvCxnSpPr/>
          <p:nvPr/>
        </p:nvCxnSpPr>
        <p:spPr>
          <a:xfrm flipH="1">
            <a:off x="2933984" y="2896758"/>
            <a:ext cx="1428973" cy="0"/>
          </a:xfrm>
          <a:prstGeom prst="straightConnector1">
            <a:avLst/>
          </a:prstGeom>
          <a:noFill/>
          <a:ln w="9525" cap="flat" cmpd="sng" algn="ctr">
            <a:solidFill>
              <a:srgbClr val="C0504D">
                <a:lumMod val="60000"/>
                <a:lumOff val="40000"/>
              </a:srgbClr>
            </a:solidFill>
            <a:prstDash val="solid"/>
            <a:tailEnd type="arrow"/>
          </a:ln>
          <a:effectLst/>
        </p:spPr>
      </p:cxnSp>
      <p:cxnSp>
        <p:nvCxnSpPr>
          <p:cNvPr id="140" name="Connecteur droit avec flèche 139">
            <a:extLst>
              <a:ext uri="{FF2B5EF4-FFF2-40B4-BE49-F238E27FC236}">
                <a16:creationId xmlns:a16="http://schemas.microsoft.com/office/drawing/2014/main" id="{29A330CC-7E4E-93FF-8776-8027FE13CDC9}"/>
              </a:ext>
            </a:extLst>
          </p:cNvPr>
          <p:cNvCxnSpPr/>
          <p:nvPr/>
        </p:nvCxnSpPr>
        <p:spPr>
          <a:xfrm flipH="1">
            <a:off x="1412935" y="3556190"/>
            <a:ext cx="1428973" cy="0"/>
          </a:xfrm>
          <a:prstGeom prst="straightConnector1">
            <a:avLst/>
          </a:prstGeom>
          <a:noFill/>
          <a:ln w="9525" cap="flat" cmpd="sng" algn="ctr">
            <a:solidFill>
              <a:srgbClr val="C0504D">
                <a:lumMod val="60000"/>
                <a:lumOff val="40000"/>
              </a:srgbClr>
            </a:solidFill>
            <a:prstDash val="solid"/>
            <a:tailEnd type="arrow"/>
          </a:ln>
          <a:effectLst/>
        </p:spPr>
      </p:cxnSp>
      <p:sp>
        <p:nvSpPr>
          <p:cNvPr id="141" name="ZoneTexte 24">
            <a:extLst>
              <a:ext uri="{FF2B5EF4-FFF2-40B4-BE49-F238E27FC236}">
                <a16:creationId xmlns:a16="http://schemas.microsoft.com/office/drawing/2014/main" id="{5E67BA3D-A688-A371-9481-9E0914D90E52}"/>
              </a:ext>
            </a:extLst>
          </p:cNvPr>
          <p:cNvSpPr txBox="1"/>
          <p:nvPr/>
        </p:nvSpPr>
        <p:spPr>
          <a:xfrm>
            <a:off x="1340927" y="3300816"/>
            <a:ext cx="1541748" cy="482120"/>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fr-FR" sz="900" b="1" spc="300">
                <a:solidFill>
                  <a:srgbClr val="C0504D">
                    <a:lumMod val="60000"/>
                    <a:lumOff val="40000"/>
                  </a:srgbClr>
                </a:solidFill>
                <a:latin typeface="Calibri"/>
              </a:rPr>
              <a:t>RÉPONSE ALTERNATIVE</a:t>
            </a:r>
          </a:p>
        </p:txBody>
      </p:sp>
      <p:cxnSp>
        <p:nvCxnSpPr>
          <p:cNvPr id="142" name="Connecteur droit avec flèche 141">
            <a:extLst>
              <a:ext uri="{FF2B5EF4-FFF2-40B4-BE49-F238E27FC236}">
                <a16:creationId xmlns:a16="http://schemas.microsoft.com/office/drawing/2014/main" id="{E439BE03-F7A7-6353-0638-38247AD842FC}"/>
              </a:ext>
            </a:extLst>
          </p:cNvPr>
          <p:cNvCxnSpPr/>
          <p:nvPr/>
        </p:nvCxnSpPr>
        <p:spPr>
          <a:xfrm>
            <a:off x="1395721" y="3268158"/>
            <a:ext cx="1486954" cy="0"/>
          </a:xfrm>
          <a:prstGeom prst="straightConnector1">
            <a:avLst/>
          </a:prstGeom>
          <a:noFill/>
          <a:ln w="9525" cap="flat" cmpd="sng" algn="ctr">
            <a:solidFill>
              <a:srgbClr val="94A5A4">
                <a:shade val="95000"/>
                <a:satMod val="105000"/>
              </a:srgbClr>
            </a:solidFill>
            <a:prstDash val="solid"/>
            <a:tailEnd type="arrow"/>
          </a:ln>
          <a:effectLst/>
        </p:spPr>
      </p:cxnSp>
      <p:cxnSp>
        <p:nvCxnSpPr>
          <p:cNvPr id="143" name="Connecteur droit avec flèche 142">
            <a:extLst>
              <a:ext uri="{FF2B5EF4-FFF2-40B4-BE49-F238E27FC236}">
                <a16:creationId xmlns:a16="http://schemas.microsoft.com/office/drawing/2014/main" id="{3D46761C-2834-845F-A879-29E4870192A3}"/>
              </a:ext>
            </a:extLst>
          </p:cNvPr>
          <p:cNvCxnSpPr/>
          <p:nvPr/>
        </p:nvCxnSpPr>
        <p:spPr>
          <a:xfrm flipH="1">
            <a:off x="1406089" y="4179122"/>
            <a:ext cx="1428973" cy="0"/>
          </a:xfrm>
          <a:prstGeom prst="straightConnector1">
            <a:avLst/>
          </a:prstGeom>
          <a:noFill/>
          <a:ln w="9525" cap="flat" cmpd="sng" algn="ctr">
            <a:solidFill>
              <a:srgbClr val="C0504D">
                <a:lumMod val="60000"/>
                <a:lumOff val="40000"/>
              </a:srgbClr>
            </a:solidFill>
            <a:prstDash val="solid"/>
            <a:tailEnd type="arrow"/>
          </a:ln>
          <a:effectLst/>
        </p:spPr>
      </p:cxnSp>
      <p:sp>
        <p:nvSpPr>
          <p:cNvPr id="144" name="ZoneTexte 24">
            <a:extLst>
              <a:ext uri="{FF2B5EF4-FFF2-40B4-BE49-F238E27FC236}">
                <a16:creationId xmlns:a16="http://schemas.microsoft.com/office/drawing/2014/main" id="{861AFF40-57D1-E3C5-75AA-14568EE4531E}"/>
              </a:ext>
            </a:extLst>
          </p:cNvPr>
          <p:cNvSpPr txBox="1"/>
          <p:nvPr/>
        </p:nvSpPr>
        <p:spPr>
          <a:xfrm>
            <a:off x="1334081" y="3923748"/>
            <a:ext cx="1541748" cy="482120"/>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fr-FR" sz="900" b="1" spc="300">
                <a:solidFill>
                  <a:srgbClr val="C0504D">
                    <a:lumMod val="60000"/>
                    <a:lumOff val="40000"/>
                  </a:srgbClr>
                </a:solidFill>
                <a:latin typeface="Calibri"/>
              </a:rPr>
              <a:t>RÉPONSE ALTERNATIVE</a:t>
            </a:r>
          </a:p>
        </p:txBody>
      </p:sp>
      <p:cxnSp>
        <p:nvCxnSpPr>
          <p:cNvPr id="145" name="Connecteur droit avec flèche 144">
            <a:extLst>
              <a:ext uri="{FF2B5EF4-FFF2-40B4-BE49-F238E27FC236}">
                <a16:creationId xmlns:a16="http://schemas.microsoft.com/office/drawing/2014/main" id="{2F9DEC6F-D8E5-600C-8CF2-7C11F7C8FB2A}"/>
              </a:ext>
            </a:extLst>
          </p:cNvPr>
          <p:cNvCxnSpPr/>
          <p:nvPr/>
        </p:nvCxnSpPr>
        <p:spPr>
          <a:xfrm>
            <a:off x="1388875" y="3891090"/>
            <a:ext cx="1486954" cy="0"/>
          </a:xfrm>
          <a:prstGeom prst="straightConnector1">
            <a:avLst/>
          </a:prstGeom>
          <a:noFill/>
          <a:ln w="9525" cap="flat" cmpd="sng" algn="ctr">
            <a:solidFill>
              <a:srgbClr val="94A5A4">
                <a:shade val="95000"/>
                <a:satMod val="105000"/>
              </a:srgbClr>
            </a:solidFill>
            <a:prstDash val="solid"/>
            <a:tailEnd type="arrow"/>
          </a:ln>
          <a:effectLst/>
        </p:spPr>
      </p:cxnSp>
      <p:cxnSp>
        <p:nvCxnSpPr>
          <p:cNvPr id="146" name="Connecteur droit avec flèche 145">
            <a:extLst>
              <a:ext uri="{FF2B5EF4-FFF2-40B4-BE49-F238E27FC236}">
                <a16:creationId xmlns:a16="http://schemas.microsoft.com/office/drawing/2014/main" id="{9394B9F2-8D11-5D11-E800-37D4848B3F77}"/>
              </a:ext>
            </a:extLst>
          </p:cNvPr>
          <p:cNvCxnSpPr/>
          <p:nvPr/>
        </p:nvCxnSpPr>
        <p:spPr>
          <a:xfrm>
            <a:off x="1388875" y="4883918"/>
            <a:ext cx="1486954" cy="0"/>
          </a:xfrm>
          <a:prstGeom prst="straightConnector1">
            <a:avLst/>
          </a:prstGeom>
          <a:noFill/>
          <a:ln w="9525" cap="flat" cmpd="sng" algn="ctr">
            <a:solidFill>
              <a:srgbClr val="94A5A4">
                <a:shade val="95000"/>
                <a:satMod val="105000"/>
              </a:srgbClr>
            </a:solidFill>
            <a:prstDash val="solid"/>
            <a:tailEnd type="arrow"/>
          </a:ln>
          <a:effectLst/>
        </p:spPr>
      </p:cxnSp>
      <p:cxnSp>
        <p:nvCxnSpPr>
          <p:cNvPr id="147" name="Connecteur droit avec flèche 146">
            <a:extLst>
              <a:ext uri="{FF2B5EF4-FFF2-40B4-BE49-F238E27FC236}">
                <a16:creationId xmlns:a16="http://schemas.microsoft.com/office/drawing/2014/main" id="{298CCBF0-E33C-28D8-C2A9-1C696AFF0568}"/>
              </a:ext>
            </a:extLst>
          </p:cNvPr>
          <p:cNvCxnSpPr/>
          <p:nvPr/>
        </p:nvCxnSpPr>
        <p:spPr>
          <a:xfrm flipH="1">
            <a:off x="2933984" y="4695826"/>
            <a:ext cx="1428973" cy="0"/>
          </a:xfrm>
          <a:prstGeom prst="straightConnector1">
            <a:avLst/>
          </a:prstGeom>
          <a:noFill/>
          <a:ln w="9525" cap="flat" cmpd="sng" algn="ctr">
            <a:solidFill>
              <a:srgbClr val="2CA59F">
                <a:lumMod val="60000"/>
                <a:lumOff val="40000"/>
              </a:srgbClr>
            </a:solidFill>
            <a:prstDash val="solid"/>
            <a:tailEnd type="arrow"/>
          </a:ln>
          <a:effectLst/>
        </p:spPr>
      </p:cxnSp>
      <p:cxnSp>
        <p:nvCxnSpPr>
          <p:cNvPr id="148" name="Connecteur droit avec flèche 147">
            <a:extLst>
              <a:ext uri="{FF2B5EF4-FFF2-40B4-BE49-F238E27FC236}">
                <a16:creationId xmlns:a16="http://schemas.microsoft.com/office/drawing/2014/main" id="{E4A77DFC-4C49-1EC4-7B29-D279776236AE}"/>
              </a:ext>
            </a:extLst>
          </p:cNvPr>
          <p:cNvCxnSpPr/>
          <p:nvPr/>
        </p:nvCxnSpPr>
        <p:spPr>
          <a:xfrm>
            <a:off x="2933984" y="4477876"/>
            <a:ext cx="1584472" cy="0"/>
          </a:xfrm>
          <a:prstGeom prst="straightConnector1">
            <a:avLst/>
          </a:prstGeom>
          <a:noFill/>
          <a:ln w="9525" cap="flat" cmpd="sng" algn="ctr">
            <a:solidFill>
              <a:srgbClr val="94A5A4">
                <a:shade val="95000"/>
                <a:satMod val="105000"/>
              </a:srgbClr>
            </a:solidFill>
            <a:prstDash val="solid"/>
            <a:tailEnd type="arrow"/>
          </a:ln>
          <a:effectLst/>
        </p:spPr>
      </p:cxnSp>
      <p:pic>
        <p:nvPicPr>
          <p:cNvPr id="149" name="Picture 30">
            <a:extLst>
              <a:ext uri="{FF2B5EF4-FFF2-40B4-BE49-F238E27FC236}">
                <a16:creationId xmlns:a16="http://schemas.microsoft.com/office/drawing/2014/main" id="{3DBFE9C7-1372-EFCA-8DEC-353E32D9720A}"/>
              </a:ext>
            </a:extLst>
          </p:cNvPr>
          <p:cNvPicPr>
            <a:picLocks noChangeAspect="1"/>
          </p:cNvPicPr>
          <p:nvPr/>
        </p:nvPicPr>
        <p:blipFill>
          <a:blip r:embed="rId6" cstate="screen">
            <a:clrChange>
              <a:clrFrom>
                <a:srgbClr val="FFFFFF"/>
              </a:clrFrom>
              <a:clrTo>
                <a:srgbClr val="FFFFFF">
                  <a:alpha val="0"/>
                </a:srgbClr>
              </a:clrTo>
            </a:clrChange>
            <a:duotone>
              <a:srgbClr val="8064A2">
                <a:shade val="45000"/>
                <a:satMod val="135000"/>
              </a:srgbClr>
              <a:prstClr val="white"/>
            </a:duotone>
            <a:extLst>
              <a:ext uri="{28A0092B-C50C-407E-A947-70E740481C1C}">
                <a14:useLocalDpi xmlns:a14="http://schemas.microsoft.com/office/drawing/2010/main"/>
              </a:ext>
            </a:extLst>
          </a:blip>
          <a:stretch>
            <a:fillRect/>
          </a:stretch>
        </p:blipFill>
        <p:spPr>
          <a:xfrm>
            <a:off x="3512043" y="3482051"/>
            <a:ext cx="429489" cy="429489"/>
          </a:xfrm>
          <a:prstGeom prst="rect">
            <a:avLst/>
          </a:prstGeom>
        </p:spPr>
      </p:pic>
    </p:spTree>
    <p:extLst>
      <p:ext uri="{BB962C8B-B14F-4D97-AF65-F5344CB8AC3E}">
        <p14:creationId xmlns:p14="http://schemas.microsoft.com/office/powerpoint/2010/main" val="89729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Détail D'architecture Spirale En Acier Modèle Niveau Abstrait Banque D'Images  Et Photos Libres De Droits. Image 79478581.">
            <a:extLst>
              <a:ext uri="{FF2B5EF4-FFF2-40B4-BE49-F238E27FC236}">
                <a16:creationId xmlns:a16="http://schemas.microsoft.com/office/drawing/2014/main" id="{E4DF5054-7AB9-E143-00DA-70A3271BABA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4848" t="15" r="32552" b="-15"/>
          <a:stretch/>
        </p:blipFill>
        <p:spPr bwMode="auto">
          <a:xfrm>
            <a:off x="5226593" y="5721"/>
            <a:ext cx="2980989" cy="685800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26593" y="5721"/>
            <a:ext cx="2980989"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9" name="AutoShape 8" descr="Ddd images vectorielles, Ddd vecteurs libres de droits | Depositphotos">
            <a:extLst>
              <a:ext uri="{FF2B5EF4-FFF2-40B4-BE49-F238E27FC236}">
                <a16:creationId xmlns:a16="http://schemas.microsoft.com/office/drawing/2014/main" id="{436BAA99-40E7-A3AB-2621-FF583903CA14}"/>
              </a:ext>
            </a:extLst>
          </p:cNvPr>
          <p:cNvSpPr>
            <a:spLocks noChangeAspect="1" noChangeArrowheads="1"/>
          </p:cNvSpPr>
          <p:nvPr/>
        </p:nvSpPr>
        <p:spPr bwMode="auto">
          <a:xfrm>
            <a:off x="2348564" y="3276600"/>
            <a:ext cx="3899836" cy="389983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pSp>
        <p:nvGrpSpPr>
          <p:cNvPr id="7" name="Groupe 6">
            <a:extLst>
              <a:ext uri="{FF2B5EF4-FFF2-40B4-BE49-F238E27FC236}">
                <a16:creationId xmlns:a16="http://schemas.microsoft.com/office/drawing/2014/main" id="{C25F35D4-376F-0F76-0C79-BA4548171EA4}"/>
              </a:ext>
            </a:extLst>
          </p:cNvPr>
          <p:cNvGrpSpPr/>
          <p:nvPr/>
        </p:nvGrpSpPr>
        <p:grpSpPr>
          <a:xfrm>
            <a:off x="7870681" y="1204990"/>
            <a:ext cx="3842883" cy="646278"/>
            <a:chOff x="7877160" y="1424687"/>
            <a:chExt cx="3842883" cy="646278"/>
          </a:xfrm>
        </p:grpSpPr>
        <p:sp>
          <p:nvSpPr>
            <p:cNvPr id="102" name="TextBox 4">
              <a:extLst>
                <a:ext uri="{FF2B5EF4-FFF2-40B4-BE49-F238E27FC236}">
                  <a16:creationId xmlns:a16="http://schemas.microsoft.com/office/drawing/2014/main" id="{08EF1DAE-D77A-794C-3B18-C2C6C135E72E}"/>
                </a:ext>
              </a:extLst>
            </p:cNvPr>
            <p:cNvSpPr txBox="1"/>
            <p:nvPr/>
          </p:nvSpPr>
          <p:spPr>
            <a:xfrm>
              <a:off x="8733829" y="1590000"/>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Synchrone vs Asynchrone</a:t>
              </a:r>
            </a:p>
          </p:txBody>
        </p:sp>
        <p:pic>
          <p:nvPicPr>
            <p:cNvPr id="38914" name="Picture 2" descr="Icône Linéaire De étude Asynchrone Contour Moderne L Asynchrone  Illustration de Vecteur - Illustration du flèche, texte: 133518351">
              <a:extLst>
                <a:ext uri="{FF2B5EF4-FFF2-40B4-BE49-F238E27FC236}">
                  <a16:creationId xmlns:a16="http://schemas.microsoft.com/office/drawing/2014/main" id="{1ED1C11B-9244-1BD8-CD66-82221123B57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475" t="9827" r="15912" b="23735"/>
            <a:stretch/>
          </p:blipFill>
          <p:spPr bwMode="auto">
            <a:xfrm>
              <a:off x="7877160" y="1424687"/>
              <a:ext cx="648000" cy="646278"/>
            </a:xfrm>
            <a:prstGeom prst="ellipse">
              <a:avLst/>
            </a:prstGeom>
            <a:noFill/>
            <a:extLst>
              <a:ext uri="{909E8E84-426E-40DD-AFC4-6F175D3DCCD1}">
                <a14:hiddenFill xmlns:a14="http://schemas.microsoft.com/office/drawing/2010/main">
                  <a:solidFill>
                    <a:srgbClr val="FFFFFF"/>
                  </a:solidFill>
                </a14:hiddenFill>
              </a:ext>
            </a:extLst>
          </p:spPr>
        </p:pic>
      </p:grpSp>
      <p:grpSp>
        <p:nvGrpSpPr>
          <p:cNvPr id="14" name="Groupe 13">
            <a:extLst>
              <a:ext uri="{FF2B5EF4-FFF2-40B4-BE49-F238E27FC236}">
                <a16:creationId xmlns:a16="http://schemas.microsoft.com/office/drawing/2014/main" id="{78304BF6-B2A2-F9F4-8F80-1A1A7C8F0D14}"/>
              </a:ext>
            </a:extLst>
          </p:cNvPr>
          <p:cNvGrpSpPr/>
          <p:nvPr/>
        </p:nvGrpSpPr>
        <p:grpSpPr>
          <a:xfrm>
            <a:off x="7870681" y="2470516"/>
            <a:ext cx="3842882" cy="648000"/>
            <a:chOff x="7880947" y="4785313"/>
            <a:chExt cx="3842882" cy="648000"/>
          </a:xfrm>
        </p:grpSpPr>
        <p:sp>
          <p:nvSpPr>
            <p:cNvPr id="39" name="TextBox 4">
              <a:extLst>
                <a:ext uri="{FF2B5EF4-FFF2-40B4-BE49-F238E27FC236}">
                  <a16:creationId xmlns:a16="http://schemas.microsoft.com/office/drawing/2014/main" id="{9F723379-8717-0275-2A6C-9F210CEAD42B}"/>
                </a:ext>
              </a:extLst>
            </p:cNvPr>
            <p:cNvSpPr txBox="1"/>
            <p:nvPr/>
          </p:nvSpPr>
          <p:spPr>
            <a:xfrm>
              <a:off x="8737615" y="4952347"/>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Domain Driven Design</a:t>
              </a:r>
            </a:p>
          </p:txBody>
        </p:sp>
        <p:grpSp>
          <p:nvGrpSpPr>
            <p:cNvPr id="17" name="Groupe 16">
              <a:extLst>
                <a:ext uri="{FF2B5EF4-FFF2-40B4-BE49-F238E27FC236}">
                  <a16:creationId xmlns:a16="http://schemas.microsoft.com/office/drawing/2014/main" id="{04CD22F0-9D64-9CBD-98B9-252A8B3BA71F}"/>
                </a:ext>
              </a:extLst>
            </p:cNvPr>
            <p:cNvGrpSpPr/>
            <p:nvPr/>
          </p:nvGrpSpPr>
          <p:grpSpPr>
            <a:xfrm>
              <a:off x="7880947" y="4785313"/>
              <a:ext cx="648000" cy="648000"/>
              <a:chOff x="7880947" y="4697274"/>
              <a:chExt cx="648000" cy="648000"/>
            </a:xfrm>
          </p:grpSpPr>
          <p:sp>
            <p:nvSpPr>
              <p:cNvPr id="40" name="Oval 9">
                <a:extLst>
                  <a:ext uri="{FF2B5EF4-FFF2-40B4-BE49-F238E27FC236}">
                    <a16:creationId xmlns:a16="http://schemas.microsoft.com/office/drawing/2014/main" id="{C0E87504-7ABF-6174-7BAA-D6113F4E76B5}"/>
                  </a:ext>
                </a:extLst>
              </p:cNvPr>
              <p:cNvSpPr/>
              <p:nvPr/>
            </p:nvSpPr>
            <p:spPr>
              <a:xfrm>
                <a:off x="7880947" y="4697274"/>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5" name="Image 14" descr="Une image contenant outil&#10;&#10;Description générée automatiquement">
                <a:extLst>
                  <a:ext uri="{FF2B5EF4-FFF2-40B4-BE49-F238E27FC236}">
                    <a16:creationId xmlns:a16="http://schemas.microsoft.com/office/drawing/2014/main" id="{2808D798-5130-AC35-349B-F9E0076A5CA3}"/>
                  </a:ext>
                </a:extLst>
              </p:cNvPr>
              <p:cNvPicPr>
                <a:picLocks noChangeAspect="1"/>
              </p:cNvPicPr>
              <p:nvPr/>
            </p:nvPicPr>
            <p:blipFill rotWithShape="1">
              <a:blip r:embed="rId6">
                <a:extLst>
                  <a:ext uri="{28A0092B-C50C-407E-A947-70E740481C1C}">
                    <a14:useLocalDpi xmlns:a14="http://schemas.microsoft.com/office/drawing/2010/main" val="0"/>
                  </a:ext>
                </a:extLst>
              </a:blip>
              <a:srcRect l="28257" t="30649" r="31901" b="29600"/>
              <a:stretch/>
            </p:blipFill>
            <p:spPr>
              <a:xfrm>
                <a:off x="7904206" y="4725019"/>
                <a:ext cx="593907" cy="592510"/>
              </a:xfrm>
              <a:prstGeom prst="flowChartConnector">
                <a:avLst/>
              </a:prstGeom>
            </p:spPr>
          </p:pic>
        </p:grpSp>
      </p:grpSp>
      <p:grpSp>
        <p:nvGrpSpPr>
          <p:cNvPr id="69" name="Groupe 68">
            <a:extLst>
              <a:ext uri="{FF2B5EF4-FFF2-40B4-BE49-F238E27FC236}">
                <a16:creationId xmlns:a16="http://schemas.microsoft.com/office/drawing/2014/main" id="{B023519F-62C5-C158-2084-C52D286EA23A}"/>
              </a:ext>
            </a:extLst>
          </p:cNvPr>
          <p:cNvGrpSpPr/>
          <p:nvPr/>
        </p:nvGrpSpPr>
        <p:grpSpPr>
          <a:xfrm>
            <a:off x="7893940" y="5005011"/>
            <a:ext cx="648000" cy="648000"/>
            <a:chOff x="7880947" y="4785313"/>
            <a:chExt cx="648000" cy="648000"/>
          </a:xfrm>
        </p:grpSpPr>
        <p:sp>
          <p:nvSpPr>
            <p:cNvPr id="70" name="Oval 9">
              <a:extLst>
                <a:ext uri="{FF2B5EF4-FFF2-40B4-BE49-F238E27FC236}">
                  <a16:creationId xmlns:a16="http://schemas.microsoft.com/office/drawing/2014/main" id="{61BE7A19-45E2-EDF7-12D9-8FA4D4A217BC}"/>
                </a:ext>
              </a:extLst>
            </p:cNvPr>
            <p:cNvSpPr/>
            <p:nvPr/>
          </p:nvSpPr>
          <p:spPr>
            <a:xfrm>
              <a:off x="7880947" y="478531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71" name="Picture 6" descr="Benchmark measure icon in flat style. Dashboard rating vector illustration  on white isolated background. Progress service business concept. Stock  Vector | Adobe Stock">
              <a:extLst>
                <a:ext uri="{FF2B5EF4-FFF2-40B4-BE49-F238E27FC236}">
                  <a16:creationId xmlns:a16="http://schemas.microsoft.com/office/drawing/2014/main" id="{CF45DF8A-A605-99E3-B615-C9719FF7DA9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1720" t="20298" r="10953" b="21027"/>
            <a:stretch/>
          </p:blipFill>
          <p:spPr bwMode="auto">
            <a:xfrm>
              <a:off x="7928042" y="4900958"/>
              <a:ext cx="547465" cy="415401"/>
            </a:xfrm>
            <a:prstGeom prst="roundRect">
              <a:avLst>
                <a:gd name="adj" fmla="val 36791"/>
              </a:avLst>
            </a:prstGeom>
            <a:noFill/>
            <a:extLst>
              <a:ext uri="{909E8E84-426E-40DD-AFC4-6F175D3DCCD1}">
                <a14:hiddenFill xmlns:a14="http://schemas.microsoft.com/office/drawing/2010/main">
                  <a:solidFill>
                    <a:srgbClr val="FFFFFF"/>
                  </a:solidFill>
                </a14:hiddenFill>
              </a:ext>
            </a:extLst>
          </p:spPr>
        </p:pic>
      </p:grpSp>
      <p:grpSp>
        <p:nvGrpSpPr>
          <p:cNvPr id="79" name="Groupe 78">
            <a:extLst>
              <a:ext uri="{FF2B5EF4-FFF2-40B4-BE49-F238E27FC236}">
                <a16:creationId xmlns:a16="http://schemas.microsoft.com/office/drawing/2014/main" id="{AC2E2561-C6D2-F560-604E-F814C252948A}"/>
              </a:ext>
            </a:extLst>
          </p:cNvPr>
          <p:cNvGrpSpPr/>
          <p:nvPr/>
        </p:nvGrpSpPr>
        <p:grpSpPr>
          <a:xfrm>
            <a:off x="7866464" y="3737764"/>
            <a:ext cx="3841671" cy="648000"/>
            <a:chOff x="7866464" y="4142511"/>
            <a:chExt cx="3841671" cy="648000"/>
          </a:xfrm>
        </p:grpSpPr>
        <p:sp>
          <p:nvSpPr>
            <p:cNvPr id="59" name="TextBox 4">
              <a:extLst>
                <a:ext uri="{FF2B5EF4-FFF2-40B4-BE49-F238E27FC236}">
                  <a16:creationId xmlns:a16="http://schemas.microsoft.com/office/drawing/2014/main" id="{16748453-B9F3-BD49-9EA8-F50EA0D6C279}"/>
                </a:ext>
              </a:extLst>
            </p:cNvPr>
            <p:cNvSpPr txBox="1"/>
            <p:nvPr/>
          </p:nvSpPr>
          <p:spPr>
            <a:xfrm>
              <a:off x="8721921" y="4313622"/>
              <a:ext cx="2986214"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Event Driven Architecture</a:t>
              </a:r>
            </a:p>
          </p:txBody>
        </p:sp>
        <p:grpSp>
          <p:nvGrpSpPr>
            <p:cNvPr id="75" name="Groupe 74">
              <a:extLst>
                <a:ext uri="{FF2B5EF4-FFF2-40B4-BE49-F238E27FC236}">
                  <a16:creationId xmlns:a16="http://schemas.microsoft.com/office/drawing/2014/main" id="{AA9D3CF1-0A75-283C-B577-9BBAA412C433}"/>
                </a:ext>
              </a:extLst>
            </p:cNvPr>
            <p:cNvGrpSpPr/>
            <p:nvPr/>
          </p:nvGrpSpPr>
          <p:grpSpPr>
            <a:xfrm>
              <a:off x="7866464" y="4142511"/>
              <a:ext cx="648000" cy="648000"/>
              <a:chOff x="7880947" y="1421251"/>
              <a:chExt cx="648000" cy="648000"/>
            </a:xfrm>
          </p:grpSpPr>
          <p:sp>
            <p:nvSpPr>
              <p:cNvPr id="76" name="Oval 9">
                <a:extLst>
                  <a:ext uri="{FF2B5EF4-FFF2-40B4-BE49-F238E27FC236}">
                    <a16:creationId xmlns:a16="http://schemas.microsoft.com/office/drawing/2014/main" id="{B23E9895-B61B-AF1A-0C40-6C01B0C85649}"/>
                  </a:ext>
                </a:extLst>
              </p:cNvPr>
              <p:cNvSpPr/>
              <p:nvPr/>
            </p:nvSpPr>
            <p:spPr>
              <a:xfrm>
                <a:off x="7880947" y="1421251"/>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77" name="Picture 4" descr="Event schedule icon Royalty Free Vector Image - VectorStock">
                <a:extLst>
                  <a:ext uri="{FF2B5EF4-FFF2-40B4-BE49-F238E27FC236}">
                    <a16:creationId xmlns:a16="http://schemas.microsoft.com/office/drawing/2014/main" id="{CB0EEAF0-F152-AAD5-9AB4-1E64BC4B2B6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8786"/>
              <a:stretch/>
            </p:blipFill>
            <p:spPr bwMode="auto">
              <a:xfrm>
                <a:off x="7977012" y="1511321"/>
                <a:ext cx="487715" cy="480454"/>
              </a:xfrm>
              <a:prstGeom prst="roundRect">
                <a:avLst>
                  <a:gd name="adj" fmla="val 23911"/>
                </a:avLst>
              </a:prstGeom>
              <a:noFill/>
              <a:extLst>
                <a:ext uri="{909E8E84-426E-40DD-AFC4-6F175D3DCCD1}">
                  <a14:hiddenFill xmlns:a14="http://schemas.microsoft.com/office/drawing/2010/main">
                    <a:solidFill>
                      <a:srgbClr val="FFFFFF"/>
                    </a:solidFill>
                  </a14:hiddenFill>
                </a:ext>
              </a:extLst>
            </p:spPr>
          </p:pic>
        </p:grpSp>
      </p:grpSp>
      <p:pic>
        <p:nvPicPr>
          <p:cNvPr id="16" name="Picture 2">
            <a:extLst>
              <a:ext uri="{FF2B5EF4-FFF2-40B4-BE49-F238E27FC236}">
                <a16:creationId xmlns:a16="http://schemas.microsoft.com/office/drawing/2014/main" id="{8DE81188-DE84-4993-C49D-EC7DA098AE4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73279" y="5504709"/>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4">
            <a:extLst>
              <a:ext uri="{FF2B5EF4-FFF2-40B4-BE49-F238E27FC236}">
                <a16:creationId xmlns:a16="http://schemas.microsoft.com/office/drawing/2014/main" id="{D1B1F6AF-DD7A-883A-76DD-13F50C02BC0F}"/>
              </a:ext>
            </a:extLst>
          </p:cNvPr>
          <p:cNvSpPr txBox="1"/>
          <p:nvPr/>
        </p:nvSpPr>
        <p:spPr>
          <a:xfrm>
            <a:off x="8727350" y="5176122"/>
            <a:ext cx="2986214" cy="313932"/>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cs typeface="Arial" panose="020B0604020202020204" pitchFamily="34" charset="0"/>
              </a:rPr>
              <a:t>Etat du marché</a:t>
            </a:r>
          </a:p>
        </p:txBody>
      </p:sp>
      <p:sp>
        <p:nvSpPr>
          <p:cNvPr id="12" name="Rectangle 11">
            <a:extLst>
              <a:ext uri="{FF2B5EF4-FFF2-40B4-BE49-F238E27FC236}">
                <a16:creationId xmlns:a16="http://schemas.microsoft.com/office/drawing/2014/main" id="{16C94E7A-4401-95E2-455E-05EC00D4500C}"/>
              </a:ext>
            </a:extLst>
          </p:cNvPr>
          <p:cNvSpPr/>
          <p:nvPr/>
        </p:nvSpPr>
        <p:spPr>
          <a:xfrm>
            <a:off x="0" y="2464323"/>
            <a:ext cx="5150050"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Les solutions</a:t>
            </a:r>
          </a:p>
        </p:txBody>
      </p:sp>
      <p:grpSp>
        <p:nvGrpSpPr>
          <p:cNvPr id="18" name="Groupe 17">
            <a:extLst>
              <a:ext uri="{FF2B5EF4-FFF2-40B4-BE49-F238E27FC236}">
                <a16:creationId xmlns:a16="http://schemas.microsoft.com/office/drawing/2014/main" id="{AFFB2963-FA13-D92A-2988-56922D3A622E}"/>
              </a:ext>
            </a:extLst>
          </p:cNvPr>
          <p:cNvGrpSpPr/>
          <p:nvPr/>
        </p:nvGrpSpPr>
        <p:grpSpPr>
          <a:xfrm>
            <a:off x="62893" y="3054876"/>
            <a:ext cx="748248" cy="748248"/>
            <a:chOff x="7850842" y="3000752"/>
            <a:chExt cx="748248" cy="748248"/>
          </a:xfrm>
        </p:grpSpPr>
        <p:sp>
          <p:nvSpPr>
            <p:cNvPr id="19" name="Oval 9">
              <a:extLst>
                <a:ext uri="{FF2B5EF4-FFF2-40B4-BE49-F238E27FC236}">
                  <a16:creationId xmlns:a16="http://schemas.microsoft.com/office/drawing/2014/main" id="{AF8B1734-1999-75FD-02C3-A38EA200EAE4}"/>
                </a:ext>
              </a:extLst>
            </p:cNvPr>
            <p:cNvSpPr/>
            <p:nvPr/>
          </p:nvSpPr>
          <p:spPr>
            <a:xfrm>
              <a:off x="7850842" y="300075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20" name="Picture 4">
              <a:extLst>
                <a:ext uri="{FF2B5EF4-FFF2-40B4-BE49-F238E27FC236}">
                  <a16:creationId xmlns:a16="http://schemas.microsoft.com/office/drawing/2014/main" id="{8A633ED6-C040-D43A-F537-F55E31EF9DB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01619" y="3152828"/>
              <a:ext cx="444095" cy="444095"/>
            </a:xfrm>
            <a:prstGeom prst="rect">
              <a:avLst/>
            </a:prstGeom>
            <a:noFill/>
            <a:extLst>
              <a:ext uri="{909E8E84-426E-40DD-AFC4-6F175D3DCCD1}">
                <a14:hiddenFill xmlns:a14="http://schemas.microsoft.com/office/drawing/2010/main">
                  <a:solidFill>
                    <a:srgbClr val="FFFFFF"/>
                  </a:solidFill>
                </a14:hiddenFill>
              </a:ext>
            </a:extLst>
          </p:spPr>
        </p:pic>
      </p:grpSp>
      <p:sp>
        <p:nvSpPr>
          <p:cNvPr id="21" name="Rectangle 20">
            <a:extLst>
              <a:ext uri="{FF2B5EF4-FFF2-40B4-BE49-F238E27FC236}">
                <a16:creationId xmlns:a16="http://schemas.microsoft.com/office/drawing/2014/main" id="{3DD5A276-45C9-795D-4E62-BD27DCC57F0E}"/>
              </a:ext>
            </a:extLst>
          </p:cNvPr>
          <p:cNvSpPr/>
          <p:nvPr/>
        </p:nvSpPr>
        <p:spPr>
          <a:xfrm>
            <a:off x="5009258" y="2464323"/>
            <a:ext cx="213444" cy="1929355"/>
          </a:xfrm>
          <a:prstGeom prst="rect">
            <a:avLst/>
          </a:prstGeom>
          <a:solidFill>
            <a:schemeClr val="accent4">
              <a:lumMod val="50000"/>
              <a:alpha val="8268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91CD"/>
              </a:solidFill>
              <a:effectLst/>
              <a:uLnTx/>
              <a:uFillTx/>
              <a:latin typeface="Arial"/>
              <a:ea typeface="+mn-ea"/>
              <a:cs typeface="+mn-cs"/>
            </a:endParaRPr>
          </a:p>
        </p:txBody>
      </p:sp>
    </p:spTree>
    <p:extLst>
      <p:ext uri="{BB962C8B-B14F-4D97-AF65-F5344CB8AC3E}">
        <p14:creationId xmlns:p14="http://schemas.microsoft.com/office/powerpoint/2010/main" val="23546717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24F2D850-2BF2-C1A0-C03C-D1DF674A24C6}"/>
              </a:ext>
            </a:extLst>
          </p:cNvPr>
          <p:cNvSpPr>
            <a:spLocks noGrp="1"/>
          </p:cNvSpPr>
          <p:nvPr>
            <p:ph type="body" sz="quarter" idx="35"/>
          </p:nvPr>
        </p:nvSpPr>
        <p:spPr/>
        <p:txBody>
          <a:bodyPr/>
          <a:lstStyle/>
          <a:p>
            <a:r>
              <a:rPr lang="fr-FR"/>
              <a:t>La vision des analystes (sources: Gartner)</a:t>
            </a:r>
          </a:p>
        </p:txBody>
      </p:sp>
      <p:sp>
        <p:nvSpPr>
          <p:cNvPr id="2" name="Espace réservé du texte 1">
            <a:extLst>
              <a:ext uri="{FF2B5EF4-FFF2-40B4-BE49-F238E27FC236}">
                <a16:creationId xmlns:a16="http://schemas.microsoft.com/office/drawing/2014/main" id="{D13C7A7C-9C93-11E5-245C-1EED4492AD22}"/>
              </a:ext>
            </a:extLst>
          </p:cNvPr>
          <p:cNvSpPr>
            <a:spLocks noGrp="1"/>
          </p:cNvSpPr>
          <p:nvPr>
            <p:ph type="body" sz="quarter" idx="10"/>
          </p:nvPr>
        </p:nvSpPr>
        <p:spPr/>
        <p:txBody>
          <a:bodyPr/>
          <a:lstStyle/>
          <a:p>
            <a:r>
              <a:rPr lang="fr-FR"/>
              <a:t>Positionnement des offres</a:t>
            </a:r>
          </a:p>
        </p:txBody>
      </p:sp>
      <p:pic>
        <p:nvPicPr>
          <p:cNvPr id="7" name="Image 6">
            <a:extLst>
              <a:ext uri="{FF2B5EF4-FFF2-40B4-BE49-F238E27FC236}">
                <a16:creationId xmlns:a16="http://schemas.microsoft.com/office/drawing/2014/main" id="{98BA4250-AADD-4F55-9ABB-9BEB7B9C1E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924" y="1416733"/>
            <a:ext cx="5045329" cy="5224718"/>
          </a:xfrm>
          <a:prstGeom prst="rect">
            <a:avLst/>
          </a:prstGeom>
        </p:spPr>
      </p:pic>
      <p:sp>
        <p:nvSpPr>
          <p:cNvPr id="8" name="ZoneTexte 7">
            <a:extLst>
              <a:ext uri="{FF2B5EF4-FFF2-40B4-BE49-F238E27FC236}">
                <a16:creationId xmlns:a16="http://schemas.microsoft.com/office/drawing/2014/main" id="{69D6F9BC-52D2-B173-A001-EBB838B20A9E}"/>
              </a:ext>
            </a:extLst>
          </p:cNvPr>
          <p:cNvSpPr txBox="1"/>
          <p:nvPr/>
        </p:nvSpPr>
        <p:spPr>
          <a:xfrm>
            <a:off x="2273750" y="1097080"/>
            <a:ext cx="1577676" cy="307777"/>
          </a:xfrm>
          <a:prstGeom prst="rect">
            <a:avLst/>
          </a:prstGeom>
          <a:noFill/>
        </p:spPr>
        <p:txBody>
          <a:bodyPr wrap="none" rtlCol="0">
            <a:spAutoFit/>
          </a:bodyPr>
          <a:lstStyle/>
          <a:p>
            <a:r>
              <a:rPr lang="fr-FR" sz="1400" b="1" dirty="0" err="1">
                <a:latin typeface="Arial" panose="020B0604020202020204" pitchFamily="34" charset="0"/>
                <a:cs typeface="Arial" panose="020B0604020202020204" pitchFamily="34" charset="0"/>
              </a:rPr>
              <a:t>APIManagement</a:t>
            </a:r>
            <a:endParaRPr lang="fr-FR" sz="1400" b="1" dirty="0">
              <a:latin typeface="Arial" panose="020B0604020202020204" pitchFamily="34" charset="0"/>
              <a:cs typeface="Arial" panose="020B0604020202020204" pitchFamily="34" charset="0"/>
            </a:endParaRPr>
          </a:p>
        </p:txBody>
      </p:sp>
      <p:sp>
        <p:nvSpPr>
          <p:cNvPr id="12" name="ZoneTexte 11">
            <a:extLst>
              <a:ext uri="{FF2B5EF4-FFF2-40B4-BE49-F238E27FC236}">
                <a16:creationId xmlns:a16="http://schemas.microsoft.com/office/drawing/2014/main" id="{7CF9FBFA-661F-0A95-60DF-C7F6CBCFEEE6}"/>
              </a:ext>
            </a:extLst>
          </p:cNvPr>
          <p:cNvSpPr txBox="1"/>
          <p:nvPr/>
        </p:nvSpPr>
        <p:spPr>
          <a:xfrm>
            <a:off x="8218349" y="1097080"/>
            <a:ext cx="1545616" cy="307777"/>
          </a:xfrm>
          <a:prstGeom prst="rect">
            <a:avLst/>
          </a:prstGeom>
          <a:noFill/>
        </p:spPr>
        <p:txBody>
          <a:bodyPr wrap="none" rtlCol="0">
            <a:spAutoFit/>
          </a:bodyPr>
          <a:lstStyle/>
          <a:p>
            <a:pPr algn="ctr"/>
            <a:r>
              <a:rPr lang="fr-FR" sz="1400" b="1" dirty="0">
                <a:latin typeface="Arial" panose="020B0604020202020204" pitchFamily="34" charset="0"/>
                <a:cs typeface="Arial" panose="020B0604020202020204" pitchFamily="34" charset="0"/>
              </a:rPr>
              <a:t>Data </a:t>
            </a:r>
            <a:r>
              <a:rPr lang="fr-FR" sz="1400" b="1" dirty="0" err="1">
                <a:latin typeface="Arial" panose="020B0604020202020204" pitchFamily="34" charset="0"/>
                <a:cs typeface="Arial" panose="020B0604020202020204" pitchFamily="34" charset="0"/>
              </a:rPr>
              <a:t>Integration</a:t>
            </a:r>
            <a:endParaRPr lang="fr-FR" sz="1400" b="1" dirty="0">
              <a:latin typeface="Arial" panose="020B0604020202020204" pitchFamily="34" charset="0"/>
              <a:cs typeface="Arial" panose="020B0604020202020204" pitchFamily="34" charset="0"/>
            </a:endParaRPr>
          </a:p>
        </p:txBody>
      </p:sp>
      <p:pic>
        <p:nvPicPr>
          <p:cNvPr id="13" name="Image 12">
            <a:extLst>
              <a:ext uri="{FF2B5EF4-FFF2-40B4-BE49-F238E27FC236}">
                <a16:creationId xmlns:a16="http://schemas.microsoft.com/office/drawing/2014/main" id="{5E642076-C745-8437-B44A-DAFD07E619AF}"/>
              </a:ext>
            </a:extLst>
          </p:cNvPr>
          <p:cNvPicPr>
            <a:picLocks noChangeAspect="1"/>
          </p:cNvPicPr>
          <p:nvPr/>
        </p:nvPicPr>
        <p:blipFill rotWithShape="1">
          <a:blip r:embed="rId4">
            <a:extLst>
              <a:ext uri="{28A0092B-C50C-407E-A947-70E740481C1C}">
                <a14:useLocalDpi xmlns:a14="http://schemas.microsoft.com/office/drawing/2010/main" val="0"/>
              </a:ext>
            </a:extLst>
          </a:blip>
          <a:srcRect l="4186" t="7746" r="4918" b="7029"/>
          <a:stretch/>
        </p:blipFill>
        <p:spPr>
          <a:xfrm>
            <a:off x="6405264" y="1404857"/>
            <a:ext cx="5137929" cy="4997186"/>
          </a:xfrm>
          <a:prstGeom prst="rect">
            <a:avLst/>
          </a:prstGeom>
        </p:spPr>
      </p:pic>
    </p:spTree>
    <p:extLst>
      <p:ext uri="{BB962C8B-B14F-4D97-AF65-F5344CB8AC3E}">
        <p14:creationId xmlns:p14="http://schemas.microsoft.com/office/powerpoint/2010/main" val="30967702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extLst>
    <p:ext uri="{6950BFC3-D8DA-4A85-94F7-54DA5524770B}">
      <p188:commentRel xmlns:p188="http://schemas.microsoft.com/office/powerpoint/2018/8/main" r:id="rId2"/>
    </p:ext>
  </p:extLs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Benchmark de solutions middleware</a:t>
            </a:r>
          </a:p>
        </p:txBody>
      </p:sp>
      <p:sp>
        <p:nvSpPr>
          <p:cNvPr id="3" name="Rectangle 2">
            <a:extLst>
              <a:ext uri="{FF2B5EF4-FFF2-40B4-BE49-F238E27FC236}">
                <a16:creationId xmlns:a16="http://schemas.microsoft.com/office/drawing/2014/main" id="{C36ED71C-177F-224A-476E-9DC9C6DAF864}"/>
              </a:ext>
            </a:extLst>
          </p:cNvPr>
          <p:cNvSpPr/>
          <p:nvPr/>
        </p:nvSpPr>
        <p:spPr>
          <a:xfrm>
            <a:off x="192401" y="2109483"/>
            <a:ext cx="1800000" cy="584775"/>
          </a:xfrm>
          <a:prstGeom prst="rect">
            <a:avLst/>
          </a:prstGeom>
        </p:spPr>
        <p:txBody>
          <a:bodyPr wrap="square" anchor="ctr">
            <a:spAutoFit/>
          </a:bodyPr>
          <a:lstStyle/>
          <a:p>
            <a:r>
              <a:rPr lang="fr-FR" sz="1600">
                <a:solidFill>
                  <a:schemeClr val="accent5">
                    <a:lumMod val="75000"/>
                  </a:schemeClr>
                </a:solidFill>
              </a:rPr>
              <a:t>Persistance des messages</a:t>
            </a:r>
          </a:p>
        </p:txBody>
      </p:sp>
      <p:sp>
        <p:nvSpPr>
          <p:cNvPr id="5" name="Rectangle 4">
            <a:extLst>
              <a:ext uri="{FF2B5EF4-FFF2-40B4-BE49-F238E27FC236}">
                <a16:creationId xmlns:a16="http://schemas.microsoft.com/office/drawing/2014/main" id="{C91A9634-EE77-B7B1-0A83-0453195C8BC1}"/>
              </a:ext>
            </a:extLst>
          </p:cNvPr>
          <p:cNvSpPr/>
          <p:nvPr/>
        </p:nvSpPr>
        <p:spPr>
          <a:xfrm>
            <a:off x="192402" y="2737152"/>
            <a:ext cx="1800000" cy="769441"/>
          </a:xfrm>
          <a:prstGeom prst="rect">
            <a:avLst/>
          </a:prstGeom>
        </p:spPr>
        <p:txBody>
          <a:bodyPr wrap="square" anchor="ctr">
            <a:spAutoFit/>
          </a:bodyPr>
          <a:lstStyle/>
          <a:p>
            <a:r>
              <a:rPr lang="fr-FR" sz="1600">
                <a:solidFill>
                  <a:schemeClr val="accent5">
                    <a:lumMod val="75000"/>
                  </a:schemeClr>
                </a:solidFill>
              </a:rPr>
              <a:t>Scalabilité horizontale</a:t>
            </a:r>
          </a:p>
          <a:p>
            <a:r>
              <a:rPr lang="fr-FR" sz="1200" i="1">
                <a:solidFill>
                  <a:schemeClr val="accent5">
                    <a:lumMod val="75000"/>
                  </a:schemeClr>
                </a:solidFill>
              </a:rPr>
              <a:t>Limite de partitions</a:t>
            </a:r>
          </a:p>
        </p:txBody>
      </p:sp>
      <p:sp>
        <p:nvSpPr>
          <p:cNvPr id="8" name="Rectangle 7">
            <a:extLst>
              <a:ext uri="{FF2B5EF4-FFF2-40B4-BE49-F238E27FC236}">
                <a16:creationId xmlns:a16="http://schemas.microsoft.com/office/drawing/2014/main" id="{F0F0CA90-BD2B-92B0-60A1-2B425213E194}"/>
              </a:ext>
            </a:extLst>
          </p:cNvPr>
          <p:cNvSpPr/>
          <p:nvPr/>
        </p:nvSpPr>
        <p:spPr>
          <a:xfrm>
            <a:off x="192401" y="3672594"/>
            <a:ext cx="1800000" cy="338554"/>
          </a:xfrm>
          <a:prstGeom prst="rect">
            <a:avLst/>
          </a:prstGeom>
        </p:spPr>
        <p:txBody>
          <a:bodyPr wrap="square" anchor="ctr">
            <a:spAutoFit/>
          </a:bodyPr>
          <a:lstStyle/>
          <a:p>
            <a:r>
              <a:rPr lang="fr-FR" sz="1600">
                <a:solidFill>
                  <a:schemeClr val="accent5">
                    <a:lumMod val="75000"/>
                  </a:schemeClr>
                </a:solidFill>
              </a:rPr>
              <a:t>Garantie d’ordre</a:t>
            </a:r>
          </a:p>
        </p:txBody>
      </p:sp>
      <p:sp>
        <p:nvSpPr>
          <p:cNvPr id="9" name="Rectangle 8">
            <a:extLst>
              <a:ext uri="{FF2B5EF4-FFF2-40B4-BE49-F238E27FC236}">
                <a16:creationId xmlns:a16="http://schemas.microsoft.com/office/drawing/2014/main" id="{0BFA49B8-8221-65E0-6353-5E95072CF1ED}"/>
              </a:ext>
            </a:extLst>
          </p:cNvPr>
          <p:cNvSpPr/>
          <p:nvPr/>
        </p:nvSpPr>
        <p:spPr>
          <a:xfrm>
            <a:off x="192399" y="4662980"/>
            <a:ext cx="1483098" cy="338554"/>
          </a:xfrm>
          <a:prstGeom prst="rect">
            <a:avLst/>
          </a:prstGeom>
        </p:spPr>
        <p:txBody>
          <a:bodyPr wrap="none" anchor="ctr">
            <a:spAutoFit/>
          </a:bodyPr>
          <a:lstStyle/>
          <a:p>
            <a:r>
              <a:rPr lang="fr-FR" sz="1600">
                <a:solidFill>
                  <a:schemeClr val="accent5">
                    <a:lumMod val="75000"/>
                  </a:schemeClr>
                </a:solidFill>
              </a:rPr>
              <a:t>Haute vélocité</a:t>
            </a:r>
          </a:p>
        </p:txBody>
      </p:sp>
      <p:sp>
        <p:nvSpPr>
          <p:cNvPr id="10" name="Rectangle 9">
            <a:extLst>
              <a:ext uri="{FF2B5EF4-FFF2-40B4-BE49-F238E27FC236}">
                <a16:creationId xmlns:a16="http://schemas.microsoft.com/office/drawing/2014/main" id="{93E67A82-60DD-5C32-867D-33F246F1418C}"/>
              </a:ext>
            </a:extLst>
          </p:cNvPr>
          <p:cNvSpPr/>
          <p:nvPr/>
        </p:nvSpPr>
        <p:spPr>
          <a:xfrm>
            <a:off x="192402" y="5437924"/>
            <a:ext cx="1800000" cy="769441"/>
          </a:xfrm>
          <a:prstGeom prst="rect">
            <a:avLst/>
          </a:prstGeom>
        </p:spPr>
        <p:txBody>
          <a:bodyPr wrap="square" anchor="ctr">
            <a:spAutoFit/>
          </a:bodyPr>
          <a:lstStyle/>
          <a:p>
            <a:r>
              <a:rPr lang="fr-FR" sz="1600" dirty="0">
                <a:solidFill>
                  <a:schemeClr val="accent5">
                    <a:lumMod val="75000"/>
                  </a:schemeClr>
                </a:solidFill>
              </a:rPr>
              <a:t>Tolérance à la panne</a:t>
            </a:r>
          </a:p>
          <a:p>
            <a:r>
              <a:rPr lang="fr-FR" sz="1200" i="1" dirty="0">
                <a:solidFill>
                  <a:schemeClr val="accent5">
                    <a:lumMod val="75000"/>
                  </a:schemeClr>
                </a:solidFill>
              </a:rPr>
              <a:t>Garantie de livraison</a:t>
            </a:r>
          </a:p>
        </p:txBody>
      </p:sp>
      <p:cxnSp>
        <p:nvCxnSpPr>
          <p:cNvPr id="11" name="Straight Connector 7">
            <a:extLst>
              <a:ext uri="{FF2B5EF4-FFF2-40B4-BE49-F238E27FC236}">
                <a16:creationId xmlns:a16="http://schemas.microsoft.com/office/drawing/2014/main" id="{57AEF72D-6187-3F88-54C7-BF03B4DF948E}"/>
              </a:ext>
            </a:extLst>
          </p:cNvPr>
          <p:cNvCxnSpPr>
            <a:cxnSpLocks/>
          </p:cNvCxnSpPr>
          <p:nvPr/>
        </p:nvCxnSpPr>
        <p:spPr>
          <a:xfrm>
            <a:off x="192401" y="2761871"/>
            <a:ext cx="11807198" cy="0"/>
          </a:xfrm>
          <a:prstGeom prst="line">
            <a:avLst/>
          </a:prstGeom>
          <a:ln>
            <a:solidFill>
              <a:schemeClr val="accent5">
                <a:lumMod val="50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2" name="Straight Connector 93">
            <a:extLst>
              <a:ext uri="{FF2B5EF4-FFF2-40B4-BE49-F238E27FC236}">
                <a16:creationId xmlns:a16="http://schemas.microsoft.com/office/drawing/2014/main" id="{1ED48250-F581-18B0-47DE-FD63C2CF1CFB}"/>
              </a:ext>
            </a:extLst>
          </p:cNvPr>
          <p:cNvCxnSpPr>
            <a:cxnSpLocks/>
          </p:cNvCxnSpPr>
          <p:nvPr/>
        </p:nvCxnSpPr>
        <p:spPr>
          <a:xfrm>
            <a:off x="192401" y="3481871"/>
            <a:ext cx="11807198" cy="0"/>
          </a:xfrm>
          <a:prstGeom prst="line">
            <a:avLst/>
          </a:prstGeom>
          <a:ln>
            <a:solidFill>
              <a:schemeClr val="accent5">
                <a:lumMod val="50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3" name="Straight Connector 94">
            <a:extLst>
              <a:ext uri="{FF2B5EF4-FFF2-40B4-BE49-F238E27FC236}">
                <a16:creationId xmlns:a16="http://schemas.microsoft.com/office/drawing/2014/main" id="{8C32156C-D0F9-CF2C-1FD1-189C4B5BEA4E}"/>
              </a:ext>
            </a:extLst>
          </p:cNvPr>
          <p:cNvCxnSpPr>
            <a:cxnSpLocks/>
          </p:cNvCxnSpPr>
          <p:nvPr/>
        </p:nvCxnSpPr>
        <p:spPr>
          <a:xfrm>
            <a:off x="192401" y="4201871"/>
            <a:ext cx="11807198" cy="0"/>
          </a:xfrm>
          <a:prstGeom prst="line">
            <a:avLst/>
          </a:prstGeom>
          <a:ln>
            <a:solidFill>
              <a:schemeClr val="accent5">
                <a:lumMod val="50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4" name="Straight Connector 95">
            <a:extLst>
              <a:ext uri="{FF2B5EF4-FFF2-40B4-BE49-F238E27FC236}">
                <a16:creationId xmlns:a16="http://schemas.microsoft.com/office/drawing/2014/main" id="{68C1D293-1501-66B8-CFBE-902C9FF52893}"/>
              </a:ext>
            </a:extLst>
          </p:cNvPr>
          <p:cNvCxnSpPr>
            <a:cxnSpLocks/>
          </p:cNvCxnSpPr>
          <p:nvPr/>
        </p:nvCxnSpPr>
        <p:spPr>
          <a:xfrm>
            <a:off x="192401" y="5462645"/>
            <a:ext cx="11807198" cy="0"/>
          </a:xfrm>
          <a:prstGeom prst="line">
            <a:avLst/>
          </a:prstGeom>
          <a:ln>
            <a:solidFill>
              <a:schemeClr val="accent5">
                <a:lumMod val="50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5" name="Straight Connector 10">
            <a:extLst>
              <a:ext uri="{FF2B5EF4-FFF2-40B4-BE49-F238E27FC236}">
                <a16:creationId xmlns:a16="http://schemas.microsoft.com/office/drawing/2014/main" id="{E6CA8CC3-7610-DE59-3E12-31E1CE3BE6A5}"/>
              </a:ext>
            </a:extLst>
          </p:cNvPr>
          <p:cNvCxnSpPr>
            <a:cxnSpLocks/>
          </p:cNvCxnSpPr>
          <p:nvPr/>
        </p:nvCxnSpPr>
        <p:spPr>
          <a:xfrm>
            <a:off x="2028155" y="2041871"/>
            <a:ext cx="0" cy="4140774"/>
          </a:xfrm>
          <a:prstGeom prst="line">
            <a:avLst/>
          </a:prstGeom>
          <a:ln>
            <a:solidFill>
              <a:schemeClr val="accent5">
                <a:lumMod val="50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6" name="Straight Connector 113">
            <a:extLst>
              <a:ext uri="{FF2B5EF4-FFF2-40B4-BE49-F238E27FC236}">
                <a16:creationId xmlns:a16="http://schemas.microsoft.com/office/drawing/2014/main" id="{7332A5FF-F4CF-1228-9F7B-C8062DDCBFEE}"/>
              </a:ext>
            </a:extLst>
          </p:cNvPr>
          <p:cNvCxnSpPr/>
          <p:nvPr/>
        </p:nvCxnSpPr>
        <p:spPr>
          <a:xfrm>
            <a:off x="3690061" y="2041871"/>
            <a:ext cx="0" cy="4140000"/>
          </a:xfrm>
          <a:prstGeom prst="line">
            <a:avLst/>
          </a:prstGeom>
          <a:ln>
            <a:solidFill>
              <a:schemeClr val="accent5">
                <a:lumMod val="50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7" name="Straight Connector 114">
            <a:extLst>
              <a:ext uri="{FF2B5EF4-FFF2-40B4-BE49-F238E27FC236}">
                <a16:creationId xmlns:a16="http://schemas.microsoft.com/office/drawing/2014/main" id="{5E5FC374-42B9-06A7-6B7E-A57B5C1A347B}"/>
              </a:ext>
            </a:extLst>
          </p:cNvPr>
          <p:cNvCxnSpPr/>
          <p:nvPr/>
        </p:nvCxnSpPr>
        <p:spPr>
          <a:xfrm>
            <a:off x="8675782" y="2041871"/>
            <a:ext cx="0" cy="4140000"/>
          </a:xfrm>
          <a:prstGeom prst="line">
            <a:avLst/>
          </a:prstGeom>
          <a:ln>
            <a:solidFill>
              <a:schemeClr val="accent5">
                <a:lumMod val="50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8" name="Straight Connector 113">
            <a:extLst>
              <a:ext uri="{FF2B5EF4-FFF2-40B4-BE49-F238E27FC236}">
                <a16:creationId xmlns:a16="http://schemas.microsoft.com/office/drawing/2014/main" id="{414DB0A2-3871-12EC-687E-EEED3AB21D25}"/>
              </a:ext>
            </a:extLst>
          </p:cNvPr>
          <p:cNvCxnSpPr/>
          <p:nvPr/>
        </p:nvCxnSpPr>
        <p:spPr>
          <a:xfrm>
            <a:off x="5351968" y="2041871"/>
            <a:ext cx="0" cy="4140000"/>
          </a:xfrm>
          <a:prstGeom prst="line">
            <a:avLst/>
          </a:prstGeom>
          <a:ln>
            <a:solidFill>
              <a:schemeClr val="accent5">
                <a:lumMod val="50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9" name="Straight Connector 113">
            <a:extLst>
              <a:ext uri="{FF2B5EF4-FFF2-40B4-BE49-F238E27FC236}">
                <a16:creationId xmlns:a16="http://schemas.microsoft.com/office/drawing/2014/main" id="{4DCE20EE-0DD8-1CDF-E508-CE48E539ECBD}"/>
              </a:ext>
            </a:extLst>
          </p:cNvPr>
          <p:cNvCxnSpPr/>
          <p:nvPr/>
        </p:nvCxnSpPr>
        <p:spPr>
          <a:xfrm>
            <a:off x="7013875" y="2041871"/>
            <a:ext cx="0" cy="4140000"/>
          </a:xfrm>
          <a:prstGeom prst="line">
            <a:avLst/>
          </a:prstGeom>
          <a:ln>
            <a:solidFill>
              <a:schemeClr val="accent5">
                <a:lumMod val="50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A904490F-7599-B4A6-EC45-1E0C7C022DBF}"/>
              </a:ext>
            </a:extLst>
          </p:cNvPr>
          <p:cNvSpPr/>
          <p:nvPr/>
        </p:nvSpPr>
        <p:spPr>
          <a:xfrm>
            <a:off x="2139108" y="5684145"/>
            <a:ext cx="1440000" cy="276999"/>
          </a:xfrm>
          <a:prstGeom prst="rect">
            <a:avLst/>
          </a:prstGeom>
        </p:spPr>
        <p:txBody>
          <a:bodyPr wrap="square" anchor="ctr">
            <a:spAutoFit/>
          </a:bodyPr>
          <a:lstStyle/>
          <a:p>
            <a:pPr algn="ctr"/>
            <a:r>
              <a:rPr lang="fr-FR" sz="1200">
                <a:solidFill>
                  <a:srgbClr val="6D6D6D"/>
                </a:solidFill>
              </a:rPr>
              <a:t>At least once</a:t>
            </a:r>
          </a:p>
        </p:txBody>
      </p:sp>
      <p:sp>
        <p:nvSpPr>
          <p:cNvPr id="21" name="Rectangle 20">
            <a:extLst>
              <a:ext uri="{FF2B5EF4-FFF2-40B4-BE49-F238E27FC236}">
                <a16:creationId xmlns:a16="http://schemas.microsoft.com/office/drawing/2014/main" id="{0CA8CA93-E942-76F6-EEFA-57AC7F9408A8}"/>
              </a:ext>
            </a:extLst>
          </p:cNvPr>
          <p:cNvSpPr/>
          <p:nvPr/>
        </p:nvSpPr>
        <p:spPr>
          <a:xfrm>
            <a:off x="2139108" y="2263371"/>
            <a:ext cx="1440000" cy="276999"/>
          </a:xfrm>
          <a:prstGeom prst="rect">
            <a:avLst/>
          </a:prstGeom>
        </p:spPr>
        <p:txBody>
          <a:bodyPr wrap="square" anchor="ctr">
            <a:spAutoFit/>
          </a:bodyPr>
          <a:lstStyle/>
          <a:p>
            <a:pPr algn="ctr"/>
            <a:r>
              <a:rPr lang="fr-FR" sz="1200">
                <a:solidFill>
                  <a:srgbClr val="6D6D6D"/>
                </a:solidFill>
              </a:rPr>
              <a:t>Plusieurs jours</a:t>
            </a:r>
          </a:p>
        </p:txBody>
      </p:sp>
      <p:sp>
        <p:nvSpPr>
          <p:cNvPr id="22" name="Rectangle 21">
            <a:extLst>
              <a:ext uri="{FF2B5EF4-FFF2-40B4-BE49-F238E27FC236}">
                <a16:creationId xmlns:a16="http://schemas.microsoft.com/office/drawing/2014/main" id="{10BAF112-2D61-EC35-DCEC-714DE18ECF6A}"/>
              </a:ext>
            </a:extLst>
          </p:cNvPr>
          <p:cNvSpPr/>
          <p:nvPr/>
        </p:nvSpPr>
        <p:spPr>
          <a:xfrm>
            <a:off x="2139108" y="3703371"/>
            <a:ext cx="1440000" cy="276999"/>
          </a:xfrm>
          <a:prstGeom prst="rect">
            <a:avLst/>
          </a:prstGeom>
        </p:spPr>
        <p:txBody>
          <a:bodyPr wrap="square" anchor="ctr">
            <a:spAutoFit/>
          </a:bodyPr>
          <a:lstStyle/>
          <a:p>
            <a:pPr algn="ctr"/>
            <a:r>
              <a:rPr lang="fr-FR" sz="1200">
                <a:solidFill>
                  <a:srgbClr val="6D6D6D"/>
                </a:solidFill>
              </a:rPr>
              <a:t>Par partition</a:t>
            </a:r>
          </a:p>
        </p:txBody>
      </p:sp>
      <p:sp>
        <p:nvSpPr>
          <p:cNvPr id="23" name="Rectangle 22">
            <a:extLst>
              <a:ext uri="{FF2B5EF4-FFF2-40B4-BE49-F238E27FC236}">
                <a16:creationId xmlns:a16="http://schemas.microsoft.com/office/drawing/2014/main" id="{A7487006-A62A-4CAE-7C68-8832CA9E0712}"/>
              </a:ext>
            </a:extLst>
          </p:cNvPr>
          <p:cNvSpPr/>
          <p:nvPr/>
        </p:nvSpPr>
        <p:spPr>
          <a:xfrm>
            <a:off x="2139108" y="2798705"/>
            <a:ext cx="1440000" cy="646331"/>
          </a:xfrm>
          <a:prstGeom prst="rect">
            <a:avLst/>
          </a:prstGeom>
        </p:spPr>
        <p:txBody>
          <a:bodyPr wrap="square" anchor="ctr">
            <a:spAutoFit/>
          </a:bodyPr>
          <a:lstStyle/>
          <a:p>
            <a:pPr algn="ctr"/>
            <a:r>
              <a:rPr lang="fr-FR" sz="1200" i="1">
                <a:solidFill>
                  <a:srgbClr val="6D6D6D"/>
                </a:solidFill>
              </a:rPr>
              <a:t>L’éditeur ne considère pas cette option nécessaire.</a:t>
            </a:r>
          </a:p>
        </p:txBody>
      </p:sp>
      <p:sp>
        <p:nvSpPr>
          <p:cNvPr id="32" name="Rectangle 31">
            <a:extLst>
              <a:ext uri="{FF2B5EF4-FFF2-40B4-BE49-F238E27FC236}">
                <a16:creationId xmlns:a16="http://schemas.microsoft.com/office/drawing/2014/main" id="{A52FA244-29B9-0FFA-518B-F431CC701194}"/>
              </a:ext>
            </a:extLst>
          </p:cNvPr>
          <p:cNvSpPr/>
          <p:nvPr/>
        </p:nvSpPr>
        <p:spPr>
          <a:xfrm>
            <a:off x="10448645" y="5684145"/>
            <a:ext cx="1440000" cy="276999"/>
          </a:xfrm>
          <a:prstGeom prst="rect">
            <a:avLst/>
          </a:prstGeom>
        </p:spPr>
        <p:txBody>
          <a:bodyPr wrap="square" anchor="ctr">
            <a:spAutoFit/>
          </a:bodyPr>
          <a:lstStyle/>
          <a:p>
            <a:pPr algn="ctr"/>
            <a:r>
              <a:rPr lang="fr-FR" sz="1200">
                <a:solidFill>
                  <a:srgbClr val="6D6D6D"/>
                </a:solidFill>
              </a:rPr>
              <a:t>At least once</a:t>
            </a:r>
          </a:p>
        </p:txBody>
      </p:sp>
      <p:sp>
        <p:nvSpPr>
          <p:cNvPr id="33" name="Rectangle 32">
            <a:extLst>
              <a:ext uri="{FF2B5EF4-FFF2-40B4-BE49-F238E27FC236}">
                <a16:creationId xmlns:a16="http://schemas.microsoft.com/office/drawing/2014/main" id="{B5038165-01E3-33E5-A6AE-D10D226999C1}"/>
              </a:ext>
            </a:extLst>
          </p:cNvPr>
          <p:cNvSpPr/>
          <p:nvPr/>
        </p:nvSpPr>
        <p:spPr>
          <a:xfrm>
            <a:off x="10337708" y="2175983"/>
            <a:ext cx="1661890" cy="461665"/>
          </a:xfrm>
          <a:prstGeom prst="rect">
            <a:avLst/>
          </a:prstGeom>
        </p:spPr>
        <p:txBody>
          <a:bodyPr wrap="square" anchor="ctr">
            <a:spAutoFit/>
          </a:bodyPr>
          <a:lstStyle/>
          <a:p>
            <a:pPr algn="ctr"/>
            <a:r>
              <a:rPr lang="fr-FR" sz="1200">
                <a:solidFill>
                  <a:srgbClr val="6D6D6D"/>
                </a:solidFill>
              </a:rPr>
              <a:t>7 jours (non configurable)</a:t>
            </a:r>
          </a:p>
        </p:txBody>
      </p:sp>
      <p:sp>
        <p:nvSpPr>
          <p:cNvPr id="34" name="Rectangle 33">
            <a:extLst>
              <a:ext uri="{FF2B5EF4-FFF2-40B4-BE49-F238E27FC236}">
                <a16:creationId xmlns:a16="http://schemas.microsoft.com/office/drawing/2014/main" id="{A3AB6D9C-6356-5493-D0CD-9C5DF0F46DD4}"/>
              </a:ext>
            </a:extLst>
          </p:cNvPr>
          <p:cNvSpPr/>
          <p:nvPr/>
        </p:nvSpPr>
        <p:spPr>
          <a:xfrm>
            <a:off x="10448645" y="3703371"/>
            <a:ext cx="1440000" cy="276999"/>
          </a:xfrm>
          <a:prstGeom prst="rect">
            <a:avLst/>
          </a:prstGeom>
        </p:spPr>
        <p:txBody>
          <a:bodyPr wrap="square" anchor="ctr">
            <a:spAutoFit/>
          </a:bodyPr>
          <a:lstStyle/>
          <a:p>
            <a:pPr algn="ctr"/>
            <a:r>
              <a:rPr lang="fr-FR" sz="1200">
                <a:solidFill>
                  <a:srgbClr val="6D6D6D"/>
                </a:solidFill>
              </a:rPr>
              <a:t>Aucune garantie</a:t>
            </a:r>
          </a:p>
        </p:txBody>
      </p:sp>
      <p:sp>
        <p:nvSpPr>
          <p:cNvPr id="35" name="Rectangle 34">
            <a:extLst>
              <a:ext uri="{FF2B5EF4-FFF2-40B4-BE49-F238E27FC236}">
                <a16:creationId xmlns:a16="http://schemas.microsoft.com/office/drawing/2014/main" id="{A00313A8-6363-703A-4ECE-D8E8D3B2A031}"/>
              </a:ext>
            </a:extLst>
          </p:cNvPr>
          <p:cNvSpPr/>
          <p:nvPr/>
        </p:nvSpPr>
        <p:spPr>
          <a:xfrm>
            <a:off x="10448645" y="2983371"/>
            <a:ext cx="1440000" cy="276999"/>
          </a:xfrm>
          <a:prstGeom prst="rect">
            <a:avLst/>
          </a:prstGeom>
        </p:spPr>
        <p:txBody>
          <a:bodyPr wrap="square" anchor="ctr">
            <a:spAutoFit/>
          </a:bodyPr>
          <a:lstStyle/>
          <a:p>
            <a:pPr algn="ctr"/>
            <a:r>
              <a:rPr lang="fr-FR" sz="1200" i="1">
                <a:solidFill>
                  <a:srgbClr val="6D6D6D"/>
                </a:solidFill>
              </a:rPr>
              <a:t>Non configurable</a:t>
            </a:r>
          </a:p>
        </p:txBody>
      </p:sp>
      <p:sp>
        <p:nvSpPr>
          <p:cNvPr id="36" name="Rectangle 35">
            <a:extLst>
              <a:ext uri="{FF2B5EF4-FFF2-40B4-BE49-F238E27FC236}">
                <a16:creationId xmlns:a16="http://schemas.microsoft.com/office/drawing/2014/main" id="{E70E679C-AB10-1C4A-05EC-E9C7EF790D01}"/>
              </a:ext>
            </a:extLst>
          </p:cNvPr>
          <p:cNvSpPr/>
          <p:nvPr/>
        </p:nvSpPr>
        <p:spPr>
          <a:xfrm>
            <a:off x="7124829" y="5499479"/>
            <a:ext cx="1440000" cy="646331"/>
          </a:xfrm>
          <a:prstGeom prst="rect">
            <a:avLst/>
          </a:prstGeom>
        </p:spPr>
        <p:txBody>
          <a:bodyPr wrap="square" anchor="ctr">
            <a:spAutoFit/>
          </a:bodyPr>
          <a:lstStyle/>
          <a:p>
            <a:pPr algn="ctr"/>
            <a:r>
              <a:rPr lang="fr-FR" sz="1200">
                <a:solidFill>
                  <a:srgbClr val="6D6D6D"/>
                </a:solidFill>
              </a:rPr>
              <a:t>At least once,</a:t>
            </a:r>
          </a:p>
          <a:p>
            <a:pPr algn="ctr"/>
            <a:r>
              <a:rPr lang="fr-FR" sz="1200" err="1">
                <a:solidFill>
                  <a:srgbClr val="6D6D6D"/>
                </a:solidFill>
              </a:rPr>
              <a:t>Exactly</a:t>
            </a:r>
            <a:r>
              <a:rPr lang="fr-FR" sz="1200">
                <a:solidFill>
                  <a:srgbClr val="6D6D6D"/>
                </a:solidFill>
              </a:rPr>
              <a:t> once sous conditions</a:t>
            </a:r>
          </a:p>
        </p:txBody>
      </p:sp>
      <p:sp>
        <p:nvSpPr>
          <p:cNvPr id="37" name="Rectangle 36">
            <a:extLst>
              <a:ext uri="{FF2B5EF4-FFF2-40B4-BE49-F238E27FC236}">
                <a16:creationId xmlns:a16="http://schemas.microsoft.com/office/drawing/2014/main" id="{4E08535D-53C4-891F-C233-B159B351BBD3}"/>
              </a:ext>
            </a:extLst>
          </p:cNvPr>
          <p:cNvSpPr/>
          <p:nvPr/>
        </p:nvSpPr>
        <p:spPr>
          <a:xfrm>
            <a:off x="7124829" y="2171038"/>
            <a:ext cx="1440000" cy="461665"/>
          </a:xfrm>
          <a:prstGeom prst="rect">
            <a:avLst/>
          </a:prstGeom>
        </p:spPr>
        <p:txBody>
          <a:bodyPr wrap="square" anchor="ctr">
            <a:spAutoFit/>
          </a:bodyPr>
          <a:lstStyle/>
          <a:p>
            <a:pPr algn="ctr"/>
            <a:r>
              <a:rPr lang="fr-FR" sz="1200">
                <a:solidFill>
                  <a:srgbClr val="6D6D6D"/>
                </a:solidFill>
              </a:rPr>
              <a:t>1 à 7 jours</a:t>
            </a:r>
          </a:p>
          <a:p>
            <a:pPr algn="ctr"/>
            <a:r>
              <a:rPr lang="fr-FR" sz="1200">
                <a:solidFill>
                  <a:srgbClr val="6D6D6D"/>
                </a:solidFill>
              </a:rPr>
              <a:t>(par défaut 24h)</a:t>
            </a:r>
          </a:p>
        </p:txBody>
      </p:sp>
      <p:sp>
        <p:nvSpPr>
          <p:cNvPr id="38" name="Rectangle 37">
            <a:extLst>
              <a:ext uri="{FF2B5EF4-FFF2-40B4-BE49-F238E27FC236}">
                <a16:creationId xmlns:a16="http://schemas.microsoft.com/office/drawing/2014/main" id="{C77E0A85-1431-6F87-1950-DF3AC17A5460}"/>
              </a:ext>
            </a:extLst>
          </p:cNvPr>
          <p:cNvSpPr/>
          <p:nvPr/>
        </p:nvSpPr>
        <p:spPr>
          <a:xfrm>
            <a:off x="7124829" y="3703371"/>
            <a:ext cx="1440000" cy="276999"/>
          </a:xfrm>
          <a:prstGeom prst="rect">
            <a:avLst/>
          </a:prstGeom>
        </p:spPr>
        <p:txBody>
          <a:bodyPr wrap="square" anchor="ctr">
            <a:spAutoFit/>
          </a:bodyPr>
          <a:lstStyle/>
          <a:p>
            <a:pPr algn="ctr"/>
            <a:r>
              <a:rPr lang="fr-FR" sz="1200">
                <a:solidFill>
                  <a:srgbClr val="6D6D6D"/>
                </a:solidFill>
              </a:rPr>
              <a:t>Par partition</a:t>
            </a:r>
          </a:p>
        </p:txBody>
      </p:sp>
      <p:sp>
        <p:nvSpPr>
          <p:cNvPr id="39" name="Rectangle 38">
            <a:extLst>
              <a:ext uri="{FF2B5EF4-FFF2-40B4-BE49-F238E27FC236}">
                <a16:creationId xmlns:a16="http://schemas.microsoft.com/office/drawing/2014/main" id="{D1C4C9B6-1205-94EA-11BF-1C7507DEADC3}"/>
              </a:ext>
            </a:extLst>
          </p:cNvPr>
          <p:cNvSpPr/>
          <p:nvPr/>
        </p:nvSpPr>
        <p:spPr>
          <a:xfrm>
            <a:off x="7124829" y="2891038"/>
            <a:ext cx="1440000" cy="461665"/>
          </a:xfrm>
          <a:prstGeom prst="rect">
            <a:avLst/>
          </a:prstGeom>
        </p:spPr>
        <p:txBody>
          <a:bodyPr wrap="square" anchor="ctr">
            <a:spAutoFit/>
          </a:bodyPr>
          <a:lstStyle/>
          <a:p>
            <a:pPr algn="ctr"/>
            <a:r>
              <a:rPr lang="fr-FR" sz="1200">
                <a:solidFill>
                  <a:srgbClr val="6D6D6D"/>
                </a:solidFill>
              </a:rPr>
              <a:t>500 (US/UE) </a:t>
            </a:r>
          </a:p>
          <a:p>
            <a:pPr algn="ctr"/>
            <a:r>
              <a:rPr lang="fr-FR" sz="1200">
                <a:solidFill>
                  <a:srgbClr val="6D6D6D"/>
                </a:solidFill>
              </a:rPr>
              <a:t>ou 200 (autres)</a:t>
            </a:r>
          </a:p>
        </p:txBody>
      </p:sp>
      <p:sp>
        <p:nvSpPr>
          <p:cNvPr id="40" name="Rectangle 39">
            <a:extLst>
              <a:ext uri="{FF2B5EF4-FFF2-40B4-BE49-F238E27FC236}">
                <a16:creationId xmlns:a16="http://schemas.microsoft.com/office/drawing/2014/main" id="{1C12472B-733C-71DB-1E5D-6D94CFE3DE98}"/>
              </a:ext>
            </a:extLst>
          </p:cNvPr>
          <p:cNvSpPr/>
          <p:nvPr/>
        </p:nvSpPr>
        <p:spPr>
          <a:xfrm>
            <a:off x="5462922" y="5499479"/>
            <a:ext cx="1440000" cy="646331"/>
          </a:xfrm>
          <a:prstGeom prst="rect">
            <a:avLst/>
          </a:prstGeom>
        </p:spPr>
        <p:txBody>
          <a:bodyPr wrap="square" anchor="ctr">
            <a:spAutoFit/>
          </a:bodyPr>
          <a:lstStyle/>
          <a:p>
            <a:pPr algn="ctr"/>
            <a:r>
              <a:rPr lang="fr-FR" sz="1200">
                <a:solidFill>
                  <a:srgbClr val="6D6D6D"/>
                </a:solidFill>
              </a:rPr>
              <a:t>At </a:t>
            </a:r>
            <a:r>
              <a:rPr lang="fr-FR" sz="1200" err="1">
                <a:solidFill>
                  <a:srgbClr val="6D6D6D"/>
                </a:solidFill>
              </a:rPr>
              <a:t>most</a:t>
            </a:r>
            <a:r>
              <a:rPr lang="fr-FR" sz="1200">
                <a:solidFill>
                  <a:srgbClr val="6D6D6D"/>
                </a:solidFill>
              </a:rPr>
              <a:t> once,</a:t>
            </a:r>
          </a:p>
          <a:p>
            <a:pPr algn="ctr"/>
            <a:r>
              <a:rPr lang="fr-FR" sz="1200">
                <a:solidFill>
                  <a:srgbClr val="6D6D6D"/>
                </a:solidFill>
              </a:rPr>
              <a:t>At least once avec 5 essais max</a:t>
            </a:r>
          </a:p>
        </p:txBody>
      </p:sp>
      <p:sp>
        <p:nvSpPr>
          <p:cNvPr id="41" name="Rectangle 40">
            <a:extLst>
              <a:ext uri="{FF2B5EF4-FFF2-40B4-BE49-F238E27FC236}">
                <a16:creationId xmlns:a16="http://schemas.microsoft.com/office/drawing/2014/main" id="{964C3E5C-3FC8-A952-4C44-F97B2CF2AC35}"/>
              </a:ext>
            </a:extLst>
          </p:cNvPr>
          <p:cNvSpPr/>
          <p:nvPr/>
        </p:nvSpPr>
        <p:spPr>
          <a:xfrm>
            <a:off x="5462922" y="2263371"/>
            <a:ext cx="1440000" cy="276999"/>
          </a:xfrm>
          <a:prstGeom prst="rect">
            <a:avLst/>
          </a:prstGeom>
        </p:spPr>
        <p:txBody>
          <a:bodyPr wrap="square" anchor="ctr">
            <a:spAutoFit/>
          </a:bodyPr>
          <a:lstStyle/>
          <a:p>
            <a:pPr algn="ctr"/>
            <a:r>
              <a:rPr lang="fr-FR" sz="1200">
                <a:solidFill>
                  <a:srgbClr val="6D6D6D"/>
                </a:solidFill>
              </a:rPr>
              <a:t>Illimitée</a:t>
            </a:r>
          </a:p>
        </p:txBody>
      </p:sp>
      <p:sp>
        <p:nvSpPr>
          <p:cNvPr id="42" name="Rectangle 41">
            <a:extLst>
              <a:ext uri="{FF2B5EF4-FFF2-40B4-BE49-F238E27FC236}">
                <a16:creationId xmlns:a16="http://schemas.microsoft.com/office/drawing/2014/main" id="{0DCBBE68-7B74-90B6-2984-236E5B98A4C6}"/>
              </a:ext>
            </a:extLst>
          </p:cNvPr>
          <p:cNvSpPr/>
          <p:nvPr/>
        </p:nvSpPr>
        <p:spPr>
          <a:xfrm>
            <a:off x="5462922" y="3703371"/>
            <a:ext cx="1440000" cy="276999"/>
          </a:xfrm>
          <a:prstGeom prst="rect">
            <a:avLst/>
          </a:prstGeom>
        </p:spPr>
        <p:txBody>
          <a:bodyPr wrap="square" anchor="ctr">
            <a:spAutoFit/>
          </a:bodyPr>
          <a:lstStyle/>
          <a:p>
            <a:pPr algn="ctr"/>
            <a:r>
              <a:rPr lang="fr-FR" sz="1200">
                <a:solidFill>
                  <a:srgbClr val="6D6D6D"/>
                </a:solidFill>
              </a:rPr>
              <a:t>Par partition</a:t>
            </a:r>
          </a:p>
        </p:txBody>
      </p:sp>
      <p:sp>
        <p:nvSpPr>
          <p:cNvPr id="43" name="Rectangle 42">
            <a:extLst>
              <a:ext uri="{FF2B5EF4-FFF2-40B4-BE49-F238E27FC236}">
                <a16:creationId xmlns:a16="http://schemas.microsoft.com/office/drawing/2014/main" id="{928F0C30-95FC-28CB-031A-E8BC36477305}"/>
              </a:ext>
            </a:extLst>
          </p:cNvPr>
          <p:cNvSpPr/>
          <p:nvPr/>
        </p:nvSpPr>
        <p:spPr>
          <a:xfrm>
            <a:off x="5462922" y="2891038"/>
            <a:ext cx="1440000" cy="461665"/>
          </a:xfrm>
          <a:prstGeom prst="rect">
            <a:avLst/>
          </a:prstGeom>
        </p:spPr>
        <p:txBody>
          <a:bodyPr wrap="square" anchor="ctr">
            <a:spAutoFit/>
          </a:bodyPr>
          <a:lstStyle/>
          <a:p>
            <a:pPr algn="ctr"/>
            <a:r>
              <a:rPr lang="fr-FR" sz="1200" i="1">
                <a:solidFill>
                  <a:srgbClr val="6D6D6D"/>
                </a:solidFill>
              </a:rPr>
              <a:t>10 messages / appel </a:t>
            </a:r>
          </a:p>
        </p:txBody>
      </p:sp>
      <p:sp>
        <p:nvSpPr>
          <p:cNvPr id="44" name="Rectangle 43">
            <a:extLst>
              <a:ext uri="{FF2B5EF4-FFF2-40B4-BE49-F238E27FC236}">
                <a16:creationId xmlns:a16="http://schemas.microsoft.com/office/drawing/2014/main" id="{6F5B6EEF-C707-FAD9-4933-461E207321E9}"/>
              </a:ext>
            </a:extLst>
          </p:cNvPr>
          <p:cNvSpPr/>
          <p:nvPr/>
        </p:nvSpPr>
        <p:spPr>
          <a:xfrm>
            <a:off x="3801015" y="5499479"/>
            <a:ext cx="1440000" cy="646331"/>
          </a:xfrm>
          <a:prstGeom prst="rect">
            <a:avLst/>
          </a:prstGeom>
        </p:spPr>
        <p:txBody>
          <a:bodyPr wrap="square" anchor="ctr">
            <a:spAutoFit/>
          </a:bodyPr>
          <a:lstStyle/>
          <a:p>
            <a:pPr algn="ctr"/>
            <a:r>
              <a:rPr lang="fr-FR" sz="1200">
                <a:solidFill>
                  <a:srgbClr val="6D6D6D"/>
                </a:solidFill>
              </a:rPr>
              <a:t>At least once,</a:t>
            </a:r>
          </a:p>
          <a:p>
            <a:pPr algn="ctr"/>
            <a:r>
              <a:rPr lang="fr-FR" sz="1200" err="1">
                <a:solidFill>
                  <a:srgbClr val="6D6D6D"/>
                </a:solidFill>
              </a:rPr>
              <a:t>Exactly</a:t>
            </a:r>
            <a:r>
              <a:rPr lang="fr-FR" sz="1200">
                <a:solidFill>
                  <a:srgbClr val="6D6D6D"/>
                </a:solidFill>
              </a:rPr>
              <a:t> once sous conditions</a:t>
            </a:r>
          </a:p>
        </p:txBody>
      </p:sp>
      <p:sp>
        <p:nvSpPr>
          <p:cNvPr id="45" name="Rectangle 44">
            <a:extLst>
              <a:ext uri="{FF2B5EF4-FFF2-40B4-BE49-F238E27FC236}">
                <a16:creationId xmlns:a16="http://schemas.microsoft.com/office/drawing/2014/main" id="{29920F50-C21F-BA8E-205F-C0C308167CF0}"/>
              </a:ext>
            </a:extLst>
          </p:cNvPr>
          <p:cNvSpPr/>
          <p:nvPr/>
        </p:nvSpPr>
        <p:spPr>
          <a:xfrm>
            <a:off x="3801015" y="2263371"/>
            <a:ext cx="1440000" cy="276999"/>
          </a:xfrm>
          <a:prstGeom prst="rect">
            <a:avLst/>
          </a:prstGeom>
        </p:spPr>
        <p:txBody>
          <a:bodyPr wrap="square" anchor="ctr">
            <a:spAutoFit/>
          </a:bodyPr>
          <a:lstStyle/>
          <a:p>
            <a:pPr algn="ctr"/>
            <a:r>
              <a:rPr lang="fr-FR" sz="1200">
                <a:solidFill>
                  <a:srgbClr val="6D6D6D"/>
                </a:solidFill>
              </a:rPr>
              <a:t>Illimitée</a:t>
            </a:r>
          </a:p>
        </p:txBody>
      </p:sp>
      <p:sp>
        <p:nvSpPr>
          <p:cNvPr id="46" name="Rectangle 45">
            <a:extLst>
              <a:ext uri="{FF2B5EF4-FFF2-40B4-BE49-F238E27FC236}">
                <a16:creationId xmlns:a16="http://schemas.microsoft.com/office/drawing/2014/main" id="{1946C2E3-80EE-EBAA-C509-1C3A187A18A1}"/>
              </a:ext>
            </a:extLst>
          </p:cNvPr>
          <p:cNvSpPr/>
          <p:nvPr/>
        </p:nvSpPr>
        <p:spPr>
          <a:xfrm>
            <a:off x="3801015" y="3703371"/>
            <a:ext cx="1440000" cy="276999"/>
          </a:xfrm>
          <a:prstGeom prst="rect">
            <a:avLst/>
          </a:prstGeom>
        </p:spPr>
        <p:txBody>
          <a:bodyPr wrap="square" anchor="ctr">
            <a:spAutoFit/>
          </a:bodyPr>
          <a:lstStyle/>
          <a:p>
            <a:pPr algn="ctr"/>
            <a:r>
              <a:rPr lang="fr-FR" sz="1200">
                <a:solidFill>
                  <a:srgbClr val="6D6D6D"/>
                </a:solidFill>
              </a:rPr>
              <a:t>Par partition</a:t>
            </a:r>
          </a:p>
        </p:txBody>
      </p:sp>
      <p:sp>
        <p:nvSpPr>
          <p:cNvPr id="47" name="Rectangle 46">
            <a:extLst>
              <a:ext uri="{FF2B5EF4-FFF2-40B4-BE49-F238E27FC236}">
                <a16:creationId xmlns:a16="http://schemas.microsoft.com/office/drawing/2014/main" id="{768AA39E-A444-253C-AB2D-4D9218F811CB}"/>
              </a:ext>
            </a:extLst>
          </p:cNvPr>
          <p:cNvSpPr/>
          <p:nvPr/>
        </p:nvSpPr>
        <p:spPr>
          <a:xfrm>
            <a:off x="3801015" y="2983371"/>
            <a:ext cx="1440000" cy="276999"/>
          </a:xfrm>
          <a:prstGeom prst="rect">
            <a:avLst/>
          </a:prstGeom>
        </p:spPr>
        <p:txBody>
          <a:bodyPr wrap="square" anchor="ctr">
            <a:spAutoFit/>
          </a:bodyPr>
          <a:lstStyle/>
          <a:p>
            <a:pPr algn="ctr"/>
            <a:r>
              <a:rPr lang="fr-FR" sz="1200">
                <a:solidFill>
                  <a:srgbClr val="6D6D6D"/>
                </a:solidFill>
              </a:rPr>
              <a:t>Illimitées</a:t>
            </a:r>
          </a:p>
        </p:txBody>
      </p:sp>
      <p:pic>
        <p:nvPicPr>
          <p:cNvPr id="56" name="Graphique 55">
            <a:extLst>
              <a:ext uri="{FF2B5EF4-FFF2-40B4-BE49-F238E27FC236}">
                <a16:creationId xmlns:a16="http://schemas.microsoft.com/office/drawing/2014/main" id="{A5325FA3-3698-EF0F-A38B-2758CA0A7C3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24829" y="1282735"/>
            <a:ext cx="1440000" cy="598235"/>
          </a:xfrm>
          <a:prstGeom prst="rect">
            <a:avLst/>
          </a:prstGeom>
        </p:spPr>
      </p:pic>
      <p:grpSp>
        <p:nvGrpSpPr>
          <p:cNvPr id="57" name="Groupe 56">
            <a:extLst>
              <a:ext uri="{FF2B5EF4-FFF2-40B4-BE49-F238E27FC236}">
                <a16:creationId xmlns:a16="http://schemas.microsoft.com/office/drawing/2014/main" id="{C313011B-0166-90DB-6F5D-AC31271676FB}"/>
              </a:ext>
            </a:extLst>
          </p:cNvPr>
          <p:cNvGrpSpPr>
            <a:grpSpLocks noChangeAspect="1"/>
          </p:cNvGrpSpPr>
          <p:nvPr/>
        </p:nvGrpSpPr>
        <p:grpSpPr>
          <a:xfrm>
            <a:off x="10448645" y="1313524"/>
            <a:ext cx="1440000" cy="536657"/>
            <a:chOff x="6737597" y="3680276"/>
            <a:chExt cx="923896" cy="344316"/>
          </a:xfrm>
        </p:grpSpPr>
        <p:sp>
          <p:nvSpPr>
            <p:cNvPr id="58" name="Shape 333">
              <a:extLst>
                <a:ext uri="{FF2B5EF4-FFF2-40B4-BE49-F238E27FC236}">
                  <a16:creationId xmlns:a16="http://schemas.microsoft.com/office/drawing/2014/main" id="{8A161156-DD9C-3ABA-24EB-0A76C2B52C27}"/>
                </a:ext>
              </a:extLst>
            </p:cNvPr>
            <p:cNvSpPr txBox="1"/>
            <p:nvPr/>
          </p:nvSpPr>
          <p:spPr>
            <a:xfrm>
              <a:off x="7062393" y="3709356"/>
              <a:ext cx="599100" cy="250200"/>
            </a:xfrm>
            <a:prstGeom prst="rect">
              <a:avLst/>
            </a:prstGeom>
            <a:noFill/>
            <a:ln>
              <a:noFill/>
            </a:ln>
          </p:spPr>
          <p:txBody>
            <a:bodyPr lIns="68575" tIns="68575" rIns="68575" bIns="68575" anchor="ctr" anchorCtr="0">
              <a:noAutofit/>
            </a:bodyPr>
            <a:lstStyle/>
            <a:p>
              <a:pPr marL="0" marR="0" lvl="0" indent="0" algn="ctr" rtl="0">
                <a:lnSpc>
                  <a:spcPct val="100000"/>
                </a:lnSpc>
                <a:spcBef>
                  <a:spcPts val="0"/>
                </a:spcBef>
                <a:spcAft>
                  <a:spcPts val="0"/>
                </a:spcAft>
                <a:buClr>
                  <a:srgbClr val="808080"/>
                </a:buClr>
                <a:buSzPct val="25000"/>
                <a:buFont typeface="Open Sans"/>
                <a:buNone/>
              </a:pPr>
              <a:r>
                <a:rPr lang="en-US" sz="1200" b="1" i="0" u="none" strike="noStrike" cap="none">
                  <a:solidFill>
                    <a:srgbClr val="808080"/>
                  </a:solidFill>
                  <a:latin typeface="Open Sans"/>
                  <a:ea typeface="Open Sans"/>
                  <a:cs typeface="Open Sans"/>
                  <a:sym typeface="Open Sans"/>
                </a:rPr>
                <a:t>Cloud Pub/Sub</a:t>
              </a:r>
            </a:p>
          </p:txBody>
        </p:sp>
        <p:pic>
          <p:nvPicPr>
            <p:cNvPr id="59" name="Shape 350" descr="Cloud-PubSub_256px.png">
              <a:extLst>
                <a:ext uri="{FF2B5EF4-FFF2-40B4-BE49-F238E27FC236}">
                  <a16:creationId xmlns:a16="http://schemas.microsoft.com/office/drawing/2014/main" id="{C6E22F43-AACA-E18A-3F4C-AB972FC4BFA9}"/>
                </a:ext>
              </a:extLst>
            </p:cNvPr>
            <p:cNvPicPr preferRelativeResize="0"/>
            <p:nvPr/>
          </p:nvPicPr>
          <p:blipFill rotWithShape="1">
            <a:blip r:embed="rId6">
              <a:alphaModFix/>
            </a:blip>
            <a:srcRect t="5092" b="5092"/>
            <a:stretch/>
          </p:blipFill>
          <p:spPr>
            <a:xfrm>
              <a:off x="6737597" y="3680276"/>
              <a:ext cx="383344" cy="344316"/>
            </a:xfrm>
            <a:prstGeom prst="rect">
              <a:avLst/>
            </a:prstGeom>
            <a:noFill/>
            <a:ln>
              <a:noFill/>
            </a:ln>
          </p:spPr>
        </p:pic>
      </p:grpSp>
      <p:grpSp>
        <p:nvGrpSpPr>
          <p:cNvPr id="60" name="Groupe 59">
            <a:extLst>
              <a:ext uri="{FF2B5EF4-FFF2-40B4-BE49-F238E27FC236}">
                <a16:creationId xmlns:a16="http://schemas.microsoft.com/office/drawing/2014/main" id="{8CEDEF0D-D804-1D27-C625-A174F840475C}"/>
              </a:ext>
            </a:extLst>
          </p:cNvPr>
          <p:cNvGrpSpPr>
            <a:grpSpLocks noChangeAspect="1"/>
          </p:cNvGrpSpPr>
          <p:nvPr/>
        </p:nvGrpSpPr>
        <p:grpSpPr>
          <a:xfrm>
            <a:off x="8786736" y="1315894"/>
            <a:ext cx="1440000" cy="531917"/>
            <a:chOff x="7012114" y="2807250"/>
            <a:chExt cx="2167907" cy="800794"/>
          </a:xfrm>
        </p:grpSpPr>
        <p:pic>
          <p:nvPicPr>
            <p:cNvPr id="61" name="Image 60">
              <a:extLst>
                <a:ext uri="{FF2B5EF4-FFF2-40B4-BE49-F238E27FC236}">
                  <a16:creationId xmlns:a16="http://schemas.microsoft.com/office/drawing/2014/main" id="{E92DA433-8BB0-11E5-4AAE-B8BD7FF6C53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12114" y="2807250"/>
              <a:ext cx="773648" cy="800794"/>
            </a:xfrm>
            <a:prstGeom prst="rect">
              <a:avLst/>
            </a:prstGeom>
          </p:spPr>
        </p:pic>
        <p:sp>
          <p:nvSpPr>
            <p:cNvPr id="62" name="ZoneTexte 61">
              <a:extLst>
                <a:ext uri="{FF2B5EF4-FFF2-40B4-BE49-F238E27FC236}">
                  <a16:creationId xmlns:a16="http://schemas.microsoft.com/office/drawing/2014/main" id="{FE809C66-733A-B214-B81A-F80BCEA36C58}"/>
                </a:ext>
              </a:extLst>
            </p:cNvPr>
            <p:cNvSpPr txBox="1"/>
            <p:nvPr/>
          </p:nvSpPr>
          <p:spPr>
            <a:xfrm>
              <a:off x="7813372" y="2895375"/>
              <a:ext cx="1366649" cy="695031"/>
            </a:xfrm>
            <a:prstGeom prst="rect">
              <a:avLst/>
            </a:prstGeom>
            <a:noFill/>
          </p:spPr>
          <p:txBody>
            <a:bodyPr wrap="square" rtlCol="0">
              <a:spAutoFit/>
            </a:bodyPr>
            <a:lstStyle/>
            <a:p>
              <a:r>
                <a:rPr lang="en-US" sz="1200"/>
                <a:t>Azure </a:t>
              </a:r>
              <a:r>
                <a:rPr lang="en-US" sz="1200" err="1"/>
                <a:t>EventHubs</a:t>
              </a:r>
              <a:endParaRPr lang="fr-FR" sz="1200"/>
            </a:p>
          </p:txBody>
        </p:sp>
      </p:grpSp>
      <p:pic>
        <p:nvPicPr>
          <p:cNvPr id="63" name="Image 62">
            <a:extLst>
              <a:ext uri="{FF2B5EF4-FFF2-40B4-BE49-F238E27FC236}">
                <a16:creationId xmlns:a16="http://schemas.microsoft.com/office/drawing/2014/main" id="{79EF1067-88E1-B6E0-F765-65480933AFC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139108" y="1434277"/>
            <a:ext cx="1440000" cy="295151"/>
          </a:xfrm>
          <a:prstGeom prst="rect">
            <a:avLst/>
          </a:prstGeom>
        </p:spPr>
      </p:pic>
      <p:cxnSp>
        <p:nvCxnSpPr>
          <p:cNvPr id="65" name="Straight Connector 114">
            <a:extLst>
              <a:ext uri="{FF2B5EF4-FFF2-40B4-BE49-F238E27FC236}">
                <a16:creationId xmlns:a16="http://schemas.microsoft.com/office/drawing/2014/main" id="{EEF906CE-243E-7492-2186-CB543052C412}"/>
              </a:ext>
            </a:extLst>
          </p:cNvPr>
          <p:cNvCxnSpPr/>
          <p:nvPr/>
        </p:nvCxnSpPr>
        <p:spPr>
          <a:xfrm>
            <a:off x="10337690" y="2041871"/>
            <a:ext cx="0" cy="4140000"/>
          </a:xfrm>
          <a:prstGeom prst="line">
            <a:avLst/>
          </a:prstGeom>
          <a:ln>
            <a:solidFill>
              <a:schemeClr val="accent5">
                <a:lumMod val="50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686173F3-834D-CD75-08DB-0ABACDA8323D}"/>
              </a:ext>
            </a:extLst>
          </p:cNvPr>
          <p:cNvSpPr/>
          <p:nvPr/>
        </p:nvSpPr>
        <p:spPr>
          <a:xfrm>
            <a:off x="8786736" y="5499479"/>
            <a:ext cx="1440000" cy="646331"/>
          </a:xfrm>
          <a:prstGeom prst="rect">
            <a:avLst/>
          </a:prstGeom>
        </p:spPr>
        <p:txBody>
          <a:bodyPr wrap="square" anchor="ctr">
            <a:spAutoFit/>
          </a:bodyPr>
          <a:lstStyle/>
          <a:p>
            <a:pPr algn="ctr"/>
            <a:r>
              <a:rPr lang="fr-FR" sz="1200">
                <a:solidFill>
                  <a:srgbClr val="6D6D6D"/>
                </a:solidFill>
              </a:rPr>
              <a:t>At least once,</a:t>
            </a:r>
          </a:p>
          <a:p>
            <a:pPr algn="ctr"/>
            <a:r>
              <a:rPr lang="fr-FR" sz="1200" err="1">
                <a:solidFill>
                  <a:srgbClr val="6D6D6D"/>
                </a:solidFill>
              </a:rPr>
              <a:t>Exactly</a:t>
            </a:r>
            <a:r>
              <a:rPr lang="fr-FR" sz="1200">
                <a:solidFill>
                  <a:srgbClr val="6D6D6D"/>
                </a:solidFill>
              </a:rPr>
              <a:t> once sous conditions</a:t>
            </a:r>
          </a:p>
        </p:txBody>
      </p:sp>
      <p:sp>
        <p:nvSpPr>
          <p:cNvPr id="67" name="Rectangle 66">
            <a:extLst>
              <a:ext uri="{FF2B5EF4-FFF2-40B4-BE49-F238E27FC236}">
                <a16:creationId xmlns:a16="http://schemas.microsoft.com/office/drawing/2014/main" id="{8170D5CE-A254-2601-B6C3-AD5105C57C2F}"/>
              </a:ext>
            </a:extLst>
          </p:cNvPr>
          <p:cNvSpPr/>
          <p:nvPr/>
        </p:nvSpPr>
        <p:spPr>
          <a:xfrm>
            <a:off x="8786736" y="2171038"/>
            <a:ext cx="1440000" cy="461665"/>
          </a:xfrm>
          <a:prstGeom prst="rect">
            <a:avLst/>
          </a:prstGeom>
        </p:spPr>
        <p:txBody>
          <a:bodyPr wrap="square" anchor="ctr">
            <a:spAutoFit/>
          </a:bodyPr>
          <a:lstStyle/>
          <a:p>
            <a:pPr algn="ctr"/>
            <a:r>
              <a:rPr lang="fr-FR" sz="1200">
                <a:solidFill>
                  <a:srgbClr val="6D6D6D"/>
                </a:solidFill>
              </a:rPr>
              <a:t>1 à 7 jours</a:t>
            </a:r>
          </a:p>
          <a:p>
            <a:pPr algn="ctr"/>
            <a:r>
              <a:rPr lang="fr-FR" sz="1200">
                <a:solidFill>
                  <a:srgbClr val="6D6D6D"/>
                </a:solidFill>
              </a:rPr>
              <a:t>(par défaut 24h)</a:t>
            </a:r>
          </a:p>
        </p:txBody>
      </p:sp>
      <p:sp>
        <p:nvSpPr>
          <p:cNvPr id="68" name="Rectangle 67">
            <a:extLst>
              <a:ext uri="{FF2B5EF4-FFF2-40B4-BE49-F238E27FC236}">
                <a16:creationId xmlns:a16="http://schemas.microsoft.com/office/drawing/2014/main" id="{7EC6E4E5-5FF3-4583-0B1E-22C23123CC74}"/>
              </a:ext>
            </a:extLst>
          </p:cNvPr>
          <p:cNvSpPr/>
          <p:nvPr/>
        </p:nvSpPr>
        <p:spPr>
          <a:xfrm>
            <a:off x="8786736" y="3703371"/>
            <a:ext cx="1440000" cy="276999"/>
          </a:xfrm>
          <a:prstGeom prst="rect">
            <a:avLst/>
          </a:prstGeom>
        </p:spPr>
        <p:txBody>
          <a:bodyPr wrap="square" anchor="ctr">
            <a:spAutoFit/>
          </a:bodyPr>
          <a:lstStyle/>
          <a:p>
            <a:pPr algn="ctr"/>
            <a:r>
              <a:rPr lang="fr-FR" sz="1200">
                <a:solidFill>
                  <a:srgbClr val="6D6D6D"/>
                </a:solidFill>
              </a:rPr>
              <a:t>Par partition</a:t>
            </a:r>
          </a:p>
        </p:txBody>
      </p:sp>
      <p:sp>
        <p:nvSpPr>
          <p:cNvPr id="69" name="Rectangle 68">
            <a:extLst>
              <a:ext uri="{FF2B5EF4-FFF2-40B4-BE49-F238E27FC236}">
                <a16:creationId xmlns:a16="http://schemas.microsoft.com/office/drawing/2014/main" id="{D015260F-8089-9938-7401-9F1EC53E4C77}"/>
              </a:ext>
            </a:extLst>
          </p:cNvPr>
          <p:cNvSpPr/>
          <p:nvPr/>
        </p:nvSpPr>
        <p:spPr>
          <a:xfrm>
            <a:off x="8786736" y="2983371"/>
            <a:ext cx="1440000" cy="276999"/>
          </a:xfrm>
          <a:prstGeom prst="rect">
            <a:avLst/>
          </a:prstGeom>
        </p:spPr>
        <p:txBody>
          <a:bodyPr wrap="square" anchor="ctr">
            <a:spAutoFit/>
          </a:bodyPr>
          <a:lstStyle/>
          <a:p>
            <a:pPr algn="ctr"/>
            <a:r>
              <a:rPr lang="fr-FR" sz="1200">
                <a:solidFill>
                  <a:srgbClr val="6D6D6D"/>
                </a:solidFill>
              </a:rPr>
              <a:t>32</a:t>
            </a:r>
          </a:p>
        </p:txBody>
      </p:sp>
      <p:pic>
        <p:nvPicPr>
          <p:cNvPr id="71" name="Image 70">
            <a:extLst>
              <a:ext uri="{FF2B5EF4-FFF2-40B4-BE49-F238E27FC236}">
                <a16:creationId xmlns:a16="http://schemas.microsoft.com/office/drawing/2014/main" id="{E66EE62F-64ED-014B-B610-B981B4B5A10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801013" y="1206318"/>
            <a:ext cx="1440000" cy="756923"/>
          </a:xfrm>
          <a:prstGeom prst="rect">
            <a:avLst/>
          </a:prstGeom>
        </p:spPr>
      </p:pic>
      <p:sp>
        <p:nvSpPr>
          <p:cNvPr id="73" name="Rectangle 72">
            <a:extLst>
              <a:ext uri="{FF2B5EF4-FFF2-40B4-BE49-F238E27FC236}">
                <a16:creationId xmlns:a16="http://schemas.microsoft.com/office/drawing/2014/main" id="{63CDC145-7BEA-7BDB-8CE6-D3D38943DB2A}"/>
              </a:ext>
            </a:extLst>
          </p:cNvPr>
          <p:cNvSpPr/>
          <p:nvPr/>
        </p:nvSpPr>
        <p:spPr>
          <a:xfrm>
            <a:off x="2139108" y="4232093"/>
            <a:ext cx="1440000" cy="1200329"/>
          </a:xfrm>
          <a:prstGeom prst="rect">
            <a:avLst/>
          </a:prstGeom>
        </p:spPr>
        <p:txBody>
          <a:bodyPr wrap="square" anchor="ctr">
            <a:spAutoFit/>
          </a:bodyPr>
          <a:lstStyle/>
          <a:p>
            <a:pPr algn="ctr"/>
            <a:r>
              <a:rPr lang="fr-FR" sz="1200">
                <a:solidFill>
                  <a:srgbClr val="6D6D6D"/>
                </a:solidFill>
              </a:rPr>
              <a:t>L’éditeur indique que la solution peut supporter des millions de messages par seconde.</a:t>
            </a:r>
          </a:p>
        </p:txBody>
      </p:sp>
      <p:sp>
        <p:nvSpPr>
          <p:cNvPr id="74" name="Rectangle 73">
            <a:extLst>
              <a:ext uri="{FF2B5EF4-FFF2-40B4-BE49-F238E27FC236}">
                <a16:creationId xmlns:a16="http://schemas.microsoft.com/office/drawing/2014/main" id="{6E068AAB-1A46-0C1F-0EF0-05057B83BD06}"/>
              </a:ext>
            </a:extLst>
          </p:cNvPr>
          <p:cNvSpPr/>
          <p:nvPr/>
        </p:nvSpPr>
        <p:spPr>
          <a:xfrm>
            <a:off x="10448645" y="4232093"/>
            <a:ext cx="1440000" cy="1200329"/>
          </a:xfrm>
          <a:prstGeom prst="rect">
            <a:avLst/>
          </a:prstGeom>
        </p:spPr>
        <p:txBody>
          <a:bodyPr wrap="square" anchor="ctr">
            <a:spAutoFit/>
          </a:bodyPr>
          <a:lstStyle/>
          <a:p>
            <a:pPr algn="ctr"/>
            <a:r>
              <a:rPr lang="fr-FR" sz="1200">
                <a:solidFill>
                  <a:srgbClr val="6D6D6D"/>
                </a:solidFill>
              </a:rPr>
              <a:t>Par défaut, 100MB/S en entrée, 200MB/s en sortie mais le quota maximum est illimité</a:t>
            </a:r>
          </a:p>
        </p:txBody>
      </p:sp>
      <p:sp>
        <p:nvSpPr>
          <p:cNvPr id="75" name="Rectangle 74">
            <a:extLst>
              <a:ext uri="{FF2B5EF4-FFF2-40B4-BE49-F238E27FC236}">
                <a16:creationId xmlns:a16="http://schemas.microsoft.com/office/drawing/2014/main" id="{3F4B0918-3132-83AB-F882-C0357A238677}"/>
              </a:ext>
            </a:extLst>
          </p:cNvPr>
          <p:cNvSpPr/>
          <p:nvPr/>
        </p:nvSpPr>
        <p:spPr>
          <a:xfrm>
            <a:off x="7124829" y="4232093"/>
            <a:ext cx="1440000" cy="1200329"/>
          </a:xfrm>
          <a:prstGeom prst="rect">
            <a:avLst/>
          </a:prstGeom>
        </p:spPr>
        <p:txBody>
          <a:bodyPr wrap="square" anchor="ctr">
            <a:spAutoFit/>
          </a:bodyPr>
          <a:lstStyle/>
          <a:p>
            <a:pPr algn="ctr"/>
            <a:r>
              <a:rPr lang="fr-FR" sz="1200">
                <a:solidFill>
                  <a:srgbClr val="6D6D6D"/>
                </a:solidFill>
              </a:rPr>
              <a:t>Chaque </a:t>
            </a:r>
            <a:r>
              <a:rPr lang="fr-FR" sz="1200" err="1">
                <a:solidFill>
                  <a:srgbClr val="6D6D6D"/>
                </a:solidFill>
              </a:rPr>
              <a:t>shard</a:t>
            </a:r>
            <a:r>
              <a:rPr lang="fr-FR" sz="1200">
                <a:solidFill>
                  <a:srgbClr val="6D6D6D"/>
                </a:solidFill>
              </a:rPr>
              <a:t> (partition) supporte 1MB/S en entrée, 2MB/s en sortie ou 1000 msg par seconde.</a:t>
            </a:r>
          </a:p>
        </p:txBody>
      </p:sp>
      <p:sp>
        <p:nvSpPr>
          <p:cNvPr id="76" name="Rectangle 75">
            <a:extLst>
              <a:ext uri="{FF2B5EF4-FFF2-40B4-BE49-F238E27FC236}">
                <a16:creationId xmlns:a16="http://schemas.microsoft.com/office/drawing/2014/main" id="{1BA82DF5-C713-4144-26C0-551EF6FF81E1}"/>
              </a:ext>
            </a:extLst>
          </p:cNvPr>
          <p:cNvSpPr/>
          <p:nvPr/>
        </p:nvSpPr>
        <p:spPr>
          <a:xfrm>
            <a:off x="5462922" y="4324426"/>
            <a:ext cx="1440000" cy="1015663"/>
          </a:xfrm>
          <a:prstGeom prst="rect">
            <a:avLst/>
          </a:prstGeom>
        </p:spPr>
        <p:txBody>
          <a:bodyPr wrap="square" anchor="ctr">
            <a:spAutoFit/>
          </a:bodyPr>
          <a:lstStyle/>
          <a:p>
            <a:pPr algn="ctr"/>
            <a:r>
              <a:rPr lang="fr-FR" sz="1200" i="1">
                <a:solidFill>
                  <a:srgbClr val="6D6D6D"/>
                </a:solidFill>
              </a:rPr>
              <a:t>Solution managée donc sur le cloud exclusivement, limite de 300 TPS à 3000 TPS</a:t>
            </a:r>
          </a:p>
        </p:txBody>
      </p:sp>
      <p:sp>
        <p:nvSpPr>
          <p:cNvPr id="77" name="Rectangle 76">
            <a:extLst>
              <a:ext uri="{FF2B5EF4-FFF2-40B4-BE49-F238E27FC236}">
                <a16:creationId xmlns:a16="http://schemas.microsoft.com/office/drawing/2014/main" id="{3478E67C-F976-23B5-C8F7-10128BB84BB1}"/>
              </a:ext>
            </a:extLst>
          </p:cNvPr>
          <p:cNvSpPr/>
          <p:nvPr/>
        </p:nvSpPr>
        <p:spPr>
          <a:xfrm>
            <a:off x="3801015" y="4232092"/>
            <a:ext cx="1440000" cy="1200329"/>
          </a:xfrm>
          <a:prstGeom prst="rect">
            <a:avLst/>
          </a:prstGeom>
        </p:spPr>
        <p:txBody>
          <a:bodyPr wrap="square" anchor="ctr">
            <a:spAutoFit/>
          </a:bodyPr>
          <a:lstStyle/>
          <a:p>
            <a:pPr algn="ctr"/>
            <a:r>
              <a:rPr lang="fr-FR" sz="1200">
                <a:solidFill>
                  <a:srgbClr val="6D6D6D"/>
                </a:solidFill>
              </a:rPr>
              <a:t>Suivant la configuration, Kafka peut supporter des millions de messages par seconde.</a:t>
            </a:r>
          </a:p>
        </p:txBody>
      </p:sp>
      <p:sp>
        <p:nvSpPr>
          <p:cNvPr id="78" name="Rectangle 77">
            <a:extLst>
              <a:ext uri="{FF2B5EF4-FFF2-40B4-BE49-F238E27FC236}">
                <a16:creationId xmlns:a16="http://schemas.microsoft.com/office/drawing/2014/main" id="{FF6298F8-BF7E-46BB-CFF9-19938ACCD691}"/>
              </a:ext>
            </a:extLst>
          </p:cNvPr>
          <p:cNvSpPr/>
          <p:nvPr/>
        </p:nvSpPr>
        <p:spPr>
          <a:xfrm>
            <a:off x="8786736" y="4232093"/>
            <a:ext cx="1440000" cy="1200329"/>
          </a:xfrm>
          <a:prstGeom prst="rect">
            <a:avLst/>
          </a:prstGeom>
        </p:spPr>
        <p:txBody>
          <a:bodyPr wrap="square" anchor="ctr">
            <a:spAutoFit/>
          </a:bodyPr>
          <a:lstStyle/>
          <a:p>
            <a:pPr algn="ctr"/>
            <a:r>
              <a:rPr lang="fr-FR" sz="1200">
                <a:solidFill>
                  <a:srgbClr val="6D6D6D"/>
                </a:solidFill>
              </a:rPr>
              <a:t>Chaque unité supporte 1MB/S en entrée, 2MB/s en sortie. Le niveau </a:t>
            </a:r>
            <a:r>
              <a:rPr lang="fr-FR" sz="1200" err="1">
                <a:solidFill>
                  <a:srgbClr val="6D6D6D"/>
                </a:solidFill>
              </a:rPr>
              <a:t>standart</a:t>
            </a:r>
            <a:r>
              <a:rPr lang="fr-FR" sz="1200">
                <a:solidFill>
                  <a:srgbClr val="6D6D6D"/>
                </a:solidFill>
              </a:rPr>
              <a:t> autorise 20 </a:t>
            </a:r>
            <a:r>
              <a:rPr lang="fr-FR" sz="1200" err="1">
                <a:solidFill>
                  <a:srgbClr val="6D6D6D"/>
                </a:solidFill>
              </a:rPr>
              <a:t>unitées</a:t>
            </a:r>
            <a:r>
              <a:rPr lang="fr-FR" sz="1200">
                <a:solidFill>
                  <a:srgbClr val="6D6D6D"/>
                </a:solidFill>
              </a:rPr>
              <a:t>.</a:t>
            </a:r>
          </a:p>
        </p:txBody>
      </p:sp>
      <p:grpSp>
        <p:nvGrpSpPr>
          <p:cNvPr id="82" name="Groupe 81">
            <a:extLst>
              <a:ext uri="{FF2B5EF4-FFF2-40B4-BE49-F238E27FC236}">
                <a16:creationId xmlns:a16="http://schemas.microsoft.com/office/drawing/2014/main" id="{563D72F3-3973-2AC4-EE58-FFE82FBB66FA}"/>
              </a:ext>
            </a:extLst>
          </p:cNvPr>
          <p:cNvGrpSpPr/>
          <p:nvPr/>
        </p:nvGrpSpPr>
        <p:grpSpPr>
          <a:xfrm>
            <a:off x="5462918" y="1367791"/>
            <a:ext cx="1550953" cy="523220"/>
            <a:chOff x="5462918" y="1367791"/>
            <a:chExt cx="1550953" cy="523220"/>
          </a:xfrm>
        </p:grpSpPr>
        <p:pic>
          <p:nvPicPr>
            <p:cNvPr id="80" name="Image 79">
              <a:extLst>
                <a:ext uri="{FF2B5EF4-FFF2-40B4-BE49-F238E27FC236}">
                  <a16:creationId xmlns:a16="http://schemas.microsoft.com/office/drawing/2014/main" id="{2E4D6AEC-445B-F4C7-D4D6-B4AAA66BCA7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462918" y="1373790"/>
              <a:ext cx="508000" cy="504504"/>
            </a:xfrm>
            <a:prstGeom prst="ellipse">
              <a:avLst/>
            </a:prstGeom>
            <a:ln>
              <a:noFill/>
            </a:ln>
            <a:effectLst/>
          </p:spPr>
        </p:pic>
        <p:sp>
          <p:nvSpPr>
            <p:cNvPr id="81" name="ZoneTexte 80">
              <a:extLst>
                <a:ext uri="{FF2B5EF4-FFF2-40B4-BE49-F238E27FC236}">
                  <a16:creationId xmlns:a16="http://schemas.microsoft.com/office/drawing/2014/main" id="{48112ABA-34DF-5F4C-259F-4B4DF25BB296}"/>
                </a:ext>
              </a:extLst>
            </p:cNvPr>
            <p:cNvSpPr txBox="1"/>
            <p:nvPr/>
          </p:nvSpPr>
          <p:spPr>
            <a:xfrm>
              <a:off x="5970918" y="1367791"/>
              <a:ext cx="1042953" cy="523220"/>
            </a:xfrm>
            <a:prstGeom prst="rect">
              <a:avLst/>
            </a:prstGeom>
            <a:noFill/>
          </p:spPr>
          <p:txBody>
            <a:bodyPr wrap="square" rtlCol="0">
              <a:spAutoFit/>
            </a:bodyPr>
            <a:lstStyle/>
            <a:p>
              <a:r>
                <a:rPr lang="fr-FR" sz="1400" b="1">
                  <a:latin typeface="Arial" panose="020B0604020202020204" pitchFamily="34" charset="0"/>
                  <a:cs typeface="Arial" panose="020B0604020202020204" pitchFamily="34" charset="0"/>
                </a:rPr>
                <a:t>Anypoint MQ</a:t>
              </a:r>
            </a:p>
          </p:txBody>
        </p:sp>
      </p:grpSp>
    </p:spTree>
    <p:extLst>
      <p:ext uri="{BB962C8B-B14F-4D97-AF65-F5344CB8AC3E}">
        <p14:creationId xmlns:p14="http://schemas.microsoft.com/office/powerpoint/2010/main" val="13171471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500"/>
                                        <p:tgtEl>
                                          <p:spTgt spid="3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fade">
                                      <p:cBhvr>
                                        <p:cTn id="16" dur="500"/>
                                        <p:tgtEl>
                                          <p:spTgt spid="4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500"/>
                                        <p:tgtEl>
                                          <p:spTgt spid="4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7"/>
                                        </p:tgtEl>
                                        <p:attrNameLst>
                                          <p:attrName>style.visibility</p:attrName>
                                        </p:attrNameLst>
                                      </p:cBhvr>
                                      <p:to>
                                        <p:strVal val="visible"/>
                                      </p:to>
                                    </p:set>
                                    <p:animEffect transition="in" filter="fade">
                                      <p:cBhvr>
                                        <p:cTn id="22" dur="500"/>
                                        <p:tgtEl>
                                          <p:spTgt spid="6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fade">
                                      <p:cBhvr>
                                        <p:cTn id="36" dur="500"/>
                                        <p:tgtEl>
                                          <p:spTgt spid="3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500"/>
                                        <p:tgtEl>
                                          <p:spTgt spid="3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500"/>
                                        <p:tgtEl>
                                          <p:spTgt spid="4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7"/>
                                        </p:tgtEl>
                                        <p:attrNameLst>
                                          <p:attrName>style.visibility</p:attrName>
                                        </p:attrNameLst>
                                      </p:cBhvr>
                                      <p:to>
                                        <p:strVal val="visible"/>
                                      </p:to>
                                    </p:set>
                                    <p:animEffect transition="in" filter="fade">
                                      <p:cBhvr>
                                        <p:cTn id="45" dur="500"/>
                                        <p:tgtEl>
                                          <p:spTgt spid="4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9"/>
                                        </p:tgtEl>
                                        <p:attrNameLst>
                                          <p:attrName>style.visibility</p:attrName>
                                        </p:attrNameLst>
                                      </p:cBhvr>
                                      <p:to>
                                        <p:strVal val="visible"/>
                                      </p:to>
                                    </p:set>
                                    <p:animEffect transition="in" filter="fade">
                                      <p:cBhvr>
                                        <p:cTn id="48" dur="500"/>
                                        <p:tgtEl>
                                          <p:spTgt spid="6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fade">
                                      <p:cBhvr>
                                        <p:cTn id="51" dur="500"/>
                                        <p:tgtEl>
                                          <p:spTgt spid="5"/>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500"/>
                                        <p:tgtEl>
                                          <p:spTgt spid="8"/>
                                        </p:tgtEl>
                                      </p:cBhvr>
                                    </p:animEffect>
                                  </p:childTnLst>
                                </p:cTn>
                              </p:par>
                              <p:par>
                                <p:cTn id="57" presetID="10" presetClass="entr" presetSubtype="0" fill="hold"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00"/>
                                        <p:tgtEl>
                                          <p:spTgt spid="3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fade">
                                      <p:cBhvr>
                                        <p:cTn id="68" dur="500"/>
                                        <p:tgtEl>
                                          <p:spTgt spid="3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5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6"/>
                                        </p:tgtEl>
                                        <p:attrNameLst>
                                          <p:attrName>style.visibility</p:attrName>
                                        </p:attrNameLst>
                                      </p:cBhvr>
                                      <p:to>
                                        <p:strVal val="visible"/>
                                      </p:to>
                                    </p:set>
                                    <p:animEffect transition="in" filter="fade">
                                      <p:cBhvr>
                                        <p:cTn id="74" dur="500"/>
                                        <p:tgtEl>
                                          <p:spTgt spid="4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68"/>
                                        </p:tgtEl>
                                        <p:attrNameLst>
                                          <p:attrName>style.visibility</p:attrName>
                                        </p:attrNameLst>
                                      </p:cBhvr>
                                      <p:to>
                                        <p:strVal val="visible"/>
                                      </p:to>
                                    </p:set>
                                    <p:animEffect transition="in" filter="fade">
                                      <p:cBhvr>
                                        <p:cTn id="77" dur="500"/>
                                        <p:tgtEl>
                                          <p:spTgt spid="68"/>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9"/>
                                        </p:tgtEl>
                                        <p:attrNameLst>
                                          <p:attrName>style.visibility</p:attrName>
                                        </p:attrNameLst>
                                      </p:cBhvr>
                                      <p:to>
                                        <p:strVal val="visible"/>
                                      </p:to>
                                    </p:set>
                                    <p:animEffect transition="in" filter="fade">
                                      <p:cBhvr>
                                        <p:cTn id="82" dur="500"/>
                                        <p:tgtEl>
                                          <p:spTgt spid="9"/>
                                        </p:tgtEl>
                                      </p:cBhvr>
                                    </p:animEffect>
                                  </p:childTnLst>
                                </p:cTn>
                              </p:par>
                              <p:par>
                                <p:cTn id="83" presetID="10" presetClass="entr" presetSubtype="0" fill="hold" nodeType="withEffect">
                                  <p:stCondLst>
                                    <p:cond delay="0"/>
                                  </p:stCondLst>
                                  <p:childTnLst>
                                    <p:set>
                                      <p:cBhvr>
                                        <p:cTn id="84" dur="1" fill="hold">
                                          <p:stCondLst>
                                            <p:cond delay="0"/>
                                          </p:stCondLst>
                                        </p:cTn>
                                        <p:tgtEl>
                                          <p:spTgt spid="13"/>
                                        </p:tgtEl>
                                        <p:attrNameLst>
                                          <p:attrName>style.visibility</p:attrName>
                                        </p:attrNameLst>
                                      </p:cBhvr>
                                      <p:to>
                                        <p:strVal val="visible"/>
                                      </p:to>
                                    </p:set>
                                    <p:animEffect transition="in" filter="fade">
                                      <p:cBhvr>
                                        <p:cTn id="85" dur="500"/>
                                        <p:tgtEl>
                                          <p:spTgt spid="1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73"/>
                                        </p:tgtEl>
                                        <p:attrNameLst>
                                          <p:attrName>style.visibility</p:attrName>
                                        </p:attrNameLst>
                                      </p:cBhvr>
                                      <p:to>
                                        <p:strVal val="visible"/>
                                      </p:to>
                                    </p:set>
                                    <p:animEffect transition="in" filter="fade">
                                      <p:cBhvr>
                                        <p:cTn id="88" dur="500"/>
                                        <p:tgtEl>
                                          <p:spTgt spid="7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74"/>
                                        </p:tgtEl>
                                        <p:attrNameLst>
                                          <p:attrName>style.visibility</p:attrName>
                                        </p:attrNameLst>
                                      </p:cBhvr>
                                      <p:to>
                                        <p:strVal val="visible"/>
                                      </p:to>
                                    </p:set>
                                    <p:animEffect transition="in" filter="fade">
                                      <p:cBhvr>
                                        <p:cTn id="91" dur="500"/>
                                        <p:tgtEl>
                                          <p:spTgt spid="7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75"/>
                                        </p:tgtEl>
                                        <p:attrNameLst>
                                          <p:attrName>style.visibility</p:attrName>
                                        </p:attrNameLst>
                                      </p:cBhvr>
                                      <p:to>
                                        <p:strVal val="visible"/>
                                      </p:to>
                                    </p:set>
                                    <p:animEffect transition="in" filter="fade">
                                      <p:cBhvr>
                                        <p:cTn id="94" dur="500"/>
                                        <p:tgtEl>
                                          <p:spTgt spid="7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76"/>
                                        </p:tgtEl>
                                        <p:attrNameLst>
                                          <p:attrName>style.visibility</p:attrName>
                                        </p:attrNameLst>
                                      </p:cBhvr>
                                      <p:to>
                                        <p:strVal val="visible"/>
                                      </p:to>
                                    </p:set>
                                    <p:animEffect transition="in" filter="fade">
                                      <p:cBhvr>
                                        <p:cTn id="97" dur="500"/>
                                        <p:tgtEl>
                                          <p:spTgt spid="7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77"/>
                                        </p:tgtEl>
                                        <p:attrNameLst>
                                          <p:attrName>style.visibility</p:attrName>
                                        </p:attrNameLst>
                                      </p:cBhvr>
                                      <p:to>
                                        <p:strVal val="visible"/>
                                      </p:to>
                                    </p:set>
                                    <p:animEffect transition="in" filter="fade">
                                      <p:cBhvr>
                                        <p:cTn id="100" dur="500"/>
                                        <p:tgtEl>
                                          <p:spTgt spid="7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78"/>
                                        </p:tgtEl>
                                        <p:attrNameLst>
                                          <p:attrName>style.visibility</p:attrName>
                                        </p:attrNameLst>
                                      </p:cBhvr>
                                      <p:to>
                                        <p:strVal val="visible"/>
                                      </p:to>
                                    </p:set>
                                    <p:animEffect transition="in" filter="fade">
                                      <p:cBhvr>
                                        <p:cTn id="103" dur="500"/>
                                        <p:tgtEl>
                                          <p:spTgt spid="78"/>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10"/>
                                        </p:tgtEl>
                                        <p:attrNameLst>
                                          <p:attrName>style.visibility</p:attrName>
                                        </p:attrNameLst>
                                      </p:cBhvr>
                                      <p:to>
                                        <p:strVal val="visible"/>
                                      </p:to>
                                    </p:set>
                                    <p:animEffect transition="in" filter="fade">
                                      <p:cBhvr>
                                        <p:cTn id="108" dur="500"/>
                                        <p:tgtEl>
                                          <p:spTgt spid="10"/>
                                        </p:tgtEl>
                                      </p:cBhvr>
                                    </p:animEffect>
                                  </p:childTnLst>
                                </p:cTn>
                              </p:par>
                              <p:par>
                                <p:cTn id="109" presetID="10" presetClass="entr" presetSubtype="0" fill="hold" nodeType="withEffect">
                                  <p:stCondLst>
                                    <p:cond delay="0"/>
                                  </p:stCondLst>
                                  <p:childTnLst>
                                    <p:set>
                                      <p:cBhvr>
                                        <p:cTn id="110" dur="1" fill="hold">
                                          <p:stCondLst>
                                            <p:cond delay="0"/>
                                          </p:stCondLst>
                                        </p:cTn>
                                        <p:tgtEl>
                                          <p:spTgt spid="14"/>
                                        </p:tgtEl>
                                        <p:attrNameLst>
                                          <p:attrName>style.visibility</p:attrName>
                                        </p:attrNameLst>
                                      </p:cBhvr>
                                      <p:to>
                                        <p:strVal val="visible"/>
                                      </p:to>
                                    </p:set>
                                    <p:animEffect transition="in" filter="fade">
                                      <p:cBhvr>
                                        <p:cTn id="111" dur="500"/>
                                        <p:tgtEl>
                                          <p:spTgt spid="14"/>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20"/>
                                        </p:tgtEl>
                                        <p:attrNameLst>
                                          <p:attrName>style.visibility</p:attrName>
                                        </p:attrNameLst>
                                      </p:cBhvr>
                                      <p:to>
                                        <p:strVal val="visible"/>
                                      </p:to>
                                    </p:set>
                                    <p:animEffect transition="in" filter="fade">
                                      <p:cBhvr>
                                        <p:cTn id="114" dur="500"/>
                                        <p:tgtEl>
                                          <p:spTgt spid="20"/>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32"/>
                                        </p:tgtEl>
                                        <p:attrNameLst>
                                          <p:attrName>style.visibility</p:attrName>
                                        </p:attrNameLst>
                                      </p:cBhvr>
                                      <p:to>
                                        <p:strVal val="visible"/>
                                      </p:to>
                                    </p:set>
                                    <p:animEffect transition="in" filter="fade">
                                      <p:cBhvr>
                                        <p:cTn id="117" dur="500"/>
                                        <p:tgtEl>
                                          <p:spTgt spid="32"/>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6"/>
                                        </p:tgtEl>
                                        <p:attrNameLst>
                                          <p:attrName>style.visibility</p:attrName>
                                        </p:attrNameLst>
                                      </p:cBhvr>
                                      <p:to>
                                        <p:strVal val="visible"/>
                                      </p:to>
                                    </p:set>
                                    <p:animEffect transition="in" filter="fade">
                                      <p:cBhvr>
                                        <p:cTn id="120" dur="500"/>
                                        <p:tgtEl>
                                          <p:spTgt spid="36"/>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0"/>
                                        </p:tgtEl>
                                        <p:attrNameLst>
                                          <p:attrName>style.visibility</p:attrName>
                                        </p:attrNameLst>
                                      </p:cBhvr>
                                      <p:to>
                                        <p:strVal val="visible"/>
                                      </p:to>
                                    </p:set>
                                    <p:animEffect transition="in" filter="fade">
                                      <p:cBhvr>
                                        <p:cTn id="123" dur="500"/>
                                        <p:tgtEl>
                                          <p:spTgt spid="40"/>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4"/>
                                        </p:tgtEl>
                                        <p:attrNameLst>
                                          <p:attrName>style.visibility</p:attrName>
                                        </p:attrNameLst>
                                      </p:cBhvr>
                                      <p:to>
                                        <p:strVal val="visible"/>
                                      </p:to>
                                    </p:set>
                                    <p:animEffect transition="in" filter="fade">
                                      <p:cBhvr>
                                        <p:cTn id="126" dur="500"/>
                                        <p:tgtEl>
                                          <p:spTgt spid="44"/>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66"/>
                                        </p:tgtEl>
                                        <p:attrNameLst>
                                          <p:attrName>style.visibility</p:attrName>
                                        </p:attrNameLst>
                                      </p:cBhvr>
                                      <p:to>
                                        <p:strVal val="visible"/>
                                      </p:to>
                                    </p:set>
                                    <p:animEffect transition="in" filter="fade">
                                      <p:cBhvr>
                                        <p:cTn id="129"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8" grpId="0"/>
      <p:bldP spid="9" grpId="0"/>
      <p:bldP spid="10" grpId="0"/>
      <p:bldP spid="20" grpId="0"/>
      <p:bldP spid="21" grpId="0"/>
      <p:bldP spid="22" grpId="0"/>
      <p:bldP spid="23"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66" grpId="0"/>
      <p:bldP spid="67" grpId="0"/>
      <p:bldP spid="68" grpId="0"/>
      <p:bldP spid="69" grpId="0"/>
      <p:bldP spid="73" grpId="0"/>
      <p:bldP spid="74" grpId="0"/>
      <p:bldP spid="75" grpId="0"/>
      <p:bldP spid="76" grpId="0"/>
      <p:bldP spid="77" grpId="0"/>
      <p:bldP spid="78" grpId="0"/>
    </p:bldLst>
  </p:timing>
  <p:extLst>
    <p:ext uri="{6950BFC3-D8DA-4A85-94F7-54DA5524770B}">
      <p188:commentRel xmlns:p188="http://schemas.microsoft.com/office/powerpoint/2018/8/main" r:id="rId3"/>
    </p:ext>
  </p:extLs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solutions middleware – la grande favorite</a:t>
            </a:r>
          </a:p>
        </p:txBody>
      </p:sp>
      <p:pic>
        <p:nvPicPr>
          <p:cNvPr id="71" name="Image 70">
            <a:extLst>
              <a:ext uri="{FF2B5EF4-FFF2-40B4-BE49-F238E27FC236}">
                <a16:creationId xmlns:a16="http://schemas.microsoft.com/office/drawing/2014/main" id="{E66EE62F-64ED-014B-B610-B981B4B5A1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38363" y="364905"/>
            <a:ext cx="1440000" cy="756923"/>
          </a:xfrm>
          <a:prstGeom prst="rect">
            <a:avLst/>
          </a:prstGeom>
        </p:spPr>
      </p:pic>
      <p:sp>
        <p:nvSpPr>
          <p:cNvPr id="6" name="ZoneTexte 5">
            <a:extLst>
              <a:ext uri="{FF2B5EF4-FFF2-40B4-BE49-F238E27FC236}">
                <a16:creationId xmlns:a16="http://schemas.microsoft.com/office/drawing/2014/main" id="{37E000C8-53FC-B739-5333-BF12F395F81E}"/>
              </a:ext>
            </a:extLst>
          </p:cNvPr>
          <p:cNvSpPr txBox="1"/>
          <p:nvPr/>
        </p:nvSpPr>
        <p:spPr>
          <a:xfrm>
            <a:off x="453623" y="1706635"/>
            <a:ext cx="10758405" cy="4524315"/>
          </a:xfrm>
          <a:prstGeom prst="rect">
            <a:avLst/>
          </a:prstGeom>
          <a:noFill/>
        </p:spPr>
        <p:txBody>
          <a:bodyPr wrap="square" rtlCol="0">
            <a:spAutoFit/>
          </a:bodyPr>
          <a:lstStyle/>
          <a:p>
            <a:pPr marL="444500" indent="-444500">
              <a:buFont typeface="Wingdings" pitchFamily="2" charset="2"/>
              <a:buChar char="ü"/>
            </a:pPr>
            <a:r>
              <a:rPr lang="fr-FR" b="1">
                <a:latin typeface="Arial" panose="020B0604020202020204" pitchFamily="34" charset="0"/>
                <a:cs typeface="Arial" panose="020B0604020202020204" pitchFamily="34" charset="0"/>
              </a:rPr>
              <a:t>Kafka est LA solution de gestion de flux asynchrone – particulièrement utilisée dans les architectures </a:t>
            </a:r>
            <a:r>
              <a:rPr lang="fr-FR" b="1" err="1">
                <a:latin typeface="Arial" panose="020B0604020202020204" pitchFamily="34" charset="0"/>
                <a:cs typeface="Arial" panose="020B0604020202020204" pitchFamily="34" charset="0"/>
              </a:rPr>
              <a:t>microservices</a:t>
            </a:r>
            <a:r>
              <a:rPr lang="fr-FR" b="1">
                <a:latin typeface="Arial" panose="020B0604020202020204" pitchFamily="34" charset="0"/>
                <a:cs typeface="Arial" panose="020B0604020202020204" pitchFamily="34" charset="0"/>
              </a:rPr>
              <a:t> – pour sa capacité de performante en terme de nombre de traitements par seconde et de nombre de message qui peuvent être récoltés en une fois.</a:t>
            </a:r>
          </a:p>
          <a:p>
            <a:pPr marL="444500" indent="-444500">
              <a:buFont typeface="Wingdings" pitchFamily="2" charset="2"/>
              <a:buChar char="ü"/>
            </a:pPr>
            <a:r>
              <a:rPr lang="fr-FR" b="1">
                <a:latin typeface="Arial" panose="020B0604020202020204" pitchFamily="34" charset="0"/>
                <a:cs typeface="Arial" panose="020B0604020202020204" pitchFamily="34" charset="0"/>
              </a:rPr>
              <a:t>La solution Kafka laisse aussi plus de flexibilité quant à la gestion des erreurs et aux patterns de compensation à mettre en place car adressée à l’extérieur de la solution</a:t>
            </a:r>
          </a:p>
          <a:p>
            <a:pPr marL="444500" indent="-444500">
              <a:buFont typeface="Wingdings" pitchFamily="2" charset="2"/>
              <a:buChar char="ü"/>
            </a:pPr>
            <a:r>
              <a:rPr lang="fr-FR" b="1">
                <a:latin typeface="Arial" panose="020B0604020202020204" pitchFamily="34" charset="0"/>
                <a:cs typeface="Arial" panose="020B0604020202020204" pitchFamily="34" charset="0"/>
              </a:rPr>
              <a:t>Il existe une version « libre de droit d’usage » pour </a:t>
            </a:r>
            <a:r>
              <a:rPr lang="fr-FR" b="1" err="1">
                <a:latin typeface="Arial" panose="020B0604020202020204" pitchFamily="34" charset="0"/>
                <a:cs typeface="Arial" panose="020B0604020202020204" pitchFamily="34" charset="0"/>
              </a:rPr>
              <a:t>kafka</a:t>
            </a:r>
            <a:r>
              <a:rPr lang="fr-FR" b="1">
                <a:latin typeface="Arial" panose="020B0604020202020204" pitchFamily="34" charset="0"/>
                <a:cs typeface="Arial" panose="020B0604020202020204" pitchFamily="34" charset="0"/>
              </a:rPr>
              <a:t> – limitante dans la gestion de cluster – qui la rend moins couteuse qu’une solution commerciale – souvent liée aux nombre de messages ou aux </a:t>
            </a:r>
            <a:r>
              <a:rPr lang="fr-FR" b="1" err="1">
                <a:latin typeface="Arial" panose="020B0604020202020204" pitchFamily="34" charset="0"/>
                <a:cs typeface="Arial" panose="020B0604020202020204" pitchFamily="34" charset="0"/>
              </a:rPr>
              <a:t>core</a:t>
            </a:r>
            <a:r>
              <a:rPr lang="fr-FR" b="1">
                <a:latin typeface="Arial" panose="020B0604020202020204" pitchFamily="34" charset="0"/>
                <a:cs typeface="Arial" panose="020B0604020202020204" pitchFamily="34" charset="0"/>
              </a:rPr>
              <a:t> des infrastructures qui l’hébergent.</a:t>
            </a:r>
          </a:p>
          <a:p>
            <a:pPr marL="444500" indent="-444500">
              <a:buFont typeface="Wingdings" pitchFamily="2" charset="2"/>
              <a:buChar char="ü"/>
            </a:pPr>
            <a:r>
              <a:rPr lang="fr-FR" b="1">
                <a:latin typeface="Arial" panose="020B0604020202020204" pitchFamily="34" charset="0"/>
                <a:cs typeface="Arial" panose="020B0604020202020204" pitchFamily="34" charset="0"/>
              </a:rPr>
              <a:t>Kafka permet aussi d’effectuer du data streaming (perspective d’évolution future éventuelle de </a:t>
            </a:r>
            <a:r>
              <a:rPr lang="fr-FR" b="1" err="1">
                <a:latin typeface="Arial" panose="020B0604020202020204" pitchFamily="34" charset="0"/>
                <a:cs typeface="Arial" panose="020B0604020202020204" pitchFamily="34" charset="0"/>
              </a:rPr>
              <a:t>ByCn</a:t>
            </a:r>
            <a:r>
              <a:rPr lang="fr-FR" b="1">
                <a:latin typeface="Arial" panose="020B0604020202020204" pitchFamily="34" charset="0"/>
                <a:cs typeface="Arial" panose="020B0604020202020204" pitchFamily="34" charset="0"/>
              </a:rPr>
              <a:t> IT)</a:t>
            </a:r>
          </a:p>
          <a:p>
            <a:pPr marL="444500" indent="-444500">
              <a:buFont typeface="Wingdings" pitchFamily="2" charset="2"/>
              <a:buChar char="ü"/>
            </a:pPr>
            <a:r>
              <a:rPr lang="fr-FR" b="1">
                <a:latin typeface="Arial" panose="020B0604020202020204" pitchFamily="34" charset="0"/>
                <a:cs typeface="Arial" panose="020B0604020202020204" pitchFamily="34" charset="0"/>
              </a:rPr>
              <a:t>Kafka peut être déployée On </a:t>
            </a:r>
            <a:r>
              <a:rPr lang="fr-FR" b="1" err="1">
                <a:latin typeface="Arial" panose="020B0604020202020204" pitchFamily="34" charset="0"/>
                <a:cs typeface="Arial" panose="020B0604020202020204" pitchFamily="34" charset="0"/>
              </a:rPr>
              <a:t>Premise</a:t>
            </a:r>
            <a:r>
              <a:rPr lang="fr-FR" b="1">
                <a:latin typeface="Arial" panose="020B0604020202020204" pitchFamily="34" charset="0"/>
                <a:cs typeface="Arial" panose="020B0604020202020204" pitchFamily="34" charset="0"/>
              </a:rPr>
              <a:t> pour gagner en performance et en efficacité</a:t>
            </a:r>
          </a:p>
          <a:p>
            <a:pPr marL="444500" indent="-444500">
              <a:buFont typeface="Wingdings" pitchFamily="2" charset="2"/>
              <a:buChar char="ü"/>
            </a:pPr>
            <a:r>
              <a:rPr lang="fr-FR" b="1">
                <a:latin typeface="Arial" panose="020B0604020202020204" pitchFamily="34" charset="0"/>
                <a:cs typeface="Arial" panose="020B0604020202020204" pitchFamily="34" charset="0"/>
              </a:rPr>
              <a:t>Kafka est très souvent proposée par les Cloud Provider comme un service « managé »</a:t>
            </a:r>
          </a:p>
          <a:p>
            <a:pPr marL="444500" indent="-444500">
              <a:buFont typeface="Wingdings" pitchFamily="2" charset="2"/>
              <a:buChar char="ü"/>
            </a:pPr>
            <a:endParaRPr lang="fr-FR" b="1">
              <a:latin typeface="Arial" panose="020B0604020202020204" pitchFamily="34" charset="0"/>
              <a:cs typeface="Arial" panose="020B0604020202020204" pitchFamily="34" charset="0"/>
            </a:endParaRPr>
          </a:p>
          <a:p>
            <a:pPr marL="444500" indent="-444500">
              <a:buFont typeface=".Apple Color Emoji UI"/>
              <a:buChar char="❌"/>
            </a:pPr>
            <a:r>
              <a:rPr lang="fr-FR" b="1">
                <a:latin typeface="Arial" panose="020B0604020202020204" pitchFamily="34" charset="0"/>
                <a:cs typeface="Arial" panose="020B0604020202020204" pitchFamily="34" charset="0"/>
              </a:rPr>
              <a:t>Dans une approche HIP (</a:t>
            </a:r>
            <a:r>
              <a:rPr lang="fr-FR" b="1" err="1">
                <a:latin typeface="Arial" panose="020B0604020202020204" pitchFamily="34" charset="0"/>
                <a:cs typeface="Arial" panose="020B0604020202020204" pitchFamily="34" charset="0"/>
              </a:rPr>
              <a:t>Hybrid</a:t>
            </a:r>
            <a:r>
              <a:rPr lang="fr-FR" b="1">
                <a:latin typeface="Arial" panose="020B0604020202020204" pitchFamily="34" charset="0"/>
                <a:cs typeface="Arial" panose="020B0604020202020204" pitchFamily="34" charset="0"/>
              </a:rPr>
              <a:t> </a:t>
            </a:r>
            <a:r>
              <a:rPr lang="fr-FR" b="1" err="1">
                <a:latin typeface="Arial" panose="020B0604020202020204" pitchFamily="34" charset="0"/>
                <a:cs typeface="Arial" panose="020B0604020202020204" pitchFamily="34" charset="0"/>
              </a:rPr>
              <a:t>Integration</a:t>
            </a:r>
            <a:r>
              <a:rPr lang="fr-FR" b="1">
                <a:latin typeface="Arial" panose="020B0604020202020204" pitchFamily="34" charset="0"/>
                <a:cs typeface="Arial" panose="020B0604020202020204" pitchFamily="34" charset="0"/>
              </a:rPr>
              <a:t> Platform) l’intégration </a:t>
            </a:r>
            <a:r>
              <a:rPr lang="fr-FR" b="1" err="1">
                <a:latin typeface="Arial" panose="020B0604020202020204" pitchFamily="34" charset="0"/>
                <a:cs typeface="Arial" panose="020B0604020202020204" pitchFamily="34" charset="0"/>
              </a:rPr>
              <a:t>kafka</a:t>
            </a:r>
            <a:r>
              <a:rPr lang="fr-FR" b="1">
                <a:latin typeface="Arial" panose="020B0604020202020204" pitchFamily="34" charset="0"/>
                <a:cs typeface="Arial" panose="020B0604020202020204" pitchFamily="34" charset="0"/>
              </a:rPr>
              <a:t> « rompt » la chaîne de supervision et de traçabilité et nous fait entrer dans une approche « Best of </a:t>
            </a:r>
            <a:r>
              <a:rPr lang="fr-FR" b="1" err="1">
                <a:latin typeface="Arial" panose="020B0604020202020204" pitchFamily="34" charset="0"/>
                <a:cs typeface="Arial" panose="020B0604020202020204" pitchFamily="34" charset="0"/>
              </a:rPr>
              <a:t>Breed</a:t>
            </a:r>
            <a:r>
              <a:rPr lang="fr-FR" b="1">
                <a:latin typeface="Arial" panose="020B0604020202020204" pitchFamily="34" charset="0"/>
                <a:cs typeface="Arial" panose="020B0604020202020204" pitchFamily="34" charset="0"/>
              </a:rPr>
              <a:t> » et non plus « solution packagée ».</a:t>
            </a:r>
          </a:p>
        </p:txBody>
      </p:sp>
    </p:spTree>
    <p:extLst>
      <p:ext uri="{BB962C8B-B14F-4D97-AF65-F5344CB8AC3E}">
        <p14:creationId xmlns:p14="http://schemas.microsoft.com/office/powerpoint/2010/main" val="10778875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 name="Picture 2" descr="BOUYGUES Construction lance les travaux d&amp;amp;#39;extension de la Principauté de  Monaco">
            <a:extLst>
              <a:ext uri="{FF2B5EF4-FFF2-40B4-BE49-F238E27FC236}">
                <a16:creationId xmlns:a16="http://schemas.microsoft.com/office/drawing/2014/main" id="{A4C0064C-4F05-39FA-B59E-160367EE52A8}"/>
              </a:ext>
            </a:extLst>
          </p:cNvPr>
          <p:cNvPicPr>
            <a:picLocks noGrp="1" noChangeAspect="1" noChangeArrowheads="1"/>
          </p:cNvPicPr>
          <p:nvPr>
            <p:ph type="pic" sz="quarter" idx="36"/>
          </p:nvPr>
        </p:nvPicPr>
        <p:blipFill rotWithShape="1">
          <a:blip r:embed="rId4">
            <a:extLst>
              <a:ext uri="{28A0092B-C50C-407E-A947-70E740481C1C}">
                <a14:useLocalDpi xmlns:a14="http://schemas.microsoft.com/office/drawing/2010/main" val="0"/>
              </a:ext>
            </a:extLst>
          </a:blip>
          <a:srcRect l="36130" r="34842"/>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21366" y="0"/>
            <a:ext cx="2986216" cy="6911163"/>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109" name="TextBox 2">
            <a:extLst>
              <a:ext uri="{FF2B5EF4-FFF2-40B4-BE49-F238E27FC236}">
                <a16:creationId xmlns:a16="http://schemas.microsoft.com/office/drawing/2014/main" id="{86DEAAB1-58F7-1643-1D72-3A2815915C34}"/>
              </a:ext>
            </a:extLst>
          </p:cNvPr>
          <p:cNvSpPr txBox="1"/>
          <p:nvPr/>
        </p:nvSpPr>
        <p:spPr>
          <a:xfrm>
            <a:off x="299663" y="3249604"/>
            <a:ext cx="4683270" cy="498598"/>
          </a:xfrm>
          <a:prstGeom prst="rect">
            <a:avLst/>
          </a:prstGeom>
          <a:noFill/>
        </p:spPr>
        <p:txBody>
          <a:bodyPr wrap="none" lIns="0" tIns="0" rIns="0" bIns="0" rtlCol="0">
            <a:spAutoFit/>
          </a:bodyPr>
          <a:lstStyle/>
          <a:p>
            <a:pPr>
              <a:lnSpc>
                <a:spcPct val="90000"/>
              </a:lnSpc>
            </a:pPr>
            <a:r>
              <a:rPr lang="fr-FR" sz="3600" b="1" cap="small">
                <a:latin typeface="+mj-lt"/>
                <a:ea typeface="Arial Black" charset="0"/>
                <a:cs typeface="Arial Black" charset="0"/>
              </a:rPr>
              <a:t>Sommaire Général</a:t>
            </a:r>
          </a:p>
        </p:txBody>
      </p:sp>
      <p:grpSp>
        <p:nvGrpSpPr>
          <p:cNvPr id="8" name="Groupe 7">
            <a:extLst>
              <a:ext uri="{FF2B5EF4-FFF2-40B4-BE49-F238E27FC236}">
                <a16:creationId xmlns:a16="http://schemas.microsoft.com/office/drawing/2014/main" id="{48197E64-79E6-3B35-A1B1-D21B36ED4F93}"/>
              </a:ext>
            </a:extLst>
          </p:cNvPr>
          <p:cNvGrpSpPr/>
          <p:nvPr/>
        </p:nvGrpSpPr>
        <p:grpSpPr>
          <a:xfrm>
            <a:off x="7850842" y="854606"/>
            <a:ext cx="4001451" cy="757130"/>
            <a:chOff x="7840593" y="539905"/>
            <a:chExt cx="4001451" cy="757130"/>
          </a:xfrm>
        </p:grpSpPr>
        <p:sp>
          <p:nvSpPr>
            <p:cNvPr id="102" name="TextBox 4">
              <a:extLst>
                <a:ext uri="{FF2B5EF4-FFF2-40B4-BE49-F238E27FC236}">
                  <a16:creationId xmlns:a16="http://schemas.microsoft.com/office/drawing/2014/main" id="{08EF1DAE-D77A-794C-3B18-C2C6C135E72E}"/>
                </a:ext>
              </a:extLst>
            </p:cNvPr>
            <p:cNvSpPr txBox="1"/>
            <p:nvPr/>
          </p:nvSpPr>
          <p:spPr>
            <a:xfrm>
              <a:off x="8764922" y="539905"/>
              <a:ext cx="3077122" cy="757130"/>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Les différents types de solution de médiation proposés par la plateforme</a:t>
              </a:r>
            </a:p>
          </p:txBody>
        </p:sp>
        <p:grpSp>
          <p:nvGrpSpPr>
            <p:cNvPr id="19" name="Groupe 18">
              <a:extLst>
                <a:ext uri="{FF2B5EF4-FFF2-40B4-BE49-F238E27FC236}">
                  <a16:creationId xmlns:a16="http://schemas.microsoft.com/office/drawing/2014/main" id="{62593689-C68E-7D17-D12E-27E7C73F0F0D}"/>
                </a:ext>
              </a:extLst>
            </p:cNvPr>
            <p:cNvGrpSpPr/>
            <p:nvPr/>
          </p:nvGrpSpPr>
          <p:grpSpPr>
            <a:xfrm>
              <a:off x="7840593" y="544346"/>
              <a:ext cx="748248" cy="748248"/>
              <a:chOff x="7838379" y="2027071"/>
              <a:chExt cx="748248" cy="748248"/>
            </a:xfrm>
          </p:grpSpPr>
          <p:sp>
            <p:nvSpPr>
              <p:cNvPr id="103" name="Oval 9">
                <a:extLst>
                  <a:ext uri="{FF2B5EF4-FFF2-40B4-BE49-F238E27FC236}">
                    <a16:creationId xmlns:a16="http://schemas.microsoft.com/office/drawing/2014/main" id="{8AC00DDB-26A3-6160-4A14-ED454F592BDC}"/>
                  </a:ext>
                </a:extLst>
              </p:cNvPr>
              <p:cNvSpPr/>
              <p:nvPr/>
            </p:nvSpPr>
            <p:spPr>
              <a:xfrm>
                <a:off x="7838379" y="2027071"/>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28" name="Picture 4">
                <a:extLst>
                  <a:ext uri="{FF2B5EF4-FFF2-40B4-BE49-F238E27FC236}">
                    <a16:creationId xmlns:a16="http://schemas.microsoft.com/office/drawing/2014/main" id="{9098DE35-9456-D9E4-2470-55276D99CC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49721" y="2151620"/>
                <a:ext cx="513183" cy="513183"/>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2" name="Groupe 11">
            <a:extLst>
              <a:ext uri="{FF2B5EF4-FFF2-40B4-BE49-F238E27FC236}">
                <a16:creationId xmlns:a16="http://schemas.microsoft.com/office/drawing/2014/main" id="{D5FD5680-8B11-CEC0-E705-DFC67C152ED5}"/>
              </a:ext>
            </a:extLst>
          </p:cNvPr>
          <p:cNvGrpSpPr/>
          <p:nvPr/>
        </p:nvGrpSpPr>
        <p:grpSpPr>
          <a:xfrm>
            <a:off x="7850842" y="5291367"/>
            <a:ext cx="3991202" cy="757130"/>
            <a:chOff x="7824334" y="5106401"/>
            <a:chExt cx="3991202" cy="757130"/>
          </a:xfrm>
        </p:grpSpPr>
        <p:sp>
          <p:nvSpPr>
            <p:cNvPr id="89" name="TextBox 4">
              <a:extLst>
                <a:ext uri="{FF2B5EF4-FFF2-40B4-BE49-F238E27FC236}">
                  <a16:creationId xmlns:a16="http://schemas.microsoft.com/office/drawing/2014/main" id="{BD2AEDCE-071D-F393-9907-B47F1E27AD73}"/>
                </a:ext>
              </a:extLst>
            </p:cNvPr>
            <p:cNvSpPr txBox="1"/>
            <p:nvPr/>
          </p:nvSpPr>
          <p:spPr>
            <a:xfrm>
              <a:off x="8737615" y="5106401"/>
              <a:ext cx="3077921" cy="757130"/>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Les bonnes pratiques opérationnelles, automatisation et supervision</a:t>
              </a:r>
            </a:p>
          </p:txBody>
        </p:sp>
        <p:grpSp>
          <p:nvGrpSpPr>
            <p:cNvPr id="21" name="Groupe 20">
              <a:extLst>
                <a:ext uri="{FF2B5EF4-FFF2-40B4-BE49-F238E27FC236}">
                  <a16:creationId xmlns:a16="http://schemas.microsoft.com/office/drawing/2014/main" id="{FDEFE14B-94AA-AAF6-8ECE-6A3320237E08}"/>
                </a:ext>
              </a:extLst>
            </p:cNvPr>
            <p:cNvGrpSpPr/>
            <p:nvPr/>
          </p:nvGrpSpPr>
          <p:grpSpPr>
            <a:xfrm>
              <a:off x="7824334" y="5115283"/>
              <a:ext cx="748248" cy="748248"/>
              <a:chOff x="7838379" y="3232305"/>
              <a:chExt cx="748248" cy="748248"/>
            </a:xfrm>
          </p:grpSpPr>
          <p:sp>
            <p:nvSpPr>
              <p:cNvPr id="107" name="Oval 9">
                <a:extLst>
                  <a:ext uri="{FF2B5EF4-FFF2-40B4-BE49-F238E27FC236}">
                    <a16:creationId xmlns:a16="http://schemas.microsoft.com/office/drawing/2014/main" id="{C5308948-F558-9251-35A8-5FDB09A594DE}"/>
                  </a:ext>
                </a:extLst>
              </p:cNvPr>
              <p:cNvSpPr/>
              <p:nvPr/>
            </p:nvSpPr>
            <p:spPr>
              <a:xfrm>
                <a:off x="7838379" y="3232305"/>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0" name="Picture 6">
                <a:extLst>
                  <a:ext uri="{FF2B5EF4-FFF2-40B4-BE49-F238E27FC236}">
                    <a16:creationId xmlns:a16="http://schemas.microsoft.com/office/drawing/2014/main" id="{C735BD07-C501-C71F-4664-E00CC83A1D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33803" y="3361557"/>
                <a:ext cx="547558" cy="54755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28" name="Groupe 27">
            <a:extLst>
              <a:ext uri="{FF2B5EF4-FFF2-40B4-BE49-F238E27FC236}">
                <a16:creationId xmlns:a16="http://schemas.microsoft.com/office/drawing/2014/main" id="{3FD106C6-4DD0-7FEF-7476-FF3B13A28C37}"/>
              </a:ext>
            </a:extLst>
          </p:cNvPr>
          <p:cNvGrpSpPr/>
          <p:nvPr/>
        </p:nvGrpSpPr>
        <p:grpSpPr>
          <a:xfrm>
            <a:off x="7850842" y="1970458"/>
            <a:ext cx="3991202" cy="748248"/>
            <a:chOff x="7850842" y="2446567"/>
            <a:chExt cx="3991202" cy="748248"/>
          </a:xfrm>
        </p:grpSpPr>
        <p:sp>
          <p:nvSpPr>
            <p:cNvPr id="106" name="TextBox 4">
              <a:extLst>
                <a:ext uri="{FF2B5EF4-FFF2-40B4-BE49-F238E27FC236}">
                  <a16:creationId xmlns:a16="http://schemas.microsoft.com/office/drawing/2014/main" id="{421883C2-46B3-C680-CB5E-DB262711A576}"/>
                </a:ext>
              </a:extLst>
            </p:cNvPr>
            <p:cNvSpPr txBox="1"/>
            <p:nvPr/>
          </p:nvSpPr>
          <p:spPr>
            <a:xfrm>
              <a:off x="8764123" y="2663724"/>
              <a:ext cx="3077921"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Les solutions</a:t>
              </a:r>
            </a:p>
          </p:txBody>
        </p:sp>
        <p:grpSp>
          <p:nvGrpSpPr>
            <p:cNvPr id="5" name="Groupe 4">
              <a:extLst>
                <a:ext uri="{FF2B5EF4-FFF2-40B4-BE49-F238E27FC236}">
                  <a16:creationId xmlns:a16="http://schemas.microsoft.com/office/drawing/2014/main" id="{81A0FAFB-7C86-3F86-3F16-4163063656D4}"/>
                </a:ext>
              </a:extLst>
            </p:cNvPr>
            <p:cNvGrpSpPr/>
            <p:nvPr/>
          </p:nvGrpSpPr>
          <p:grpSpPr>
            <a:xfrm>
              <a:off x="7850842" y="2446567"/>
              <a:ext cx="748248" cy="748248"/>
              <a:chOff x="7850842" y="3000752"/>
              <a:chExt cx="748248" cy="748248"/>
            </a:xfrm>
          </p:grpSpPr>
          <p:sp>
            <p:nvSpPr>
              <p:cNvPr id="91" name="Oval 9">
                <a:extLst>
                  <a:ext uri="{FF2B5EF4-FFF2-40B4-BE49-F238E27FC236}">
                    <a16:creationId xmlns:a16="http://schemas.microsoft.com/office/drawing/2014/main" id="{F7CCD40C-B8B7-57DC-BAC1-088D70C552BB}"/>
                  </a:ext>
                </a:extLst>
              </p:cNvPr>
              <p:cNvSpPr/>
              <p:nvPr/>
            </p:nvSpPr>
            <p:spPr>
              <a:xfrm>
                <a:off x="7850842" y="300075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4" name="Picture 4">
                <a:extLst>
                  <a:ext uri="{FF2B5EF4-FFF2-40B4-BE49-F238E27FC236}">
                    <a16:creationId xmlns:a16="http://schemas.microsoft.com/office/drawing/2014/main" id="{4979967E-38D5-0C35-BB29-2C949F8D45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01619" y="3152828"/>
                <a:ext cx="444095" cy="444095"/>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 name="Groupe 10">
            <a:extLst>
              <a:ext uri="{FF2B5EF4-FFF2-40B4-BE49-F238E27FC236}">
                <a16:creationId xmlns:a16="http://schemas.microsoft.com/office/drawing/2014/main" id="{BDDCCAF4-048E-1FF6-CE94-0FDCDD4702B8}"/>
              </a:ext>
            </a:extLst>
          </p:cNvPr>
          <p:cNvGrpSpPr/>
          <p:nvPr/>
        </p:nvGrpSpPr>
        <p:grpSpPr>
          <a:xfrm>
            <a:off x="7840593" y="4184398"/>
            <a:ext cx="4001451" cy="748248"/>
            <a:chOff x="7840593" y="4028032"/>
            <a:chExt cx="3883237" cy="748248"/>
          </a:xfrm>
        </p:grpSpPr>
        <p:sp>
          <p:nvSpPr>
            <p:cNvPr id="88" name="TextBox 4">
              <a:extLst>
                <a:ext uri="{FF2B5EF4-FFF2-40B4-BE49-F238E27FC236}">
                  <a16:creationId xmlns:a16="http://schemas.microsoft.com/office/drawing/2014/main" id="{AB830EFD-BBA7-C992-5182-2816F99401E8}"/>
                </a:ext>
              </a:extLst>
            </p:cNvPr>
            <p:cNvSpPr txBox="1"/>
            <p:nvPr/>
          </p:nvSpPr>
          <p:spPr>
            <a:xfrm>
              <a:off x="8737615" y="4099472"/>
              <a:ext cx="2986215" cy="535531"/>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Les bonnes pratiques de développement </a:t>
              </a:r>
              <a:r>
                <a:rPr lang="fr-FR" sz="1600" err="1">
                  <a:solidFill>
                    <a:schemeClr val="tx1">
                      <a:lumMod val="50000"/>
                      <a:lumOff val="50000"/>
                    </a:schemeClr>
                  </a:solidFill>
                  <a:latin typeface="Arial" panose="020B0604020202020204" pitchFamily="34" charset="0"/>
                  <a:cs typeface="Arial" panose="020B0604020202020204" pitchFamily="34" charset="0"/>
                </a:rPr>
                <a:t>MuleSoft</a:t>
              </a:r>
              <a:endParaRPr lang="fr-FR" sz="1600">
                <a:solidFill>
                  <a:schemeClr val="tx1">
                    <a:lumMod val="50000"/>
                    <a:lumOff val="50000"/>
                  </a:schemeClr>
                </a:solidFill>
                <a:latin typeface="Arial" panose="020B0604020202020204" pitchFamily="34" charset="0"/>
                <a:cs typeface="Arial" panose="020B0604020202020204" pitchFamily="34" charset="0"/>
              </a:endParaRPr>
            </a:p>
          </p:txBody>
        </p:sp>
        <p:grpSp>
          <p:nvGrpSpPr>
            <p:cNvPr id="7" name="Groupe 6">
              <a:extLst>
                <a:ext uri="{FF2B5EF4-FFF2-40B4-BE49-F238E27FC236}">
                  <a16:creationId xmlns:a16="http://schemas.microsoft.com/office/drawing/2014/main" id="{89BB9A87-FF00-34B6-0BE5-08709ED32CEE}"/>
                </a:ext>
              </a:extLst>
            </p:cNvPr>
            <p:cNvGrpSpPr/>
            <p:nvPr/>
          </p:nvGrpSpPr>
          <p:grpSpPr>
            <a:xfrm>
              <a:off x="7840593" y="4028032"/>
              <a:ext cx="748248" cy="748248"/>
              <a:chOff x="7840593" y="4028032"/>
              <a:chExt cx="748248" cy="748248"/>
            </a:xfrm>
          </p:grpSpPr>
          <p:sp>
            <p:nvSpPr>
              <p:cNvPr id="90" name="Oval 9">
                <a:extLst>
                  <a:ext uri="{FF2B5EF4-FFF2-40B4-BE49-F238E27FC236}">
                    <a16:creationId xmlns:a16="http://schemas.microsoft.com/office/drawing/2014/main" id="{8749325B-B88F-7C12-D6B7-F6880E55616C}"/>
                  </a:ext>
                </a:extLst>
              </p:cNvPr>
              <p:cNvSpPr/>
              <p:nvPr/>
            </p:nvSpPr>
            <p:spPr>
              <a:xfrm>
                <a:off x="7840593" y="402803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 name="Picture 6" descr="MuleSoft Demos">
                <a:extLst>
                  <a:ext uri="{FF2B5EF4-FFF2-40B4-BE49-F238E27FC236}">
                    <a16:creationId xmlns:a16="http://schemas.microsoft.com/office/drawing/2014/main" id="{85B05131-BD78-FE17-DACD-58EB1F68A29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04982" y="4105485"/>
                <a:ext cx="605199" cy="605199"/>
              </a:xfrm>
              <a:prstGeom prst="ellipse">
                <a:avLst/>
              </a:prstGeom>
              <a:ln>
                <a:noFill/>
              </a:ln>
              <a:effectLst/>
              <a:extLst>
                <a:ext uri="{909E8E84-426E-40DD-AFC4-6F175D3DCCD1}">
                  <a14:hiddenFill xmlns:a14="http://schemas.microsoft.com/office/drawing/2010/main">
                    <a:solidFill>
                      <a:srgbClr val="FFFFFF"/>
                    </a:solidFill>
                  </a14:hiddenFill>
                </a:ext>
              </a:extLst>
            </p:spPr>
          </p:pic>
        </p:grpSp>
      </p:grpSp>
      <p:grpSp>
        <p:nvGrpSpPr>
          <p:cNvPr id="3" name="Groupe 2">
            <a:extLst>
              <a:ext uri="{FF2B5EF4-FFF2-40B4-BE49-F238E27FC236}">
                <a16:creationId xmlns:a16="http://schemas.microsoft.com/office/drawing/2014/main" id="{EC985641-C563-C925-0049-FB751D040C1D}"/>
              </a:ext>
            </a:extLst>
          </p:cNvPr>
          <p:cNvGrpSpPr/>
          <p:nvPr/>
        </p:nvGrpSpPr>
        <p:grpSpPr>
          <a:xfrm>
            <a:off x="7840593" y="3077428"/>
            <a:ext cx="713656" cy="748248"/>
            <a:chOff x="7840593" y="1956699"/>
            <a:chExt cx="748248" cy="748248"/>
          </a:xfrm>
        </p:grpSpPr>
        <p:sp>
          <p:nvSpPr>
            <p:cNvPr id="26" name="Oval 9">
              <a:extLst>
                <a:ext uri="{FF2B5EF4-FFF2-40B4-BE49-F238E27FC236}">
                  <a16:creationId xmlns:a16="http://schemas.microsoft.com/office/drawing/2014/main" id="{77A9650D-156B-7F57-4DCB-E1FFF42EC093}"/>
                </a:ext>
              </a:extLst>
            </p:cNvPr>
            <p:cNvSpPr/>
            <p:nvPr/>
          </p:nvSpPr>
          <p:spPr>
            <a:xfrm>
              <a:off x="7840593" y="1956699"/>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2" name="Picture 2">
              <a:extLst>
                <a:ext uri="{FF2B5EF4-FFF2-40B4-BE49-F238E27FC236}">
                  <a16:creationId xmlns:a16="http://schemas.microsoft.com/office/drawing/2014/main" id="{9320CE04-5CB6-DC6F-9A82-63E80F30824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56649" y="2090120"/>
              <a:ext cx="508469" cy="508469"/>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TextBox 4">
            <a:extLst>
              <a:ext uri="{FF2B5EF4-FFF2-40B4-BE49-F238E27FC236}">
                <a16:creationId xmlns:a16="http://schemas.microsoft.com/office/drawing/2014/main" id="{20C83A1C-78D2-ACA9-3101-BC4DF94C21C6}"/>
              </a:ext>
            </a:extLst>
          </p:cNvPr>
          <p:cNvSpPr txBox="1"/>
          <p:nvPr/>
        </p:nvSpPr>
        <p:spPr>
          <a:xfrm>
            <a:off x="8721429" y="3189498"/>
            <a:ext cx="2612615" cy="535531"/>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cs typeface="Arial" panose="020B0604020202020204" pitchFamily="34" charset="0"/>
              </a:rPr>
              <a:t>Patterns &amp; Arbres de décision</a:t>
            </a:r>
          </a:p>
        </p:txBody>
      </p:sp>
      <p:pic>
        <p:nvPicPr>
          <p:cNvPr id="18" name="Picture 2">
            <a:extLst>
              <a:ext uri="{FF2B5EF4-FFF2-40B4-BE49-F238E27FC236}">
                <a16:creationId xmlns:a16="http://schemas.microsoft.com/office/drawing/2014/main" id="{6037A4C1-0E5A-46A6-00B1-073CCA8994C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95857" y="3662024"/>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26857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D206E94-5069-288D-C38F-B1B8315C3622}"/>
              </a:ext>
            </a:extLst>
          </p:cNvPr>
          <p:cNvSpPr/>
          <p:nvPr/>
        </p:nvSpPr>
        <p:spPr>
          <a:xfrm>
            <a:off x="0" y="2464323"/>
            <a:ext cx="5150050"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Patterns &amp; Arbres de décision</a:t>
            </a:r>
          </a:p>
        </p:txBody>
      </p:sp>
      <p:pic>
        <p:nvPicPr>
          <p:cNvPr id="7" name="Picture 2" descr="Message Queue (MQ) Software: Which solution is best? | IDG Connect">
            <a:extLst>
              <a:ext uri="{FF2B5EF4-FFF2-40B4-BE49-F238E27FC236}">
                <a16:creationId xmlns:a16="http://schemas.microsoft.com/office/drawing/2014/main" id="{BEC6313A-79A9-DFD4-D443-EA04F201513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4473" r="22727"/>
          <a:stretch/>
        </p:blipFill>
        <p:spPr bwMode="auto">
          <a:xfrm>
            <a:off x="5220786" y="0"/>
            <a:ext cx="2980989" cy="685800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20786" y="5721"/>
            <a:ext cx="2980989"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9" name="Rectangle 8">
            <a:extLst>
              <a:ext uri="{FF2B5EF4-FFF2-40B4-BE49-F238E27FC236}">
                <a16:creationId xmlns:a16="http://schemas.microsoft.com/office/drawing/2014/main" id="{1121C7DC-ECB9-53B9-336C-4316FB5625A5}"/>
              </a:ext>
            </a:extLst>
          </p:cNvPr>
          <p:cNvSpPr/>
          <p:nvPr/>
        </p:nvSpPr>
        <p:spPr>
          <a:xfrm>
            <a:off x="4988435" y="2464323"/>
            <a:ext cx="238158" cy="1929355"/>
          </a:xfrm>
          <a:prstGeom prst="rect">
            <a:avLst/>
          </a:prstGeom>
          <a:solidFill>
            <a:srgbClr val="F3F672">
              <a:alpha val="8235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7BB83A"/>
              </a:solidFill>
              <a:effectLst/>
              <a:uLnTx/>
              <a:uFillTx/>
              <a:latin typeface="Arial"/>
              <a:ea typeface="+mn-ea"/>
              <a:cs typeface="+mn-cs"/>
            </a:endParaRPr>
          </a:p>
        </p:txBody>
      </p:sp>
      <p:sp>
        <p:nvSpPr>
          <p:cNvPr id="102" name="TextBox 4">
            <a:extLst>
              <a:ext uri="{FF2B5EF4-FFF2-40B4-BE49-F238E27FC236}">
                <a16:creationId xmlns:a16="http://schemas.microsoft.com/office/drawing/2014/main" id="{08EF1DAE-D77A-794C-3B18-C2C6C135E72E}"/>
              </a:ext>
            </a:extLst>
          </p:cNvPr>
          <p:cNvSpPr txBox="1"/>
          <p:nvPr/>
        </p:nvSpPr>
        <p:spPr>
          <a:xfrm>
            <a:off x="8727350" y="3752986"/>
            <a:ext cx="2974400" cy="535531"/>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Cook book des systèmes d’échange</a:t>
            </a:r>
          </a:p>
        </p:txBody>
      </p:sp>
      <p:grpSp>
        <p:nvGrpSpPr>
          <p:cNvPr id="18" name="Groupe 17">
            <a:extLst>
              <a:ext uri="{FF2B5EF4-FFF2-40B4-BE49-F238E27FC236}">
                <a16:creationId xmlns:a16="http://schemas.microsoft.com/office/drawing/2014/main" id="{B9A2B2C0-A17B-F121-AB27-447C02964450}"/>
              </a:ext>
            </a:extLst>
          </p:cNvPr>
          <p:cNvGrpSpPr/>
          <p:nvPr/>
        </p:nvGrpSpPr>
        <p:grpSpPr>
          <a:xfrm>
            <a:off x="7876121" y="3681610"/>
            <a:ext cx="648000" cy="648000"/>
            <a:chOff x="7904206" y="3561035"/>
            <a:chExt cx="648000" cy="648000"/>
          </a:xfrm>
        </p:grpSpPr>
        <p:sp>
          <p:nvSpPr>
            <p:cNvPr id="20" name="Oval 9">
              <a:extLst>
                <a:ext uri="{FF2B5EF4-FFF2-40B4-BE49-F238E27FC236}">
                  <a16:creationId xmlns:a16="http://schemas.microsoft.com/office/drawing/2014/main" id="{A9335042-2588-BB74-C5C1-355F989F082C}"/>
                </a:ext>
              </a:extLst>
            </p:cNvPr>
            <p:cNvSpPr/>
            <p:nvPr/>
          </p:nvSpPr>
          <p:spPr>
            <a:xfrm>
              <a:off x="7904206" y="3561035"/>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21" name="Picture 10" descr="Cookbook - Free food icons">
              <a:extLst>
                <a:ext uri="{FF2B5EF4-FFF2-40B4-BE49-F238E27FC236}">
                  <a16:creationId xmlns:a16="http://schemas.microsoft.com/office/drawing/2014/main" id="{77858F4F-5BCC-B431-5A05-58F63035A2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37706" y="3694535"/>
              <a:ext cx="381000" cy="381000"/>
            </a:xfrm>
            <a:prstGeom prst="rect">
              <a:avLst/>
            </a:prstGeom>
            <a:noFill/>
            <a:extLst>
              <a:ext uri="{909E8E84-426E-40DD-AFC4-6F175D3DCCD1}">
                <a14:hiddenFill xmlns:a14="http://schemas.microsoft.com/office/drawing/2010/main">
                  <a:solidFill>
                    <a:srgbClr val="FFFFFF"/>
                  </a:solidFill>
                </a14:hiddenFill>
              </a:ext>
            </a:extLst>
          </p:spPr>
        </p:pic>
      </p:grpSp>
      <p:sp>
        <p:nvSpPr>
          <p:cNvPr id="36" name="TextBox 4">
            <a:extLst>
              <a:ext uri="{FF2B5EF4-FFF2-40B4-BE49-F238E27FC236}">
                <a16:creationId xmlns:a16="http://schemas.microsoft.com/office/drawing/2014/main" id="{0EE3CCEC-C4DD-276E-0586-816E18291BF8}"/>
              </a:ext>
            </a:extLst>
          </p:cNvPr>
          <p:cNvSpPr txBox="1"/>
          <p:nvPr/>
        </p:nvSpPr>
        <p:spPr>
          <a:xfrm>
            <a:off x="8727350" y="5087815"/>
            <a:ext cx="2974400"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Arbres de décision</a:t>
            </a:r>
          </a:p>
        </p:txBody>
      </p:sp>
      <p:grpSp>
        <p:nvGrpSpPr>
          <p:cNvPr id="22" name="Groupe 21">
            <a:extLst>
              <a:ext uri="{FF2B5EF4-FFF2-40B4-BE49-F238E27FC236}">
                <a16:creationId xmlns:a16="http://schemas.microsoft.com/office/drawing/2014/main" id="{CDCE3FAA-FE1C-B735-4C8A-63087B975EEE}"/>
              </a:ext>
            </a:extLst>
          </p:cNvPr>
          <p:cNvGrpSpPr/>
          <p:nvPr/>
        </p:nvGrpSpPr>
        <p:grpSpPr>
          <a:xfrm>
            <a:off x="7882496" y="4920781"/>
            <a:ext cx="648000" cy="648000"/>
            <a:chOff x="7870681" y="5180883"/>
            <a:chExt cx="648000" cy="648000"/>
          </a:xfrm>
        </p:grpSpPr>
        <p:sp>
          <p:nvSpPr>
            <p:cNvPr id="23" name="Oval 9">
              <a:extLst>
                <a:ext uri="{FF2B5EF4-FFF2-40B4-BE49-F238E27FC236}">
                  <a16:creationId xmlns:a16="http://schemas.microsoft.com/office/drawing/2014/main" id="{612F923C-0F2E-9275-1E0E-90C01F663443}"/>
                </a:ext>
              </a:extLst>
            </p:cNvPr>
            <p:cNvSpPr/>
            <p:nvPr/>
          </p:nvSpPr>
          <p:spPr>
            <a:xfrm>
              <a:off x="7870681" y="518088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24" name="Picture 4" descr="Tree : 3 698 336 images et images vectorielles de stock | Shutterstock">
              <a:extLst>
                <a:ext uri="{FF2B5EF4-FFF2-40B4-BE49-F238E27FC236}">
                  <a16:creationId xmlns:a16="http://schemas.microsoft.com/office/drawing/2014/main" id="{94BA2979-2CBF-703B-A5C1-E81EA32CCC2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0059" t="66047" r="5995" b="12257"/>
            <a:stretch/>
          </p:blipFill>
          <p:spPr bwMode="auto">
            <a:xfrm>
              <a:off x="7944076" y="5195655"/>
              <a:ext cx="501211" cy="618457"/>
            </a:xfrm>
            <a:prstGeom prst="ellipse">
              <a:avLst/>
            </a:prstGeom>
            <a:noFill/>
            <a:extLst>
              <a:ext uri="{909E8E84-426E-40DD-AFC4-6F175D3DCCD1}">
                <a14:hiddenFill xmlns:a14="http://schemas.microsoft.com/office/drawing/2010/main">
                  <a:solidFill>
                    <a:srgbClr val="FFFFFF"/>
                  </a:solidFill>
                </a14:hiddenFill>
              </a:ext>
            </a:extLst>
          </p:spPr>
        </p:pic>
      </p:grpSp>
      <p:sp>
        <p:nvSpPr>
          <p:cNvPr id="3" name="TextBox 4">
            <a:extLst>
              <a:ext uri="{FF2B5EF4-FFF2-40B4-BE49-F238E27FC236}">
                <a16:creationId xmlns:a16="http://schemas.microsoft.com/office/drawing/2014/main" id="{8891F023-D7BB-8733-26F3-6B7D06407F45}"/>
              </a:ext>
            </a:extLst>
          </p:cNvPr>
          <p:cNvSpPr txBox="1"/>
          <p:nvPr/>
        </p:nvSpPr>
        <p:spPr>
          <a:xfrm>
            <a:off x="8727350" y="2609472"/>
            <a:ext cx="2974400" cy="535531"/>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Patterns Echanges &amp; Intégration</a:t>
            </a:r>
          </a:p>
        </p:txBody>
      </p:sp>
      <p:grpSp>
        <p:nvGrpSpPr>
          <p:cNvPr id="4" name="Groupe 3">
            <a:extLst>
              <a:ext uri="{FF2B5EF4-FFF2-40B4-BE49-F238E27FC236}">
                <a16:creationId xmlns:a16="http://schemas.microsoft.com/office/drawing/2014/main" id="{487679E6-7F54-9BF3-6FFA-9444DBD8A623}"/>
              </a:ext>
            </a:extLst>
          </p:cNvPr>
          <p:cNvGrpSpPr/>
          <p:nvPr/>
        </p:nvGrpSpPr>
        <p:grpSpPr>
          <a:xfrm>
            <a:off x="7882859" y="2442439"/>
            <a:ext cx="652720" cy="648000"/>
            <a:chOff x="7880947" y="3118867"/>
            <a:chExt cx="652720" cy="648000"/>
          </a:xfrm>
        </p:grpSpPr>
        <p:sp>
          <p:nvSpPr>
            <p:cNvPr id="5" name="Oval 9">
              <a:extLst>
                <a:ext uri="{FF2B5EF4-FFF2-40B4-BE49-F238E27FC236}">
                  <a16:creationId xmlns:a16="http://schemas.microsoft.com/office/drawing/2014/main" id="{AA6AE0BA-E9DA-DB8A-5598-E158FB3B8AE0}"/>
                </a:ext>
              </a:extLst>
            </p:cNvPr>
            <p:cNvSpPr/>
            <p:nvPr/>
          </p:nvSpPr>
          <p:spPr>
            <a:xfrm>
              <a:off x="7880947" y="3118867"/>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 name="Picture 4" descr="Plateforme intégrée ESB, BPM, MDM, API Management">
              <a:extLst>
                <a:ext uri="{FF2B5EF4-FFF2-40B4-BE49-F238E27FC236}">
                  <a16:creationId xmlns:a16="http://schemas.microsoft.com/office/drawing/2014/main" id="{DEDD7781-7914-6565-5FCC-604E6AA2D379}"/>
                </a:ext>
              </a:extLst>
            </p:cNvPr>
            <p:cNvPicPr>
              <a:picLocks noChangeAspect="1" noChangeArrowheads="1"/>
            </p:cNvPicPr>
            <p:nvPr/>
          </p:nvPicPr>
          <p:blipFill rotWithShape="1">
            <a:blip r:embed="rId7">
              <a:grayscl/>
              <a:extLst>
                <a:ext uri="{28A0092B-C50C-407E-A947-70E740481C1C}">
                  <a14:useLocalDpi xmlns:a14="http://schemas.microsoft.com/office/drawing/2010/main" val="0"/>
                </a:ext>
              </a:extLst>
            </a:blip>
            <a:srcRect l="-15391" t="-1" r="-17623" b="-9317"/>
            <a:stretch/>
          </p:blipFill>
          <p:spPr bwMode="auto">
            <a:xfrm>
              <a:off x="7881497" y="3161011"/>
              <a:ext cx="652170" cy="535978"/>
            </a:xfrm>
            <a:prstGeom prst="flowChartConnector">
              <a:avLst/>
            </a:prstGeom>
            <a:noFill/>
            <a:extLst>
              <a:ext uri="{909E8E84-426E-40DD-AFC4-6F175D3DCCD1}">
                <a14:hiddenFill xmlns:a14="http://schemas.microsoft.com/office/drawing/2010/main">
                  <a:solidFill>
                    <a:srgbClr val="FFFFFF"/>
                  </a:solidFill>
                </a14:hiddenFill>
              </a:ext>
            </a:extLst>
          </p:spPr>
        </p:pic>
      </p:grpSp>
      <p:sp>
        <p:nvSpPr>
          <p:cNvPr id="26" name="TextBox 4">
            <a:extLst>
              <a:ext uri="{FF2B5EF4-FFF2-40B4-BE49-F238E27FC236}">
                <a16:creationId xmlns:a16="http://schemas.microsoft.com/office/drawing/2014/main" id="{528504EA-885C-7696-403F-BA4DF6738FE3}"/>
              </a:ext>
            </a:extLst>
          </p:cNvPr>
          <p:cNvSpPr txBox="1"/>
          <p:nvPr/>
        </p:nvSpPr>
        <p:spPr>
          <a:xfrm>
            <a:off x="8727350" y="1370303"/>
            <a:ext cx="2974400" cy="313932"/>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ea typeface="Arial Black" charset="0"/>
                <a:cs typeface="Arial" panose="020B0604020202020204" pitchFamily="34" charset="0"/>
              </a:rPr>
              <a:t>Eléments conceptuels</a:t>
            </a:r>
          </a:p>
        </p:txBody>
      </p:sp>
      <p:pic>
        <p:nvPicPr>
          <p:cNvPr id="27" name="Picture 2" descr="Icône Linéaire De étude Asynchrone Contour Moderne L Asynchrone  Illustration de Vecteur - Illustration du flèche, texte: 133518351">
            <a:extLst>
              <a:ext uri="{FF2B5EF4-FFF2-40B4-BE49-F238E27FC236}">
                <a16:creationId xmlns:a16="http://schemas.microsoft.com/office/drawing/2014/main" id="{67CBB64F-D50F-B4DE-0D89-1FB54AB43FD8}"/>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7475" t="9827" r="15912" b="23735"/>
          <a:stretch/>
        </p:blipFill>
        <p:spPr bwMode="auto">
          <a:xfrm>
            <a:off x="7870681" y="1204990"/>
            <a:ext cx="648000" cy="646278"/>
          </a:xfrm>
          <a:prstGeom prst="ellipse">
            <a:avLst/>
          </a:prstGeom>
          <a:noFill/>
          <a:extLst>
            <a:ext uri="{909E8E84-426E-40DD-AFC4-6F175D3DCCD1}">
              <a14:hiddenFill xmlns:a14="http://schemas.microsoft.com/office/drawing/2010/main">
                <a:solidFill>
                  <a:srgbClr val="FFFFFF"/>
                </a:solidFill>
              </a14:hiddenFill>
            </a:ext>
          </a:extLst>
        </p:spPr>
      </p:pic>
      <p:pic>
        <p:nvPicPr>
          <p:cNvPr id="19" name="Picture 2">
            <a:extLst>
              <a:ext uri="{FF2B5EF4-FFF2-40B4-BE49-F238E27FC236}">
                <a16:creationId xmlns:a16="http://schemas.microsoft.com/office/drawing/2014/main" id="{1DDCB8C3-792A-0094-E57C-D059D26FAC6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92611" y="1685124"/>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2" name="Groupe 1">
            <a:extLst>
              <a:ext uri="{FF2B5EF4-FFF2-40B4-BE49-F238E27FC236}">
                <a16:creationId xmlns:a16="http://schemas.microsoft.com/office/drawing/2014/main" id="{DCF054CA-5D69-6406-C02A-FE5D5FF7A067}"/>
              </a:ext>
            </a:extLst>
          </p:cNvPr>
          <p:cNvGrpSpPr/>
          <p:nvPr/>
        </p:nvGrpSpPr>
        <p:grpSpPr>
          <a:xfrm>
            <a:off x="62893" y="3054876"/>
            <a:ext cx="713656" cy="748248"/>
            <a:chOff x="7840593" y="1956699"/>
            <a:chExt cx="748248" cy="748248"/>
          </a:xfrm>
        </p:grpSpPr>
        <p:sp>
          <p:nvSpPr>
            <p:cNvPr id="8" name="Oval 9">
              <a:extLst>
                <a:ext uri="{FF2B5EF4-FFF2-40B4-BE49-F238E27FC236}">
                  <a16:creationId xmlns:a16="http://schemas.microsoft.com/office/drawing/2014/main" id="{E70DE3EA-1A18-6F3B-B3C7-F1B0622A1793}"/>
                </a:ext>
              </a:extLst>
            </p:cNvPr>
            <p:cNvSpPr/>
            <p:nvPr/>
          </p:nvSpPr>
          <p:spPr>
            <a:xfrm>
              <a:off x="7840593" y="1956699"/>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5" name="Picture 2">
              <a:extLst>
                <a:ext uri="{FF2B5EF4-FFF2-40B4-BE49-F238E27FC236}">
                  <a16:creationId xmlns:a16="http://schemas.microsoft.com/office/drawing/2014/main" id="{4795B13D-A3F5-B2D9-C29D-57CB23C9843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56649" y="2090120"/>
              <a:ext cx="508469" cy="50846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9232479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740A1AFC-A625-9734-3CCC-5DD18182782F}"/>
              </a:ext>
            </a:extLst>
          </p:cNvPr>
          <p:cNvSpPr>
            <a:spLocks noGrp="1"/>
          </p:cNvSpPr>
          <p:nvPr>
            <p:ph type="body" sz="quarter" idx="35"/>
          </p:nvPr>
        </p:nvSpPr>
        <p:spPr/>
        <p:txBody>
          <a:bodyPr/>
          <a:lstStyle/>
          <a:p>
            <a:r>
              <a:rPr lang="fr-FR" sz="1400" cap="none"/>
              <a:t>Le service</a:t>
            </a:r>
          </a:p>
          <a:p>
            <a:endParaRPr lang="fr-F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Eléments conceptuels</a:t>
            </a:r>
          </a:p>
        </p:txBody>
      </p:sp>
      <p:sp>
        <p:nvSpPr>
          <p:cNvPr id="23" name="Rectangle à coins arrondis 11">
            <a:extLst>
              <a:ext uri="{FF2B5EF4-FFF2-40B4-BE49-F238E27FC236}">
                <a16:creationId xmlns:a16="http://schemas.microsoft.com/office/drawing/2014/main" id="{356CD408-933F-C068-6244-DAAE89596421}"/>
              </a:ext>
            </a:extLst>
          </p:cNvPr>
          <p:cNvSpPr/>
          <p:nvPr/>
        </p:nvSpPr>
        <p:spPr>
          <a:xfrm>
            <a:off x="5773479" y="1297287"/>
            <a:ext cx="6068001" cy="2711190"/>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spcBef>
                <a:spcPts val="600"/>
              </a:spcBef>
              <a:buClr>
                <a:schemeClr val="accent3"/>
              </a:buClr>
            </a:pPr>
            <a:r>
              <a:rPr lang="fr-FR" sz="1400" b="1" spc="300">
                <a:solidFill>
                  <a:schemeClr val="tx2"/>
                </a:solidFill>
                <a:cs typeface="Arial" pitchFamily="34" charset="0"/>
              </a:rPr>
              <a:t>SERVICE</a:t>
            </a:r>
          </a:p>
          <a:p>
            <a:pPr algn="ctr">
              <a:spcBef>
                <a:spcPts val="600"/>
              </a:spcBef>
              <a:buClr>
                <a:schemeClr val="accent3"/>
              </a:buClr>
            </a:pPr>
            <a:endParaRPr lang="fr-FR" sz="1400" b="1" spc="300">
              <a:solidFill>
                <a:schemeClr val="accent2"/>
              </a:solidFill>
              <a:cs typeface="Arial" pitchFamily="34" charset="0"/>
            </a:endParaRPr>
          </a:p>
          <a:p>
            <a:pPr marL="285750" lvl="1" indent="-285750">
              <a:spcBef>
                <a:spcPts val="600"/>
              </a:spcBef>
              <a:buClr>
                <a:schemeClr val="tx2"/>
              </a:buClr>
              <a:buFont typeface="Wingdings" panose="05000000000000000000" pitchFamily="2" charset="2"/>
              <a:buChar char="§"/>
            </a:pPr>
            <a:r>
              <a:rPr lang="fr-FR" sz="1400">
                <a:solidFill>
                  <a:schemeClr val="tx1"/>
                </a:solidFill>
                <a:cs typeface="Arial" pitchFamily="34" charset="0"/>
              </a:rPr>
              <a:t>Prend en charge un ensemble de traitements</a:t>
            </a:r>
            <a:r>
              <a:rPr lang="fr-FR" sz="1400">
                <a:solidFill>
                  <a:schemeClr val="tx1">
                    <a:lumMod val="50000"/>
                    <a:lumOff val="50000"/>
                  </a:schemeClr>
                </a:solidFill>
                <a:cs typeface="Arial" pitchFamily="34" charset="0"/>
              </a:rPr>
              <a:t> </a:t>
            </a:r>
            <a:r>
              <a:rPr lang="fr-FR" sz="1400" b="1">
                <a:solidFill>
                  <a:schemeClr val="tx2"/>
                </a:solidFill>
                <a:cs typeface="Arial" pitchFamily="34" charset="0"/>
              </a:rPr>
              <a:t>satisfaisants un besoin donné</a:t>
            </a:r>
          </a:p>
          <a:p>
            <a:pPr marL="285750" lvl="1" indent="-285750">
              <a:spcBef>
                <a:spcPts val="600"/>
              </a:spcBef>
              <a:buClr>
                <a:schemeClr val="tx2"/>
              </a:buClr>
              <a:buFont typeface="Wingdings" panose="05000000000000000000" pitchFamily="2" charset="2"/>
              <a:buChar char="§"/>
            </a:pPr>
            <a:r>
              <a:rPr lang="fr-FR" sz="1400">
                <a:solidFill>
                  <a:schemeClr val="tx1"/>
                </a:solidFill>
                <a:cs typeface="Arial" pitchFamily="34" charset="0"/>
              </a:rPr>
              <a:t>Expose une</a:t>
            </a:r>
            <a:r>
              <a:rPr lang="fr-FR" sz="1400">
                <a:solidFill>
                  <a:schemeClr val="tx1">
                    <a:lumMod val="50000"/>
                    <a:lumOff val="50000"/>
                  </a:schemeClr>
                </a:solidFill>
                <a:cs typeface="Arial" pitchFamily="34" charset="0"/>
              </a:rPr>
              <a:t> </a:t>
            </a:r>
            <a:r>
              <a:rPr lang="fr-FR" sz="1400" b="1">
                <a:solidFill>
                  <a:schemeClr val="tx2"/>
                </a:solidFill>
                <a:cs typeface="Arial" pitchFamily="34" charset="0"/>
              </a:rPr>
              <a:t>interface qui définit le traitement offert </a:t>
            </a:r>
            <a:r>
              <a:rPr lang="fr-FR" sz="1400">
                <a:solidFill>
                  <a:schemeClr val="tx1"/>
                </a:solidFill>
                <a:cs typeface="Arial" pitchFamily="34" charset="0"/>
              </a:rPr>
              <a:t>sous la forme d’un message d’entrée et d’un autre de sortie</a:t>
            </a:r>
          </a:p>
          <a:p>
            <a:pPr marL="285750" lvl="1" indent="-285750">
              <a:spcBef>
                <a:spcPts val="600"/>
              </a:spcBef>
              <a:buClr>
                <a:schemeClr val="tx2"/>
              </a:buClr>
              <a:buFont typeface="Wingdings" panose="05000000000000000000" pitchFamily="2" charset="2"/>
              <a:buChar char="§"/>
            </a:pPr>
            <a:r>
              <a:rPr lang="fr-FR" sz="1400">
                <a:solidFill>
                  <a:schemeClr val="tx1"/>
                </a:solidFill>
                <a:cs typeface="Arial" pitchFamily="34" charset="0"/>
              </a:rPr>
              <a:t>Exprime</a:t>
            </a:r>
            <a:r>
              <a:rPr lang="fr-FR" sz="1400">
                <a:solidFill>
                  <a:schemeClr val="tx1">
                    <a:lumMod val="50000"/>
                    <a:lumOff val="50000"/>
                  </a:schemeClr>
                </a:solidFill>
                <a:cs typeface="Arial" pitchFamily="34" charset="0"/>
              </a:rPr>
              <a:t> </a:t>
            </a:r>
            <a:r>
              <a:rPr lang="fr-FR" sz="1400" b="1">
                <a:solidFill>
                  <a:schemeClr val="tx2"/>
                </a:solidFill>
                <a:cs typeface="Arial" pitchFamily="34" charset="0"/>
              </a:rPr>
              <a:t>un</a:t>
            </a:r>
            <a:r>
              <a:rPr lang="fr-FR" sz="1400" b="1">
                <a:solidFill>
                  <a:schemeClr val="accent2"/>
                </a:solidFill>
                <a:cs typeface="Arial" pitchFamily="34" charset="0"/>
              </a:rPr>
              <a:t> </a:t>
            </a:r>
            <a:r>
              <a:rPr lang="fr-FR" sz="1400" b="1">
                <a:solidFill>
                  <a:schemeClr val="tx2"/>
                </a:solidFill>
                <a:cs typeface="Arial" pitchFamily="34" charset="0"/>
              </a:rPr>
              <a:t>niveau logique d’accès aux traitements et pas un niveau physique d’implémentation</a:t>
            </a:r>
          </a:p>
          <a:p>
            <a:pPr marL="285750" lvl="1" indent="-285750">
              <a:spcBef>
                <a:spcPts val="600"/>
              </a:spcBef>
              <a:buClr>
                <a:schemeClr val="tx2"/>
              </a:buClr>
              <a:buFont typeface="Wingdings" panose="05000000000000000000" pitchFamily="2" charset="2"/>
              <a:buChar char="§"/>
            </a:pPr>
            <a:r>
              <a:rPr lang="fr-FR" sz="1400">
                <a:solidFill>
                  <a:schemeClr val="tx1"/>
                </a:solidFill>
                <a:cs typeface="Arial" pitchFamily="34" charset="0"/>
              </a:rPr>
              <a:t>Garantit</a:t>
            </a:r>
            <a:r>
              <a:rPr lang="fr-FR" sz="1400">
                <a:solidFill>
                  <a:schemeClr val="tx1">
                    <a:lumMod val="50000"/>
                    <a:lumOff val="50000"/>
                  </a:schemeClr>
                </a:solidFill>
                <a:cs typeface="Arial" pitchFamily="34" charset="0"/>
              </a:rPr>
              <a:t> </a:t>
            </a:r>
            <a:r>
              <a:rPr lang="fr-FR" sz="1400">
                <a:solidFill>
                  <a:schemeClr val="tx1"/>
                </a:solidFill>
                <a:cs typeface="Arial" pitchFamily="34" charset="0"/>
              </a:rPr>
              <a:t>la</a:t>
            </a:r>
            <a:r>
              <a:rPr lang="fr-FR" sz="1400">
                <a:solidFill>
                  <a:schemeClr val="tx1">
                    <a:lumMod val="50000"/>
                    <a:lumOff val="50000"/>
                  </a:schemeClr>
                </a:solidFill>
                <a:cs typeface="Arial" pitchFamily="34" charset="0"/>
              </a:rPr>
              <a:t> </a:t>
            </a:r>
            <a:r>
              <a:rPr lang="fr-FR" sz="1400" b="1">
                <a:solidFill>
                  <a:schemeClr val="tx2"/>
                </a:solidFill>
                <a:cs typeface="Arial" pitchFamily="34" charset="0"/>
              </a:rPr>
              <a:t>stabilité de l’action qu’il effectue</a:t>
            </a:r>
            <a:r>
              <a:rPr lang="fr-FR" sz="1400">
                <a:solidFill>
                  <a:schemeClr val="tx2"/>
                </a:solidFill>
                <a:cs typeface="Arial" pitchFamily="34" charset="0"/>
              </a:rPr>
              <a:t> </a:t>
            </a:r>
            <a:r>
              <a:rPr lang="fr-FR" sz="1400">
                <a:solidFill>
                  <a:schemeClr val="tx1"/>
                </a:solidFill>
                <a:cs typeface="Arial" pitchFamily="34" charset="0"/>
              </a:rPr>
              <a:t>(contrat de service)</a:t>
            </a:r>
          </a:p>
        </p:txBody>
      </p:sp>
      <p:sp>
        <p:nvSpPr>
          <p:cNvPr id="24" name="Rectangle à coins arrondis 32">
            <a:extLst>
              <a:ext uri="{FF2B5EF4-FFF2-40B4-BE49-F238E27FC236}">
                <a16:creationId xmlns:a16="http://schemas.microsoft.com/office/drawing/2014/main" id="{77C8882C-A609-9C69-A45E-1C06890FC1E5}"/>
              </a:ext>
            </a:extLst>
          </p:cNvPr>
          <p:cNvSpPr/>
          <p:nvPr/>
        </p:nvSpPr>
        <p:spPr>
          <a:xfrm>
            <a:off x="5773479" y="4249616"/>
            <a:ext cx="6068001" cy="1625812"/>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spcBef>
                <a:spcPts val="600"/>
              </a:spcBef>
              <a:buClr>
                <a:schemeClr val="accent3"/>
              </a:buClr>
            </a:pPr>
            <a:r>
              <a:rPr lang="fr-FR" sz="1400">
                <a:solidFill>
                  <a:schemeClr val="tx1"/>
                </a:solidFill>
                <a:cs typeface="Arial" pitchFamily="34" charset="0"/>
              </a:rPr>
              <a:t>La présence de services sous entend les points suivants :</a:t>
            </a:r>
          </a:p>
          <a:p>
            <a:pPr marL="742950" lvl="1" indent="-285750">
              <a:spcBef>
                <a:spcPts val="600"/>
              </a:spcBef>
              <a:buClr>
                <a:schemeClr val="tx2"/>
              </a:buClr>
              <a:buFont typeface="Wingdings" panose="05000000000000000000" pitchFamily="2" charset="2"/>
              <a:buChar char="ü"/>
            </a:pPr>
            <a:r>
              <a:rPr lang="fr-FR" sz="1400">
                <a:solidFill>
                  <a:schemeClr val="tx1"/>
                </a:solidFill>
                <a:cs typeface="Arial" pitchFamily="34" charset="0"/>
              </a:rPr>
              <a:t>Existence d’une </a:t>
            </a:r>
            <a:r>
              <a:rPr lang="fr-FR" sz="1400" b="1">
                <a:solidFill>
                  <a:schemeClr val="tx2"/>
                </a:solidFill>
                <a:cs typeface="Arial" pitchFamily="34" charset="0"/>
              </a:rPr>
              <a:t>relation consommateur / fournisseur </a:t>
            </a:r>
            <a:r>
              <a:rPr lang="fr-FR" sz="1400">
                <a:solidFill>
                  <a:schemeClr val="tx1"/>
                </a:solidFill>
                <a:cs typeface="Arial" pitchFamily="34" charset="0"/>
              </a:rPr>
              <a:t>(principe d’intermédiation)</a:t>
            </a:r>
            <a:endParaRPr lang="fr-FR" sz="1400" b="1">
              <a:solidFill>
                <a:schemeClr val="tx1"/>
              </a:solidFill>
              <a:cs typeface="Arial" pitchFamily="34" charset="0"/>
            </a:endParaRPr>
          </a:p>
          <a:p>
            <a:pPr marL="742950" lvl="1" indent="-285750">
              <a:spcBef>
                <a:spcPts val="600"/>
              </a:spcBef>
              <a:buClr>
                <a:schemeClr val="tx2"/>
              </a:buClr>
              <a:buFont typeface="Wingdings" panose="05000000000000000000" pitchFamily="2" charset="2"/>
              <a:buChar char="ü"/>
            </a:pPr>
            <a:r>
              <a:rPr lang="fr-FR" sz="1400">
                <a:solidFill>
                  <a:schemeClr val="tx1"/>
                </a:solidFill>
                <a:cs typeface="Arial" pitchFamily="34" charset="0"/>
              </a:rPr>
              <a:t>Définition d’un</a:t>
            </a:r>
            <a:r>
              <a:rPr lang="fr-FR" sz="1400">
                <a:solidFill>
                  <a:schemeClr val="tx1">
                    <a:lumMod val="50000"/>
                    <a:lumOff val="50000"/>
                  </a:schemeClr>
                </a:solidFill>
                <a:cs typeface="Arial" pitchFamily="34" charset="0"/>
              </a:rPr>
              <a:t> </a:t>
            </a:r>
            <a:r>
              <a:rPr lang="fr-FR" sz="1400" b="1">
                <a:solidFill>
                  <a:schemeClr val="tx2"/>
                </a:solidFill>
                <a:cs typeface="Arial" pitchFamily="34" charset="0"/>
              </a:rPr>
              <a:t>accord entre le fournisseur et le consommateur </a:t>
            </a:r>
            <a:r>
              <a:rPr lang="fr-FR" sz="1400">
                <a:solidFill>
                  <a:schemeClr val="tx1"/>
                </a:solidFill>
                <a:cs typeface="Arial" pitchFamily="34" charset="0"/>
              </a:rPr>
              <a:t>(dit contrat de service)</a:t>
            </a:r>
          </a:p>
        </p:txBody>
      </p:sp>
      <p:sp>
        <p:nvSpPr>
          <p:cNvPr id="25" name="Rectangle à coins arrondis 84">
            <a:extLst>
              <a:ext uri="{FF2B5EF4-FFF2-40B4-BE49-F238E27FC236}">
                <a16:creationId xmlns:a16="http://schemas.microsoft.com/office/drawing/2014/main" id="{4A8C2444-6E10-0973-19F8-37550DCD1F2B}"/>
              </a:ext>
            </a:extLst>
          </p:cNvPr>
          <p:cNvSpPr/>
          <p:nvPr/>
        </p:nvSpPr>
        <p:spPr bwMode="auto">
          <a:xfrm>
            <a:off x="398059" y="5041703"/>
            <a:ext cx="1508011" cy="281855"/>
          </a:xfrm>
          <a:prstGeom prst="roundRect">
            <a:avLst>
              <a:gd name="adj" fmla="val 0"/>
            </a:avLst>
          </a:prstGeom>
          <a:ln w="12700">
            <a:solidFill>
              <a:schemeClr val="accent5"/>
            </a:solidFill>
            <a:headEnd/>
            <a:tailEn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buClr>
                <a:schemeClr val="accent1">
                  <a:lumMod val="75000"/>
                </a:schemeClr>
              </a:buClr>
            </a:pPr>
            <a:r>
              <a:rPr lang="fr-FR" sz="700" b="1" spc="300">
                <a:solidFill>
                  <a:schemeClr val="accent5"/>
                </a:solidFill>
              </a:rPr>
              <a:t>CONSOMMATEUR 1</a:t>
            </a:r>
          </a:p>
        </p:txBody>
      </p:sp>
      <p:pic>
        <p:nvPicPr>
          <p:cNvPr id="26" name="Image 25">
            <a:extLst>
              <a:ext uri="{FF2B5EF4-FFF2-40B4-BE49-F238E27FC236}">
                <a16:creationId xmlns:a16="http://schemas.microsoft.com/office/drawing/2014/main" id="{73A3A8F5-250A-743A-DC7E-5833D506F715}"/>
              </a:ext>
            </a:extLst>
          </p:cNvPr>
          <p:cNvPicPr>
            <a:picLocks noChangeAspect="1"/>
          </p:cNvPicPr>
          <p:nvPr/>
        </p:nvPicPr>
        <p:blipFill>
          <a:blip r:embed="rId3" cstate="screen">
            <a:biLevel thresh="50000"/>
            <a:extLst>
              <a:ext uri="{28A0092B-C50C-407E-A947-70E740481C1C}">
                <a14:useLocalDpi xmlns:a14="http://schemas.microsoft.com/office/drawing/2010/main"/>
              </a:ext>
            </a:extLst>
          </a:blip>
          <a:stretch>
            <a:fillRect/>
          </a:stretch>
        </p:blipFill>
        <p:spPr>
          <a:xfrm>
            <a:off x="981607" y="3464570"/>
            <a:ext cx="482520" cy="573608"/>
          </a:xfrm>
          <a:prstGeom prst="rect">
            <a:avLst/>
          </a:prstGeom>
        </p:spPr>
      </p:pic>
      <p:pic>
        <p:nvPicPr>
          <p:cNvPr id="27" name="Image 26">
            <a:extLst>
              <a:ext uri="{FF2B5EF4-FFF2-40B4-BE49-F238E27FC236}">
                <a16:creationId xmlns:a16="http://schemas.microsoft.com/office/drawing/2014/main" id="{E306AE45-6FE7-F4C7-5ABC-D3051E8ABCEE}"/>
              </a:ext>
            </a:extLst>
          </p:cNvPr>
          <p:cNvPicPr>
            <a:picLocks noChangeAspect="1"/>
          </p:cNvPicPr>
          <p:nvPr/>
        </p:nvPicPr>
        <p:blipFill>
          <a:blip r:embed="rId3" cstate="screen">
            <a:biLevel thresh="50000"/>
            <a:extLst>
              <a:ext uri="{28A0092B-C50C-407E-A947-70E740481C1C}">
                <a14:useLocalDpi xmlns:a14="http://schemas.microsoft.com/office/drawing/2010/main"/>
              </a:ext>
            </a:extLst>
          </a:blip>
          <a:stretch>
            <a:fillRect/>
          </a:stretch>
        </p:blipFill>
        <p:spPr>
          <a:xfrm>
            <a:off x="2257043" y="3464571"/>
            <a:ext cx="482520" cy="573608"/>
          </a:xfrm>
          <a:prstGeom prst="rect">
            <a:avLst/>
          </a:prstGeom>
        </p:spPr>
      </p:pic>
      <p:pic>
        <p:nvPicPr>
          <p:cNvPr id="28" name="Image 27">
            <a:extLst>
              <a:ext uri="{FF2B5EF4-FFF2-40B4-BE49-F238E27FC236}">
                <a16:creationId xmlns:a16="http://schemas.microsoft.com/office/drawing/2014/main" id="{C7511B98-D2C0-90FF-5DD0-28E982E6C810}"/>
              </a:ext>
            </a:extLst>
          </p:cNvPr>
          <p:cNvPicPr>
            <a:picLocks noChangeAspect="1"/>
          </p:cNvPicPr>
          <p:nvPr/>
        </p:nvPicPr>
        <p:blipFill>
          <a:blip r:embed="rId3" cstate="screen">
            <a:biLevel thresh="50000"/>
            <a:extLst>
              <a:ext uri="{28A0092B-C50C-407E-A947-70E740481C1C}">
                <a14:useLocalDpi xmlns:a14="http://schemas.microsoft.com/office/drawing/2010/main"/>
              </a:ext>
            </a:extLst>
          </a:blip>
          <a:stretch>
            <a:fillRect/>
          </a:stretch>
        </p:blipFill>
        <p:spPr>
          <a:xfrm>
            <a:off x="4221931" y="3464570"/>
            <a:ext cx="482520" cy="573608"/>
          </a:xfrm>
          <a:prstGeom prst="rect">
            <a:avLst/>
          </a:prstGeom>
        </p:spPr>
      </p:pic>
      <p:sp>
        <p:nvSpPr>
          <p:cNvPr id="29" name="Rectangle à coins arrondis 90">
            <a:extLst>
              <a:ext uri="{FF2B5EF4-FFF2-40B4-BE49-F238E27FC236}">
                <a16:creationId xmlns:a16="http://schemas.microsoft.com/office/drawing/2014/main" id="{0C3CD05C-5723-B6C3-16CF-12CB6D625585}"/>
              </a:ext>
            </a:extLst>
          </p:cNvPr>
          <p:cNvSpPr/>
          <p:nvPr/>
        </p:nvSpPr>
        <p:spPr bwMode="auto">
          <a:xfrm>
            <a:off x="2102726" y="5041703"/>
            <a:ext cx="1508011" cy="281855"/>
          </a:xfrm>
          <a:prstGeom prst="roundRect">
            <a:avLst>
              <a:gd name="adj" fmla="val 0"/>
            </a:avLst>
          </a:prstGeom>
          <a:ln w="12700">
            <a:solidFill>
              <a:schemeClr val="accent5"/>
            </a:solidFill>
            <a:headEnd/>
            <a:tailEn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buClr>
                <a:schemeClr val="accent1">
                  <a:lumMod val="75000"/>
                </a:schemeClr>
              </a:buClr>
            </a:pPr>
            <a:r>
              <a:rPr lang="fr-FR" sz="700" b="1" spc="300">
                <a:solidFill>
                  <a:schemeClr val="accent5"/>
                </a:solidFill>
              </a:rPr>
              <a:t>CONSOMMATEUR 2</a:t>
            </a:r>
          </a:p>
        </p:txBody>
      </p:sp>
      <p:sp>
        <p:nvSpPr>
          <p:cNvPr id="30" name="Rectangle à coins arrondis 91">
            <a:extLst>
              <a:ext uri="{FF2B5EF4-FFF2-40B4-BE49-F238E27FC236}">
                <a16:creationId xmlns:a16="http://schemas.microsoft.com/office/drawing/2014/main" id="{FD474F53-B9A1-7878-5949-8B5D45180F17}"/>
              </a:ext>
            </a:extLst>
          </p:cNvPr>
          <p:cNvSpPr/>
          <p:nvPr/>
        </p:nvSpPr>
        <p:spPr bwMode="auto">
          <a:xfrm>
            <a:off x="3807394" y="5041703"/>
            <a:ext cx="1508011" cy="281855"/>
          </a:xfrm>
          <a:prstGeom prst="roundRect">
            <a:avLst>
              <a:gd name="adj" fmla="val 0"/>
            </a:avLst>
          </a:prstGeom>
          <a:ln w="12700">
            <a:solidFill>
              <a:schemeClr val="accent5"/>
            </a:solidFill>
            <a:headEnd/>
            <a:tailEn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buClr>
                <a:schemeClr val="accent1">
                  <a:lumMod val="75000"/>
                </a:schemeClr>
              </a:buClr>
            </a:pPr>
            <a:r>
              <a:rPr lang="fr-FR" sz="700" b="1" spc="300">
                <a:solidFill>
                  <a:schemeClr val="accent5"/>
                </a:solidFill>
              </a:rPr>
              <a:t>CONSOMMATEUR N</a:t>
            </a:r>
          </a:p>
        </p:txBody>
      </p:sp>
      <p:cxnSp>
        <p:nvCxnSpPr>
          <p:cNvPr id="31" name="Connecteur droit avec flèche 30">
            <a:extLst>
              <a:ext uri="{FF2B5EF4-FFF2-40B4-BE49-F238E27FC236}">
                <a16:creationId xmlns:a16="http://schemas.microsoft.com/office/drawing/2014/main" id="{B5C035A8-9708-A597-3AFE-2B2A479B69D9}"/>
              </a:ext>
            </a:extLst>
          </p:cNvPr>
          <p:cNvCxnSpPr>
            <a:stCxn id="25" idx="0"/>
            <a:endCxn id="75" idx="4"/>
          </p:cNvCxnSpPr>
          <p:nvPr/>
        </p:nvCxnSpPr>
        <p:spPr>
          <a:xfrm flipV="1">
            <a:off x="1152065" y="3556725"/>
            <a:ext cx="443168" cy="1484978"/>
          </a:xfrm>
          <a:prstGeom prst="straightConnector1">
            <a:avLst/>
          </a:prstGeom>
          <a:ln w="12700">
            <a:solidFill>
              <a:schemeClr val="accent5"/>
            </a:solidFill>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32" name="Connecteur droit avec flèche 31">
            <a:extLst>
              <a:ext uri="{FF2B5EF4-FFF2-40B4-BE49-F238E27FC236}">
                <a16:creationId xmlns:a16="http://schemas.microsoft.com/office/drawing/2014/main" id="{B4CA5D12-205C-49A9-334A-550C402591C9}"/>
              </a:ext>
            </a:extLst>
          </p:cNvPr>
          <p:cNvCxnSpPr>
            <a:stCxn id="30" idx="0"/>
            <a:endCxn id="69" idx="4"/>
          </p:cNvCxnSpPr>
          <p:nvPr/>
        </p:nvCxnSpPr>
        <p:spPr>
          <a:xfrm flipH="1" flipV="1">
            <a:off x="2829510" y="3558115"/>
            <a:ext cx="1731890" cy="1483588"/>
          </a:xfrm>
          <a:prstGeom prst="straightConnector1">
            <a:avLst/>
          </a:prstGeom>
          <a:ln w="12700">
            <a:solidFill>
              <a:schemeClr val="accent5"/>
            </a:solidFill>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49" name="Connecteur droit avec flèche 48">
            <a:extLst>
              <a:ext uri="{FF2B5EF4-FFF2-40B4-BE49-F238E27FC236}">
                <a16:creationId xmlns:a16="http://schemas.microsoft.com/office/drawing/2014/main" id="{E31C3141-88DB-A112-A417-9E7C529F71A4}"/>
              </a:ext>
            </a:extLst>
          </p:cNvPr>
          <p:cNvCxnSpPr>
            <a:stCxn id="29" idx="0"/>
            <a:endCxn id="63" idx="4"/>
          </p:cNvCxnSpPr>
          <p:nvPr/>
        </p:nvCxnSpPr>
        <p:spPr>
          <a:xfrm flipV="1">
            <a:off x="2856732" y="3558115"/>
            <a:ext cx="1205189" cy="1483588"/>
          </a:xfrm>
          <a:prstGeom prst="straightConnector1">
            <a:avLst/>
          </a:prstGeom>
          <a:ln w="12700">
            <a:solidFill>
              <a:schemeClr val="accent5"/>
            </a:solidFill>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50" name="Connecteur droit avec flèche 49">
            <a:extLst>
              <a:ext uri="{FF2B5EF4-FFF2-40B4-BE49-F238E27FC236}">
                <a16:creationId xmlns:a16="http://schemas.microsoft.com/office/drawing/2014/main" id="{7A00E52D-0F76-0BD6-EE4E-912EEFD8EF49}"/>
              </a:ext>
            </a:extLst>
          </p:cNvPr>
          <p:cNvCxnSpPr>
            <a:stCxn id="29" idx="0"/>
            <a:endCxn id="75" idx="4"/>
          </p:cNvCxnSpPr>
          <p:nvPr/>
        </p:nvCxnSpPr>
        <p:spPr>
          <a:xfrm flipH="1" flipV="1">
            <a:off x="1595233" y="3556725"/>
            <a:ext cx="1261499" cy="1484978"/>
          </a:xfrm>
          <a:prstGeom prst="straightConnector1">
            <a:avLst/>
          </a:prstGeom>
          <a:ln w="12700">
            <a:solidFill>
              <a:schemeClr val="accent5"/>
            </a:solidFill>
            <a:headEnd type="triangle"/>
            <a:tailEnd type="triangle"/>
          </a:ln>
        </p:spPr>
        <p:style>
          <a:lnRef idx="2">
            <a:schemeClr val="accent4"/>
          </a:lnRef>
          <a:fillRef idx="0">
            <a:schemeClr val="accent4"/>
          </a:fillRef>
          <a:effectRef idx="1">
            <a:schemeClr val="accent4"/>
          </a:effectRef>
          <a:fontRef idx="minor">
            <a:schemeClr val="tx1"/>
          </a:fontRef>
        </p:style>
      </p:cxnSp>
      <p:grpSp>
        <p:nvGrpSpPr>
          <p:cNvPr id="51" name="Groupe 50">
            <a:extLst>
              <a:ext uri="{FF2B5EF4-FFF2-40B4-BE49-F238E27FC236}">
                <a16:creationId xmlns:a16="http://schemas.microsoft.com/office/drawing/2014/main" id="{BF9FA197-2E45-E57E-8F63-B7821D0399E6}"/>
              </a:ext>
            </a:extLst>
          </p:cNvPr>
          <p:cNvGrpSpPr/>
          <p:nvPr/>
        </p:nvGrpSpPr>
        <p:grpSpPr>
          <a:xfrm>
            <a:off x="758888" y="1801343"/>
            <a:ext cx="4086865" cy="1756772"/>
            <a:chOff x="784116" y="1706854"/>
            <a:chExt cx="4061637" cy="1757590"/>
          </a:xfrm>
        </p:grpSpPr>
        <p:grpSp>
          <p:nvGrpSpPr>
            <p:cNvPr id="52" name="Groupe 51">
              <a:extLst>
                <a:ext uri="{FF2B5EF4-FFF2-40B4-BE49-F238E27FC236}">
                  <a16:creationId xmlns:a16="http://schemas.microsoft.com/office/drawing/2014/main" id="{F2E29945-2EA0-25F8-5905-34EAD4DBB673}"/>
                </a:ext>
              </a:extLst>
            </p:cNvPr>
            <p:cNvGrpSpPr/>
            <p:nvPr/>
          </p:nvGrpSpPr>
          <p:grpSpPr>
            <a:xfrm>
              <a:off x="784116" y="1706854"/>
              <a:ext cx="4061637" cy="1757590"/>
              <a:chOff x="361507" y="1626410"/>
              <a:chExt cx="4061637" cy="1757590"/>
            </a:xfrm>
          </p:grpSpPr>
          <p:sp>
            <p:nvSpPr>
              <p:cNvPr id="56" name="Rectangle à coins arrondis 5">
                <a:extLst>
                  <a:ext uri="{FF2B5EF4-FFF2-40B4-BE49-F238E27FC236}">
                    <a16:creationId xmlns:a16="http://schemas.microsoft.com/office/drawing/2014/main" id="{C706F03F-F707-C7CD-6ACF-9B948FC0C433}"/>
                  </a:ext>
                </a:extLst>
              </p:cNvPr>
              <p:cNvSpPr/>
              <p:nvPr/>
            </p:nvSpPr>
            <p:spPr bwMode="auto">
              <a:xfrm>
                <a:off x="361507" y="1626410"/>
                <a:ext cx="4061637" cy="1620000"/>
              </a:xfrm>
              <a:prstGeom prst="roundRect">
                <a:avLst>
                  <a:gd name="adj" fmla="val 0"/>
                </a:avLst>
              </a:prstGeom>
              <a:ln w="12700">
                <a:solidFill>
                  <a:schemeClr val="tx1"/>
                </a:solidFill>
                <a:headEnd/>
                <a:tailEn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a:buClr>
                    <a:schemeClr val="accent1">
                      <a:lumMod val="75000"/>
                    </a:schemeClr>
                  </a:buClr>
                </a:pPr>
                <a:r>
                  <a:rPr lang="fr-FR" sz="1050" spc="600">
                    <a:solidFill>
                      <a:schemeClr val="tx1"/>
                    </a:solidFill>
                  </a:rPr>
                  <a:t>FOURNISSEUR</a:t>
                </a:r>
                <a:endParaRPr lang="fr-FR" sz="1400" spc="600">
                  <a:solidFill>
                    <a:schemeClr val="tx1"/>
                  </a:solidFill>
                </a:endParaRPr>
              </a:p>
            </p:txBody>
          </p:sp>
          <p:grpSp>
            <p:nvGrpSpPr>
              <p:cNvPr id="57" name="Groupe 56">
                <a:extLst>
                  <a:ext uri="{FF2B5EF4-FFF2-40B4-BE49-F238E27FC236}">
                    <a16:creationId xmlns:a16="http://schemas.microsoft.com/office/drawing/2014/main" id="{56005B4B-41C7-0585-3E31-38B700512624}"/>
                  </a:ext>
                </a:extLst>
              </p:cNvPr>
              <p:cNvGrpSpPr/>
              <p:nvPr/>
            </p:nvGrpSpPr>
            <p:grpSpPr>
              <a:xfrm>
                <a:off x="616689" y="1980000"/>
                <a:ext cx="1152000" cy="1402610"/>
                <a:chOff x="616689" y="1980000"/>
                <a:chExt cx="1152000" cy="1402610"/>
              </a:xfrm>
            </p:grpSpPr>
            <p:grpSp>
              <p:nvGrpSpPr>
                <p:cNvPr id="72" name="Groupe 71">
                  <a:extLst>
                    <a:ext uri="{FF2B5EF4-FFF2-40B4-BE49-F238E27FC236}">
                      <a16:creationId xmlns:a16="http://schemas.microsoft.com/office/drawing/2014/main" id="{C9F1E438-8B5A-4E8C-0827-425018FFCCEB}"/>
                    </a:ext>
                  </a:extLst>
                </p:cNvPr>
                <p:cNvGrpSpPr/>
                <p:nvPr/>
              </p:nvGrpSpPr>
              <p:grpSpPr>
                <a:xfrm>
                  <a:off x="616689" y="1980000"/>
                  <a:ext cx="1152000" cy="1188000"/>
                  <a:chOff x="531628" y="2239200"/>
                  <a:chExt cx="1152000" cy="1188000"/>
                </a:xfrm>
              </p:grpSpPr>
              <p:sp>
                <p:nvSpPr>
                  <p:cNvPr id="76" name="Rectangle 75">
                    <a:extLst>
                      <a:ext uri="{FF2B5EF4-FFF2-40B4-BE49-F238E27FC236}">
                        <a16:creationId xmlns:a16="http://schemas.microsoft.com/office/drawing/2014/main" id="{CF7D8CFF-11BF-B9B1-3526-4F01BA8AB1C0}"/>
                      </a:ext>
                    </a:extLst>
                  </p:cNvPr>
                  <p:cNvSpPr/>
                  <p:nvPr/>
                </p:nvSpPr>
                <p:spPr bwMode="auto">
                  <a:xfrm>
                    <a:off x="531628" y="2239200"/>
                    <a:ext cx="1152000" cy="1188000"/>
                  </a:xfrm>
                  <a:prstGeom prst="rect">
                    <a:avLst/>
                  </a:prstGeom>
                  <a:ln w="12700">
                    <a:solidFill>
                      <a:schemeClr val="tx2"/>
                    </a:solidFill>
                    <a:headEnd/>
                    <a:tailEn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0" tIns="144000" rIns="72000" bIns="36000" numCol="1" spcCol="0" rtlCol="0" fromWordArt="0" anchor="b" anchorCtr="0" forceAA="0" compatLnSpc="1">
                    <a:prstTxWarp prst="textNoShape">
                      <a:avLst/>
                    </a:prstTxWarp>
                    <a:noAutofit/>
                  </a:bodyPr>
                  <a:lstStyle/>
                  <a:p>
                    <a:pPr algn="ctr">
                      <a:buClr>
                        <a:schemeClr val="accent1">
                          <a:lumMod val="75000"/>
                        </a:schemeClr>
                      </a:buClr>
                    </a:pPr>
                    <a:r>
                      <a:rPr lang="fr-FR" sz="800" b="1" spc="300">
                        <a:solidFill>
                          <a:schemeClr val="tx2"/>
                        </a:solidFill>
                      </a:rPr>
                      <a:t>SERVICE 1</a:t>
                    </a:r>
                  </a:p>
                </p:txBody>
              </p:sp>
              <p:sp>
                <p:nvSpPr>
                  <p:cNvPr id="77" name="ZoneTexte 76">
                    <a:extLst>
                      <a:ext uri="{FF2B5EF4-FFF2-40B4-BE49-F238E27FC236}">
                        <a16:creationId xmlns:a16="http://schemas.microsoft.com/office/drawing/2014/main" id="{DB4BD202-B486-10A4-0802-9FF35212C1AE}"/>
                      </a:ext>
                    </a:extLst>
                  </p:cNvPr>
                  <p:cNvSpPr txBox="1"/>
                  <p:nvPr/>
                </p:nvSpPr>
                <p:spPr>
                  <a:xfrm>
                    <a:off x="614880" y="2336400"/>
                    <a:ext cx="990079" cy="758058"/>
                  </a:xfrm>
                  <a:prstGeom prst="roundRect">
                    <a:avLst>
                      <a:gd name="adj" fmla="val 0"/>
                    </a:avLst>
                  </a:prstGeom>
                  <a:ln w="12700">
                    <a:solidFill>
                      <a:schemeClr val="accent6"/>
                    </a:solidFill>
                  </a:ln>
                </p:spPr>
                <p:style>
                  <a:lnRef idx="2">
                    <a:schemeClr val="accent3"/>
                  </a:lnRef>
                  <a:fillRef idx="1">
                    <a:schemeClr val="lt1"/>
                  </a:fillRef>
                  <a:effectRef idx="0">
                    <a:schemeClr val="accent3"/>
                  </a:effectRef>
                  <a:fontRef idx="minor">
                    <a:schemeClr val="dk1"/>
                  </a:fontRef>
                </p:style>
                <p:txBody>
                  <a:bodyPr wrap="none" lIns="0" bIns="0" rtlCol="0" anchor="b" anchorCtr="0">
                    <a:noAutofit/>
                  </a:bodyPr>
                  <a:lstStyle/>
                  <a:p>
                    <a:pPr algn="ctr"/>
                    <a:r>
                      <a:rPr lang="fr-FR" sz="600" b="1" spc="300">
                        <a:solidFill>
                          <a:schemeClr val="accent6"/>
                        </a:solidFill>
                      </a:rPr>
                      <a:t>  TRAITEMENTS</a:t>
                    </a:r>
                  </a:p>
                </p:txBody>
              </p:sp>
            </p:grpSp>
            <p:grpSp>
              <p:nvGrpSpPr>
                <p:cNvPr id="73" name="Groupe 72">
                  <a:extLst>
                    <a:ext uri="{FF2B5EF4-FFF2-40B4-BE49-F238E27FC236}">
                      <a16:creationId xmlns:a16="http://schemas.microsoft.com/office/drawing/2014/main" id="{007082D9-63F2-6EB4-23F3-02CA193EF43B}"/>
                    </a:ext>
                  </a:extLst>
                </p:cNvPr>
                <p:cNvGrpSpPr/>
                <p:nvPr/>
              </p:nvGrpSpPr>
              <p:grpSpPr>
                <a:xfrm>
                  <a:off x="1102689" y="3168000"/>
                  <a:ext cx="180000" cy="214610"/>
                  <a:chOff x="1102689" y="3168000"/>
                  <a:chExt cx="180000" cy="214610"/>
                </a:xfrm>
              </p:grpSpPr>
              <p:cxnSp>
                <p:nvCxnSpPr>
                  <p:cNvPr id="74" name="Connecteur droit 73">
                    <a:extLst>
                      <a:ext uri="{FF2B5EF4-FFF2-40B4-BE49-F238E27FC236}">
                        <a16:creationId xmlns:a16="http://schemas.microsoft.com/office/drawing/2014/main" id="{0B76833B-0034-8ED9-F5EC-275E9F229E69}"/>
                      </a:ext>
                    </a:extLst>
                  </p:cNvPr>
                  <p:cNvCxnSpPr>
                    <a:stCxn id="75" idx="0"/>
                    <a:endCxn id="76" idx="2"/>
                  </p:cNvCxnSpPr>
                  <p:nvPr/>
                </p:nvCxnSpPr>
                <p:spPr>
                  <a:xfrm flipV="1">
                    <a:off x="1192689" y="3168000"/>
                    <a:ext cx="0" cy="3461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75" name="Organigramme : Connecteur 74">
                    <a:extLst>
                      <a:ext uri="{FF2B5EF4-FFF2-40B4-BE49-F238E27FC236}">
                        <a16:creationId xmlns:a16="http://schemas.microsoft.com/office/drawing/2014/main" id="{654AD350-FB5F-816F-5C95-A4AAD0B3C09C}"/>
                      </a:ext>
                    </a:extLst>
                  </p:cNvPr>
                  <p:cNvSpPr/>
                  <p:nvPr/>
                </p:nvSpPr>
                <p:spPr bwMode="auto">
                  <a:xfrm>
                    <a:off x="1102689" y="3202610"/>
                    <a:ext cx="180000" cy="180000"/>
                  </a:xfrm>
                  <a:prstGeom prst="flowChartConnector">
                    <a:avLst/>
                  </a:prstGeom>
                  <a:solidFill>
                    <a:schemeClr val="tx1">
                      <a:lumMod val="10000"/>
                      <a:lumOff val="90000"/>
                    </a:schemeClr>
                  </a:solidFill>
                  <a:ln w="12700">
                    <a:solidFill>
                      <a:schemeClr val="bg1">
                        <a:lumMod val="75000"/>
                      </a:schemeClr>
                    </a:solidFill>
                    <a:headEnd/>
                    <a:tailEn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0" tIns="144000" rIns="72000" bIns="36000" numCol="1" spcCol="0" rtlCol="0" fromWordArt="0" anchor="t" anchorCtr="0" forceAA="0" compatLnSpc="1">
                    <a:prstTxWarp prst="textNoShape">
                      <a:avLst/>
                    </a:prstTxWarp>
                    <a:noAutofit/>
                  </a:bodyPr>
                  <a:lstStyle/>
                  <a:p>
                    <a:pPr marL="285750" indent="-285750" algn="ctr">
                      <a:buClr>
                        <a:schemeClr val="accent1">
                          <a:lumMod val="75000"/>
                        </a:schemeClr>
                      </a:buClr>
                      <a:buFont typeface="Wingdings" panose="05000000000000000000" pitchFamily="2" charset="2"/>
                      <a:buChar char="ü"/>
                    </a:pPr>
                    <a:endParaRPr lang="fr-FR" sz="1400">
                      <a:solidFill>
                        <a:schemeClr val="tx1">
                          <a:lumMod val="65000"/>
                          <a:lumOff val="35000"/>
                        </a:schemeClr>
                      </a:solidFill>
                    </a:endParaRPr>
                  </a:p>
                </p:txBody>
              </p:sp>
            </p:grpSp>
          </p:grpSp>
          <p:grpSp>
            <p:nvGrpSpPr>
              <p:cNvPr id="58" name="Groupe 57">
                <a:extLst>
                  <a:ext uri="{FF2B5EF4-FFF2-40B4-BE49-F238E27FC236}">
                    <a16:creationId xmlns:a16="http://schemas.microsoft.com/office/drawing/2014/main" id="{2323DF99-76DB-D9B2-292D-8A2F9D0D0240}"/>
                  </a:ext>
                </a:extLst>
              </p:cNvPr>
              <p:cNvGrpSpPr/>
              <p:nvPr/>
            </p:nvGrpSpPr>
            <p:grpSpPr>
              <a:xfrm>
                <a:off x="1842420" y="1980000"/>
                <a:ext cx="1152000" cy="1404000"/>
                <a:chOff x="1842420" y="1980000"/>
                <a:chExt cx="1152000" cy="1404000"/>
              </a:xfrm>
            </p:grpSpPr>
            <p:grpSp>
              <p:nvGrpSpPr>
                <p:cNvPr id="66" name="Groupe 65">
                  <a:extLst>
                    <a:ext uri="{FF2B5EF4-FFF2-40B4-BE49-F238E27FC236}">
                      <a16:creationId xmlns:a16="http://schemas.microsoft.com/office/drawing/2014/main" id="{90C29C46-BCF2-D31B-F827-8732300A73CA}"/>
                    </a:ext>
                  </a:extLst>
                </p:cNvPr>
                <p:cNvGrpSpPr/>
                <p:nvPr/>
              </p:nvGrpSpPr>
              <p:grpSpPr>
                <a:xfrm>
                  <a:off x="1842420" y="1980000"/>
                  <a:ext cx="1152000" cy="1188000"/>
                  <a:chOff x="1757359" y="2239200"/>
                  <a:chExt cx="1152000" cy="1188000"/>
                </a:xfrm>
              </p:grpSpPr>
              <p:sp>
                <p:nvSpPr>
                  <p:cNvPr id="70" name="Rectangle 69">
                    <a:extLst>
                      <a:ext uri="{FF2B5EF4-FFF2-40B4-BE49-F238E27FC236}">
                        <a16:creationId xmlns:a16="http://schemas.microsoft.com/office/drawing/2014/main" id="{6917E173-188F-2C9E-E0F9-2D08D2D86840}"/>
                      </a:ext>
                    </a:extLst>
                  </p:cNvPr>
                  <p:cNvSpPr/>
                  <p:nvPr/>
                </p:nvSpPr>
                <p:spPr bwMode="auto">
                  <a:xfrm>
                    <a:off x="1757359" y="2239200"/>
                    <a:ext cx="1152000" cy="1188000"/>
                  </a:xfrm>
                  <a:prstGeom prst="rect">
                    <a:avLst/>
                  </a:prstGeom>
                  <a:ln w="12700">
                    <a:solidFill>
                      <a:schemeClr val="tx2"/>
                    </a:solidFill>
                    <a:headEnd/>
                    <a:tailEn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0" tIns="144000" rIns="72000" bIns="36000" numCol="1" spcCol="0" rtlCol="0" fromWordArt="0" anchor="b" anchorCtr="0" forceAA="0" compatLnSpc="1">
                    <a:prstTxWarp prst="textNoShape">
                      <a:avLst/>
                    </a:prstTxWarp>
                    <a:noAutofit/>
                  </a:bodyPr>
                  <a:lstStyle/>
                  <a:p>
                    <a:pPr algn="ctr">
                      <a:buClr>
                        <a:schemeClr val="accent1">
                          <a:lumMod val="75000"/>
                        </a:schemeClr>
                      </a:buClr>
                    </a:pPr>
                    <a:r>
                      <a:rPr lang="fr-FR" sz="800" b="1" spc="300">
                        <a:solidFill>
                          <a:schemeClr val="tx2"/>
                        </a:solidFill>
                      </a:rPr>
                      <a:t>SERVICE 2</a:t>
                    </a:r>
                  </a:p>
                </p:txBody>
              </p:sp>
              <p:sp>
                <p:nvSpPr>
                  <p:cNvPr id="71" name="ZoneTexte 70">
                    <a:extLst>
                      <a:ext uri="{FF2B5EF4-FFF2-40B4-BE49-F238E27FC236}">
                        <a16:creationId xmlns:a16="http://schemas.microsoft.com/office/drawing/2014/main" id="{44152DC8-46FA-AF5E-1DB0-57912B4666D4}"/>
                      </a:ext>
                    </a:extLst>
                  </p:cNvPr>
                  <p:cNvSpPr txBox="1"/>
                  <p:nvPr/>
                </p:nvSpPr>
                <p:spPr>
                  <a:xfrm>
                    <a:off x="1841980" y="2337404"/>
                    <a:ext cx="990079" cy="758058"/>
                  </a:xfrm>
                  <a:prstGeom prst="roundRect">
                    <a:avLst>
                      <a:gd name="adj" fmla="val 0"/>
                    </a:avLst>
                  </a:prstGeom>
                  <a:ln w="12700">
                    <a:solidFill>
                      <a:schemeClr val="accent6"/>
                    </a:solidFill>
                  </a:ln>
                </p:spPr>
                <p:style>
                  <a:lnRef idx="2">
                    <a:schemeClr val="accent3"/>
                  </a:lnRef>
                  <a:fillRef idx="1">
                    <a:schemeClr val="lt1"/>
                  </a:fillRef>
                  <a:effectRef idx="0">
                    <a:schemeClr val="accent3"/>
                  </a:effectRef>
                  <a:fontRef idx="minor">
                    <a:schemeClr val="dk1"/>
                  </a:fontRef>
                </p:style>
                <p:txBody>
                  <a:bodyPr wrap="none" lIns="0" bIns="0" rtlCol="0" anchor="b" anchorCtr="0">
                    <a:noAutofit/>
                  </a:bodyPr>
                  <a:lstStyle/>
                  <a:p>
                    <a:pPr algn="ctr"/>
                    <a:r>
                      <a:rPr lang="fr-FR" sz="600" b="1" spc="300">
                        <a:solidFill>
                          <a:schemeClr val="accent6"/>
                        </a:solidFill>
                      </a:rPr>
                      <a:t>  TRAITEMENTS</a:t>
                    </a:r>
                  </a:p>
                </p:txBody>
              </p:sp>
            </p:grpSp>
            <p:grpSp>
              <p:nvGrpSpPr>
                <p:cNvPr id="67" name="Groupe 66">
                  <a:extLst>
                    <a:ext uri="{FF2B5EF4-FFF2-40B4-BE49-F238E27FC236}">
                      <a16:creationId xmlns:a16="http://schemas.microsoft.com/office/drawing/2014/main" id="{C78B05AE-6C6C-5AA1-2088-22381C637F4B}"/>
                    </a:ext>
                  </a:extLst>
                </p:cNvPr>
                <p:cNvGrpSpPr/>
                <p:nvPr/>
              </p:nvGrpSpPr>
              <p:grpSpPr>
                <a:xfrm>
                  <a:off x="2329348" y="3168000"/>
                  <a:ext cx="180000" cy="216000"/>
                  <a:chOff x="2329348" y="3168000"/>
                  <a:chExt cx="180000" cy="216000"/>
                </a:xfrm>
              </p:grpSpPr>
              <p:cxnSp>
                <p:nvCxnSpPr>
                  <p:cNvPr id="68" name="Connecteur droit 67">
                    <a:extLst>
                      <a:ext uri="{FF2B5EF4-FFF2-40B4-BE49-F238E27FC236}">
                        <a16:creationId xmlns:a16="http://schemas.microsoft.com/office/drawing/2014/main" id="{7C1EA53E-2C3D-2BA5-8EE0-D2409CCA133B}"/>
                      </a:ext>
                    </a:extLst>
                  </p:cNvPr>
                  <p:cNvCxnSpPr>
                    <a:stCxn id="70" idx="2"/>
                    <a:endCxn id="69" idx="0"/>
                  </p:cNvCxnSpPr>
                  <p:nvPr/>
                </p:nvCxnSpPr>
                <p:spPr>
                  <a:xfrm>
                    <a:off x="2418420" y="3168000"/>
                    <a:ext cx="928" cy="360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69" name="Organigramme : Connecteur 68">
                    <a:extLst>
                      <a:ext uri="{FF2B5EF4-FFF2-40B4-BE49-F238E27FC236}">
                        <a16:creationId xmlns:a16="http://schemas.microsoft.com/office/drawing/2014/main" id="{3835A1A8-714B-D7D7-BF7E-BE47C2ECB210}"/>
                      </a:ext>
                    </a:extLst>
                  </p:cNvPr>
                  <p:cNvSpPr/>
                  <p:nvPr/>
                </p:nvSpPr>
                <p:spPr bwMode="auto">
                  <a:xfrm>
                    <a:off x="2329348" y="3204000"/>
                    <a:ext cx="180000" cy="180000"/>
                  </a:xfrm>
                  <a:prstGeom prst="flowChartConnector">
                    <a:avLst/>
                  </a:prstGeom>
                  <a:solidFill>
                    <a:schemeClr val="tx1">
                      <a:lumMod val="10000"/>
                      <a:lumOff val="90000"/>
                    </a:schemeClr>
                  </a:solidFill>
                  <a:ln w="12700">
                    <a:solidFill>
                      <a:schemeClr val="bg1">
                        <a:lumMod val="75000"/>
                      </a:schemeClr>
                    </a:solidFill>
                    <a:headEnd/>
                    <a:tailEn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0" tIns="144000" rIns="72000" bIns="36000" numCol="1" spcCol="0" rtlCol="0" fromWordArt="0" anchor="t" anchorCtr="0" forceAA="0" compatLnSpc="1">
                    <a:prstTxWarp prst="textNoShape">
                      <a:avLst/>
                    </a:prstTxWarp>
                    <a:noAutofit/>
                  </a:bodyPr>
                  <a:lstStyle/>
                  <a:p>
                    <a:pPr marL="285750" indent="-285750" algn="ctr">
                      <a:buClr>
                        <a:schemeClr val="accent1">
                          <a:lumMod val="75000"/>
                        </a:schemeClr>
                      </a:buClr>
                      <a:buFont typeface="Wingdings" panose="05000000000000000000" pitchFamily="2" charset="2"/>
                      <a:buChar char="ü"/>
                    </a:pPr>
                    <a:endParaRPr lang="fr-FR" sz="1400">
                      <a:solidFill>
                        <a:schemeClr val="tx1">
                          <a:lumMod val="65000"/>
                          <a:lumOff val="35000"/>
                        </a:schemeClr>
                      </a:solidFill>
                    </a:endParaRPr>
                  </a:p>
                </p:txBody>
              </p:sp>
            </p:grpSp>
          </p:grpSp>
          <p:grpSp>
            <p:nvGrpSpPr>
              <p:cNvPr id="59" name="Groupe 58">
                <a:extLst>
                  <a:ext uri="{FF2B5EF4-FFF2-40B4-BE49-F238E27FC236}">
                    <a16:creationId xmlns:a16="http://schemas.microsoft.com/office/drawing/2014/main" id="{DC8C54B2-F663-5612-0D9E-195C10BECC5B}"/>
                  </a:ext>
                </a:extLst>
              </p:cNvPr>
              <p:cNvGrpSpPr/>
              <p:nvPr/>
            </p:nvGrpSpPr>
            <p:grpSpPr>
              <a:xfrm>
                <a:off x="3068151" y="1980000"/>
                <a:ext cx="1152000" cy="1404000"/>
                <a:chOff x="3068151" y="1980000"/>
                <a:chExt cx="1152000" cy="1404000"/>
              </a:xfrm>
            </p:grpSpPr>
            <p:grpSp>
              <p:nvGrpSpPr>
                <p:cNvPr id="60" name="Groupe 59">
                  <a:extLst>
                    <a:ext uri="{FF2B5EF4-FFF2-40B4-BE49-F238E27FC236}">
                      <a16:creationId xmlns:a16="http://schemas.microsoft.com/office/drawing/2014/main" id="{5AC8FA66-358F-08CF-4DB0-9A6D1B1A43BF}"/>
                    </a:ext>
                  </a:extLst>
                </p:cNvPr>
                <p:cNvGrpSpPr/>
                <p:nvPr/>
              </p:nvGrpSpPr>
              <p:grpSpPr>
                <a:xfrm>
                  <a:off x="3068151" y="1980000"/>
                  <a:ext cx="1152000" cy="1188000"/>
                  <a:chOff x="2983090" y="2239200"/>
                  <a:chExt cx="1152000" cy="1188000"/>
                </a:xfrm>
              </p:grpSpPr>
              <p:sp>
                <p:nvSpPr>
                  <p:cNvPr id="64" name="Rectangle 63">
                    <a:extLst>
                      <a:ext uri="{FF2B5EF4-FFF2-40B4-BE49-F238E27FC236}">
                        <a16:creationId xmlns:a16="http://schemas.microsoft.com/office/drawing/2014/main" id="{30829E33-411C-FE63-A323-083B4F9C8274}"/>
                      </a:ext>
                    </a:extLst>
                  </p:cNvPr>
                  <p:cNvSpPr/>
                  <p:nvPr/>
                </p:nvSpPr>
                <p:spPr bwMode="auto">
                  <a:xfrm>
                    <a:off x="2983090" y="2239200"/>
                    <a:ext cx="1152000" cy="1188000"/>
                  </a:xfrm>
                  <a:prstGeom prst="rect">
                    <a:avLst/>
                  </a:prstGeom>
                  <a:ln w="12700">
                    <a:solidFill>
                      <a:schemeClr val="tx2"/>
                    </a:solidFill>
                    <a:headEnd/>
                    <a:tailEn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0" tIns="144000" rIns="72000" bIns="36000" numCol="1" spcCol="0" rtlCol="0" fromWordArt="0" anchor="b" anchorCtr="0" forceAA="0" compatLnSpc="1">
                    <a:prstTxWarp prst="textNoShape">
                      <a:avLst/>
                    </a:prstTxWarp>
                    <a:noAutofit/>
                  </a:bodyPr>
                  <a:lstStyle/>
                  <a:p>
                    <a:pPr algn="ctr">
                      <a:buClr>
                        <a:schemeClr val="accent1">
                          <a:lumMod val="75000"/>
                        </a:schemeClr>
                      </a:buClr>
                    </a:pPr>
                    <a:r>
                      <a:rPr lang="fr-FR" sz="800" b="1" spc="300">
                        <a:solidFill>
                          <a:schemeClr val="tx2"/>
                        </a:solidFill>
                      </a:rPr>
                      <a:t>SERVICE N</a:t>
                    </a:r>
                  </a:p>
                </p:txBody>
              </p:sp>
              <p:sp>
                <p:nvSpPr>
                  <p:cNvPr id="65" name="ZoneTexte 64">
                    <a:extLst>
                      <a:ext uri="{FF2B5EF4-FFF2-40B4-BE49-F238E27FC236}">
                        <a16:creationId xmlns:a16="http://schemas.microsoft.com/office/drawing/2014/main" id="{1E5BC50F-8F90-BBE0-E5C4-B44D9546EFB8}"/>
                      </a:ext>
                    </a:extLst>
                  </p:cNvPr>
                  <p:cNvSpPr txBox="1"/>
                  <p:nvPr/>
                </p:nvSpPr>
                <p:spPr>
                  <a:xfrm>
                    <a:off x="3064050" y="2336400"/>
                    <a:ext cx="990079" cy="758058"/>
                  </a:xfrm>
                  <a:prstGeom prst="roundRect">
                    <a:avLst>
                      <a:gd name="adj" fmla="val 0"/>
                    </a:avLst>
                  </a:prstGeom>
                  <a:ln w="12700">
                    <a:solidFill>
                      <a:schemeClr val="accent6"/>
                    </a:solidFill>
                  </a:ln>
                </p:spPr>
                <p:style>
                  <a:lnRef idx="2">
                    <a:schemeClr val="accent3"/>
                  </a:lnRef>
                  <a:fillRef idx="1">
                    <a:schemeClr val="lt1"/>
                  </a:fillRef>
                  <a:effectRef idx="0">
                    <a:schemeClr val="accent3"/>
                  </a:effectRef>
                  <a:fontRef idx="minor">
                    <a:schemeClr val="dk1"/>
                  </a:fontRef>
                </p:style>
                <p:txBody>
                  <a:bodyPr wrap="none" lIns="0" bIns="0" rtlCol="0" anchor="b" anchorCtr="0">
                    <a:noAutofit/>
                  </a:bodyPr>
                  <a:lstStyle/>
                  <a:p>
                    <a:pPr algn="ctr"/>
                    <a:r>
                      <a:rPr lang="fr-FR" sz="600" b="1" spc="300">
                        <a:solidFill>
                          <a:schemeClr val="accent6"/>
                        </a:solidFill>
                      </a:rPr>
                      <a:t>  TRAITEMENTS</a:t>
                    </a:r>
                    <a:endParaRPr lang="fr-FR" sz="800" b="1" spc="300">
                      <a:solidFill>
                        <a:schemeClr val="accent6"/>
                      </a:solidFill>
                    </a:endParaRPr>
                  </a:p>
                </p:txBody>
              </p:sp>
            </p:grpSp>
            <p:grpSp>
              <p:nvGrpSpPr>
                <p:cNvPr id="61" name="Groupe 60">
                  <a:extLst>
                    <a:ext uri="{FF2B5EF4-FFF2-40B4-BE49-F238E27FC236}">
                      <a16:creationId xmlns:a16="http://schemas.microsoft.com/office/drawing/2014/main" id="{337D4F80-2632-D75E-F299-5D310EEF5778}"/>
                    </a:ext>
                  </a:extLst>
                </p:cNvPr>
                <p:cNvGrpSpPr/>
                <p:nvPr/>
              </p:nvGrpSpPr>
              <p:grpSpPr>
                <a:xfrm>
                  <a:off x="3554150" y="3168000"/>
                  <a:ext cx="180000" cy="216000"/>
                  <a:chOff x="3554150" y="3168000"/>
                  <a:chExt cx="180000" cy="216000"/>
                </a:xfrm>
              </p:grpSpPr>
              <p:cxnSp>
                <p:nvCxnSpPr>
                  <p:cNvPr id="62" name="Connecteur droit 61">
                    <a:extLst>
                      <a:ext uri="{FF2B5EF4-FFF2-40B4-BE49-F238E27FC236}">
                        <a16:creationId xmlns:a16="http://schemas.microsoft.com/office/drawing/2014/main" id="{847FE21A-9479-B5CB-1BA2-33B2795B8D26}"/>
                      </a:ext>
                    </a:extLst>
                  </p:cNvPr>
                  <p:cNvCxnSpPr>
                    <a:stCxn id="64" idx="2"/>
                    <a:endCxn id="63" idx="0"/>
                  </p:cNvCxnSpPr>
                  <p:nvPr/>
                </p:nvCxnSpPr>
                <p:spPr>
                  <a:xfrm flipH="1">
                    <a:off x="3644150" y="3168000"/>
                    <a:ext cx="1" cy="360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63" name="Organigramme : Connecteur 62">
                    <a:extLst>
                      <a:ext uri="{FF2B5EF4-FFF2-40B4-BE49-F238E27FC236}">
                        <a16:creationId xmlns:a16="http://schemas.microsoft.com/office/drawing/2014/main" id="{6AD937B6-BE52-5B5A-7077-F7A955D1DF53}"/>
                      </a:ext>
                    </a:extLst>
                  </p:cNvPr>
                  <p:cNvSpPr/>
                  <p:nvPr/>
                </p:nvSpPr>
                <p:spPr bwMode="auto">
                  <a:xfrm>
                    <a:off x="3554150" y="3204000"/>
                    <a:ext cx="180000" cy="180000"/>
                  </a:xfrm>
                  <a:prstGeom prst="flowChartConnector">
                    <a:avLst/>
                  </a:prstGeom>
                  <a:solidFill>
                    <a:schemeClr val="tx1">
                      <a:lumMod val="10000"/>
                      <a:lumOff val="90000"/>
                    </a:schemeClr>
                  </a:solidFill>
                  <a:ln w="12700">
                    <a:solidFill>
                      <a:schemeClr val="bg1">
                        <a:lumMod val="75000"/>
                      </a:schemeClr>
                    </a:solidFill>
                    <a:headEnd/>
                    <a:tailEn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0" tIns="144000" rIns="72000" bIns="36000" numCol="1" spcCol="0" rtlCol="0" fromWordArt="0" anchor="t" anchorCtr="0" forceAA="0" compatLnSpc="1">
                    <a:prstTxWarp prst="textNoShape">
                      <a:avLst/>
                    </a:prstTxWarp>
                    <a:noAutofit/>
                  </a:bodyPr>
                  <a:lstStyle/>
                  <a:p>
                    <a:pPr marL="285750" indent="-285750" algn="ctr">
                      <a:buClr>
                        <a:schemeClr val="accent1">
                          <a:lumMod val="75000"/>
                        </a:schemeClr>
                      </a:buClr>
                      <a:buFont typeface="Wingdings" panose="05000000000000000000" pitchFamily="2" charset="2"/>
                      <a:buChar char="ü"/>
                    </a:pPr>
                    <a:endParaRPr lang="fr-FR" sz="1400">
                      <a:solidFill>
                        <a:schemeClr val="tx1">
                          <a:lumMod val="65000"/>
                          <a:lumOff val="35000"/>
                        </a:schemeClr>
                      </a:solidFill>
                    </a:endParaRPr>
                  </a:p>
                </p:txBody>
              </p:sp>
            </p:grpSp>
          </p:grpSp>
        </p:grpSp>
        <p:pic>
          <p:nvPicPr>
            <p:cNvPr id="53" name="Picture 14" descr="http://www.bertrandb.fr/wp-content/uploads/2014/07/engrenages.png">
              <a:extLst>
                <a:ext uri="{FF2B5EF4-FFF2-40B4-BE49-F238E27FC236}">
                  <a16:creationId xmlns:a16="http://schemas.microsoft.com/office/drawing/2014/main" id="{FB5C57B3-CC7F-D571-86F5-D8A537A52EB6}"/>
                </a:ext>
              </a:extLst>
            </p:cNvPr>
            <p:cNvPicPr>
              <a:picLocks noChangeAspect="1" noChangeArrowheads="1"/>
            </p:cNvPicPr>
            <p:nvPr/>
          </p:nvPicPr>
          <p:blipFill rotWithShape="1">
            <a:blip r:embed="rId4" cstate="screen">
              <a:duotone>
                <a:schemeClr val="accent6">
                  <a:shade val="45000"/>
                  <a:satMod val="135000"/>
                </a:schemeClr>
                <a:prstClr val="white"/>
              </a:duotone>
              <a:extLst>
                <a:ext uri="{BEBA8EAE-BF5A-486C-A8C5-ECC9F3942E4B}">
                  <a14:imgProps xmlns:a14="http://schemas.microsoft.com/office/drawing/2010/main">
                    <a14:imgLayer r:embed="rId5">
                      <a14:imgEffect>
                        <a14:colorTemperature colorTemp="4700"/>
                      </a14:imgEffect>
                    </a14:imgLayer>
                  </a14:imgProps>
                </a:ext>
                <a:ext uri="{28A0092B-C50C-407E-A947-70E740481C1C}">
                  <a14:useLocalDpi xmlns:a14="http://schemas.microsoft.com/office/drawing/2010/main"/>
                </a:ext>
              </a:extLst>
            </a:blip>
            <a:srcRect/>
            <a:stretch/>
          </p:blipFill>
          <p:spPr bwMode="auto">
            <a:xfrm>
              <a:off x="1122550" y="2157621"/>
              <a:ext cx="989486" cy="579229"/>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14" descr="http://www.bertrandb.fr/wp-content/uploads/2014/07/engrenages.png">
              <a:extLst>
                <a:ext uri="{FF2B5EF4-FFF2-40B4-BE49-F238E27FC236}">
                  <a16:creationId xmlns:a16="http://schemas.microsoft.com/office/drawing/2014/main" id="{F84FEC90-9FEE-5FAD-4C1D-E6FE0BC81409}"/>
                </a:ext>
              </a:extLst>
            </p:cNvPr>
            <p:cNvPicPr>
              <a:picLocks noChangeAspect="1" noChangeArrowheads="1"/>
            </p:cNvPicPr>
            <p:nvPr/>
          </p:nvPicPr>
          <p:blipFill rotWithShape="1">
            <a:blip r:embed="rId6" cstate="screen">
              <a:duotone>
                <a:schemeClr val="accent6">
                  <a:shade val="45000"/>
                  <a:satMod val="135000"/>
                </a:schemeClr>
                <a:prstClr val="white"/>
              </a:duotone>
              <a:extLst>
                <a:ext uri="{BEBA8EAE-BF5A-486C-A8C5-ECC9F3942E4B}">
                  <a14:imgProps xmlns:a14="http://schemas.microsoft.com/office/drawing/2010/main">
                    <a14:imgLayer r:embed="rId7">
                      <a14:imgEffect>
                        <a14:colorTemperature colorTemp="4700"/>
                      </a14:imgEffect>
                    </a14:imgLayer>
                  </a14:imgProps>
                </a:ext>
                <a:ext uri="{28A0092B-C50C-407E-A947-70E740481C1C}">
                  <a14:useLocalDpi xmlns:a14="http://schemas.microsoft.com/office/drawing/2010/main"/>
                </a:ext>
              </a:extLst>
            </a:blip>
            <a:srcRect/>
            <a:stretch/>
          </p:blipFill>
          <p:spPr bwMode="auto">
            <a:xfrm>
              <a:off x="2349650" y="2164839"/>
              <a:ext cx="990079" cy="572011"/>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14" descr="http://www.bertrandb.fr/wp-content/uploads/2014/07/engrenages.png">
              <a:extLst>
                <a:ext uri="{FF2B5EF4-FFF2-40B4-BE49-F238E27FC236}">
                  <a16:creationId xmlns:a16="http://schemas.microsoft.com/office/drawing/2014/main" id="{EA52816A-F550-74B4-BCF6-B9EFC8D29374}"/>
                </a:ext>
              </a:extLst>
            </p:cNvPr>
            <p:cNvPicPr>
              <a:picLocks noChangeAspect="1" noChangeArrowheads="1"/>
            </p:cNvPicPr>
            <p:nvPr/>
          </p:nvPicPr>
          <p:blipFill rotWithShape="1">
            <a:blip r:embed="rId8" cstate="screen">
              <a:duotone>
                <a:schemeClr val="accent6">
                  <a:shade val="45000"/>
                  <a:satMod val="135000"/>
                </a:schemeClr>
                <a:prstClr val="white"/>
              </a:duotone>
              <a:extLst>
                <a:ext uri="{BEBA8EAE-BF5A-486C-A8C5-ECC9F3942E4B}">
                  <a14:imgProps xmlns:a14="http://schemas.microsoft.com/office/drawing/2010/main">
                    <a14:imgLayer r:embed="rId9">
                      <a14:imgEffect>
                        <a14:colorTemperature colorTemp="4700"/>
                      </a14:imgEffect>
                    </a14:imgLayer>
                  </a14:imgProps>
                </a:ext>
                <a:ext uri="{28A0092B-C50C-407E-A947-70E740481C1C}">
                  <a14:useLocalDpi xmlns:a14="http://schemas.microsoft.com/office/drawing/2010/main"/>
                </a:ext>
              </a:extLst>
            </a:blip>
            <a:srcRect/>
            <a:stretch/>
          </p:blipFill>
          <p:spPr bwMode="auto">
            <a:xfrm>
              <a:off x="3571720" y="2158648"/>
              <a:ext cx="994334" cy="57820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178719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500"/>
                                        <p:tgtEl>
                                          <p:spTgt spid="2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1000"/>
                                        <p:tgtEl>
                                          <p:spTgt spid="25"/>
                                        </p:tgtEl>
                                      </p:cBhvr>
                                    </p:animEffect>
                                    <p:anim calcmode="lin" valueType="num">
                                      <p:cBhvr>
                                        <p:cTn id="21" dur="1000" fill="hold"/>
                                        <p:tgtEl>
                                          <p:spTgt spid="25"/>
                                        </p:tgtEl>
                                        <p:attrNameLst>
                                          <p:attrName>ppt_x</p:attrName>
                                        </p:attrNameLst>
                                      </p:cBhvr>
                                      <p:tavLst>
                                        <p:tav tm="0">
                                          <p:val>
                                            <p:strVal val="#ppt_x"/>
                                          </p:val>
                                        </p:tav>
                                        <p:tav tm="100000">
                                          <p:val>
                                            <p:strVal val="#ppt_x"/>
                                          </p:val>
                                        </p:tav>
                                      </p:tavLst>
                                    </p:anim>
                                    <p:anim calcmode="lin" valueType="num">
                                      <p:cBhvr>
                                        <p:cTn id="22" dur="1000" fill="hold"/>
                                        <p:tgtEl>
                                          <p:spTgt spid="25"/>
                                        </p:tgtEl>
                                        <p:attrNameLst>
                                          <p:attrName>ppt_y</p:attrName>
                                        </p:attrNameLst>
                                      </p:cBhvr>
                                      <p:tavLst>
                                        <p:tav tm="0">
                                          <p:val>
                                            <p:strVal val="#ppt_y+.1"/>
                                          </p:val>
                                        </p:tav>
                                        <p:tav tm="100000">
                                          <p:val>
                                            <p:strVal val="#ppt_y"/>
                                          </p:val>
                                        </p:tav>
                                      </p:tavLst>
                                    </p:anim>
                                  </p:childTnLst>
                                </p:cTn>
                              </p:par>
                              <p:par>
                                <p:cTn id="23" presetID="10" presetClass="entr" presetSubtype="0" fill="hold" nodeType="withEffect">
                                  <p:stCondLst>
                                    <p:cond delay="40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childTnLst>
                                </p:cTn>
                              </p:par>
                              <p:par>
                                <p:cTn id="26" presetID="42" presetClass="entr" presetSubtype="0" fill="hold" grpId="0" nodeType="withEffect">
                                  <p:stCondLst>
                                    <p:cond delay="50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1000"/>
                                        <p:tgtEl>
                                          <p:spTgt spid="29"/>
                                        </p:tgtEl>
                                      </p:cBhvr>
                                    </p:animEffect>
                                    <p:anim calcmode="lin" valueType="num">
                                      <p:cBhvr>
                                        <p:cTn id="29" dur="1000" fill="hold"/>
                                        <p:tgtEl>
                                          <p:spTgt spid="29"/>
                                        </p:tgtEl>
                                        <p:attrNameLst>
                                          <p:attrName>ppt_x</p:attrName>
                                        </p:attrNameLst>
                                      </p:cBhvr>
                                      <p:tavLst>
                                        <p:tav tm="0">
                                          <p:val>
                                            <p:strVal val="#ppt_x"/>
                                          </p:val>
                                        </p:tav>
                                        <p:tav tm="100000">
                                          <p:val>
                                            <p:strVal val="#ppt_x"/>
                                          </p:val>
                                        </p:tav>
                                      </p:tavLst>
                                    </p:anim>
                                    <p:anim calcmode="lin" valueType="num">
                                      <p:cBhvr>
                                        <p:cTn id="30" dur="1000" fill="hold"/>
                                        <p:tgtEl>
                                          <p:spTgt spid="29"/>
                                        </p:tgtEl>
                                        <p:attrNameLst>
                                          <p:attrName>ppt_y</p:attrName>
                                        </p:attrNameLst>
                                      </p:cBhvr>
                                      <p:tavLst>
                                        <p:tav tm="0">
                                          <p:val>
                                            <p:strVal val="#ppt_y+.1"/>
                                          </p:val>
                                        </p:tav>
                                        <p:tav tm="100000">
                                          <p:val>
                                            <p:strVal val="#ppt_y"/>
                                          </p:val>
                                        </p:tav>
                                      </p:tavLst>
                                    </p:anim>
                                  </p:childTnLst>
                                </p:cTn>
                              </p:par>
                              <p:par>
                                <p:cTn id="31" presetID="10" presetClass="entr" presetSubtype="0" fill="hold" nodeType="withEffect">
                                  <p:stCondLst>
                                    <p:cond delay="900"/>
                                  </p:stCondLst>
                                  <p:childTnLst>
                                    <p:set>
                                      <p:cBhvr>
                                        <p:cTn id="32" dur="1" fill="hold">
                                          <p:stCondLst>
                                            <p:cond delay="0"/>
                                          </p:stCondLst>
                                        </p:cTn>
                                        <p:tgtEl>
                                          <p:spTgt spid="50"/>
                                        </p:tgtEl>
                                        <p:attrNameLst>
                                          <p:attrName>style.visibility</p:attrName>
                                        </p:attrNameLst>
                                      </p:cBhvr>
                                      <p:to>
                                        <p:strVal val="visible"/>
                                      </p:to>
                                    </p:set>
                                    <p:animEffect transition="in" filter="fade">
                                      <p:cBhvr>
                                        <p:cTn id="33" dur="500"/>
                                        <p:tgtEl>
                                          <p:spTgt spid="50"/>
                                        </p:tgtEl>
                                      </p:cBhvr>
                                    </p:animEffect>
                                  </p:childTnLst>
                                </p:cTn>
                              </p:par>
                              <p:par>
                                <p:cTn id="34" presetID="10" presetClass="entr" presetSubtype="0" fill="hold" nodeType="withEffect">
                                  <p:stCondLst>
                                    <p:cond delay="900"/>
                                  </p:stCondLst>
                                  <p:childTnLst>
                                    <p:set>
                                      <p:cBhvr>
                                        <p:cTn id="35" dur="1" fill="hold">
                                          <p:stCondLst>
                                            <p:cond delay="0"/>
                                          </p:stCondLst>
                                        </p:cTn>
                                        <p:tgtEl>
                                          <p:spTgt spid="49"/>
                                        </p:tgtEl>
                                        <p:attrNameLst>
                                          <p:attrName>style.visibility</p:attrName>
                                        </p:attrNameLst>
                                      </p:cBhvr>
                                      <p:to>
                                        <p:strVal val="visible"/>
                                      </p:to>
                                    </p:set>
                                    <p:animEffect transition="in" filter="fade">
                                      <p:cBhvr>
                                        <p:cTn id="36" dur="500"/>
                                        <p:tgtEl>
                                          <p:spTgt spid="49"/>
                                        </p:tgtEl>
                                      </p:cBhvr>
                                    </p:animEffect>
                                  </p:childTnLst>
                                </p:cTn>
                              </p:par>
                              <p:par>
                                <p:cTn id="37" presetID="42" presetClass="entr" presetSubtype="0" fill="hold" grpId="0" nodeType="withEffect">
                                  <p:stCondLst>
                                    <p:cond delay="100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1000"/>
                                        <p:tgtEl>
                                          <p:spTgt spid="30"/>
                                        </p:tgtEl>
                                      </p:cBhvr>
                                    </p:animEffect>
                                    <p:anim calcmode="lin" valueType="num">
                                      <p:cBhvr>
                                        <p:cTn id="40" dur="1000" fill="hold"/>
                                        <p:tgtEl>
                                          <p:spTgt spid="30"/>
                                        </p:tgtEl>
                                        <p:attrNameLst>
                                          <p:attrName>ppt_x</p:attrName>
                                        </p:attrNameLst>
                                      </p:cBhvr>
                                      <p:tavLst>
                                        <p:tav tm="0">
                                          <p:val>
                                            <p:strVal val="#ppt_x"/>
                                          </p:val>
                                        </p:tav>
                                        <p:tav tm="100000">
                                          <p:val>
                                            <p:strVal val="#ppt_x"/>
                                          </p:val>
                                        </p:tav>
                                      </p:tavLst>
                                    </p:anim>
                                    <p:anim calcmode="lin" valueType="num">
                                      <p:cBhvr>
                                        <p:cTn id="41" dur="1000" fill="hold"/>
                                        <p:tgtEl>
                                          <p:spTgt spid="30"/>
                                        </p:tgtEl>
                                        <p:attrNameLst>
                                          <p:attrName>ppt_y</p:attrName>
                                        </p:attrNameLst>
                                      </p:cBhvr>
                                      <p:tavLst>
                                        <p:tav tm="0">
                                          <p:val>
                                            <p:strVal val="#ppt_y+.1"/>
                                          </p:val>
                                        </p:tav>
                                        <p:tav tm="100000">
                                          <p:val>
                                            <p:strVal val="#ppt_y"/>
                                          </p:val>
                                        </p:tav>
                                      </p:tavLst>
                                    </p:anim>
                                  </p:childTnLst>
                                </p:cTn>
                              </p:par>
                              <p:par>
                                <p:cTn id="42" presetID="10" presetClass="entr" presetSubtype="0" fill="hold" nodeType="withEffect">
                                  <p:stCondLst>
                                    <p:cond delay="1400"/>
                                  </p:stCondLst>
                                  <p:childTnLst>
                                    <p:set>
                                      <p:cBhvr>
                                        <p:cTn id="43" dur="1" fill="hold">
                                          <p:stCondLst>
                                            <p:cond delay="0"/>
                                          </p:stCondLst>
                                        </p:cTn>
                                        <p:tgtEl>
                                          <p:spTgt spid="32"/>
                                        </p:tgtEl>
                                        <p:attrNameLst>
                                          <p:attrName>style.visibility</p:attrName>
                                        </p:attrNameLst>
                                      </p:cBhvr>
                                      <p:to>
                                        <p:strVal val="visible"/>
                                      </p:to>
                                    </p:set>
                                    <p:animEffect transition="in" filter="fade">
                                      <p:cBhvr>
                                        <p:cTn id="44" dur="500"/>
                                        <p:tgtEl>
                                          <p:spTgt spid="3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wipe(left)">
                                      <p:cBhvr>
                                        <p:cTn id="49" dur="500"/>
                                        <p:tgtEl>
                                          <p:spTgt spid="23"/>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wipe(left)">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animBg="1"/>
      <p:bldP spid="29" grpId="0" animBg="1"/>
      <p:bldP spid="30"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EEDEB420-965E-7576-29DD-34135273E97E}"/>
              </a:ext>
            </a:extLst>
          </p:cNvPr>
          <p:cNvSpPr>
            <a:spLocks noGrp="1"/>
          </p:cNvSpPr>
          <p:nvPr>
            <p:ph type="body" sz="quarter" idx="35"/>
          </p:nvPr>
        </p:nvSpPr>
        <p:spPr/>
        <p:txBody>
          <a:bodyPr/>
          <a:lstStyle/>
          <a:p>
            <a:r>
              <a:rPr lang="fr-FR" sz="1400" cap="none"/>
              <a:t>Le contrat de service</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Eléments conceptuels</a:t>
            </a:r>
          </a:p>
        </p:txBody>
      </p:sp>
      <p:sp>
        <p:nvSpPr>
          <p:cNvPr id="108" name="Rectangle à coins arrondis 56">
            <a:extLst>
              <a:ext uri="{FF2B5EF4-FFF2-40B4-BE49-F238E27FC236}">
                <a16:creationId xmlns:a16="http://schemas.microsoft.com/office/drawing/2014/main" id="{E4D7F1D5-E96C-B7C3-62C7-DBAC6B7DF7D1}"/>
              </a:ext>
            </a:extLst>
          </p:cNvPr>
          <p:cNvSpPr/>
          <p:nvPr/>
        </p:nvSpPr>
        <p:spPr>
          <a:xfrm>
            <a:off x="5807968" y="1369846"/>
            <a:ext cx="5974156" cy="615452"/>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rtlCol="0" anchor="t"/>
          <a:lstStyle/>
          <a:p>
            <a:pPr algn="ctr">
              <a:buClr>
                <a:schemeClr val="accent3"/>
              </a:buClr>
            </a:pPr>
            <a:r>
              <a:rPr lang="fr-FR" sz="1400">
                <a:solidFill>
                  <a:schemeClr val="tx1"/>
                </a:solidFill>
                <a:latin typeface="Arial" pitchFamily="34" charset="0"/>
                <a:cs typeface="Arial" pitchFamily="34" charset="0"/>
              </a:rPr>
              <a:t>Le </a:t>
            </a:r>
            <a:r>
              <a:rPr lang="fr-FR" sz="1400" b="1">
                <a:solidFill>
                  <a:schemeClr val="tx2"/>
                </a:solidFill>
                <a:latin typeface="Arial" pitchFamily="34" charset="0"/>
                <a:cs typeface="Arial" pitchFamily="34" charset="0"/>
              </a:rPr>
              <a:t>Contrat de Service</a:t>
            </a:r>
            <a:r>
              <a:rPr lang="fr-FR" sz="1400">
                <a:solidFill>
                  <a:schemeClr val="tx2"/>
                </a:solidFill>
                <a:latin typeface="Arial" pitchFamily="34" charset="0"/>
                <a:cs typeface="Arial" pitchFamily="34" charset="0"/>
              </a:rPr>
              <a:t> </a:t>
            </a:r>
            <a:r>
              <a:rPr lang="fr-FR" sz="1400">
                <a:solidFill>
                  <a:schemeClr val="tx1"/>
                </a:solidFill>
                <a:latin typeface="Arial" pitchFamily="34" charset="0"/>
                <a:cs typeface="Arial" pitchFamily="34" charset="0"/>
              </a:rPr>
              <a:t>définit un accord entre : </a:t>
            </a:r>
          </a:p>
          <a:p>
            <a:pPr algn="ctr">
              <a:buClr>
                <a:schemeClr val="accent3"/>
              </a:buClr>
            </a:pPr>
            <a:r>
              <a:rPr lang="fr-FR" sz="1400">
                <a:solidFill>
                  <a:schemeClr val="tx1"/>
                </a:solidFill>
                <a:latin typeface="Arial" pitchFamily="34" charset="0"/>
                <a:cs typeface="Arial" pitchFamily="34" charset="0"/>
              </a:rPr>
              <a:t>le</a:t>
            </a:r>
            <a:r>
              <a:rPr lang="fr-FR" sz="1400">
                <a:solidFill>
                  <a:schemeClr val="tx1">
                    <a:lumMod val="50000"/>
                    <a:lumOff val="50000"/>
                  </a:schemeClr>
                </a:solidFill>
                <a:latin typeface="Arial" pitchFamily="34" charset="0"/>
                <a:cs typeface="Arial" pitchFamily="34" charset="0"/>
              </a:rPr>
              <a:t> </a:t>
            </a:r>
            <a:r>
              <a:rPr lang="fr-FR" sz="1400" b="1">
                <a:solidFill>
                  <a:schemeClr val="tx2"/>
                </a:solidFill>
                <a:latin typeface="Arial" pitchFamily="34" charset="0"/>
                <a:cs typeface="Arial" pitchFamily="34" charset="0"/>
              </a:rPr>
              <a:t>fournisseur</a:t>
            </a:r>
            <a:r>
              <a:rPr lang="fr-FR" sz="1400">
                <a:solidFill>
                  <a:schemeClr val="accent2"/>
                </a:solidFill>
                <a:latin typeface="Arial" pitchFamily="34" charset="0"/>
                <a:cs typeface="Arial" pitchFamily="34" charset="0"/>
              </a:rPr>
              <a:t> </a:t>
            </a:r>
            <a:r>
              <a:rPr lang="fr-FR" sz="1400">
                <a:solidFill>
                  <a:schemeClr val="tx1"/>
                </a:solidFill>
                <a:latin typeface="Arial" pitchFamily="34" charset="0"/>
                <a:cs typeface="Arial" pitchFamily="34" charset="0"/>
              </a:rPr>
              <a:t>et le</a:t>
            </a:r>
            <a:r>
              <a:rPr lang="fr-FR" sz="1400">
                <a:solidFill>
                  <a:schemeClr val="tx1">
                    <a:lumMod val="50000"/>
                    <a:lumOff val="50000"/>
                  </a:schemeClr>
                </a:solidFill>
                <a:latin typeface="Arial" pitchFamily="34" charset="0"/>
                <a:cs typeface="Arial" pitchFamily="34" charset="0"/>
              </a:rPr>
              <a:t> </a:t>
            </a:r>
            <a:r>
              <a:rPr lang="fr-FR" sz="1400" b="1">
                <a:solidFill>
                  <a:schemeClr val="tx2"/>
                </a:solidFill>
                <a:latin typeface="Arial" pitchFamily="34" charset="0"/>
                <a:cs typeface="Arial" pitchFamily="34" charset="0"/>
              </a:rPr>
              <a:t>consommateur</a:t>
            </a:r>
          </a:p>
        </p:txBody>
      </p:sp>
      <p:sp>
        <p:nvSpPr>
          <p:cNvPr id="109" name="Rectangle à coins arrondis 57">
            <a:extLst>
              <a:ext uri="{FF2B5EF4-FFF2-40B4-BE49-F238E27FC236}">
                <a16:creationId xmlns:a16="http://schemas.microsoft.com/office/drawing/2014/main" id="{A73EDFBB-C9BF-6741-82E8-D65B22975ABE}"/>
              </a:ext>
            </a:extLst>
          </p:cNvPr>
          <p:cNvSpPr/>
          <p:nvPr/>
        </p:nvSpPr>
        <p:spPr>
          <a:xfrm>
            <a:off x="5421752" y="2086651"/>
            <a:ext cx="6360372" cy="2058887"/>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rtlCol="0" anchor="t"/>
          <a:lstStyle/>
          <a:p>
            <a:pPr>
              <a:spcBef>
                <a:spcPts val="600"/>
              </a:spcBef>
              <a:buClr>
                <a:schemeClr val="accent3"/>
              </a:buClr>
            </a:pPr>
            <a:r>
              <a:rPr lang="fr-FR" sz="1400">
                <a:solidFill>
                  <a:schemeClr val="tx1"/>
                </a:solidFill>
                <a:latin typeface="Arial" pitchFamily="34" charset="0"/>
                <a:cs typeface="Arial" pitchFamily="34" charset="0"/>
              </a:rPr>
              <a:t>Le Contrat de Service est composé de :</a:t>
            </a:r>
          </a:p>
          <a:p>
            <a:pPr marL="285750" indent="-285750">
              <a:spcBef>
                <a:spcPts val="600"/>
              </a:spcBef>
              <a:buClr>
                <a:schemeClr val="tx2"/>
              </a:buClr>
              <a:buFont typeface="Wingdings" panose="05000000000000000000" pitchFamily="2" charset="2"/>
              <a:buChar char="ü"/>
            </a:pPr>
            <a:r>
              <a:rPr lang="fr-FR" sz="1400">
                <a:solidFill>
                  <a:schemeClr val="tx1"/>
                </a:solidFill>
                <a:latin typeface="Arial" pitchFamily="34" charset="0"/>
                <a:cs typeface="Arial" pitchFamily="34" charset="0"/>
              </a:rPr>
              <a:t>Un volet </a:t>
            </a:r>
            <a:r>
              <a:rPr lang="fr-FR" sz="1400" b="1">
                <a:solidFill>
                  <a:schemeClr val="tx2"/>
                </a:solidFill>
                <a:latin typeface="Arial" pitchFamily="34" charset="0"/>
                <a:cs typeface="Arial" pitchFamily="34" charset="0"/>
              </a:rPr>
              <a:t>syntaxique</a:t>
            </a:r>
            <a:r>
              <a:rPr lang="fr-FR" sz="1400">
                <a:solidFill>
                  <a:schemeClr val="tx1"/>
                </a:solidFill>
                <a:latin typeface="Arial" pitchFamily="34" charset="0"/>
                <a:cs typeface="Arial" pitchFamily="34" charset="0"/>
              </a:rPr>
              <a:t> qui </a:t>
            </a:r>
            <a:r>
              <a:rPr lang="fr-FR" sz="1400">
                <a:latin typeface="Arial" panose="020B0604020202020204" pitchFamily="34" charset="0"/>
                <a:cs typeface="Arial" panose="020B0604020202020204" pitchFamily="34" charset="0"/>
              </a:rPr>
              <a:t>propose une représentation technique du service</a:t>
            </a:r>
          </a:p>
          <a:p>
            <a:pPr marL="533400" lvl="1" indent="-177800">
              <a:spcBef>
                <a:spcPts val="600"/>
              </a:spcBef>
              <a:buClr>
                <a:schemeClr val="tx2"/>
              </a:buClr>
              <a:buFont typeface="Arial" panose="020B0604020202020204" pitchFamily="34" charset="0"/>
              <a:buChar char="•"/>
            </a:pPr>
            <a:r>
              <a:rPr lang="fr-FR" sz="1200">
                <a:solidFill>
                  <a:schemeClr val="tx1"/>
                </a:solidFill>
                <a:latin typeface="Arial" pitchFamily="34" charset="0"/>
                <a:cs typeface="Arial" pitchFamily="34" charset="0"/>
              </a:rPr>
              <a:t>Nom du traitement, paramètres d’entrée et de sortie, contraintes structurelles</a:t>
            </a:r>
          </a:p>
          <a:p>
            <a:pPr marL="285750" indent="-285750">
              <a:spcBef>
                <a:spcPts val="600"/>
              </a:spcBef>
              <a:buClr>
                <a:schemeClr val="tx2"/>
              </a:buClr>
              <a:buFont typeface="Wingdings" panose="05000000000000000000" pitchFamily="2" charset="2"/>
              <a:buChar char="ü"/>
            </a:pPr>
            <a:r>
              <a:rPr lang="fr-FR" sz="1400">
                <a:solidFill>
                  <a:schemeClr val="tx1"/>
                </a:solidFill>
                <a:latin typeface="Arial" pitchFamily="34" charset="0"/>
                <a:cs typeface="Arial" pitchFamily="34" charset="0"/>
              </a:rPr>
              <a:t>Un volet </a:t>
            </a:r>
            <a:r>
              <a:rPr lang="fr-FR" sz="1400" b="1">
                <a:solidFill>
                  <a:schemeClr val="tx2"/>
                </a:solidFill>
                <a:latin typeface="Arial" pitchFamily="34" charset="0"/>
                <a:cs typeface="Arial" pitchFamily="34" charset="0"/>
              </a:rPr>
              <a:t>sémantique</a:t>
            </a:r>
            <a:r>
              <a:rPr lang="fr-FR" sz="1400">
                <a:solidFill>
                  <a:schemeClr val="tx1"/>
                </a:solidFill>
                <a:latin typeface="Arial" pitchFamily="34" charset="0"/>
                <a:cs typeface="Arial" pitchFamily="34" charset="0"/>
              </a:rPr>
              <a:t> </a:t>
            </a:r>
            <a:r>
              <a:rPr lang="fr-FR" sz="1400">
                <a:latin typeface="Arial" panose="020B0604020202020204" pitchFamily="34" charset="0"/>
                <a:cs typeface="Arial" panose="020B0604020202020204" pitchFamily="34" charset="0"/>
              </a:rPr>
              <a:t>qui fournit une description informelle du traitement</a:t>
            </a:r>
          </a:p>
          <a:p>
            <a:pPr marL="533400" lvl="1" indent="-177800">
              <a:spcBef>
                <a:spcPts val="600"/>
              </a:spcBef>
              <a:buClr>
                <a:schemeClr val="tx2"/>
              </a:buClr>
              <a:buFont typeface="Arial" panose="020B0604020202020204" pitchFamily="34" charset="0"/>
              <a:buChar char="•"/>
            </a:pPr>
            <a:r>
              <a:rPr lang="fr-FR" sz="1200">
                <a:solidFill>
                  <a:schemeClr val="tx1"/>
                </a:solidFill>
                <a:latin typeface="Arial" pitchFamily="34" charset="0"/>
                <a:cs typeface="Arial" pitchFamily="34" charset="0"/>
              </a:rPr>
              <a:t>Règles et contraintes d’utilisation du service, les exceptions, les pré et post conditions techniques</a:t>
            </a:r>
          </a:p>
          <a:p>
            <a:pPr marL="285750" indent="-285750">
              <a:spcBef>
                <a:spcPts val="600"/>
              </a:spcBef>
              <a:buClr>
                <a:schemeClr val="tx2"/>
              </a:buClr>
              <a:buFont typeface="Wingdings" panose="05000000000000000000" pitchFamily="2" charset="2"/>
              <a:buChar char="ü"/>
            </a:pPr>
            <a:r>
              <a:rPr lang="fr-FR" sz="1400">
                <a:solidFill>
                  <a:schemeClr val="tx1"/>
                </a:solidFill>
                <a:latin typeface="Arial" pitchFamily="34" charset="0"/>
                <a:cs typeface="Arial" pitchFamily="34" charset="0"/>
              </a:rPr>
              <a:t>Un volet dit de </a:t>
            </a:r>
            <a:r>
              <a:rPr lang="fr-FR" sz="1400" b="1">
                <a:solidFill>
                  <a:schemeClr val="tx2"/>
                </a:solidFill>
                <a:latin typeface="Arial" pitchFamily="34" charset="0"/>
                <a:cs typeface="Arial" pitchFamily="34" charset="0"/>
              </a:rPr>
              <a:t>niveau de service</a:t>
            </a:r>
            <a:r>
              <a:rPr lang="fr-FR" sz="1400">
                <a:solidFill>
                  <a:schemeClr val="tx2"/>
                </a:solidFill>
                <a:latin typeface="Arial" pitchFamily="34" charset="0"/>
                <a:cs typeface="Arial" pitchFamily="34" charset="0"/>
              </a:rPr>
              <a:t> </a:t>
            </a:r>
            <a:r>
              <a:rPr lang="fr-FR" sz="1400">
                <a:solidFill>
                  <a:schemeClr val="tx1"/>
                </a:solidFill>
                <a:latin typeface="Arial" pitchFamily="34" charset="0"/>
                <a:cs typeface="Arial" pitchFamily="34" charset="0"/>
              </a:rPr>
              <a:t>(QoS &amp; SLA) q</a:t>
            </a:r>
            <a:r>
              <a:rPr lang="fr-FR" sz="1400">
                <a:latin typeface="Arial" panose="020B0604020202020204" pitchFamily="34" charset="0"/>
                <a:cs typeface="Arial" panose="020B0604020202020204" pitchFamily="34" charset="0"/>
              </a:rPr>
              <a:t>ui précise les engagements du service</a:t>
            </a:r>
          </a:p>
          <a:p>
            <a:pPr marL="533400" lvl="1" indent="-177800">
              <a:spcBef>
                <a:spcPts val="600"/>
              </a:spcBef>
              <a:buClr>
                <a:schemeClr val="tx2"/>
              </a:buClr>
              <a:buFont typeface="Arial" panose="020B0604020202020204" pitchFamily="34" charset="0"/>
              <a:buChar char="•"/>
            </a:pPr>
            <a:r>
              <a:rPr lang="fr-FR" sz="1200">
                <a:solidFill>
                  <a:schemeClr val="tx1"/>
                </a:solidFill>
                <a:latin typeface="Arial" panose="020B0604020202020204" pitchFamily="34" charset="0"/>
                <a:cs typeface="Arial" panose="020B0604020202020204" pitchFamily="34" charset="0"/>
              </a:rPr>
              <a:t>Temps de réponse maximum attendu, plages horaires d’accessibilité, temps de repris après interruption, procédures mises en œuvre en cas de panne</a:t>
            </a:r>
          </a:p>
        </p:txBody>
      </p:sp>
      <p:grpSp>
        <p:nvGrpSpPr>
          <p:cNvPr id="110" name="Groupe 109">
            <a:extLst>
              <a:ext uri="{FF2B5EF4-FFF2-40B4-BE49-F238E27FC236}">
                <a16:creationId xmlns:a16="http://schemas.microsoft.com/office/drawing/2014/main" id="{F9291521-4A1D-1321-C049-EC1D9F03B5D6}"/>
              </a:ext>
            </a:extLst>
          </p:cNvPr>
          <p:cNvGrpSpPr/>
          <p:nvPr/>
        </p:nvGrpSpPr>
        <p:grpSpPr>
          <a:xfrm>
            <a:off x="5526286" y="4823544"/>
            <a:ext cx="6330354" cy="1466163"/>
            <a:chOff x="5451770" y="4843157"/>
            <a:chExt cx="6330354" cy="1466163"/>
          </a:xfrm>
        </p:grpSpPr>
        <p:sp>
          <p:nvSpPr>
            <p:cNvPr id="111" name="Rectangle à coins arrondis 60">
              <a:extLst>
                <a:ext uri="{FF2B5EF4-FFF2-40B4-BE49-F238E27FC236}">
                  <a16:creationId xmlns:a16="http://schemas.microsoft.com/office/drawing/2014/main" id="{1C564E8E-D66F-16B9-8568-10E3F5E507EB}"/>
                </a:ext>
              </a:extLst>
            </p:cNvPr>
            <p:cNvSpPr/>
            <p:nvPr/>
          </p:nvSpPr>
          <p:spPr>
            <a:xfrm>
              <a:off x="5733452" y="4843157"/>
              <a:ext cx="6048672" cy="1466163"/>
            </a:xfrm>
            <a:prstGeom prst="roundRect">
              <a:avLst>
                <a:gd name="adj" fmla="val 0"/>
              </a:avLst>
            </a:prstGeom>
            <a:ln w="12700">
              <a:solidFill>
                <a:schemeClr val="tx2"/>
              </a:solidFill>
            </a:ln>
          </p:spPr>
          <p:style>
            <a:lnRef idx="2">
              <a:schemeClr val="accent1"/>
            </a:lnRef>
            <a:fillRef idx="1">
              <a:schemeClr val="lt1"/>
            </a:fillRef>
            <a:effectRef idx="0">
              <a:schemeClr val="accent1"/>
            </a:effectRef>
            <a:fontRef idx="minor">
              <a:schemeClr val="dk1"/>
            </a:fontRef>
          </p:style>
          <p:txBody>
            <a:bodyPr lIns="1116000" tIns="90000" rtlCol="0" anchor="ctr"/>
            <a:lstStyle/>
            <a:p>
              <a:pPr>
                <a:spcBef>
                  <a:spcPts val="600"/>
                </a:spcBef>
                <a:buClr>
                  <a:schemeClr val="tx2">
                    <a:lumMod val="60000"/>
                    <a:lumOff val="40000"/>
                  </a:schemeClr>
                </a:buClr>
              </a:pPr>
              <a:r>
                <a:rPr lang="fr-FR" sz="1200" b="1">
                  <a:solidFill>
                    <a:schemeClr val="tx2"/>
                  </a:solidFill>
                  <a:latin typeface="Arial" pitchFamily="34" charset="0"/>
                  <a:cs typeface="Arial" pitchFamily="34" charset="0"/>
                </a:rPr>
                <a:t>Syntaxe</a:t>
              </a:r>
              <a:r>
                <a:rPr lang="fr-FR" sz="1200">
                  <a:solidFill>
                    <a:schemeClr val="tx1"/>
                  </a:solidFill>
                  <a:latin typeface="Arial" pitchFamily="34" charset="0"/>
                  <a:cs typeface="Arial" pitchFamily="34" charset="0"/>
                </a:rPr>
                <a:t> : Envoyer du courrier via l’usage de lettres timbrées de formats multiples</a:t>
              </a:r>
            </a:p>
            <a:p>
              <a:pPr>
                <a:spcBef>
                  <a:spcPts val="600"/>
                </a:spcBef>
                <a:buClr>
                  <a:schemeClr val="tx2">
                    <a:lumMod val="60000"/>
                    <a:lumOff val="40000"/>
                  </a:schemeClr>
                </a:buClr>
              </a:pPr>
              <a:r>
                <a:rPr lang="fr-FR" sz="1200" b="1">
                  <a:solidFill>
                    <a:schemeClr val="tx2"/>
                  </a:solidFill>
                  <a:latin typeface="Arial" pitchFamily="34" charset="0"/>
                  <a:cs typeface="Arial" pitchFamily="34" charset="0"/>
                </a:rPr>
                <a:t>Sémantique</a:t>
              </a:r>
              <a:r>
                <a:rPr lang="fr-FR" sz="1200">
                  <a:solidFill>
                    <a:schemeClr val="tx1"/>
                  </a:solidFill>
                  <a:latin typeface="Arial" pitchFamily="34" charset="0"/>
                  <a:cs typeface="Arial" pitchFamily="34" charset="0"/>
                </a:rPr>
                <a:t> : Lettres au dessus d’un certain format sont considérées comme des colis</a:t>
              </a:r>
            </a:p>
            <a:p>
              <a:pPr>
                <a:spcBef>
                  <a:spcPts val="600"/>
                </a:spcBef>
                <a:buClr>
                  <a:schemeClr val="tx2">
                    <a:lumMod val="60000"/>
                    <a:lumOff val="40000"/>
                  </a:schemeClr>
                </a:buClr>
              </a:pPr>
              <a:r>
                <a:rPr lang="fr-FR" sz="1200" b="1">
                  <a:solidFill>
                    <a:schemeClr val="tx2"/>
                  </a:solidFill>
                  <a:latin typeface="Arial" pitchFamily="34" charset="0"/>
                  <a:cs typeface="Arial" pitchFamily="34" charset="0"/>
                </a:rPr>
                <a:t>SLA</a:t>
              </a:r>
              <a:r>
                <a:rPr lang="fr-FR" sz="1200">
                  <a:solidFill>
                    <a:schemeClr val="tx1"/>
                  </a:solidFill>
                  <a:latin typeface="Arial" pitchFamily="34" charset="0"/>
                  <a:cs typeface="Arial" pitchFamily="34" charset="0"/>
                </a:rPr>
                <a:t> : Acheminement sous 2 jours en utilisant un timbre vert</a:t>
              </a:r>
            </a:p>
          </p:txBody>
        </p:sp>
        <p:sp>
          <p:nvSpPr>
            <p:cNvPr id="112" name="Rectangle à coins arrondis 61">
              <a:extLst>
                <a:ext uri="{FF2B5EF4-FFF2-40B4-BE49-F238E27FC236}">
                  <a16:creationId xmlns:a16="http://schemas.microsoft.com/office/drawing/2014/main" id="{8797A045-01DF-1C9C-B26F-D8184965EA02}"/>
                </a:ext>
              </a:extLst>
            </p:cNvPr>
            <p:cNvSpPr/>
            <p:nvPr/>
          </p:nvSpPr>
          <p:spPr>
            <a:xfrm rot="16200000">
              <a:off x="4862245" y="5432683"/>
              <a:ext cx="1466162" cy="287111"/>
            </a:xfrm>
            <a:prstGeom prst="roundRect">
              <a:avLst>
                <a:gd name="adj" fmla="val 0"/>
              </a:avLst>
            </a:prstGeom>
            <a:solidFill>
              <a:schemeClr val="tx2"/>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fr-FR" sz="1100" b="1" spc="600">
                  <a:solidFill>
                    <a:prstClr val="white"/>
                  </a:solidFill>
                </a:rPr>
                <a:t>EXEMPLE</a:t>
              </a:r>
            </a:p>
          </p:txBody>
        </p:sp>
      </p:grpSp>
      <p:pic>
        <p:nvPicPr>
          <p:cNvPr id="121" name="Image 120">
            <a:extLst>
              <a:ext uri="{FF2B5EF4-FFF2-40B4-BE49-F238E27FC236}">
                <a16:creationId xmlns:a16="http://schemas.microsoft.com/office/drawing/2014/main" id="{09819AFE-4975-3FDD-9568-8256E9409207}"/>
              </a:ext>
            </a:extLst>
          </p:cNvPr>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881022" y="5187312"/>
            <a:ext cx="901380" cy="731282"/>
          </a:xfrm>
          <a:prstGeom prst="rect">
            <a:avLst/>
          </a:prstGeom>
        </p:spPr>
      </p:pic>
      <p:pic>
        <p:nvPicPr>
          <p:cNvPr id="123" name="Image 122">
            <a:extLst>
              <a:ext uri="{FF2B5EF4-FFF2-40B4-BE49-F238E27FC236}">
                <a16:creationId xmlns:a16="http://schemas.microsoft.com/office/drawing/2014/main" id="{35A8B24C-3D30-DC31-FA45-CCC93C4A153C}"/>
              </a:ext>
            </a:extLst>
          </p:cNvPr>
          <p:cNvPicPr>
            <a:picLocks noChangeAspect="1"/>
          </p:cNvPicPr>
          <p:nvPr/>
        </p:nvPicPr>
        <p:blipFill>
          <a:blip r:embed="rId4" cstate="screen">
            <a:biLevel thresh="50000"/>
            <a:extLst>
              <a:ext uri="{28A0092B-C50C-407E-A947-70E740481C1C}">
                <a14:useLocalDpi xmlns:a14="http://schemas.microsoft.com/office/drawing/2010/main"/>
              </a:ext>
            </a:extLst>
          </a:blip>
          <a:stretch>
            <a:fillRect/>
          </a:stretch>
        </p:blipFill>
        <p:spPr>
          <a:xfrm>
            <a:off x="981607" y="3464570"/>
            <a:ext cx="482520" cy="573608"/>
          </a:xfrm>
          <a:prstGeom prst="rect">
            <a:avLst/>
          </a:prstGeom>
        </p:spPr>
      </p:pic>
      <p:pic>
        <p:nvPicPr>
          <p:cNvPr id="124" name="Image 123">
            <a:extLst>
              <a:ext uri="{FF2B5EF4-FFF2-40B4-BE49-F238E27FC236}">
                <a16:creationId xmlns:a16="http://schemas.microsoft.com/office/drawing/2014/main" id="{839E2353-DC76-CCC6-EB3B-7904CF8AB412}"/>
              </a:ext>
            </a:extLst>
          </p:cNvPr>
          <p:cNvPicPr>
            <a:picLocks noChangeAspect="1"/>
          </p:cNvPicPr>
          <p:nvPr/>
        </p:nvPicPr>
        <p:blipFill>
          <a:blip r:embed="rId4" cstate="screen">
            <a:biLevel thresh="50000"/>
            <a:extLst>
              <a:ext uri="{28A0092B-C50C-407E-A947-70E740481C1C}">
                <a14:useLocalDpi xmlns:a14="http://schemas.microsoft.com/office/drawing/2010/main"/>
              </a:ext>
            </a:extLst>
          </a:blip>
          <a:stretch>
            <a:fillRect/>
          </a:stretch>
        </p:blipFill>
        <p:spPr>
          <a:xfrm>
            <a:off x="2257043" y="3464571"/>
            <a:ext cx="482520" cy="573608"/>
          </a:xfrm>
          <a:prstGeom prst="rect">
            <a:avLst/>
          </a:prstGeom>
        </p:spPr>
      </p:pic>
      <p:pic>
        <p:nvPicPr>
          <p:cNvPr id="125" name="Image 124">
            <a:extLst>
              <a:ext uri="{FF2B5EF4-FFF2-40B4-BE49-F238E27FC236}">
                <a16:creationId xmlns:a16="http://schemas.microsoft.com/office/drawing/2014/main" id="{F3C295B2-0AFA-2691-E1CF-D85F7736F8A1}"/>
              </a:ext>
            </a:extLst>
          </p:cNvPr>
          <p:cNvPicPr>
            <a:picLocks noChangeAspect="1"/>
          </p:cNvPicPr>
          <p:nvPr/>
        </p:nvPicPr>
        <p:blipFill>
          <a:blip r:embed="rId4" cstate="screen">
            <a:biLevel thresh="50000"/>
            <a:extLst>
              <a:ext uri="{28A0092B-C50C-407E-A947-70E740481C1C}">
                <a14:useLocalDpi xmlns:a14="http://schemas.microsoft.com/office/drawing/2010/main"/>
              </a:ext>
            </a:extLst>
          </a:blip>
          <a:stretch>
            <a:fillRect/>
          </a:stretch>
        </p:blipFill>
        <p:spPr>
          <a:xfrm>
            <a:off x="4221931" y="3464570"/>
            <a:ext cx="482520" cy="573608"/>
          </a:xfrm>
          <a:prstGeom prst="rect">
            <a:avLst/>
          </a:prstGeom>
        </p:spPr>
      </p:pic>
      <p:sp>
        <p:nvSpPr>
          <p:cNvPr id="126" name="Rectangle à coins arrondis 90">
            <a:extLst>
              <a:ext uri="{FF2B5EF4-FFF2-40B4-BE49-F238E27FC236}">
                <a16:creationId xmlns:a16="http://schemas.microsoft.com/office/drawing/2014/main" id="{1D4B4067-0DDD-4A0C-F5BD-AC0DA312FD85}"/>
              </a:ext>
            </a:extLst>
          </p:cNvPr>
          <p:cNvSpPr/>
          <p:nvPr/>
        </p:nvSpPr>
        <p:spPr bwMode="auto">
          <a:xfrm>
            <a:off x="2073851" y="5879101"/>
            <a:ext cx="1508011" cy="281855"/>
          </a:xfrm>
          <a:prstGeom prst="roundRect">
            <a:avLst>
              <a:gd name="adj" fmla="val 0"/>
            </a:avLst>
          </a:prstGeom>
          <a:ln w="12700">
            <a:solidFill>
              <a:schemeClr val="accent5"/>
            </a:solidFill>
            <a:headEnd/>
            <a:tailEn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buClr>
                <a:schemeClr val="accent1">
                  <a:lumMod val="75000"/>
                </a:schemeClr>
              </a:buClr>
            </a:pPr>
            <a:r>
              <a:rPr lang="fr-FR" sz="700" b="1" spc="300">
                <a:solidFill>
                  <a:schemeClr val="accent5"/>
                </a:solidFill>
              </a:rPr>
              <a:t>CONSOMMATEUR</a:t>
            </a:r>
          </a:p>
        </p:txBody>
      </p:sp>
      <p:cxnSp>
        <p:nvCxnSpPr>
          <p:cNvPr id="129" name="Connecteur droit avec flèche 128">
            <a:extLst>
              <a:ext uri="{FF2B5EF4-FFF2-40B4-BE49-F238E27FC236}">
                <a16:creationId xmlns:a16="http://schemas.microsoft.com/office/drawing/2014/main" id="{C4356656-60EC-1132-9E20-A0F1A0CAFD92}"/>
              </a:ext>
            </a:extLst>
          </p:cNvPr>
          <p:cNvCxnSpPr>
            <a:cxnSpLocks/>
            <a:stCxn id="126" idx="0"/>
            <a:endCxn id="150" idx="4"/>
          </p:cNvCxnSpPr>
          <p:nvPr/>
        </p:nvCxnSpPr>
        <p:spPr>
          <a:xfrm flipV="1">
            <a:off x="2827857" y="3558115"/>
            <a:ext cx="1653" cy="2320986"/>
          </a:xfrm>
          <a:prstGeom prst="straightConnector1">
            <a:avLst/>
          </a:prstGeom>
          <a:ln w="12700">
            <a:solidFill>
              <a:schemeClr val="accent5"/>
            </a:solidFill>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130" name="Connecteur droit avec flèche 129">
            <a:extLst>
              <a:ext uri="{FF2B5EF4-FFF2-40B4-BE49-F238E27FC236}">
                <a16:creationId xmlns:a16="http://schemas.microsoft.com/office/drawing/2014/main" id="{D92581C3-4917-3A73-102D-7F33E6A62086}"/>
              </a:ext>
            </a:extLst>
          </p:cNvPr>
          <p:cNvCxnSpPr>
            <a:stCxn id="126" idx="0"/>
            <a:endCxn id="144" idx="4"/>
          </p:cNvCxnSpPr>
          <p:nvPr/>
        </p:nvCxnSpPr>
        <p:spPr>
          <a:xfrm flipV="1">
            <a:off x="2827857" y="3558115"/>
            <a:ext cx="1234064" cy="2320986"/>
          </a:xfrm>
          <a:prstGeom prst="straightConnector1">
            <a:avLst/>
          </a:prstGeom>
          <a:ln w="12700">
            <a:solidFill>
              <a:schemeClr val="accent5"/>
            </a:solidFill>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131" name="Connecteur droit avec flèche 130">
            <a:extLst>
              <a:ext uri="{FF2B5EF4-FFF2-40B4-BE49-F238E27FC236}">
                <a16:creationId xmlns:a16="http://schemas.microsoft.com/office/drawing/2014/main" id="{805A9889-A3AB-E5F5-F364-69879D119856}"/>
              </a:ext>
            </a:extLst>
          </p:cNvPr>
          <p:cNvCxnSpPr>
            <a:stCxn id="126" idx="0"/>
            <a:endCxn id="156" idx="4"/>
          </p:cNvCxnSpPr>
          <p:nvPr/>
        </p:nvCxnSpPr>
        <p:spPr>
          <a:xfrm flipH="1" flipV="1">
            <a:off x="1595233" y="3556725"/>
            <a:ext cx="1232624" cy="2322376"/>
          </a:xfrm>
          <a:prstGeom prst="straightConnector1">
            <a:avLst/>
          </a:prstGeom>
          <a:ln w="12700">
            <a:solidFill>
              <a:schemeClr val="accent5"/>
            </a:solidFill>
            <a:headEnd type="triangle"/>
            <a:tailEnd type="triangle"/>
          </a:ln>
        </p:spPr>
        <p:style>
          <a:lnRef idx="2">
            <a:schemeClr val="accent4"/>
          </a:lnRef>
          <a:fillRef idx="0">
            <a:schemeClr val="accent4"/>
          </a:fillRef>
          <a:effectRef idx="1">
            <a:schemeClr val="accent4"/>
          </a:effectRef>
          <a:fontRef idx="minor">
            <a:schemeClr val="tx1"/>
          </a:fontRef>
        </p:style>
      </p:cxnSp>
      <p:grpSp>
        <p:nvGrpSpPr>
          <p:cNvPr id="132" name="Groupe 131">
            <a:extLst>
              <a:ext uri="{FF2B5EF4-FFF2-40B4-BE49-F238E27FC236}">
                <a16:creationId xmlns:a16="http://schemas.microsoft.com/office/drawing/2014/main" id="{F390ACD6-60ED-ABB9-3535-24D227B03AAC}"/>
              </a:ext>
            </a:extLst>
          </p:cNvPr>
          <p:cNvGrpSpPr/>
          <p:nvPr/>
        </p:nvGrpSpPr>
        <p:grpSpPr>
          <a:xfrm>
            <a:off x="758888" y="1801343"/>
            <a:ext cx="4086865" cy="1756772"/>
            <a:chOff x="784116" y="1706854"/>
            <a:chExt cx="4061637" cy="1757590"/>
          </a:xfrm>
        </p:grpSpPr>
        <p:grpSp>
          <p:nvGrpSpPr>
            <p:cNvPr id="133" name="Groupe 132">
              <a:extLst>
                <a:ext uri="{FF2B5EF4-FFF2-40B4-BE49-F238E27FC236}">
                  <a16:creationId xmlns:a16="http://schemas.microsoft.com/office/drawing/2014/main" id="{C43B143D-D158-0F7B-8A88-1D3EE0D0476F}"/>
                </a:ext>
              </a:extLst>
            </p:cNvPr>
            <p:cNvGrpSpPr/>
            <p:nvPr/>
          </p:nvGrpSpPr>
          <p:grpSpPr>
            <a:xfrm>
              <a:off x="784116" y="1706854"/>
              <a:ext cx="4061637" cy="1757590"/>
              <a:chOff x="361507" y="1626410"/>
              <a:chExt cx="4061637" cy="1757590"/>
            </a:xfrm>
          </p:grpSpPr>
          <p:sp>
            <p:nvSpPr>
              <p:cNvPr id="137" name="Rectangle à coins arrondis 5">
                <a:extLst>
                  <a:ext uri="{FF2B5EF4-FFF2-40B4-BE49-F238E27FC236}">
                    <a16:creationId xmlns:a16="http://schemas.microsoft.com/office/drawing/2014/main" id="{A2369922-9258-D059-5633-289BC9C66335}"/>
                  </a:ext>
                </a:extLst>
              </p:cNvPr>
              <p:cNvSpPr/>
              <p:nvPr/>
            </p:nvSpPr>
            <p:spPr bwMode="auto">
              <a:xfrm>
                <a:off x="361507" y="1626410"/>
                <a:ext cx="4061637" cy="1620000"/>
              </a:xfrm>
              <a:prstGeom prst="roundRect">
                <a:avLst>
                  <a:gd name="adj" fmla="val 0"/>
                </a:avLst>
              </a:prstGeom>
              <a:ln w="12700">
                <a:solidFill>
                  <a:schemeClr val="tx1"/>
                </a:solidFill>
                <a:headEnd/>
                <a:tailEn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a:buClr>
                    <a:schemeClr val="accent1">
                      <a:lumMod val="75000"/>
                    </a:schemeClr>
                  </a:buClr>
                </a:pPr>
                <a:r>
                  <a:rPr lang="fr-FR" sz="1050" spc="600">
                    <a:solidFill>
                      <a:schemeClr val="tx1"/>
                    </a:solidFill>
                  </a:rPr>
                  <a:t>FOURNISSEUR</a:t>
                </a:r>
                <a:endParaRPr lang="fr-FR" sz="1400" spc="600">
                  <a:solidFill>
                    <a:schemeClr val="tx1"/>
                  </a:solidFill>
                </a:endParaRPr>
              </a:p>
            </p:txBody>
          </p:sp>
          <p:grpSp>
            <p:nvGrpSpPr>
              <p:cNvPr id="138" name="Groupe 137">
                <a:extLst>
                  <a:ext uri="{FF2B5EF4-FFF2-40B4-BE49-F238E27FC236}">
                    <a16:creationId xmlns:a16="http://schemas.microsoft.com/office/drawing/2014/main" id="{FCF7C358-AB4D-B932-7C02-AB47D4E6BA66}"/>
                  </a:ext>
                </a:extLst>
              </p:cNvPr>
              <p:cNvGrpSpPr/>
              <p:nvPr/>
            </p:nvGrpSpPr>
            <p:grpSpPr>
              <a:xfrm>
                <a:off x="616689" y="1980000"/>
                <a:ext cx="1152000" cy="1402610"/>
                <a:chOff x="616689" y="1980000"/>
                <a:chExt cx="1152000" cy="1402610"/>
              </a:xfrm>
            </p:grpSpPr>
            <p:grpSp>
              <p:nvGrpSpPr>
                <p:cNvPr id="153" name="Groupe 152">
                  <a:extLst>
                    <a:ext uri="{FF2B5EF4-FFF2-40B4-BE49-F238E27FC236}">
                      <a16:creationId xmlns:a16="http://schemas.microsoft.com/office/drawing/2014/main" id="{E38EE713-6428-0D99-A754-664B456628B3}"/>
                    </a:ext>
                  </a:extLst>
                </p:cNvPr>
                <p:cNvGrpSpPr/>
                <p:nvPr/>
              </p:nvGrpSpPr>
              <p:grpSpPr>
                <a:xfrm>
                  <a:off x="616689" y="1980000"/>
                  <a:ext cx="1152000" cy="1188000"/>
                  <a:chOff x="531628" y="2239200"/>
                  <a:chExt cx="1152000" cy="1188000"/>
                </a:xfrm>
              </p:grpSpPr>
              <p:sp>
                <p:nvSpPr>
                  <p:cNvPr id="157" name="Rectangle 156">
                    <a:extLst>
                      <a:ext uri="{FF2B5EF4-FFF2-40B4-BE49-F238E27FC236}">
                        <a16:creationId xmlns:a16="http://schemas.microsoft.com/office/drawing/2014/main" id="{FFA1AF0B-4C5C-3DCD-3403-EF6A7B6E6371}"/>
                      </a:ext>
                    </a:extLst>
                  </p:cNvPr>
                  <p:cNvSpPr/>
                  <p:nvPr/>
                </p:nvSpPr>
                <p:spPr bwMode="auto">
                  <a:xfrm>
                    <a:off x="531628" y="2239200"/>
                    <a:ext cx="1152000" cy="1188000"/>
                  </a:xfrm>
                  <a:prstGeom prst="rect">
                    <a:avLst/>
                  </a:prstGeom>
                  <a:ln w="12700">
                    <a:solidFill>
                      <a:schemeClr val="tx2"/>
                    </a:solidFill>
                    <a:headEnd/>
                    <a:tailEn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0" tIns="144000" rIns="72000" bIns="36000" numCol="1" spcCol="0" rtlCol="0" fromWordArt="0" anchor="b" anchorCtr="0" forceAA="0" compatLnSpc="1">
                    <a:prstTxWarp prst="textNoShape">
                      <a:avLst/>
                    </a:prstTxWarp>
                    <a:noAutofit/>
                  </a:bodyPr>
                  <a:lstStyle/>
                  <a:p>
                    <a:pPr algn="ctr">
                      <a:buClr>
                        <a:schemeClr val="accent1">
                          <a:lumMod val="75000"/>
                        </a:schemeClr>
                      </a:buClr>
                    </a:pPr>
                    <a:r>
                      <a:rPr lang="fr-FR" sz="800" b="1" spc="300">
                        <a:solidFill>
                          <a:schemeClr val="tx2"/>
                        </a:solidFill>
                      </a:rPr>
                      <a:t>SERVICE 1</a:t>
                    </a:r>
                  </a:p>
                </p:txBody>
              </p:sp>
              <p:sp>
                <p:nvSpPr>
                  <p:cNvPr id="158" name="ZoneTexte 157">
                    <a:extLst>
                      <a:ext uri="{FF2B5EF4-FFF2-40B4-BE49-F238E27FC236}">
                        <a16:creationId xmlns:a16="http://schemas.microsoft.com/office/drawing/2014/main" id="{AFAE7333-E5D9-AF7B-D3ED-1718C4EC8E28}"/>
                      </a:ext>
                    </a:extLst>
                  </p:cNvPr>
                  <p:cNvSpPr txBox="1"/>
                  <p:nvPr/>
                </p:nvSpPr>
                <p:spPr>
                  <a:xfrm>
                    <a:off x="614880" y="2336400"/>
                    <a:ext cx="990079" cy="758058"/>
                  </a:xfrm>
                  <a:prstGeom prst="roundRect">
                    <a:avLst>
                      <a:gd name="adj" fmla="val 0"/>
                    </a:avLst>
                  </a:prstGeom>
                  <a:ln w="12700">
                    <a:solidFill>
                      <a:schemeClr val="accent6"/>
                    </a:solidFill>
                  </a:ln>
                </p:spPr>
                <p:style>
                  <a:lnRef idx="2">
                    <a:schemeClr val="accent3"/>
                  </a:lnRef>
                  <a:fillRef idx="1">
                    <a:schemeClr val="lt1"/>
                  </a:fillRef>
                  <a:effectRef idx="0">
                    <a:schemeClr val="accent3"/>
                  </a:effectRef>
                  <a:fontRef idx="minor">
                    <a:schemeClr val="dk1"/>
                  </a:fontRef>
                </p:style>
                <p:txBody>
                  <a:bodyPr wrap="none" lIns="0" bIns="0" rtlCol="0" anchor="b" anchorCtr="0">
                    <a:noAutofit/>
                  </a:bodyPr>
                  <a:lstStyle/>
                  <a:p>
                    <a:pPr algn="ctr"/>
                    <a:r>
                      <a:rPr lang="fr-FR" sz="600" b="1" spc="300">
                        <a:solidFill>
                          <a:schemeClr val="accent6"/>
                        </a:solidFill>
                      </a:rPr>
                      <a:t>  TRAITEMENTS</a:t>
                    </a:r>
                  </a:p>
                </p:txBody>
              </p:sp>
            </p:grpSp>
            <p:grpSp>
              <p:nvGrpSpPr>
                <p:cNvPr id="154" name="Groupe 153">
                  <a:extLst>
                    <a:ext uri="{FF2B5EF4-FFF2-40B4-BE49-F238E27FC236}">
                      <a16:creationId xmlns:a16="http://schemas.microsoft.com/office/drawing/2014/main" id="{1E031463-EE23-F88A-58AC-3BE2699011F7}"/>
                    </a:ext>
                  </a:extLst>
                </p:cNvPr>
                <p:cNvGrpSpPr/>
                <p:nvPr/>
              </p:nvGrpSpPr>
              <p:grpSpPr>
                <a:xfrm>
                  <a:off x="1102689" y="3168000"/>
                  <a:ext cx="180000" cy="214610"/>
                  <a:chOff x="1102689" y="3168000"/>
                  <a:chExt cx="180000" cy="214610"/>
                </a:xfrm>
              </p:grpSpPr>
              <p:cxnSp>
                <p:nvCxnSpPr>
                  <p:cNvPr id="155" name="Connecteur droit 154">
                    <a:extLst>
                      <a:ext uri="{FF2B5EF4-FFF2-40B4-BE49-F238E27FC236}">
                        <a16:creationId xmlns:a16="http://schemas.microsoft.com/office/drawing/2014/main" id="{D6A7F1C4-F411-651A-6C51-4225D65460F8}"/>
                      </a:ext>
                    </a:extLst>
                  </p:cNvPr>
                  <p:cNvCxnSpPr>
                    <a:stCxn id="156" idx="0"/>
                    <a:endCxn id="157" idx="2"/>
                  </p:cNvCxnSpPr>
                  <p:nvPr/>
                </p:nvCxnSpPr>
                <p:spPr>
                  <a:xfrm flipV="1">
                    <a:off x="1192689" y="3168000"/>
                    <a:ext cx="0" cy="3461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56" name="Organigramme : Connecteur 155">
                    <a:extLst>
                      <a:ext uri="{FF2B5EF4-FFF2-40B4-BE49-F238E27FC236}">
                        <a16:creationId xmlns:a16="http://schemas.microsoft.com/office/drawing/2014/main" id="{C0948F21-FDF9-008C-53B3-493275007864}"/>
                      </a:ext>
                    </a:extLst>
                  </p:cNvPr>
                  <p:cNvSpPr/>
                  <p:nvPr/>
                </p:nvSpPr>
                <p:spPr bwMode="auto">
                  <a:xfrm>
                    <a:off x="1102689" y="3202610"/>
                    <a:ext cx="180000" cy="180000"/>
                  </a:xfrm>
                  <a:prstGeom prst="flowChartConnector">
                    <a:avLst/>
                  </a:prstGeom>
                  <a:solidFill>
                    <a:schemeClr val="tx1">
                      <a:lumMod val="10000"/>
                      <a:lumOff val="90000"/>
                    </a:schemeClr>
                  </a:solidFill>
                  <a:ln w="12700">
                    <a:solidFill>
                      <a:schemeClr val="bg1">
                        <a:lumMod val="75000"/>
                      </a:schemeClr>
                    </a:solidFill>
                    <a:headEnd/>
                    <a:tailEn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0" tIns="144000" rIns="72000" bIns="36000" numCol="1" spcCol="0" rtlCol="0" fromWordArt="0" anchor="t" anchorCtr="0" forceAA="0" compatLnSpc="1">
                    <a:prstTxWarp prst="textNoShape">
                      <a:avLst/>
                    </a:prstTxWarp>
                    <a:noAutofit/>
                  </a:bodyPr>
                  <a:lstStyle/>
                  <a:p>
                    <a:pPr marL="285750" indent="-285750" algn="ctr">
                      <a:buClr>
                        <a:schemeClr val="accent1">
                          <a:lumMod val="75000"/>
                        </a:schemeClr>
                      </a:buClr>
                      <a:buFont typeface="Wingdings" panose="05000000000000000000" pitchFamily="2" charset="2"/>
                      <a:buChar char="ü"/>
                    </a:pPr>
                    <a:endParaRPr lang="fr-FR" sz="1400">
                      <a:solidFill>
                        <a:schemeClr val="tx1">
                          <a:lumMod val="65000"/>
                          <a:lumOff val="35000"/>
                        </a:schemeClr>
                      </a:solidFill>
                    </a:endParaRPr>
                  </a:p>
                </p:txBody>
              </p:sp>
            </p:grpSp>
          </p:grpSp>
          <p:grpSp>
            <p:nvGrpSpPr>
              <p:cNvPr id="139" name="Groupe 138">
                <a:extLst>
                  <a:ext uri="{FF2B5EF4-FFF2-40B4-BE49-F238E27FC236}">
                    <a16:creationId xmlns:a16="http://schemas.microsoft.com/office/drawing/2014/main" id="{BAC0ED95-5BA4-E9CE-D344-E677558BEAA9}"/>
                  </a:ext>
                </a:extLst>
              </p:cNvPr>
              <p:cNvGrpSpPr/>
              <p:nvPr/>
            </p:nvGrpSpPr>
            <p:grpSpPr>
              <a:xfrm>
                <a:off x="1842420" y="1980000"/>
                <a:ext cx="1152000" cy="1404000"/>
                <a:chOff x="1842420" y="1980000"/>
                <a:chExt cx="1152000" cy="1404000"/>
              </a:xfrm>
            </p:grpSpPr>
            <p:grpSp>
              <p:nvGrpSpPr>
                <p:cNvPr id="147" name="Groupe 146">
                  <a:extLst>
                    <a:ext uri="{FF2B5EF4-FFF2-40B4-BE49-F238E27FC236}">
                      <a16:creationId xmlns:a16="http://schemas.microsoft.com/office/drawing/2014/main" id="{DD168F24-7B46-54AA-C87E-AC6599DE86C1}"/>
                    </a:ext>
                  </a:extLst>
                </p:cNvPr>
                <p:cNvGrpSpPr/>
                <p:nvPr/>
              </p:nvGrpSpPr>
              <p:grpSpPr>
                <a:xfrm>
                  <a:off x="1842420" y="1980000"/>
                  <a:ext cx="1152000" cy="1188000"/>
                  <a:chOff x="1757359" y="2239200"/>
                  <a:chExt cx="1152000" cy="1188000"/>
                </a:xfrm>
              </p:grpSpPr>
              <p:sp>
                <p:nvSpPr>
                  <p:cNvPr id="151" name="Rectangle 150">
                    <a:extLst>
                      <a:ext uri="{FF2B5EF4-FFF2-40B4-BE49-F238E27FC236}">
                        <a16:creationId xmlns:a16="http://schemas.microsoft.com/office/drawing/2014/main" id="{F7BB6D4A-5AB5-4B73-F63D-E1D512DD30CD}"/>
                      </a:ext>
                    </a:extLst>
                  </p:cNvPr>
                  <p:cNvSpPr/>
                  <p:nvPr/>
                </p:nvSpPr>
                <p:spPr bwMode="auto">
                  <a:xfrm>
                    <a:off x="1757359" y="2239200"/>
                    <a:ext cx="1152000" cy="1188000"/>
                  </a:xfrm>
                  <a:prstGeom prst="rect">
                    <a:avLst/>
                  </a:prstGeom>
                  <a:ln w="12700">
                    <a:solidFill>
                      <a:schemeClr val="tx2"/>
                    </a:solidFill>
                    <a:headEnd/>
                    <a:tailEn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0" tIns="144000" rIns="72000" bIns="36000" numCol="1" spcCol="0" rtlCol="0" fromWordArt="0" anchor="b" anchorCtr="0" forceAA="0" compatLnSpc="1">
                    <a:prstTxWarp prst="textNoShape">
                      <a:avLst/>
                    </a:prstTxWarp>
                    <a:noAutofit/>
                  </a:bodyPr>
                  <a:lstStyle/>
                  <a:p>
                    <a:pPr algn="ctr">
                      <a:buClr>
                        <a:schemeClr val="accent1">
                          <a:lumMod val="75000"/>
                        </a:schemeClr>
                      </a:buClr>
                    </a:pPr>
                    <a:r>
                      <a:rPr lang="fr-FR" sz="800" b="1" spc="300">
                        <a:solidFill>
                          <a:schemeClr val="tx2"/>
                        </a:solidFill>
                      </a:rPr>
                      <a:t>SERVICE 2</a:t>
                    </a:r>
                  </a:p>
                </p:txBody>
              </p:sp>
              <p:sp>
                <p:nvSpPr>
                  <p:cNvPr id="152" name="ZoneTexte 151">
                    <a:extLst>
                      <a:ext uri="{FF2B5EF4-FFF2-40B4-BE49-F238E27FC236}">
                        <a16:creationId xmlns:a16="http://schemas.microsoft.com/office/drawing/2014/main" id="{FCF6EB2A-20DA-0AFB-EFA7-E886CC6C0D8D}"/>
                      </a:ext>
                    </a:extLst>
                  </p:cNvPr>
                  <p:cNvSpPr txBox="1"/>
                  <p:nvPr/>
                </p:nvSpPr>
                <p:spPr>
                  <a:xfrm>
                    <a:off x="1841980" y="2337404"/>
                    <a:ext cx="990079" cy="758058"/>
                  </a:xfrm>
                  <a:prstGeom prst="roundRect">
                    <a:avLst>
                      <a:gd name="adj" fmla="val 0"/>
                    </a:avLst>
                  </a:prstGeom>
                  <a:ln w="12700">
                    <a:solidFill>
                      <a:schemeClr val="accent6"/>
                    </a:solidFill>
                  </a:ln>
                </p:spPr>
                <p:style>
                  <a:lnRef idx="2">
                    <a:schemeClr val="accent3"/>
                  </a:lnRef>
                  <a:fillRef idx="1">
                    <a:schemeClr val="lt1"/>
                  </a:fillRef>
                  <a:effectRef idx="0">
                    <a:schemeClr val="accent3"/>
                  </a:effectRef>
                  <a:fontRef idx="minor">
                    <a:schemeClr val="dk1"/>
                  </a:fontRef>
                </p:style>
                <p:txBody>
                  <a:bodyPr wrap="none" lIns="0" bIns="0" rtlCol="0" anchor="b" anchorCtr="0">
                    <a:noAutofit/>
                  </a:bodyPr>
                  <a:lstStyle/>
                  <a:p>
                    <a:pPr algn="ctr"/>
                    <a:r>
                      <a:rPr lang="fr-FR" sz="600" b="1" spc="300">
                        <a:solidFill>
                          <a:schemeClr val="accent6"/>
                        </a:solidFill>
                      </a:rPr>
                      <a:t>  TRAITEMENTS</a:t>
                    </a:r>
                  </a:p>
                </p:txBody>
              </p:sp>
            </p:grpSp>
            <p:grpSp>
              <p:nvGrpSpPr>
                <p:cNvPr id="148" name="Groupe 147">
                  <a:extLst>
                    <a:ext uri="{FF2B5EF4-FFF2-40B4-BE49-F238E27FC236}">
                      <a16:creationId xmlns:a16="http://schemas.microsoft.com/office/drawing/2014/main" id="{3262EF38-A40B-D206-5E4E-70E14DF24362}"/>
                    </a:ext>
                  </a:extLst>
                </p:cNvPr>
                <p:cNvGrpSpPr/>
                <p:nvPr/>
              </p:nvGrpSpPr>
              <p:grpSpPr>
                <a:xfrm>
                  <a:off x="2329348" y="3168000"/>
                  <a:ext cx="180000" cy="216000"/>
                  <a:chOff x="2329348" y="3168000"/>
                  <a:chExt cx="180000" cy="216000"/>
                </a:xfrm>
              </p:grpSpPr>
              <p:cxnSp>
                <p:nvCxnSpPr>
                  <p:cNvPr id="149" name="Connecteur droit 148">
                    <a:extLst>
                      <a:ext uri="{FF2B5EF4-FFF2-40B4-BE49-F238E27FC236}">
                        <a16:creationId xmlns:a16="http://schemas.microsoft.com/office/drawing/2014/main" id="{3132BEEB-8BD0-14A2-EE1B-0D6F0181709D}"/>
                      </a:ext>
                    </a:extLst>
                  </p:cNvPr>
                  <p:cNvCxnSpPr>
                    <a:stCxn id="151" idx="2"/>
                    <a:endCxn id="150" idx="0"/>
                  </p:cNvCxnSpPr>
                  <p:nvPr/>
                </p:nvCxnSpPr>
                <p:spPr>
                  <a:xfrm>
                    <a:off x="2418420" y="3168000"/>
                    <a:ext cx="928" cy="360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50" name="Organigramme : Connecteur 149">
                    <a:extLst>
                      <a:ext uri="{FF2B5EF4-FFF2-40B4-BE49-F238E27FC236}">
                        <a16:creationId xmlns:a16="http://schemas.microsoft.com/office/drawing/2014/main" id="{FF65938B-E152-F2B0-4D2F-46092C0E7049}"/>
                      </a:ext>
                    </a:extLst>
                  </p:cNvPr>
                  <p:cNvSpPr/>
                  <p:nvPr/>
                </p:nvSpPr>
                <p:spPr bwMode="auto">
                  <a:xfrm>
                    <a:off x="2329348" y="3204000"/>
                    <a:ext cx="180000" cy="180000"/>
                  </a:xfrm>
                  <a:prstGeom prst="flowChartConnector">
                    <a:avLst/>
                  </a:prstGeom>
                  <a:solidFill>
                    <a:schemeClr val="tx1">
                      <a:lumMod val="10000"/>
                      <a:lumOff val="90000"/>
                    </a:schemeClr>
                  </a:solidFill>
                  <a:ln w="12700">
                    <a:solidFill>
                      <a:schemeClr val="bg1">
                        <a:lumMod val="75000"/>
                      </a:schemeClr>
                    </a:solidFill>
                    <a:headEnd/>
                    <a:tailEn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0" tIns="144000" rIns="72000" bIns="36000" numCol="1" spcCol="0" rtlCol="0" fromWordArt="0" anchor="t" anchorCtr="0" forceAA="0" compatLnSpc="1">
                    <a:prstTxWarp prst="textNoShape">
                      <a:avLst/>
                    </a:prstTxWarp>
                    <a:noAutofit/>
                  </a:bodyPr>
                  <a:lstStyle/>
                  <a:p>
                    <a:pPr marL="285750" indent="-285750" algn="ctr">
                      <a:buClr>
                        <a:schemeClr val="accent1">
                          <a:lumMod val="75000"/>
                        </a:schemeClr>
                      </a:buClr>
                      <a:buFont typeface="Wingdings" panose="05000000000000000000" pitchFamily="2" charset="2"/>
                      <a:buChar char="ü"/>
                    </a:pPr>
                    <a:endParaRPr lang="fr-FR" sz="1400">
                      <a:solidFill>
                        <a:schemeClr val="tx1">
                          <a:lumMod val="65000"/>
                          <a:lumOff val="35000"/>
                        </a:schemeClr>
                      </a:solidFill>
                    </a:endParaRPr>
                  </a:p>
                </p:txBody>
              </p:sp>
            </p:grpSp>
          </p:grpSp>
          <p:grpSp>
            <p:nvGrpSpPr>
              <p:cNvPr id="140" name="Groupe 139">
                <a:extLst>
                  <a:ext uri="{FF2B5EF4-FFF2-40B4-BE49-F238E27FC236}">
                    <a16:creationId xmlns:a16="http://schemas.microsoft.com/office/drawing/2014/main" id="{82576538-F173-280F-FF31-E118A263A2FC}"/>
                  </a:ext>
                </a:extLst>
              </p:cNvPr>
              <p:cNvGrpSpPr/>
              <p:nvPr/>
            </p:nvGrpSpPr>
            <p:grpSpPr>
              <a:xfrm>
                <a:off x="3068151" y="1980000"/>
                <a:ext cx="1152000" cy="1404000"/>
                <a:chOff x="3068151" y="1980000"/>
                <a:chExt cx="1152000" cy="1404000"/>
              </a:xfrm>
            </p:grpSpPr>
            <p:grpSp>
              <p:nvGrpSpPr>
                <p:cNvPr id="141" name="Groupe 140">
                  <a:extLst>
                    <a:ext uri="{FF2B5EF4-FFF2-40B4-BE49-F238E27FC236}">
                      <a16:creationId xmlns:a16="http://schemas.microsoft.com/office/drawing/2014/main" id="{A1E3ADC5-5F88-5A43-502E-25150883232B}"/>
                    </a:ext>
                  </a:extLst>
                </p:cNvPr>
                <p:cNvGrpSpPr/>
                <p:nvPr/>
              </p:nvGrpSpPr>
              <p:grpSpPr>
                <a:xfrm>
                  <a:off x="3068151" y="1980000"/>
                  <a:ext cx="1152000" cy="1188000"/>
                  <a:chOff x="2983090" y="2239200"/>
                  <a:chExt cx="1152000" cy="1188000"/>
                </a:xfrm>
              </p:grpSpPr>
              <p:sp>
                <p:nvSpPr>
                  <p:cNvPr id="145" name="Rectangle 144">
                    <a:extLst>
                      <a:ext uri="{FF2B5EF4-FFF2-40B4-BE49-F238E27FC236}">
                        <a16:creationId xmlns:a16="http://schemas.microsoft.com/office/drawing/2014/main" id="{35B0ADCE-7B07-F219-F7F4-274BAACB5418}"/>
                      </a:ext>
                    </a:extLst>
                  </p:cNvPr>
                  <p:cNvSpPr/>
                  <p:nvPr/>
                </p:nvSpPr>
                <p:spPr bwMode="auto">
                  <a:xfrm>
                    <a:off x="2983090" y="2239200"/>
                    <a:ext cx="1152000" cy="1188000"/>
                  </a:xfrm>
                  <a:prstGeom prst="rect">
                    <a:avLst/>
                  </a:prstGeom>
                  <a:ln w="12700">
                    <a:solidFill>
                      <a:schemeClr val="tx2"/>
                    </a:solidFill>
                    <a:headEnd/>
                    <a:tailEn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0" tIns="144000" rIns="72000" bIns="36000" numCol="1" spcCol="0" rtlCol="0" fromWordArt="0" anchor="b" anchorCtr="0" forceAA="0" compatLnSpc="1">
                    <a:prstTxWarp prst="textNoShape">
                      <a:avLst/>
                    </a:prstTxWarp>
                    <a:noAutofit/>
                  </a:bodyPr>
                  <a:lstStyle/>
                  <a:p>
                    <a:pPr algn="ctr">
                      <a:buClr>
                        <a:schemeClr val="accent1">
                          <a:lumMod val="75000"/>
                        </a:schemeClr>
                      </a:buClr>
                    </a:pPr>
                    <a:r>
                      <a:rPr lang="fr-FR" sz="800" b="1" spc="300">
                        <a:solidFill>
                          <a:schemeClr val="tx2"/>
                        </a:solidFill>
                      </a:rPr>
                      <a:t>SERVICE N</a:t>
                    </a:r>
                  </a:p>
                </p:txBody>
              </p:sp>
              <p:sp>
                <p:nvSpPr>
                  <p:cNvPr id="146" name="ZoneTexte 145">
                    <a:extLst>
                      <a:ext uri="{FF2B5EF4-FFF2-40B4-BE49-F238E27FC236}">
                        <a16:creationId xmlns:a16="http://schemas.microsoft.com/office/drawing/2014/main" id="{FF436ED8-295B-3A58-BCB3-300136F727FE}"/>
                      </a:ext>
                    </a:extLst>
                  </p:cNvPr>
                  <p:cNvSpPr txBox="1"/>
                  <p:nvPr/>
                </p:nvSpPr>
                <p:spPr>
                  <a:xfrm>
                    <a:off x="3064050" y="2336400"/>
                    <a:ext cx="990079" cy="758058"/>
                  </a:xfrm>
                  <a:prstGeom prst="roundRect">
                    <a:avLst>
                      <a:gd name="adj" fmla="val 0"/>
                    </a:avLst>
                  </a:prstGeom>
                  <a:ln w="12700">
                    <a:solidFill>
                      <a:schemeClr val="accent6"/>
                    </a:solidFill>
                  </a:ln>
                </p:spPr>
                <p:style>
                  <a:lnRef idx="2">
                    <a:schemeClr val="accent3"/>
                  </a:lnRef>
                  <a:fillRef idx="1">
                    <a:schemeClr val="lt1"/>
                  </a:fillRef>
                  <a:effectRef idx="0">
                    <a:schemeClr val="accent3"/>
                  </a:effectRef>
                  <a:fontRef idx="minor">
                    <a:schemeClr val="dk1"/>
                  </a:fontRef>
                </p:style>
                <p:txBody>
                  <a:bodyPr wrap="none" lIns="0" bIns="0" rtlCol="0" anchor="b" anchorCtr="0">
                    <a:noAutofit/>
                  </a:bodyPr>
                  <a:lstStyle/>
                  <a:p>
                    <a:pPr algn="ctr"/>
                    <a:r>
                      <a:rPr lang="fr-FR" sz="600" b="1" spc="300">
                        <a:solidFill>
                          <a:schemeClr val="accent6"/>
                        </a:solidFill>
                      </a:rPr>
                      <a:t>  TRAITEMENTS</a:t>
                    </a:r>
                    <a:endParaRPr lang="fr-FR" sz="800" b="1" spc="300">
                      <a:solidFill>
                        <a:schemeClr val="accent6"/>
                      </a:solidFill>
                    </a:endParaRPr>
                  </a:p>
                </p:txBody>
              </p:sp>
            </p:grpSp>
            <p:grpSp>
              <p:nvGrpSpPr>
                <p:cNvPr id="142" name="Groupe 141">
                  <a:extLst>
                    <a:ext uri="{FF2B5EF4-FFF2-40B4-BE49-F238E27FC236}">
                      <a16:creationId xmlns:a16="http://schemas.microsoft.com/office/drawing/2014/main" id="{27529124-27E3-C12E-3151-848417D9CFB4}"/>
                    </a:ext>
                  </a:extLst>
                </p:cNvPr>
                <p:cNvGrpSpPr/>
                <p:nvPr/>
              </p:nvGrpSpPr>
              <p:grpSpPr>
                <a:xfrm>
                  <a:off x="3554150" y="3168000"/>
                  <a:ext cx="180000" cy="216000"/>
                  <a:chOff x="3554150" y="3168000"/>
                  <a:chExt cx="180000" cy="216000"/>
                </a:xfrm>
              </p:grpSpPr>
              <p:cxnSp>
                <p:nvCxnSpPr>
                  <p:cNvPr id="143" name="Connecteur droit 142">
                    <a:extLst>
                      <a:ext uri="{FF2B5EF4-FFF2-40B4-BE49-F238E27FC236}">
                        <a16:creationId xmlns:a16="http://schemas.microsoft.com/office/drawing/2014/main" id="{B25DAACF-B840-C4DC-2AAF-79E0C2F8D371}"/>
                      </a:ext>
                    </a:extLst>
                  </p:cNvPr>
                  <p:cNvCxnSpPr>
                    <a:stCxn id="145" idx="2"/>
                    <a:endCxn id="144" idx="0"/>
                  </p:cNvCxnSpPr>
                  <p:nvPr/>
                </p:nvCxnSpPr>
                <p:spPr>
                  <a:xfrm flipH="1">
                    <a:off x="3644150" y="3168000"/>
                    <a:ext cx="1" cy="360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44" name="Organigramme : Connecteur 143">
                    <a:extLst>
                      <a:ext uri="{FF2B5EF4-FFF2-40B4-BE49-F238E27FC236}">
                        <a16:creationId xmlns:a16="http://schemas.microsoft.com/office/drawing/2014/main" id="{247CE038-CD09-0C43-73D4-9E281CD810FA}"/>
                      </a:ext>
                    </a:extLst>
                  </p:cNvPr>
                  <p:cNvSpPr/>
                  <p:nvPr/>
                </p:nvSpPr>
                <p:spPr bwMode="auto">
                  <a:xfrm>
                    <a:off x="3554150" y="3204000"/>
                    <a:ext cx="180000" cy="180000"/>
                  </a:xfrm>
                  <a:prstGeom prst="flowChartConnector">
                    <a:avLst/>
                  </a:prstGeom>
                  <a:solidFill>
                    <a:schemeClr val="tx1">
                      <a:lumMod val="10000"/>
                      <a:lumOff val="90000"/>
                    </a:schemeClr>
                  </a:solidFill>
                  <a:ln w="12700">
                    <a:solidFill>
                      <a:schemeClr val="bg1">
                        <a:lumMod val="75000"/>
                      </a:schemeClr>
                    </a:solidFill>
                    <a:headEnd/>
                    <a:tailEn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72000" tIns="144000" rIns="72000" bIns="36000" numCol="1" spcCol="0" rtlCol="0" fromWordArt="0" anchor="t" anchorCtr="0" forceAA="0" compatLnSpc="1">
                    <a:prstTxWarp prst="textNoShape">
                      <a:avLst/>
                    </a:prstTxWarp>
                    <a:noAutofit/>
                  </a:bodyPr>
                  <a:lstStyle/>
                  <a:p>
                    <a:pPr marL="285750" indent="-285750" algn="ctr">
                      <a:buClr>
                        <a:schemeClr val="accent1">
                          <a:lumMod val="75000"/>
                        </a:schemeClr>
                      </a:buClr>
                      <a:buFont typeface="Wingdings" panose="05000000000000000000" pitchFamily="2" charset="2"/>
                      <a:buChar char="ü"/>
                    </a:pPr>
                    <a:endParaRPr lang="fr-FR" sz="1400">
                      <a:solidFill>
                        <a:schemeClr val="tx1">
                          <a:lumMod val="65000"/>
                          <a:lumOff val="35000"/>
                        </a:schemeClr>
                      </a:solidFill>
                    </a:endParaRPr>
                  </a:p>
                </p:txBody>
              </p:sp>
            </p:grpSp>
          </p:grpSp>
        </p:grpSp>
        <p:pic>
          <p:nvPicPr>
            <p:cNvPr id="134" name="Picture 14" descr="http://www.bertrandb.fr/wp-content/uploads/2014/07/engrenages.png">
              <a:extLst>
                <a:ext uri="{FF2B5EF4-FFF2-40B4-BE49-F238E27FC236}">
                  <a16:creationId xmlns:a16="http://schemas.microsoft.com/office/drawing/2014/main" id="{DDFC9CA7-B8DA-DDFD-794E-DFF9EA5FAADB}"/>
                </a:ext>
              </a:extLst>
            </p:cNvPr>
            <p:cNvPicPr>
              <a:picLocks noChangeAspect="1" noChangeArrowheads="1"/>
            </p:cNvPicPr>
            <p:nvPr/>
          </p:nvPicPr>
          <p:blipFill rotWithShape="1">
            <a:blip r:embed="rId5" cstate="screen">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 uri="{28A0092B-C50C-407E-A947-70E740481C1C}">
                  <a14:useLocalDpi xmlns:a14="http://schemas.microsoft.com/office/drawing/2010/main"/>
                </a:ext>
              </a:extLst>
            </a:blip>
            <a:srcRect/>
            <a:stretch/>
          </p:blipFill>
          <p:spPr bwMode="auto">
            <a:xfrm>
              <a:off x="1122550" y="2157621"/>
              <a:ext cx="989486" cy="579229"/>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14" descr="http://www.bertrandb.fr/wp-content/uploads/2014/07/engrenages.png">
              <a:extLst>
                <a:ext uri="{FF2B5EF4-FFF2-40B4-BE49-F238E27FC236}">
                  <a16:creationId xmlns:a16="http://schemas.microsoft.com/office/drawing/2014/main" id="{E1F2759E-E0BE-968F-13FB-CD1871266508}"/>
                </a:ext>
              </a:extLst>
            </p:cNvPr>
            <p:cNvPicPr>
              <a:picLocks noChangeAspect="1" noChangeArrowheads="1"/>
            </p:cNvPicPr>
            <p:nvPr/>
          </p:nvPicPr>
          <p:blipFill rotWithShape="1">
            <a:blip r:embed="rId7" cstate="screen">
              <a:duotone>
                <a:schemeClr val="accent6">
                  <a:shade val="45000"/>
                  <a:satMod val="135000"/>
                </a:schemeClr>
                <a:prstClr val="white"/>
              </a:duotone>
              <a:extLst>
                <a:ext uri="{BEBA8EAE-BF5A-486C-A8C5-ECC9F3942E4B}">
                  <a14:imgProps xmlns:a14="http://schemas.microsoft.com/office/drawing/2010/main">
                    <a14:imgLayer r:embed="rId8">
                      <a14:imgEffect>
                        <a14:colorTemperature colorTemp="4700"/>
                      </a14:imgEffect>
                    </a14:imgLayer>
                  </a14:imgProps>
                </a:ext>
                <a:ext uri="{28A0092B-C50C-407E-A947-70E740481C1C}">
                  <a14:useLocalDpi xmlns:a14="http://schemas.microsoft.com/office/drawing/2010/main"/>
                </a:ext>
              </a:extLst>
            </a:blip>
            <a:srcRect/>
            <a:stretch/>
          </p:blipFill>
          <p:spPr bwMode="auto">
            <a:xfrm>
              <a:off x="2349650" y="2164839"/>
              <a:ext cx="990079" cy="572011"/>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14" descr="http://www.bertrandb.fr/wp-content/uploads/2014/07/engrenages.png">
              <a:extLst>
                <a:ext uri="{FF2B5EF4-FFF2-40B4-BE49-F238E27FC236}">
                  <a16:creationId xmlns:a16="http://schemas.microsoft.com/office/drawing/2014/main" id="{1A5955AA-F46F-AF8E-C09B-2077F46A1A72}"/>
                </a:ext>
              </a:extLst>
            </p:cNvPr>
            <p:cNvPicPr>
              <a:picLocks noChangeAspect="1" noChangeArrowheads="1"/>
            </p:cNvPicPr>
            <p:nvPr/>
          </p:nvPicPr>
          <p:blipFill rotWithShape="1">
            <a:blip r:embed="rId9" cstate="screen">
              <a:duotone>
                <a:schemeClr val="accent6">
                  <a:shade val="45000"/>
                  <a:satMod val="135000"/>
                </a:schemeClr>
                <a:prstClr val="white"/>
              </a:duotone>
              <a:extLst>
                <a:ext uri="{BEBA8EAE-BF5A-486C-A8C5-ECC9F3942E4B}">
                  <a14:imgProps xmlns:a14="http://schemas.microsoft.com/office/drawing/2010/main">
                    <a14:imgLayer r:embed="rId10">
                      <a14:imgEffect>
                        <a14:colorTemperature colorTemp="4700"/>
                      </a14:imgEffect>
                    </a14:imgLayer>
                  </a14:imgProps>
                </a:ext>
                <a:ext uri="{28A0092B-C50C-407E-A947-70E740481C1C}">
                  <a14:useLocalDpi xmlns:a14="http://schemas.microsoft.com/office/drawing/2010/main"/>
                </a:ext>
              </a:extLst>
            </a:blip>
            <a:srcRect/>
            <a:stretch/>
          </p:blipFill>
          <p:spPr bwMode="auto">
            <a:xfrm>
              <a:off x="3571720" y="2158648"/>
              <a:ext cx="994334" cy="57820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9" name="Groupe 158">
            <a:extLst>
              <a:ext uri="{FF2B5EF4-FFF2-40B4-BE49-F238E27FC236}">
                <a16:creationId xmlns:a16="http://schemas.microsoft.com/office/drawing/2014/main" id="{62681F1D-53AC-E590-7F93-610F6E9245F1}"/>
              </a:ext>
            </a:extLst>
          </p:cNvPr>
          <p:cNvGrpSpPr/>
          <p:nvPr/>
        </p:nvGrpSpPr>
        <p:grpSpPr>
          <a:xfrm>
            <a:off x="1074937" y="4163737"/>
            <a:ext cx="3539504" cy="1350159"/>
            <a:chOff x="699942" y="3902928"/>
            <a:chExt cx="3539504" cy="1350159"/>
          </a:xfrm>
        </p:grpSpPr>
        <p:grpSp>
          <p:nvGrpSpPr>
            <p:cNvPr id="160" name="Groupe 159">
              <a:extLst>
                <a:ext uri="{FF2B5EF4-FFF2-40B4-BE49-F238E27FC236}">
                  <a16:creationId xmlns:a16="http://schemas.microsoft.com/office/drawing/2014/main" id="{177CEA14-F896-9F82-23DF-511BDC3A34D0}"/>
                </a:ext>
              </a:extLst>
            </p:cNvPr>
            <p:cNvGrpSpPr/>
            <p:nvPr/>
          </p:nvGrpSpPr>
          <p:grpSpPr>
            <a:xfrm>
              <a:off x="699942" y="3902928"/>
              <a:ext cx="3539504" cy="1350159"/>
              <a:chOff x="610170" y="3919110"/>
              <a:chExt cx="3533775" cy="1376314"/>
            </a:xfrm>
          </p:grpSpPr>
          <p:sp>
            <p:nvSpPr>
              <p:cNvPr id="162" name="AutoShape 42">
                <a:extLst>
                  <a:ext uri="{FF2B5EF4-FFF2-40B4-BE49-F238E27FC236}">
                    <a16:creationId xmlns:a16="http://schemas.microsoft.com/office/drawing/2014/main" id="{6599643B-2613-FE8D-0ADD-087767794052}"/>
                  </a:ext>
                </a:extLst>
              </p:cNvPr>
              <p:cNvSpPr>
                <a:spLocks noChangeArrowheads="1"/>
              </p:cNvSpPr>
              <p:nvPr/>
            </p:nvSpPr>
            <p:spPr bwMode="auto">
              <a:xfrm>
                <a:off x="610170" y="3919110"/>
                <a:ext cx="3533775" cy="1376314"/>
              </a:xfrm>
              <a:prstGeom prst="roundRect">
                <a:avLst>
                  <a:gd name="adj" fmla="val 0"/>
                </a:avLst>
              </a:prstGeom>
              <a:solidFill>
                <a:schemeClr val="bg1">
                  <a:lumMod val="25000"/>
                </a:schemeClr>
              </a:solidFill>
              <a:ln w="12700">
                <a:solidFill>
                  <a:schemeClr val="tx1"/>
                </a:solid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lIns="36000" tIns="36000" rIns="36000" bIns="36000" anchor="ctr"/>
              <a:lstStyle/>
              <a:p>
                <a:pPr algn="ctr" eaLnBrk="0" hangingPunct="0">
                  <a:lnSpc>
                    <a:spcPct val="90000"/>
                  </a:lnSpc>
                  <a:spcBef>
                    <a:spcPts val="100"/>
                  </a:spcBef>
                  <a:spcAft>
                    <a:spcPts val="100"/>
                  </a:spcAft>
                  <a:buClr>
                    <a:srgbClr val="F80046"/>
                  </a:buClr>
                  <a:defRPr/>
                </a:pPr>
                <a:endParaRPr lang="de-DE" b="1">
                  <a:solidFill>
                    <a:schemeClr val="bg1"/>
                  </a:solidFill>
                </a:endParaRPr>
              </a:p>
            </p:txBody>
          </p:sp>
          <p:sp>
            <p:nvSpPr>
              <p:cNvPr id="163" name="AutoShape 42">
                <a:extLst>
                  <a:ext uri="{FF2B5EF4-FFF2-40B4-BE49-F238E27FC236}">
                    <a16:creationId xmlns:a16="http://schemas.microsoft.com/office/drawing/2014/main" id="{49730CD6-44FF-E45E-CBC6-C65354AFE08B}"/>
                  </a:ext>
                </a:extLst>
              </p:cNvPr>
              <p:cNvSpPr>
                <a:spLocks noChangeArrowheads="1"/>
              </p:cNvSpPr>
              <p:nvPr/>
            </p:nvSpPr>
            <p:spPr bwMode="auto">
              <a:xfrm>
                <a:off x="782214" y="3980947"/>
                <a:ext cx="1483641" cy="562855"/>
              </a:xfrm>
              <a:prstGeom prst="roundRect">
                <a:avLst>
                  <a:gd name="adj" fmla="val 0"/>
                </a:avLst>
              </a:prstGeom>
              <a:solidFill>
                <a:schemeClr val="tx1"/>
              </a:solidFill>
              <a:ln w="12700">
                <a:solidFill>
                  <a:schemeClr val="tx1"/>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lIns="36000" tIns="36000" rIns="36000" bIns="36000" anchor="ctr"/>
              <a:lstStyle/>
              <a:p>
                <a:pPr algn="ctr" eaLnBrk="0" hangingPunct="0">
                  <a:lnSpc>
                    <a:spcPct val="90000"/>
                  </a:lnSpc>
                  <a:spcBef>
                    <a:spcPts val="100"/>
                  </a:spcBef>
                  <a:spcAft>
                    <a:spcPts val="100"/>
                  </a:spcAft>
                  <a:buClr>
                    <a:srgbClr val="F80046"/>
                  </a:buClr>
                </a:pPr>
                <a:r>
                  <a:rPr lang="fr-FR" sz="1000" b="1" spc="300">
                    <a:solidFill>
                      <a:schemeClr val="bg1"/>
                    </a:solidFill>
                  </a:rPr>
                  <a:t>VOLET</a:t>
                </a:r>
              </a:p>
              <a:p>
                <a:pPr algn="ctr" eaLnBrk="0" hangingPunct="0">
                  <a:lnSpc>
                    <a:spcPct val="90000"/>
                  </a:lnSpc>
                  <a:spcBef>
                    <a:spcPts val="100"/>
                  </a:spcBef>
                  <a:spcAft>
                    <a:spcPts val="100"/>
                  </a:spcAft>
                  <a:buClr>
                    <a:srgbClr val="F80046"/>
                  </a:buClr>
                </a:pPr>
                <a:r>
                  <a:rPr lang="fr-FR" sz="1000" b="1" spc="300">
                    <a:solidFill>
                      <a:schemeClr val="bg1"/>
                    </a:solidFill>
                  </a:rPr>
                  <a:t>SYNTAXIQUE</a:t>
                </a:r>
              </a:p>
            </p:txBody>
          </p:sp>
          <p:sp>
            <p:nvSpPr>
              <p:cNvPr id="164" name="AutoShape 42">
                <a:extLst>
                  <a:ext uri="{FF2B5EF4-FFF2-40B4-BE49-F238E27FC236}">
                    <a16:creationId xmlns:a16="http://schemas.microsoft.com/office/drawing/2014/main" id="{1E232895-002F-EF96-4B4B-0E87BED498C3}"/>
                  </a:ext>
                </a:extLst>
              </p:cNvPr>
              <p:cNvSpPr>
                <a:spLocks noChangeArrowheads="1"/>
              </p:cNvSpPr>
              <p:nvPr/>
            </p:nvSpPr>
            <p:spPr bwMode="auto">
              <a:xfrm>
                <a:off x="2473063" y="3980947"/>
                <a:ext cx="1483641" cy="562855"/>
              </a:xfrm>
              <a:prstGeom prst="roundRect">
                <a:avLst>
                  <a:gd name="adj" fmla="val 0"/>
                </a:avLst>
              </a:prstGeom>
              <a:solidFill>
                <a:schemeClr val="tx1"/>
              </a:solidFill>
              <a:ln w="12700">
                <a:solidFill>
                  <a:schemeClr val="tx1"/>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lIns="36000" tIns="36000" rIns="36000" bIns="36000" anchor="ctr"/>
              <a:lstStyle/>
              <a:p>
                <a:pPr algn="ctr" eaLnBrk="0" hangingPunct="0">
                  <a:lnSpc>
                    <a:spcPct val="90000"/>
                  </a:lnSpc>
                  <a:spcBef>
                    <a:spcPts val="100"/>
                  </a:spcBef>
                  <a:spcAft>
                    <a:spcPts val="100"/>
                  </a:spcAft>
                  <a:buClr>
                    <a:srgbClr val="F80046"/>
                  </a:buClr>
                  <a:defRPr/>
                </a:pPr>
                <a:r>
                  <a:rPr lang="fr-FR" sz="1000" b="1" spc="300">
                    <a:solidFill>
                      <a:schemeClr val="bg1"/>
                    </a:solidFill>
                  </a:rPr>
                  <a:t>VOLET</a:t>
                </a:r>
              </a:p>
              <a:p>
                <a:pPr algn="ctr" eaLnBrk="0" hangingPunct="0">
                  <a:lnSpc>
                    <a:spcPct val="90000"/>
                  </a:lnSpc>
                  <a:spcBef>
                    <a:spcPts val="100"/>
                  </a:spcBef>
                  <a:spcAft>
                    <a:spcPts val="100"/>
                  </a:spcAft>
                  <a:buClr>
                    <a:srgbClr val="F80046"/>
                  </a:buClr>
                  <a:defRPr/>
                </a:pPr>
                <a:r>
                  <a:rPr lang="fr-FR" sz="1000" b="1" spc="300">
                    <a:solidFill>
                      <a:schemeClr val="bg1"/>
                    </a:solidFill>
                  </a:rPr>
                  <a:t>SÉMANTIQUE</a:t>
                </a:r>
              </a:p>
            </p:txBody>
          </p:sp>
          <p:sp>
            <p:nvSpPr>
              <p:cNvPr id="165" name="AutoShape 42">
                <a:extLst>
                  <a:ext uri="{FF2B5EF4-FFF2-40B4-BE49-F238E27FC236}">
                    <a16:creationId xmlns:a16="http://schemas.microsoft.com/office/drawing/2014/main" id="{81E1B75C-6136-425A-0BC9-D9112BA33537}"/>
                  </a:ext>
                </a:extLst>
              </p:cNvPr>
              <p:cNvSpPr>
                <a:spLocks noChangeArrowheads="1"/>
              </p:cNvSpPr>
              <p:nvPr/>
            </p:nvSpPr>
            <p:spPr bwMode="auto">
              <a:xfrm>
                <a:off x="1630219" y="4643542"/>
                <a:ext cx="1483641" cy="562855"/>
              </a:xfrm>
              <a:prstGeom prst="roundRect">
                <a:avLst>
                  <a:gd name="adj" fmla="val 0"/>
                </a:avLst>
              </a:prstGeom>
              <a:solidFill>
                <a:schemeClr val="tx1"/>
              </a:solidFill>
              <a:ln w="12700">
                <a:solidFill>
                  <a:schemeClr val="tx1"/>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lIns="36000" tIns="36000" rIns="36000" bIns="36000" anchor="ctr"/>
              <a:lstStyle/>
              <a:p>
                <a:pPr algn="ctr" eaLnBrk="0" hangingPunct="0">
                  <a:lnSpc>
                    <a:spcPct val="90000"/>
                  </a:lnSpc>
                  <a:spcBef>
                    <a:spcPts val="100"/>
                  </a:spcBef>
                  <a:spcAft>
                    <a:spcPts val="100"/>
                  </a:spcAft>
                  <a:buClr>
                    <a:srgbClr val="F80046"/>
                  </a:buClr>
                </a:pPr>
                <a:r>
                  <a:rPr lang="fr-FR" sz="1000" b="1" spc="300">
                    <a:solidFill>
                      <a:schemeClr val="bg1"/>
                    </a:solidFill>
                  </a:rPr>
                  <a:t>VOLET </a:t>
                </a:r>
              </a:p>
              <a:p>
                <a:pPr algn="ctr" eaLnBrk="0" hangingPunct="0">
                  <a:lnSpc>
                    <a:spcPct val="90000"/>
                  </a:lnSpc>
                  <a:spcBef>
                    <a:spcPts val="100"/>
                  </a:spcBef>
                  <a:spcAft>
                    <a:spcPts val="100"/>
                  </a:spcAft>
                  <a:buClr>
                    <a:srgbClr val="F80046"/>
                  </a:buClr>
                </a:pPr>
                <a:r>
                  <a:rPr lang="fr-FR" sz="1000" b="1" spc="300">
                    <a:solidFill>
                      <a:schemeClr val="bg1"/>
                    </a:solidFill>
                  </a:rPr>
                  <a:t>SLA</a:t>
                </a:r>
              </a:p>
            </p:txBody>
          </p:sp>
        </p:grpSp>
        <p:pic>
          <p:nvPicPr>
            <p:cNvPr id="161" name="Image 160">
              <a:extLst>
                <a:ext uri="{FF2B5EF4-FFF2-40B4-BE49-F238E27FC236}">
                  <a16:creationId xmlns:a16="http://schemas.microsoft.com/office/drawing/2014/main" id="{4968CEF4-619C-DBC9-85F0-F08FE68E7F2E}"/>
                </a:ext>
              </a:extLst>
            </p:cNvPr>
            <p:cNvPicPr>
              <a:picLocks noChangeAspect="1"/>
            </p:cNvPicPr>
            <p:nvPr/>
          </p:nvPicPr>
          <p:blipFill>
            <a:blip r:embed="rId11" cstate="screen">
              <a:biLevel thresh="75000"/>
              <a:extLst>
                <a:ext uri="{28A0092B-C50C-407E-A947-70E740481C1C}">
                  <a14:useLocalDpi xmlns:a14="http://schemas.microsoft.com/office/drawing/2010/main"/>
                </a:ext>
              </a:extLst>
            </a:blip>
            <a:stretch>
              <a:fillRect/>
            </a:stretch>
          </p:blipFill>
          <p:spPr>
            <a:xfrm>
              <a:off x="1015876" y="4623589"/>
              <a:ext cx="479541" cy="570067"/>
            </a:xfrm>
            <a:prstGeom prst="rect">
              <a:avLst/>
            </a:prstGeom>
          </p:spPr>
        </p:pic>
      </p:grpSp>
    </p:spTree>
    <p:extLst>
      <p:ext uri="{BB962C8B-B14F-4D97-AF65-F5344CB8AC3E}">
        <p14:creationId xmlns:p14="http://schemas.microsoft.com/office/powerpoint/2010/main" val="28071190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space réservé du texte 14">
            <a:extLst>
              <a:ext uri="{FF2B5EF4-FFF2-40B4-BE49-F238E27FC236}">
                <a16:creationId xmlns:a16="http://schemas.microsoft.com/office/drawing/2014/main" id="{987273D8-6C8B-C7DD-CF46-AF282F66219D}"/>
              </a:ext>
            </a:extLst>
          </p:cNvPr>
          <p:cNvSpPr>
            <a:spLocks noGrp="1"/>
          </p:cNvSpPr>
          <p:nvPr>
            <p:ph type="body" sz="quarter" idx="35"/>
          </p:nvPr>
        </p:nvSpPr>
        <p:spPr/>
        <p:txBody>
          <a:bodyPr/>
          <a:lstStyle/>
          <a:p>
            <a:r>
              <a:rPr lang="fr-FR"/>
              <a:t>Pivot</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Eléments conceptuels</a:t>
            </a:r>
          </a:p>
        </p:txBody>
      </p:sp>
      <p:pic>
        <p:nvPicPr>
          <p:cNvPr id="66" name="Picture 4">
            <a:extLst>
              <a:ext uri="{FF2B5EF4-FFF2-40B4-BE49-F238E27FC236}">
                <a16:creationId xmlns:a16="http://schemas.microsoft.com/office/drawing/2014/main" id="{9A79E2D9-20CA-98F5-1085-126BCFAE0015}"/>
              </a:ext>
            </a:extLst>
          </p:cNvPr>
          <p:cNvPicPr>
            <a:picLocks noChangeAspect="1" noChangeArrowheads="1"/>
          </p:cNvPicPr>
          <p:nvPr>
            <p:custDataLst>
              <p:tags r:id="rId1"/>
            </p:custDataLst>
          </p:nvPr>
        </p:nvPicPr>
        <p:blipFill>
          <a:blip r:embed="rId9" cstate="print">
            <a:clrChange>
              <a:clrFrom>
                <a:srgbClr val="FFFFFF"/>
              </a:clrFrom>
              <a:clrTo>
                <a:srgbClr val="FFFFFF">
                  <a:alpha val="0"/>
                </a:srgbClr>
              </a:clrTo>
            </a:clrChange>
          </a:blip>
          <a:srcRect/>
          <a:stretch>
            <a:fillRect/>
          </a:stretch>
        </p:blipFill>
        <p:spPr bwMode="auto">
          <a:xfrm>
            <a:off x="7732390" y="1262905"/>
            <a:ext cx="3707549" cy="4805082"/>
          </a:xfrm>
          <a:prstGeom prst="rect">
            <a:avLst/>
          </a:prstGeom>
          <a:noFill/>
          <a:ln w="9525" algn="ctr">
            <a:noFill/>
            <a:miter lim="800000"/>
            <a:headEnd/>
            <a:tailEnd/>
          </a:ln>
          <a:effectLst/>
        </p:spPr>
      </p:pic>
      <p:sp>
        <p:nvSpPr>
          <p:cNvPr id="3" name="Rectangle 3">
            <a:extLst>
              <a:ext uri="{FF2B5EF4-FFF2-40B4-BE49-F238E27FC236}">
                <a16:creationId xmlns:a16="http://schemas.microsoft.com/office/drawing/2014/main" id="{E0BF1A30-4018-C674-887C-F2F446DAD613}"/>
              </a:ext>
            </a:extLst>
          </p:cNvPr>
          <p:cNvSpPr txBox="1">
            <a:spLocks noChangeArrowheads="1"/>
          </p:cNvSpPr>
          <p:nvPr>
            <p:custDataLst>
              <p:tags r:id="rId2"/>
            </p:custDataLst>
          </p:nvPr>
        </p:nvSpPr>
        <p:spPr bwMode="auto">
          <a:xfrm>
            <a:off x="547127" y="2410567"/>
            <a:ext cx="6029817" cy="577931"/>
          </a:xfrm>
          <a:prstGeom prst="roundRect">
            <a:avLst>
              <a:gd name="adj" fmla="val 3172"/>
            </a:avLst>
          </a:prstGeom>
          <a:ln>
            <a:solidFill>
              <a:schemeClr val="tx1"/>
            </a:solidFill>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ctr" anchorCtr="0" compatLnSpc="1">
            <a:prstTxWarp prst="textNoShape">
              <a:avLst/>
            </a:prstTxWarp>
            <a:noAutofit/>
          </a:bodyPr>
          <a:lstStyle>
            <a:lvl1pPr marL="389699" indent="-389699" algn="l" defTabSz="422056" rtl="0" eaLnBrk="1" fontAlgn="base" hangingPunct="1">
              <a:spcBef>
                <a:spcPts val="600"/>
              </a:spcBef>
              <a:spcAft>
                <a:spcPts val="600"/>
              </a:spcAft>
              <a:buClr>
                <a:schemeClr val="accent1">
                  <a:lumMod val="75000"/>
                </a:schemeClr>
              </a:buClr>
              <a:buFont typeface="Wingdings" panose="05000000000000000000" pitchFamily="2" charset="2"/>
              <a:buChar char="ü"/>
              <a:defRPr sz="3200" kern="1200">
                <a:solidFill>
                  <a:schemeClr val="tx1">
                    <a:lumMod val="65000"/>
                    <a:lumOff val="35000"/>
                  </a:schemeClr>
                </a:solidFill>
                <a:latin typeface="Arial" pitchFamily="34" charset="0"/>
                <a:ea typeface="+mn-ea"/>
                <a:cs typeface="Arial" pitchFamily="34" charset="0"/>
              </a:defRPr>
            </a:lvl1pPr>
            <a:lvl2pPr marL="730145" indent="-340446" algn="l" defTabSz="422056" rtl="0" eaLnBrk="1" fontAlgn="base" hangingPunct="1">
              <a:spcBef>
                <a:spcPts val="0"/>
              </a:spcBef>
              <a:spcAft>
                <a:spcPts val="600"/>
              </a:spcAft>
              <a:buClr>
                <a:schemeClr val="accent1">
                  <a:lumMod val="75000"/>
                </a:schemeClr>
              </a:buClr>
              <a:buFont typeface="Wingdings" panose="05000000000000000000" pitchFamily="2" charset="2"/>
              <a:buChar char="Ø"/>
              <a:defRPr sz="2800" kern="1200">
                <a:solidFill>
                  <a:schemeClr val="tx1">
                    <a:lumMod val="65000"/>
                    <a:lumOff val="35000"/>
                  </a:schemeClr>
                </a:solidFill>
                <a:latin typeface="Arial" pitchFamily="34" charset="0"/>
                <a:ea typeface="+mn-ea"/>
                <a:cs typeface="Arial" pitchFamily="34" charset="0"/>
              </a:defRPr>
            </a:lvl2pPr>
            <a:lvl3pPr marL="978999" indent="-248854" algn="l" defTabSz="422056" rtl="0" eaLnBrk="1" fontAlgn="base" hangingPunct="1">
              <a:spcBef>
                <a:spcPts val="0"/>
              </a:spcBef>
              <a:spcAft>
                <a:spcPts val="600"/>
              </a:spcAft>
              <a:buClr>
                <a:schemeClr val="accent1">
                  <a:lumMod val="75000"/>
                </a:schemeClr>
              </a:buClr>
              <a:buFont typeface="Arial" charset="0"/>
              <a:buChar char="•"/>
              <a:defRPr sz="2400" kern="1200">
                <a:solidFill>
                  <a:schemeClr val="tx1">
                    <a:lumMod val="65000"/>
                    <a:lumOff val="35000"/>
                  </a:schemeClr>
                </a:solidFill>
                <a:latin typeface="Arial" pitchFamily="34" charset="0"/>
                <a:ea typeface="+mn-ea"/>
                <a:cs typeface="Arial" pitchFamily="34" charset="0"/>
              </a:defRPr>
            </a:lvl3pPr>
            <a:lvl4pPr marL="1269328" indent="-290330" algn="l" defTabSz="422056" rtl="0" eaLnBrk="1" fontAlgn="base" hangingPunct="1">
              <a:spcBef>
                <a:spcPts val="0"/>
              </a:spcBef>
              <a:spcAft>
                <a:spcPts val="600"/>
              </a:spcAft>
              <a:buClr>
                <a:schemeClr val="accent1">
                  <a:lumMod val="75000"/>
                </a:schemeClr>
              </a:buClr>
              <a:buFont typeface="Wingdings" panose="05000000000000000000" pitchFamily="2" charset="2"/>
              <a:buChar char="v"/>
              <a:defRPr sz="2000" kern="1200">
                <a:solidFill>
                  <a:schemeClr val="tx1">
                    <a:lumMod val="65000"/>
                    <a:lumOff val="35000"/>
                  </a:schemeClr>
                </a:solidFill>
                <a:latin typeface="Arial" pitchFamily="34" charset="0"/>
                <a:ea typeface="+mn-ea"/>
                <a:cs typeface="Arial" pitchFamily="34" charset="0"/>
              </a:defRPr>
            </a:lvl4pPr>
            <a:lvl5pPr marL="1468066" indent="-198738" algn="l" defTabSz="422056" rtl="0" eaLnBrk="1" fontAlgn="base" hangingPunct="1">
              <a:spcBef>
                <a:spcPts val="0"/>
              </a:spcBef>
              <a:spcAft>
                <a:spcPts val="600"/>
              </a:spcAft>
              <a:buClr>
                <a:schemeClr val="accent1">
                  <a:lumMod val="75000"/>
                </a:schemeClr>
              </a:buClr>
              <a:buFont typeface="Wingdings" panose="05000000000000000000" pitchFamily="2" charset="2"/>
              <a:buChar char="§"/>
              <a:defRPr sz="2000" kern="1200">
                <a:solidFill>
                  <a:schemeClr val="tx1">
                    <a:lumMod val="65000"/>
                    <a:lumOff val="35000"/>
                  </a:schemeClr>
                </a:solidFill>
                <a:latin typeface="Arial" pitchFamily="34" charset="0"/>
                <a:ea typeface="+mn-ea"/>
                <a:cs typeface="Arial" pitchFamily="34" charset="0"/>
              </a:defRPr>
            </a:lvl5pPr>
            <a:lvl6pPr marL="2321310" indent="-211028" algn="l" defTabSz="422056" rtl="0" eaLnBrk="1" latinLnBrk="0" hangingPunct="1">
              <a:spcBef>
                <a:spcPct val="20000"/>
              </a:spcBef>
              <a:buFont typeface="Arial"/>
              <a:buChar char="•"/>
              <a:defRPr sz="1846" kern="1200">
                <a:solidFill>
                  <a:schemeClr val="dk1"/>
                </a:solidFill>
                <a:latin typeface="+mn-lt"/>
                <a:ea typeface="+mn-ea"/>
                <a:cs typeface="+mn-cs"/>
              </a:defRPr>
            </a:lvl6pPr>
            <a:lvl7pPr marL="2743366" indent="-211028" algn="l" defTabSz="422056" rtl="0" eaLnBrk="1" latinLnBrk="0" hangingPunct="1">
              <a:spcBef>
                <a:spcPct val="20000"/>
              </a:spcBef>
              <a:buFont typeface="Arial"/>
              <a:buChar char="•"/>
              <a:defRPr sz="1846" kern="1200">
                <a:solidFill>
                  <a:schemeClr val="dk1"/>
                </a:solidFill>
                <a:latin typeface="+mn-lt"/>
                <a:ea typeface="+mn-ea"/>
                <a:cs typeface="+mn-cs"/>
              </a:defRPr>
            </a:lvl7pPr>
            <a:lvl8pPr marL="3165422" indent="-211028" algn="l" defTabSz="422056" rtl="0" eaLnBrk="1" latinLnBrk="0" hangingPunct="1">
              <a:spcBef>
                <a:spcPct val="20000"/>
              </a:spcBef>
              <a:buFont typeface="Arial"/>
              <a:buChar char="•"/>
              <a:defRPr sz="1846" kern="1200">
                <a:solidFill>
                  <a:schemeClr val="dk1"/>
                </a:solidFill>
                <a:latin typeface="+mn-lt"/>
                <a:ea typeface="+mn-ea"/>
                <a:cs typeface="+mn-cs"/>
              </a:defRPr>
            </a:lvl8pPr>
            <a:lvl9pPr marL="3587479" indent="-211028" algn="l" defTabSz="422056" rtl="0" eaLnBrk="1" latinLnBrk="0" hangingPunct="1">
              <a:spcBef>
                <a:spcPct val="20000"/>
              </a:spcBef>
              <a:buFont typeface="Arial"/>
              <a:buChar char="•"/>
              <a:defRPr sz="1846" kern="1200">
                <a:solidFill>
                  <a:schemeClr val="dk1"/>
                </a:solidFill>
                <a:latin typeface="+mn-lt"/>
                <a:ea typeface="+mn-ea"/>
                <a:cs typeface="+mn-cs"/>
              </a:defRPr>
            </a:lvl9pPr>
          </a:lstStyle>
          <a:p>
            <a:pPr marL="49253" indent="0">
              <a:buClr>
                <a:schemeClr val="tx2">
                  <a:lumMod val="60000"/>
                  <a:lumOff val="40000"/>
                </a:schemeClr>
              </a:buClr>
              <a:buNone/>
            </a:pPr>
            <a:r>
              <a:rPr lang="fr-FR" sz="2000">
                <a:solidFill>
                  <a:schemeClr val="tx1"/>
                </a:solidFill>
              </a:rPr>
              <a:t>Découplage des blocs applicatifs</a:t>
            </a:r>
          </a:p>
        </p:txBody>
      </p:sp>
      <p:sp>
        <p:nvSpPr>
          <p:cNvPr id="4" name="Rectangle à coins arrondis 4">
            <a:extLst>
              <a:ext uri="{FF2B5EF4-FFF2-40B4-BE49-F238E27FC236}">
                <a16:creationId xmlns:a16="http://schemas.microsoft.com/office/drawing/2014/main" id="{83B36BE9-9005-C118-6CF7-9446879851D6}"/>
              </a:ext>
            </a:extLst>
          </p:cNvPr>
          <p:cNvSpPr/>
          <p:nvPr>
            <p:custDataLst>
              <p:tags r:id="rId3"/>
            </p:custDataLst>
          </p:nvPr>
        </p:nvSpPr>
        <p:spPr bwMode="auto">
          <a:xfrm>
            <a:off x="992604" y="1441527"/>
            <a:ext cx="5138863" cy="754380"/>
          </a:xfrm>
          <a:prstGeom prst="roundRect">
            <a:avLst/>
          </a:prstGeom>
          <a:ln>
            <a:solidFill>
              <a:schemeClr val="tx2"/>
            </a:solidFill>
            <a:headEnd/>
            <a:tailEn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algn="ctr">
              <a:buClr>
                <a:schemeClr val="accent1">
                  <a:lumMod val="75000"/>
                </a:schemeClr>
              </a:buClr>
            </a:pPr>
            <a:r>
              <a:rPr lang="fr-FR" sz="2000" b="1">
                <a:solidFill>
                  <a:schemeClr val="tx2"/>
                </a:solidFill>
              </a:rPr>
              <a:t>Normalisation des données « échangées » de l’entreprise</a:t>
            </a:r>
          </a:p>
        </p:txBody>
      </p:sp>
      <p:sp>
        <p:nvSpPr>
          <p:cNvPr id="5" name="Rectangle 3">
            <a:extLst>
              <a:ext uri="{FF2B5EF4-FFF2-40B4-BE49-F238E27FC236}">
                <a16:creationId xmlns:a16="http://schemas.microsoft.com/office/drawing/2014/main" id="{780008CA-2396-F705-425A-F1705B7E8BE7}"/>
              </a:ext>
            </a:extLst>
          </p:cNvPr>
          <p:cNvSpPr txBox="1">
            <a:spLocks noChangeArrowheads="1"/>
          </p:cNvSpPr>
          <p:nvPr>
            <p:custDataLst>
              <p:tags r:id="rId4"/>
            </p:custDataLst>
          </p:nvPr>
        </p:nvSpPr>
        <p:spPr bwMode="auto">
          <a:xfrm>
            <a:off x="547127" y="3112285"/>
            <a:ext cx="6029817" cy="781050"/>
          </a:xfrm>
          <a:prstGeom prst="roundRect">
            <a:avLst>
              <a:gd name="adj" fmla="val 3172"/>
            </a:avLst>
          </a:prstGeom>
          <a:ln>
            <a:solidFill>
              <a:schemeClr val="tx1"/>
            </a:solidFill>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ctr" anchorCtr="0" compatLnSpc="1">
            <a:prstTxWarp prst="textNoShape">
              <a:avLst/>
            </a:prstTxWarp>
            <a:noAutofit/>
          </a:bodyPr>
          <a:lstStyle>
            <a:lvl1pPr marL="389699" indent="-389699" algn="l" defTabSz="422056" rtl="0" eaLnBrk="1" fontAlgn="base" hangingPunct="1">
              <a:spcBef>
                <a:spcPts val="600"/>
              </a:spcBef>
              <a:spcAft>
                <a:spcPts val="600"/>
              </a:spcAft>
              <a:buClr>
                <a:schemeClr val="accent1">
                  <a:lumMod val="75000"/>
                </a:schemeClr>
              </a:buClr>
              <a:buFont typeface="Wingdings" panose="05000000000000000000" pitchFamily="2" charset="2"/>
              <a:buChar char="ü"/>
              <a:defRPr sz="3200" kern="1200">
                <a:solidFill>
                  <a:schemeClr val="tx1">
                    <a:lumMod val="65000"/>
                    <a:lumOff val="35000"/>
                  </a:schemeClr>
                </a:solidFill>
                <a:latin typeface="Arial" pitchFamily="34" charset="0"/>
                <a:ea typeface="+mn-ea"/>
                <a:cs typeface="Arial" pitchFamily="34" charset="0"/>
              </a:defRPr>
            </a:lvl1pPr>
            <a:lvl2pPr marL="730145" indent="-340446" algn="l" defTabSz="422056" rtl="0" eaLnBrk="1" fontAlgn="base" hangingPunct="1">
              <a:spcBef>
                <a:spcPts val="0"/>
              </a:spcBef>
              <a:spcAft>
                <a:spcPts val="600"/>
              </a:spcAft>
              <a:buClr>
                <a:schemeClr val="accent1">
                  <a:lumMod val="75000"/>
                </a:schemeClr>
              </a:buClr>
              <a:buFont typeface="Wingdings" panose="05000000000000000000" pitchFamily="2" charset="2"/>
              <a:buChar char="Ø"/>
              <a:defRPr sz="2800" kern="1200">
                <a:solidFill>
                  <a:schemeClr val="tx1">
                    <a:lumMod val="65000"/>
                    <a:lumOff val="35000"/>
                  </a:schemeClr>
                </a:solidFill>
                <a:latin typeface="Arial" pitchFamily="34" charset="0"/>
                <a:ea typeface="+mn-ea"/>
                <a:cs typeface="Arial" pitchFamily="34" charset="0"/>
              </a:defRPr>
            </a:lvl2pPr>
            <a:lvl3pPr marL="978999" indent="-248854" algn="l" defTabSz="422056" rtl="0" eaLnBrk="1" fontAlgn="base" hangingPunct="1">
              <a:spcBef>
                <a:spcPts val="0"/>
              </a:spcBef>
              <a:spcAft>
                <a:spcPts val="600"/>
              </a:spcAft>
              <a:buClr>
                <a:schemeClr val="accent1">
                  <a:lumMod val="75000"/>
                </a:schemeClr>
              </a:buClr>
              <a:buFont typeface="Arial" charset="0"/>
              <a:buChar char="•"/>
              <a:defRPr sz="2400" kern="1200">
                <a:solidFill>
                  <a:schemeClr val="tx1">
                    <a:lumMod val="65000"/>
                    <a:lumOff val="35000"/>
                  </a:schemeClr>
                </a:solidFill>
                <a:latin typeface="Arial" pitchFamily="34" charset="0"/>
                <a:ea typeface="+mn-ea"/>
                <a:cs typeface="Arial" pitchFamily="34" charset="0"/>
              </a:defRPr>
            </a:lvl3pPr>
            <a:lvl4pPr marL="1269328" indent="-290330" algn="l" defTabSz="422056" rtl="0" eaLnBrk="1" fontAlgn="base" hangingPunct="1">
              <a:spcBef>
                <a:spcPts val="0"/>
              </a:spcBef>
              <a:spcAft>
                <a:spcPts val="600"/>
              </a:spcAft>
              <a:buClr>
                <a:schemeClr val="accent1">
                  <a:lumMod val="75000"/>
                </a:schemeClr>
              </a:buClr>
              <a:buFont typeface="Wingdings" panose="05000000000000000000" pitchFamily="2" charset="2"/>
              <a:buChar char="v"/>
              <a:defRPr sz="2000" kern="1200">
                <a:solidFill>
                  <a:schemeClr val="tx1">
                    <a:lumMod val="65000"/>
                    <a:lumOff val="35000"/>
                  </a:schemeClr>
                </a:solidFill>
                <a:latin typeface="Arial" pitchFamily="34" charset="0"/>
                <a:ea typeface="+mn-ea"/>
                <a:cs typeface="Arial" pitchFamily="34" charset="0"/>
              </a:defRPr>
            </a:lvl4pPr>
            <a:lvl5pPr marL="1468066" indent="-198738" algn="l" defTabSz="422056" rtl="0" eaLnBrk="1" fontAlgn="base" hangingPunct="1">
              <a:spcBef>
                <a:spcPts val="0"/>
              </a:spcBef>
              <a:spcAft>
                <a:spcPts val="600"/>
              </a:spcAft>
              <a:buClr>
                <a:schemeClr val="accent1">
                  <a:lumMod val="75000"/>
                </a:schemeClr>
              </a:buClr>
              <a:buFont typeface="Wingdings" panose="05000000000000000000" pitchFamily="2" charset="2"/>
              <a:buChar char="§"/>
              <a:defRPr sz="2000" kern="1200">
                <a:solidFill>
                  <a:schemeClr val="tx1">
                    <a:lumMod val="65000"/>
                    <a:lumOff val="35000"/>
                  </a:schemeClr>
                </a:solidFill>
                <a:latin typeface="Arial" pitchFamily="34" charset="0"/>
                <a:ea typeface="+mn-ea"/>
                <a:cs typeface="Arial" pitchFamily="34" charset="0"/>
              </a:defRPr>
            </a:lvl5pPr>
            <a:lvl6pPr marL="2321310" indent="-211028" algn="l" defTabSz="422056" rtl="0" eaLnBrk="1" latinLnBrk="0" hangingPunct="1">
              <a:spcBef>
                <a:spcPct val="20000"/>
              </a:spcBef>
              <a:buFont typeface="Arial"/>
              <a:buChar char="•"/>
              <a:defRPr sz="1846" kern="1200">
                <a:solidFill>
                  <a:schemeClr val="dk1"/>
                </a:solidFill>
                <a:latin typeface="+mn-lt"/>
                <a:ea typeface="+mn-ea"/>
                <a:cs typeface="+mn-cs"/>
              </a:defRPr>
            </a:lvl6pPr>
            <a:lvl7pPr marL="2743366" indent="-211028" algn="l" defTabSz="422056" rtl="0" eaLnBrk="1" latinLnBrk="0" hangingPunct="1">
              <a:spcBef>
                <a:spcPct val="20000"/>
              </a:spcBef>
              <a:buFont typeface="Arial"/>
              <a:buChar char="•"/>
              <a:defRPr sz="1846" kern="1200">
                <a:solidFill>
                  <a:schemeClr val="dk1"/>
                </a:solidFill>
                <a:latin typeface="+mn-lt"/>
                <a:ea typeface="+mn-ea"/>
                <a:cs typeface="+mn-cs"/>
              </a:defRPr>
            </a:lvl7pPr>
            <a:lvl8pPr marL="3165422" indent="-211028" algn="l" defTabSz="422056" rtl="0" eaLnBrk="1" latinLnBrk="0" hangingPunct="1">
              <a:spcBef>
                <a:spcPct val="20000"/>
              </a:spcBef>
              <a:buFont typeface="Arial"/>
              <a:buChar char="•"/>
              <a:defRPr sz="1846" kern="1200">
                <a:solidFill>
                  <a:schemeClr val="dk1"/>
                </a:solidFill>
                <a:latin typeface="+mn-lt"/>
                <a:ea typeface="+mn-ea"/>
                <a:cs typeface="+mn-cs"/>
              </a:defRPr>
            </a:lvl8pPr>
            <a:lvl9pPr marL="3587479" indent="-211028" algn="l" defTabSz="422056" rtl="0" eaLnBrk="1" latinLnBrk="0" hangingPunct="1">
              <a:spcBef>
                <a:spcPct val="20000"/>
              </a:spcBef>
              <a:buFont typeface="Arial"/>
              <a:buChar char="•"/>
              <a:defRPr sz="1846" kern="1200">
                <a:solidFill>
                  <a:schemeClr val="dk1"/>
                </a:solidFill>
                <a:latin typeface="+mn-lt"/>
                <a:ea typeface="+mn-ea"/>
                <a:cs typeface="+mn-cs"/>
              </a:defRPr>
            </a:lvl9pPr>
          </a:lstStyle>
          <a:p>
            <a:pPr marL="49253" indent="0">
              <a:buClr>
                <a:schemeClr val="tx2">
                  <a:lumMod val="60000"/>
                  <a:lumOff val="40000"/>
                </a:schemeClr>
              </a:buClr>
              <a:buNone/>
            </a:pPr>
            <a:r>
              <a:rPr lang="fr-FR" sz="2000">
                <a:solidFill>
                  <a:schemeClr val="tx1"/>
                </a:solidFill>
              </a:rPr>
              <a:t>Amélioration de la communication entre les blocs applicatifs</a:t>
            </a:r>
          </a:p>
        </p:txBody>
      </p:sp>
      <p:sp>
        <p:nvSpPr>
          <p:cNvPr id="6" name="Rectangle 3">
            <a:extLst>
              <a:ext uri="{FF2B5EF4-FFF2-40B4-BE49-F238E27FC236}">
                <a16:creationId xmlns:a16="http://schemas.microsoft.com/office/drawing/2014/main" id="{D95EF855-4B5A-C259-88B8-EF9B48540D5B}"/>
              </a:ext>
            </a:extLst>
          </p:cNvPr>
          <p:cNvSpPr txBox="1">
            <a:spLocks noChangeArrowheads="1"/>
          </p:cNvSpPr>
          <p:nvPr>
            <p:custDataLst>
              <p:tags r:id="rId5"/>
            </p:custDataLst>
          </p:nvPr>
        </p:nvSpPr>
        <p:spPr bwMode="auto">
          <a:xfrm>
            <a:off x="547127" y="4017122"/>
            <a:ext cx="6029817" cy="1196252"/>
          </a:xfrm>
          <a:prstGeom prst="roundRect">
            <a:avLst>
              <a:gd name="adj" fmla="val 3172"/>
            </a:avLst>
          </a:prstGeom>
          <a:ln>
            <a:solidFill>
              <a:schemeClr val="tx1"/>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noAutofit/>
          </a:bodyPr>
          <a:lstStyle>
            <a:lvl1pPr marL="389699" indent="-389699" algn="l" defTabSz="422056" rtl="0" eaLnBrk="1" fontAlgn="base" hangingPunct="1">
              <a:spcBef>
                <a:spcPts val="600"/>
              </a:spcBef>
              <a:spcAft>
                <a:spcPts val="600"/>
              </a:spcAft>
              <a:buClr>
                <a:schemeClr val="accent1">
                  <a:lumMod val="75000"/>
                </a:schemeClr>
              </a:buClr>
              <a:buFont typeface="Wingdings" panose="05000000000000000000" pitchFamily="2" charset="2"/>
              <a:buChar char="ü"/>
              <a:defRPr sz="3200" kern="1200">
                <a:solidFill>
                  <a:schemeClr val="tx1">
                    <a:lumMod val="65000"/>
                    <a:lumOff val="35000"/>
                  </a:schemeClr>
                </a:solidFill>
                <a:latin typeface="Arial" pitchFamily="34" charset="0"/>
                <a:ea typeface="+mn-ea"/>
                <a:cs typeface="Arial" pitchFamily="34" charset="0"/>
              </a:defRPr>
            </a:lvl1pPr>
            <a:lvl2pPr marL="730145" indent="-340446" algn="l" defTabSz="422056" rtl="0" eaLnBrk="1" fontAlgn="base" hangingPunct="1">
              <a:spcBef>
                <a:spcPts val="0"/>
              </a:spcBef>
              <a:spcAft>
                <a:spcPts val="600"/>
              </a:spcAft>
              <a:buClr>
                <a:schemeClr val="accent1">
                  <a:lumMod val="75000"/>
                </a:schemeClr>
              </a:buClr>
              <a:buFont typeface="Wingdings" panose="05000000000000000000" pitchFamily="2" charset="2"/>
              <a:buChar char="Ø"/>
              <a:defRPr sz="2800" kern="1200">
                <a:solidFill>
                  <a:schemeClr val="tx1">
                    <a:lumMod val="65000"/>
                    <a:lumOff val="35000"/>
                  </a:schemeClr>
                </a:solidFill>
                <a:latin typeface="Arial" pitchFamily="34" charset="0"/>
                <a:ea typeface="+mn-ea"/>
                <a:cs typeface="Arial" pitchFamily="34" charset="0"/>
              </a:defRPr>
            </a:lvl2pPr>
            <a:lvl3pPr marL="978999" indent="-248854" algn="l" defTabSz="422056" rtl="0" eaLnBrk="1" fontAlgn="base" hangingPunct="1">
              <a:spcBef>
                <a:spcPts val="0"/>
              </a:spcBef>
              <a:spcAft>
                <a:spcPts val="600"/>
              </a:spcAft>
              <a:buClr>
                <a:schemeClr val="accent1">
                  <a:lumMod val="75000"/>
                </a:schemeClr>
              </a:buClr>
              <a:buFont typeface="Arial" charset="0"/>
              <a:buChar char="•"/>
              <a:defRPr sz="2400" kern="1200">
                <a:solidFill>
                  <a:schemeClr val="tx1">
                    <a:lumMod val="65000"/>
                    <a:lumOff val="35000"/>
                  </a:schemeClr>
                </a:solidFill>
                <a:latin typeface="Arial" pitchFamily="34" charset="0"/>
                <a:ea typeface="+mn-ea"/>
                <a:cs typeface="Arial" pitchFamily="34" charset="0"/>
              </a:defRPr>
            </a:lvl3pPr>
            <a:lvl4pPr marL="1269328" indent="-290330" algn="l" defTabSz="422056" rtl="0" eaLnBrk="1" fontAlgn="base" hangingPunct="1">
              <a:spcBef>
                <a:spcPts val="0"/>
              </a:spcBef>
              <a:spcAft>
                <a:spcPts val="600"/>
              </a:spcAft>
              <a:buClr>
                <a:schemeClr val="accent1">
                  <a:lumMod val="75000"/>
                </a:schemeClr>
              </a:buClr>
              <a:buFont typeface="Wingdings" panose="05000000000000000000" pitchFamily="2" charset="2"/>
              <a:buChar char="v"/>
              <a:defRPr sz="2000" kern="1200">
                <a:solidFill>
                  <a:schemeClr val="tx1">
                    <a:lumMod val="65000"/>
                    <a:lumOff val="35000"/>
                  </a:schemeClr>
                </a:solidFill>
                <a:latin typeface="Arial" pitchFamily="34" charset="0"/>
                <a:ea typeface="+mn-ea"/>
                <a:cs typeface="Arial" pitchFamily="34" charset="0"/>
              </a:defRPr>
            </a:lvl4pPr>
            <a:lvl5pPr marL="1468066" indent="-198738" algn="l" defTabSz="422056" rtl="0" eaLnBrk="1" fontAlgn="base" hangingPunct="1">
              <a:spcBef>
                <a:spcPts val="0"/>
              </a:spcBef>
              <a:spcAft>
                <a:spcPts val="600"/>
              </a:spcAft>
              <a:buClr>
                <a:schemeClr val="accent1">
                  <a:lumMod val="75000"/>
                </a:schemeClr>
              </a:buClr>
              <a:buFont typeface="Wingdings" panose="05000000000000000000" pitchFamily="2" charset="2"/>
              <a:buChar char="§"/>
              <a:defRPr sz="2000" kern="1200">
                <a:solidFill>
                  <a:schemeClr val="tx1">
                    <a:lumMod val="65000"/>
                    <a:lumOff val="35000"/>
                  </a:schemeClr>
                </a:solidFill>
                <a:latin typeface="Arial" pitchFamily="34" charset="0"/>
                <a:ea typeface="+mn-ea"/>
                <a:cs typeface="Arial" pitchFamily="34" charset="0"/>
              </a:defRPr>
            </a:lvl5pPr>
            <a:lvl6pPr marL="2321310" indent="-211028" algn="l" defTabSz="422056" rtl="0" eaLnBrk="1" latinLnBrk="0" hangingPunct="1">
              <a:spcBef>
                <a:spcPct val="20000"/>
              </a:spcBef>
              <a:buFont typeface="Arial"/>
              <a:buChar char="•"/>
              <a:defRPr sz="1846" kern="1200">
                <a:solidFill>
                  <a:schemeClr val="dk1"/>
                </a:solidFill>
                <a:latin typeface="+mn-lt"/>
                <a:ea typeface="+mn-ea"/>
                <a:cs typeface="+mn-cs"/>
              </a:defRPr>
            </a:lvl6pPr>
            <a:lvl7pPr marL="2743366" indent="-211028" algn="l" defTabSz="422056" rtl="0" eaLnBrk="1" latinLnBrk="0" hangingPunct="1">
              <a:spcBef>
                <a:spcPct val="20000"/>
              </a:spcBef>
              <a:buFont typeface="Arial"/>
              <a:buChar char="•"/>
              <a:defRPr sz="1846" kern="1200">
                <a:solidFill>
                  <a:schemeClr val="dk1"/>
                </a:solidFill>
                <a:latin typeface="+mn-lt"/>
                <a:ea typeface="+mn-ea"/>
                <a:cs typeface="+mn-cs"/>
              </a:defRPr>
            </a:lvl7pPr>
            <a:lvl8pPr marL="3165422" indent="-211028" algn="l" defTabSz="422056" rtl="0" eaLnBrk="1" latinLnBrk="0" hangingPunct="1">
              <a:spcBef>
                <a:spcPct val="20000"/>
              </a:spcBef>
              <a:buFont typeface="Arial"/>
              <a:buChar char="•"/>
              <a:defRPr sz="1846" kern="1200">
                <a:solidFill>
                  <a:schemeClr val="dk1"/>
                </a:solidFill>
                <a:latin typeface="+mn-lt"/>
                <a:ea typeface="+mn-ea"/>
                <a:cs typeface="+mn-cs"/>
              </a:defRPr>
            </a:lvl8pPr>
            <a:lvl9pPr marL="3587479" indent="-211028" algn="l" defTabSz="422056" rtl="0" eaLnBrk="1" latinLnBrk="0" hangingPunct="1">
              <a:spcBef>
                <a:spcPct val="20000"/>
              </a:spcBef>
              <a:buFont typeface="Arial"/>
              <a:buChar char="•"/>
              <a:defRPr sz="1846" kern="1200">
                <a:solidFill>
                  <a:schemeClr val="dk1"/>
                </a:solidFill>
                <a:latin typeface="+mn-lt"/>
                <a:ea typeface="+mn-ea"/>
                <a:cs typeface="+mn-cs"/>
              </a:defRPr>
            </a:lvl9pPr>
          </a:lstStyle>
          <a:p>
            <a:pPr marL="49253" indent="0">
              <a:buClr>
                <a:schemeClr val="tx2">
                  <a:lumMod val="60000"/>
                  <a:lumOff val="40000"/>
                </a:schemeClr>
              </a:buClr>
              <a:buNone/>
            </a:pPr>
            <a:r>
              <a:rPr lang="fr-FR" sz="2000" dirty="0">
                <a:solidFill>
                  <a:schemeClr val="tx1"/>
                </a:solidFill>
              </a:rPr>
              <a:t>Prise en charge de la normalisation et/ou de l’agrégation des données échangées par la plateforme d’échange</a:t>
            </a:r>
            <a:endParaRPr lang="fr-FR" sz="1600" dirty="0">
              <a:solidFill>
                <a:schemeClr val="tx1"/>
              </a:solidFill>
            </a:endParaRPr>
          </a:p>
        </p:txBody>
      </p:sp>
      <p:sp>
        <p:nvSpPr>
          <p:cNvPr id="7" name="Rectangle 3">
            <a:extLst>
              <a:ext uri="{FF2B5EF4-FFF2-40B4-BE49-F238E27FC236}">
                <a16:creationId xmlns:a16="http://schemas.microsoft.com/office/drawing/2014/main" id="{D58B6AE8-83CF-D07F-30A1-016715ACB429}"/>
              </a:ext>
            </a:extLst>
          </p:cNvPr>
          <p:cNvSpPr txBox="1">
            <a:spLocks noChangeArrowheads="1"/>
          </p:cNvSpPr>
          <p:nvPr>
            <p:custDataLst>
              <p:tags r:id="rId6"/>
            </p:custDataLst>
          </p:nvPr>
        </p:nvSpPr>
        <p:spPr bwMode="auto">
          <a:xfrm>
            <a:off x="547126" y="5337161"/>
            <a:ext cx="6029817" cy="1196252"/>
          </a:xfrm>
          <a:prstGeom prst="roundRect">
            <a:avLst>
              <a:gd name="adj" fmla="val 3172"/>
            </a:avLst>
          </a:prstGeom>
          <a:ln>
            <a:solidFill>
              <a:srgbClr val="FF0000"/>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noAutofit/>
          </a:bodyPr>
          <a:lstStyle>
            <a:lvl1pPr marL="389699" indent="-389699" algn="l" defTabSz="422056" rtl="0" eaLnBrk="1" fontAlgn="base" hangingPunct="1">
              <a:spcBef>
                <a:spcPts val="600"/>
              </a:spcBef>
              <a:spcAft>
                <a:spcPts val="600"/>
              </a:spcAft>
              <a:buClr>
                <a:schemeClr val="accent1">
                  <a:lumMod val="75000"/>
                </a:schemeClr>
              </a:buClr>
              <a:buFont typeface="Wingdings" panose="05000000000000000000" pitchFamily="2" charset="2"/>
              <a:buChar char="ü"/>
              <a:defRPr sz="3200" kern="1200">
                <a:solidFill>
                  <a:schemeClr val="tx1">
                    <a:lumMod val="65000"/>
                    <a:lumOff val="35000"/>
                  </a:schemeClr>
                </a:solidFill>
                <a:latin typeface="Arial" pitchFamily="34" charset="0"/>
                <a:ea typeface="+mn-ea"/>
                <a:cs typeface="Arial" pitchFamily="34" charset="0"/>
              </a:defRPr>
            </a:lvl1pPr>
            <a:lvl2pPr marL="730145" indent="-340446" algn="l" defTabSz="422056" rtl="0" eaLnBrk="1" fontAlgn="base" hangingPunct="1">
              <a:spcBef>
                <a:spcPts val="0"/>
              </a:spcBef>
              <a:spcAft>
                <a:spcPts val="600"/>
              </a:spcAft>
              <a:buClr>
                <a:schemeClr val="accent1">
                  <a:lumMod val="75000"/>
                </a:schemeClr>
              </a:buClr>
              <a:buFont typeface="Wingdings" panose="05000000000000000000" pitchFamily="2" charset="2"/>
              <a:buChar char="Ø"/>
              <a:defRPr sz="2800" kern="1200">
                <a:solidFill>
                  <a:schemeClr val="tx1">
                    <a:lumMod val="65000"/>
                    <a:lumOff val="35000"/>
                  </a:schemeClr>
                </a:solidFill>
                <a:latin typeface="Arial" pitchFamily="34" charset="0"/>
                <a:ea typeface="+mn-ea"/>
                <a:cs typeface="Arial" pitchFamily="34" charset="0"/>
              </a:defRPr>
            </a:lvl2pPr>
            <a:lvl3pPr marL="978999" indent="-248854" algn="l" defTabSz="422056" rtl="0" eaLnBrk="1" fontAlgn="base" hangingPunct="1">
              <a:spcBef>
                <a:spcPts val="0"/>
              </a:spcBef>
              <a:spcAft>
                <a:spcPts val="600"/>
              </a:spcAft>
              <a:buClr>
                <a:schemeClr val="accent1">
                  <a:lumMod val="75000"/>
                </a:schemeClr>
              </a:buClr>
              <a:buFont typeface="Arial" charset="0"/>
              <a:buChar char="•"/>
              <a:defRPr sz="2400" kern="1200">
                <a:solidFill>
                  <a:schemeClr val="tx1">
                    <a:lumMod val="65000"/>
                    <a:lumOff val="35000"/>
                  </a:schemeClr>
                </a:solidFill>
                <a:latin typeface="Arial" pitchFamily="34" charset="0"/>
                <a:ea typeface="+mn-ea"/>
                <a:cs typeface="Arial" pitchFamily="34" charset="0"/>
              </a:defRPr>
            </a:lvl3pPr>
            <a:lvl4pPr marL="1269328" indent="-290330" algn="l" defTabSz="422056" rtl="0" eaLnBrk="1" fontAlgn="base" hangingPunct="1">
              <a:spcBef>
                <a:spcPts val="0"/>
              </a:spcBef>
              <a:spcAft>
                <a:spcPts val="600"/>
              </a:spcAft>
              <a:buClr>
                <a:schemeClr val="accent1">
                  <a:lumMod val="75000"/>
                </a:schemeClr>
              </a:buClr>
              <a:buFont typeface="Wingdings" panose="05000000000000000000" pitchFamily="2" charset="2"/>
              <a:buChar char="v"/>
              <a:defRPr sz="2000" kern="1200">
                <a:solidFill>
                  <a:schemeClr val="tx1">
                    <a:lumMod val="65000"/>
                    <a:lumOff val="35000"/>
                  </a:schemeClr>
                </a:solidFill>
                <a:latin typeface="Arial" pitchFamily="34" charset="0"/>
                <a:ea typeface="+mn-ea"/>
                <a:cs typeface="Arial" pitchFamily="34" charset="0"/>
              </a:defRPr>
            </a:lvl4pPr>
            <a:lvl5pPr marL="1468066" indent="-198738" algn="l" defTabSz="422056" rtl="0" eaLnBrk="1" fontAlgn="base" hangingPunct="1">
              <a:spcBef>
                <a:spcPts val="0"/>
              </a:spcBef>
              <a:spcAft>
                <a:spcPts val="600"/>
              </a:spcAft>
              <a:buClr>
                <a:schemeClr val="accent1">
                  <a:lumMod val="75000"/>
                </a:schemeClr>
              </a:buClr>
              <a:buFont typeface="Wingdings" panose="05000000000000000000" pitchFamily="2" charset="2"/>
              <a:buChar char="§"/>
              <a:defRPr sz="2000" kern="1200">
                <a:solidFill>
                  <a:schemeClr val="tx1">
                    <a:lumMod val="65000"/>
                    <a:lumOff val="35000"/>
                  </a:schemeClr>
                </a:solidFill>
                <a:latin typeface="Arial" pitchFamily="34" charset="0"/>
                <a:ea typeface="+mn-ea"/>
                <a:cs typeface="Arial" pitchFamily="34" charset="0"/>
              </a:defRPr>
            </a:lvl5pPr>
            <a:lvl6pPr marL="2321310" indent="-211028" algn="l" defTabSz="422056" rtl="0" eaLnBrk="1" latinLnBrk="0" hangingPunct="1">
              <a:spcBef>
                <a:spcPct val="20000"/>
              </a:spcBef>
              <a:buFont typeface="Arial"/>
              <a:buChar char="•"/>
              <a:defRPr sz="1846" kern="1200">
                <a:solidFill>
                  <a:schemeClr val="dk1"/>
                </a:solidFill>
                <a:latin typeface="+mn-lt"/>
                <a:ea typeface="+mn-ea"/>
                <a:cs typeface="+mn-cs"/>
              </a:defRPr>
            </a:lvl6pPr>
            <a:lvl7pPr marL="2743366" indent="-211028" algn="l" defTabSz="422056" rtl="0" eaLnBrk="1" latinLnBrk="0" hangingPunct="1">
              <a:spcBef>
                <a:spcPct val="20000"/>
              </a:spcBef>
              <a:buFont typeface="Arial"/>
              <a:buChar char="•"/>
              <a:defRPr sz="1846" kern="1200">
                <a:solidFill>
                  <a:schemeClr val="dk1"/>
                </a:solidFill>
                <a:latin typeface="+mn-lt"/>
                <a:ea typeface="+mn-ea"/>
                <a:cs typeface="+mn-cs"/>
              </a:defRPr>
            </a:lvl7pPr>
            <a:lvl8pPr marL="3165422" indent="-211028" algn="l" defTabSz="422056" rtl="0" eaLnBrk="1" latinLnBrk="0" hangingPunct="1">
              <a:spcBef>
                <a:spcPct val="20000"/>
              </a:spcBef>
              <a:buFont typeface="Arial"/>
              <a:buChar char="•"/>
              <a:defRPr sz="1846" kern="1200">
                <a:solidFill>
                  <a:schemeClr val="dk1"/>
                </a:solidFill>
                <a:latin typeface="+mn-lt"/>
                <a:ea typeface="+mn-ea"/>
                <a:cs typeface="+mn-cs"/>
              </a:defRPr>
            </a:lvl8pPr>
            <a:lvl9pPr marL="3587479" indent="-211028" algn="l" defTabSz="422056" rtl="0" eaLnBrk="1" latinLnBrk="0" hangingPunct="1">
              <a:spcBef>
                <a:spcPct val="20000"/>
              </a:spcBef>
              <a:buFont typeface="Arial"/>
              <a:buChar char="•"/>
              <a:defRPr sz="1846" kern="1200">
                <a:solidFill>
                  <a:schemeClr val="dk1"/>
                </a:solidFill>
                <a:latin typeface="+mn-lt"/>
                <a:ea typeface="+mn-ea"/>
                <a:cs typeface="+mn-cs"/>
              </a:defRPr>
            </a:lvl9pPr>
          </a:lstStyle>
          <a:p>
            <a:pPr marL="49253" indent="0">
              <a:spcBef>
                <a:spcPts val="0"/>
              </a:spcBef>
              <a:spcAft>
                <a:spcPts val="0"/>
              </a:spcAft>
              <a:buClr>
                <a:schemeClr val="tx2">
                  <a:lumMod val="60000"/>
                  <a:lumOff val="40000"/>
                </a:schemeClr>
              </a:buClr>
              <a:buNone/>
            </a:pPr>
            <a:r>
              <a:rPr lang="fr-FR" sz="2000" dirty="0">
                <a:solidFill>
                  <a:srgbClr val="FF0000"/>
                </a:solidFill>
              </a:rPr>
              <a:t>Bonne pratique :</a:t>
            </a:r>
          </a:p>
          <a:p>
            <a:pPr marL="49253" indent="0">
              <a:spcBef>
                <a:spcPts val="0"/>
              </a:spcBef>
              <a:spcAft>
                <a:spcPts val="0"/>
              </a:spcAft>
              <a:buClr>
                <a:schemeClr val="tx2">
                  <a:lumMod val="60000"/>
                  <a:lumOff val="40000"/>
                </a:schemeClr>
              </a:buClr>
              <a:buNone/>
            </a:pPr>
            <a:r>
              <a:rPr lang="fr-FR" sz="2000" dirty="0">
                <a:solidFill>
                  <a:schemeClr val="tx1"/>
                </a:solidFill>
              </a:rPr>
              <a:t>Le pivot est composé des attributs partagés par les producteurs-consommateurs / émetteur-abonnées</a:t>
            </a:r>
          </a:p>
        </p:txBody>
      </p:sp>
    </p:spTree>
    <p:extLst>
      <p:ext uri="{BB962C8B-B14F-4D97-AF65-F5344CB8AC3E}">
        <p14:creationId xmlns:p14="http://schemas.microsoft.com/office/powerpoint/2010/main" val="41877815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Espace réservé du texte 15">
            <a:extLst>
              <a:ext uri="{FF2B5EF4-FFF2-40B4-BE49-F238E27FC236}">
                <a16:creationId xmlns:a16="http://schemas.microsoft.com/office/drawing/2014/main" id="{3F5D8CE1-E6CA-44BB-DB71-164D19FE22A5}"/>
              </a:ext>
            </a:extLst>
          </p:cNvPr>
          <p:cNvSpPr>
            <a:spLocks noGrp="1"/>
          </p:cNvSpPr>
          <p:nvPr>
            <p:ph type="body" sz="quarter" idx="35"/>
          </p:nvPr>
        </p:nvSpPr>
        <p:spPr/>
        <p:txBody>
          <a:bodyPr/>
          <a:lstStyle/>
          <a:p>
            <a:r>
              <a:rPr lang="fr-FR"/>
              <a:t>Demi-flux</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Eléments conceptuels</a:t>
            </a:r>
          </a:p>
        </p:txBody>
      </p:sp>
      <p:sp>
        <p:nvSpPr>
          <p:cNvPr id="22" name="Rectangle à coins arrondis 3">
            <a:extLst>
              <a:ext uri="{FF2B5EF4-FFF2-40B4-BE49-F238E27FC236}">
                <a16:creationId xmlns:a16="http://schemas.microsoft.com/office/drawing/2014/main" id="{20459F61-CB6B-2E04-3E95-C9781073B9CB}"/>
              </a:ext>
            </a:extLst>
          </p:cNvPr>
          <p:cNvSpPr/>
          <p:nvPr>
            <p:custDataLst>
              <p:tags r:id="rId1"/>
            </p:custDataLst>
          </p:nvPr>
        </p:nvSpPr>
        <p:spPr>
          <a:xfrm>
            <a:off x="839900" y="1342586"/>
            <a:ext cx="2772997" cy="366050"/>
          </a:xfrm>
          <a:prstGeom prst="roundRect">
            <a:avLst>
              <a:gd name="adj" fmla="val 11534"/>
            </a:avLst>
          </a:prstGeom>
          <a:ln w="127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buClr>
                <a:schemeClr val="accent2"/>
              </a:buClr>
            </a:pPr>
            <a:r>
              <a:rPr lang="fr-FR">
                <a:solidFill>
                  <a:schemeClr val="tx1"/>
                </a:solidFill>
              </a:rPr>
              <a:t>Le </a:t>
            </a:r>
            <a:r>
              <a:rPr lang="fr-FR" b="1">
                <a:solidFill>
                  <a:schemeClr val="tx2"/>
                </a:solidFill>
              </a:rPr>
              <a:t>pattern</a:t>
            </a:r>
            <a:r>
              <a:rPr lang="fr-FR">
                <a:solidFill>
                  <a:schemeClr val="tx1"/>
                </a:solidFill>
              </a:rPr>
              <a:t> du demi-flux</a:t>
            </a:r>
            <a:endParaRPr lang="fr-FR" b="1">
              <a:solidFill>
                <a:schemeClr val="accent2"/>
              </a:solidFill>
            </a:endParaRPr>
          </a:p>
        </p:txBody>
      </p:sp>
      <p:sp>
        <p:nvSpPr>
          <p:cNvPr id="24" name="ZoneTexte 23">
            <a:extLst>
              <a:ext uri="{FF2B5EF4-FFF2-40B4-BE49-F238E27FC236}">
                <a16:creationId xmlns:a16="http://schemas.microsoft.com/office/drawing/2014/main" id="{9FEE71BE-D043-196A-594B-C4558EC18F4A}"/>
              </a:ext>
            </a:extLst>
          </p:cNvPr>
          <p:cNvSpPr txBox="1"/>
          <p:nvPr>
            <p:custDataLst>
              <p:tags r:id="rId2"/>
            </p:custDataLst>
          </p:nvPr>
        </p:nvSpPr>
        <p:spPr>
          <a:xfrm>
            <a:off x="330081" y="1813689"/>
            <a:ext cx="4468803" cy="1400383"/>
          </a:xfrm>
          <a:prstGeom prst="rect">
            <a:avLst/>
          </a:prstGeom>
          <a:noFill/>
        </p:spPr>
        <p:txBody>
          <a:bodyPr wrap="square" rtlCol="0">
            <a:spAutoFit/>
          </a:bodyPr>
          <a:lstStyle/>
          <a:p>
            <a:pPr marL="273050" indent="-265113">
              <a:spcAft>
                <a:spcPts val="600"/>
              </a:spcAft>
              <a:buClr>
                <a:schemeClr val="tx2"/>
              </a:buClr>
              <a:buFont typeface="Wingdings" panose="05000000000000000000" pitchFamily="2" charset="2"/>
              <a:buChar char="ü"/>
            </a:pPr>
            <a:r>
              <a:rPr lang="fr-FR" sz="1600" dirty="0"/>
              <a:t>Découplage entre le fournisseur et le consommateur (relations 1-1 ou N-N)</a:t>
            </a:r>
          </a:p>
          <a:p>
            <a:pPr marL="273050" lvl="1" indent="-265113">
              <a:spcAft>
                <a:spcPts val="600"/>
              </a:spcAft>
              <a:buClr>
                <a:schemeClr val="tx2"/>
              </a:buClr>
              <a:buFont typeface="Wingdings" panose="05000000000000000000" pitchFamily="2" charset="2"/>
              <a:buChar char="ü"/>
            </a:pPr>
            <a:r>
              <a:rPr lang="fr-FR" sz="1600" dirty="0"/>
              <a:t>Abstraction des technologies et des moyens d’</a:t>
            </a:r>
            <a:r>
              <a:rPr lang="fr-FR" sz="1600" dirty="0" err="1"/>
              <a:t>intéropérabilité</a:t>
            </a:r>
            <a:r>
              <a:rPr lang="fr-FR" sz="1600" dirty="0"/>
              <a:t> avec les consommateurs et/ou les fournisseurs</a:t>
            </a:r>
          </a:p>
        </p:txBody>
      </p:sp>
      <p:sp>
        <p:nvSpPr>
          <p:cNvPr id="25" name="Rectangle à coins arrondis 29">
            <a:extLst>
              <a:ext uri="{FF2B5EF4-FFF2-40B4-BE49-F238E27FC236}">
                <a16:creationId xmlns:a16="http://schemas.microsoft.com/office/drawing/2014/main" id="{0C47A98D-6D6F-D018-26EB-CE8F37B9D43C}"/>
              </a:ext>
            </a:extLst>
          </p:cNvPr>
          <p:cNvSpPr/>
          <p:nvPr>
            <p:custDataLst>
              <p:tags r:id="rId3"/>
            </p:custDataLst>
          </p:nvPr>
        </p:nvSpPr>
        <p:spPr>
          <a:xfrm>
            <a:off x="7093081" y="1749099"/>
            <a:ext cx="3368368" cy="1132244"/>
          </a:xfrm>
          <a:prstGeom prst="roundRect">
            <a:avLst>
              <a:gd name="adj" fmla="val 8154"/>
            </a:avLst>
          </a:prstGeom>
          <a:noFill/>
          <a:ln w="19050">
            <a:solidFill>
              <a:schemeClr val="tx1">
                <a:lumMod val="50000"/>
                <a:lumOff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lumMod val="50000"/>
                  <a:lumOff val="50000"/>
                </a:schemeClr>
              </a:solidFill>
            </a:endParaRPr>
          </a:p>
        </p:txBody>
      </p:sp>
      <p:sp>
        <p:nvSpPr>
          <p:cNvPr id="26" name="Rectangle à coins arrondis 6">
            <a:extLst>
              <a:ext uri="{FF2B5EF4-FFF2-40B4-BE49-F238E27FC236}">
                <a16:creationId xmlns:a16="http://schemas.microsoft.com/office/drawing/2014/main" id="{DD7E2168-D56B-ACCD-C025-66F489590476}"/>
              </a:ext>
            </a:extLst>
          </p:cNvPr>
          <p:cNvSpPr/>
          <p:nvPr>
            <p:custDataLst>
              <p:tags r:id="rId4"/>
            </p:custDataLst>
          </p:nvPr>
        </p:nvSpPr>
        <p:spPr>
          <a:xfrm>
            <a:off x="4920488" y="2017477"/>
            <a:ext cx="1217465" cy="610500"/>
          </a:xfrm>
          <a:prstGeom prst="roundRect">
            <a:avLst>
              <a:gd name="adj" fmla="val 18462"/>
            </a:avLst>
          </a:prstGeom>
          <a:solidFill>
            <a:schemeClr val="accent5">
              <a:lumMod val="40000"/>
              <a:lumOff val="60000"/>
            </a:schemeClr>
          </a:solidFill>
          <a:ln>
            <a:solidFill>
              <a:schemeClr val="accent5"/>
            </a:solidFill>
          </a:ln>
        </p:spPr>
        <p:style>
          <a:lnRef idx="1">
            <a:schemeClr val="accent5"/>
          </a:lnRef>
          <a:fillRef idx="2">
            <a:schemeClr val="accent5"/>
          </a:fillRef>
          <a:effectRef idx="1">
            <a:schemeClr val="accent5"/>
          </a:effectRef>
          <a:fontRef idx="minor">
            <a:schemeClr val="dk1"/>
          </a:fontRef>
        </p:style>
        <p:txBody>
          <a:bodyPr rtlCol="0" anchor="ctr"/>
          <a:lstStyle/>
          <a:p>
            <a:pPr algn="ctr">
              <a:spcBef>
                <a:spcPct val="0"/>
              </a:spcBef>
            </a:pPr>
            <a:r>
              <a:rPr lang="fr-FR" altLang="fr-FR" sz="1200">
                <a:solidFill>
                  <a:schemeClr val="accent5">
                    <a:lumMod val="50000"/>
                  </a:schemeClr>
                </a:solidFill>
              </a:rPr>
              <a:t>Emetteur/</a:t>
            </a:r>
          </a:p>
          <a:p>
            <a:pPr algn="ctr">
              <a:spcBef>
                <a:spcPct val="0"/>
              </a:spcBef>
            </a:pPr>
            <a:r>
              <a:rPr lang="fr-FR" altLang="fr-FR" sz="1200">
                <a:solidFill>
                  <a:schemeClr val="accent5">
                    <a:lumMod val="50000"/>
                  </a:schemeClr>
                </a:solidFill>
              </a:rPr>
              <a:t>Fournisseur</a:t>
            </a:r>
          </a:p>
        </p:txBody>
      </p:sp>
      <p:sp>
        <p:nvSpPr>
          <p:cNvPr id="27" name="Flèche gauche 7">
            <a:extLst>
              <a:ext uri="{FF2B5EF4-FFF2-40B4-BE49-F238E27FC236}">
                <a16:creationId xmlns:a16="http://schemas.microsoft.com/office/drawing/2014/main" id="{C282279A-9ACC-3E7D-0CE7-8C9C754CB058}"/>
              </a:ext>
            </a:extLst>
          </p:cNvPr>
          <p:cNvSpPr/>
          <p:nvPr>
            <p:custDataLst>
              <p:tags r:id="rId5"/>
            </p:custDataLst>
          </p:nvPr>
        </p:nvSpPr>
        <p:spPr>
          <a:xfrm rot="10800000">
            <a:off x="6218105" y="2242690"/>
            <a:ext cx="804826" cy="234285"/>
          </a:xfrm>
          <a:prstGeom prst="leftArrow">
            <a:avLst/>
          </a:prstGeom>
          <a:solidFill>
            <a:schemeClr val="tx2">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8" name="Rectangle à coins arrondis 8">
            <a:extLst>
              <a:ext uri="{FF2B5EF4-FFF2-40B4-BE49-F238E27FC236}">
                <a16:creationId xmlns:a16="http://schemas.microsoft.com/office/drawing/2014/main" id="{DEB883F1-0EA8-39F3-317B-11BCCEB41560}"/>
              </a:ext>
            </a:extLst>
          </p:cNvPr>
          <p:cNvSpPr/>
          <p:nvPr>
            <p:custDataLst>
              <p:tags r:id="rId6"/>
            </p:custDataLst>
          </p:nvPr>
        </p:nvSpPr>
        <p:spPr>
          <a:xfrm>
            <a:off x="7631137" y="1831669"/>
            <a:ext cx="1530888" cy="484993"/>
          </a:xfrm>
          <a:prstGeom prst="roundRect">
            <a:avLst/>
          </a:prstGeom>
          <a:solidFill>
            <a:schemeClr val="tx2">
              <a:lumMod val="40000"/>
              <a:lumOff val="60000"/>
            </a:schemeClr>
          </a:solidFill>
          <a:ln>
            <a:solidFill>
              <a:schemeClr val="tx2"/>
            </a:solidFill>
          </a:ln>
        </p:spPr>
        <p:style>
          <a:lnRef idx="1">
            <a:schemeClr val="accent5"/>
          </a:lnRef>
          <a:fillRef idx="2">
            <a:schemeClr val="accent5"/>
          </a:fillRef>
          <a:effectRef idx="1">
            <a:schemeClr val="accent5"/>
          </a:effectRef>
          <a:fontRef idx="minor">
            <a:schemeClr val="dk1"/>
          </a:fontRef>
        </p:style>
        <p:txBody>
          <a:bodyPr rtlCol="0" anchor="ctr"/>
          <a:lstStyle/>
          <a:p>
            <a:pPr algn="ctr">
              <a:spcBef>
                <a:spcPct val="0"/>
              </a:spcBef>
            </a:pPr>
            <a:r>
              <a:rPr lang="fr-FR" altLang="fr-FR" sz="1200">
                <a:solidFill>
                  <a:srgbClr val="215968"/>
                </a:solidFill>
              </a:rPr>
              <a:t>Interprétation et transformation</a:t>
            </a:r>
          </a:p>
        </p:txBody>
      </p:sp>
      <p:sp>
        <p:nvSpPr>
          <p:cNvPr id="29" name="Rectangle à coins arrondis 11">
            <a:extLst>
              <a:ext uri="{FF2B5EF4-FFF2-40B4-BE49-F238E27FC236}">
                <a16:creationId xmlns:a16="http://schemas.microsoft.com/office/drawing/2014/main" id="{6C718337-9E8C-A045-B7E3-8B1F41C35FC7}"/>
              </a:ext>
            </a:extLst>
          </p:cNvPr>
          <p:cNvSpPr/>
          <p:nvPr>
            <p:custDataLst>
              <p:tags r:id="rId7"/>
            </p:custDataLst>
          </p:nvPr>
        </p:nvSpPr>
        <p:spPr>
          <a:xfrm>
            <a:off x="7642253" y="2325953"/>
            <a:ext cx="1530888" cy="484993"/>
          </a:xfrm>
          <a:prstGeom prst="roundRect">
            <a:avLst/>
          </a:prstGeom>
          <a:pattFill prst="pct20">
            <a:fgClr>
              <a:schemeClr val="tx2">
                <a:lumMod val="60000"/>
                <a:lumOff val="40000"/>
              </a:schemeClr>
            </a:fgClr>
            <a:bgClr>
              <a:schemeClr val="bg1"/>
            </a:bgClr>
          </a:pattFill>
          <a:ln>
            <a:solidFill>
              <a:schemeClr val="tx2"/>
            </a:solidFill>
          </a:ln>
        </p:spPr>
        <p:style>
          <a:lnRef idx="1">
            <a:schemeClr val="accent5"/>
          </a:lnRef>
          <a:fillRef idx="2">
            <a:schemeClr val="accent5"/>
          </a:fillRef>
          <a:effectRef idx="1">
            <a:schemeClr val="accent5"/>
          </a:effectRef>
          <a:fontRef idx="minor">
            <a:schemeClr val="dk1"/>
          </a:fontRef>
        </p:style>
        <p:txBody>
          <a:bodyPr rtlCol="0" anchor="ctr"/>
          <a:lstStyle/>
          <a:p>
            <a:pPr algn="ctr">
              <a:spcBef>
                <a:spcPct val="0"/>
              </a:spcBef>
            </a:pPr>
            <a:r>
              <a:rPr lang="fr-FR" altLang="fr-FR" sz="1200">
                <a:solidFill>
                  <a:srgbClr val="215968"/>
                </a:solidFill>
              </a:rPr>
              <a:t>Message au format pivot</a:t>
            </a:r>
          </a:p>
        </p:txBody>
      </p:sp>
      <p:sp>
        <p:nvSpPr>
          <p:cNvPr id="50" name="ZoneTexte 49">
            <a:extLst>
              <a:ext uri="{FF2B5EF4-FFF2-40B4-BE49-F238E27FC236}">
                <a16:creationId xmlns:a16="http://schemas.microsoft.com/office/drawing/2014/main" id="{E857B1EB-13C2-A99A-2288-1A2844633B29}"/>
              </a:ext>
            </a:extLst>
          </p:cNvPr>
          <p:cNvSpPr txBox="1"/>
          <p:nvPr>
            <p:custDataLst>
              <p:tags r:id="rId8"/>
            </p:custDataLst>
          </p:nvPr>
        </p:nvSpPr>
        <p:spPr>
          <a:xfrm>
            <a:off x="9158588" y="2476975"/>
            <a:ext cx="1351717" cy="369332"/>
          </a:xfrm>
          <a:prstGeom prst="rect">
            <a:avLst/>
          </a:prstGeom>
          <a:noFill/>
        </p:spPr>
        <p:txBody>
          <a:bodyPr wrap="none" rtlCol="0">
            <a:spAutoFit/>
          </a:bodyPr>
          <a:lstStyle/>
          <a:p>
            <a:r>
              <a:rPr lang="fr-FR">
                <a:solidFill>
                  <a:schemeClr val="tx1">
                    <a:lumMod val="50000"/>
                    <a:lumOff val="50000"/>
                  </a:schemeClr>
                </a:solidFill>
              </a:rPr>
              <a:t>Demi flux A</a:t>
            </a:r>
          </a:p>
        </p:txBody>
      </p:sp>
      <p:sp>
        <p:nvSpPr>
          <p:cNvPr id="53" name="Rectangle à coins arrondis 38">
            <a:extLst>
              <a:ext uri="{FF2B5EF4-FFF2-40B4-BE49-F238E27FC236}">
                <a16:creationId xmlns:a16="http://schemas.microsoft.com/office/drawing/2014/main" id="{824711DC-970E-8C04-A155-F04544082ED0}"/>
              </a:ext>
            </a:extLst>
          </p:cNvPr>
          <p:cNvSpPr/>
          <p:nvPr>
            <p:custDataLst>
              <p:tags r:id="rId9"/>
            </p:custDataLst>
          </p:nvPr>
        </p:nvSpPr>
        <p:spPr>
          <a:xfrm>
            <a:off x="5072108" y="5255705"/>
            <a:ext cx="1454553" cy="610500"/>
          </a:xfrm>
          <a:prstGeom prst="roundRect">
            <a:avLst>
              <a:gd name="adj" fmla="val 18462"/>
            </a:avLst>
          </a:prstGeom>
          <a:solidFill>
            <a:schemeClr val="accent5">
              <a:lumMod val="40000"/>
              <a:lumOff val="60000"/>
            </a:schemeClr>
          </a:solidFill>
          <a:ln>
            <a:solidFill>
              <a:schemeClr val="accent5"/>
            </a:solidFill>
          </a:ln>
        </p:spPr>
        <p:style>
          <a:lnRef idx="1">
            <a:schemeClr val="accent5"/>
          </a:lnRef>
          <a:fillRef idx="2">
            <a:schemeClr val="accent5"/>
          </a:fillRef>
          <a:effectRef idx="1">
            <a:schemeClr val="accent5"/>
          </a:effectRef>
          <a:fontRef idx="minor">
            <a:schemeClr val="dk1"/>
          </a:fontRef>
        </p:style>
        <p:txBody>
          <a:bodyPr rtlCol="0" anchor="ctr"/>
          <a:lstStyle/>
          <a:p>
            <a:pPr algn="ctr">
              <a:spcBef>
                <a:spcPct val="0"/>
              </a:spcBef>
            </a:pPr>
            <a:r>
              <a:rPr lang="fr-FR" altLang="fr-FR" sz="1200">
                <a:solidFill>
                  <a:schemeClr val="accent5">
                    <a:lumMod val="50000"/>
                  </a:schemeClr>
                </a:solidFill>
              </a:rPr>
              <a:t>Récepteur/ Consommateur C</a:t>
            </a:r>
          </a:p>
        </p:txBody>
      </p:sp>
      <p:sp>
        <p:nvSpPr>
          <p:cNvPr id="55" name="Virage 52">
            <a:extLst>
              <a:ext uri="{FF2B5EF4-FFF2-40B4-BE49-F238E27FC236}">
                <a16:creationId xmlns:a16="http://schemas.microsoft.com/office/drawing/2014/main" id="{E83387F7-ED1D-6C19-3A9B-CDA288BA3674}"/>
              </a:ext>
            </a:extLst>
          </p:cNvPr>
          <p:cNvSpPr/>
          <p:nvPr>
            <p:custDataLst>
              <p:tags r:id="rId10"/>
            </p:custDataLst>
          </p:nvPr>
        </p:nvSpPr>
        <p:spPr>
          <a:xfrm rot="10800000">
            <a:off x="10550441" y="3701465"/>
            <a:ext cx="511568" cy="1664329"/>
          </a:xfrm>
          <a:prstGeom prst="bentArrow">
            <a:avLst>
              <a:gd name="adj1" fmla="val 20770"/>
              <a:gd name="adj2" fmla="val 18555"/>
              <a:gd name="adj3" fmla="val 21234"/>
              <a:gd name="adj4" fmla="val 53772"/>
            </a:avLst>
          </a:prstGeom>
          <a:solidFill>
            <a:schemeClr val="tx2">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56" name="Rectangle à coins arrondis 40">
            <a:extLst>
              <a:ext uri="{FF2B5EF4-FFF2-40B4-BE49-F238E27FC236}">
                <a16:creationId xmlns:a16="http://schemas.microsoft.com/office/drawing/2014/main" id="{5442F560-76BF-3617-51A4-F973E6D534A4}"/>
              </a:ext>
            </a:extLst>
          </p:cNvPr>
          <p:cNvSpPr/>
          <p:nvPr>
            <p:custDataLst>
              <p:tags r:id="rId11"/>
            </p:custDataLst>
          </p:nvPr>
        </p:nvSpPr>
        <p:spPr>
          <a:xfrm>
            <a:off x="7150821" y="1820589"/>
            <a:ext cx="474142" cy="989264"/>
          </a:xfrm>
          <a:prstGeom prst="roundRect">
            <a:avLst/>
          </a:prstGeom>
          <a:solidFill>
            <a:schemeClr val="tx2">
              <a:lumMod val="40000"/>
              <a:lumOff val="60000"/>
            </a:schemeClr>
          </a:solidFill>
          <a:ln>
            <a:solidFill>
              <a:schemeClr val="tx2"/>
            </a:solidFill>
          </a:ln>
        </p:spPr>
        <p:style>
          <a:lnRef idx="1">
            <a:schemeClr val="accent5"/>
          </a:lnRef>
          <a:fillRef idx="2">
            <a:schemeClr val="accent5"/>
          </a:fillRef>
          <a:effectRef idx="1">
            <a:schemeClr val="accent5"/>
          </a:effectRef>
          <a:fontRef idx="minor">
            <a:schemeClr val="dk1"/>
          </a:fontRef>
        </p:style>
        <p:txBody>
          <a:bodyPr vert="vert270" rtlCol="0" anchor="ctr"/>
          <a:lstStyle/>
          <a:p>
            <a:pPr algn="ctr">
              <a:spcBef>
                <a:spcPct val="0"/>
              </a:spcBef>
            </a:pPr>
            <a:r>
              <a:rPr lang="fr-FR" altLang="fr-FR" sz="1100" dirty="0">
                <a:solidFill>
                  <a:srgbClr val="215968"/>
                </a:solidFill>
              </a:rPr>
              <a:t>Connecteur</a:t>
            </a:r>
            <a:endParaRPr lang="fr-FR" altLang="fr-FR" sz="1200" dirty="0">
              <a:solidFill>
                <a:srgbClr val="215968"/>
              </a:solidFill>
            </a:endParaRPr>
          </a:p>
        </p:txBody>
      </p:sp>
      <p:sp>
        <p:nvSpPr>
          <p:cNvPr id="57" name="Demi-tour 43">
            <a:extLst>
              <a:ext uri="{FF2B5EF4-FFF2-40B4-BE49-F238E27FC236}">
                <a16:creationId xmlns:a16="http://schemas.microsoft.com/office/drawing/2014/main" id="{585118F8-102F-ACA4-2DA5-A4E366ACCA95}"/>
              </a:ext>
            </a:extLst>
          </p:cNvPr>
          <p:cNvSpPr/>
          <p:nvPr>
            <p:custDataLst>
              <p:tags r:id="rId12"/>
            </p:custDataLst>
          </p:nvPr>
        </p:nvSpPr>
        <p:spPr>
          <a:xfrm rot="5400000">
            <a:off x="9516904" y="2644945"/>
            <a:ext cx="1947360" cy="1142849"/>
          </a:xfrm>
          <a:prstGeom prst="uturnArrow">
            <a:avLst>
              <a:gd name="adj1" fmla="val 10095"/>
              <a:gd name="adj2" fmla="val 8407"/>
              <a:gd name="adj3" fmla="val 11327"/>
              <a:gd name="adj4" fmla="val 24155"/>
              <a:gd name="adj5" fmla="val 42893"/>
            </a:avLst>
          </a:prstGeom>
          <a:solidFill>
            <a:schemeClr val="tx2">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59" name="Flèche gauche 45">
            <a:extLst>
              <a:ext uri="{FF2B5EF4-FFF2-40B4-BE49-F238E27FC236}">
                <a16:creationId xmlns:a16="http://schemas.microsoft.com/office/drawing/2014/main" id="{B0818ADF-6239-B3E4-4A18-AC8755D0A9F0}"/>
              </a:ext>
            </a:extLst>
          </p:cNvPr>
          <p:cNvSpPr/>
          <p:nvPr>
            <p:custDataLst>
              <p:tags r:id="rId13"/>
            </p:custDataLst>
          </p:nvPr>
        </p:nvSpPr>
        <p:spPr>
          <a:xfrm>
            <a:off x="6543192" y="4190048"/>
            <a:ext cx="488871" cy="234285"/>
          </a:xfrm>
          <a:prstGeom prst="leftArrow">
            <a:avLst/>
          </a:prstGeom>
          <a:solidFill>
            <a:schemeClr val="tx2">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0" name="Rectangle à coins arrondis 46">
            <a:extLst>
              <a:ext uri="{FF2B5EF4-FFF2-40B4-BE49-F238E27FC236}">
                <a16:creationId xmlns:a16="http://schemas.microsoft.com/office/drawing/2014/main" id="{826937A4-D0A8-58D1-4E5D-90FA513F6803}"/>
              </a:ext>
            </a:extLst>
          </p:cNvPr>
          <p:cNvSpPr/>
          <p:nvPr>
            <p:custDataLst>
              <p:tags r:id="rId14"/>
            </p:custDataLst>
          </p:nvPr>
        </p:nvSpPr>
        <p:spPr>
          <a:xfrm>
            <a:off x="7641940" y="4033666"/>
            <a:ext cx="1530888" cy="484993"/>
          </a:xfrm>
          <a:prstGeom prst="roundRect">
            <a:avLst/>
          </a:prstGeom>
          <a:solidFill>
            <a:schemeClr val="tx2">
              <a:lumMod val="40000"/>
              <a:lumOff val="60000"/>
            </a:schemeClr>
          </a:solidFill>
          <a:ln>
            <a:solidFill>
              <a:schemeClr val="tx2"/>
            </a:solidFill>
          </a:ln>
        </p:spPr>
        <p:style>
          <a:lnRef idx="1">
            <a:schemeClr val="accent5"/>
          </a:lnRef>
          <a:fillRef idx="2">
            <a:schemeClr val="accent5"/>
          </a:fillRef>
          <a:effectRef idx="1">
            <a:schemeClr val="accent5"/>
          </a:effectRef>
          <a:fontRef idx="minor">
            <a:schemeClr val="dk1"/>
          </a:fontRef>
        </p:style>
        <p:txBody>
          <a:bodyPr rtlCol="0" anchor="ctr"/>
          <a:lstStyle/>
          <a:p>
            <a:pPr algn="ctr">
              <a:spcBef>
                <a:spcPct val="0"/>
              </a:spcBef>
            </a:pPr>
            <a:r>
              <a:rPr lang="fr-FR" altLang="fr-FR" sz="1200">
                <a:solidFill>
                  <a:srgbClr val="215968"/>
                </a:solidFill>
              </a:rPr>
              <a:t>Interprétation et transformation</a:t>
            </a:r>
          </a:p>
        </p:txBody>
      </p:sp>
      <p:sp>
        <p:nvSpPr>
          <p:cNvPr id="61" name="Rectangle à coins arrondis 47">
            <a:extLst>
              <a:ext uri="{FF2B5EF4-FFF2-40B4-BE49-F238E27FC236}">
                <a16:creationId xmlns:a16="http://schemas.microsoft.com/office/drawing/2014/main" id="{E4D2B7F0-3794-AFA6-5B4E-2C0B29DE1BFE}"/>
              </a:ext>
            </a:extLst>
          </p:cNvPr>
          <p:cNvSpPr/>
          <p:nvPr>
            <p:custDataLst>
              <p:tags r:id="rId15"/>
            </p:custDataLst>
          </p:nvPr>
        </p:nvSpPr>
        <p:spPr>
          <a:xfrm rot="16200000">
            <a:off x="6893260" y="3810316"/>
            <a:ext cx="989263" cy="470927"/>
          </a:xfrm>
          <a:prstGeom prst="roundRect">
            <a:avLst/>
          </a:prstGeom>
          <a:solidFill>
            <a:schemeClr val="tx2">
              <a:lumMod val="40000"/>
              <a:lumOff val="60000"/>
            </a:schemeClr>
          </a:solidFill>
          <a:ln>
            <a:solidFill>
              <a:schemeClr val="tx2"/>
            </a:solidFill>
          </a:ln>
        </p:spPr>
        <p:style>
          <a:lnRef idx="1">
            <a:schemeClr val="accent5"/>
          </a:lnRef>
          <a:fillRef idx="2">
            <a:schemeClr val="accent5"/>
          </a:fillRef>
          <a:effectRef idx="1">
            <a:schemeClr val="accent5"/>
          </a:effectRef>
          <a:fontRef idx="minor">
            <a:schemeClr val="dk1"/>
          </a:fontRef>
        </p:style>
        <p:txBody>
          <a:bodyPr rtlCol="0" anchor="ctr"/>
          <a:lstStyle/>
          <a:p>
            <a:pPr algn="ctr">
              <a:spcBef>
                <a:spcPct val="0"/>
              </a:spcBef>
            </a:pPr>
            <a:r>
              <a:rPr lang="fr-FR" altLang="fr-FR" sz="1100">
                <a:solidFill>
                  <a:srgbClr val="215968"/>
                </a:solidFill>
              </a:rPr>
              <a:t>Connecteur B</a:t>
            </a:r>
          </a:p>
        </p:txBody>
      </p:sp>
      <p:sp>
        <p:nvSpPr>
          <p:cNvPr id="62" name="Rectangle à coins arrondis 48">
            <a:extLst>
              <a:ext uri="{FF2B5EF4-FFF2-40B4-BE49-F238E27FC236}">
                <a16:creationId xmlns:a16="http://schemas.microsoft.com/office/drawing/2014/main" id="{6A358945-8380-4572-97EA-C7B6B2D945CB}"/>
              </a:ext>
            </a:extLst>
          </p:cNvPr>
          <p:cNvSpPr/>
          <p:nvPr>
            <p:custDataLst>
              <p:tags r:id="rId16"/>
            </p:custDataLst>
          </p:nvPr>
        </p:nvSpPr>
        <p:spPr>
          <a:xfrm>
            <a:off x="7093081" y="3506047"/>
            <a:ext cx="3368368" cy="1086027"/>
          </a:xfrm>
          <a:prstGeom prst="roundRect">
            <a:avLst>
              <a:gd name="adj" fmla="val 8154"/>
            </a:avLst>
          </a:prstGeom>
          <a:noFill/>
          <a:ln w="19050">
            <a:solidFill>
              <a:schemeClr val="tx1">
                <a:lumMod val="50000"/>
                <a:lumOff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3" name="ZoneTexte 62">
            <a:extLst>
              <a:ext uri="{FF2B5EF4-FFF2-40B4-BE49-F238E27FC236}">
                <a16:creationId xmlns:a16="http://schemas.microsoft.com/office/drawing/2014/main" id="{8A4AFE32-4F1F-1E58-A7E0-A7047F55FA9C}"/>
              </a:ext>
            </a:extLst>
          </p:cNvPr>
          <p:cNvSpPr txBox="1"/>
          <p:nvPr>
            <p:custDataLst>
              <p:tags r:id="rId17"/>
            </p:custDataLst>
          </p:nvPr>
        </p:nvSpPr>
        <p:spPr>
          <a:xfrm>
            <a:off x="9177127" y="4183178"/>
            <a:ext cx="1364476" cy="369332"/>
          </a:xfrm>
          <a:prstGeom prst="rect">
            <a:avLst/>
          </a:prstGeom>
          <a:noFill/>
        </p:spPr>
        <p:txBody>
          <a:bodyPr wrap="none" rtlCol="0">
            <a:spAutoFit/>
          </a:bodyPr>
          <a:lstStyle/>
          <a:p>
            <a:r>
              <a:rPr lang="fr-FR">
                <a:solidFill>
                  <a:schemeClr val="tx1">
                    <a:lumMod val="50000"/>
                    <a:lumOff val="50000"/>
                  </a:schemeClr>
                </a:solidFill>
              </a:rPr>
              <a:t>Demi flux B</a:t>
            </a:r>
          </a:p>
        </p:txBody>
      </p:sp>
      <p:sp>
        <p:nvSpPr>
          <p:cNvPr id="64" name="Rectangle à coins arrondis 50">
            <a:extLst>
              <a:ext uri="{FF2B5EF4-FFF2-40B4-BE49-F238E27FC236}">
                <a16:creationId xmlns:a16="http://schemas.microsoft.com/office/drawing/2014/main" id="{E339E306-C128-4E11-95AF-D44DD7C88D7D}"/>
              </a:ext>
            </a:extLst>
          </p:cNvPr>
          <p:cNvSpPr/>
          <p:nvPr>
            <p:custDataLst>
              <p:tags r:id="rId18"/>
            </p:custDataLst>
          </p:nvPr>
        </p:nvSpPr>
        <p:spPr>
          <a:xfrm>
            <a:off x="5072108" y="4001940"/>
            <a:ext cx="1454553" cy="610500"/>
          </a:xfrm>
          <a:prstGeom prst="roundRect">
            <a:avLst>
              <a:gd name="adj" fmla="val 18462"/>
            </a:avLst>
          </a:prstGeom>
          <a:solidFill>
            <a:schemeClr val="accent5">
              <a:lumMod val="40000"/>
              <a:lumOff val="60000"/>
            </a:schemeClr>
          </a:solidFill>
          <a:ln>
            <a:solidFill>
              <a:schemeClr val="accent5"/>
            </a:solidFill>
          </a:ln>
        </p:spPr>
        <p:style>
          <a:lnRef idx="1">
            <a:schemeClr val="accent5"/>
          </a:lnRef>
          <a:fillRef idx="2">
            <a:schemeClr val="accent5"/>
          </a:fillRef>
          <a:effectRef idx="1">
            <a:schemeClr val="accent5"/>
          </a:effectRef>
          <a:fontRef idx="minor">
            <a:schemeClr val="dk1"/>
          </a:fontRef>
        </p:style>
        <p:txBody>
          <a:bodyPr rtlCol="0" anchor="ctr"/>
          <a:lstStyle/>
          <a:p>
            <a:pPr algn="ctr">
              <a:spcBef>
                <a:spcPct val="0"/>
              </a:spcBef>
            </a:pPr>
            <a:r>
              <a:rPr lang="fr-FR" altLang="fr-FR" sz="1200">
                <a:solidFill>
                  <a:schemeClr val="accent5">
                    <a:lumMod val="50000"/>
                  </a:schemeClr>
                </a:solidFill>
              </a:rPr>
              <a:t>Récepteur/ Consommateur B</a:t>
            </a:r>
          </a:p>
        </p:txBody>
      </p:sp>
      <p:sp>
        <p:nvSpPr>
          <p:cNvPr id="6" name="Rectangle à coins arrondis 11">
            <a:extLst>
              <a:ext uri="{FF2B5EF4-FFF2-40B4-BE49-F238E27FC236}">
                <a16:creationId xmlns:a16="http://schemas.microsoft.com/office/drawing/2014/main" id="{FF329EB9-D945-DCEA-3F09-3C33830F3B10}"/>
              </a:ext>
            </a:extLst>
          </p:cNvPr>
          <p:cNvSpPr/>
          <p:nvPr>
            <p:custDataLst>
              <p:tags r:id="rId19"/>
            </p:custDataLst>
          </p:nvPr>
        </p:nvSpPr>
        <p:spPr>
          <a:xfrm>
            <a:off x="7642253" y="3551147"/>
            <a:ext cx="1530888" cy="484993"/>
          </a:xfrm>
          <a:prstGeom prst="roundRect">
            <a:avLst/>
          </a:prstGeom>
          <a:pattFill prst="pct20">
            <a:fgClr>
              <a:schemeClr val="tx2">
                <a:lumMod val="60000"/>
                <a:lumOff val="40000"/>
              </a:schemeClr>
            </a:fgClr>
            <a:bgClr>
              <a:schemeClr val="bg1"/>
            </a:bgClr>
          </a:pattFill>
          <a:ln>
            <a:solidFill>
              <a:schemeClr val="tx2"/>
            </a:solidFill>
          </a:ln>
        </p:spPr>
        <p:style>
          <a:lnRef idx="1">
            <a:schemeClr val="accent5"/>
          </a:lnRef>
          <a:fillRef idx="2">
            <a:schemeClr val="accent5"/>
          </a:fillRef>
          <a:effectRef idx="1">
            <a:schemeClr val="accent5"/>
          </a:effectRef>
          <a:fontRef idx="minor">
            <a:schemeClr val="dk1"/>
          </a:fontRef>
        </p:style>
        <p:txBody>
          <a:bodyPr rtlCol="0" anchor="ctr"/>
          <a:lstStyle/>
          <a:p>
            <a:pPr algn="ctr">
              <a:spcBef>
                <a:spcPct val="0"/>
              </a:spcBef>
            </a:pPr>
            <a:r>
              <a:rPr lang="fr-FR" altLang="fr-FR" sz="1200">
                <a:solidFill>
                  <a:srgbClr val="215968"/>
                </a:solidFill>
              </a:rPr>
              <a:t>Message au format pivot</a:t>
            </a:r>
          </a:p>
        </p:txBody>
      </p:sp>
      <p:sp>
        <p:nvSpPr>
          <p:cNvPr id="10" name="Flèche gauche 45">
            <a:extLst>
              <a:ext uri="{FF2B5EF4-FFF2-40B4-BE49-F238E27FC236}">
                <a16:creationId xmlns:a16="http://schemas.microsoft.com/office/drawing/2014/main" id="{EF12CBDE-2410-6C96-1F68-C5C3F1054A8C}"/>
              </a:ext>
            </a:extLst>
          </p:cNvPr>
          <p:cNvSpPr/>
          <p:nvPr>
            <p:custDataLst>
              <p:tags r:id="rId20"/>
            </p:custDataLst>
          </p:nvPr>
        </p:nvSpPr>
        <p:spPr>
          <a:xfrm>
            <a:off x="6539206" y="5422208"/>
            <a:ext cx="488871" cy="234285"/>
          </a:xfrm>
          <a:prstGeom prst="leftArrow">
            <a:avLst/>
          </a:prstGeom>
          <a:solidFill>
            <a:schemeClr val="tx2">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1" name="Rectangle à coins arrondis 46">
            <a:extLst>
              <a:ext uri="{FF2B5EF4-FFF2-40B4-BE49-F238E27FC236}">
                <a16:creationId xmlns:a16="http://schemas.microsoft.com/office/drawing/2014/main" id="{BE92C6E2-5BEB-D305-CD4A-5444AA8E3A9B}"/>
              </a:ext>
            </a:extLst>
          </p:cNvPr>
          <p:cNvSpPr/>
          <p:nvPr>
            <p:custDataLst>
              <p:tags r:id="rId21"/>
            </p:custDataLst>
          </p:nvPr>
        </p:nvSpPr>
        <p:spPr>
          <a:xfrm>
            <a:off x="7637954" y="5265826"/>
            <a:ext cx="1530888" cy="484993"/>
          </a:xfrm>
          <a:prstGeom prst="roundRect">
            <a:avLst/>
          </a:prstGeom>
          <a:solidFill>
            <a:schemeClr val="tx2">
              <a:lumMod val="40000"/>
              <a:lumOff val="60000"/>
            </a:schemeClr>
          </a:solidFill>
          <a:ln>
            <a:solidFill>
              <a:schemeClr val="tx2"/>
            </a:solidFill>
          </a:ln>
        </p:spPr>
        <p:style>
          <a:lnRef idx="1">
            <a:schemeClr val="accent5"/>
          </a:lnRef>
          <a:fillRef idx="2">
            <a:schemeClr val="accent5"/>
          </a:fillRef>
          <a:effectRef idx="1">
            <a:schemeClr val="accent5"/>
          </a:effectRef>
          <a:fontRef idx="minor">
            <a:schemeClr val="dk1"/>
          </a:fontRef>
        </p:style>
        <p:txBody>
          <a:bodyPr rtlCol="0" anchor="ctr"/>
          <a:lstStyle/>
          <a:p>
            <a:pPr algn="ctr">
              <a:spcBef>
                <a:spcPct val="0"/>
              </a:spcBef>
            </a:pPr>
            <a:r>
              <a:rPr lang="fr-FR" altLang="fr-FR" sz="1200">
                <a:solidFill>
                  <a:srgbClr val="215968"/>
                </a:solidFill>
              </a:rPr>
              <a:t>Interprétation et transformation</a:t>
            </a:r>
          </a:p>
        </p:txBody>
      </p:sp>
      <p:sp>
        <p:nvSpPr>
          <p:cNvPr id="12" name="Rectangle à coins arrondis 47">
            <a:extLst>
              <a:ext uri="{FF2B5EF4-FFF2-40B4-BE49-F238E27FC236}">
                <a16:creationId xmlns:a16="http://schemas.microsoft.com/office/drawing/2014/main" id="{2A1A7A86-82EA-71AA-E621-0313DE8F5378}"/>
              </a:ext>
            </a:extLst>
          </p:cNvPr>
          <p:cNvSpPr/>
          <p:nvPr>
            <p:custDataLst>
              <p:tags r:id="rId22"/>
            </p:custDataLst>
          </p:nvPr>
        </p:nvSpPr>
        <p:spPr>
          <a:xfrm rot="16200000">
            <a:off x="6889274" y="5042476"/>
            <a:ext cx="989263" cy="470927"/>
          </a:xfrm>
          <a:prstGeom prst="roundRect">
            <a:avLst/>
          </a:prstGeom>
          <a:solidFill>
            <a:schemeClr val="tx2">
              <a:lumMod val="40000"/>
              <a:lumOff val="60000"/>
            </a:schemeClr>
          </a:solidFill>
          <a:ln>
            <a:solidFill>
              <a:schemeClr val="tx2"/>
            </a:solidFill>
          </a:ln>
        </p:spPr>
        <p:style>
          <a:lnRef idx="1">
            <a:schemeClr val="accent5"/>
          </a:lnRef>
          <a:fillRef idx="2">
            <a:schemeClr val="accent5"/>
          </a:fillRef>
          <a:effectRef idx="1">
            <a:schemeClr val="accent5"/>
          </a:effectRef>
          <a:fontRef idx="minor">
            <a:schemeClr val="dk1"/>
          </a:fontRef>
        </p:style>
        <p:txBody>
          <a:bodyPr rtlCol="0" anchor="ctr"/>
          <a:lstStyle/>
          <a:p>
            <a:pPr algn="ctr">
              <a:spcBef>
                <a:spcPct val="0"/>
              </a:spcBef>
            </a:pPr>
            <a:r>
              <a:rPr lang="fr-FR" altLang="fr-FR" sz="1100">
                <a:solidFill>
                  <a:srgbClr val="215968"/>
                </a:solidFill>
              </a:rPr>
              <a:t>Connecteur B</a:t>
            </a:r>
          </a:p>
        </p:txBody>
      </p:sp>
      <p:sp>
        <p:nvSpPr>
          <p:cNvPr id="13" name="Rectangle à coins arrondis 48">
            <a:extLst>
              <a:ext uri="{FF2B5EF4-FFF2-40B4-BE49-F238E27FC236}">
                <a16:creationId xmlns:a16="http://schemas.microsoft.com/office/drawing/2014/main" id="{06DD8A34-36F3-6A2F-7F92-377290CBDAD1}"/>
              </a:ext>
            </a:extLst>
          </p:cNvPr>
          <p:cNvSpPr/>
          <p:nvPr>
            <p:custDataLst>
              <p:tags r:id="rId23"/>
            </p:custDataLst>
          </p:nvPr>
        </p:nvSpPr>
        <p:spPr>
          <a:xfrm>
            <a:off x="7089095" y="4738207"/>
            <a:ext cx="3368368" cy="1086027"/>
          </a:xfrm>
          <a:prstGeom prst="roundRect">
            <a:avLst>
              <a:gd name="adj" fmla="val 8154"/>
            </a:avLst>
          </a:prstGeom>
          <a:noFill/>
          <a:ln w="19050">
            <a:solidFill>
              <a:schemeClr val="tx1">
                <a:lumMod val="50000"/>
                <a:lumOff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4" name="ZoneTexte 13">
            <a:extLst>
              <a:ext uri="{FF2B5EF4-FFF2-40B4-BE49-F238E27FC236}">
                <a16:creationId xmlns:a16="http://schemas.microsoft.com/office/drawing/2014/main" id="{DA37E909-8EA4-0A89-A638-236FF4ADC5B1}"/>
              </a:ext>
            </a:extLst>
          </p:cNvPr>
          <p:cNvSpPr txBox="1"/>
          <p:nvPr>
            <p:custDataLst>
              <p:tags r:id="rId24"/>
            </p:custDataLst>
          </p:nvPr>
        </p:nvSpPr>
        <p:spPr>
          <a:xfrm>
            <a:off x="9173141" y="5415338"/>
            <a:ext cx="1377300" cy="369332"/>
          </a:xfrm>
          <a:prstGeom prst="rect">
            <a:avLst/>
          </a:prstGeom>
          <a:noFill/>
        </p:spPr>
        <p:txBody>
          <a:bodyPr wrap="none" rtlCol="0">
            <a:spAutoFit/>
          </a:bodyPr>
          <a:lstStyle/>
          <a:p>
            <a:r>
              <a:rPr lang="fr-FR">
                <a:solidFill>
                  <a:schemeClr val="tx1">
                    <a:lumMod val="50000"/>
                    <a:lumOff val="50000"/>
                  </a:schemeClr>
                </a:solidFill>
              </a:rPr>
              <a:t>Demi flux C</a:t>
            </a:r>
          </a:p>
        </p:txBody>
      </p:sp>
      <p:sp>
        <p:nvSpPr>
          <p:cNvPr id="15" name="Rectangle à coins arrondis 11">
            <a:extLst>
              <a:ext uri="{FF2B5EF4-FFF2-40B4-BE49-F238E27FC236}">
                <a16:creationId xmlns:a16="http://schemas.microsoft.com/office/drawing/2014/main" id="{E9ADDE8D-26E6-106C-7326-1DA6F54857F1}"/>
              </a:ext>
            </a:extLst>
          </p:cNvPr>
          <p:cNvSpPr/>
          <p:nvPr>
            <p:custDataLst>
              <p:tags r:id="rId25"/>
            </p:custDataLst>
          </p:nvPr>
        </p:nvSpPr>
        <p:spPr>
          <a:xfrm>
            <a:off x="7638267" y="4783307"/>
            <a:ext cx="1530888" cy="484993"/>
          </a:xfrm>
          <a:prstGeom prst="roundRect">
            <a:avLst/>
          </a:prstGeom>
          <a:pattFill prst="pct20">
            <a:fgClr>
              <a:schemeClr val="tx2">
                <a:lumMod val="60000"/>
                <a:lumOff val="40000"/>
              </a:schemeClr>
            </a:fgClr>
            <a:bgClr>
              <a:schemeClr val="bg1"/>
            </a:bgClr>
          </a:pattFill>
          <a:ln>
            <a:solidFill>
              <a:schemeClr val="tx2"/>
            </a:solidFill>
          </a:ln>
        </p:spPr>
        <p:style>
          <a:lnRef idx="1">
            <a:schemeClr val="accent5"/>
          </a:lnRef>
          <a:fillRef idx="2">
            <a:schemeClr val="accent5"/>
          </a:fillRef>
          <a:effectRef idx="1">
            <a:schemeClr val="accent5"/>
          </a:effectRef>
          <a:fontRef idx="minor">
            <a:schemeClr val="dk1"/>
          </a:fontRef>
        </p:style>
        <p:txBody>
          <a:bodyPr rtlCol="0" anchor="ctr"/>
          <a:lstStyle/>
          <a:p>
            <a:pPr algn="ctr">
              <a:spcBef>
                <a:spcPct val="0"/>
              </a:spcBef>
            </a:pPr>
            <a:r>
              <a:rPr lang="fr-FR" altLang="fr-FR" sz="1200">
                <a:solidFill>
                  <a:srgbClr val="215968"/>
                </a:solidFill>
              </a:rPr>
              <a:t>Message au format pivot</a:t>
            </a:r>
          </a:p>
        </p:txBody>
      </p:sp>
      <p:sp>
        <p:nvSpPr>
          <p:cNvPr id="17" name="ZoneTexte 16">
            <a:extLst>
              <a:ext uri="{FF2B5EF4-FFF2-40B4-BE49-F238E27FC236}">
                <a16:creationId xmlns:a16="http://schemas.microsoft.com/office/drawing/2014/main" id="{50A26623-5931-C11D-127F-744FFD1DCC92}"/>
              </a:ext>
            </a:extLst>
          </p:cNvPr>
          <p:cNvSpPr txBox="1"/>
          <p:nvPr>
            <p:custDataLst>
              <p:tags r:id="rId26"/>
            </p:custDataLst>
          </p:nvPr>
        </p:nvSpPr>
        <p:spPr>
          <a:xfrm>
            <a:off x="1313866" y="6163061"/>
            <a:ext cx="9481784" cy="307777"/>
          </a:xfrm>
          <a:prstGeom prst="rect">
            <a:avLst/>
          </a:prstGeom>
          <a:ln>
            <a:solidFill>
              <a:schemeClr val="tx2"/>
            </a:solidFill>
          </a:ln>
        </p:spPr>
        <p:style>
          <a:lnRef idx="2">
            <a:schemeClr val="accent5"/>
          </a:lnRef>
          <a:fillRef idx="1">
            <a:schemeClr val="lt1"/>
          </a:fillRef>
          <a:effectRef idx="0">
            <a:schemeClr val="accent5"/>
          </a:effectRef>
          <a:fontRef idx="minor">
            <a:schemeClr val="dk1"/>
          </a:fontRef>
        </p:style>
        <p:txBody>
          <a:bodyPr wrap="square" rtlCol="0" anchor="ctr">
            <a:spAutoFit/>
          </a:bodyPr>
          <a:lstStyle/>
          <a:p>
            <a:pPr algn="ctr"/>
            <a:r>
              <a:rPr lang="fr-FR" sz="1400" b="1" dirty="0">
                <a:solidFill>
                  <a:schemeClr val="tx2">
                    <a:lumMod val="75000"/>
                  </a:schemeClr>
                </a:solidFill>
                <a:latin typeface="Arial" panose="020B0604020202020204" pitchFamily="34" charset="0"/>
                <a:cs typeface="Arial" panose="020B0604020202020204" pitchFamily="34" charset="0"/>
              </a:rPr>
              <a:t>L’usage du concept du pivot permet d’étendre le modèle à des relations N (émetteurs)-N (récepteurs)</a:t>
            </a:r>
          </a:p>
        </p:txBody>
      </p:sp>
      <p:sp>
        <p:nvSpPr>
          <p:cNvPr id="3" name="ZoneTexte 2">
            <a:extLst>
              <a:ext uri="{FF2B5EF4-FFF2-40B4-BE49-F238E27FC236}">
                <a16:creationId xmlns:a16="http://schemas.microsoft.com/office/drawing/2014/main" id="{9369B189-95FD-7078-3E63-4B2F7B36DE10}"/>
              </a:ext>
            </a:extLst>
          </p:cNvPr>
          <p:cNvSpPr txBox="1"/>
          <p:nvPr>
            <p:custDataLst>
              <p:tags r:id="rId27"/>
            </p:custDataLst>
          </p:nvPr>
        </p:nvSpPr>
        <p:spPr>
          <a:xfrm>
            <a:off x="311153" y="3387162"/>
            <a:ext cx="4468803" cy="2539157"/>
          </a:xfrm>
          <a:prstGeom prst="rect">
            <a:avLst/>
          </a:prstGeom>
          <a:noFill/>
        </p:spPr>
        <p:txBody>
          <a:bodyPr wrap="square" rtlCol="0">
            <a:spAutoFit/>
          </a:bodyPr>
          <a:lstStyle/>
          <a:p>
            <a:pPr marL="7937">
              <a:spcAft>
                <a:spcPts val="600"/>
              </a:spcAft>
              <a:buClr>
                <a:schemeClr val="tx2"/>
              </a:buClr>
            </a:pPr>
            <a:r>
              <a:rPr lang="fr-FR" sz="1600" dirty="0"/>
              <a:t>Connecteur: </a:t>
            </a:r>
          </a:p>
          <a:p>
            <a:pPr marL="273050" indent="-265113">
              <a:spcAft>
                <a:spcPts val="600"/>
              </a:spcAft>
              <a:buClr>
                <a:schemeClr val="tx2"/>
              </a:buClr>
              <a:buFont typeface="Wingdings" panose="05000000000000000000" pitchFamily="2" charset="2"/>
              <a:buChar char="ü"/>
            </a:pPr>
            <a:r>
              <a:rPr lang="fr-FR" sz="1600" dirty="0"/>
              <a:t>Lien avec la technologie du Fournisseur / Consommateur</a:t>
            </a:r>
          </a:p>
          <a:p>
            <a:pPr marL="7937" lvl="1">
              <a:spcAft>
                <a:spcPts val="600"/>
              </a:spcAft>
              <a:buClr>
                <a:schemeClr val="tx2"/>
              </a:buClr>
            </a:pPr>
            <a:r>
              <a:rPr lang="fr-FR" sz="1600" dirty="0"/>
              <a:t>Interprétation &amp; Transformation:</a:t>
            </a:r>
          </a:p>
          <a:p>
            <a:pPr marL="273050" lvl="1" indent="-265113">
              <a:spcAft>
                <a:spcPts val="600"/>
              </a:spcAft>
              <a:buClr>
                <a:schemeClr val="tx2"/>
              </a:buClr>
              <a:buFont typeface="Wingdings" panose="05000000000000000000" pitchFamily="2" charset="2"/>
              <a:buChar char="ü"/>
            </a:pPr>
            <a:r>
              <a:rPr lang="fr-FR" sz="1600" dirty="0"/>
              <a:t>Normalisation / Dénormalisation du message entrant, respectivement sortant, de l’émetteur, respectivement le fournisseur, avant, respectivement après, routage &amp; transport.</a:t>
            </a:r>
          </a:p>
        </p:txBody>
      </p:sp>
    </p:spTree>
    <p:extLst>
      <p:ext uri="{BB962C8B-B14F-4D97-AF65-F5344CB8AC3E}">
        <p14:creationId xmlns:p14="http://schemas.microsoft.com/office/powerpoint/2010/main" val="3063757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Pattern DE CACHE (Synchrone)</a:t>
            </a:r>
          </a:p>
        </p:txBody>
      </p:sp>
      <p:sp>
        <p:nvSpPr>
          <p:cNvPr id="24" name="ZoneTexte 23">
            <a:extLst>
              <a:ext uri="{FF2B5EF4-FFF2-40B4-BE49-F238E27FC236}">
                <a16:creationId xmlns:a16="http://schemas.microsoft.com/office/drawing/2014/main" id="{9C355D0D-AA17-5229-A0D4-3466E81A69AA}"/>
              </a:ext>
            </a:extLst>
          </p:cNvPr>
          <p:cNvSpPr txBox="1"/>
          <p:nvPr>
            <p:custDataLst>
              <p:tags r:id="rId1"/>
            </p:custDataLst>
          </p:nvPr>
        </p:nvSpPr>
        <p:spPr>
          <a:xfrm>
            <a:off x="3855490" y="917017"/>
            <a:ext cx="3960440" cy="307777"/>
          </a:xfrm>
          <a:prstGeom prst="rect">
            <a:avLst/>
          </a:prstGeom>
          <a:ln>
            <a:solidFill>
              <a:schemeClr val="tx2"/>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fr-FR" sz="1400">
                <a:solidFill>
                  <a:schemeClr val="tx2"/>
                </a:solidFill>
              </a:rPr>
              <a:t>Intercepteur – Pré-chargeur – </a:t>
            </a:r>
            <a:r>
              <a:rPr lang="fr-FR" sz="1400" err="1">
                <a:solidFill>
                  <a:schemeClr val="tx2"/>
                </a:solidFill>
              </a:rPr>
              <a:t>Invalideur</a:t>
            </a:r>
            <a:endParaRPr lang="fr-FR" sz="1400">
              <a:solidFill>
                <a:schemeClr val="tx2"/>
              </a:solidFill>
            </a:endParaRPr>
          </a:p>
        </p:txBody>
      </p:sp>
      <p:sp>
        <p:nvSpPr>
          <p:cNvPr id="25" name="Rectangle à coins arrondis 4">
            <a:extLst>
              <a:ext uri="{FF2B5EF4-FFF2-40B4-BE49-F238E27FC236}">
                <a16:creationId xmlns:a16="http://schemas.microsoft.com/office/drawing/2014/main" id="{A84B62B0-F0D9-0C7D-FEFA-7E338957A759}"/>
              </a:ext>
            </a:extLst>
          </p:cNvPr>
          <p:cNvSpPr/>
          <p:nvPr>
            <p:custDataLst>
              <p:tags r:id="rId2"/>
            </p:custDataLst>
          </p:nvPr>
        </p:nvSpPr>
        <p:spPr>
          <a:xfrm>
            <a:off x="3316925" y="1391562"/>
            <a:ext cx="5328592" cy="4104456"/>
          </a:xfrm>
          <a:prstGeom prst="roundRect">
            <a:avLst/>
          </a:prstGeom>
          <a:ln>
            <a:solidFill>
              <a:schemeClr val="tx1">
                <a:lumMod val="50000"/>
                <a:lumOff val="50000"/>
              </a:schemeClr>
            </a:solidFill>
          </a:ln>
        </p:spPr>
        <p:style>
          <a:lnRef idx="2">
            <a:schemeClr val="accent3"/>
          </a:lnRef>
          <a:fillRef idx="1">
            <a:schemeClr val="lt1"/>
          </a:fillRef>
          <a:effectRef idx="0">
            <a:schemeClr val="accent3"/>
          </a:effectRef>
          <a:fontRef idx="minor">
            <a:schemeClr val="dk1"/>
          </a:fontRef>
        </p:style>
        <p:txBody>
          <a:bodyPr rtlCol="0" anchor="t"/>
          <a:lstStyle/>
          <a:p>
            <a:pPr algn="ctr"/>
            <a:r>
              <a:rPr lang="fr-FR" sz="1600">
                <a:solidFill>
                  <a:schemeClr val="tx1">
                    <a:lumMod val="50000"/>
                    <a:lumOff val="50000"/>
                  </a:schemeClr>
                </a:solidFill>
              </a:rPr>
              <a:t>ESB</a:t>
            </a:r>
            <a:endParaRPr lang="fr-FR" sz="1400">
              <a:solidFill>
                <a:schemeClr val="tx1">
                  <a:lumMod val="50000"/>
                  <a:lumOff val="50000"/>
                </a:schemeClr>
              </a:solidFill>
            </a:endParaRPr>
          </a:p>
        </p:txBody>
      </p:sp>
      <p:grpSp>
        <p:nvGrpSpPr>
          <p:cNvPr id="26" name="Groupe 25">
            <a:extLst>
              <a:ext uri="{FF2B5EF4-FFF2-40B4-BE49-F238E27FC236}">
                <a16:creationId xmlns:a16="http://schemas.microsoft.com/office/drawing/2014/main" id="{3F05584F-0EFB-D4B2-EDD0-BB1F88EF593F}"/>
              </a:ext>
            </a:extLst>
          </p:cNvPr>
          <p:cNvGrpSpPr/>
          <p:nvPr>
            <p:custDataLst>
              <p:tags r:id="rId3"/>
            </p:custDataLst>
          </p:nvPr>
        </p:nvGrpSpPr>
        <p:grpSpPr>
          <a:xfrm>
            <a:off x="4326977" y="3802996"/>
            <a:ext cx="979912" cy="648072"/>
            <a:chOff x="2894725" y="5109288"/>
            <a:chExt cx="496175" cy="400960"/>
          </a:xfrm>
        </p:grpSpPr>
        <p:sp>
          <p:nvSpPr>
            <p:cNvPr id="27" name="Organigramme : Disque magnétique 26">
              <a:extLst>
                <a:ext uri="{FF2B5EF4-FFF2-40B4-BE49-F238E27FC236}">
                  <a16:creationId xmlns:a16="http://schemas.microsoft.com/office/drawing/2014/main" id="{28EE28E0-5E9A-E53C-5B0B-045586ACDA34}"/>
                </a:ext>
              </a:extLst>
            </p:cNvPr>
            <p:cNvSpPr/>
            <p:nvPr/>
          </p:nvSpPr>
          <p:spPr>
            <a:xfrm>
              <a:off x="2894725" y="5297911"/>
              <a:ext cx="496175" cy="212337"/>
            </a:xfrm>
            <a:prstGeom prst="flowChartMagneticDisk">
              <a:avLst/>
            </a:prstGeom>
            <a:solidFill>
              <a:srgbClr val="4466A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a:p>
          </p:txBody>
        </p:sp>
        <p:sp>
          <p:nvSpPr>
            <p:cNvPr id="28" name="Organigramme : Disque magnétique 27">
              <a:extLst>
                <a:ext uri="{FF2B5EF4-FFF2-40B4-BE49-F238E27FC236}">
                  <a16:creationId xmlns:a16="http://schemas.microsoft.com/office/drawing/2014/main" id="{93DECB9B-A094-3F29-81E9-639C57DF63BC}"/>
                </a:ext>
              </a:extLst>
            </p:cNvPr>
            <p:cNvSpPr/>
            <p:nvPr/>
          </p:nvSpPr>
          <p:spPr>
            <a:xfrm>
              <a:off x="2894725" y="5109288"/>
              <a:ext cx="496175" cy="212337"/>
            </a:xfrm>
            <a:prstGeom prst="flowChartMagneticDisk">
              <a:avLst/>
            </a:prstGeom>
            <a:solidFill>
              <a:srgbClr val="4466A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00"/>
            </a:p>
          </p:txBody>
        </p:sp>
      </p:grpSp>
      <p:sp>
        <p:nvSpPr>
          <p:cNvPr id="29" name="Rectangle à coins arrondis 6">
            <a:extLst>
              <a:ext uri="{FF2B5EF4-FFF2-40B4-BE49-F238E27FC236}">
                <a16:creationId xmlns:a16="http://schemas.microsoft.com/office/drawing/2014/main" id="{ACF67B4B-26BE-2F99-FB30-B7486EAEC79C}"/>
              </a:ext>
            </a:extLst>
          </p:cNvPr>
          <p:cNvSpPr/>
          <p:nvPr>
            <p:custDataLst>
              <p:tags r:id="rId4"/>
            </p:custDataLst>
          </p:nvPr>
        </p:nvSpPr>
        <p:spPr>
          <a:xfrm>
            <a:off x="6452708" y="2438900"/>
            <a:ext cx="1524760" cy="499260"/>
          </a:xfrm>
          <a:prstGeom prst="roundRect">
            <a:avLst/>
          </a:prstGeom>
          <a:solidFill>
            <a:schemeClr val="tx2"/>
          </a:solidFill>
          <a:ln>
            <a:solidFill>
              <a:schemeClr val="tx2">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1400"/>
              <a:t>Intercepteur</a:t>
            </a:r>
          </a:p>
        </p:txBody>
      </p:sp>
      <p:pic>
        <p:nvPicPr>
          <p:cNvPr id="30" name="Image 29">
            <a:extLst>
              <a:ext uri="{FF2B5EF4-FFF2-40B4-BE49-F238E27FC236}">
                <a16:creationId xmlns:a16="http://schemas.microsoft.com/office/drawing/2014/main" id="{08A7E288-341F-5535-4253-5D542CDF5896}"/>
              </a:ext>
            </a:extLst>
          </p:cNvPr>
          <p:cNvPicPr>
            <a:picLocks noChangeAspect="1"/>
          </p:cNvPicPr>
          <p:nvPr>
            <p:custDataLst>
              <p:tags r:id="rId5"/>
            </p:custDataLst>
          </p:nvPr>
        </p:nvPicPr>
        <p:blipFill>
          <a:blip r:embed="rId37" cstate="screen">
            <a:duotone>
              <a:prstClr val="black"/>
              <a:schemeClr val="accent6">
                <a:tint val="45000"/>
                <a:satMod val="400000"/>
              </a:schemeClr>
            </a:duotone>
            <a:extLst>
              <a:ext uri="{28A0092B-C50C-407E-A947-70E740481C1C}">
                <a14:useLocalDpi xmlns:a14="http://schemas.microsoft.com/office/drawing/2010/main"/>
              </a:ext>
            </a:extLst>
          </a:blip>
          <a:stretch>
            <a:fillRect/>
          </a:stretch>
        </p:blipFill>
        <p:spPr>
          <a:xfrm>
            <a:off x="1215756" y="2247635"/>
            <a:ext cx="944087" cy="884171"/>
          </a:xfrm>
          <a:prstGeom prst="rect">
            <a:avLst/>
          </a:prstGeom>
        </p:spPr>
      </p:pic>
      <p:sp>
        <p:nvSpPr>
          <p:cNvPr id="31" name="Rectangle à coins arrondis 7">
            <a:extLst>
              <a:ext uri="{FF2B5EF4-FFF2-40B4-BE49-F238E27FC236}">
                <a16:creationId xmlns:a16="http://schemas.microsoft.com/office/drawing/2014/main" id="{4412E26B-E565-2690-3F19-1115CB4A2AE8}"/>
              </a:ext>
            </a:extLst>
          </p:cNvPr>
          <p:cNvSpPr/>
          <p:nvPr>
            <p:custDataLst>
              <p:tags r:id="rId6"/>
            </p:custDataLst>
          </p:nvPr>
        </p:nvSpPr>
        <p:spPr>
          <a:xfrm>
            <a:off x="4132857" y="4886263"/>
            <a:ext cx="1368152" cy="45329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err="1"/>
              <a:t>Invalideur</a:t>
            </a:r>
            <a:endParaRPr lang="fr-FR" sz="1400"/>
          </a:p>
        </p:txBody>
      </p:sp>
      <p:sp>
        <p:nvSpPr>
          <p:cNvPr id="48" name="Rectangle 47">
            <a:extLst>
              <a:ext uri="{FF2B5EF4-FFF2-40B4-BE49-F238E27FC236}">
                <a16:creationId xmlns:a16="http://schemas.microsoft.com/office/drawing/2014/main" id="{DB53D5E1-9B8A-E981-626A-D71D089731A6}"/>
              </a:ext>
            </a:extLst>
          </p:cNvPr>
          <p:cNvSpPr/>
          <p:nvPr>
            <p:custDataLst>
              <p:tags r:id="rId7"/>
            </p:custDataLst>
          </p:nvPr>
        </p:nvSpPr>
        <p:spPr>
          <a:xfrm>
            <a:off x="9415531" y="2237002"/>
            <a:ext cx="1872462" cy="840180"/>
          </a:xfrm>
          <a:prstGeom prst="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400">
                <a:solidFill>
                  <a:schemeClr val="tx1"/>
                </a:solidFill>
              </a:rPr>
              <a:t>MDM/</a:t>
            </a:r>
            <a:r>
              <a:rPr lang="en-US" sz="1400" err="1">
                <a:solidFill>
                  <a:schemeClr val="tx1"/>
                </a:solidFill>
              </a:rPr>
              <a:t>Datalake</a:t>
            </a:r>
            <a:endParaRPr lang="en-US" sz="1400">
              <a:solidFill>
                <a:schemeClr val="tx1"/>
              </a:solidFill>
            </a:endParaRPr>
          </a:p>
          <a:p>
            <a:pPr algn="ctr"/>
            <a:r>
              <a:rPr lang="en-US" sz="1400">
                <a:solidFill>
                  <a:schemeClr val="tx1"/>
                </a:solidFill>
              </a:rPr>
              <a:t>Client</a:t>
            </a:r>
          </a:p>
        </p:txBody>
      </p:sp>
      <p:sp>
        <p:nvSpPr>
          <p:cNvPr id="49" name="Rectangle à coins arrondis 8">
            <a:extLst>
              <a:ext uri="{FF2B5EF4-FFF2-40B4-BE49-F238E27FC236}">
                <a16:creationId xmlns:a16="http://schemas.microsoft.com/office/drawing/2014/main" id="{8D381E68-E0F5-6EB3-7B91-8C7E40C334DD}"/>
              </a:ext>
            </a:extLst>
          </p:cNvPr>
          <p:cNvSpPr/>
          <p:nvPr>
            <p:custDataLst>
              <p:tags r:id="rId8"/>
            </p:custDataLst>
          </p:nvPr>
        </p:nvSpPr>
        <p:spPr>
          <a:xfrm>
            <a:off x="3769326" y="2364575"/>
            <a:ext cx="1512168" cy="647910"/>
          </a:xfrm>
          <a:prstGeom prst="roundRect">
            <a:avLst/>
          </a:prstGeom>
          <a:solidFill>
            <a:schemeClr val="tx1"/>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sz="1400"/>
              <a:t>Pré-chargeur</a:t>
            </a:r>
          </a:p>
        </p:txBody>
      </p:sp>
      <p:cxnSp>
        <p:nvCxnSpPr>
          <p:cNvPr id="50" name="Connecteur droit avec flèche 49">
            <a:extLst>
              <a:ext uri="{FF2B5EF4-FFF2-40B4-BE49-F238E27FC236}">
                <a16:creationId xmlns:a16="http://schemas.microsoft.com/office/drawing/2014/main" id="{76146247-B0B1-1F94-B47C-46D97AB8BC11}"/>
              </a:ext>
            </a:extLst>
          </p:cNvPr>
          <p:cNvCxnSpPr>
            <a:cxnSpLocks/>
            <a:stCxn id="30" idx="3"/>
            <a:endCxn id="49" idx="1"/>
          </p:cNvCxnSpPr>
          <p:nvPr>
            <p:custDataLst>
              <p:tags r:id="rId9"/>
            </p:custDataLst>
          </p:nvPr>
        </p:nvCxnSpPr>
        <p:spPr>
          <a:xfrm flipV="1">
            <a:off x="2159843" y="2688530"/>
            <a:ext cx="1609483" cy="1191"/>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615E7B47-A582-BFA8-4133-06BC23287BA3}"/>
              </a:ext>
            </a:extLst>
          </p:cNvPr>
          <p:cNvCxnSpPr>
            <a:endCxn id="29" idx="1"/>
          </p:cNvCxnSpPr>
          <p:nvPr>
            <p:custDataLst>
              <p:tags r:id="rId10"/>
            </p:custDataLst>
          </p:nvPr>
        </p:nvCxnSpPr>
        <p:spPr>
          <a:xfrm>
            <a:off x="5312366" y="2655206"/>
            <a:ext cx="1140342" cy="33324"/>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cxnSp>
        <p:nvCxnSpPr>
          <p:cNvPr id="52" name="Connecteur droit avec flèche 51">
            <a:extLst>
              <a:ext uri="{FF2B5EF4-FFF2-40B4-BE49-F238E27FC236}">
                <a16:creationId xmlns:a16="http://schemas.microsoft.com/office/drawing/2014/main" id="{679A8104-B09A-EDA9-7CE5-E92639BC52ED}"/>
              </a:ext>
            </a:extLst>
          </p:cNvPr>
          <p:cNvCxnSpPr/>
          <p:nvPr>
            <p:custDataLst>
              <p:tags r:id="rId11"/>
            </p:custDataLst>
          </p:nvPr>
        </p:nvCxnSpPr>
        <p:spPr>
          <a:xfrm>
            <a:off x="7986865" y="2593610"/>
            <a:ext cx="1428666" cy="3600"/>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cxnSp>
        <p:nvCxnSpPr>
          <p:cNvPr id="53" name="Connecteur en angle 24">
            <a:extLst>
              <a:ext uri="{FF2B5EF4-FFF2-40B4-BE49-F238E27FC236}">
                <a16:creationId xmlns:a16="http://schemas.microsoft.com/office/drawing/2014/main" id="{4CCF0CC0-E539-59D9-B2F4-3630B30D93C2}"/>
              </a:ext>
            </a:extLst>
          </p:cNvPr>
          <p:cNvCxnSpPr>
            <a:endCxn id="28" idx="2"/>
          </p:cNvCxnSpPr>
          <p:nvPr>
            <p:custDataLst>
              <p:tags r:id="rId12"/>
            </p:custDataLst>
          </p:nvPr>
        </p:nvCxnSpPr>
        <p:spPr>
          <a:xfrm rot="16200000" flipH="1">
            <a:off x="3707427" y="3355045"/>
            <a:ext cx="962111" cy="276989"/>
          </a:xfrm>
          <a:prstGeom prst="bentConnector2">
            <a:avLst/>
          </a:prstGeom>
          <a:ln w="38100">
            <a:solidFill>
              <a:schemeClr val="accent2"/>
            </a:solidFill>
            <a:tailEnd type="triangle"/>
          </a:ln>
        </p:spPr>
        <p:style>
          <a:lnRef idx="1">
            <a:schemeClr val="accent5"/>
          </a:lnRef>
          <a:fillRef idx="0">
            <a:schemeClr val="accent5"/>
          </a:fillRef>
          <a:effectRef idx="0">
            <a:schemeClr val="accent5"/>
          </a:effectRef>
          <a:fontRef idx="minor">
            <a:schemeClr val="tx1"/>
          </a:fontRef>
        </p:style>
      </p:cxnSp>
      <p:cxnSp>
        <p:nvCxnSpPr>
          <p:cNvPr id="54" name="Connecteur droit avec flèche 53">
            <a:extLst>
              <a:ext uri="{FF2B5EF4-FFF2-40B4-BE49-F238E27FC236}">
                <a16:creationId xmlns:a16="http://schemas.microsoft.com/office/drawing/2014/main" id="{956961EF-29BE-30B2-4F4E-F11CE7E90E7B}"/>
              </a:ext>
            </a:extLst>
          </p:cNvPr>
          <p:cNvCxnSpPr>
            <a:stCxn id="31" idx="0"/>
            <a:endCxn id="27" idx="3"/>
          </p:cNvCxnSpPr>
          <p:nvPr>
            <p:custDataLst>
              <p:tags r:id="rId13"/>
            </p:custDataLst>
          </p:nvPr>
        </p:nvCxnSpPr>
        <p:spPr>
          <a:xfrm flipV="1">
            <a:off x="4816933" y="4451068"/>
            <a:ext cx="0" cy="435195"/>
          </a:xfrm>
          <a:prstGeom prst="straightConnector1">
            <a:avLst/>
          </a:prstGeom>
          <a:ln w="38100">
            <a:solidFill>
              <a:schemeClr val="accent1">
                <a:lumMod val="75000"/>
              </a:schemeClr>
            </a:solidFill>
            <a:tailEnd type="triangle"/>
          </a:ln>
        </p:spPr>
        <p:style>
          <a:lnRef idx="1">
            <a:schemeClr val="accent2"/>
          </a:lnRef>
          <a:fillRef idx="0">
            <a:schemeClr val="accent2"/>
          </a:fillRef>
          <a:effectRef idx="0">
            <a:schemeClr val="accent2"/>
          </a:effectRef>
          <a:fontRef idx="minor">
            <a:schemeClr val="tx1"/>
          </a:fontRef>
        </p:style>
      </p:cxnSp>
      <p:sp>
        <p:nvSpPr>
          <p:cNvPr id="55" name="ZoneTexte 54">
            <a:extLst>
              <a:ext uri="{FF2B5EF4-FFF2-40B4-BE49-F238E27FC236}">
                <a16:creationId xmlns:a16="http://schemas.microsoft.com/office/drawing/2014/main" id="{1629D890-1EB6-0D8E-8B9D-D2ABF513A984}"/>
              </a:ext>
            </a:extLst>
          </p:cNvPr>
          <p:cNvSpPr txBox="1"/>
          <p:nvPr>
            <p:custDataLst>
              <p:tags r:id="rId14"/>
            </p:custDataLst>
          </p:nvPr>
        </p:nvSpPr>
        <p:spPr>
          <a:xfrm>
            <a:off x="5306889" y="2355504"/>
            <a:ext cx="1109472" cy="230832"/>
          </a:xfrm>
          <a:prstGeom prst="rect">
            <a:avLst/>
          </a:prstGeom>
          <a:noFill/>
        </p:spPr>
        <p:txBody>
          <a:bodyPr wrap="square" rtlCol="0">
            <a:spAutoFit/>
          </a:bodyPr>
          <a:lstStyle/>
          <a:p>
            <a:r>
              <a:rPr lang="fr-FR" sz="900"/>
              <a:t>Info synthétique</a:t>
            </a:r>
          </a:p>
        </p:txBody>
      </p:sp>
      <p:sp>
        <p:nvSpPr>
          <p:cNvPr id="56" name="ZoneTexte 55">
            <a:extLst>
              <a:ext uri="{FF2B5EF4-FFF2-40B4-BE49-F238E27FC236}">
                <a16:creationId xmlns:a16="http://schemas.microsoft.com/office/drawing/2014/main" id="{80F44D07-C9AD-7035-0650-5C81514A1313}"/>
              </a:ext>
            </a:extLst>
          </p:cNvPr>
          <p:cNvSpPr txBox="1"/>
          <p:nvPr>
            <p:custDataLst>
              <p:tags r:id="rId15"/>
            </p:custDataLst>
          </p:nvPr>
        </p:nvSpPr>
        <p:spPr>
          <a:xfrm>
            <a:off x="2409848" y="2418071"/>
            <a:ext cx="1109472" cy="230832"/>
          </a:xfrm>
          <a:prstGeom prst="rect">
            <a:avLst/>
          </a:prstGeom>
          <a:noFill/>
        </p:spPr>
        <p:txBody>
          <a:bodyPr wrap="square" rtlCol="0">
            <a:spAutoFit/>
          </a:bodyPr>
          <a:lstStyle/>
          <a:p>
            <a:r>
              <a:rPr lang="fr-FR" sz="900"/>
              <a:t>Info synthétique</a:t>
            </a:r>
          </a:p>
        </p:txBody>
      </p:sp>
      <p:cxnSp>
        <p:nvCxnSpPr>
          <p:cNvPr id="57" name="Connecteur droit avec flèche 56">
            <a:extLst>
              <a:ext uri="{FF2B5EF4-FFF2-40B4-BE49-F238E27FC236}">
                <a16:creationId xmlns:a16="http://schemas.microsoft.com/office/drawing/2014/main" id="{A3C18392-0799-D220-49D7-B2C241F430DE}"/>
              </a:ext>
            </a:extLst>
          </p:cNvPr>
          <p:cNvCxnSpPr>
            <a:stCxn id="49" idx="2"/>
            <a:endCxn id="28" idx="1"/>
          </p:cNvCxnSpPr>
          <p:nvPr>
            <p:custDataLst>
              <p:tags r:id="rId16"/>
            </p:custDataLst>
          </p:nvPr>
        </p:nvCxnSpPr>
        <p:spPr>
          <a:xfrm>
            <a:off x="4525410" y="3012485"/>
            <a:ext cx="291523" cy="790511"/>
          </a:xfrm>
          <a:prstGeom prst="straightConnector1">
            <a:avLst/>
          </a:prstGeom>
          <a:ln w="38100">
            <a:solidFill>
              <a:schemeClr val="accent3"/>
            </a:solidFill>
            <a:tailEnd type="triangle"/>
          </a:ln>
        </p:spPr>
        <p:style>
          <a:lnRef idx="1">
            <a:schemeClr val="accent2"/>
          </a:lnRef>
          <a:fillRef idx="0">
            <a:schemeClr val="accent2"/>
          </a:fillRef>
          <a:effectRef idx="0">
            <a:schemeClr val="accent2"/>
          </a:effectRef>
          <a:fontRef idx="minor">
            <a:schemeClr val="tx1"/>
          </a:fontRef>
        </p:style>
      </p:cxnSp>
      <p:sp>
        <p:nvSpPr>
          <p:cNvPr id="58" name="Cylindre 57">
            <a:extLst>
              <a:ext uri="{FF2B5EF4-FFF2-40B4-BE49-F238E27FC236}">
                <a16:creationId xmlns:a16="http://schemas.microsoft.com/office/drawing/2014/main" id="{1A449487-E4D1-67CB-3152-CD905F85D05E}"/>
              </a:ext>
            </a:extLst>
          </p:cNvPr>
          <p:cNvSpPr/>
          <p:nvPr>
            <p:custDataLst>
              <p:tags r:id="rId17"/>
            </p:custDataLst>
          </p:nvPr>
        </p:nvSpPr>
        <p:spPr>
          <a:xfrm rot="16200000">
            <a:off x="6694584" y="3487715"/>
            <a:ext cx="401322" cy="1654302"/>
          </a:xfrm>
          <a:prstGeom prst="can">
            <a:avLst/>
          </a:prstGeom>
          <a:solidFill>
            <a:schemeClr val="tx1"/>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vert="vert" lIns="91429" tIns="45715" rIns="91429" bIns="45715" rtlCol="0" anchor="ctr"/>
          <a:lstStyle/>
          <a:p>
            <a:pPr algn="ctr">
              <a:buClr>
                <a:schemeClr val="accent1">
                  <a:lumMod val="75000"/>
                </a:schemeClr>
              </a:buClr>
            </a:pPr>
            <a:r>
              <a:rPr lang="fr-FR" sz="1400">
                <a:solidFill>
                  <a:schemeClr val="bg1"/>
                </a:solidFill>
              </a:rPr>
              <a:t>Broker</a:t>
            </a:r>
            <a:endParaRPr lang="fr-FR">
              <a:solidFill>
                <a:schemeClr val="bg1"/>
              </a:solidFill>
            </a:endParaRPr>
          </a:p>
        </p:txBody>
      </p:sp>
      <p:cxnSp>
        <p:nvCxnSpPr>
          <p:cNvPr id="59" name="Connecteur droit avec flèche 58">
            <a:extLst>
              <a:ext uri="{FF2B5EF4-FFF2-40B4-BE49-F238E27FC236}">
                <a16:creationId xmlns:a16="http://schemas.microsoft.com/office/drawing/2014/main" id="{074FB8EF-C395-304A-E7BF-C4D4A283DEFD}"/>
              </a:ext>
            </a:extLst>
          </p:cNvPr>
          <p:cNvCxnSpPr>
            <a:stCxn id="49" idx="3"/>
            <a:endCxn id="58" idx="4"/>
          </p:cNvCxnSpPr>
          <p:nvPr>
            <p:custDataLst>
              <p:tags r:id="rId18"/>
            </p:custDataLst>
          </p:nvPr>
        </p:nvCxnSpPr>
        <p:spPr>
          <a:xfrm>
            <a:off x="5281494" y="2688530"/>
            <a:ext cx="1613751" cy="1425675"/>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60" name="ZoneTexte 59">
            <a:extLst>
              <a:ext uri="{FF2B5EF4-FFF2-40B4-BE49-F238E27FC236}">
                <a16:creationId xmlns:a16="http://schemas.microsoft.com/office/drawing/2014/main" id="{BA959396-D945-BF01-C739-8185512B0D06}"/>
              </a:ext>
            </a:extLst>
          </p:cNvPr>
          <p:cNvSpPr txBox="1"/>
          <p:nvPr>
            <p:custDataLst>
              <p:tags r:id="rId19"/>
            </p:custDataLst>
          </p:nvPr>
        </p:nvSpPr>
        <p:spPr>
          <a:xfrm>
            <a:off x="5989213" y="3156037"/>
            <a:ext cx="1109472" cy="230832"/>
          </a:xfrm>
          <a:prstGeom prst="rect">
            <a:avLst/>
          </a:prstGeom>
          <a:noFill/>
        </p:spPr>
        <p:txBody>
          <a:bodyPr wrap="square" rtlCol="0">
            <a:spAutoFit/>
          </a:bodyPr>
          <a:lstStyle/>
          <a:p>
            <a:r>
              <a:rPr lang="fr-FR" sz="900">
                <a:solidFill>
                  <a:schemeClr val="tx2"/>
                </a:solidFill>
              </a:rPr>
              <a:t>Info complète</a:t>
            </a:r>
          </a:p>
        </p:txBody>
      </p:sp>
      <p:cxnSp>
        <p:nvCxnSpPr>
          <p:cNvPr id="61" name="Connecteur droit avec flèche 60">
            <a:extLst>
              <a:ext uri="{FF2B5EF4-FFF2-40B4-BE49-F238E27FC236}">
                <a16:creationId xmlns:a16="http://schemas.microsoft.com/office/drawing/2014/main" id="{352477BF-CF91-61C6-6473-88C87D39DDCB}"/>
              </a:ext>
            </a:extLst>
          </p:cNvPr>
          <p:cNvCxnSpPr>
            <a:stCxn id="29" idx="2"/>
            <a:endCxn id="58" idx="4"/>
          </p:cNvCxnSpPr>
          <p:nvPr>
            <p:custDataLst>
              <p:tags r:id="rId20"/>
            </p:custDataLst>
          </p:nvPr>
        </p:nvCxnSpPr>
        <p:spPr>
          <a:xfrm flipH="1">
            <a:off x="6895245" y="2938160"/>
            <a:ext cx="319843" cy="1176045"/>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62" name="ZoneTexte 61">
            <a:extLst>
              <a:ext uri="{FF2B5EF4-FFF2-40B4-BE49-F238E27FC236}">
                <a16:creationId xmlns:a16="http://schemas.microsoft.com/office/drawing/2014/main" id="{E52BBEB8-723F-BA92-8E00-4D1B8B3D866F}"/>
              </a:ext>
            </a:extLst>
          </p:cNvPr>
          <p:cNvSpPr txBox="1"/>
          <p:nvPr>
            <p:custDataLst>
              <p:tags r:id="rId21"/>
            </p:custDataLst>
          </p:nvPr>
        </p:nvSpPr>
        <p:spPr>
          <a:xfrm>
            <a:off x="9551549" y="3736133"/>
            <a:ext cx="2662096" cy="600164"/>
          </a:xfrm>
          <a:prstGeom prst="rect">
            <a:avLst/>
          </a:prstGeom>
          <a:noFill/>
        </p:spPr>
        <p:txBody>
          <a:bodyPr wrap="square" rtlCol="0">
            <a:spAutoFit/>
          </a:bodyPr>
          <a:lstStyle/>
          <a:p>
            <a:r>
              <a:rPr lang="fr-FR" sz="1100">
                <a:solidFill>
                  <a:schemeClr val="accent6"/>
                </a:solidFill>
              </a:rPr>
              <a:t>Le chargement des informations complètes doit se faire de manière asynchrone</a:t>
            </a:r>
          </a:p>
        </p:txBody>
      </p:sp>
      <p:sp>
        <p:nvSpPr>
          <p:cNvPr id="63" name="ZoneTexte 62">
            <a:extLst>
              <a:ext uri="{FF2B5EF4-FFF2-40B4-BE49-F238E27FC236}">
                <a16:creationId xmlns:a16="http://schemas.microsoft.com/office/drawing/2014/main" id="{4558D49D-AA77-307D-D71C-9A0247825BA6}"/>
              </a:ext>
            </a:extLst>
          </p:cNvPr>
          <p:cNvSpPr txBox="1"/>
          <p:nvPr>
            <p:custDataLst>
              <p:tags r:id="rId22"/>
            </p:custDataLst>
          </p:nvPr>
        </p:nvSpPr>
        <p:spPr>
          <a:xfrm>
            <a:off x="3685928" y="5700268"/>
            <a:ext cx="5009852" cy="766048"/>
          </a:xfrm>
          <a:prstGeom prst="rect">
            <a:avLst/>
          </a:prstGeom>
          <a:ln>
            <a:solidFill>
              <a:schemeClr val="tx1"/>
            </a:solidFill>
          </a:ln>
        </p:spPr>
        <p:style>
          <a:lnRef idx="2">
            <a:schemeClr val="accent5"/>
          </a:lnRef>
          <a:fillRef idx="1">
            <a:schemeClr val="lt1"/>
          </a:fillRef>
          <a:effectRef idx="0">
            <a:schemeClr val="accent5"/>
          </a:effectRef>
          <a:fontRef idx="minor">
            <a:schemeClr val="dk1"/>
          </a:fontRef>
        </p:style>
        <p:txBody>
          <a:bodyPr wrap="square" rtlCol="0" anchor="ctr">
            <a:spAutoFit/>
          </a:bodyPr>
          <a:lstStyle/>
          <a:p>
            <a:pPr algn="ctr"/>
            <a:r>
              <a:rPr lang="fr-FR" sz="1400">
                <a:solidFill>
                  <a:schemeClr val="tx1"/>
                </a:solidFill>
              </a:rPr>
              <a:t>Dans le cas où le client demande les informations complètes, il faudra utiliser le même workflow sans passer par le décrochage asynchrone.</a:t>
            </a:r>
          </a:p>
        </p:txBody>
      </p:sp>
      <p:cxnSp>
        <p:nvCxnSpPr>
          <p:cNvPr id="64" name="Connecteur droit avec flèche 63">
            <a:extLst>
              <a:ext uri="{FF2B5EF4-FFF2-40B4-BE49-F238E27FC236}">
                <a16:creationId xmlns:a16="http://schemas.microsoft.com/office/drawing/2014/main" id="{98EDD6B8-EC7B-5153-0B60-A8DC97C4084A}"/>
              </a:ext>
            </a:extLst>
          </p:cNvPr>
          <p:cNvCxnSpPr/>
          <p:nvPr>
            <p:custDataLst>
              <p:tags r:id="rId23"/>
            </p:custDataLst>
          </p:nvPr>
        </p:nvCxnSpPr>
        <p:spPr>
          <a:xfrm>
            <a:off x="155234" y="3774268"/>
            <a:ext cx="794265" cy="0"/>
          </a:xfrm>
          <a:prstGeom prst="straightConnector1">
            <a:avLst/>
          </a:prstGeom>
          <a:ln w="38100">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65" name="Connecteur droit avec flèche 64">
            <a:extLst>
              <a:ext uri="{FF2B5EF4-FFF2-40B4-BE49-F238E27FC236}">
                <a16:creationId xmlns:a16="http://schemas.microsoft.com/office/drawing/2014/main" id="{DF0D7321-47D2-A380-05DD-EABBCBD395C1}"/>
              </a:ext>
            </a:extLst>
          </p:cNvPr>
          <p:cNvCxnSpPr/>
          <p:nvPr>
            <p:custDataLst>
              <p:tags r:id="rId24"/>
            </p:custDataLst>
          </p:nvPr>
        </p:nvCxnSpPr>
        <p:spPr>
          <a:xfrm>
            <a:off x="155234" y="4974810"/>
            <a:ext cx="794265" cy="0"/>
          </a:xfrm>
          <a:prstGeom prst="straightConnector1">
            <a:avLst/>
          </a:prstGeom>
          <a:ln w="38100">
            <a:solidFill>
              <a:schemeClr val="tx2"/>
            </a:solidFill>
            <a:tailEnd type="triangle"/>
          </a:ln>
        </p:spPr>
        <p:style>
          <a:lnRef idx="1">
            <a:schemeClr val="accent2"/>
          </a:lnRef>
          <a:fillRef idx="0">
            <a:schemeClr val="accent2"/>
          </a:fillRef>
          <a:effectRef idx="0">
            <a:schemeClr val="accent2"/>
          </a:effectRef>
          <a:fontRef idx="minor">
            <a:schemeClr val="tx1"/>
          </a:fontRef>
        </p:style>
      </p:cxnSp>
      <p:sp>
        <p:nvSpPr>
          <p:cNvPr id="71" name="ZoneTexte 70">
            <a:extLst>
              <a:ext uri="{FF2B5EF4-FFF2-40B4-BE49-F238E27FC236}">
                <a16:creationId xmlns:a16="http://schemas.microsoft.com/office/drawing/2014/main" id="{2B8B9AE4-92F4-079B-0A12-53F4E8405719}"/>
              </a:ext>
            </a:extLst>
          </p:cNvPr>
          <p:cNvSpPr txBox="1"/>
          <p:nvPr>
            <p:custDataLst>
              <p:tags r:id="rId25"/>
            </p:custDataLst>
          </p:nvPr>
        </p:nvSpPr>
        <p:spPr>
          <a:xfrm>
            <a:off x="990852" y="3518185"/>
            <a:ext cx="2004290" cy="430887"/>
          </a:xfrm>
          <a:prstGeom prst="rect">
            <a:avLst/>
          </a:prstGeom>
          <a:noFill/>
        </p:spPr>
        <p:txBody>
          <a:bodyPr wrap="square" rtlCol="0">
            <a:spAutoFit/>
          </a:bodyPr>
          <a:lstStyle/>
          <a:p>
            <a:r>
              <a:rPr lang="fr-FR" sz="1100">
                <a:solidFill>
                  <a:schemeClr val="accent1"/>
                </a:solidFill>
              </a:rPr>
              <a:t>Les informations sont déjà dans le cache</a:t>
            </a:r>
          </a:p>
        </p:txBody>
      </p:sp>
      <p:sp>
        <p:nvSpPr>
          <p:cNvPr id="72" name="ZoneTexte 71">
            <a:extLst>
              <a:ext uri="{FF2B5EF4-FFF2-40B4-BE49-F238E27FC236}">
                <a16:creationId xmlns:a16="http://schemas.microsoft.com/office/drawing/2014/main" id="{0B614388-1669-990A-D8D0-01B2E7BA80E6}"/>
              </a:ext>
            </a:extLst>
          </p:cNvPr>
          <p:cNvSpPr txBox="1"/>
          <p:nvPr>
            <p:custDataLst>
              <p:tags r:id="rId26"/>
            </p:custDataLst>
          </p:nvPr>
        </p:nvSpPr>
        <p:spPr>
          <a:xfrm>
            <a:off x="990852" y="4765119"/>
            <a:ext cx="2004290" cy="430887"/>
          </a:xfrm>
          <a:prstGeom prst="rect">
            <a:avLst/>
          </a:prstGeom>
          <a:noFill/>
        </p:spPr>
        <p:txBody>
          <a:bodyPr wrap="square" rtlCol="0">
            <a:spAutoFit/>
          </a:bodyPr>
          <a:lstStyle/>
          <a:p>
            <a:r>
              <a:rPr lang="fr-FR" sz="1100">
                <a:solidFill>
                  <a:schemeClr val="tx2"/>
                </a:solidFill>
              </a:rPr>
              <a:t>Les informations complètes doivent être mises à jour</a:t>
            </a:r>
          </a:p>
        </p:txBody>
      </p:sp>
      <p:cxnSp>
        <p:nvCxnSpPr>
          <p:cNvPr id="73" name="Connecteur droit avec flèche 72">
            <a:extLst>
              <a:ext uri="{FF2B5EF4-FFF2-40B4-BE49-F238E27FC236}">
                <a16:creationId xmlns:a16="http://schemas.microsoft.com/office/drawing/2014/main" id="{1A93528E-7026-ABB0-3E87-771A4B5B9B50}"/>
              </a:ext>
            </a:extLst>
          </p:cNvPr>
          <p:cNvCxnSpPr/>
          <p:nvPr>
            <p:custDataLst>
              <p:tags r:id="rId27"/>
            </p:custDataLst>
          </p:nvPr>
        </p:nvCxnSpPr>
        <p:spPr>
          <a:xfrm>
            <a:off x="155234" y="4415208"/>
            <a:ext cx="794265" cy="0"/>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74" name="ZoneTexte 73">
            <a:extLst>
              <a:ext uri="{FF2B5EF4-FFF2-40B4-BE49-F238E27FC236}">
                <a16:creationId xmlns:a16="http://schemas.microsoft.com/office/drawing/2014/main" id="{1A8BB3A7-F25E-231D-B669-EB99FBC04FF4}"/>
              </a:ext>
            </a:extLst>
          </p:cNvPr>
          <p:cNvSpPr txBox="1"/>
          <p:nvPr>
            <p:custDataLst>
              <p:tags r:id="rId28"/>
            </p:custDataLst>
          </p:nvPr>
        </p:nvSpPr>
        <p:spPr>
          <a:xfrm>
            <a:off x="990852" y="4153598"/>
            <a:ext cx="2004290" cy="430887"/>
          </a:xfrm>
          <a:prstGeom prst="rect">
            <a:avLst/>
          </a:prstGeom>
          <a:noFill/>
        </p:spPr>
        <p:txBody>
          <a:bodyPr wrap="square" rtlCol="0">
            <a:spAutoFit/>
          </a:bodyPr>
          <a:lstStyle/>
          <a:p>
            <a:r>
              <a:rPr lang="fr-FR" sz="1100"/>
              <a:t>Les informations ne sont pas dans le cache</a:t>
            </a:r>
          </a:p>
        </p:txBody>
      </p:sp>
      <p:cxnSp>
        <p:nvCxnSpPr>
          <p:cNvPr id="75" name="Connecteur droit avec flèche 74">
            <a:extLst>
              <a:ext uri="{FF2B5EF4-FFF2-40B4-BE49-F238E27FC236}">
                <a16:creationId xmlns:a16="http://schemas.microsoft.com/office/drawing/2014/main" id="{1101641B-F700-D745-E6EA-680043455B88}"/>
              </a:ext>
            </a:extLst>
          </p:cNvPr>
          <p:cNvCxnSpPr/>
          <p:nvPr>
            <p:custDataLst>
              <p:tags r:id="rId29"/>
            </p:custDataLst>
          </p:nvPr>
        </p:nvCxnSpPr>
        <p:spPr>
          <a:xfrm>
            <a:off x="7986865" y="2778121"/>
            <a:ext cx="1428666" cy="3600"/>
          </a:xfrm>
          <a:prstGeom prst="straightConnector1">
            <a:avLst/>
          </a:prstGeom>
          <a:ln w="38100">
            <a:solidFill>
              <a:schemeClr val="tx2"/>
            </a:solidFill>
            <a:tailEnd type="triangle"/>
          </a:ln>
        </p:spPr>
        <p:style>
          <a:lnRef idx="1">
            <a:schemeClr val="accent2"/>
          </a:lnRef>
          <a:fillRef idx="0">
            <a:schemeClr val="accent2"/>
          </a:fillRef>
          <a:effectRef idx="0">
            <a:schemeClr val="accent2"/>
          </a:effectRef>
          <a:fontRef idx="minor">
            <a:schemeClr val="tx1"/>
          </a:fontRef>
        </p:style>
      </p:cxnSp>
      <p:pic>
        <p:nvPicPr>
          <p:cNvPr id="76" name="Picture 3" descr="C:\projects\Icônes Nexworld\Alerte.png">
            <a:extLst>
              <a:ext uri="{FF2B5EF4-FFF2-40B4-BE49-F238E27FC236}">
                <a16:creationId xmlns:a16="http://schemas.microsoft.com/office/drawing/2014/main" id="{2BCA3782-6CDE-615B-527B-6664A4E2971E}"/>
              </a:ext>
            </a:extLst>
          </p:cNvPr>
          <p:cNvPicPr>
            <a:picLocks noChangeAspect="1" noChangeArrowheads="1"/>
          </p:cNvPicPr>
          <p:nvPr>
            <p:custDataLst>
              <p:tags r:id="rId30"/>
            </p:custDataLst>
          </p:nvPr>
        </p:nvPicPr>
        <p:blipFill>
          <a:blip r:embed="rId38" cstate="screen">
            <a:duotone>
              <a:prstClr val="black"/>
              <a:schemeClr val="accent6">
                <a:tint val="45000"/>
                <a:satMod val="400000"/>
              </a:schemeClr>
            </a:duotone>
            <a:extLst>
              <a:ext uri="{28A0092B-C50C-407E-A947-70E740481C1C}">
                <a14:useLocalDpi xmlns:a14="http://schemas.microsoft.com/office/drawing/2010/main"/>
              </a:ext>
            </a:extLst>
          </a:blip>
          <a:srcRect/>
          <a:stretch>
            <a:fillRect/>
          </a:stretch>
        </p:blipFill>
        <p:spPr bwMode="auto">
          <a:xfrm>
            <a:off x="8982339" y="3764879"/>
            <a:ext cx="571418" cy="571418"/>
          </a:xfrm>
          <a:prstGeom prst="rect">
            <a:avLst/>
          </a:prstGeom>
          <a:noFill/>
          <a:extLst>
            <a:ext uri="{909E8E84-426E-40DD-AFC4-6F175D3DCCD1}">
              <a14:hiddenFill xmlns:a14="http://schemas.microsoft.com/office/drawing/2010/main">
                <a:solidFill>
                  <a:srgbClr val="FFFFFF"/>
                </a:solidFill>
              </a14:hiddenFill>
            </a:ext>
          </a:extLst>
        </p:spPr>
      </p:pic>
      <p:cxnSp>
        <p:nvCxnSpPr>
          <p:cNvPr id="77" name="Connecteur droit avec flèche 76">
            <a:extLst>
              <a:ext uri="{FF2B5EF4-FFF2-40B4-BE49-F238E27FC236}">
                <a16:creationId xmlns:a16="http://schemas.microsoft.com/office/drawing/2014/main" id="{DCA24491-5B99-154F-5066-0428B4CAD838}"/>
              </a:ext>
            </a:extLst>
          </p:cNvPr>
          <p:cNvCxnSpPr/>
          <p:nvPr>
            <p:custDataLst>
              <p:tags r:id="rId31"/>
            </p:custDataLst>
          </p:nvPr>
        </p:nvCxnSpPr>
        <p:spPr>
          <a:xfrm>
            <a:off x="229949" y="6122265"/>
            <a:ext cx="749338" cy="7905"/>
          </a:xfrm>
          <a:prstGeom prst="straightConnector1">
            <a:avLst/>
          </a:prstGeom>
          <a:ln w="38100">
            <a:solidFill>
              <a:schemeClr val="accent1">
                <a:lumMod val="75000"/>
              </a:schemeClr>
            </a:solidFill>
            <a:tailEnd type="triangle"/>
          </a:ln>
        </p:spPr>
        <p:style>
          <a:lnRef idx="1">
            <a:schemeClr val="accent2"/>
          </a:lnRef>
          <a:fillRef idx="0">
            <a:schemeClr val="accent2"/>
          </a:fillRef>
          <a:effectRef idx="0">
            <a:schemeClr val="accent2"/>
          </a:effectRef>
          <a:fontRef idx="minor">
            <a:schemeClr val="tx1"/>
          </a:fontRef>
        </p:style>
      </p:cxnSp>
      <p:sp>
        <p:nvSpPr>
          <p:cNvPr id="78" name="ZoneTexte 77">
            <a:extLst>
              <a:ext uri="{FF2B5EF4-FFF2-40B4-BE49-F238E27FC236}">
                <a16:creationId xmlns:a16="http://schemas.microsoft.com/office/drawing/2014/main" id="{1A57A4AE-6261-127E-11EE-E624F672B2D1}"/>
              </a:ext>
            </a:extLst>
          </p:cNvPr>
          <p:cNvSpPr txBox="1"/>
          <p:nvPr>
            <p:custDataLst>
              <p:tags r:id="rId32"/>
            </p:custDataLst>
          </p:nvPr>
        </p:nvSpPr>
        <p:spPr>
          <a:xfrm>
            <a:off x="990852" y="5900958"/>
            <a:ext cx="2510155" cy="430887"/>
          </a:xfrm>
          <a:prstGeom prst="rect">
            <a:avLst/>
          </a:prstGeom>
          <a:noFill/>
        </p:spPr>
        <p:txBody>
          <a:bodyPr wrap="square" rtlCol="0">
            <a:spAutoFit/>
          </a:bodyPr>
          <a:lstStyle/>
          <a:p>
            <a:r>
              <a:rPr lang="fr-FR" sz="1100">
                <a:solidFill>
                  <a:schemeClr val="accent1">
                    <a:lumMod val="75000"/>
                  </a:schemeClr>
                </a:solidFill>
              </a:rPr>
              <a:t>Parcours le cache et</a:t>
            </a:r>
          </a:p>
          <a:p>
            <a:r>
              <a:rPr lang="fr-FR" sz="1100">
                <a:solidFill>
                  <a:schemeClr val="accent1">
                    <a:lumMod val="75000"/>
                  </a:schemeClr>
                </a:solidFill>
              </a:rPr>
              <a:t>applique les règles d’invalidations</a:t>
            </a:r>
          </a:p>
        </p:txBody>
      </p:sp>
      <p:cxnSp>
        <p:nvCxnSpPr>
          <p:cNvPr id="79" name="Connecteur droit avec flèche 78">
            <a:extLst>
              <a:ext uri="{FF2B5EF4-FFF2-40B4-BE49-F238E27FC236}">
                <a16:creationId xmlns:a16="http://schemas.microsoft.com/office/drawing/2014/main" id="{0E472EA0-40AE-935B-0018-B1CA8D87CD16}"/>
              </a:ext>
            </a:extLst>
          </p:cNvPr>
          <p:cNvCxnSpPr/>
          <p:nvPr>
            <p:custDataLst>
              <p:tags r:id="rId33"/>
            </p:custDataLst>
          </p:nvPr>
        </p:nvCxnSpPr>
        <p:spPr>
          <a:xfrm>
            <a:off x="196587" y="5652288"/>
            <a:ext cx="794265" cy="0"/>
          </a:xfrm>
          <a:prstGeom prst="straightConnector1">
            <a:avLst/>
          </a:prstGeom>
          <a:ln w="38100">
            <a:solidFill>
              <a:schemeClr val="bg2"/>
            </a:solidFill>
            <a:tailEnd type="triangle"/>
          </a:ln>
        </p:spPr>
        <p:style>
          <a:lnRef idx="1">
            <a:schemeClr val="accent2"/>
          </a:lnRef>
          <a:fillRef idx="0">
            <a:schemeClr val="accent2"/>
          </a:fillRef>
          <a:effectRef idx="0">
            <a:schemeClr val="accent2"/>
          </a:effectRef>
          <a:fontRef idx="minor">
            <a:schemeClr val="tx1"/>
          </a:fontRef>
        </p:style>
      </p:cxnSp>
      <p:sp>
        <p:nvSpPr>
          <p:cNvPr id="80" name="ZoneTexte 79">
            <a:extLst>
              <a:ext uri="{FF2B5EF4-FFF2-40B4-BE49-F238E27FC236}">
                <a16:creationId xmlns:a16="http://schemas.microsoft.com/office/drawing/2014/main" id="{53E0C94B-D6DE-3479-1BA8-EED3BA269E41}"/>
              </a:ext>
            </a:extLst>
          </p:cNvPr>
          <p:cNvSpPr txBox="1"/>
          <p:nvPr>
            <p:custDataLst>
              <p:tags r:id="rId34"/>
            </p:custDataLst>
          </p:nvPr>
        </p:nvSpPr>
        <p:spPr>
          <a:xfrm>
            <a:off x="990852" y="5425496"/>
            <a:ext cx="2284720" cy="430887"/>
          </a:xfrm>
          <a:prstGeom prst="rect">
            <a:avLst/>
          </a:prstGeom>
          <a:noFill/>
        </p:spPr>
        <p:txBody>
          <a:bodyPr wrap="square" rtlCol="0">
            <a:spAutoFit/>
          </a:bodyPr>
          <a:lstStyle/>
          <a:p>
            <a:r>
              <a:rPr lang="fr-FR" sz="1100">
                <a:solidFill>
                  <a:schemeClr val="bg2"/>
                </a:solidFill>
              </a:rPr>
              <a:t>Mise à jour  des informations dans le cache</a:t>
            </a:r>
          </a:p>
        </p:txBody>
      </p:sp>
    </p:spTree>
    <p:extLst>
      <p:ext uri="{BB962C8B-B14F-4D97-AF65-F5344CB8AC3E}">
        <p14:creationId xmlns:p14="http://schemas.microsoft.com/office/powerpoint/2010/main" val="23218630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5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54"/>
                                        </p:tgtEl>
                                        <p:attrNameLst>
                                          <p:attrName>style.visibility</p:attrName>
                                        </p:attrNameLst>
                                      </p:cBhvr>
                                      <p:to>
                                        <p:strVal val="visible"/>
                                      </p:to>
                                    </p:set>
                                  </p:childTnLst>
                                </p:cTn>
                              </p:par>
                              <p:par>
                                <p:cTn id="61" presetID="10" presetClass="entr" presetSubtype="0" fill="hold" grpId="0" nodeType="withEffect">
                                  <p:stCondLst>
                                    <p:cond delay="0"/>
                                  </p:stCondLst>
                                  <p:childTnLst>
                                    <p:set>
                                      <p:cBhvr>
                                        <p:cTn id="62" dur="1" fill="hold">
                                          <p:stCondLst>
                                            <p:cond delay="0"/>
                                          </p:stCondLst>
                                        </p:cTn>
                                        <p:tgtEl>
                                          <p:spTgt spid="78"/>
                                        </p:tgtEl>
                                        <p:attrNameLst>
                                          <p:attrName>style.visibility</p:attrName>
                                        </p:attrNameLst>
                                      </p:cBhvr>
                                      <p:to>
                                        <p:strVal val="visible"/>
                                      </p:to>
                                    </p:set>
                                    <p:animEffect transition="in" filter="fade">
                                      <p:cBhvr>
                                        <p:cTn id="63" dur="500"/>
                                        <p:tgtEl>
                                          <p:spTgt spid="78"/>
                                        </p:tgtEl>
                                      </p:cBhvr>
                                    </p:animEffect>
                                  </p:childTnLst>
                                </p:cTn>
                              </p:par>
                              <p:par>
                                <p:cTn id="64" presetID="10" presetClass="entr" presetSubtype="0" fill="hold" nodeType="withEffect">
                                  <p:stCondLst>
                                    <p:cond delay="0"/>
                                  </p:stCondLst>
                                  <p:childTnLst>
                                    <p:set>
                                      <p:cBhvr>
                                        <p:cTn id="65" dur="1" fill="hold">
                                          <p:stCondLst>
                                            <p:cond delay="0"/>
                                          </p:stCondLst>
                                        </p:cTn>
                                        <p:tgtEl>
                                          <p:spTgt spid="77"/>
                                        </p:tgtEl>
                                        <p:attrNameLst>
                                          <p:attrName>style.visibility</p:attrName>
                                        </p:attrNameLst>
                                      </p:cBhvr>
                                      <p:to>
                                        <p:strVal val="visible"/>
                                      </p:to>
                                    </p:set>
                                    <p:animEffect transition="in" filter="fade">
                                      <p:cBhvr>
                                        <p:cTn id="66"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6" grpId="0"/>
      <p:bldP spid="60" grpId="0"/>
      <p:bldP spid="62" grpId="0"/>
      <p:bldP spid="71" grpId="0"/>
      <p:bldP spid="72" grpId="0"/>
      <p:bldP spid="74" grpId="0"/>
      <p:bldP spid="78" grpId="0"/>
      <p:bldP spid="80"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Message Queue (MQ) Software: Which solution is best? | IDG Connect">
            <a:extLst>
              <a:ext uri="{FF2B5EF4-FFF2-40B4-BE49-F238E27FC236}">
                <a16:creationId xmlns:a16="http://schemas.microsoft.com/office/drawing/2014/main" id="{BEC6313A-79A9-DFD4-D443-EA04F201513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4473" r="22727"/>
          <a:stretch/>
        </p:blipFill>
        <p:spPr bwMode="auto">
          <a:xfrm>
            <a:off x="5220786" y="0"/>
            <a:ext cx="2980989" cy="685800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20786" y="5721"/>
            <a:ext cx="2980989"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102" name="TextBox 4">
            <a:extLst>
              <a:ext uri="{FF2B5EF4-FFF2-40B4-BE49-F238E27FC236}">
                <a16:creationId xmlns:a16="http://schemas.microsoft.com/office/drawing/2014/main" id="{08EF1DAE-D77A-794C-3B18-C2C6C135E72E}"/>
              </a:ext>
            </a:extLst>
          </p:cNvPr>
          <p:cNvSpPr txBox="1"/>
          <p:nvPr/>
        </p:nvSpPr>
        <p:spPr>
          <a:xfrm>
            <a:off x="8727350" y="3752986"/>
            <a:ext cx="2974400" cy="535531"/>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Cook book des systèmes d’échange</a:t>
            </a:r>
          </a:p>
        </p:txBody>
      </p:sp>
      <p:grpSp>
        <p:nvGrpSpPr>
          <p:cNvPr id="18" name="Groupe 17">
            <a:extLst>
              <a:ext uri="{FF2B5EF4-FFF2-40B4-BE49-F238E27FC236}">
                <a16:creationId xmlns:a16="http://schemas.microsoft.com/office/drawing/2014/main" id="{B9A2B2C0-A17B-F121-AB27-447C02964450}"/>
              </a:ext>
            </a:extLst>
          </p:cNvPr>
          <p:cNvGrpSpPr/>
          <p:nvPr/>
        </p:nvGrpSpPr>
        <p:grpSpPr>
          <a:xfrm>
            <a:off x="7876121" y="3681610"/>
            <a:ext cx="648000" cy="648000"/>
            <a:chOff x="7904206" y="3561035"/>
            <a:chExt cx="648000" cy="648000"/>
          </a:xfrm>
        </p:grpSpPr>
        <p:sp>
          <p:nvSpPr>
            <p:cNvPr id="20" name="Oval 9">
              <a:extLst>
                <a:ext uri="{FF2B5EF4-FFF2-40B4-BE49-F238E27FC236}">
                  <a16:creationId xmlns:a16="http://schemas.microsoft.com/office/drawing/2014/main" id="{A9335042-2588-BB74-C5C1-355F989F082C}"/>
                </a:ext>
              </a:extLst>
            </p:cNvPr>
            <p:cNvSpPr/>
            <p:nvPr/>
          </p:nvSpPr>
          <p:spPr>
            <a:xfrm>
              <a:off x="7904206" y="3561035"/>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21" name="Picture 10" descr="Cookbook - Free food icons">
              <a:extLst>
                <a:ext uri="{FF2B5EF4-FFF2-40B4-BE49-F238E27FC236}">
                  <a16:creationId xmlns:a16="http://schemas.microsoft.com/office/drawing/2014/main" id="{77858F4F-5BCC-B431-5A05-58F63035A2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37706" y="3694535"/>
              <a:ext cx="381000" cy="381000"/>
            </a:xfrm>
            <a:prstGeom prst="rect">
              <a:avLst/>
            </a:prstGeom>
            <a:noFill/>
            <a:extLst>
              <a:ext uri="{909E8E84-426E-40DD-AFC4-6F175D3DCCD1}">
                <a14:hiddenFill xmlns:a14="http://schemas.microsoft.com/office/drawing/2010/main">
                  <a:solidFill>
                    <a:srgbClr val="FFFFFF"/>
                  </a:solidFill>
                </a14:hiddenFill>
              </a:ext>
            </a:extLst>
          </p:spPr>
        </p:pic>
      </p:grpSp>
      <p:sp>
        <p:nvSpPr>
          <p:cNvPr id="36" name="TextBox 4">
            <a:extLst>
              <a:ext uri="{FF2B5EF4-FFF2-40B4-BE49-F238E27FC236}">
                <a16:creationId xmlns:a16="http://schemas.microsoft.com/office/drawing/2014/main" id="{0EE3CCEC-C4DD-276E-0586-816E18291BF8}"/>
              </a:ext>
            </a:extLst>
          </p:cNvPr>
          <p:cNvSpPr txBox="1"/>
          <p:nvPr/>
        </p:nvSpPr>
        <p:spPr>
          <a:xfrm>
            <a:off x="8727350" y="5087815"/>
            <a:ext cx="2974400"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Arbres de décision</a:t>
            </a:r>
          </a:p>
        </p:txBody>
      </p:sp>
      <p:grpSp>
        <p:nvGrpSpPr>
          <p:cNvPr id="22" name="Groupe 21">
            <a:extLst>
              <a:ext uri="{FF2B5EF4-FFF2-40B4-BE49-F238E27FC236}">
                <a16:creationId xmlns:a16="http://schemas.microsoft.com/office/drawing/2014/main" id="{CDCE3FAA-FE1C-B735-4C8A-63087B975EEE}"/>
              </a:ext>
            </a:extLst>
          </p:cNvPr>
          <p:cNvGrpSpPr/>
          <p:nvPr/>
        </p:nvGrpSpPr>
        <p:grpSpPr>
          <a:xfrm>
            <a:off x="7882496" y="4920781"/>
            <a:ext cx="648000" cy="648000"/>
            <a:chOff x="7870681" y="5180883"/>
            <a:chExt cx="648000" cy="648000"/>
          </a:xfrm>
        </p:grpSpPr>
        <p:sp>
          <p:nvSpPr>
            <p:cNvPr id="23" name="Oval 9">
              <a:extLst>
                <a:ext uri="{FF2B5EF4-FFF2-40B4-BE49-F238E27FC236}">
                  <a16:creationId xmlns:a16="http://schemas.microsoft.com/office/drawing/2014/main" id="{612F923C-0F2E-9275-1E0E-90C01F663443}"/>
                </a:ext>
              </a:extLst>
            </p:cNvPr>
            <p:cNvSpPr/>
            <p:nvPr/>
          </p:nvSpPr>
          <p:spPr>
            <a:xfrm>
              <a:off x="7870681" y="518088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24" name="Picture 4" descr="Tree : 3 698 336 images et images vectorielles de stock | Shutterstock">
              <a:extLst>
                <a:ext uri="{FF2B5EF4-FFF2-40B4-BE49-F238E27FC236}">
                  <a16:creationId xmlns:a16="http://schemas.microsoft.com/office/drawing/2014/main" id="{94BA2979-2CBF-703B-A5C1-E81EA32CCC2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0059" t="66047" r="5995" b="12257"/>
            <a:stretch/>
          </p:blipFill>
          <p:spPr bwMode="auto">
            <a:xfrm>
              <a:off x="7944076" y="5195655"/>
              <a:ext cx="501211" cy="618457"/>
            </a:xfrm>
            <a:prstGeom prst="ellipse">
              <a:avLst/>
            </a:prstGeom>
            <a:noFill/>
            <a:extLst>
              <a:ext uri="{909E8E84-426E-40DD-AFC4-6F175D3DCCD1}">
                <a14:hiddenFill xmlns:a14="http://schemas.microsoft.com/office/drawing/2010/main">
                  <a:solidFill>
                    <a:srgbClr val="FFFFFF"/>
                  </a:solidFill>
                </a14:hiddenFill>
              </a:ext>
            </a:extLst>
          </p:spPr>
        </p:pic>
      </p:grpSp>
      <p:sp>
        <p:nvSpPr>
          <p:cNvPr id="3" name="TextBox 4">
            <a:extLst>
              <a:ext uri="{FF2B5EF4-FFF2-40B4-BE49-F238E27FC236}">
                <a16:creationId xmlns:a16="http://schemas.microsoft.com/office/drawing/2014/main" id="{8891F023-D7BB-8733-26F3-6B7D06407F45}"/>
              </a:ext>
            </a:extLst>
          </p:cNvPr>
          <p:cNvSpPr txBox="1"/>
          <p:nvPr/>
        </p:nvSpPr>
        <p:spPr>
          <a:xfrm>
            <a:off x="8727350" y="2609472"/>
            <a:ext cx="2974400" cy="535531"/>
          </a:xfrm>
          <a:prstGeom prst="rect">
            <a:avLst/>
          </a:prstGeom>
          <a:noFill/>
        </p:spPr>
        <p:txBody>
          <a:bodyPr wrap="square" rtlCol="0">
            <a:spAutoFit/>
          </a:bodyPr>
          <a:lstStyle/>
          <a:p>
            <a:pPr>
              <a:lnSpc>
                <a:spcPct val="90000"/>
              </a:lnSpc>
            </a:pPr>
            <a:r>
              <a:rPr lang="fr-FR" sz="1600" b="1" dirty="0">
                <a:solidFill>
                  <a:schemeClr val="bg1"/>
                </a:solidFill>
                <a:latin typeface="Arial" panose="020B0604020202020204" pitchFamily="34" charset="0"/>
                <a:cs typeface="Arial" panose="020B0604020202020204" pitchFamily="34" charset="0"/>
              </a:rPr>
              <a:t>Patterns Echanges &amp; Intégration</a:t>
            </a:r>
          </a:p>
        </p:txBody>
      </p:sp>
      <p:grpSp>
        <p:nvGrpSpPr>
          <p:cNvPr id="4" name="Groupe 3">
            <a:extLst>
              <a:ext uri="{FF2B5EF4-FFF2-40B4-BE49-F238E27FC236}">
                <a16:creationId xmlns:a16="http://schemas.microsoft.com/office/drawing/2014/main" id="{487679E6-7F54-9BF3-6FFA-9444DBD8A623}"/>
              </a:ext>
            </a:extLst>
          </p:cNvPr>
          <p:cNvGrpSpPr/>
          <p:nvPr/>
        </p:nvGrpSpPr>
        <p:grpSpPr>
          <a:xfrm>
            <a:off x="7882859" y="2442439"/>
            <a:ext cx="652720" cy="648000"/>
            <a:chOff x="7880947" y="3118867"/>
            <a:chExt cx="652720" cy="648000"/>
          </a:xfrm>
        </p:grpSpPr>
        <p:sp>
          <p:nvSpPr>
            <p:cNvPr id="5" name="Oval 9">
              <a:extLst>
                <a:ext uri="{FF2B5EF4-FFF2-40B4-BE49-F238E27FC236}">
                  <a16:creationId xmlns:a16="http://schemas.microsoft.com/office/drawing/2014/main" id="{AA6AE0BA-E9DA-DB8A-5598-E158FB3B8AE0}"/>
                </a:ext>
              </a:extLst>
            </p:cNvPr>
            <p:cNvSpPr/>
            <p:nvPr/>
          </p:nvSpPr>
          <p:spPr>
            <a:xfrm>
              <a:off x="7880947" y="3118867"/>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 name="Picture 4" descr="Plateforme intégrée ESB, BPM, MDM, API Management">
              <a:extLst>
                <a:ext uri="{FF2B5EF4-FFF2-40B4-BE49-F238E27FC236}">
                  <a16:creationId xmlns:a16="http://schemas.microsoft.com/office/drawing/2014/main" id="{DEDD7781-7914-6565-5FCC-604E6AA2D379}"/>
                </a:ext>
              </a:extLst>
            </p:cNvPr>
            <p:cNvPicPr>
              <a:picLocks noChangeAspect="1" noChangeArrowheads="1"/>
            </p:cNvPicPr>
            <p:nvPr/>
          </p:nvPicPr>
          <p:blipFill rotWithShape="1">
            <a:blip r:embed="rId7">
              <a:grayscl/>
              <a:extLst>
                <a:ext uri="{28A0092B-C50C-407E-A947-70E740481C1C}">
                  <a14:useLocalDpi xmlns:a14="http://schemas.microsoft.com/office/drawing/2010/main" val="0"/>
                </a:ext>
              </a:extLst>
            </a:blip>
            <a:srcRect l="-15391" t="-1" r="-17623" b="-9317"/>
            <a:stretch/>
          </p:blipFill>
          <p:spPr bwMode="auto">
            <a:xfrm>
              <a:off x="7881497" y="3161011"/>
              <a:ext cx="652170" cy="535978"/>
            </a:xfrm>
            <a:prstGeom prst="flowChartConnector">
              <a:avLst/>
            </a:prstGeom>
            <a:noFill/>
            <a:extLst>
              <a:ext uri="{909E8E84-426E-40DD-AFC4-6F175D3DCCD1}">
                <a14:hiddenFill xmlns:a14="http://schemas.microsoft.com/office/drawing/2010/main">
                  <a:solidFill>
                    <a:srgbClr val="FFFFFF"/>
                  </a:solidFill>
                </a14:hiddenFill>
              </a:ext>
            </a:extLst>
          </p:spPr>
        </p:pic>
      </p:grpSp>
      <p:sp>
        <p:nvSpPr>
          <p:cNvPr id="26" name="TextBox 4">
            <a:extLst>
              <a:ext uri="{FF2B5EF4-FFF2-40B4-BE49-F238E27FC236}">
                <a16:creationId xmlns:a16="http://schemas.microsoft.com/office/drawing/2014/main" id="{528504EA-885C-7696-403F-BA4DF6738FE3}"/>
              </a:ext>
            </a:extLst>
          </p:cNvPr>
          <p:cNvSpPr txBox="1"/>
          <p:nvPr/>
        </p:nvSpPr>
        <p:spPr>
          <a:xfrm>
            <a:off x="8727350" y="1371163"/>
            <a:ext cx="2974400"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Eléments conceptuels</a:t>
            </a:r>
          </a:p>
        </p:txBody>
      </p:sp>
      <p:pic>
        <p:nvPicPr>
          <p:cNvPr id="27" name="Picture 2" descr="Icône Linéaire De étude Asynchrone Contour Moderne L Asynchrone  Illustration de Vecteur - Illustration du flèche, texte: 133518351">
            <a:extLst>
              <a:ext uri="{FF2B5EF4-FFF2-40B4-BE49-F238E27FC236}">
                <a16:creationId xmlns:a16="http://schemas.microsoft.com/office/drawing/2014/main" id="{67CBB64F-D50F-B4DE-0D89-1FB54AB43FD8}"/>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7475" t="9827" r="15912" b="23735"/>
          <a:stretch/>
        </p:blipFill>
        <p:spPr bwMode="auto">
          <a:xfrm>
            <a:off x="7870681" y="1204990"/>
            <a:ext cx="648000" cy="646278"/>
          </a:xfrm>
          <a:prstGeom prst="ellipse">
            <a:avLst/>
          </a:prstGeom>
          <a:noFill/>
          <a:extLst>
            <a:ext uri="{909E8E84-426E-40DD-AFC4-6F175D3DCCD1}">
              <a14:hiddenFill xmlns:a14="http://schemas.microsoft.com/office/drawing/2010/main">
                <a:solidFill>
                  <a:srgbClr val="FFFFFF"/>
                </a:solidFill>
              </a14:hiddenFill>
            </a:ext>
          </a:extLst>
        </p:spPr>
      </p:pic>
      <p:pic>
        <p:nvPicPr>
          <p:cNvPr id="19" name="Picture 2">
            <a:extLst>
              <a:ext uri="{FF2B5EF4-FFF2-40B4-BE49-F238E27FC236}">
                <a16:creationId xmlns:a16="http://schemas.microsoft.com/office/drawing/2014/main" id="{1DDCB8C3-792A-0094-E57C-D059D26FAC6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92611" y="2917024"/>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27A6CDC-3C8A-DDF9-2CEA-6CC16E438AE9}"/>
              </a:ext>
            </a:extLst>
          </p:cNvPr>
          <p:cNvSpPr/>
          <p:nvPr/>
        </p:nvSpPr>
        <p:spPr>
          <a:xfrm>
            <a:off x="0" y="2464323"/>
            <a:ext cx="5150050"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Patterns &amp; Arbres de décision</a:t>
            </a:r>
          </a:p>
        </p:txBody>
      </p:sp>
      <p:sp>
        <p:nvSpPr>
          <p:cNvPr id="8" name="Rectangle 7">
            <a:extLst>
              <a:ext uri="{FF2B5EF4-FFF2-40B4-BE49-F238E27FC236}">
                <a16:creationId xmlns:a16="http://schemas.microsoft.com/office/drawing/2014/main" id="{6B2980BD-D191-C710-2C1E-F8E8D4E0D170}"/>
              </a:ext>
            </a:extLst>
          </p:cNvPr>
          <p:cNvSpPr/>
          <p:nvPr/>
        </p:nvSpPr>
        <p:spPr>
          <a:xfrm>
            <a:off x="4988435" y="2464323"/>
            <a:ext cx="238158" cy="1929355"/>
          </a:xfrm>
          <a:prstGeom prst="rect">
            <a:avLst/>
          </a:prstGeom>
          <a:solidFill>
            <a:srgbClr val="F3F672">
              <a:alpha val="8235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7BB83A"/>
              </a:solidFill>
              <a:effectLst/>
              <a:uLnTx/>
              <a:uFillTx/>
              <a:latin typeface="Arial"/>
              <a:ea typeface="+mn-ea"/>
              <a:cs typeface="+mn-cs"/>
            </a:endParaRPr>
          </a:p>
        </p:txBody>
      </p:sp>
      <p:grpSp>
        <p:nvGrpSpPr>
          <p:cNvPr id="15" name="Groupe 14">
            <a:extLst>
              <a:ext uri="{FF2B5EF4-FFF2-40B4-BE49-F238E27FC236}">
                <a16:creationId xmlns:a16="http://schemas.microsoft.com/office/drawing/2014/main" id="{63F513B4-A309-7695-0E31-B774769B6DA5}"/>
              </a:ext>
            </a:extLst>
          </p:cNvPr>
          <p:cNvGrpSpPr/>
          <p:nvPr/>
        </p:nvGrpSpPr>
        <p:grpSpPr>
          <a:xfrm>
            <a:off x="62893" y="3054876"/>
            <a:ext cx="713656" cy="748248"/>
            <a:chOff x="7840593" y="1956699"/>
            <a:chExt cx="748248" cy="748248"/>
          </a:xfrm>
        </p:grpSpPr>
        <p:sp>
          <p:nvSpPr>
            <p:cNvPr id="16" name="Oval 9">
              <a:extLst>
                <a:ext uri="{FF2B5EF4-FFF2-40B4-BE49-F238E27FC236}">
                  <a16:creationId xmlns:a16="http://schemas.microsoft.com/office/drawing/2014/main" id="{20744581-73B8-70E5-882C-DA7D7985B198}"/>
                </a:ext>
              </a:extLst>
            </p:cNvPr>
            <p:cNvSpPr/>
            <p:nvPr/>
          </p:nvSpPr>
          <p:spPr>
            <a:xfrm>
              <a:off x="7840593" y="1956699"/>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7" name="Picture 2">
              <a:extLst>
                <a:ext uri="{FF2B5EF4-FFF2-40B4-BE49-F238E27FC236}">
                  <a16:creationId xmlns:a16="http://schemas.microsoft.com/office/drawing/2014/main" id="{F2368039-4D53-C63E-0B70-4D7D93110D5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56649" y="2090120"/>
              <a:ext cx="508469" cy="50846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2402303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Cylindre 98">
            <a:extLst>
              <a:ext uri="{FF2B5EF4-FFF2-40B4-BE49-F238E27FC236}">
                <a16:creationId xmlns:a16="http://schemas.microsoft.com/office/drawing/2014/main" id="{A1A5FA94-4C63-4822-8492-7F5B419C8955}"/>
              </a:ext>
            </a:extLst>
          </p:cNvPr>
          <p:cNvSpPr/>
          <p:nvPr/>
        </p:nvSpPr>
        <p:spPr>
          <a:xfrm rot="5400000">
            <a:off x="4315620" y="1101334"/>
            <a:ext cx="457691" cy="2136115"/>
          </a:xfrm>
          <a:prstGeom prst="can">
            <a:avLst>
              <a:gd name="adj" fmla="val 42223"/>
            </a:avLst>
          </a:prstGeom>
          <a:solidFill>
            <a:schemeClr val="tx2">
              <a:lumMod val="40000"/>
              <a:lumOff val="6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fr-FR" sz="1200">
                <a:solidFill>
                  <a:schemeClr val="tx1"/>
                </a:solidFill>
              </a:rPr>
              <a:t>Transport &amp; Distribution</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PATTERNS </a:t>
            </a:r>
            <a:r>
              <a:rPr lang="fr-FR" err="1"/>
              <a:t>D’éCHANGE</a:t>
            </a:r>
            <a:endParaRPr lang="fr-FR"/>
          </a:p>
        </p:txBody>
      </p:sp>
      <p:sp>
        <p:nvSpPr>
          <p:cNvPr id="39" name="ZoneTexte 38">
            <a:extLst>
              <a:ext uri="{FF2B5EF4-FFF2-40B4-BE49-F238E27FC236}">
                <a16:creationId xmlns:a16="http://schemas.microsoft.com/office/drawing/2014/main" id="{3FFE355D-8356-DA53-2532-09AE50CAE8D7}"/>
              </a:ext>
            </a:extLst>
          </p:cNvPr>
          <p:cNvSpPr txBox="1"/>
          <p:nvPr>
            <p:custDataLst>
              <p:tags r:id="rId1"/>
            </p:custDataLst>
          </p:nvPr>
        </p:nvSpPr>
        <p:spPr>
          <a:xfrm>
            <a:off x="3164070" y="4119209"/>
            <a:ext cx="2736304" cy="261610"/>
          </a:xfrm>
          <a:prstGeom prst="rect">
            <a:avLst/>
          </a:prstGeom>
          <a:noFill/>
        </p:spPr>
        <p:txBody>
          <a:bodyPr wrap="square" rtlCol="0">
            <a:spAutoFit/>
          </a:bodyPr>
          <a:lstStyle/>
          <a:p>
            <a:pPr algn="ctr"/>
            <a:r>
              <a:rPr lang="fr-FR" sz="1100" b="1" spc="300"/>
              <a:t>AT LEAST ONCE</a:t>
            </a:r>
          </a:p>
        </p:txBody>
      </p:sp>
      <p:sp>
        <p:nvSpPr>
          <p:cNvPr id="45" name="ZoneTexte 44">
            <a:extLst>
              <a:ext uri="{FF2B5EF4-FFF2-40B4-BE49-F238E27FC236}">
                <a16:creationId xmlns:a16="http://schemas.microsoft.com/office/drawing/2014/main" id="{368EB0E5-8208-9D8A-ABBD-6EB87F66B4ED}"/>
              </a:ext>
            </a:extLst>
          </p:cNvPr>
          <p:cNvSpPr txBox="1"/>
          <p:nvPr>
            <p:custDataLst>
              <p:tags r:id="rId2"/>
            </p:custDataLst>
          </p:nvPr>
        </p:nvSpPr>
        <p:spPr>
          <a:xfrm>
            <a:off x="515075" y="3193933"/>
            <a:ext cx="2898290" cy="553998"/>
          </a:xfrm>
          <a:prstGeom prst="rect">
            <a:avLst/>
          </a:prstGeom>
          <a:noFill/>
        </p:spPr>
        <p:txBody>
          <a:bodyPr wrap="square" rtlCol="0">
            <a:spAutoFit/>
          </a:bodyPr>
          <a:lstStyle/>
          <a:p>
            <a:pPr algn="ctr">
              <a:buClr>
                <a:schemeClr val="accent3"/>
              </a:buClr>
            </a:pPr>
            <a:r>
              <a:rPr lang="fr-FR" sz="1600">
                <a:solidFill>
                  <a:schemeClr val="accent3"/>
                </a:solidFill>
              </a:rPr>
              <a:t>Gain de performance</a:t>
            </a:r>
          </a:p>
          <a:p>
            <a:pPr algn="ctr">
              <a:buClr>
                <a:schemeClr val="accent3"/>
              </a:buClr>
            </a:pPr>
            <a:r>
              <a:rPr lang="fr-FR" sz="1400">
                <a:solidFill>
                  <a:schemeClr val="accent3"/>
                </a:solidFill>
              </a:rPr>
              <a:t>(Aucun système d’acquittement)</a:t>
            </a:r>
          </a:p>
        </p:txBody>
      </p:sp>
      <p:sp>
        <p:nvSpPr>
          <p:cNvPr id="46" name="ZoneTexte 45">
            <a:extLst>
              <a:ext uri="{FF2B5EF4-FFF2-40B4-BE49-F238E27FC236}">
                <a16:creationId xmlns:a16="http://schemas.microsoft.com/office/drawing/2014/main" id="{2E873FEA-4F25-86A9-5DA5-7BE3109858AC}"/>
              </a:ext>
            </a:extLst>
          </p:cNvPr>
          <p:cNvSpPr txBox="1"/>
          <p:nvPr>
            <p:custDataLst>
              <p:tags r:id="rId3"/>
            </p:custDataLst>
          </p:nvPr>
        </p:nvSpPr>
        <p:spPr>
          <a:xfrm>
            <a:off x="3287042" y="3167952"/>
            <a:ext cx="2715558" cy="584775"/>
          </a:xfrm>
          <a:prstGeom prst="rect">
            <a:avLst/>
          </a:prstGeom>
          <a:noFill/>
        </p:spPr>
        <p:txBody>
          <a:bodyPr wrap="square" rtlCol="0">
            <a:spAutoFit/>
          </a:bodyPr>
          <a:lstStyle/>
          <a:p>
            <a:pPr algn="ctr"/>
            <a:r>
              <a:rPr lang="fr-FR" sz="1600">
                <a:solidFill>
                  <a:schemeClr val="accent1"/>
                </a:solidFill>
              </a:rPr>
              <a:t>Ne </a:t>
            </a:r>
            <a:r>
              <a:rPr lang="fr-FR" sz="1600">
                <a:solidFill>
                  <a:srgbClr val="FF6F5F"/>
                </a:solidFill>
              </a:rPr>
              <a:t>garantit</a:t>
            </a:r>
            <a:r>
              <a:rPr lang="fr-FR" sz="1600">
                <a:solidFill>
                  <a:schemeClr val="accent1"/>
                </a:solidFill>
              </a:rPr>
              <a:t> pas le traitement du message</a:t>
            </a:r>
          </a:p>
        </p:txBody>
      </p:sp>
      <p:sp>
        <p:nvSpPr>
          <p:cNvPr id="58" name="ZoneTexte 57">
            <a:extLst>
              <a:ext uri="{FF2B5EF4-FFF2-40B4-BE49-F238E27FC236}">
                <a16:creationId xmlns:a16="http://schemas.microsoft.com/office/drawing/2014/main" id="{A6C8A100-997A-838C-8FB3-0132336CB158}"/>
              </a:ext>
            </a:extLst>
          </p:cNvPr>
          <p:cNvSpPr txBox="1"/>
          <p:nvPr>
            <p:custDataLst>
              <p:tags r:id="rId4"/>
            </p:custDataLst>
          </p:nvPr>
        </p:nvSpPr>
        <p:spPr>
          <a:xfrm>
            <a:off x="1381218" y="5911272"/>
            <a:ext cx="2568484" cy="584775"/>
          </a:xfrm>
          <a:prstGeom prst="rect">
            <a:avLst/>
          </a:prstGeom>
          <a:noFill/>
        </p:spPr>
        <p:txBody>
          <a:bodyPr wrap="square" rtlCol="0">
            <a:spAutoFit/>
          </a:bodyPr>
          <a:lstStyle/>
          <a:p>
            <a:pPr algn="ctr">
              <a:buClr>
                <a:schemeClr val="accent3"/>
              </a:buClr>
            </a:pPr>
            <a:r>
              <a:rPr lang="fr-FR" sz="1600">
                <a:solidFill>
                  <a:schemeClr val="accent3"/>
                </a:solidFill>
              </a:rPr>
              <a:t>Assure la consommation du message</a:t>
            </a:r>
            <a:endParaRPr lang="fr-FR" sz="1600"/>
          </a:p>
        </p:txBody>
      </p:sp>
      <p:sp>
        <p:nvSpPr>
          <p:cNvPr id="59" name="ZoneTexte 58">
            <a:extLst>
              <a:ext uri="{FF2B5EF4-FFF2-40B4-BE49-F238E27FC236}">
                <a16:creationId xmlns:a16="http://schemas.microsoft.com/office/drawing/2014/main" id="{A57E63B6-DD11-4421-724D-B7ABCDCFC3BF}"/>
              </a:ext>
            </a:extLst>
          </p:cNvPr>
          <p:cNvSpPr txBox="1"/>
          <p:nvPr>
            <p:custDataLst>
              <p:tags r:id="rId5"/>
            </p:custDataLst>
          </p:nvPr>
        </p:nvSpPr>
        <p:spPr>
          <a:xfrm>
            <a:off x="5164379" y="5911272"/>
            <a:ext cx="3004212" cy="584775"/>
          </a:xfrm>
          <a:prstGeom prst="rect">
            <a:avLst/>
          </a:prstGeom>
          <a:noFill/>
        </p:spPr>
        <p:txBody>
          <a:bodyPr wrap="square" rtlCol="0">
            <a:spAutoFit/>
          </a:bodyPr>
          <a:lstStyle/>
          <a:p>
            <a:pPr algn="ctr"/>
            <a:r>
              <a:rPr lang="fr-FR" sz="1600" dirty="0">
                <a:solidFill>
                  <a:schemeClr val="accent1"/>
                </a:solidFill>
              </a:rPr>
              <a:t>Un même évènement peut être consommé plusieurs fois</a:t>
            </a:r>
          </a:p>
        </p:txBody>
      </p:sp>
      <p:sp>
        <p:nvSpPr>
          <p:cNvPr id="36" name="Rectangle 35">
            <a:extLst>
              <a:ext uri="{FF2B5EF4-FFF2-40B4-BE49-F238E27FC236}">
                <a16:creationId xmlns:a16="http://schemas.microsoft.com/office/drawing/2014/main" id="{CCC37AF5-06DB-72AE-FE23-DAB4CEE21916}"/>
              </a:ext>
            </a:extLst>
          </p:cNvPr>
          <p:cNvSpPr/>
          <p:nvPr>
            <p:custDataLst>
              <p:tags r:id="rId6"/>
            </p:custDataLst>
          </p:nvPr>
        </p:nvSpPr>
        <p:spPr>
          <a:xfrm>
            <a:off x="761317" y="4891806"/>
            <a:ext cx="1327545" cy="579422"/>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200"/>
              <a:t>Producteur</a:t>
            </a:r>
            <a:endParaRPr lang="fr-FR" sz="1600"/>
          </a:p>
        </p:txBody>
      </p:sp>
      <p:sp>
        <p:nvSpPr>
          <p:cNvPr id="37" name="Rectangle 36">
            <a:extLst>
              <a:ext uri="{FF2B5EF4-FFF2-40B4-BE49-F238E27FC236}">
                <a16:creationId xmlns:a16="http://schemas.microsoft.com/office/drawing/2014/main" id="{F45A7F5F-6286-EF81-5874-299EFABD9693}"/>
              </a:ext>
            </a:extLst>
          </p:cNvPr>
          <p:cNvSpPr/>
          <p:nvPr>
            <p:custDataLst>
              <p:tags r:id="rId7"/>
            </p:custDataLst>
          </p:nvPr>
        </p:nvSpPr>
        <p:spPr>
          <a:xfrm>
            <a:off x="7411712" y="4891806"/>
            <a:ext cx="1327545" cy="579422"/>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200"/>
              <a:t>Consommateur</a:t>
            </a:r>
            <a:endParaRPr lang="fr-FR" sz="1600"/>
          </a:p>
        </p:txBody>
      </p:sp>
      <p:cxnSp>
        <p:nvCxnSpPr>
          <p:cNvPr id="47" name="Connecteur droit avec flèche 46">
            <a:extLst>
              <a:ext uri="{FF2B5EF4-FFF2-40B4-BE49-F238E27FC236}">
                <a16:creationId xmlns:a16="http://schemas.microsoft.com/office/drawing/2014/main" id="{97E74201-8E2E-3657-BAAE-BBCC500991EB}"/>
              </a:ext>
            </a:extLst>
          </p:cNvPr>
          <p:cNvCxnSpPr>
            <a:cxnSpLocks/>
          </p:cNvCxnSpPr>
          <p:nvPr>
            <p:custDataLst>
              <p:tags r:id="rId8"/>
            </p:custDataLst>
          </p:nvPr>
        </p:nvCxnSpPr>
        <p:spPr>
          <a:xfrm>
            <a:off x="2088862" y="5181517"/>
            <a:ext cx="1602192" cy="0"/>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cxnSp>
        <p:nvCxnSpPr>
          <p:cNvPr id="56" name="Connecteur droit avec flèche 55">
            <a:extLst>
              <a:ext uri="{FF2B5EF4-FFF2-40B4-BE49-F238E27FC236}">
                <a16:creationId xmlns:a16="http://schemas.microsoft.com/office/drawing/2014/main" id="{BF1FC4F4-E777-649D-197C-59B62F75BC9F}"/>
              </a:ext>
            </a:extLst>
          </p:cNvPr>
          <p:cNvCxnSpPr>
            <a:cxnSpLocks/>
          </p:cNvCxnSpPr>
          <p:nvPr>
            <p:custDataLst>
              <p:tags r:id="rId9"/>
            </p:custDataLst>
          </p:nvPr>
        </p:nvCxnSpPr>
        <p:spPr>
          <a:xfrm>
            <a:off x="5820937" y="5181517"/>
            <a:ext cx="1590775" cy="0"/>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cxnSp>
        <p:nvCxnSpPr>
          <p:cNvPr id="61" name="Connecteur droit avec flèche 60">
            <a:extLst>
              <a:ext uri="{FF2B5EF4-FFF2-40B4-BE49-F238E27FC236}">
                <a16:creationId xmlns:a16="http://schemas.microsoft.com/office/drawing/2014/main" id="{F0CD2966-FA4C-00FE-B6F2-45BCF0D20A7A}"/>
              </a:ext>
            </a:extLst>
          </p:cNvPr>
          <p:cNvCxnSpPr>
            <a:cxnSpLocks/>
          </p:cNvCxnSpPr>
          <p:nvPr>
            <p:custDataLst>
              <p:tags r:id="rId10"/>
            </p:custDataLst>
          </p:nvPr>
        </p:nvCxnSpPr>
        <p:spPr>
          <a:xfrm>
            <a:off x="5820937" y="5352289"/>
            <a:ext cx="1563020" cy="0"/>
          </a:xfrm>
          <a:prstGeom prst="straightConnector1">
            <a:avLst/>
          </a:prstGeom>
          <a:ln>
            <a:solidFill>
              <a:schemeClr val="tx2"/>
            </a:solidFill>
            <a:headEnd type="arrow" w="med" len="med"/>
            <a:tailEnd type="none" w="med" len="med"/>
          </a:ln>
        </p:spPr>
        <p:style>
          <a:lnRef idx="1">
            <a:schemeClr val="accent3"/>
          </a:lnRef>
          <a:fillRef idx="2">
            <a:schemeClr val="accent3"/>
          </a:fillRef>
          <a:effectRef idx="1">
            <a:schemeClr val="accent3"/>
          </a:effectRef>
          <a:fontRef idx="minor">
            <a:schemeClr val="dk1"/>
          </a:fontRef>
        </p:style>
      </p:cxnSp>
      <p:sp>
        <p:nvSpPr>
          <p:cNvPr id="62" name="ZoneTexte 61">
            <a:extLst>
              <a:ext uri="{FF2B5EF4-FFF2-40B4-BE49-F238E27FC236}">
                <a16:creationId xmlns:a16="http://schemas.microsoft.com/office/drawing/2014/main" id="{E447764E-F7E9-F63A-DDED-E6F80AF6D490}"/>
              </a:ext>
            </a:extLst>
          </p:cNvPr>
          <p:cNvSpPr txBox="1"/>
          <p:nvPr>
            <p:custDataLst>
              <p:tags r:id="rId11"/>
            </p:custDataLst>
          </p:nvPr>
        </p:nvSpPr>
        <p:spPr>
          <a:xfrm>
            <a:off x="6248451" y="5336330"/>
            <a:ext cx="812574" cy="245077"/>
          </a:xfrm>
          <a:prstGeom prst="rect">
            <a:avLst/>
          </a:prstGeom>
          <a:noFill/>
        </p:spPr>
        <p:txBody>
          <a:bodyPr wrap="none" rtlCol="0">
            <a:spAutoFit/>
          </a:bodyPr>
          <a:lstStyle/>
          <a:p>
            <a:pPr algn="ctr"/>
            <a:r>
              <a:rPr lang="fr-FR" sz="1100"/>
              <a:t>Acquittement</a:t>
            </a:r>
          </a:p>
        </p:txBody>
      </p:sp>
      <p:cxnSp>
        <p:nvCxnSpPr>
          <p:cNvPr id="63" name="Connecteur droit avec flèche 62">
            <a:extLst>
              <a:ext uri="{FF2B5EF4-FFF2-40B4-BE49-F238E27FC236}">
                <a16:creationId xmlns:a16="http://schemas.microsoft.com/office/drawing/2014/main" id="{7B61F00A-547F-405F-BFA2-0DBC6872530F}"/>
              </a:ext>
            </a:extLst>
          </p:cNvPr>
          <p:cNvCxnSpPr>
            <a:cxnSpLocks/>
          </p:cNvCxnSpPr>
          <p:nvPr>
            <p:custDataLst>
              <p:tags r:id="rId12"/>
            </p:custDataLst>
          </p:nvPr>
        </p:nvCxnSpPr>
        <p:spPr>
          <a:xfrm>
            <a:off x="2088862" y="5354105"/>
            <a:ext cx="1599908" cy="0"/>
          </a:xfrm>
          <a:prstGeom prst="straightConnector1">
            <a:avLst/>
          </a:prstGeom>
          <a:ln>
            <a:solidFill>
              <a:schemeClr val="tx2"/>
            </a:solidFill>
            <a:headEnd type="arrow" w="med" len="med"/>
            <a:tailEnd type="none" w="med" len="med"/>
          </a:ln>
        </p:spPr>
        <p:style>
          <a:lnRef idx="1">
            <a:schemeClr val="accent3"/>
          </a:lnRef>
          <a:fillRef idx="2">
            <a:schemeClr val="accent3"/>
          </a:fillRef>
          <a:effectRef idx="1">
            <a:schemeClr val="accent3"/>
          </a:effectRef>
          <a:fontRef idx="minor">
            <a:schemeClr val="dk1"/>
          </a:fontRef>
        </p:style>
      </p:cxnSp>
      <p:sp>
        <p:nvSpPr>
          <p:cNvPr id="64" name="ZoneTexte 63">
            <a:extLst>
              <a:ext uri="{FF2B5EF4-FFF2-40B4-BE49-F238E27FC236}">
                <a16:creationId xmlns:a16="http://schemas.microsoft.com/office/drawing/2014/main" id="{9A742BC8-0F0E-677E-C943-AE0D0A069F99}"/>
              </a:ext>
            </a:extLst>
          </p:cNvPr>
          <p:cNvSpPr txBox="1"/>
          <p:nvPr>
            <p:custDataLst>
              <p:tags r:id="rId13"/>
            </p:custDataLst>
          </p:nvPr>
        </p:nvSpPr>
        <p:spPr>
          <a:xfrm>
            <a:off x="2457977" y="5338148"/>
            <a:ext cx="812574" cy="245077"/>
          </a:xfrm>
          <a:prstGeom prst="rect">
            <a:avLst/>
          </a:prstGeom>
          <a:noFill/>
        </p:spPr>
        <p:txBody>
          <a:bodyPr wrap="none" rtlCol="0">
            <a:spAutoFit/>
          </a:bodyPr>
          <a:lstStyle/>
          <a:p>
            <a:pPr algn="ctr"/>
            <a:r>
              <a:rPr lang="fr-FR" sz="1100"/>
              <a:t>Acquittement</a:t>
            </a:r>
          </a:p>
        </p:txBody>
      </p:sp>
      <p:sp>
        <p:nvSpPr>
          <p:cNvPr id="67" name="ZoneTexte 66">
            <a:extLst>
              <a:ext uri="{FF2B5EF4-FFF2-40B4-BE49-F238E27FC236}">
                <a16:creationId xmlns:a16="http://schemas.microsoft.com/office/drawing/2014/main" id="{2A3C1C7F-3026-80FA-7F3B-CE7916B48A7B}"/>
              </a:ext>
            </a:extLst>
          </p:cNvPr>
          <p:cNvSpPr txBox="1"/>
          <p:nvPr>
            <p:custDataLst>
              <p:tags r:id="rId14"/>
            </p:custDataLst>
          </p:nvPr>
        </p:nvSpPr>
        <p:spPr>
          <a:xfrm>
            <a:off x="3164070" y="1068832"/>
            <a:ext cx="2736304" cy="261610"/>
          </a:xfrm>
          <a:prstGeom prst="rect">
            <a:avLst/>
          </a:prstGeom>
          <a:noFill/>
        </p:spPr>
        <p:txBody>
          <a:bodyPr wrap="square" rtlCol="0">
            <a:spAutoFit/>
          </a:bodyPr>
          <a:lstStyle/>
          <a:p>
            <a:pPr algn="ctr"/>
            <a:r>
              <a:rPr lang="fr-FR" sz="1100" b="1" spc="300"/>
              <a:t>FIRE AND FORGET</a:t>
            </a:r>
          </a:p>
        </p:txBody>
      </p:sp>
      <p:sp>
        <p:nvSpPr>
          <p:cNvPr id="33" name="Rectangle 32">
            <a:extLst>
              <a:ext uri="{FF2B5EF4-FFF2-40B4-BE49-F238E27FC236}">
                <a16:creationId xmlns:a16="http://schemas.microsoft.com/office/drawing/2014/main" id="{360ECF85-3E90-99AC-A369-8040078EDDF4}"/>
              </a:ext>
            </a:extLst>
          </p:cNvPr>
          <p:cNvSpPr/>
          <p:nvPr>
            <p:custDataLst>
              <p:tags r:id="rId15"/>
            </p:custDataLst>
          </p:nvPr>
        </p:nvSpPr>
        <p:spPr>
          <a:xfrm>
            <a:off x="588798" y="1345237"/>
            <a:ext cx="1329818" cy="557885"/>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200"/>
              <a:t>Producteur</a:t>
            </a:r>
          </a:p>
        </p:txBody>
      </p:sp>
      <p:sp>
        <p:nvSpPr>
          <p:cNvPr id="34" name="Rectangle 33">
            <a:extLst>
              <a:ext uri="{FF2B5EF4-FFF2-40B4-BE49-F238E27FC236}">
                <a16:creationId xmlns:a16="http://schemas.microsoft.com/office/drawing/2014/main" id="{F1B0D657-9A01-AFC4-99AB-F1D2975F69B3}"/>
              </a:ext>
            </a:extLst>
          </p:cNvPr>
          <p:cNvSpPr/>
          <p:nvPr>
            <p:custDataLst>
              <p:tags r:id="rId16"/>
            </p:custDataLst>
          </p:nvPr>
        </p:nvSpPr>
        <p:spPr>
          <a:xfrm>
            <a:off x="7110994" y="1345236"/>
            <a:ext cx="1329818" cy="557885"/>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200"/>
              <a:t>Consommateur</a:t>
            </a:r>
            <a:endParaRPr lang="fr-FR" sz="1600"/>
          </a:p>
        </p:txBody>
      </p:sp>
      <p:cxnSp>
        <p:nvCxnSpPr>
          <p:cNvPr id="40" name="Connecteur droit avec flèche 39">
            <a:extLst>
              <a:ext uri="{FF2B5EF4-FFF2-40B4-BE49-F238E27FC236}">
                <a16:creationId xmlns:a16="http://schemas.microsoft.com/office/drawing/2014/main" id="{613E560E-5A7D-039C-FE15-B5B719B65260}"/>
              </a:ext>
            </a:extLst>
          </p:cNvPr>
          <p:cNvCxnSpPr>
            <a:cxnSpLocks/>
            <a:stCxn id="33" idx="3"/>
            <a:endCxn id="99" idx="3"/>
          </p:cNvCxnSpPr>
          <p:nvPr>
            <p:custDataLst>
              <p:tags r:id="rId17"/>
            </p:custDataLst>
          </p:nvPr>
        </p:nvCxnSpPr>
        <p:spPr>
          <a:xfrm>
            <a:off x="1918616" y="1624180"/>
            <a:ext cx="1557792" cy="545212"/>
          </a:xfrm>
          <a:prstGeom prst="straightConnector1">
            <a:avLst/>
          </a:prstGeom>
          <a:ln w="127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sp>
        <p:nvSpPr>
          <p:cNvPr id="69" name="Rectangle 68">
            <a:extLst>
              <a:ext uri="{FF2B5EF4-FFF2-40B4-BE49-F238E27FC236}">
                <a16:creationId xmlns:a16="http://schemas.microsoft.com/office/drawing/2014/main" id="{8409C551-E226-0B64-3987-DCDE664E66A3}"/>
              </a:ext>
            </a:extLst>
          </p:cNvPr>
          <p:cNvSpPr/>
          <p:nvPr>
            <p:custDataLst>
              <p:tags r:id="rId18"/>
            </p:custDataLst>
          </p:nvPr>
        </p:nvSpPr>
        <p:spPr>
          <a:xfrm>
            <a:off x="576323" y="2355544"/>
            <a:ext cx="1329818" cy="557885"/>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200"/>
              <a:t>Producteur</a:t>
            </a:r>
            <a:endParaRPr lang="fr-FR" sz="1600"/>
          </a:p>
        </p:txBody>
      </p:sp>
      <p:sp>
        <p:nvSpPr>
          <p:cNvPr id="70" name="Rectangle 69">
            <a:extLst>
              <a:ext uri="{FF2B5EF4-FFF2-40B4-BE49-F238E27FC236}">
                <a16:creationId xmlns:a16="http://schemas.microsoft.com/office/drawing/2014/main" id="{BB59EE47-D187-0D96-7DE2-4A291DECB04D}"/>
              </a:ext>
            </a:extLst>
          </p:cNvPr>
          <p:cNvSpPr/>
          <p:nvPr>
            <p:custDataLst>
              <p:tags r:id="rId19"/>
            </p:custDataLst>
          </p:nvPr>
        </p:nvSpPr>
        <p:spPr>
          <a:xfrm>
            <a:off x="7104024" y="2358430"/>
            <a:ext cx="1329818" cy="557885"/>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200"/>
              <a:t>Consommateur</a:t>
            </a:r>
            <a:endParaRPr lang="fr-FR" sz="1600"/>
          </a:p>
        </p:txBody>
      </p:sp>
      <p:cxnSp>
        <p:nvCxnSpPr>
          <p:cNvPr id="71" name="Connecteur droit avec flèche 70">
            <a:extLst>
              <a:ext uri="{FF2B5EF4-FFF2-40B4-BE49-F238E27FC236}">
                <a16:creationId xmlns:a16="http://schemas.microsoft.com/office/drawing/2014/main" id="{DBE1B403-CCA2-ED1D-130E-645A36415292}"/>
              </a:ext>
            </a:extLst>
          </p:cNvPr>
          <p:cNvCxnSpPr>
            <a:cxnSpLocks/>
            <a:stCxn id="69" idx="3"/>
            <a:endCxn id="99" idx="3"/>
          </p:cNvCxnSpPr>
          <p:nvPr>
            <p:custDataLst>
              <p:tags r:id="rId20"/>
            </p:custDataLst>
          </p:nvPr>
        </p:nvCxnSpPr>
        <p:spPr>
          <a:xfrm flipV="1">
            <a:off x="1906141" y="2169392"/>
            <a:ext cx="1570267" cy="465095"/>
          </a:xfrm>
          <a:prstGeom prst="straightConnector1">
            <a:avLst/>
          </a:prstGeom>
          <a:ln w="127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pic>
        <p:nvPicPr>
          <p:cNvPr id="72706" name="Picture 2" descr="Trash can - Free professions and jobs icons">
            <a:extLst>
              <a:ext uri="{FF2B5EF4-FFF2-40B4-BE49-F238E27FC236}">
                <a16:creationId xmlns:a16="http://schemas.microsoft.com/office/drawing/2014/main" id="{ADEB028A-4898-5D75-D5CF-38514C99BCED}"/>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868836" y="2832125"/>
            <a:ext cx="410156" cy="457692"/>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EF77C9F4-8A2D-DC18-9975-F6DD105C752F}"/>
              </a:ext>
            </a:extLst>
          </p:cNvPr>
          <p:cNvSpPr txBox="1"/>
          <p:nvPr/>
        </p:nvSpPr>
        <p:spPr>
          <a:xfrm>
            <a:off x="10185358" y="1018752"/>
            <a:ext cx="986937" cy="338554"/>
          </a:xfrm>
          <a:prstGeom prst="rect">
            <a:avLst/>
          </a:prstGeom>
          <a:noFill/>
        </p:spPr>
        <p:txBody>
          <a:bodyPr wrap="none" rtlCol="0">
            <a:spAutoFit/>
          </a:bodyPr>
          <a:lstStyle/>
          <a:p>
            <a:pPr algn="ctr"/>
            <a:r>
              <a:rPr lang="fr-FR" sz="1600" b="1" dirty="0">
                <a:cs typeface="Arial" panose="020B0604020202020204" pitchFamily="34" charset="0"/>
              </a:rPr>
              <a:t>ETAPES</a:t>
            </a:r>
          </a:p>
        </p:txBody>
      </p:sp>
      <p:sp>
        <p:nvSpPr>
          <p:cNvPr id="11" name="Rectangle : coins arrondis 10">
            <a:extLst>
              <a:ext uri="{FF2B5EF4-FFF2-40B4-BE49-F238E27FC236}">
                <a16:creationId xmlns:a16="http://schemas.microsoft.com/office/drawing/2014/main" id="{0F5C1A75-F26E-DC2C-8C7C-C9562A8E8701}"/>
              </a:ext>
            </a:extLst>
          </p:cNvPr>
          <p:cNvSpPr/>
          <p:nvPr/>
        </p:nvSpPr>
        <p:spPr>
          <a:xfrm>
            <a:off x="9276157" y="922713"/>
            <a:ext cx="2805340" cy="5573326"/>
          </a:xfrm>
          <a:prstGeom prst="round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2" name="Connecteur droit 11">
            <a:extLst>
              <a:ext uri="{FF2B5EF4-FFF2-40B4-BE49-F238E27FC236}">
                <a16:creationId xmlns:a16="http://schemas.microsoft.com/office/drawing/2014/main" id="{445C74D9-2E21-0479-EAD4-7683A6CE66D6}"/>
              </a:ext>
            </a:extLst>
          </p:cNvPr>
          <p:cNvCxnSpPr>
            <a:cxnSpLocks/>
          </p:cNvCxnSpPr>
          <p:nvPr/>
        </p:nvCxnSpPr>
        <p:spPr>
          <a:xfrm>
            <a:off x="9420779" y="3891515"/>
            <a:ext cx="2516097"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0696ED00-94F0-EC89-38BE-9D20998675EF}"/>
              </a:ext>
            </a:extLst>
          </p:cNvPr>
          <p:cNvSpPr txBox="1"/>
          <p:nvPr/>
        </p:nvSpPr>
        <p:spPr>
          <a:xfrm>
            <a:off x="9399638" y="1509243"/>
            <a:ext cx="2537238" cy="1815882"/>
          </a:xfrm>
          <a:prstGeom prst="rect">
            <a:avLst/>
          </a:prstGeom>
          <a:noFill/>
        </p:spPr>
        <p:txBody>
          <a:bodyPr wrap="square" rtlCol="0">
            <a:spAutoFit/>
          </a:bodyPr>
          <a:lstStyle/>
          <a:p>
            <a:pPr marL="342900" indent="-342900">
              <a:buSzPct val="100000"/>
              <a:buAutoNum type="arabicPeriod"/>
            </a:pPr>
            <a:r>
              <a:rPr lang="fr-FR" sz="1400" dirty="0">
                <a:latin typeface="Arial" panose="020B0604020202020204" pitchFamily="34" charset="0"/>
                <a:cs typeface="Arial" panose="020B0604020202020204" pitchFamily="34" charset="0"/>
              </a:rPr>
              <a:t>Le producteur envoie le message dans le middleware.</a:t>
            </a:r>
          </a:p>
          <a:p>
            <a:pPr marL="342900" indent="-342900">
              <a:buSzPct val="100000"/>
              <a:buAutoNum type="arabicPeriod"/>
            </a:pPr>
            <a:r>
              <a:rPr lang="fr-FR" sz="1400" dirty="0">
                <a:latin typeface="Arial" panose="020B0604020202020204" pitchFamily="34" charset="0"/>
                <a:cs typeface="Arial" panose="020B0604020202020204" pitchFamily="34" charset="0"/>
              </a:rPr>
              <a:t>Les consommateurs disponibles le consomment</a:t>
            </a:r>
          </a:p>
          <a:p>
            <a:pPr marL="342900" indent="-342900">
              <a:buSzPct val="100000"/>
              <a:buAutoNum type="arabicPeriod"/>
            </a:pPr>
            <a:r>
              <a:rPr lang="fr-FR" sz="1400" dirty="0">
                <a:latin typeface="Arial" panose="020B0604020202020204" pitchFamily="34" charset="0"/>
                <a:cs typeface="Arial" panose="020B0604020202020204" pitchFamily="34" charset="0"/>
              </a:rPr>
              <a:t>Le message est supprimé du middleware</a:t>
            </a:r>
          </a:p>
        </p:txBody>
      </p:sp>
      <p:sp>
        <p:nvSpPr>
          <p:cNvPr id="15" name="ZoneTexte 14">
            <a:extLst>
              <a:ext uri="{FF2B5EF4-FFF2-40B4-BE49-F238E27FC236}">
                <a16:creationId xmlns:a16="http://schemas.microsoft.com/office/drawing/2014/main" id="{A549BCDE-434B-325C-6458-1A9366037EB1}"/>
              </a:ext>
            </a:extLst>
          </p:cNvPr>
          <p:cNvSpPr txBox="1"/>
          <p:nvPr/>
        </p:nvSpPr>
        <p:spPr>
          <a:xfrm>
            <a:off x="9399638" y="3997974"/>
            <a:ext cx="2632663" cy="2462213"/>
          </a:xfrm>
          <a:prstGeom prst="rect">
            <a:avLst/>
          </a:prstGeom>
          <a:noFill/>
        </p:spPr>
        <p:txBody>
          <a:bodyPr wrap="square" rtlCol="0">
            <a:spAutoFit/>
          </a:bodyPr>
          <a:lstStyle/>
          <a:p>
            <a:pPr marL="342900" indent="-342900">
              <a:buSzPct val="100000"/>
              <a:buAutoNum type="arabicPeriod"/>
            </a:pPr>
            <a:r>
              <a:rPr lang="fr-FR" sz="1400" dirty="0">
                <a:latin typeface="Arial" panose="020B0604020202020204" pitchFamily="34" charset="0"/>
                <a:cs typeface="Arial" panose="020B0604020202020204" pitchFamily="34" charset="0"/>
              </a:rPr>
              <a:t>Le producteur envoie le message dans le middleware</a:t>
            </a:r>
          </a:p>
          <a:p>
            <a:pPr marL="342900" indent="-342900">
              <a:buSzPct val="100000"/>
              <a:buAutoNum type="arabicPeriod"/>
            </a:pPr>
            <a:r>
              <a:rPr lang="fr-FR" sz="1400" dirty="0">
                <a:latin typeface="Arial" panose="020B0604020202020204" pitchFamily="34" charset="0"/>
                <a:cs typeface="Arial" panose="020B0604020202020204" pitchFamily="34" charset="0"/>
              </a:rPr>
              <a:t>Une copie du message est envoyé au consommateur</a:t>
            </a:r>
          </a:p>
          <a:p>
            <a:pPr marL="342900" indent="-342900">
              <a:buSzPct val="100000"/>
              <a:buAutoNum type="arabicPeriod"/>
            </a:pPr>
            <a:r>
              <a:rPr lang="fr-FR" sz="1400" dirty="0">
                <a:latin typeface="Arial" panose="020B0604020202020204" pitchFamily="34" charset="0"/>
                <a:cs typeface="Arial" panose="020B0604020202020204" pitchFamily="34" charset="0"/>
              </a:rPr>
              <a:t>Le consommateur acquitte la réception ou le traitement du message</a:t>
            </a:r>
          </a:p>
          <a:p>
            <a:pPr marL="342900" indent="-342900">
              <a:buSzPct val="100000"/>
              <a:buAutoNum type="arabicPeriod"/>
            </a:pPr>
            <a:r>
              <a:rPr lang="fr-FR" sz="1400" dirty="0">
                <a:latin typeface="Arial" panose="020B0604020202020204" pitchFamily="34" charset="0"/>
                <a:cs typeface="Arial" panose="020B0604020202020204" pitchFamily="34" charset="0"/>
              </a:rPr>
              <a:t>Le middleware supprime le message et renvoie l’acquittement. </a:t>
            </a:r>
          </a:p>
        </p:txBody>
      </p:sp>
      <p:sp>
        <p:nvSpPr>
          <p:cNvPr id="18" name="ZoneTexte 17">
            <a:extLst>
              <a:ext uri="{FF2B5EF4-FFF2-40B4-BE49-F238E27FC236}">
                <a16:creationId xmlns:a16="http://schemas.microsoft.com/office/drawing/2014/main" id="{436E95A7-2FAE-5C0F-B593-F97D8ED543CE}"/>
              </a:ext>
            </a:extLst>
          </p:cNvPr>
          <p:cNvSpPr txBox="1"/>
          <p:nvPr>
            <p:custDataLst>
              <p:tags r:id="rId21"/>
            </p:custDataLst>
          </p:nvPr>
        </p:nvSpPr>
        <p:spPr>
          <a:xfrm>
            <a:off x="6308632" y="3159913"/>
            <a:ext cx="2929036" cy="584775"/>
          </a:xfrm>
          <a:prstGeom prst="rect">
            <a:avLst/>
          </a:prstGeom>
          <a:noFill/>
        </p:spPr>
        <p:txBody>
          <a:bodyPr wrap="square" rtlCol="0">
            <a:spAutoFit/>
          </a:bodyPr>
          <a:lstStyle/>
          <a:p>
            <a:pPr algn="ctr"/>
            <a:r>
              <a:rPr lang="fr-FR" sz="1600" b="1">
                <a:solidFill>
                  <a:schemeClr val="accent1"/>
                </a:solidFill>
              </a:rPr>
              <a:t>Pas de persistance</a:t>
            </a:r>
            <a:r>
              <a:rPr lang="fr-FR" sz="1600">
                <a:solidFill>
                  <a:schemeClr val="accent1"/>
                </a:solidFill>
              </a:rPr>
              <a:t>, le message non traité est perdu </a:t>
            </a:r>
          </a:p>
        </p:txBody>
      </p:sp>
      <p:sp>
        <p:nvSpPr>
          <p:cNvPr id="9" name="Forme libre 8">
            <a:extLst>
              <a:ext uri="{FF2B5EF4-FFF2-40B4-BE49-F238E27FC236}">
                <a16:creationId xmlns:a16="http://schemas.microsoft.com/office/drawing/2014/main" id="{73DD60BE-7CE9-B0CB-4273-9BA71DB0F156}"/>
              </a:ext>
            </a:extLst>
          </p:cNvPr>
          <p:cNvSpPr>
            <a:spLocks noChangeAspect="1"/>
          </p:cNvSpPr>
          <p:nvPr/>
        </p:nvSpPr>
        <p:spPr>
          <a:xfrm>
            <a:off x="2588202" y="1644618"/>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6">
              <a:lumMod val="60000"/>
              <a:lumOff val="40000"/>
            </a:schemeClr>
          </a:solidFill>
          <a:ln w="2191" cap="flat">
            <a:noFill/>
            <a:prstDash val="solid"/>
            <a:miter/>
          </a:ln>
        </p:spPr>
        <p:txBody>
          <a:bodyPr rtlCol="0" anchor="ctr"/>
          <a:lstStyle/>
          <a:p>
            <a:endParaRPr lang="fr-FR"/>
          </a:p>
        </p:txBody>
      </p:sp>
      <p:sp>
        <p:nvSpPr>
          <p:cNvPr id="94" name="Forme libre 93">
            <a:extLst>
              <a:ext uri="{FF2B5EF4-FFF2-40B4-BE49-F238E27FC236}">
                <a16:creationId xmlns:a16="http://schemas.microsoft.com/office/drawing/2014/main" id="{AD9ACD95-7B07-431F-E6C5-5DD6B4E46659}"/>
              </a:ext>
            </a:extLst>
          </p:cNvPr>
          <p:cNvSpPr>
            <a:spLocks noChangeAspect="1"/>
          </p:cNvSpPr>
          <p:nvPr/>
        </p:nvSpPr>
        <p:spPr>
          <a:xfrm>
            <a:off x="6241679" y="1958198"/>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6">
              <a:lumMod val="60000"/>
              <a:lumOff val="40000"/>
            </a:schemeClr>
          </a:solidFill>
          <a:ln w="2191" cap="flat">
            <a:noFill/>
            <a:prstDash val="solid"/>
            <a:miter/>
          </a:ln>
        </p:spPr>
        <p:txBody>
          <a:bodyPr rtlCol="0" anchor="ctr"/>
          <a:lstStyle/>
          <a:p>
            <a:endParaRPr lang="fr-FR"/>
          </a:p>
        </p:txBody>
      </p:sp>
      <p:sp>
        <p:nvSpPr>
          <p:cNvPr id="95" name="Forme libre 94">
            <a:extLst>
              <a:ext uri="{FF2B5EF4-FFF2-40B4-BE49-F238E27FC236}">
                <a16:creationId xmlns:a16="http://schemas.microsoft.com/office/drawing/2014/main" id="{E5341961-7D38-FB9F-681A-323299EBCFD8}"/>
              </a:ext>
            </a:extLst>
          </p:cNvPr>
          <p:cNvSpPr/>
          <p:nvPr/>
        </p:nvSpPr>
        <p:spPr>
          <a:xfrm rot="2351184">
            <a:off x="5694311" y="1969242"/>
            <a:ext cx="1494167" cy="829490"/>
          </a:xfrm>
          <a:custGeom>
            <a:avLst/>
            <a:gdLst>
              <a:gd name="connsiteX0" fmla="*/ 2414822 w 2824725"/>
              <a:gd name="connsiteY0" fmla="*/ 0 h 871273"/>
              <a:gd name="connsiteX1" fmla="*/ 2698 w 2824725"/>
              <a:gd name="connsiteY1" fmla="*/ 867104 h 871273"/>
              <a:gd name="connsiteX2" fmla="*/ 2824725 w 2824725"/>
              <a:gd name="connsiteY2" fmla="*/ 268014 h 871273"/>
            </a:gdLst>
            <a:ahLst/>
            <a:cxnLst>
              <a:cxn ang="0">
                <a:pos x="connsiteX0" y="connsiteY0"/>
              </a:cxn>
              <a:cxn ang="0">
                <a:pos x="connsiteX1" y="connsiteY1"/>
              </a:cxn>
              <a:cxn ang="0">
                <a:pos x="connsiteX2" y="connsiteY2"/>
              </a:cxn>
            </a:cxnLst>
            <a:rect l="l" t="t" r="r" b="b"/>
            <a:pathLst>
              <a:path w="2824725" h="871273">
                <a:moveTo>
                  <a:pt x="2414822" y="0"/>
                </a:moveTo>
                <a:cubicBezTo>
                  <a:pt x="1174601" y="411217"/>
                  <a:pt x="-65619" y="822435"/>
                  <a:pt x="2698" y="867104"/>
                </a:cubicBezTo>
                <a:cubicBezTo>
                  <a:pt x="71015" y="911773"/>
                  <a:pt x="1447870" y="589893"/>
                  <a:pt x="2824725" y="268014"/>
                </a:cubicBezTo>
              </a:path>
            </a:pathLst>
          </a:custGeom>
          <a:noFill/>
          <a:ln>
            <a:solidFill>
              <a:srgbClr val="FFC5BF"/>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Forme libre 99">
            <a:extLst>
              <a:ext uri="{FF2B5EF4-FFF2-40B4-BE49-F238E27FC236}">
                <a16:creationId xmlns:a16="http://schemas.microsoft.com/office/drawing/2014/main" id="{7062319C-FE35-9844-6BC1-DFD74951501E}"/>
              </a:ext>
            </a:extLst>
          </p:cNvPr>
          <p:cNvSpPr>
            <a:spLocks noChangeAspect="1"/>
          </p:cNvSpPr>
          <p:nvPr/>
        </p:nvSpPr>
        <p:spPr>
          <a:xfrm>
            <a:off x="6303846" y="2525759"/>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3">
              <a:lumMod val="50000"/>
            </a:schemeClr>
          </a:solidFill>
          <a:ln w="2191" cap="flat">
            <a:noFill/>
            <a:prstDash val="solid"/>
            <a:miter/>
          </a:ln>
        </p:spPr>
        <p:txBody>
          <a:bodyPr rtlCol="0" anchor="ctr"/>
          <a:lstStyle/>
          <a:p>
            <a:endParaRPr lang="fr-FR"/>
          </a:p>
        </p:txBody>
      </p:sp>
      <p:sp>
        <p:nvSpPr>
          <p:cNvPr id="102" name="Forme libre 101">
            <a:extLst>
              <a:ext uri="{FF2B5EF4-FFF2-40B4-BE49-F238E27FC236}">
                <a16:creationId xmlns:a16="http://schemas.microsoft.com/office/drawing/2014/main" id="{2BCA7FDA-9A1E-374B-9095-1FA7D6BE6A6F}"/>
              </a:ext>
            </a:extLst>
          </p:cNvPr>
          <p:cNvSpPr>
            <a:spLocks noChangeAspect="1"/>
          </p:cNvSpPr>
          <p:nvPr/>
        </p:nvSpPr>
        <p:spPr>
          <a:xfrm>
            <a:off x="2614535" y="2580164"/>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3">
              <a:lumMod val="50000"/>
            </a:schemeClr>
          </a:solidFill>
          <a:ln w="2191" cap="flat">
            <a:noFill/>
            <a:prstDash val="solid"/>
            <a:miter/>
          </a:ln>
        </p:spPr>
        <p:txBody>
          <a:bodyPr rtlCol="0" anchor="ctr"/>
          <a:lstStyle/>
          <a:p>
            <a:endParaRPr lang="fr-FR"/>
          </a:p>
        </p:txBody>
      </p:sp>
      <p:sp>
        <p:nvSpPr>
          <p:cNvPr id="107" name="Forme libre 106">
            <a:extLst>
              <a:ext uri="{FF2B5EF4-FFF2-40B4-BE49-F238E27FC236}">
                <a16:creationId xmlns:a16="http://schemas.microsoft.com/office/drawing/2014/main" id="{EC860084-C3D6-CCA8-9F21-F75239EBF0BB}"/>
              </a:ext>
            </a:extLst>
          </p:cNvPr>
          <p:cNvSpPr>
            <a:spLocks noChangeAspect="1"/>
          </p:cNvSpPr>
          <p:nvPr/>
        </p:nvSpPr>
        <p:spPr>
          <a:xfrm>
            <a:off x="6289588" y="2885711"/>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6">
              <a:lumMod val="60000"/>
              <a:lumOff val="40000"/>
            </a:schemeClr>
          </a:solidFill>
          <a:ln w="2191" cap="flat">
            <a:noFill/>
            <a:prstDash val="solid"/>
            <a:miter/>
          </a:ln>
        </p:spPr>
        <p:txBody>
          <a:bodyPr rtlCol="0" anchor="ctr"/>
          <a:lstStyle/>
          <a:p>
            <a:endParaRPr lang="fr-FR"/>
          </a:p>
        </p:txBody>
      </p:sp>
      <p:sp>
        <p:nvSpPr>
          <p:cNvPr id="108" name="Forme libre 107">
            <a:extLst>
              <a:ext uri="{FF2B5EF4-FFF2-40B4-BE49-F238E27FC236}">
                <a16:creationId xmlns:a16="http://schemas.microsoft.com/office/drawing/2014/main" id="{0AA813C4-D800-1575-4712-223004EAFFB7}"/>
              </a:ext>
            </a:extLst>
          </p:cNvPr>
          <p:cNvSpPr>
            <a:spLocks noChangeAspect="1"/>
          </p:cNvSpPr>
          <p:nvPr/>
        </p:nvSpPr>
        <p:spPr>
          <a:xfrm>
            <a:off x="6284042" y="3117524"/>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3">
              <a:lumMod val="50000"/>
            </a:schemeClr>
          </a:solidFill>
          <a:ln w="2191" cap="flat">
            <a:noFill/>
            <a:prstDash val="solid"/>
            <a:miter/>
          </a:ln>
        </p:spPr>
        <p:txBody>
          <a:bodyPr rtlCol="0" anchor="ctr"/>
          <a:lstStyle/>
          <a:p>
            <a:endParaRPr lang="fr-FR"/>
          </a:p>
        </p:txBody>
      </p:sp>
      <p:sp>
        <p:nvSpPr>
          <p:cNvPr id="110" name="Forme libre 109">
            <a:extLst>
              <a:ext uri="{FF2B5EF4-FFF2-40B4-BE49-F238E27FC236}">
                <a16:creationId xmlns:a16="http://schemas.microsoft.com/office/drawing/2014/main" id="{191A5F90-2C51-B4A6-009F-D9A6E6742D44}"/>
              </a:ext>
            </a:extLst>
          </p:cNvPr>
          <p:cNvSpPr>
            <a:spLocks noChangeAspect="1"/>
          </p:cNvSpPr>
          <p:nvPr/>
        </p:nvSpPr>
        <p:spPr>
          <a:xfrm>
            <a:off x="2723261" y="4899935"/>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125" name="Forme libre : forme 124">
            <a:extLst>
              <a:ext uri="{FF2B5EF4-FFF2-40B4-BE49-F238E27FC236}">
                <a16:creationId xmlns:a16="http://schemas.microsoft.com/office/drawing/2014/main" id="{8D1766EE-91AC-AB33-3CCE-EFC7DD7BABED}"/>
              </a:ext>
            </a:extLst>
          </p:cNvPr>
          <p:cNvSpPr/>
          <p:nvPr/>
        </p:nvSpPr>
        <p:spPr>
          <a:xfrm>
            <a:off x="5600280" y="1422169"/>
            <a:ext cx="1508545" cy="734613"/>
          </a:xfrm>
          <a:custGeom>
            <a:avLst/>
            <a:gdLst>
              <a:gd name="connsiteX0" fmla="*/ 1524002 w 1533527"/>
              <a:gd name="connsiteY0" fmla="*/ 0 h 652537"/>
              <a:gd name="connsiteX1" fmla="*/ 2 w 1533527"/>
              <a:gd name="connsiteY1" fmla="*/ 647700 h 652537"/>
              <a:gd name="connsiteX2" fmla="*/ 1533527 w 1533527"/>
              <a:gd name="connsiteY2" fmla="*/ 285750 h 652537"/>
            </a:gdLst>
            <a:ahLst/>
            <a:cxnLst>
              <a:cxn ang="0">
                <a:pos x="connsiteX0" y="connsiteY0"/>
              </a:cxn>
              <a:cxn ang="0">
                <a:pos x="connsiteX1" y="connsiteY1"/>
              </a:cxn>
              <a:cxn ang="0">
                <a:pos x="connsiteX2" y="connsiteY2"/>
              </a:cxn>
            </a:cxnLst>
            <a:rect l="l" t="t" r="r" b="b"/>
            <a:pathLst>
              <a:path w="1533527" h="652537">
                <a:moveTo>
                  <a:pt x="1524002" y="0"/>
                </a:moveTo>
                <a:cubicBezTo>
                  <a:pt x="761208" y="300037"/>
                  <a:pt x="-1585" y="600075"/>
                  <a:pt x="2" y="647700"/>
                </a:cubicBezTo>
                <a:cubicBezTo>
                  <a:pt x="1589" y="695325"/>
                  <a:pt x="1201740" y="377825"/>
                  <a:pt x="1533527" y="285750"/>
                </a:cubicBezTo>
              </a:path>
            </a:pathLst>
          </a:custGeom>
          <a:noFill/>
          <a:ln>
            <a:solidFill>
              <a:srgbClr val="FFC5BF"/>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716" name="Arc 72715">
            <a:extLst>
              <a:ext uri="{FF2B5EF4-FFF2-40B4-BE49-F238E27FC236}">
                <a16:creationId xmlns:a16="http://schemas.microsoft.com/office/drawing/2014/main" id="{5B68735B-D383-A4FE-BE12-F3041B0E7B82}"/>
              </a:ext>
            </a:extLst>
          </p:cNvPr>
          <p:cNvSpPr/>
          <p:nvPr/>
        </p:nvSpPr>
        <p:spPr>
          <a:xfrm>
            <a:off x="5005155" y="2326813"/>
            <a:ext cx="1082109" cy="1296548"/>
          </a:xfrm>
          <a:prstGeom prst="arc">
            <a:avLst>
              <a:gd name="adj1" fmla="val 16417769"/>
              <a:gd name="adj2" fmla="val 20744552"/>
            </a:avLst>
          </a:prstGeom>
          <a:ln w="12700">
            <a:solidFill>
              <a:srgbClr val="FFC5BF"/>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cxnSp>
        <p:nvCxnSpPr>
          <p:cNvPr id="72717" name="Connecteur droit 72716">
            <a:extLst>
              <a:ext uri="{FF2B5EF4-FFF2-40B4-BE49-F238E27FC236}">
                <a16:creationId xmlns:a16="http://schemas.microsoft.com/office/drawing/2014/main" id="{82913607-9A0F-30A7-5AF3-025F90EC8F55}"/>
              </a:ext>
            </a:extLst>
          </p:cNvPr>
          <p:cNvCxnSpPr>
            <a:cxnSpLocks/>
          </p:cNvCxnSpPr>
          <p:nvPr/>
        </p:nvCxnSpPr>
        <p:spPr>
          <a:xfrm>
            <a:off x="337932" y="3891515"/>
            <a:ext cx="8793368"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0" name="Cylindre 9">
            <a:extLst>
              <a:ext uri="{FF2B5EF4-FFF2-40B4-BE49-F238E27FC236}">
                <a16:creationId xmlns:a16="http://schemas.microsoft.com/office/drawing/2014/main" id="{377C6815-34B2-E96A-21E3-59DC7DFD6A91}"/>
              </a:ext>
            </a:extLst>
          </p:cNvPr>
          <p:cNvSpPr/>
          <p:nvPr/>
        </p:nvSpPr>
        <p:spPr>
          <a:xfrm rot="5400000">
            <a:off x="4471261" y="4113460"/>
            <a:ext cx="563165" cy="2136115"/>
          </a:xfrm>
          <a:prstGeom prst="can">
            <a:avLst>
              <a:gd name="adj" fmla="val 42223"/>
            </a:avLst>
          </a:prstGeom>
          <a:solidFill>
            <a:schemeClr val="tx2">
              <a:lumMod val="40000"/>
              <a:lumOff val="6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fr-FR" sz="1200">
              <a:solidFill>
                <a:schemeClr val="tx1"/>
              </a:solidFill>
            </a:endParaRPr>
          </a:p>
        </p:txBody>
      </p:sp>
      <p:sp>
        <p:nvSpPr>
          <p:cNvPr id="20" name="Parenthèse ouvrante 19">
            <a:extLst>
              <a:ext uri="{FF2B5EF4-FFF2-40B4-BE49-F238E27FC236}">
                <a16:creationId xmlns:a16="http://schemas.microsoft.com/office/drawing/2014/main" id="{2F906440-F3A2-5768-146E-8252E719A8BD}"/>
              </a:ext>
            </a:extLst>
          </p:cNvPr>
          <p:cNvSpPr/>
          <p:nvPr/>
        </p:nvSpPr>
        <p:spPr>
          <a:xfrm rot="16200000">
            <a:off x="4611192" y="4480224"/>
            <a:ext cx="137955" cy="1635671"/>
          </a:xfrm>
          <a:prstGeom prst="leftBracket">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1" name="Triangle isocèle 20">
            <a:extLst>
              <a:ext uri="{FF2B5EF4-FFF2-40B4-BE49-F238E27FC236}">
                <a16:creationId xmlns:a16="http://schemas.microsoft.com/office/drawing/2014/main" id="{ABC3A98E-D856-1095-5A0D-5CEE56B88BA8}"/>
              </a:ext>
            </a:extLst>
          </p:cNvPr>
          <p:cNvSpPr/>
          <p:nvPr/>
        </p:nvSpPr>
        <p:spPr>
          <a:xfrm rot="5400000">
            <a:off x="3793355" y="5061313"/>
            <a:ext cx="137955" cy="129151"/>
          </a:xfrm>
          <a:prstGeom prst="triangl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isocèle 21">
            <a:extLst>
              <a:ext uri="{FF2B5EF4-FFF2-40B4-BE49-F238E27FC236}">
                <a16:creationId xmlns:a16="http://schemas.microsoft.com/office/drawing/2014/main" id="{81719681-55CA-03CC-943D-90FC7E38F795}"/>
              </a:ext>
            </a:extLst>
          </p:cNvPr>
          <p:cNvSpPr/>
          <p:nvPr/>
        </p:nvSpPr>
        <p:spPr>
          <a:xfrm rot="5400000">
            <a:off x="5430380" y="5061312"/>
            <a:ext cx="137955" cy="129151"/>
          </a:xfrm>
          <a:prstGeom prst="triangl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Forme libre 109">
            <a:extLst>
              <a:ext uri="{FF2B5EF4-FFF2-40B4-BE49-F238E27FC236}">
                <a16:creationId xmlns:a16="http://schemas.microsoft.com/office/drawing/2014/main" id="{CC17E5CB-98E4-A18F-AB3E-307963DDB84A}"/>
              </a:ext>
            </a:extLst>
          </p:cNvPr>
          <p:cNvSpPr>
            <a:spLocks noChangeAspect="1"/>
          </p:cNvSpPr>
          <p:nvPr/>
        </p:nvSpPr>
        <p:spPr>
          <a:xfrm rot="16200000">
            <a:off x="5135759" y="5035774"/>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25" name="Forme libre 109">
            <a:extLst>
              <a:ext uri="{FF2B5EF4-FFF2-40B4-BE49-F238E27FC236}">
                <a16:creationId xmlns:a16="http://schemas.microsoft.com/office/drawing/2014/main" id="{AA227BBF-D06E-24DE-F53C-70CBFCBC27F5}"/>
              </a:ext>
            </a:extLst>
          </p:cNvPr>
          <p:cNvSpPr>
            <a:spLocks noChangeAspect="1"/>
          </p:cNvSpPr>
          <p:nvPr/>
        </p:nvSpPr>
        <p:spPr>
          <a:xfrm>
            <a:off x="6454228" y="4887479"/>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26" name="Forme libre 109">
            <a:extLst>
              <a:ext uri="{FF2B5EF4-FFF2-40B4-BE49-F238E27FC236}">
                <a16:creationId xmlns:a16="http://schemas.microsoft.com/office/drawing/2014/main" id="{C95309FB-73DE-A5A6-2D2F-1D1424F4CF73}"/>
              </a:ext>
            </a:extLst>
          </p:cNvPr>
          <p:cNvSpPr>
            <a:spLocks noChangeAspect="1"/>
          </p:cNvSpPr>
          <p:nvPr/>
        </p:nvSpPr>
        <p:spPr>
          <a:xfrm>
            <a:off x="7906395" y="5578428"/>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3" name="Ellipse 2">
            <a:extLst>
              <a:ext uri="{FF2B5EF4-FFF2-40B4-BE49-F238E27FC236}">
                <a16:creationId xmlns:a16="http://schemas.microsoft.com/office/drawing/2014/main" id="{4F6F050E-DE52-430E-4CAB-1A9FB4BB7A1C}"/>
              </a:ext>
            </a:extLst>
          </p:cNvPr>
          <p:cNvSpPr/>
          <p:nvPr/>
        </p:nvSpPr>
        <p:spPr>
          <a:xfrm>
            <a:off x="5755356" y="1505710"/>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4" name="Ellipse 3">
            <a:extLst>
              <a:ext uri="{FF2B5EF4-FFF2-40B4-BE49-F238E27FC236}">
                <a16:creationId xmlns:a16="http://schemas.microsoft.com/office/drawing/2014/main" id="{829E39D2-9841-113C-01D2-8A48FFB3603F}"/>
              </a:ext>
            </a:extLst>
          </p:cNvPr>
          <p:cNvSpPr/>
          <p:nvPr/>
        </p:nvSpPr>
        <p:spPr>
          <a:xfrm>
            <a:off x="2997007" y="1419883"/>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6" name="Ellipse 5">
            <a:extLst>
              <a:ext uri="{FF2B5EF4-FFF2-40B4-BE49-F238E27FC236}">
                <a16:creationId xmlns:a16="http://schemas.microsoft.com/office/drawing/2014/main" id="{B2AA6AA9-A1F3-3BDD-2771-31747DB03312}"/>
              </a:ext>
            </a:extLst>
          </p:cNvPr>
          <p:cNvSpPr/>
          <p:nvPr/>
        </p:nvSpPr>
        <p:spPr>
          <a:xfrm>
            <a:off x="5393521" y="2812032"/>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7" name="Ellipse 6">
            <a:extLst>
              <a:ext uri="{FF2B5EF4-FFF2-40B4-BE49-F238E27FC236}">
                <a16:creationId xmlns:a16="http://schemas.microsoft.com/office/drawing/2014/main" id="{3D18CFAD-0DEA-1CEF-9B3F-E4ABAA85AE59}"/>
              </a:ext>
            </a:extLst>
          </p:cNvPr>
          <p:cNvSpPr/>
          <p:nvPr/>
        </p:nvSpPr>
        <p:spPr>
          <a:xfrm>
            <a:off x="5982217" y="4555502"/>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8" name="Ellipse 7">
            <a:extLst>
              <a:ext uri="{FF2B5EF4-FFF2-40B4-BE49-F238E27FC236}">
                <a16:creationId xmlns:a16="http://schemas.microsoft.com/office/drawing/2014/main" id="{28AC9AA0-5775-9FA7-38DD-93192D7E3776}"/>
              </a:ext>
            </a:extLst>
          </p:cNvPr>
          <p:cNvSpPr/>
          <p:nvPr/>
        </p:nvSpPr>
        <p:spPr>
          <a:xfrm>
            <a:off x="3268347" y="4578640"/>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13" name="Ellipse 12">
            <a:extLst>
              <a:ext uri="{FF2B5EF4-FFF2-40B4-BE49-F238E27FC236}">
                <a16:creationId xmlns:a16="http://schemas.microsoft.com/office/drawing/2014/main" id="{79E4DD2E-2877-FE9B-EA4E-0C7FB7CC345E}"/>
              </a:ext>
            </a:extLst>
          </p:cNvPr>
          <p:cNvSpPr/>
          <p:nvPr/>
        </p:nvSpPr>
        <p:spPr>
          <a:xfrm>
            <a:off x="7035450" y="5641082"/>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16" name="Ellipse 15">
            <a:extLst>
              <a:ext uri="{FF2B5EF4-FFF2-40B4-BE49-F238E27FC236}">
                <a16:creationId xmlns:a16="http://schemas.microsoft.com/office/drawing/2014/main" id="{59D95CC0-F4A3-929E-3D1B-F60F5F748079}"/>
              </a:ext>
            </a:extLst>
          </p:cNvPr>
          <p:cNvSpPr/>
          <p:nvPr/>
        </p:nvSpPr>
        <p:spPr>
          <a:xfrm>
            <a:off x="3413440" y="5589278"/>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4</a:t>
            </a:r>
          </a:p>
        </p:txBody>
      </p:sp>
    </p:spTree>
    <p:extLst>
      <p:ext uri="{BB962C8B-B14F-4D97-AF65-F5344CB8AC3E}">
        <p14:creationId xmlns:p14="http://schemas.microsoft.com/office/powerpoint/2010/main" val="42346334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27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par>
                                <p:cTn id="59" presetID="42" presetClass="path" presetSubtype="0" accel="50000" decel="50000" fill="hold" grpId="1" nodeType="withEffect">
                                  <p:stCondLst>
                                    <p:cond delay="0"/>
                                  </p:stCondLst>
                                  <p:childTnLst>
                                    <p:animMotion origin="layout" path="M -0.0767 -0.00139 L 3.95833E-6 3.7037E-7 " pathEditMode="relative" rAng="0" ptsTypes="AA">
                                      <p:cBhvr>
                                        <p:cTn id="60" dur="2000" fill="hold"/>
                                        <p:tgtEl>
                                          <p:spTgt spid="24"/>
                                        </p:tgtEl>
                                        <p:attrNameLst>
                                          <p:attrName>ppt_x</p:attrName>
                                          <p:attrName>ppt_y</p:attrName>
                                        </p:attrNameLst>
                                      </p:cBhvr>
                                      <p:rCtr x="3828" y="69"/>
                                    </p:animMotion>
                                  </p:childTnLst>
                                </p:cTn>
                              </p:par>
                              <p:par>
                                <p:cTn id="61" presetID="1" presetClass="exit" presetSubtype="0" fill="hold" grpId="1" nodeType="withEffect">
                                  <p:stCondLst>
                                    <p:cond delay="0"/>
                                  </p:stCondLst>
                                  <p:childTnLst>
                                    <p:set>
                                      <p:cBhvr>
                                        <p:cTn id="62" dur="1" fill="hold">
                                          <p:stCondLst>
                                            <p:cond delay="0"/>
                                          </p:stCondLst>
                                        </p:cTn>
                                        <p:tgtEl>
                                          <p:spTgt spid="110"/>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2"/>
                                        </p:tgtEl>
                                        <p:attrNameLst>
                                          <p:attrName>style.visibility</p:attrName>
                                        </p:attrNameLst>
                                      </p:cBhvr>
                                      <p:to>
                                        <p:strVal val="visible"/>
                                      </p:to>
                                    </p:set>
                                  </p:childTnLst>
                                </p:cTn>
                              </p:par>
                              <p:par>
                                <p:cTn id="77" presetID="1" presetClass="exit" presetSubtype="0" fill="hold" grpId="1" nodeType="withEffect">
                                  <p:stCondLst>
                                    <p:cond delay="0"/>
                                  </p:stCondLst>
                                  <p:childTnLst>
                                    <p:set>
                                      <p:cBhvr>
                                        <p:cTn id="78" dur="1" fill="hold">
                                          <p:stCondLst>
                                            <p:cond delay="0"/>
                                          </p:stCondLst>
                                        </p:cTn>
                                        <p:tgtEl>
                                          <p:spTgt spid="25"/>
                                        </p:tgtEl>
                                        <p:attrNameLst>
                                          <p:attrName>style.visibility</p:attrName>
                                        </p:attrNameLst>
                                      </p:cBhvr>
                                      <p:to>
                                        <p:strVal val="hidden"/>
                                      </p:to>
                                    </p:set>
                                  </p:childTnLst>
                                </p:cTn>
                              </p:par>
                              <p:par>
                                <p:cTn id="79" presetID="1"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6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63"/>
                                        </p:tgtEl>
                                        <p:attrNameLst>
                                          <p:attrName>style.visibility</p:attrName>
                                        </p:attrNameLst>
                                      </p:cBhvr>
                                      <p:to>
                                        <p:strVal val="visible"/>
                                      </p:to>
                                    </p:set>
                                  </p:childTnLst>
                                </p:cTn>
                              </p:par>
                              <p:par>
                                <p:cTn id="89" presetID="1" presetClass="exit" presetSubtype="0" fill="hold" grpId="2" nodeType="withEffect">
                                  <p:stCondLst>
                                    <p:cond delay="0"/>
                                  </p:stCondLst>
                                  <p:childTnLst>
                                    <p:set>
                                      <p:cBhvr>
                                        <p:cTn id="90" dur="1" fill="hold">
                                          <p:stCondLst>
                                            <p:cond delay="0"/>
                                          </p:stCondLst>
                                        </p:cTn>
                                        <p:tgtEl>
                                          <p:spTgt spid="24"/>
                                        </p:tgtEl>
                                        <p:attrNameLst>
                                          <p:attrName>style.visibility</p:attrName>
                                        </p:attrNameLst>
                                      </p:cBhvr>
                                      <p:to>
                                        <p:strVal val="hidden"/>
                                      </p:to>
                                    </p:set>
                                  </p:childTnLst>
                                </p:cTn>
                              </p:par>
                              <p:par>
                                <p:cTn id="91" presetID="1" presetClass="entr" presetSubtype="0" fill="hold" grpId="0" nodeType="withEffect">
                                  <p:stCondLst>
                                    <p:cond delay="0"/>
                                  </p:stCondLst>
                                  <p:childTnLst>
                                    <p:set>
                                      <p:cBhvr>
                                        <p:cTn id="92" dur="1" fill="hold">
                                          <p:stCondLst>
                                            <p:cond delay="0"/>
                                          </p:stCondLst>
                                        </p:cTn>
                                        <p:tgtEl>
                                          <p:spTgt spid="1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5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58" grpId="0"/>
      <p:bldP spid="59" grpId="0"/>
      <p:bldP spid="62" grpId="0"/>
      <p:bldP spid="64" grpId="0"/>
      <p:bldP spid="18" grpId="0"/>
      <p:bldP spid="9" grpId="0" animBg="1"/>
      <p:bldP spid="94" grpId="0" animBg="1"/>
      <p:bldP spid="95" grpId="0" animBg="1"/>
      <p:bldP spid="100" grpId="0" animBg="1"/>
      <p:bldP spid="102" grpId="0" animBg="1"/>
      <p:bldP spid="107" grpId="0" animBg="1"/>
      <p:bldP spid="108" grpId="0" animBg="1"/>
      <p:bldP spid="110" grpId="0" animBg="1"/>
      <p:bldP spid="110" grpId="1" animBg="1"/>
      <p:bldP spid="125" grpId="0" animBg="1"/>
      <p:bldP spid="72716" grpId="0" animBg="1"/>
      <p:bldP spid="24" grpId="0" animBg="1"/>
      <p:bldP spid="24" grpId="1" animBg="1"/>
      <p:bldP spid="24" grpId="2" animBg="1"/>
      <p:bldP spid="25" grpId="0" animBg="1"/>
      <p:bldP spid="25" grpId="1" animBg="1"/>
      <p:bldP spid="26" grpId="0" animBg="1"/>
      <p:bldP spid="3" grpId="0" animBg="1"/>
      <p:bldP spid="4" grpId="0" animBg="1"/>
      <p:bldP spid="6" grpId="0" animBg="1"/>
      <p:bldP spid="7" grpId="0" animBg="1"/>
      <p:bldP spid="8" grpId="0" animBg="1"/>
      <p:bldP spid="13" grpId="0" animBg="1"/>
      <p:bldP spid="16"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Cylindre 98">
            <a:extLst>
              <a:ext uri="{FF2B5EF4-FFF2-40B4-BE49-F238E27FC236}">
                <a16:creationId xmlns:a16="http://schemas.microsoft.com/office/drawing/2014/main" id="{A1A5FA94-4C63-4822-8492-7F5B419C8955}"/>
              </a:ext>
            </a:extLst>
          </p:cNvPr>
          <p:cNvSpPr/>
          <p:nvPr/>
        </p:nvSpPr>
        <p:spPr>
          <a:xfrm rot="5400000">
            <a:off x="4315620" y="1101334"/>
            <a:ext cx="457691" cy="2136115"/>
          </a:xfrm>
          <a:prstGeom prst="can">
            <a:avLst>
              <a:gd name="adj" fmla="val 42223"/>
            </a:avLst>
          </a:prstGeom>
          <a:solidFill>
            <a:schemeClr val="tx2">
              <a:lumMod val="40000"/>
              <a:lumOff val="6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fr-FR" sz="1200">
                <a:solidFill>
                  <a:schemeClr val="tx1"/>
                </a:solidFill>
              </a:rPr>
              <a:t>Transport &amp; Distribution</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PATTERNS </a:t>
            </a:r>
            <a:r>
              <a:rPr lang="fr-FR" err="1"/>
              <a:t>D’éCHANGE</a:t>
            </a:r>
            <a:endParaRPr lang="fr-FR"/>
          </a:p>
        </p:txBody>
      </p:sp>
      <p:sp>
        <p:nvSpPr>
          <p:cNvPr id="39" name="ZoneTexte 38">
            <a:extLst>
              <a:ext uri="{FF2B5EF4-FFF2-40B4-BE49-F238E27FC236}">
                <a16:creationId xmlns:a16="http://schemas.microsoft.com/office/drawing/2014/main" id="{3FFE355D-8356-DA53-2532-09AE50CAE8D7}"/>
              </a:ext>
            </a:extLst>
          </p:cNvPr>
          <p:cNvSpPr txBox="1"/>
          <p:nvPr>
            <p:custDataLst>
              <p:tags r:id="rId1"/>
            </p:custDataLst>
          </p:nvPr>
        </p:nvSpPr>
        <p:spPr>
          <a:xfrm>
            <a:off x="3164070" y="4119209"/>
            <a:ext cx="2736304" cy="261610"/>
          </a:xfrm>
          <a:prstGeom prst="rect">
            <a:avLst/>
          </a:prstGeom>
          <a:noFill/>
        </p:spPr>
        <p:txBody>
          <a:bodyPr wrap="square" rtlCol="0">
            <a:spAutoFit/>
          </a:bodyPr>
          <a:lstStyle/>
          <a:p>
            <a:pPr algn="ctr"/>
            <a:r>
              <a:rPr lang="fr-FR" sz="1100" b="1" spc="300"/>
              <a:t>AT LEAST ONCE</a:t>
            </a:r>
          </a:p>
        </p:txBody>
      </p:sp>
      <p:sp>
        <p:nvSpPr>
          <p:cNvPr id="45" name="ZoneTexte 44">
            <a:extLst>
              <a:ext uri="{FF2B5EF4-FFF2-40B4-BE49-F238E27FC236}">
                <a16:creationId xmlns:a16="http://schemas.microsoft.com/office/drawing/2014/main" id="{368EB0E5-8208-9D8A-ABBD-6EB87F66B4ED}"/>
              </a:ext>
            </a:extLst>
          </p:cNvPr>
          <p:cNvSpPr txBox="1"/>
          <p:nvPr>
            <p:custDataLst>
              <p:tags r:id="rId2"/>
            </p:custDataLst>
          </p:nvPr>
        </p:nvSpPr>
        <p:spPr>
          <a:xfrm>
            <a:off x="515075" y="3193933"/>
            <a:ext cx="2898290" cy="553998"/>
          </a:xfrm>
          <a:prstGeom prst="rect">
            <a:avLst/>
          </a:prstGeom>
          <a:noFill/>
        </p:spPr>
        <p:txBody>
          <a:bodyPr wrap="square" rtlCol="0">
            <a:spAutoFit/>
          </a:bodyPr>
          <a:lstStyle/>
          <a:p>
            <a:pPr algn="ctr">
              <a:buClr>
                <a:schemeClr val="accent3"/>
              </a:buClr>
            </a:pPr>
            <a:r>
              <a:rPr lang="fr-FR" sz="1600">
                <a:solidFill>
                  <a:schemeClr val="accent3"/>
                </a:solidFill>
              </a:rPr>
              <a:t>Gain de performance</a:t>
            </a:r>
          </a:p>
          <a:p>
            <a:pPr algn="ctr">
              <a:buClr>
                <a:schemeClr val="accent3"/>
              </a:buClr>
            </a:pPr>
            <a:r>
              <a:rPr lang="fr-FR" sz="1400">
                <a:solidFill>
                  <a:schemeClr val="accent3"/>
                </a:solidFill>
              </a:rPr>
              <a:t>(Aucun système d’acquittement)</a:t>
            </a:r>
          </a:p>
        </p:txBody>
      </p:sp>
      <p:sp>
        <p:nvSpPr>
          <p:cNvPr id="46" name="ZoneTexte 45">
            <a:extLst>
              <a:ext uri="{FF2B5EF4-FFF2-40B4-BE49-F238E27FC236}">
                <a16:creationId xmlns:a16="http://schemas.microsoft.com/office/drawing/2014/main" id="{2E873FEA-4F25-86A9-5DA5-7BE3109858AC}"/>
              </a:ext>
            </a:extLst>
          </p:cNvPr>
          <p:cNvSpPr txBox="1"/>
          <p:nvPr>
            <p:custDataLst>
              <p:tags r:id="rId3"/>
            </p:custDataLst>
          </p:nvPr>
        </p:nvSpPr>
        <p:spPr>
          <a:xfrm>
            <a:off x="3287042" y="3167952"/>
            <a:ext cx="2715558" cy="584775"/>
          </a:xfrm>
          <a:prstGeom prst="rect">
            <a:avLst/>
          </a:prstGeom>
          <a:noFill/>
        </p:spPr>
        <p:txBody>
          <a:bodyPr wrap="square" rtlCol="0">
            <a:spAutoFit/>
          </a:bodyPr>
          <a:lstStyle/>
          <a:p>
            <a:pPr algn="ctr"/>
            <a:r>
              <a:rPr lang="fr-FR" sz="1600">
                <a:solidFill>
                  <a:schemeClr val="accent1"/>
                </a:solidFill>
              </a:rPr>
              <a:t>Ne </a:t>
            </a:r>
            <a:r>
              <a:rPr lang="fr-FR" sz="1600">
                <a:solidFill>
                  <a:srgbClr val="FF6F5F"/>
                </a:solidFill>
              </a:rPr>
              <a:t>garantit</a:t>
            </a:r>
            <a:r>
              <a:rPr lang="fr-FR" sz="1600">
                <a:solidFill>
                  <a:schemeClr val="accent1"/>
                </a:solidFill>
              </a:rPr>
              <a:t> pas le traitement du message</a:t>
            </a:r>
          </a:p>
        </p:txBody>
      </p:sp>
      <p:sp>
        <p:nvSpPr>
          <p:cNvPr id="58" name="ZoneTexte 57">
            <a:extLst>
              <a:ext uri="{FF2B5EF4-FFF2-40B4-BE49-F238E27FC236}">
                <a16:creationId xmlns:a16="http://schemas.microsoft.com/office/drawing/2014/main" id="{A6C8A100-997A-838C-8FB3-0132336CB158}"/>
              </a:ext>
            </a:extLst>
          </p:cNvPr>
          <p:cNvSpPr txBox="1"/>
          <p:nvPr>
            <p:custDataLst>
              <p:tags r:id="rId4"/>
            </p:custDataLst>
          </p:nvPr>
        </p:nvSpPr>
        <p:spPr>
          <a:xfrm>
            <a:off x="1381218" y="5911272"/>
            <a:ext cx="2568484" cy="584775"/>
          </a:xfrm>
          <a:prstGeom prst="rect">
            <a:avLst/>
          </a:prstGeom>
          <a:noFill/>
        </p:spPr>
        <p:txBody>
          <a:bodyPr wrap="square" rtlCol="0">
            <a:spAutoFit/>
          </a:bodyPr>
          <a:lstStyle/>
          <a:p>
            <a:pPr algn="ctr">
              <a:buClr>
                <a:schemeClr val="accent3"/>
              </a:buClr>
            </a:pPr>
            <a:r>
              <a:rPr lang="fr-FR" sz="1600">
                <a:solidFill>
                  <a:schemeClr val="accent3"/>
                </a:solidFill>
              </a:rPr>
              <a:t>Assure la consommation du message</a:t>
            </a:r>
            <a:endParaRPr lang="fr-FR" sz="1600"/>
          </a:p>
        </p:txBody>
      </p:sp>
      <p:sp>
        <p:nvSpPr>
          <p:cNvPr id="36" name="Rectangle 35">
            <a:extLst>
              <a:ext uri="{FF2B5EF4-FFF2-40B4-BE49-F238E27FC236}">
                <a16:creationId xmlns:a16="http://schemas.microsoft.com/office/drawing/2014/main" id="{CCC37AF5-06DB-72AE-FE23-DAB4CEE21916}"/>
              </a:ext>
            </a:extLst>
          </p:cNvPr>
          <p:cNvSpPr/>
          <p:nvPr>
            <p:custDataLst>
              <p:tags r:id="rId5"/>
            </p:custDataLst>
          </p:nvPr>
        </p:nvSpPr>
        <p:spPr>
          <a:xfrm>
            <a:off x="761317" y="4891806"/>
            <a:ext cx="1327545" cy="579422"/>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200"/>
              <a:t>Producteur</a:t>
            </a:r>
            <a:endParaRPr lang="fr-FR" sz="1600"/>
          </a:p>
        </p:txBody>
      </p:sp>
      <p:sp>
        <p:nvSpPr>
          <p:cNvPr id="37" name="Rectangle 36">
            <a:extLst>
              <a:ext uri="{FF2B5EF4-FFF2-40B4-BE49-F238E27FC236}">
                <a16:creationId xmlns:a16="http://schemas.microsoft.com/office/drawing/2014/main" id="{F45A7F5F-6286-EF81-5874-299EFABD9693}"/>
              </a:ext>
            </a:extLst>
          </p:cNvPr>
          <p:cNvSpPr/>
          <p:nvPr>
            <p:custDataLst>
              <p:tags r:id="rId6"/>
            </p:custDataLst>
          </p:nvPr>
        </p:nvSpPr>
        <p:spPr>
          <a:xfrm>
            <a:off x="7411712" y="4891806"/>
            <a:ext cx="1327545" cy="579422"/>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200"/>
              <a:t>Consommateur</a:t>
            </a:r>
            <a:endParaRPr lang="fr-FR" sz="1600"/>
          </a:p>
        </p:txBody>
      </p:sp>
      <p:cxnSp>
        <p:nvCxnSpPr>
          <p:cNvPr id="47" name="Connecteur droit avec flèche 46">
            <a:extLst>
              <a:ext uri="{FF2B5EF4-FFF2-40B4-BE49-F238E27FC236}">
                <a16:creationId xmlns:a16="http://schemas.microsoft.com/office/drawing/2014/main" id="{97E74201-8E2E-3657-BAAE-BBCC500991EB}"/>
              </a:ext>
            </a:extLst>
          </p:cNvPr>
          <p:cNvCxnSpPr>
            <a:cxnSpLocks/>
          </p:cNvCxnSpPr>
          <p:nvPr>
            <p:custDataLst>
              <p:tags r:id="rId7"/>
            </p:custDataLst>
          </p:nvPr>
        </p:nvCxnSpPr>
        <p:spPr>
          <a:xfrm>
            <a:off x="2088862" y="5181517"/>
            <a:ext cx="1602192" cy="0"/>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cxnSp>
        <p:nvCxnSpPr>
          <p:cNvPr id="56" name="Connecteur droit avec flèche 55">
            <a:extLst>
              <a:ext uri="{FF2B5EF4-FFF2-40B4-BE49-F238E27FC236}">
                <a16:creationId xmlns:a16="http://schemas.microsoft.com/office/drawing/2014/main" id="{BF1FC4F4-E777-649D-197C-59B62F75BC9F}"/>
              </a:ext>
            </a:extLst>
          </p:cNvPr>
          <p:cNvCxnSpPr>
            <a:cxnSpLocks/>
          </p:cNvCxnSpPr>
          <p:nvPr>
            <p:custDataLst>
              <p:tags r:id="rId8"/>
            </p:custDataLst>
          </p:nvPr>
        </p:nvCxnSpPr>
        <p:spPr>
          <a:xfrm>
            <a:off x="5820937" y="5181517"/>
            <a:ext cx="1590775" cy="0"/>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cxnSp>
        <p:nvCxnSpPr>
          <p:cNvPr id="61" name="Connecteur droit avec flèche 60">
            <a:extLst>
              <a:ext uri="{FF2B5EF4-FFF2-40B4-BE49-F238E27FC236}">
                <a16:creationId xmlns:a16="http://schemas.microsoft.com/office/drawing/2014/main" id="{F0CD2966-FA4C-00FE-B6F2-45BCF0D20A7A}"/>
              </a:ext>
            </a:extLst>
          </p:cNvPr>
          <p:cNvCxnSpPr>
            <a:cxnSpLocks/>
          </p:cNvCxnSpPr>
          <p:nvPr>
            <p:custDataLst>
              <p:tags r:id="rId9"/>
            </p:custDataLst>
          </p:nvPr>
        </p:nvCxnSpPr>
        <p:spPr>
          <a:xfrm>
            <a:off x="5820937" y="5352289"/>
            <a:ext cx="1563020" cy="0"/>
          </a:xfrm>
          <a:prstGeom prst="straightConnector1">
            <a:avLst/>
          </a:prstGeom>
          <a:ln>
            <a:solidFill>
              <a:schemeClr val="tx2"/>
            </a:solidFill>
            <a:headEnd type="arrow" w="med" len="med"/>
            <a:tailEnd type="none" w="med" len="med"/>
          </a:ln>
        </p:spPr>
        <p:style>
          <a:lnRef idx="1">
            <a:schemeClr val="accent3"/>
          </a:lnRef>
          <a:fillRef idx="2">
            <a:schemeClr val="accent3"/>
          </a:fillRef>
          <a:effectRef idx="1">
            <a:schemeClr val="accent3"/>
          </a:effectRef>
          <a:fontRef idx="minor">
            <a:schemeClr val="dk1"/>
          </a:fontRef>
        </p:style>
      </p:cxnSp>
      <p:sp>
        <p:nvSpPr>
          <p:cNvPr id="62" name="ZoneTexte 61">
            <a:extLst>
              <a:ext uri="{FF2B5EF4-FFF2-40B4-BE49-F238E27FC236}">
                <a16:creationId xmlns:a16="http://schemas.microsoft.com/office/drawing/2014/main" id="{E447764E-F7E9-F63A-DDED-E6F80AF6D490}"/>
              </a:ext>
            </a:extLst>
          </p:cNvPr>
          <p:cNvSpPr txBox="1"/>
          <p:nvPr>
            <p:custDataLst>
              <p:tags r:id="rId10"/>
            </p:custDataLst>
          </p:nvPr>
        </p:nvSpPr>
        <p:spPr>
          <a:xfrm>
            <a:off x="6248451" y="5336330"/>
            <a:ext cx="812574" cy="245077"/>
          </a:xfrm>
          <a:prstGeom prst="rect">
            <a:avLst/>
          </a:prstGeom>
          <a:noFill/>
        </p:spPr>
        <p:txBody>
          <a:bodyPr wrap="none" rtlCol="0">
            <a:spAutoFit/>
          </a:bodyPr>
          <a:lstStyle/>
          <a:p>
            <a:pPr algn="ctr"/>
            <a:r>
              <a:rPr lang="fr-FR" sz="1100"/>
              <a:t>Acquittement</a:t>
            </a:r>
          </a:p>
        </p:txBody>
      </p:sp>
      <p:cxnSp>
        <p:nvCxnSpPr>
          <p:cNvPr id="63" name="Connecteur droit avec flèche 62">
            <a:extLst>
              <a:ext uri="{FF2B5EF4-FFF2-40B4-BE49-F238E27FC236}">
                <a16:creationId xmlns:a16="http://schemas.microsoft.com/office/drawing/2014/main" id="{7B61F00A-547F-405F-BFA2-0DBC6872530F}"/>
              </a:ext>
            </a:extLst>
          </p:cNvPr>
          <p:cNvCxnSpPr>
            <a:cxnSpLocks/>
          </p:cNvCxnSpPr>
          <p:nvPr>
            <p:custDataLst>
              <p:tags r:id="rId11"/>
            </p:custDataLst>
          </p:nvPr>
        </p:nvCxnSpPr>
        <p:spPr>
          <a:xfrm>
            <a:off x="2088862" y="5354105"/>
            <a:ext cx="1599908" cy="0"/>
          </a:xfrm>
          <a:prstGeom prst="straightConnector1">
            <a:avLst/>
          </a:prstGeom>
          <a:ln>
            <a:solidFill>
              <a:schemeClr val="tx2"/>
            </a:solidFill>
            <a:headEnd type="arrow" w="med" len="med"/>
            <a:tailEnd type="none" w="med" len="med"/>
          </a:ln>
        </p:spPr>
        <p:style>
          <a:lnRef idx="1">
            <a:schemeClr val="accent3"/>
          </a:lnRef>
          <a:fillRef idx="2">
            <a:schemeClr val="accent3"/>
          </a:fillRef>
          <a:effectRef idx="1">
            <a:schemeClr val="accent3"/>
          </a:effectRef>
          <a:fontRef idx="minor">
            <a:schemeClr val="dk1"/>
          </a:fontRef>
        </p:style>
      </p:cxnSp>
      <p:sp>
        <p:nvSpPr>
          <p:cNvPr id="64" name="ZoneTexte 63">
            <a:extLst>
              <a:ext uri="{FF2B5EF4-FFF2-40B4-BE49-F238E27FC236}">
                <a16:creationId xmlns:a16="http://schemas.microsoft.com/office/drawing/2014/main" id="{9A742BC8-0F0E-677E-C943-AE0D0A069F99}"/>
              </a:ext>
            </a:extLst>
          </p:cNvPr>
          <p:cNvSpPr txBox="1"/>
          <p:nvPr>
            <p:custDataLst>
              <p:tags r:id="rId12"/>
            </p:custDataLst>
          </p:nvPr>
        </p:nvSpPr>
        <p:spPr>
          <a:xfrm>
            <a:off x="2457977" y="5338148"/>
            <a:ext cx="812574" cy="245077"/>
          </a:xfrm>
          <a:prstGeom prst="rect">
            <a:avLst/>
          </a:prstGeom>
          <a:noFill/>
        </p:spPr>
        <p:txBody>
          <a:bodyPr wrap="none" rtlCol="0">
            <a:spAutoFit/>
          </a:bodyPr>
          <a:lstStyle/>
          <a:p>
            <a:pPr algn="ctr"/>
            <a:r>
              <a:rPr lang="fr-FR" sz="1100"/>
              <a:t>Acquittement</a:t>
            </a:r>
          </a:p>
        </p:txBody>
      </p:sp>
      <p:sp>
        <p:nvSpPr>
          <p:cNvPr id="67" name="ZoneTexte 66">
            <a:extLst>
              <a:ext uri="{FF2B5EF4-FFF2-40B4-BE49-F238E27FC236}">
                <a16:creationId xmlns:a16="http://schemas.microsoft.com/office/drawing/2014/main" id="{2A3C1C7F-3026-80FA-7F3B-CE7916B48A7B}"/>
              </a:ext>
            </a:extLst>
          </p:cNvPr>
          <p:cNvSpPr txBox="1"/>
          <p:nvPr>
            <p:custDataLst>
              <p:tags r:id="rId13"/>
            </p:custDataLst>
          </p:nvPr>
        </p:nvSpPr>
        <p:spPr>
          <a:xfrm>
            <a:off x="3164070" y="1068832"/>
            <a:ext cx="2736304" cy="261610"/>
          </a:xfrm>
          <a:prstGeom prst="rect">
            <a:avLst/>
          </a:prstGeom>
          <a:noFill/>
        </p:spPr>
        <p:txBody>
          <a:bodyPr wrap="square" rtlCol="0">
            <a:spAutoFit/>
          </a:bodyPr>
          <a:lstStyle/>
          <a:p>
            <a:pPr algn="ctr"/>
            <a:r>
              <a:rPr lang="fr-FR" sz="1100" b="1" spc="300"/>
              <a:t>FIRE AND FORGET</a:t>
            </a:r>
          </a:p>
        </p:txBody>
      </p:sp>
      <p:sp>
        <p:nvSpPr>
          <p:cNvPr id="33" name="Rectangle 32">
            <a:extLst>
              <a:ext uri="{FF2B5EF4-FFF2-40B4-BE49-F238E27FC236}">
                <a16:creationId xmlns:a16="http://schemas.microsoft.com/office/drawing/2014/main" id="{360ECF85-3E90-99AC-A369-8040078EDDF4}"/>
              </a:ext>
            </a:extLst>
          </p:cNvPr>
          <p:cNvSpPr/>
          <p:nvPr>
            <p:custDataLst>
              <p:tags r:id="rId14"/>
            </p:custDataLst>
          </p:nvPr>
        </p:nvSpPr>
        <p:spPr>
          <a:xfrm>
            <a:off x="588798" y="1345237"/>
            <a:ext cx="1329818" cy="557885"/>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200"/>
              <a:t>Producteur</a:t>
            </a:r>
          </a:p>
        </p:txBody>
      </p:sp>
      <p:sp>
        <p:nvSpPr>
          <p:cNvPr id="34" name="Rectangle 33">
            <a:extLst>
              <a:ext uri="{FF2B5EF4-FFF2-40B4-BE49-F238E27FC236}">
                <a16:creationId xmlns:a16="http://schemas.microsoft.com/office/drawing/2014/main" id="{F1B0D657-9A01-AFC4-99AB-F1D2975F69B3}"/>
              </a:ext>
            </a:extLst>
          </p:cNvPr>
          <p:cNvSpPr/>
          <p:nvPr>
            <p:custDataLst>
              <p:tags r:id="rId15"/>
            </p:custDataLst>
          </p:nvPr>
        </p:nvSpPr>
        <p:spPr>
          <a:xfrm>
            <a:off x="7110994" y="1345236"/>
            <a:ext cx="1329818" cy="557885"/>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200"/>
              <a:t>Consommateur</a:t>
            </a:r>
            <a:endParaRPr lang="fr-FR" sz="1600"/>
          </a:p>
        </p:txBody>
      </p:sp>
      <p:cxnSp>
        <p:nvCxnSpPr>
          <p:cNvPr id="40" name="Connecteur droit avec flèche 39">
            <a:extLst>
              <a:ext uri="{FF2B5EF4-FFF2-40B4-BE49-F238E27FC236}">
                <a16:creationId xmlns:a16="http://schemas.microsoft.com/office/drawing/2014/main" id="{613E560E-5A7D-039C-FE15-B5B719B65260}"/>
              </a:ext>
            </a:extLst>
          </p:cNvPr>
          <p:cNvCxnSpPr>
            <a:cxnSpLocks/>
            <a:stCxn id="33" idx="3"/>
            <a:endCxn id="99" idx="3"/>
          </p:cNvCxnSpPr>
          <p:nvPr>
            <p:custDataLst>
              <p:tags r:id="rId16"/>
            </p:custDataLst>
          </p:nvPr>
        </p:nvCxnSpPr>
        <p:spPr>
          <a:xfrm>
            <a:off x="1918616" y="1624180"/>
            <a:ext cx="1557792" cy="545212"/>
          </a:xfrm>
          <a:prstGeom prst="straightConnector1">
            <a:avLst/>
          </a:prstGeom>
          <a:ln w="127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sp>
        <p:nvSpPr>
          <p:cNvPr id="69" name="Rectangle 68">
            <a:extLst>
              <a:ext uri="{FF2B5EF4-FFF2-40B4-BE49-F238E27FC236}">
                <a16:creationId xmlns:a16="http://schemas.microsoft.com/office/drawing/2014/main" id="{8409C551-E226-0B64-3987-DCDE664E66A3}"/>
              </a:ext>
            </a:extLst>
          </p:cNvPr>
          <p:cNvSpPr/>
          <p:nvPr>
            <p:custDataLst>
              <p:tags r:id="rId17"/>
            </p:custDataLst>
          </p:nvPr>
        </p:nvSpPr>
        <p:spPr>
          <a:xfrm>
            <a:off x="576323" y="2355544"/>
            <a:ext cx="1329818" cy="557885"/>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200"/>
              <a:t>Producteur</a:t>
            </a:r>
            <a:endParaRPr lang="fr-FR" sz="1600"/>
          </a:p>
        </p:txBody>
      </p:sp>
      <p:sp>
        <p:nvSpPr>
          <p:cNvPr id="70" name="Rectangle 69">
            <a:extLst>
              <a:ext uri="{FF2B5EF4-FFF2-40B4-BE49-F238E27FC236}">
                <a16:creationId xmlns:a16="http://schemas.microsoft.com/office/drawing/2014/main" id="{BB59EE47-D187-0D96-7DE2-4A291DECB04D}"/>
              </a:ext>
            </a:extLst>
          </p:cNvPr>
          <p:cNvSpPr/>
          <p:nvPr>
            <p:custDataLst>
              <p:tags r:id="rId18"/>
            </p:custDataLst>
          </p:nvPr>
        </p:nvSpPr>
        <p:spPr>
          <a:xfrm>
            <a:off x="7104024" y="2358430"/>
            <a:ext cx="1329818" cy="557885"/>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200"/>
              <a:t>Consommateur</a:t>
            </a:r>
            <a:endParaRPr lang="fr-FR" sz="1600"/>
          </a:p>
        </p:txBody>
      </p:sp>
      <p:cxnSp>
        <p:nvCxnSpPr>
          <p:cNvPr id="71" name="Connecteur droit avec flèche 70">
            <a:extLst>
              <a:ext uri="{FF2B5EF4-FFF2-40B4-BE49-F238E27FC236}">
                <a16:creationId xmlns:a16="http://schemas.microsoft.com/office/drawing/2014/main" id="{DBE1B403-CCA2-ED1D-130E-645A36415292}"/>
              </a:ext>
            </a:extLst>
          </p:cNvPr>
          <p:cNvCxnSpPr>
            <a:cxnSpLocks/>
            <a:stCxn id="69" idx="3"/>
            <a:endCxn id="99" idx="3"/>
          </p:cNvCxnSpPr>
          <p:nvPr>
            <p:custDataLst>
              <p:tags r:id="rId19"/>
            </p:custDataLst>
          </p:nvPr>
        </p:nvCxnSpPr>
        <p:spPr>
          <a:xfrm flipV="1">
            <a:off x="1906141" y="2169392"/>
            <a:ext cx="1570267" cy="465095"/>
          </a:xfrm>
          <a:prstGeom prst="straightConnector1">
            <a:avLst/>
          </a:prstGeom>
          <a:ln w="127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pic>
        <p:nvPicPr>
          <p:cNvPr id="72706" name="Picture 2" descr="Trash can - Free professions and jobs icons">
            <a:extLst>
              <a:ext uri="{FF2B5EF4-FFF2-40B4-BE49-F238E27FC236}">
                <a16:creationId xmlns:a16="http://schemas.microsoft.com/office/drawing/2014/main" id="{ADEB028A-4898-5D75-D5CF-38514C99BCED}"/>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868836" y="2832125"/>
            <a:ext cx="410156" cy="457692"/>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 coins arrondis 10">
            <a:extLst>
              <a:ext uri="{FF2B5EF4-FFF2-40B4-BE49-F238E27FC236}">
                <a16:creationId xmlns:a16="http://schemas.microsoft.com/office/drawing/2014/main" id="{0F5C1A75-F26E-DC2C-8C7C-C9562A8E8701}"/>
              </a:ext>
            </a:extLst>
          </p:cNvPr>
          <p:cNvSpPr/>
          <p:nvPr/>
        </p:nvSpPr>
        <p:spPr>
          <a:xfrm>
            <a:off x="9276157" y="922713"/>
            <a:ext cx="2805340" cy="5573326"/>
          </a:xfrm>
          <a:prstGeom prst="round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2" name="Connecteur droit 11">
            <a:extLst>
              <a:ext uri="{FF2B5EF4-FFF2-40B4-BE49-F238E27FC236}">
                <a16:creationId xmlns:a16="http://schemas.microsoft.com/office/drawing/2014/main" id="{445C74D9-2E21-0479-EAD4-7683A6CE66D6}"/>
              </a:ext>
            </a:extLst>
          </p:cNvPr>
          <p:cNvCxnSpPr>
            <a:cxnSpLocks/>
          </p:cNvCxnSpPr>
          <p:nvPr/>
        </p:nvCxnSpPr>
        <p:spPr>
          <a:xfrm>
            <a:off x="9420779" y="3891515"/>
            <a:ext cx="2516097"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0696ED00-94F0-EC89-38BE-9D20998675EF}"/>
              </a:ext>
            </a:extLst>
          </p:cNvPr>
          <p:cNvSpPr txBox="1"/>
          <p:nvPr/>
        </p:nvSpPr>
        <p:spPr>
          <a:xfrm>
            <a:off x="9399638" y="1345236"/>
            <a:ext cx="2537238" cy="2554545"/>
          </a:xfrm>
          <a:prstGeom prst="rect">
            <a:avLst/>
          </a:prstGeom>
          <a:noFill/>
        </p:spPr>
        <p:txBody>
          <a:bodyPr wrap="square" rtlCol="0">
            <a:spAutoFit/>
          </a:bodyPr>
          <a:lstStyle/>
          <a:p>
            <a:pPr marL="285750" indent="-285750">
              <a:buSzPct val="100000"/>
              <a:buFont typeface="Arial" panose="020B0604020202020204" pitchFamily="34" charset="0"/>
              <a:buChar char="•"/>
            </a:pPr>
            <a:r>
              <a:rPr lang="fr-FR" sz="1600">
                <a:latin typeface="Arial" panose="020B0604020202020204" pitchFamily="34" charset="0"/>
                <a:cs typeface="Arial" panose="020B0604020202020204" pitchFamily="34" charset="0"/>
              </a:rPr>
              <a:t>Principalement utilisé pour notifier un ensemble de services sans que l’information soit primordiale.</a:t>
            </a:r>
          </a:p>
          <a:p>
            <a:pPr marL="285750" indent="-285750">
              <a:buSzPct val="100000"/>
              <a:buFont typeface="Arial" panose="020B0604020202020204" pitchFamily="34" charset="0"/>
              <a:buChar char="•"/>
            </a:pPr>
            <a:endParaRPr lang="fr-FR" sz="1600">
              <a:latin typeface="Arial" panose="020B0604020202020204" pitchFamily="34" charset="0"/>
              <a:cs typeface="Arial" panose="020B0604020202020204" pitchFamily="34" charset="0"/>
            </a:endParaRPr>
          </a:p>
          <a:p>
            <a:pPr marL="285750" indent="-285750">
              <a:buSzPct val="100000"/>
              <a:buFont typeface="Arial" panose="020B0604020202020204" pitchFamily="34" charset="0"/>
              <a:buChar char="•"/>
            </a:pPr>
            <a:r>
              <a:rPr lang="fr-FR" sz="1600">
                <a:latin typeface="Arial" panose="020B0604020202020204" pitchFamily="34" charset="0"/>
                <a:cs typeface="Arial" panose="020B0604020202020204" pitchFamily="34" charset="0"/>
              </a:rPr>
              <a:t>Fréquence importante de mise à jour des données (exemple: cours de bourse)</a:t>
            </a:r>
          </a:p>
        </p:txBody>
      </p:sp>
      <p:sp>
        <p:nvSpPr>
          <p:cNvPr id="15" name="ZoneTexte 14">
            <a:extLst>
              <a:ext uri="{FF2B5EF4-FFF2-40B4-BE49-F238E27FC236}">
                <a16:creationId xmlns:a16="http://schemas.microsoft.com/office/drawing/2014/main" id="{A549BCDE-434B-325C-6458-1A9366037EB1}"/>
              </a:ext>
            </a:extLst>
          </p:cNvPr>
          <p:cNvSpPr txBox="1"/>
          <p:nvPr/>
        </p:nvSpPr>
        <p:spPr>
          <a:xfrm>
            <a:off x="9399638" y="4136432"/>
            <a:ext cx="2632663" cy="1569660"/>
          </a:xfrm>
          <a:prstGeom prst="rect">
            <a:avLst/>
          </a:prstGeom>
          <a:noFill/>
        </p:spPr>
        <p:txBody>
          <a:bodyPr wrap="square" rtlCol="0">
            <a:spAutoFit/>
          </a:bodyPr>
          <a:lstStyle/>
          <a:p>
            <a:pPr marL="285750" indent="-285750">
              <a:buSzPct val="100000"/>
              <a:buFont typeface="Arial" panose="020B0604020202020204" pitchFamily="34" charset="0"/>
              <a:buChar char="•"/>
            </a:pPr>
            <a:r>
              <a:rPr lang="fr-FR" sz="1600" dirty="0">
                <a:latin typeface="Arial" panose="020B0604020202020204" pitchFamily="34" charset="0"/>
                <a:cs typeface="Arial" panose="020B0604020202020204" pitchFamily="34" charset="0"/>
              </a:rPr>
              <a:t>Utilisé lorsque la duplication de données ne pose pas problème. Par exemple, si chaque message possède une clé unique.</a:t>
            </a:r>
          </a:p>
        </p:txBody>
      </p:sp>
      <p:sp>
        <p:nvSpPr>
          <p:cNvPr id="18" name="ZoneTexte 17">
            <a:extLst>
              <a:ext uri="{FF2B5EF4-FFF2-40B4-BE49-F238E27FC236}">
                <a16:creationId xmlns:a16="http://schemas.microsoft.com/office/drawing/2014/main" id="{436E95A7-2FAE-5C0F-B593-F97D8ED543CE}"/>
              </a:ext>
            </a:extLst>
          </p:cNvPr>
          <p:cNvSpPr txBox="1"/>
          <p:nvPr>
            <p:custDataLst>
              <p:tags r:id="rId20"/>
            </p:custDataLst>
          </p:nvPr>
        </p:nvSpPr>
        <p:spPr>
          <a:xfrm>
            <a:off x="6308632" y="3159913"/>
            <a:ext cx="2929036" cy="584775"/>
          </a:xfrm>
          <a:prstGeom prst="rect">
            <a:avLst/>
          </a:prstGeom>
          <a:noFill/>
        </p:spPr>
        <p:txBody>
          <a:bodyPr wrap="square" rtlCol="0">
            <a:spAutoFit/>
          </a:bodyPr>
          <a:lstStyle/>
          <a:p>
            <a:pPr algn="ctr"/>
            <a:r>
              <a:rPr lang="fr-FR" sz="1600" b="1">
                <a:solidFill>
                  <a:schemeClr val="accent1"/>
                </a:solidFill>
              </a:rPr>
              <a:t>Pas de persistance</a:t>
            </a:r>
            <a:r>
              <a:rPr lang="fr-FR" sz="1600">
                <a:solidFill>
                  <a:schemeClr val="accent1"/>
                </a:solidFill>
              </a:rPr>
              <a:t>, le message non traité est perdu </a:t>
            </a:r>
          </a:p>
        </p:txBody>
      </p:sp>
      <p:sp>
        <p:nvSpPr>
          <p:cNvPr id="9" name="Forme libre 8">
            <a:extLst>
              <a:ext uri="{FF2B5EF4-FFF2-40B4-BE49-F238E27FC236}">
                <a16:creationId xmlns:a16="http://schemas.microsoft.com/office/drawing/2014/main" id="{73DD60BE-7CE9-B0CB-4273-9BA71DB0F156}"/>
              </a:ext>
            </a:extLst>
          </p:cNvPr>
          <p:cNvSpPr>
            <a:spLocks noChangeAspect="1"/>
          </p:cNvSpPr>
          <p:nvPr/>
        </p:nvSpPr>
        <p:spPr>
          <a:xfrm>
            <a:off x="2588202" y="1644618"/>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6">
              <a:lumMod val="60000"/>
              <a:lumOff val="40000"/>
            </a:schemeClr>
          </a:solidFill>
          <a:ln w="2191" cap="flat">
            <a:noFill/>
            <a:prstDash val="solid"/>
            <a:miter/>
          </a:ln>
        </p:spPr>
        <p:txBody>
          <a:bodyPr rtlCol="0" anchor="ctr"/>
          <a:lstStyle/>
          <a:p>
            <a:endParaRPr lang="fr-FR"/>
          </a:p>
        </p:txBody>
      </p:sp>
      <p:sp>
        <p:nvSpPr>
          <p:cNvPr id="94" name="Forme libre 93">
            <a:extLst>
              <a:ext uri="{FF2B5EF4-FFF2-40B4-BE49-F238E27FC236}">
                <a16:creationId xmlns:a16="http://schemas.microsoft.com/office/drawing/2014/main" id="{AD9ACD95-7B07-431F-E6C5-5DD6B4E46659}"/>
              </a:ext>
            </a:extLst>
          </p:cNvPr>
          <p:cNvSpPr>
            <a:spLocks noChangeAspect="1"/>
          </p:cNvSpPr>
          <p:nvPr/>
        </p:nvSpPr>
        <p:spPr>
          <a:xfrm>
            <a:off x="6241679" y="1958198"/>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6">
              <a:lumMod val="60000"/>
              <a:lumOff val="40000"/>
            </a:schemeClr>
          </a:solidFill>
          <a:ln w="2191" cap="flat">
            <a:noFill/>
            <a:prstDash val="solid"/>
            <a:miter/>
          </a:ln>
        </p:spPr>
        <p:txBody>
          <a:bodyPr rtlCol="0" anchor="ctr"/>
          <a:lstStyle/>
          <a:p>
            <a:endParaRPr lang="fr-FR"/>
          </a:p>
        </p:txBody>
      </p:sp>
      <p:sp>
        <p:nvSpPr>
          <p:cNvPr id="95" name="Forme libre 94">
            <a:extLst>
              <a:ext uri="{FF2B5EF4-FFF2-40B4-BE49-F238E27FC236}">
                <a16:creationId xmlns:a16="http://schemas.microsoft.com/office/drawing/2014/main" id="{E5341961-7D38-FB9F-681A-323299EBCFD8}"/>
              </a:ext>
            </a:extLst>
          </p:cNvPr>
          <p:cNvSpPr/>
          <p:nvPr/>
        </p:nvSpPr>
        <p:spPr>
          <a:xfrm rot="2351184">
            <a:off x="5694311" y="1969242"/>
            <a:ext cx="1494167" cy="829490"/>
          </a:xfrm>
          <a:custGeom>
            <a:avLst/>
            <a:gdLst>
              <a:gd name="connsiteX0" fmla="*/ 2414822 w 2824725"/>
              <a:gd name="connsiteY0" fmla="*/ 0 h 871273"/>
              <a:gd name="connsiteX1" fmla="*/ 2698 w 2824725"/>
              <a:gd name="connsiteY1" fmla="*/ 867104 h 871273"/>
              <a:gd name="connsiteX2" fmla="*/ 2824725 w 2824725"/>
              <a:gd name="connsiteY2" fmla="*/ 268014 h 871273"/>
            </a:gdLst>
            <a:ahLst/>
            <a:cxnLst>
              <a:cxn ang="0">
                <a:pos x="connsiteX0" y="connsiteY0"/>
              </a:cxn>
              <a:cxn ang="0">
                <a:pos x="connsiteX1" y="connsiteY1"/>
              </a:cxn>
              <a:cxn ang="0">
                <a:pos x="connsiteX2" y="connsiteY2"/>
              </a:cxn>
            </a:cxnLst>
            <a:rect l="l" t="t" r="r" b="b"/>
            <a:pathLst>
              <a:path w="2824725" h="871273">
                <a:moveTo>
                  <a:pt x="2414822" y="0"/>
                </a:moveTo>
                <a:cubicBezTo>
                  <a:pt x="1174601" y="411217"/>
                  <a:pt x="-65619" y="822435"/>
                  <a:pt x="2698" y="867104"/>
                </a:cubicBezTo>
                <a:cubicBezTo>
                  <a:pt x="71015" y="911773"/>
                  <a:pt x="1447870" y="589893"/>
                  <a:pt x="2824725" y="268014"/>
                </a:cubicBezTo>
              </a:path>
            </a:pathLst>
          </a:custGeom>
          <a:noFill/>
          <a:ln>
            <a:solidFill>
              <a:srgbClr val="FFC5BF"/>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Forme libre 99">
            <a:extLst>
              <a:ext uri="{FF2B5EF4-FFF2-40B4-BE49-F238E27FC236}">
                <a16:creationId xmlns:a16="http://schemas.microsoft.com/office/drawing/2014/main" id="{7062319C-FE35-9844-6BC1-DFD74951501E}"/>
              </a:ext>
            </a:extLst>
          </p:cNvPr>
          <p:cNvSpPr>
            <a:spLocks noChangeAspect="1"/>
          </p:cNvSpPr>
          <p:nvPr/>
        </p:nvSpPr>
        <p:spPr>
          <a:xfrm>
            <a:off x="6303846" y="2525759"/>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3">
              <a:lumMod val="50000"/>
            </a:schemeClr>
          </a:solidFill>
          <a:ln w="2191" cap="flat">
            <a:noFill/>
            <a:prstDash val="solid"/>
            <a:miter/>
          </a:ln>
        </p:spPr>
        <p:txBody>
          <a:bodyPr rtlCol="0" anchor="ctr"/>
          <a:lstStyle/>
          <a:p>
            <a:endParaRPr lang="fr-FR"/>
          </a:p>
        </p:txBody>
      </p:sp>
      <p:sp>
        <p:nvSpPr>
          <p:cNvPr id="102" name="Forme libre 101">
            <a:extLst>
              <a:ext uri="{FF2B5EF4-FFF2-40B4-BE49-F238E27FC236}">
                <a16:creationId xmlns:a16="http://schemas.microsoft.com/office/drawing/2014/main" id="{2BCA7FDA-9A1E-374B-9095-1FA7D6BE6A6F}"/>
              </a:ext>
            </a:extLst>
          </p:cNvPr>
          <p:cNvSpPr>
            <a:spLocks noChangeAspect="1"/>
          </p:cNvSpPr>
          <p:nvPr/>
        </p:nvSpPr>
        <p:spPr>
          <a:xfrm>
            <a:off x="2614535" y="2580164"/>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3">
              <a:lumMod val="50000"/>
            </a:schemeClr>
          </a:solidFill>
          <a:ln w="2191" cap="flat">
            <a:noFill/>
            <a:prstDash val="solid"/>
            <a:miter/>
          </a:ln>
        </p:spPr>
        <p:txBody>
          <a:bodyPr rtlCol="0" anchor="ctr"/>
          <a:lstStyle/>
          <a:p>
            <a:endParaRPr lang="fr-FR"/>
          </a:p>
        </p:txBody>
      </p:sp>
      <p:sp>
        <p:nvSpPr>
          <p:cNvPr id="107" name="Forme libre 106">
            <a:extLst>
              <a:ext uri="{FF2B5EF4-FFF2-40B4-BE49-F238E27FC236}">
                <a16:creationId xmlns:a16="http://schemas.microsoft.com/office/drawing/2014/main" id="{EC860084-C3D6-CCA8-9F21-F75239EBF0BB}"/>
              </a:ext>
            </a:extLst>
          </p:cNvPr>
          <p:cNvSpPr>
            <a:spLocks noChangeAspect="1"/>
          </p:cNvSpPr>
          <p:nvPr/>
        </p:nvSpPr>
        <p:spPr>
          <a:xfrm>
            <a:off x="6289588" y="2885711"/>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6">
              <a:lumMod val="60000"/>
              <a:lumOff val="40000"/>
            </a:schemeClr>
          </a:solidFill>
          <a:ln w="2191" cap="flat">
            <a:noFill/>
            <a:prstDash val="solid"/>
            <a:miter/>
          </a:ln>
        </p:spPr>
        <p:txBody>
          <a:bodyPr rtlCol="0" anchor="ctr"/>
          <a:lstStyle/>
          <a:p>
            <a:endParaRPr lang="fr-FR"/>
          </a:p>
        </p:txBody>
      </p:sp>
      <p:sp>
        <p:nvSpPr>
          <p:cNvPr id="108" name="Forme libre 107">
            <a:extLst>
              <a:ext uri="{FF2B5EF4-FFF2-40B4-BE49-F238E27FC236}">
                <a16:creationId xmlns:a16="http://schemas.microsoft.com/office/drawing/2014/main" id="{0AA813C4-D800-1575-4712-223004EAFFB7}"/>
              </a:ext>
            </a:extLst>
          </p:cNvPr>
          <p:cNvSpPr>
            <a:spLocks noChangeAspect="1"/>
          </p:cNvSpPr>
          <p:nvPr/>
        </p:nvSpPr>
        <p:spPr>
          <a:xfrm>
            <a:off x="6284042" y="3117524"/>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3">
              <a:lumMod val="50000"/>
            </a:schemeClr>
          </a:solidFill>
          <a:ln w="2191" cap="flat">
            <a:noFill/>
            <a:prstDash val="solid"/>
            <a:miter/>
          </a:ln>
        </p:spPr>
        <p:txBody>
          <a:bodyPr rtlCol="0" anchor="ctr"/>
          <a:lstStyle/>
          <a:p>
            <a:endParaRPr lang="fr-FR"/>
          </a:p>
        </p:txBody>
      </p:sp>
      <p:sp>
        <p:nvSpPr>
          <p:cNvPr id="110" name="Forme libre 109">
            <a:extLst>
              <a:ext uri="{FF2B5EF4-FFF2-40B4-BE49-F238E27FC236}">
                <a16:creationId xmlns:a16="http://schemas.microsoft.com/office/drawing/2014/main" id="{191A5F90-2C51-B4A6-009F-D9A6E6742D44}"/>
              </a:ext>
            </a:extLst>
          </p:cNvPr>
          <p:cNvSpPr>
            <a:spLocks noChangeAspect="1"/>
          </p:cNvSpPr>
          <p:nvPr/>
        </p:nvSpPr>
        <p:spPr>
          <a:xfrm>
            <a:off x="2723261" y="4899935"/>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125" name="Forme libre : forme 124">
            <a:extLst>
              <a:ext uri="{FF2B5EF4-FFF2-40B4-BE49-F238E27FC236}">
                <a16:creationId xmlns:a16="http://schemas.microsoft.com/office/drawing/2014/main" id="{8D1766EE-91AC-AB33-3CCE-EFC7DD7BABED}"/>
              </a:ext>
            </a:extLst>
          </p:cNvPr>
          <p:cNvSpPr/>
          <p:nvPr/>
        </p:nvSpPr>
        <p:spPr>
          <a:xfrm>
            <a:off x="5600280" y="1422169"/>
            <a:ext cx="1508545" cy="734613"/>
          </a:xfrm>
          <a:custGeom>
            <a:avLst/>
            <a:gdLst>
              <a:gd name="connsiteX0" fmla="*/ 1524002 w 1533527"/>
              <a:gd name="connsiteY0" fmla="*/ 0 h 652537"/>
              <a:gd name="connsiteX1" fmla="*/ 2 w 1533527"/>
              <a:gd name="connsiteY1" fmla="*/ 647700 h 652537"/>
              <a:gd name="connsiteX2" fmla="*/ 1533527 w 1533527"/>
              <a:gd name="connsiteY2" fmla="*/ 285750 h 652537"/>
            </a:gdLst>
            <a:ahLst/>
            <a:cxnLst>
              <a:cxn ang="0">
                <a:pos x="connsiteX0" y="connsiteY0"/>
              </a:cxn>
              <a:cxn ang="0">
                <a:pos x="connsiteX1" y="connsiteY1"/>
              </a:cxn>
              <a:cxn ang="0">
                <a:pos x="connsiteX2" y="connsiteY2"/>
              </a:cxn>
            </a:cxnLst>
            <a:rect l="l" t="t" r="r" b="b"/>
            <a:pathLst>
              <a:path w="1533527" h="652537">
                <a:moveTo>
                  <a:pt x="1524002" y="0"/>
                </a:moveTo>
                <a:cubicBezTo>
                  <a:pt x="761208" y="300037"/>
                  <a:pt x="-1585" y="600075"/>
                  <a:pt x="2" y="647700"/>
                </a:cubicBezTo>
                <a:cubicBezTo>
                  <a:pt x="1589" y="695325"/>
                  <a:pt x="1201740" y="377825"/>
                  <a:pt x="1533527" y="285750"/>
                </a:cubicBezTo>
              </a:path>
            </a:pathLst>
          </a:custGeom>
          <a:noFill/>
          <a:ln>
            <a:solidFill>
              <a:srgbClr val="FFC5BF"/>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716" name="Arc 72715">
            <a:extLst>
              <a:ext uri="{FF2B5EF4-FFF2-40B4-BE49-F238E27FC236}">
                <a16:creationId xmlns:a16="http://schemas.microsoft.com/office/drawing/2014/main" id="{5B68735B-D383-A4FE-BE12-F3041B0E7B82}"/>
              </a:ext>
            </a:extLst>
          </p:cNvPr>
          <p:cNvSpPr/>
          <p:nvPr/>
        </p:nvSpPr>
        <p:spPr>
          <a:xfrm>
            <a:off x="5005155" y="2326813"/>
            <a:ext cx="1082109" cy="1296548"/>
          </a:xfrm>
          <a:prstGeom prst="arc">
            <a:avLst>
              <a:gd name="adj1" fmla="val 16417769"/>
              <a:gd name="adj2" fmla="val 20744552"/>
            </a:avLst>
          </a:prstGeom>
          <a:ln w="12700">
            <a:solidFill>
              <a:srgbClr val="FFC5BF"/>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cxnSp>
        <p:nvCxnSpPr>
          <p:cNvPr id="72717" name="Connecteur droit 72716">
            <a:extLst>
              <a:ext uri="{FF2B5EF4-FFF2-40B4-BE49-F238E27FC236}">
                <a16:creationId xmlns:a16="http://schemas.microsoft.com/office/drawing/2014/main" id="{82913607-9A0F-30A7-5AF3-025F90EC8F55}"/>
              </a:ext>
            </a:extLst>
          </p:cNvPr>
          <p:cNvCxnSpPr>
            <a:cxnSpLocks/>
          </p:cNvCxnSpPr>
          <p:nvPr/>
        </p:nvCxnSpPr>
        <p:spPr>
          <a:xfrm>
            <a:off x="337932" y="3891515"/>
            <a:ext cx="8793368"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0" name="Cylindre 9">
            <a:extLst>
              <a:ext uri="{FF2B5EF4-FFF2-40B4-BE49-F238E27FC236}">
                <a16:creationId xmlns:a16="http://schemas.microsoft.com/office/drawing/2014/main" id="{377C6815-34B2-E96A-21E3-59DC7DFD6A91}"/>
              </a:ext>
            </a:extLst>
          </p:cNvPr>
          <p:cNvSpPr/>
          <p:nvPr/>
        </p:nvSpPr>
        <p:spPr>
          <a:xfrm rot="5400000">
            <a:off x="4471261" y="4113460"/>
            <a:ext cx="563165" cy="2136115"/>
          </a:xfrm>
          <a:prstGeom prst="can">
            <a:avLst>
              <a:gd name="adj" fmla="val 42223"/>
            </a:avLst>
          </a:prstGeom>
          <a:solidFill>
            <a:schemeClr val="tx2">
              <a:lumMod val="40000"/>
              <a:lumOff val="6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fr-FR" sz="1200">
              <a:solidFill>
                <a:schemeClr val="tx1"/>
              </a:solidFill>
            </a:endParaRPr>
          </a:p>
        </p:txBody>
      </p:sp>
      <p:sp>
        <p:nvSpPr>
          <p:cNvPr id="20" name="Parenthèse ouvrante 19">
            <a:extLst>
              <a:ext uri="{FF2B5EF4-FFF2-40B4-BE49-F238E27FC236}">
                <a16:creationId xmlns:a16="http://schemas.microsoft.com/office/drawing/2014/main" id="{2F906440-F3A2-5768-146E-8252E719A8BD}"/>
              </a:ext>
            </a:extLst>
          </p:cNvPr>
          <p:cNvSpPr/>
          <p:nvPr/>
        </p:nvSpPr>
        <p:spPr>
          <a:xfrm rot="16200000">
            <a:off x="4611192" y="4480224"/>
            <a:ext cx="137955" cy="1635671"/>
          </a:xfrm>
          <a:prstGeom prst="leftBracket">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1" name="Triangle isocèle 20">
            <a:extLst>
              <a:ext uri="{FF2B5EF4-FFF2-40B4-BE49-F238E27FC236}">
                <a16:creationId xmlns:a16="http://schemas.microsoft.com/office/drawing/2014/main" id="{ABC3A98E-D856-1095-5A0D-5CEE56B88BA8}"/>
              </a:ext>
            </a:extLst>
          </p:cNvPr>
          <p:cNvSpPr/>
          <p:nvPr/>
        </p:nvSpPr>
        <p:spPr>
          <a:xfrm rot="5400000">
            <a:off x="3793355" y="5061313"/>
            <a:ext cx="137955" cy="129151"/>
          </a:xfrm>
          <a:prstGeom prst="triangl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Triangle isocèle 21">
            <a:extLst>
              <a:ext uri="{FF2B5EF4-FFF2-40B4-BE49-F238E27FC236}">
                <a16:creationId xmlns:a16="http://schemas.microsoft.com/office/drawing/2014/main" id="{81719681-55CA-03CC-943D-90FC7E38F795}"/>
              </a:ext>
            </a:extLst>
          </p:cNvPr>
          <p:cNvSpPr/>
          <p:nvPr/>
        </p:nvSpPr>
        <p:spPr>
          <a:xfrm rot="5400000">
            <a:off x="5430380" y="5061312"/>
            <a:ext cx="137955" cy="129151"/>
          </a:xfrm>
          <a:prstGeom prst="triangl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Forme libre 109">
            <a:extLst>
              <a:ext uri="{FF2B5EF4-FFF2-40B4-BE49-F238E27FC236}">
                <a16:creationId xmlns:a16="http://schemas.microsoft.com/office/drawing/2014/main" id="{CC17E5CB-98E4-A18F-AB3E-307963DDB84A}"/>
              </a:ext>
            </a:extLst>
          </p:cNvPr>
          <p:cNvSpPr>
            <a:spLocks noChangeAspect="1"/>
          </p:cNvSpPr>
          <p:nvPr/>
        </p:nvSpPr>
        <p:spPr>
          <a:xfrm rot="16200000">
            <a:off x="5135759" y="5035774"/>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25" name="Forme libre 109">
            <a:extLst>
              <a:ext uri="{FF2B5EF4-FFF2-40B4-BE49-F238E27FC236}">
                <a16:creationId xmlns:a16="http://schemas.microsoft.com/office/drawing/2014/main" id="{AA227BBF-D06E-24DE-F53C-70CBFCBC27F5}"/>
              </a:ext>
            </a:extLst>
          </p:cNvPr>
          <p:cNvSpPr>
            <a:spLocks noChangeAspect="1"/>
          </p:cNvSpPr>
          <p:nvPr/>
        </p:nvSpPr>
        <p:spPr>
          <a:xfrm>
            <a:off x="6454228" y="4887479"/>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26" name="Forme libre 109">
            <a:extLst>
              <a:ext uri="{FF2B5EF4-FFF2-40B4-BE49-F238E27FC236}">
                <a16:creationId xmlns:a16="http://schemas.microsoft.com/office/drawing/2014/main" id="{C95309FB-73DE-A5A6-2D2F-1D1424F4CF73}"/>
              </a:ext>
            </a:extLst>
          </p:cNvPr>
          <p:cNvSpPr>
            <a:spLocks noChangeAspect="1"/>
          </p:cNvSpPr>
          <p:nvPr/>
        </p:nvSpPr>
        <p:spPr>
          <a:xfrm>
            <a:off x="7906395" y="5578428"/>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3" name="ZoneTexte 2">
            <a:extLst>
              <a:ext uri="{FF2B5EF4-FFF2-40B4-BE49-F238E27FC236}">
                <a16:creationId xmlns:a16="http://schemas.microsoft.com/office/drawing/2014/main" id="{EA2805F3-6E1C-5E26-4DE0-9B6BC9846B3E}"/>
              </a:ext>
            </a:extLst>
          </p:cNvPr>
          <p:cNvSpPr txBox="1"/>
          <p:nvPr/>
        </p:nvSpPr>
        <p:spPr>
          <a:xfrm>
            <a:off x="9966933" y="1018752"/>
            <a:ext cx="1423788" cy="338554"/>
          </a:xfrm>
          <a:prstGeom prst="rect">
            <a:avLst/>
          </a:prstGeom>
          <a:noFill/>
        </p:spPr>
        <p:txBody>
          <a:bodyPr wrap="none" rtlCol="0">
            <a:spAutoFit/>
          </a:bodyPr>
          <a:lstStyle/>
          <a:p>
            <a:pPr algn="ctr"/>
            <a:r>
              <a:rPr lang="fr-FR" sz="1600" b="1" dirty="0">
                <a:cs typeface="Arial" panose="020B0604020202020204" pitchFamily="34" charset="0"/>
              </a:rPr>
              <a:t>USE CASES </a:t>
            </a:r>
          </a:p>
        </p:txBody>
      </p:sp>
      <p:sp>
        <p:nvSpPr>
          <p:cNvPr id="4" name="ZoneTexte 3">
            <a:extLst>
              <a:ext uri="{FF2B5EF4-FFF2-40B4-BE49-F238E27FC236}">
                <a16:creationId xmlns:a16="http://schemas.microsoft.com/office/drawing/2014/main" id="{CC6D4FEC-57B4-5302-CB12-B97D7DB08433}"/>
              </a:ext>
            </a:extLst>
          </p:cNvPr>
          <p:cNvSpPr txBox="1"/>
          <p:nvPr>
            <p:custDataLst>
              <p:tags r:id="rId21"/>
            </p:custDataLst>
          </p:nvPr>
        </p:nvSpPr>
        <p:spPr>
          <a:xfrm>
            <a:off x="5164379" y="5911272"/>
            <a:ext cx="3004212" cy="584775"/>
          </a:xfrm>
          <a:prstGeom prst="rect">
            <a:avLst/>
          </a:prstGeom>
          <a:noFill/>
        </p:spPr>
        <p:txBody>
          <a:bodyPr wrap="square" rtlCol="0">
            <a:spAutoFit/>
          </a:bodyPr>
          <a:lstStyle/>
          <a:p>
            <a:pPr algn="ctr"/>
            <a:r>
              <a:rPr lang="fr-FR" sz="1600" dirty="0">
                <a:solidFill>
                  <a:schemeClr val="accent1"/>
                </a:solidFill>
              </a:rPr>
              <a:t>Un même évènement peut être consommé plusieurs fois</a:t>
            </a:r>
          </a:p>
        </p:txBody>
      </p:sp>
      <p:sp>
        <p:nvSpPr>
          <p:cNvPr id="6" name="Ellipse 5">
            <a:extLst>
              <a:ext uri="{FF2B5EF4-FFF2-40B4-BE49-F238E27FC236}">
                <a16:creationId xmlns:a16="http://schemas.microsoft.com/office/drawing/2014/main" id="{8D155BEC-DB48-CE71-CBA0-5E2A0E11D954}"/>
              </a:ext>
            </a:extLst>
          </p:cNvPr>
          <p:cNvSpPr/>
          <p:nvPr/>
        </p:nvSpPr>
        <p:spPr>
          <a:xfrm>
            <a:off x="5755356" y="1505710"/>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7" name="Ellipse 6">
            <a:extLst>
              <a:ext uri="{FF2B5EF4-FFF2-40B4-BE49-F238E27FC236}">
                <a16:creationId xmlns:a16="http://schemas.microsoft.com/office/drawing/2014/main" id="{634C8BBA-C33B-1E96-7DFC-4713C47E90C7}"/>
              </a:ext>
            </a:extLst>
          </p:cNvPr>
          <p:cNvSpPr/>
          <p:nvPr/>
        </p:nvSpPr>
        <p:spPr>
          <a:xfrm>
            <a:off x="2997007" y="1419883"/>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8" name="Ellipse 7">
            <a:extLst>
              <a:ext uri="{FF2B5EF4-FFF2-40B4-BE49-F238E27FC236}">
                <a16:creationId xmlns:a16="http://schemas.microsoft.com/office/drawing/2014/main" id="{496A33FA-085D-35E2-AD2F-C77D31A746B2}"/>
              </a:ext>
            </a:extLst>
          </p:cNvPr>
          <p:cNvSpPr/>
          <p:nvPr/>
        </p:nvSpPr>
        <p:spPr>
          <a:xfrm>
            <a:off x="5393521" y="2812032"/>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13" name="Ellipse 12">
            <a:extLst>
              <a:ext uri="{FF2B5EF4-FFF2-40B4-BE49-F238E27FC236}">
                <a16:creationId xmlns:a16="http://schemas.microsoft.com/office/drawing/2014/main" id="{50BF250A-79C3-0E4B-54A5-83C5B9F9D03B}"/>
              </a:ext>
            </a:extLst>
          </p:cNvPr>
          <p:cNvSpPr/>
          <p:nvPr/>
        </p:nvSpPr>
        <p:spPr>
          <a:xfrm>
            <a:off x="5982217" y="4555502"/>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16" name="Ellipse 15">
            <a:extLst>
              <a:ext uri="{FF2B5EF4-FFF2-40B4-BE49-F238E27FC236}">
                <a16:creationId xmlns:a16="http://schemas.microsoft.com/office/drawing/2014/main" id="{E4942064-35AC-847B-9296-58C091207C86}"/>
              </a:ext>
            </a:extLst>
          </p:cNvPr>
          <p:cNvSpPr/>
          <p:nvPr/>
        </p:nvSpPr>
        <p:spPr>
          <a:xfrm>
            <a:off x="3268347" y="4578640"/>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17" name="Ellipse 16">
            <a:extLst>
              <a:ext uri="{FF2B5EF4-FFF2-40B4-BE49-F238E27FC236}">
                <a16:creationId xmlns:a16="http://schemas.microsoft.com/office/drawing/2014/main" id="{006A5E76-27AD-72D9-1C66-891BB6F3C15F}"/>
              </a:ext>
            </a:extLst>
          </p:cNvPr>
          <p:cNvSpPr/>
          <p:nvPr/>
        </p:nvSpPr>
        <p:spPr>
          <a:xfrm>
            <a:off x="7035450" y="5641082"/>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19" name="Ellipse 18">
            <a:extLst>
              <a:ext uri="{FF2B5EF4-FFF2-40B4-BE49-F238E27FC236}">
                <a16:creationId xmlns:a16="http://schemas.microsoft.com/office/drawing/2014/main" id="{3B3FA58D-C4B8-679F-23F5-C4C4A4F9EC0C}"/>
              </a:ext>
            </a:extLst>
          </p:cNvPr>
          <p:cNvSpPr/>
          <p:nvPr/>
        </p:nvSpPr>
        <p:spPr>
          <a:xfrm>
            <a:off x="3413440" y="5589278"/>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4</a:t>
            </a:r>
          </a:p>
        </p:txBody>
      </p:sp>
    </p:spTree>
    <p:extLst>
      <p:ext uri="{BB962C8B-B14F-4D97-AF65-F5344CB8AC3E}">
        <p14:creationId xmlns:p14="http://schemas.microsoft.com/office/powerpoint/2010/main" val="27901098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 coins arrondis 32">
            <a:extLst>
              <a:ext uri="{FF2B5EF4-FFF2-40B4-BE49-F238E27FC236}">
                <a16:creationId xmlns:a16="http://schemas.microsoft.com/office/drawing/2014/main" id="{AB91C5E4-5F7D-B27E-50D0-DD1C26E47517}"/>
              </a:ext>
            </a:extLst>
          </p:cNvPr>
          <p:cNvSpPr/>
          <p:nvPr/>
        </p:nvSpPr>
        <p:spPr>
          <a:xfrm>
            <a:off x="7109486" y="4150453"/>
            <a:ext cx="1942097" cy="1676514"/>
          </a:xfrm>
          <a:prstGeom prst="roundRect">
            <a:avLst/>
          </a:prstGeom>
          <a:noFill/>
          <a:ln>
            <a:solidFill>
              <a:schemeClr val="tx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sz="1400" dirty="0">
              <a:solidFill>
                <a:schemeClr val="tx1"/>
              </a:solidFill>
            </a:endParaRPr>
          </a:p>
        </p:txBody>
      </p:sp>
      <p:sp>
        <p:nvSpPr>
          <p:cNvPr id="26" name="Rectangle : coins arrondis 25">
            <a:extLst>
              <a:ext uri="{FF2B5EF4-FFF2-40B4-BE49-F238E27FC236}">
                <a16:creationId xmlns:a16="http://schemas.microsoft.com/office/drawing/2014/main" id="{4A98362E-0DDE-E45E-EE08-0FD12DAE013A}"/>
              </a:ext>
            </a:extLst>
          </p:cNvPr>
          <p:cNvSpPr/>
          <p:nvPr/>
        </p:nvSpPr>
        <p:spPr>
          <a:xfrm>
            <a:off x="7113302" y="742950"/>
            <a:ext cx="1942097" cy="2223535"/>
          </a:xfrm>
          <a:prstGeom prst="roundRect">
            <a:avLst/>
          </a:prstGeom>
          <a:noFill/>
          <a:ln>
            <a:solidFill>
              <a:schemeClr val="tx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dirty="0">
                <a:solidFill>
                  <a:schemeClr val="tx1"/>
                </a:solidFill>
              </a:rPr>
              <a:t>Groupe de consommateur</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LES PATTERNS D’échange</a:t>
            </a:r>
          </a:p>
        </p:txBody>
      </p:sp>
      <p:sp>
        <p:nvSpPr>
          <p:cNvPr id="39" name="ZoneTexte 38">
            <a:extLst>
              <a:ext uri="{FF2B5EF4-FFF2-40B4-BE49-F238E27FC236}">
                <a16:creationId xmlns:a16="http://schemas.microsoft.com/office/drawing/2014/main" id="{3FFE355D-8356-DA53-2532-09AE50CAE8D7}"/>
              </a:ext>
            </a:extLst>
          </p:cNvPr>
          <p:cNvSpPr txBox="1"/>
          <p:nvPr>
            <p:custDataLst>
              <p:tags r:id="rId1"/>
            </p:custDataLst>
          </p:nvPr>
        </p:nvSpPr>
        <p:spPr>
          <a:xfrm>
            <a:off x="2221956" y="4077933"/>
            <a:ext cx="4847528" cy="430887"/>
          </a:xfrm>
          <a:prstGeom prst="rect">
            <a:avLst/>
          </a:prstGeom>
          <a:noFill/>
        </p:spPr>
        <p:txBody>
          <a:bodyPr wrap="square" rtlCol="0">
            <a:spAutoFit/>
          </a:bodyPr>
          <a:lstStyle/>
          <a:p>
            <a:pPr algn="ctr"/>
            <a:r>
              <a:rPr lang="fr-FR" sz="1100" b="1" spc="300"/>
              <a:t>ONCE AND ONLY ONCE IN ORDER</a:t>
            </a:r>
          </a:p>
        </p:txBody>
      </p:sp>
      <p:cxnSp>
        <p:nvCxnSpPr>
          <p:cNvPr id="4" name="Connecteur droit 3">
            <a:extLst>
              <a:ext uri="{FF2B5EF4-FFF2-40B4-BE49-F238E27FC236}">
                <a16:creationId xmlns:a16="http://schemas.microsoft.com/office/drawing/2014/main" id="{FCADF371-9B14-E455-6276-DC29A4C5491B}"/>
              </a:ext>
            </a:extLst>
          </p:cNvPr>
          <p:cNvCxnSpPr>
            <a:cxnSpLocks/>
          </p:cNvCxnSpPr>
          <p:nvPr/>
        </p:nvCxnSpPr>
        <p:spPr>
          <a:xfrm>
            <a:off x="337932" y="3891515"/>
            <a:ext cx="8793368"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67" name="ZoneTexte 66">
            <a:extLst>
              <a:ext uri="{FF2B5EF4-FFF2-40B4-BE49-F238E27FC236}">
                <a16:creationId xmlns:a16="http://schemas.microsoft.com/office/drawing/2014/main" id="{2A3C1C7F-3026-80FA-7F3B-CE7916B48A7B}"/>
              </a:ext>
            </a:extLst>
          </p:cNvPr>
          <p:cNvSpPr txBox="1"/>
          <p:nvPr>
            <p:custDataLst>
              <p:tags r:id="rId2"/>
            </p:custDataLst>
          </p:nvPr>
        </p:nvSpPr>
        <p:spPr>
          <a:xfrm>
            <a:off x="3277568" y="1082572"/>
            <a:ext cx="2736304" cy="261610"/>
          </a:xfrm>
          <a:prstGeom prst="rect">
            <a:avLst/>
          </a:prstGeom>
          <a:noFill/>
        </p:spPr>
        <p:txBody>
          <a:bodyPr wrap="square" rtlCol="0">
            <a:spAutoFit/>
          </a:bodyPr>
          <a:lstStyle/>
          <a:p>
            <a:pPr algn="ctr"/>
            <a:r>
              <a:rPr lang="fr-FR" sz="1100" b="1" spc="300"/>
              <a:t>EXACTLY ONCE</a:t>
            </a:r>
          </a:p>
        </p:txBody>
      </p:sp>
      <p:sp>
        <p:nvSpPr>
          <p:cNvPr id="74" name="ZoneTexte 73">
            <a:extLst>
              <a:ext uri="{FF2B5EF4-FFF2-40B4-BE49-F238E27FC236}">
                <a16:creationId xmlns:a16="http://schemas.microsoft.com/office/drawing/2014/main" id="{D9661D4F-B8BC-BF17-4344-AA031692BA09}"/>
              </a:ext>
            </a:extLst>
          </p:cNvPr>
          <p:cNvSpPr txBox="1"/>
          <p:nvPr>
            <p:custDataLst>
              <p:tags r:id="rId3"/>
            </p:custDataLst>
          </p:nvPr>
        </p:nvSpPr>
        <p:spPr>
          <a:xfrm>
            <a:off x="1286013" y="3063787"/>
            <a:ext cx="2873359" cy="584775"/>
          </a:xfrm>
          <a:prstGeom prst="rect">
            <a:avLst/>
          </a:prstGeom>
          <a:noFill/>
        </p:spPr>
        <p:txBody>
          <a:bodyPr wrap="square" rtlCol="0">
            <a:spAutoFit/>
          </a:bodyPr>
          <a:lstStyle>
            <a:defPPr>
              <a:defRPr lang="fr-FR"/>
            </a:defPPr>
            <a:lvl1pPr algn="ctr">
              <a:buClr>
                <a:schemeClr val="accent3"/>
              </a:buClr>
              <a:defRPr sz="1600">
                <a:solidFill>
                  <a:schemeClr val="accent3"/>
                </a:solidFill>
              </a:defRPr>
            </a:lvl1pPr>
          </a:lstStyle>
          <a:p>
            <a:r>
              <a:rPr lang="fr-FR"/>
              <a:t>Garantit le traitement unique d’un message</a:t>
            </a:r>
          </a:p>
        </p:txBody>
      </p:sp>
      <p:sp>
        <p:nvSpPr>
          <p:cNvPr id="75" name="ZoneTexte 74">
            <a:extLst>
              <a:ext uri="{FF2B5EF4-FFF2-40B4-BE49-F238E27FC236}">
                <a16:creationId xmlns:a16="http://schemas.microsoft.com/office/drawing/2014/main" id="{49991A54-9DCE-03A2-830C-02428BDDD6F6}"/>
              </a:ext>
            </a:extLst>
          </p:cNvPr>
          <p:cNvSpPr txBox="1"/>
          <p:nvPr>
            <p:custDataLst>
              <p:tags r:id="rId4"/>
            </p:custDataLst>
          </p:nvPr>
        </p:nvSpPr>
        <p:spPr>
          <a:xfrm>
            <a:off x="3933796" y="2974002"/>
            <a:ext cx="3068877" cy="830997"/>
          </a:xfrm>
          <a:prstGeom prst="rect">
            <a:avLst/>
          </a:prstGeom>
          <a:noFill/>
        </p:spPr>
        <p:txBody>
          <a:bodyPr wrap="square" rtlCol="0">
            <a:spAutoFit/>
          </a:bodyPr>
          <a:lstStyle>
            <a:defPPr>
              <a:defRPr lang="fr-FR"/>
            </a:defPPr>
            <a:lvl1pPr algn="ctr">
              <a:defRPr sz="1600">
                <a:solidFill>
                  <a:schemeClr val="accent1"/>
                </a:solidFill>
              </a:defRPr>
            </a:lvl1pPr>
          </a:lstStyle>
          <a:p>
            <a:r>
              <a:rPr lang="fr-FR" dirty="0"/>
              <a:t>Empêche la diffusion </a:t>
            </a:r>
          </a:p>
          <a:p>
            <a:r>
              <a:rPr lang="fr-FR" dirty="0"/>
              <a:t>d’un message à d’autres consommateurs</a:t>
            </a:r>
          </a:p>
        </p:txBody>
      </p:sp>
      <p:sp>
        <p:nvSpPr>
          <p:cNvPr id="66" name="Organigramme : Stockage à accès direct 65">
            <a:extLst>
              <a:ext uri="{FF2B5EF4-FFF2-40B4-BE49-F238E27FC236}">
                <a16:creationId xmlns:a16="http://schemas.microsoft.com/office/drawing/2014/main" id="{1625F3FF-7C6A-5F00-8FC9-3A9A7BCA9D37}"/>
              </a:ext>
            </a:extLst>
          </p:cNvPr>
          <p:cNvSpPr/>
          <p:nvPr>
            <p:custDataLst>
              <p:tags r:id="rId5"/>
            </p:custDataLst>
          </p:nvPr>
        </p:nvSpPr>
        <p:spPr>
          <a:xfrm>
            <a:off x="3462254" y="2262839"/>
            <a:ext cx="1941610" cy="618509"/>
          </a:xfrm>
          <a:prstGeom prst="flowChartMagneticDrum">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600"/>
          </a:p>
        </p:txBody>
      </p:sp>
      <p:sp>
        <p:nvSpPr>
          <p:cNvPr id="68" name="Rectangle 67">
            <a:extLst>
              <a:ext uri="{FF2B5EF4-FFF2-40B4-BE49-F238E27FC236}">
                <a16:creationId xmlns:a16="http://schemas.microsoft.com/office/drawing/2014/main" id="{8D64391E-D598-0657-99CF-00E8033F3F29}"/>
              </a:ext>
            </a:extLst>
          </p:cNvPr>
          <p:cNvSpPr/>
          <p:nvPr>
            <p:custDataLst>
              <p:tags r:id="rId6"/>
            </p:custDataLst>
          </p:nvPr>
        </p:nvSpPr>
        <p:spPr>
          <a:xfrm>
            <a:off x="337932" y="2262838"/>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sp>
        <p:nvSpPr>
          <p:cNvPr id="69" name="Rectangle 68">
            <a:extLst>
              <a:ext uri="{FF2B5EF4-FFF2-40B4-BE49-F238E27FC236}">
                <a16:creationId xmlns:a16="http://schemas.microsoft.com/office/drawing/2014/main" id="{18A518D7-72EC-18F5-7A79-BC239BA71970}"/>
              </a:ext>
            </a:extLst>
          </p:cNvPr>
          <p:cNvSpPr/>
          <p:nvPr>
            <p:custDataLst>
              <p:tags r:id="rId7"/>
            </p:custDataLst>
          </p:nvPr>
        </p:nvSpPr>
        <p:spPr>
          <a:xfrm>
            <a:off x="7261818" y="2262838"/>
            <a:ext cx="1645067"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Consommateur</a:t>
            </a:r>
          </a:p>
        </p:txBody>
      </p:sp>
      <p:cxnSp>
        <p:nvCxnSpPr>
          <p:cNvPr id="70" name="Connecteur droit avec flèche 69">
            <a:extLst>
              <a:ext uri="{FF2B5EF4-FFF2-40B4-BE49-F238E27FC236}">
                <a16:creationId xmlns:a16="http://schemas.microsoft.com/office/drawing/2014/main" id="{F9334F12-0488-3D7C-8BD1-9375DB7634B8}"/>
              </a:ext>
            </a:extLst>
          </p:cNvPr>
          <p:cNvCxnSpPr>
            <a:stCxn id="68" idx="3"/>
            <a:endCxn id="66" idx="1"/>
          </p:cNvCxnSpPr>
          <p:nvPr>
            <p:custDataLst>
              <p:tags r:id="rId8"/>
            </p:custDataLst>
          </p:nvPr>
        </p:nvCxnSpPr>
        <p:spPr>
          <a:xfrm>
            <a:off x="1983132" y="2572093"/>
            <a:ext cx="1479122" cy="1"/>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cxnSp>
        <p:nvCxnSpPr>
          <p:cNvPr id="72" name="Connecteur droit avec flèche 71">
            <a:extLst>
              <a:ext uri="{FF2B5EF4-FFF2-40B4-BE49-F238E27FC236}">
                <a16:creationId xmlns:a16="http://schemas.microsoft.com/office/drawing/2014/main" id="{8DAF1045-E26F-94A3-CDD0-572F4D6B85AE}"/>
              </a:ext>
            </a:extLst>
          </p:cNvPr>
          <p:cNvCxnSpPr>
            <a:cxnSpLocks/>
            <a:stCxn id="66" idx="4"/>
            <a:endCxn id="76" idx="1"/>
          </p:cNvCxnSpPr>
          <p:nvPr>
            <p:custDataLst>
              <p:tags r:id="rId9"/>
            </p:custDataLst>
          </p:nvPr>
        </p:nvCxnSpPr>
        <p:spPr>
          <a:xfrm flipV="1">
            <a:off x="5403864" y="1728687"/>
            <a:ext cx="1857954" cy="843407"/>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sp>
        <p:nvSpPr>
          <p:cNvPr id="76" name="Rectangle 75">
            <a:extLst>
              <a:ext uri="{FF2B5EF4-FFF2-40B4-BE49-F238E27FC236}">
                <a16:creationId xmlns:a16="http://schemas.microsoft.com/office/drawing/2014/main" id="{F5C9D9F5-9F51-83ED-2C5E-3FFDE1C1B0EF}"/>
              </a:ext>
            </a:extLst>
          </p:cNvPr>
          <p:cNvSpPr/>
          <p:nvPr>
            <p:custDataLst>
              <p:tags r:id="rId10"/>
            </p:custDataLst>
          </p:nvPr>
        </p:nvSpPr>
        <p:spPr>
          <a:xfrm>
            <a:off x="7261818" y="1419432"/>
            <a:ext cx="1645067"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Consommateur</a:t>
            </a:r>
          </a:p>
        </p:txBody>
      </p:sp>
      <p:cxnSp>
        <p:nvCxnSpPr>
          <p:cNvPr id="77" name="Connecteur droit avec flèche 76">
            <a:extLst>
              <a:ext uri="{FF2B5EF4-FFF2-40B4-BE49-F238E27FC236}">
                <a16:creationId xmlns:a16="http://schemas.microsoft.com/office/drawing/2014/main" id="{97EBC549-E50C-9B62-8657-2F4455F8CE67}"/>
              </a:ext>
            </a:extLst>
          </p:cNvPr>
          <p:cNvCxnSpPr>
            <a:cxnSpLocks/>
            <a:stCxn id="66" idx="4"/>
            <a:endCxn id="69" idx="1"/>
          </p:cNvCxnSpPr>
          <p:nvPr>
            <p:custDataLst>
              <p:tags r:id="rId11"/>
            </p:custDataLst>
          </p:nvPr>
        </p:nvCxnSpPr>
        <p:spPr>
          <a:xfrm flipV="1">
            <a:off x="5403864" y="2572093"/>
            <a:ext cx="1857954" cy="1"/>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sp>
        <p:nvSpPr>
          <p:cNvPr id="78" name="Multiplier 33">
            <a:extLst>
              <a:ext uri="{FF2B5EF4-FFF2-40B4-BE49-F238E27FC236}">
                <a16:creationId xmlns:a16="http://schemas.microsoft.com/office/drawing/2014/main" id="{0BE6993B-5791-DB48-1324-682C8AC226A9}"/>
              </a:ext>
            </a:extLst>
          </p:cNvPr>
          <p:cNvSpPr/>
          <p:nvPr>
            <p:custDataLst>
              <p:tags r:id="rId12"/>
            </p:custDataLst>
          </p:nvPr>
        </p:nvSpPr>
        <p:spPr>
          <a:xfrm>
            <a:off x="6440523" y="2286922"/>
            <a:ext cx="797212" cy="594426"/>
          </a:xfrm>
          <a:prstGeom prst="mathMultiply">
            <a:avLst/>
          </a:prstGeom>
          <a:solidFill>
            <a:schemeClr val="accent1">
              <a:alpha val="54902"/>
            </a:schemeClr>
          </a:solidFill>
          <a:ln>
            <a:solidFill>
              <a:schemeClr val="accent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sz="1600"/>
          </a:p>
        </p:txBody>
      </p:sp>
      <p:sp>
        <p:nvSpPr>
          <p:cNvPr id="88" name="ZoneTexte 87">
            <a:extLst>
              <a:ext uri="{FF2B5EF4-FFF2-40B4-BE49-F238E27FC236}">
                <a16:creationId xmlns:a16="http://schemas.microsoft.com/office/drawing/2014/main" id="{B6E25998-ABE6-0C9F-E0D1-16F48D8D75DA}"/>
              </a:ext>
            </a:extLst>
          </p:cNvPr>
          <p:cNvSpPr txBox="1"/>
          <p:nvPr>
            <p:custDataLst>
              <p:tags r:id="rId13"/>
            </p:custDataLst>
          </p:nvPr>
        </p:nvSpPr>
        <p:spPr>
          <a:xfrm>
            <a:off x="943694" y="5979838"/>
            <a:ext cx="2750290" cy="584775"/>
          </a:xfrm>
          <a:prstGeom prst="rect">
            <a:avLst/>
          </a:prstGeom>
          <a:noFill/>
        </p:spPr>
        <p:txBody>
          <a:bodyPr wrap="square" rtlCol="0">
            <a:spAutoFit/>
          </a:bodyPr>
          <a:lstStyle>
            <a:defPPr>
              <a:defRPr lang="fr-FR"/>
            </a:defPPr>
            <a:lvl1pPr algn="ctr">
              <a:buClr>
                <a:schemeClr val="accent3"/>
              </a:buClr>
              <a:defRPr sz="1600">
                <a:solidFill>
                  <a:schemeClr val="accent3"/>
                </a:solidFill>
              </a:defRPr>
            </a:lvl1pPr>
          </a:lstStyle>
          <a:p>
            <a:r>
              <a:rPr lang="fr-FR"/>
              <a:t>Assure de la consommation des messages dans l’ordre</a:t>
            </a:r>
          </a:p>
        </p:txBody>
      </p:sp>
      <p:sp>
        <p:nvSpPr>
          <p:cNvPr id="89" name="ZoneTexte 88">
            <a:extLst>
              <a:ext uri="{FF2B5EF4-FFF2-40B4-BE49-F238E27FC236}">
                <a16:creationId xmlns:a16="http://schemas.microsoft.com/office/drawing/2014/main" id="{7F61F8C1-6060-0B5F-63EC-CBFC1E9A4C5E}"/>
              </a:ext>
            </a:extLst>
          </p:cNvPr>
          <p:cNvSpPr txBox="1"/>
          <p:nvPr>
            <p:custDataLst>
              <p:tags r:id="rId14"/>
            </p:custDataLst>
          </p:nvPr>
        </p:nvSpPr>
        <p:spPr>
          <a:xfrm>
            <a:off x="4970568" y="5787624"/>
            <a:ext cx="4160732" cy="830997"/>
          </a:xfrm>
          <a:prstGeom prst="rect">
            <a:avLst/>
          </a:prstGeom>
          <a:noFill/>
        </p:spPr>
        <p:txBody>
          <a:bodyPr wrap="square" rtlCol="0">
            <a:spAutoFit/>
          </a:bodyPr>
          <a:lstStyle>
            <a:defPPr>
              <a:defRPr lang="fr-FR"/>
            </a:defPPr>
            <a:lvl1pPr algn="ctr">
              <a:defRPr sz="1600">
                <a:solidFill>
                  <a:schemeClr val="accent1"/>
                </a:solidFill>
              </a:defRPr>
            </a:lvl1pPr>
          </a:lstStyle>
          <a:p>
            <a:r>
              <a:rPr lang="fr-FR"/>
              <a:t>Temps de traitement fortement impactés en cas de consommateur lent ou de blocage si on est en mode acquittement</a:t>
            </a:r>
          </a:p>
        </p:txBody>
      </p:sp>
      <p:sp>
        <p:nvSpPr>
          <p:cNvPr id="81" name="Organigramme : Stockage à accès direct 80">
            <a:extLst>
              <a:ext uri="{FF2B5EF4-FFF2-40B4-BE49-F238E27FC236}">
                <a16:creationId xmlns:a16="http://schemas.microsoft.com/office/drawing/2014/main" id="{0AD31F5D-7AC6-6D32-5837-DBACDA76C95A}"/>
              </a:ext>
            </a:extLst>
          </p:cNvPr>
          <p:cNvSpPr/>
          <p:nvPr>
            <p:custDataLst>
              <p:tags r:id="rId15"/>
            </p:custDataLst>
          </p:nvPr>
        </p:nvSpPr>
        <p:spPr>
          <a:xfrm>
            <a:off x="3462254" y="5071178"/>
            <a:ext cx="1941610" cy="618509"/>
          </a:xfrm>
          <a:prstGeom prst="flowChartMagneticDrum">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600"/>
          </a:p>
        </p:txBody>
      </p:sp>
      <p:sp>
        <p:nvSpPr>
          <p:cNvPr id="82" name="Rectangle 81">
            <a:extLst>
              <a:ext uri="{FF2B5EF4-FFF2-40B4-BE49-F238E27FC236}">
                <a16:creationId xmlns:a16="http://schemas.microsoft.com/office/drawing/2014/main" id="{36FC371A-0D06-9BD4-75C4-2350BAD90032}"/>
              </a:ext>
            </a:extLst>
          </p:cNvPr>
          <p:cNvSpPr/>
          <p:nvPr>
            <p:custDataLst>
              <p:tags r:id="rId16"/>
            </p:custDataLst>
          </p:nvPr>
        </p:nvSpPr>
        <p:spPr>
          <a:xfrm>
            <a:off x="337932" y="5071177"/>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sp>
        <p:nvSpPr>
          <p:cNvPr id="83" name="Rectangle 82">
            <a:extLst>
              <a:ext uri="{FF2B5EF4-FFF2-40B4-BE49-F238E27FC236}">
                <a16:creationId xmlns:a16="http://schemas.microsoft.com/office/drawing/2014/main" id="{4159574C-0097-9CCD-4A73-793A1F7DDC2A}"/>
              </a:ext>
            </a:extLst>
          </p:cNvPr>
          <p:cNvSpPr/>
          <p:nvPr>
            <p:custDataLst>
              <p:tags r:id="rId17"/>
            </p:custDataLst>
          </p:nvPr>
        </p:nvSpPr>
        <p:spPr>
          <a:xfrm>
            <a:off x="7239106" y="4296299"/>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Consommateur</a:t>
            </a:r>
          </a:p>
        </p:txBody>
      </p:sp>
      <p:cxnSp>
        <p:nvCxnSpPr>
          <p:cNvPr id="84" name="Connecteur droit avec flèche 83">
            <a:extLst>
              <a:ext uri="{FF2B5EF4-FFF2-40B4-BE49-F238E27FC236}">
                <a16:creationId xmlns:a16="http://schemas.microsoft.com/office/drawing/2014/main" id="{503F5D39-8A3E-6E70-7585-5BFCF1C029BE}"/>
              </a:ext>
            </a:extLst>
          </p:cNvPr>
          <p:cNvCxnSpPr>
            <a:stCxn id="82" idx="3"/>
            <a:endCxn id="81" idx="1"/>
          </p:cNvCxnSpPr>
          <p:nvPr>
            <p:custDataLst>
              <p:tags r:id="rId18"/>
            </p:custDataLst>
          </p:nvPr>
        </p:nvCxnSpPr>
        <p:spPr>
          <a:xfrm>
            <a:off x="1983132" y="5380432"/>
            <a:ext cx="1479122" cy="1"/>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cxnSp>
        <p:nvCxnSpPr>
          <p:cNvPr id="86" name="Connecteur droit avec flèche 85">
            <a:extLst>
              <a:ext uri="{FF2B5EF4-FFF2-40B4-BE49-F238E27FC236}">
                <a16:creationId xmlns:a16="http://schemas.microsoft.com/office/drawing/2014/main" id="{24EDA46F-B8EA-43B4-250A-ACA93C463333}"/>
              </a:ext>
            </a:extLst>
          </p:cNvPr>
          <p:cNvCxnSpPr>
            <a:stCxn id="81" idx="4"/>
            <a:endCxn id="83" idx="1"/>
          </p:cNvCxnSpPr>
          <p:nvPr>
            <p:custDataLst>
              <p:tags r:id="rId19"/>
            </p:custDataLst>
          </p:nvPr>
        </p:nvCxnSpPr>
        <p:spPr>
          <a:xfrm flipV="1">
            <a:off x="5403864" y="4605554"/>
            <a:ext cx="1835242" cy="774879"/>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sp>
        <p:nvSpPr>
          <p:cNvPr id="92" name="Rectangle 91">
            <a:extLst>
              <a:ext uri="{FF2B5EF4-FFF2-40B4-BE49-F238E27FC236}">
                <a16:creationId xmlns:a16="http://schemas.microsoft.com/office/drawing/2014/main" id="{9C876B44-0285-805A-344C-90241ABF5CEF}"/>
              </a:ext>
            </a:extLst>
          </p:cNvPr>
          <p:cNvSpPr/>
          <p:nvPr>
            <p:custDataLst>
              <p:tags r:id="rId20"/>
            </p:custDataLst>
          </p:nvPr>
        </p:nvSpPr>
        <p:spPr>
          <a:xfrm>
            <a:off x="7239109" y="5086597"/>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Consommateur</a:t>
            </a:r>
          </a:p>
        </p:txBody>
      </p:sp>
      <p:cxnSp>
        <p:nvCxnSpPr>
          <p:cNvPr id="93" name="Connecteur droit avec flèche 92">
            <a:extLst>
              <a:ext uri="{FF2B5EF4-FFF2-40B4-BE49-F238E27FC236}">
                <a16:creationId xmlns:a16="http://schemas.microsoft.com/office/drawing/2014/main" id="{27678D57-E844-BC2A-9E6B-69CB39703FF1}"/>
              </a:ext>
            </a:extLst>
          </p:cNvPr>
          <p:cNvCxnSpPr>
            <a:stCxn id="81" idx="4"/>
            <a:endCxn id="92" idx="1"/>
          </p:cNvCxnSpPr>
          <p:nvPr>
            <p:custDataLst>
              <p:tags r:id="rId21"/>
            </p:custDataLst>
          </p:nvPr>
        </p:nvCxnSpPr>
        <p:spPr>
          <a:xfrm>
            <a:off x="5403864" y="5380433"/>
            <a:ext cx="1835245" cy="15419"/>
          </a:xfrm>
          <a:prstGeom prst="straightConnector1">
            <a:avLst/>
          </a:prstGeom>
          <a:ln w="25400">
            <a:solidFill>
              <a:schemeClr val="accent5">
                <a:lumMod val="75000"/>
              </a:schemeClr>
            </a:solidFill>
            <a:tailEnd type="arrow"/>
          </a:ln>
        </p:spPr>
        <p:style>
          <a:lnRef idx="1">
            <a:schemeClr val="accent3"/>
          </a:lnRef>
          <a:fillRef idx="2">
            <a:schemeClr val="accent3"/>
          </a:fillRef>
          <a:effectRef idx="1">
            <a:schemeClr val="accent3"/>
          </a:effectRef>
          <a:fontRef idx="minor">
            <a:schemeClr val="dk1"/>
          </a:fontRef>
        </p:style>
      </p:cxnSp>
      <p:sp>
        <p:nvSpPr>
          <p:cNvPr id="6" name="ZoneTexte 5">
            <a:extLst>
              <a:ext uri="{FF2B5EF4-FFF2-40B4-BE49-F238E27FC236}">
                <a16:creationId xmlns:a16="http://schemas.microsoft.com/office/drawing/2014/main" id="{B44174E8-088C-5596-AE0D-24A1904A1293}"/>
              </a:ext>
            </a:extLst>
          </p:cNvPr>
          <p:cNvSpPr txBox="1"/>
          <p:nvPr/>
        </p:nvSpPr>
        <p:spPr>
          <a:xfrm>
            <a:off x="10185359" y="1018752"/>
            <a:ext cx="986937" cy="338554"/>
          </a:xfrm>
          <a:prstGeom prst="rect">
            <a:avLst/>
          </a:prstGeom>
          <a:noFill/>
        </p:spPr>
        <p:txBody>
          <a:bodyPr wrap="none" rtlCol="0">
            <a:spAutoFit/>
          </a:bodyPr>
          <a:lstStyle/>
          <a:p>
            <a:pPr algn="ctr"/>
            <a:r>
              <a:rPr lang="fr-FR" sz="1600" b="1" dirty="0">
                <a:cs typeface="Arial" panose="020B0604020202020204" pitchFamily="34" charset="0"/>
              </a:rPr>
              <a:t>ETAPES</a:t>
            </a:r>
          </a:p>
        </p:txBody>
      </p:sp>
      <p:sp>
        <p:nvSpPr>
          <p:cNvPr id="7" name="Rectangle : coins arrondis 6">
            <a:extLst>
              <a:ext uri="{FF2B5EF4-FFF2-40B4-BE49-F238E27FC236}">
                <a16:creationId xmlns:a16="http://schemas.microsoft.com/office/drawing/2014/main" id="{E5703929-26FE-2E85-7749-A7ED2CCA70EB}"/>
              </a:ext>
            </a:extLst>
          </p:cNvPr>
          <p:cNvSpPr/>
          <p:nvPr/>
        </p:nvSpPr>
        <p:spPr>
          <a:xfrm>
            <a:off x="9276157" y="922713"/>
            <a:ext cx="2805340" cy="5573326"/>
          </a:xfrm>
          <a:prstGeom prst="round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9" name="Connecteur droit 8">
            <a:extLst>
              <a:ext uri="{FF2B5EF4-FFF2-40B4-BE49-F238E27FC236}">
                <a16:creationId xmlns:a16="http://schemas.microsoft.com/office/drawing/2014/main" id="{B04C5DA0-7D90-2E09-AE9C-59908F4A8A8C}"/>
              </a:ext>
            </a:extLst>
          </p:cNvPr>
          <p:cNvCxnSpPr>
            <a:cxnSpLocks/>
          </p:cNvCxnSpPr>
          <p:nvPr/>
        </p:nvCxnSpPr>
        <p:spPr>
          <a:xfrm>
            <a:off x="9420779" y="3891515"/>
            <a:ext cx="2516097"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6CB6AA4B-C3E3-9D6A-A801-72BFDCF1C511}"/>
              </a:ext>
            </a:extLst>
          </p:cNvPr>
          <p:cNvSpPr txBox="1"/>
          <p:nvPr/>
        </p:nvSpPr>
        <p:spPr>
          <a:xfrm>
            <a:off x="9351925" y="1509243"/>
            <a:ext cx="2537238" cy="2246769"/>
          </a:xfrm>
          <a:prstGeom prst="rect">
            <a:avLst/>
          </a:prstGeom>
          <a:noFill/>
        </p:spPr>
        <p:txBody>
          <a:bodyPr wrap="square" rtlCol="0">
            <a:spAutoFit/>
          </a:bodyPr>
          <a:lstStyle/>
          <a:p>
            <a:pPr marL="342900" indent="-342900">
              <a:buSzPct val="100000"/>
              <a:buAutoNum type="arabicPeriod"/>
            </a:pPr>
            <a:r>
              <a:rPr lang="fr-FR" sz="1400" dirty="0">
                <a:latin typeface="Arial" panose="020B0604020202020204" pitchFamily="34" charset="0"/>
                <a:cs typeface="Arial" panose="020B0604020202020204" pitchFamily="34" charset="0"/>
              </a:rPr>
              <a:t>Le producteur envoie le message au middleware</a:t>
            </a:r>
          </a:p>
          <a:p>
            <a:pPr marL="342900" indent="-342900">
              <a:buSzPct val="100000"/>
              <a:buAutoNum type="arabicPeriod"/>
            </a:pPr>
            <a:r>
              <a:rPr lang="fr-FR" sz="1400" dirty="0">
                <a:latin typeface="Arial" panose="020B0604020202020204" pitchFamily="34" charset="0"/>
                <a:cs typeface="Arial" panose="020B0604020202020204" pitchFamily="34" charset="0"/>
              </a:rPr>
              <a:t>Chaque groupe de consommateur consomme le message</a:t>
            </a:r>
          </a:p>
          <a:p>
            <a:pPr marL="342900" indent="-342900">
              <a:buSzPct val="100000"/>
              <a:buAutoNum type="arabicPeriod"/>
            </a:pPr>
            <a:r>
              <a:rPr lang="fr-FR" sz="1400" dirty="0">
                <a:latin typeface="Arial" panose="020B0604020202020204" pitchFamily="34" charset="0"/>
                <a:cs typeface="Arial" panose="020B0604020202020204" pitchFamily="34" charset="0"/>
              </a:rPr>
              <a:t>Le message n’est pas reconsommé par un groupe de consommateur sauf si un retour d’erreur est arrivé</a:t>
            </a:r>
            <a:endParaRPr lang="fr-FR" sz="1600" dirty="0">
              <a:latin typeface="Arial" panose="020B0604020202020204" pitchFamily="34" charset="0"/>
              <a:cs typeface="Arial" panose="020B0604020202020204" pitchFamily="34" charset="0"/>
            </a:endParaRPr>
          </a:p>
        </p:txBody>
      </p:sp>
      <p:sp>
        <p:nvSpPr>
          <p:cNvPr id="13" name="ZoneTexte 12">
            <a:extLst>
              <a:ext uri="{FF2B5EF4-FFF2-40B4-BE49-F238E27FC236}">
                <a16:creationId xmlns:a16="http://schemas.microsoft.com/office/drawing/2014/main" id="{7921A6E9-5E6D-F799-495A-95D53F9FBE78}"/>
              </a:ext>
            </a:extLst>
          </p:cNvPr>
          <p:cNvSpPr txBox="1"/>
          <p:nvPr/>
        </p:nvSpPr>
        <p:spPr>
          <a:xfrm>
            <a:off x="9351925" y="4112174"/>
            <a:ext cx="2632663" cy="1600438"/>
          </a:xfrm>
          <a:prstGeom prst="rect">
            <a:avLst/>
          </a:prstGeom>
          <a:noFill/>
        </p:spPr>
        <p:txBody>
          <a:bodyPr wrap="square" rtlCol="0">
            <a:spAutoFit/>
          </a:bodyPr>
          <a:lstStyle/>
          <a:p>
            <a:pPr marL="342900" indent="-342900">
              <a:buSzPct val="100000"/>
              <a:buAutoNum type="arabicPeriod"/>
            </a:pPr>
            <a:r>
              <a:rPr lang="fr-FR" sz="1400" dirty="0">
                <a:latin typeface="Arial" panose="020B0604020202020204" pitchFamily="34" charset="0"/>
                <a:cs typeface="Arial" panose="020B0604020202020204" pitchFamily="34" charset="0"/>
              </a:rPr>
              <a:t>Les messages arrivent dans le middleware</a:t>
            </a:r>
          </a:p>
          <a:p>
            <a:pPr marL="342900" indent="-342900">
              <a:buSzPct val="100000"/>
              <a:buAutoNum type="arabicPeriod"/>
            </a:pPr>
            <a:r>
              <a:rPr lang="fr-FR" sz="1400" dirty="0">
                <a:latin typeface="Arial" panose="020B0604020202020204" pitchFamily="34" charset="0"/>
                <a:cs typeface="Arial" panose="020B0604020202020204" pitchFamily="34" charset="0"/>
              </a:rPr>
              <a:t>Le middleware attendent qu’un message soit consommé avant de mettre à disposition le suivant (FIFO)</a:t>
            </a:r>
          </a:p>
        </p:txBody>
      </p:sp>
      <p:sp>
        <p:nvSpPr>
          <p:cNvPr id="3" name="Forme libre 101">
            <a:extLst>
              <a:ext uri="{FF2B5EF4-FFF2-40B4-BE49-F238E27FC236}">
                <a16:creationId xmlns:a16="http://schemas.microsoft.com/office/drawing/2014/main" id="{CBF86AC9-5485-13C8-51AC-222E42B8B41C}"/>
              </a:ext>
            </a:extLst>
          </p:cNvPr>
          <p:cNvSpPr>
            <a:spLocks noChangeAspect="1"/>
          </p:cNvSpPr>
          <p:nvPr/>
        </p:nvSpPr>
        <p:spPr>
          <a:xfrm>
            <a:off x="2562375" y="2288238"/>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8" name="Forme libre 101">
            <a:extLst>
              <a:ext uri="{FF2B5EF4-FFF2-40B4-BE49-F238E27FC236}">
                <a16:creationId xmlns:a16="http://schemas.microsoft.com/office/drawing/2014/main" id="{59E2A79B-4ADA-27BA-2B2F-130754199FA1}"/>
              </a:ext>
            </a:extLst>
          </p:cNvPr>
          <p:cNvSpPr>
            <a:spLocks noChangeAspect="1"/>
          </p:cNvSpPr>
          <p:nvPr/>
        </p:nvSpPr>
        <p:spPr>
          <a:xfrm>
            <a:off x="6093943" y="1869632"/>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10" name="Forme libre 101">
            <a:extLst>
              <a:ext uri="{FF2B5EF4-FFF2-40B4-BE49-F238E27FC236}">
                <a16:creationId xmlns:a16="http://schemas.microsoft.com/office/drawing/2014/main" id="{C0F82688-92B4-F640-ADE8-5ADFA10E9DD8}"/>
              </a:ext>
            </a:extLst>
          </p:cNvPr>
          <p:cNvSpPr>
            <a:spLocks noChangeAspect="1"/>
          </p:cNvSpPr>
          <p:nvPr/>
        </p:nvSpPr>
        <p:spPr>
          <a:xfrm>
            <a:off x="2562375" y="5069513"/>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C5BF"/>
          </a:solidFill>
          <a:ln w="2191" cap="flat">
            <a:noFill/>
            <a:prstDash val="solid"/>
            <a:miter/>
          </a:ln>
        </p:spPr>
        <p:txBody>
          <a:bodyPr rtlCol="0" anchor="ctr"/>
          <a:lstStyle/>
          <a:p>
            <a:endParaRPr lang="fr-FR"/>
          </a:p>
        </p:txBody>
      </p:sp>
      <p:sp>
        <p:nvSpPr>
          <p:cNvPr id="14" name="Forme libre 101">
            <a:extLst>
              <a:ext uri="{FF2B5EF4-FFF2-40B4-BE49-F238E27FC236}">
                <a16:creationId xmlns:a16="http://schemas.microsoft.com/office/drawing/2014/main" id="{62127CBA-7B29-DF19-5EB0-F745DAD22AFA}"/>
              </a:ext>
            </a:extLst>
          </p:cNvPr>
          <p:cNvSpPr>
            <a:spLocks noChangeAspect="1"/>
          </p:cNvSpPr>
          <p:nvPr/>
        </p:nvSpPr>
        <p:spPr>
          <a:xfrm>
            <a:off x="4618721" y="5800494"/>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C5BF"/>
          </a:solidFill>
          <a:ln w="2191" cap="flat">
            <a:noFill/>
            <a:prstDash val="solid"/>
            <a:miter/>
          </a:ln>
        </p:spPr>
        <p:txBody>
          <a:bodyPr rtlCol="0" anchor="ctr"/>
          <a:lstStyle/>
          <a:p>
            <a:endParaRPr lang="fr-FR"/>
          </a:p>
        </p:txBody>
      </p:sp>
      <p:sp>
        <p:nvSpPr>
          <p:cNvPr id="15" name="Forme libre 101">
            <a:extLst>
              <a:ext uri="{FF2B5EF4-FFF2-40B4-BE49-F238E27FC236}">
                <a16:creationId xmlns:a16="http://schemas.microsoft.com/office/drawing/2014/main" id="{385F14C9-4716-7D33-4998-32FD41DE93C6}"/>
              </a:ext>
            </a:extLst>
          </p:cNvPr>
          <p:cNvSpPr>
            <a:spLocks noChangeAspect="1"/>
          </p:cNvSpPr>
          <p:nvPr/>
        </p:nvSpPr>
        <p:spPr>
          <a:xfrm>
            <a:off x="6093942" y="4687653"/>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C5BF"/>
          </a:solidFill>
          <a:ln w="2191" cap="flat">
            <a:noFill/>
            <a:prstDash val="solid"/>
            <a:miter/>
          </a:ln>
        </p:spPr>
        <p:txBody>
          <a:bodyPr rtlCol="0" anchor="ctr"/>
          <a:lstStyle/>
          <a:p>
            <a:endParaRPr lang="fr-FR"/>
          </a:p>
        </p:txBody>
      </p:sp>
      <p:sp>
        <p:nvSpPr>
          <p:cNvPr id="16" name="Forme libre 101">
            <a:extLst>
              <a:ext uri="{FF2B5EF4-FFF2-40B4-BE49-F238E27FC236}">
                <a16:creationId xmlns:a16="http://schemas.microsoft.com/office/drawing/2014/main" id="{20441459-D886-302D-44A3-93B60B21AAF0}"/>
              </a:ext>
            </a:extLst>
          </p:cNvPr>
          <p:cNvSpPr>
            <a:spLocks noChangeAspect="1"/>
          </p:cNvSpPr>
          <p:nvPr/>
        </p:nvSpPr>
        <p:spPr>
          <a:xfrm>
            <a:off x="2574454" y="5060404"/>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5">
              <a:lumMod val="75000"/>
            </a:schemeClr>
          </a:solidFill>
          <a:ln w="2191" cap="flat">
            <a:noFill/>
            <a:prstDash val="solid"/>
            <a:miter/>
          </a:ln>
        </p:spPr>
        <p:txBody>
          <a:bodyPr rtlCol="0" anchor="ctr"/>
          <a:lstStyle/>
          <a:p>
            <a:endParaRPr lang="fr-FR"/>
          </a:p>
        </p:txBody>
      </p:sp>
      <p:sp>
        <p:nvSpPr>
          <p:cNvPr id="17" name="Forme libre 101">
            <a:extLst>
              <a:ext uri="{FF2B5EF4-FFF2-40B4-BE49-F238E27FC236}">
                <a16:creationId xmlns:a16="http://schemas.microsoft.com/office/drawing/2014/main" id="{CAE65624-DDA9-BD8F-9A46-6AB417D24126}"/>
              </a:ext>
            </a:extLst>
          </p:cNvPr>
          <p:cNvSpPr>
            <a:spLocks noChangeAspect="1"/>
          </p:cNvSpPr>
          <p:nvPr/>
        </p:nvSpPr>
        <p:spPr>
          <a:xfrm>
            <a:off x="4213180" y="5798632"/>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5">
              <a:lumMod val="75000"/>
            </a:schemeClr>
          </a:solidFill>
          <a:ln w="2191" cap="flat">
            <a:noFill/>
            <a:prstDash val="solid"/>
            <a:miter/>
          </a:ln>
        </p:spPr>
        <p:txBody>
          <a:bodyPr rtlCol="0" anchor="ctr"/>
          <a:lstStyle/>
          <a:p>
            <a:endParaRPr lang="fr-FR"/>
          </a:p>
        </p:txBody>
      </p:sp>
      <p:sp>
        <p:nvSpPr>
          <p:cNvPr id="18" name="Forme libre 101">
            <a:extLst>
              <a:ext uri="{FF2B5EF4-FFF2-40B4-BE49-F238E27FC236}">
                <a16:creationId xmlns:a16="http://schemas.microsoft.com/office/drawing/2014/main" id="{728364BB-0D15-0792-CE96-4EBD9F3A3EB8}"/>
              </a:ext>
            </a:extLst>
          </p:cNvPr>
          <p:cNvSpPr>
            <a:spLocks noChangeAspect="1"/>
          </p:cNvSpPr>
          <p:nvPr/>
        </p:nvSpPr>
        <p:spPr>
          <a:xfrm>
            <a:off x="6093941" y="5514893"/>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5">
              <a:lumMod val="75000"/>
            </a:schemeClr>
          </a:solidFill>
          <a:ln w="2191" cap="flat">
            <a:noFill/>
            <a:prstDash val="solid"/>
            <a:miter/>
          </a:ln>
        </p:spPr>
        <p:txBody>
          <a:bodyPr rtlCol="0" anchor="ctr"/>
          <a:lstStyle/>
          <a:p>
            <a:endParaRPr lang="fr-FR"/>
          </a:p>
        </p:txBody>
      </p:sp>
      <p:cxnSp>
        <p:nvCxnSpPr>
          <p:cNvPr id="21" name="Connecteur droit avec flèche 20">
            <a:extLst>
              <a:ext uri="{FF2B5EF4-FFF2-40B4-BE49-F238E27FC236}">
                <a16:creationId xmlns:a16="http://schemas.microsoft.com/office/drawing/2014/main" id="{5591DCA2-80C0-9140-AB3C-AAA7744AB623}"/>
              </a:ext>
            </a:extLst>
          </p:cNvPr>
          <p:cNvCxnSpPr/>
          <p:nvPr>
            <p:custDataLst>
              <p:tags r:id="rId22"/>
            </p:custDataLst>
          </p:nvPr>
        </p:nvCxnSpPr>
        <p:spPr>
          <a:xfrm>
            <a:off x="1983132" y="5380432"/>
            <a:ext cx="1479122" cy="1"/>
          </a:xfrm>
          <a:prstGeom prst="straightConnector1">
            <a:avLst/>
          </a:prstGeom>
          <a:ln w="25400">
            <a:solidFill>
              <a:schemeClr val="accent5">
                <a:lumMod val="75000"/>
              </a:schemeClr>
            </a:solidFill>
            <a:tailEnd type="arrow"/>
          </a:ln>
        </p:spPr>
        <p:style>
          <a:lnRef idx="1">
            <a:schemeClr val="accent3"/>
          </a:lnRef>
          <a:fillRef idx="2">
            <a:schemeClr val="accent3"/>
          </a:fillRef>
          <a:effectRef idx="1">
            <a:schemeClr val="accent3"/>
          </a:effectRef>
          <a:fontRef idx="minor">
            <a:schemeClr val="dk1"/>
          </a:fontRef>
        </p:style>
      </p:cxnSp>
      <p:sp>
        <p:nvSpPr>
          <p:cNvPr id="19" name="Ellipse 18">
            <a:extLst>
              <a:ext uri="{FF2B5EF4-FFF2-40B4-BE49-F238E27FC236}">
                <a16:creationId xmlns:a16="http://schemas.microsoft.com/office/drawing/2014/main" id="{A53AA066-F295-ED8A-0CD4-E6C2B09E409B}"/>
              </a:ext>
            </a:extLst>
          </p:cNvPr>
          <p:cNvSpPr/>
          <p:nvPr/>
        </p:nvSpPr>
        <p:spPr>
          <a:xfrm>
            <a:off x="5531552" y="1843728"/>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20" name="Ellipse 19">
            <a:extLst>
              <a:ext uri="{FF2B5EF4-FFF2-40B4-BE49-F238E27FC236}">
                <a16:creationId xmlns:a16="http://schemas.microsoft.com/office/drawing/2014/main" id="{76528D6B-CF55-9D1A-0928-393473B938C7}"/>
              </a:ext>
            </a:extLst>
          </p:cNvPr>
          <p:cNvSpPr/>
          <p:nvPr/>
        </p:nvSpPr>
        <p:spPr>
          <a:xfrm>
            <a:off x="3098474" y="2045794"/>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22" name="Ellipse 21">
            <a:extLst>
              <a:ext uri="{FF2B5EF4-FFF2-40B4-BE49-F238E27FC236}">
                <a16:creationId xmlns:a16="http://schemas.microsoft.com/office/drawing/2014/main" id="{13FA358C-CE8D-B670-4382-C620F7C76009}"/>
              </a:ext>
            </a:extLst>
          </p:cNvPr>
          <p:cNvSpPr/>
          <p:nvPr/>
        </p:nvSpPr>
        <p:spPr>
          <a:xfrm>
            <a:off x="6694111" y="2080429"/>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23" name="Ellipse 22">
            <a:extLst>
              <a:ext uri="{FF2B5EF4-FFF2-40B4-BE49-F238E27FC236}">
                <a16:creationId xmlns:a16="http://schemas.microsoft.com/office/drawing/2014/main" id="{5C5753AC-A733-5E0D-D77E-156D541C2A5E}"/>
              </a:ext>
            </a:extLst>
          </p:cNvPr>
          <p:cNvSpPr/>
          <p:nvPr/>
        </p:nvSpPr>
        <p:spPr>
          <a:xfrm>
            <a:off x="6503530" y="5030596"/>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2</a:t>
            </a:r>
          </a:p>
        </p:txBody>
      </p:sp>
      <p:sp>
        <p:nvSpPr>
          <p:cNvPr id="24" name="Ellipse 23">
            <a:extLst>
              <a:ext uri="{FF2B5EF4-FFF2-40B4-BE49-F238E27FC236}">
                <a16:creationId xmlns:a16="http://schemas.microsoft.com/office/drawing/2014/main" id="{FD1CA1D9-5D8C-A068-4CE6-8AA31121533D}"/>
              </a:ext>
            </a:extLst>
          </p:cNvPr>
          <p:cNvSpPr/>
          <p:nvPr/>
        </p:nvSpPr>
        <p:spPr>
          <a:xfrm>
            <a:off x="3023790" y="4690613"/>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27" name="Rectangle 26">
            <a:extLst>
              <a:ext uri="{FF2B5EF4-FFF2-40B4-BE49-F238E27FC236}">
                <a16:creationId xmlns:a16="http://schemas.microsoft.com/office/drawing/2014/main" id="{7AE7F2BE-4AAB-70B2-74C3-5E0CC9E2B5FC}"/>
              </a:ext>
            </a:extLst>
          </p:cNvPr>
          <p:cNvSpPr/>
          <p:nvPr>
            <p:custDataLst>
              <p:tags r:id="rId23"/>
            </p:custDataLst>
          </p:nvPr>
        </p:nvSpPr>
        <p:spPr>
          <a:xfrm>
            <a:off x="7261818" y="3045914"/>
            <a:ext cx="1645067"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Consommateur</a:t>
            </a:r>
          </a:p>
        </p:txBody>
      </p:sp>
      <p:cxnSp>
        <p:nvCxnSpPr>
          <p:cNvPr id="28" name="Connecteur droit avec flèche 27">
            <a:extLst>
              <a:ext uri="{FF2B5EF4-FFF2-40B4-BE49-F238E27FC236}">
                <a16:creationId xmlns:a16="http://schemas.microsoft.com/office/drawing/2014/main" id="{F169FA60-F5C0-9E5C-A507-480A8B388A6A}"/>
              </a:ext>
            </a:extLst>
          </p:cNvPr>
          <p:cNvCxnSpPr>
            <a:cxnSpLocks/>
            <a:stCxn id="66" idx="4"/>
            <a:endCxn id="27" idx="1"/>
          </p:cNvCxnSpPr>
          <p:nvPr>
            <p:custDataLst>
              <p:tags r:id="rId24"/>
            </p:custDataLst>
          </p:nvPr>
        </p:nvCxnSpPr>
        <p:spPr>
          <a:xfrm>
            <a:off x="5403864" y="2572094"/>
            <a:ext cx="1857954" cy="783075"/>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sp>
        <p:nvSpPr>
          <p:cNvPr id="31" name="Forme libre 101">
            <a:extLst>
              <a:ext uri="{FF2B5EF4-FFF2-40B4-BE49-F238E27FC236}">
                <a16:creationId xmlns:a16="http://schemas.microsoft.com/office/drawing/2014/main" id="{DEA2AF9E-C998-2A20-4F5A-0673B3A00BCB}"/>
              </a:ext>
            </a:extLst>
          </p:cNvPr>
          <p:cNvSpPr>
            <a:spLocks noChangeAspect="1"/>
          </p:cNvSpPr>
          <p:nvPr/>
        </p:nvSpPr>
        <p:spPr>
          <a:xfrm>
            <a:off x="6346243" y="2764779"/>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32" name="Rectangle : coins arrondis 31">
            <a:extLst>
              <a:ext uri="{FF2B5EF4-FFF2-40B4-BE49-F238E27FC236}">
                <a16:creationId xmlns:a16="http://schemas.microsoft.com/office/drawing/2014/main" id="{0E8B99A7-18CF-CD6D-CB01-7DCB4972E164}"/>
              </a:ext>
            </a:extLst>
          </p:cNvPr>
          <p:cNvSpPr/>
          <p:nvPr/>
        </p:nvSpPr>
        <p:spPr>
          <a:xfrm>
            <a:off x="7097170" y="2974002"/>
            <a:ext cx="1942097" cy="807996"/>
          </a:xfrm>
          <a:prstGeom prst="roundRect">
            <a:avLst/>
          </a:prstGeom>
          <a:noFill/>
          <a:ln>
            <a:solidFill>
              <a:schemeClr val="tx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sz="1400" dirty="0">
              <a:solidFill>
                <a:schemeClr val="tx1"/>
              </a:solidFill>
            </a:endParaRPr>
          </a:p>
        </p:txBody>
      </p:sp>
    </p:spTree>
    <p:extLst>
      <p:ext uri="{BB962C8B-B14F-4D97-AF65-F5344CB8AC3E}">
        <p14:creationId xmlns:p14="http://schemas.microsoft.com/office/powerpoint/2010/main" val="5910076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par>
                                <p:cTn id="49" presetID="1" presetClass="exit" presetSubtype="0" fill="hold" grpId="1" nodeType="withEffect">
                                  <p:stCondLst>
                                    <p:cond delay="0"/>
                                  </p:stCondLst>
                                  <p:childTnLst>
                                    <p:set>
                                      <p:cBhvr>
                                        <p:cTn id="50" dur="1" fill="hold">
                                          <p:stCondLst>
                                            <p:cond delay="0"/>
                                          </p:stCondLst>
                                        </p:cTn>
                                        <p:tgtEl>
                                          <p:spTgt spid="10"/>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8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par>
                                <p:cTn id="67" presetID="1" presetClass="exit" presetSubtype="0" fill="hold" grpId="1" nodeType="withEffect">
                                  <p:stCondLst>
                                    <p:cond delay="0"/>
                                  </p:stCondLst>
                                  <p:childTnLst>
                                    <p:set>
                                      <p:cBhvr>
                                        <p:cTn id="68" dur="1" fill="hold">
                                          <p:stCondLst>
                                            <p:cond delay="0"/>
                                          </p:stCondLst>
                                        </p:cTn>
                                        <p:tgtEl>
                                          <p:spTgt spid="16"/>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14"/>
                                        </p:tgtEl>
                                        <p:attrNameLst>
                                          <p:attrName>style.visibility</p:attrName>
                                        </p:attrNameLst>
                                      </p:cBhvr>
                                      <p:to>
                                        <p:strVal val="hidden"/>
                                      </p:to>
                                    </p:set>
                                  </p:childTnLst>
                                </p:cTn>
                              </p:par>
                              <p:par>
                                <p:cTn id="71" presetID="42" presetClass="path" presetSubtype="0" accel="50000" decel="50000" fill="hold" grpId="1" nodeType="withEffect">
                                  <p:stCondLst>
                                    <p:cond delay="0"/>
                                  </p:stCondLst>
                                  <p:childTnLst>
                                    <p:animMotion origin="layout" path="M -3.33333E-6 -4.81481E-6 L 0.03412 0.00024 " pathEditMode="relative" rAng="0" ptsTypes="AA">
                                      <p:cBhvr>
                                        <p:cTn id="72" dur="2000" fill="hold"/>
                                        <p:tgtEl>
                                          <p:spTgt spid="17"/>
                                        </p:tgtEl>
                                        <p:attrNameLst>
                                          <p:attrName>ppt_x</p:attrName>
                                          <p:attrName>ppt_y</p:attrName>
                                        </p:attrNameLst>
                                      </p:cBhvr>
                                      <p:rCtr x="1706" y="0"/>
                                    </p:animMotion>
                                  </p:childTnLst>
                                </p:cTn>
                              </p:par>
                              <p:par>
                                <p:cTn id="73" presetID="1" presetClass="entr" presetSubtype="0"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93"/>
                                        </p:tgtEl>
                                        <p:attrNameLst>
                                          <p:attrName>style.visibility</p:attrName>
                                        </p:attrNameLst>
                                      </p:cBhvr>
                                      <p:to>
                                        <p:strVal val="visible"/>
                                      </p:to>
                                    </p:set>
                                  </p:childTnLst>
                                </p:cTn>
                              </p:par>
                              <p:par>
                                <p:cTn id="79" presetID="1" presetClass="exit" presetSubtype="0" fill="hold" grpId="2" nodeType="withEffect">
                                  <p:stCondLst>
                                    <p:cond delay="0"/>
                                  </p:stCondLst>
                                  <p:childTnLst>
                                    <p:set>
                                      <p:cBhvr>
                                        <p:cTn id="80" dur="1" fill="hold">
                                          <p:stCondLst>
                                            <p:cond delay="0"/>
                                          </p:stCondLst>
                                        </p:cTn>
                                        <p:tgtEl>
                                          <p:spTgt spid="17"/>
                                        </p:tgtEl>
                                        <p:attrNameLst>
                                          <p:attrName>style.visibility</p:attrName>
                                        </p:attrNameLst>
                                      </p:cBhvr>
                                      <p:to>
                                        <p:strVal val="hidden"/>
                                      </p:to>
                                    </p:set>
                                  </p:childTnLst>
                                </p:cTn>
                              </p:par>
                              <p:par>
                                <p:cTn id="81" presetID="1" presetClass="entr" presetSubtype="0" fill="hold" grpId="0" nodeType="withEffect">
                                  <p:stCondLst>
                                    <p:cond delay="0"/>
                                  </p:stCondLst>
                                  <p:childTnLst>
                                    <p:set>
                                      <p:cBhvr>
                                        <p:cTn id="82" dur="1" fill="hold">
                                          <p:stCondLst>
                                            <p:cond delay="0"/>
                                          </p:stCondLst>
                                        </p:cTn>
                                        <p:tgtEl>
                                          <p:spTgt spid="1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8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5" grpId="0"/>
      <p:bldP spid="78" grpId="0" animBg="1"/>
      <p:bldP spid="88" grpId="0"/>
      <p:bldP spid="89" grpId="0"/>
      <p:bldP spid="3" grpId="0" animBg="1"/>
      <p:bldP spid="8" grpId="0" animBg="1"/>
      <p:bldP spid="10" grpId="0" animBg="1"/>
      <p:bldP spid="10" grpId="1" animBg="1"/>
      <p:bldP spid="14" grpId="0" animBg="1"/>
      <p:bldP spid="14" grpId="1" animBg="1"/>
      <p:bldP spid="15" grpId="0" animBg="1"/>
      <p:bldP spid="16" grpId="0" animBg="1"/>
      <p:bldP spid="16" grpId="1" animBg="1"/>
      <p:bldP spid="17" grpId="0" animBg="1"/>
      <p:bldP spid="17" grpId="1" animBg="1"/>
      <p:bldP spid="17" grpId="2" animBg="1"/>
      <p:bldP spid="18" grpId="0" animBg="1"/>
      <p:bldP spid="19" grpId="0" animBg="1"/>
      <p:bldP spid="20" grpId="0" animBg="1"/>
      <p:bldP spid="22" grpId="0" animBg="1"/>
      <p:bldP spid="23" grpId="0" animBg="1"/>
      <p:bldP spid="24" grpId="0" animBg="1"/>
      <p:bldP spid="31" grpId="0" animBg="1"/>
    </p:bldLst>
  </p:timing>
  <p:extLst>
    <p:ext uri="{6950BFC3-D8DA-4A85-94F7-54DA5524770B}">
      <p188:commentRel xmlns:p188="http://schemas.microsoft.com/office/powerpoint/2018/8/main" r:id="rId27"/>
    </p:ext>
  </p:extLs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 coins arrondis 45">
            <a:extLst>
              <a:ext uri="{FF2B5EF4-FFF2-40B4-BE49-F238E27FC236}">
                <a16:creationId xmlns:a16="http://schemas.microsoft.com/office/drawing/2014/main" id="{EBD06040-A2F2-B7A5-1D1F-FE677EBC5EBA}"/>
              </a:ext>
            </a:extLst>
          </p:cNvPr>
          <p:cNvSpPr/>
          <p:nvPr/>
        </p:nvSpPr>
        <p:spPr>
          <a:xfrm>
            <a:off x="7109486" y="4150453"/>
            <a:ext cx="1942097" cy="1676514"/>
          </a:xfrm>
          <a:prstGeom prst="roundRect">
            <a:avLst/>
          </a:prstGeom>
          <a:noFill/>
          <a:ln>
            <a:solidFill>
              <a:schemeClr val="tx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sz="1400" dirty="0">
              <a:solidFill>
                <a:schemeClr val="tx1"/>
              </a:solidFill>
            </a:endParaRP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LES PATTERNS D’échange</a:t>
            </a:r>
          </a:p>
        </p:txBody>
      </p:sp>
      <p:sp>
        <p:nvSpPr>
          <p:cNvPr id="39" name="ZoneTexte 38">
            <a:extLst>
              <a:ext uri="{FF2B5EF4-FFF2-40B4-BE49-F238E27FC236}">
                <a16:creationId xmlns:a16="http://schemas.microsoft.com/office/drawing/2014/main" id="{3FFE355D-8356-DA53-2532-09AE50CAE8D7}"/>
              </a:ext>
            </a:extLst>
          </p:cNvPr>
          <p:cNvSpPr txBox="1"/>
          <p:nvPr>
            <p:custDataLst>
              <p:tags r:id="rId1"/>
            </p:custDataLst>
          </p:nvPr>
        </p:nvSpPr>
        <p:spPr>
          <a:xfrm>
            <a:off x="2221956" y="4077933"/>
            <a:ext cx="4847528" cy="430887"/>
          </a:xfrm>
          <a:prstGeom prst="rect">
            <a:avLst/>
          </a:prstGeom>
          <a:noFill/>
        </p:spPr>
        <p:txBody>
          <a:bodyPr wrap="square" rtlCol="0">
            <a:spAutoFit/>
          </a:bodyPr>
          <a:lstStyle/>
          <a:p>
            <a:pPr algn="ctr"/>
            <a:r>
              <a:rPr lang="fr-FR" sz="1100" b="1" spc="300"/>
              <a:t>ONCE AND ONLY ONCE IN ORDER</a:t>
            </a:r>
          </a:p>
        </p:txBody>
      </p:sp>
      <p:cxnSp>
        <p:nvCxnSpPr>
          <p:cNvPr id="4" name="Connecteur droit 3">
            <a:extLst>
              <a:ext uri="{FF2B5EF4-FFF2-40B4-BE49-F238E27FC236}">
                <a16:creationId xmlns:a16="http://schemas.microsoft.com/office/drawing/2014/main" id="{FCADF371-9B14-E455-6276-DC29A4C5491B}"/>
              </a:ext>
            </a:extLst>
          </p:cNvPr>
          <p:cNvCxnSpPr>
            <a:cxnSpLocks/>
          </p:cNvCxnSpPr>
          <p:nvPr/>
        </p:nvCxnSpPr>
        <p:spPr>
          <a:xfrm>
            <a:off x="337932" y="3891515"/>
            <a:ext cx="8793368"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88" name="ZoneTexte 87">
            <a:extLst>
              <a:ext uri="{FF2B5EF4-FFF2-40B4-BE49-F238E27FC236}">
                <a16:creationId xmlns:a16="http://schemas.microsoft.com/office/drawing/2014/main" id="{B6E25998-ABE6-0C9F-E0D1-16F48D8D75DA}"/>
              </a:ext>
            </a:extLst>
          </p:cNvPr>
          <p:cNvSpPr txBox="1"/>
          <p:nvPr>
            <p:custDataLst>
              <p:tags r:id="rId2"/>
            </p:custDataLst>
          </p:nvPr>
        </p:nvSpPr>
        <p:spPr>
          <a:xfrm>
            <a:off x="943694" y="5979838"/>
            <a:ext cx="2750290" cy="584775"/>
          </a:xfrm>
          <a:prstGeom prst="rect">
            <a:avLst/>
          </a:prstGeom>
          <a:noFill/>
        </p:spPr>
        <p:txBody>
          <a:bodyPr wrap="square" rtlCol="0">
            <a:spAutoFit/>
          </a:bodyPr>
          <a:lstStyle>
            <a:defPPr>
              <a:defRPr lang="fr-FR"/>
            </a:defPPr>
            <a:lvl1pPr algn="ctr">
              <a:buClr>
                <a:schemeClr val="accent3"/>
              </a:buClr>
              <a:defRPr sz="1600">
                <a:solidFill>
                  <a:schemeClr val="accent3"/>
                </a:solidFill>
              </a:defRPr>
            </a:lvl1pPr>
          </a:lstStyle>
          <a:p>
            <a:r>
              <a:rPr lang="fr-FR"/>
              <a:t>Assure de la consommation des messages dans l’ordre</a:t>
            </a:r>
          </a:p>
        </p:txBody>
      </p:sp>
      <p:sp>
        <p:nvSpPr>
          <p:cNvPr id="89" name="ZoneTexte 88">
            <a:extLst>
              <a:ext uri="{FF2B5EF4-FFF2-40B4-BE49-F238E27FC236}">
                <a16:creationId xmlns:a16="http://schemas.microsoft.com/office/drawing/2014/main" id="{7F61F8C1-6060-0B5F-63EC-CBFC1E9A4C5E}"/>
              </a:ext>
            </a:extLst>
          </p:cNvPr>
          <p:cNvSpPr txBox="1"/>
          <p:nvPr>
            <p:custDataLst>
              <p:tags r:id="rId3"/>
            </p:custDataLst>
          </p:nvPr>
        </p:nvSpPr>
        <p:spPr>
          <a:xfrm>
            <a:off x="4970568" y="5787624"/>
            <a:ext cx="4160732" cy="830997"/>
          </a:xfrm>
          <a:prstGeom prst="rect">
            <a:avLst/>
          </a:prstGeom>
          <a:noFill/>
        </p:spPr>
        <p:txBody>
          <a:bodyPr wrap="square" rtlCol="0">
            <a:spAutoFit/>
          </a:bodyPr>
          <a:lstStyle>
            <a:defPPr>
              <a:defRPr lang="fr-FR"/>
            </a:defPPr>
            <a:lvl1pPr algn="ctr">
              <a:defRPr sz="1600">
                <a:solidFill>
                  <a:schemeClr val="accent1"/>
                </a:solidFill>
              </a:defRPr>
            </a:lvl1pPr>
          </a:lstStyle>
          <a:p>
            <a:r>
              <a:rPr lang="fr-FR"/>
              <a:t>Temps de traitement fortement impactés en cas de consommateur lent ou de blocage si on est en mode acquittement</a:t>
            </a:r>
          </a:p>
        </p:txBody>
      </p:sp>
      <p:sp>
        <p:nvSpPr>
          <p:cNvPr id="81" name="Organigramme : Stockage à accès direct 80">
            <a:extLst>
              <a:ext uri="{FF2B5EF4-FFF2-40B4-BE49-F238E27FC236}">
                <a16:creationId xmlns:a16="http://schemas.microsoft.com/office/drawing/2014/main" id="{0AD31F5D-7AC6-6D32-5837-DBACDA76C95A}"/>
              </a:ext>
            </a:extLst>
          </p:cNvPr>
          <p:cNvSpPr/>
          <p:nvPr>
            <p:custDataLst>
              <p:tags r:id="rId4"/>
            </p:custDataLst>
          </p:nvPr>
        </p:nvSpPr>
        <p:spPr>
          <a:xfrm>
            <a:off x="3462254" y="5071178"/>
            <a:ext cx="1941610" cy="618509"/>
          </a:xfrm>
          <a:prstGeom prst="flowChartMagneticDrum">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600"/>
          </a:p>
        </p:txBody>
      </p:sp>
      <p:sp>
        <p:nvSpPr>
          <p:cNvPr id="82" name="Rectangle 81">
            <a:extLst>
              <a:ext uri="{FF2B5EF4-FFF2-40B4-BE49-F238E27FC236}">
                <a16:creationId xmlns:a16="http://schemas.microsoft.com/office/drawing/2014/main" id="{36FC371A-0D06-9BD4-75C4-2350BAD90032}"/>
              </a:ext>
            </a:extLst>
          </p:cNvPr>
          <p:cNvSpPr/>
          <p:nvPr>
            <p:custDataLst>
              <p:tags r:id="rId5"/>
            </p:custDataLst>
          </p:nvPr>
        </p:nvSpPr>
        <p:spPr>
          <a:xfrm>
            <a:off x="337932" y="5071177"/>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sp>
        <p:nvSpPr>
          <p:cNvPr id="83" name="Rectangle 82">
            <a:extLst>
              <a:ext uri="{FF2B5EF4-FFF2-40B4-BE49-F238E27FC236}">
                <a16:creationId xmlns:a16="http://schemas.microsoft.com/office/drawing/2014/main" id="{4159574C-0097-9CCD-4A73-793A1F7DDC2A}"/>
              </a:ext>
            </a:extLst>
          </p:cNvPr>
          <p:cNvSpPr/>
          <p:nvPr>
            <p:custDataLst>
              <p:tags r:id="rId6"/>
            </p:custDataLst>
          </p:nvPr>
        </p:nvSpPr>
        <p:spPr>
          <a:xfrm>
            <a:off x="7239106" y="4296299"/>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Consommateur</a:t>
            </a:r>
          </a:p>
        </p:txBody>
      </p:sp>
      <p:cxnSp>
        <p:nvCxnSpPr>
          <p:cNvPr id="84" name="Connecteur droit avec flèche 83">
            <a:extLst>
              <a:ext uri="{FF2B5EF4-FFF2-40B4-BE49-F238E27FC236}">
                <a16:creationId xmlns:a16="http://schemas.microsoft.com/office/drawing/2014/main" id="{503F5D39-8A3E-6E70-7585-5BFCF1C029BE}"/>
              </a:ext>
            </a:extLst>
          </p:cNvPr>
          <p:cNvCxnSpPr>
            <a:stCxn id="82" idx="3"/>
            <a:endCxn id="81" idx="1"/>
          </p:cNvCxnSpPr>
          <p:nvPr>
            <p:custDataLst>
              <p:tags r:id="rId7"/>
            </p:custDataLst>
          </p:nvPr>
        </p:nvCxnSpPr>
        <p:spPr>
          <a:xfrm>
            <a:off x="1983132" y="5380432"/>
            <a:ext cx="1479122" cy="1"/>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cxnSp>
        <p:nvCxnSpPr>
          <p:cNvPr id="86" name="Connecteur droit avec flèche 85">
            <a:extLst>
              <a:ext uri="{FF2B5EF4-FFF2-40B4-BE49-F238E27FC236}">
                <a16:creationId xmlns:a16="http://schemas.microsoft.com/office/drawing/2014/main" id="{24EDA46F-B8EA-43B4-250A-ACA93C463333}"/>
              </a:ext>
            </a:extLst>
          </p:cNvPr>
          <p:cNvCxnSpPr>
            <a:stCxn id="81" idx="4"/>
            <a:endCxn id="83" idx="1"/>
          </p:cNvCxnSpPr>
          <p:nvPr>
            <p:custDataLst>
              <p:tags r:id="rId8"/>
            </p:custDataLst>
          </p:nvPr>
        </p:nvCxnSpPr>
        <p:spPr>
          <a:xfrm flipV="1">
            <a:off x="5403864" y="4605554"/>
            <a:ext cx="1835242" cy="774879"/>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sp>
        <p:nvSpPr>
          <p:cNvPr id="92" name="Rectangle 91">
            <a:extLst>
              <a:ext uri="{FF2B5EF4-FFF2-40B4-BE49-F238E27FC236}">
                <a16:creationId xmlns:a16="http://schemas.microsoft.com/office/drawing/2014/main" id="{9C876B44-0285-805A-344C-90241ABF5CEF}"/>
              </a:ext>
            </a:extLst>
          </p:cNvPr>
          <p:cNvSpPr/>
          <p:nvPr>
            <p:custDataLst>
              <p:tags r:id="rId9"/>
            </p:custDataLst>
          </p:nvPr>
        </p:nvSpPr>
        <p:spPr>
          <a:xfrm>
            <a:off x="7239109" y="5086597"/>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Consommateur</a:t>
            </a:r>
          </a:p>
        </p:txBody>
      </p:sp>
      <p:cxnSp>
        <p:nvCxnSpPr>
          <p:cNvPr id="93" name="Connecteur droit avec flèche 92">
            <a:extLst>
              <a:ext uri="{FF2B5EF4-FFF2-40B4-BE49-F238E27FC236}">
                <a16:creationId xmlns:a16="http://schemas.microsoft.com/office/drawing/2014/main" id="{27678D57-E844-BC2A-9E6B-69CB39703FF1}"/>
              </a:ext>
            </a:extLst>
          </p:cNvPr>
          <p:cNvCxnSpPr>
            <a:stCxn id="81" idx="4"/>
            <a:endCxn id="92" idx="1"/>
          </p:cNvCxnSpPr>
          <p:nvPr>
            <p:custDataLst>
              <p:tags r:id="rId10"/>
            </p:custDataLst>
          </p:nvPr>
        </p:nvCxnSpPr>
        <p:spPr>
          <a:xfrm>
            <a:off x="5403864" y="5380433"/>
            <a:ext cx="1835245" cy="15419"/>
          </a:xfrm>
          <a:prstGeom prst="straightConnector1">
            <a:avLst/>
          </a:prstGeom>
          <a:ln w="25400">
            <a:solidFill>
              <a:schemeClr val="accent5">
                <a:lumMod val="75000"/>
              </a:schemeClr>
            </a:solidFill>
            <a:tailEnd type="arrow"/>
          </a:ln>
        </p:spPr>
        <p:style>
          <a:lnRef idx="1">
            <a:schemeClr val="accent3"/>
          </a:lnRef>
          <a:fillRef idx="2">
            <a:schemeClr val="accent3"/>
          </a:fillRef>
          <a:effectRef idx="1">
            <a:schemeClr val="accent3"/>
          </a:effectRef>
          <a:fontRef idx="minor">
            <a:schemeClr val="dk1"/>
          </a:fontRef>
        </p:style>
      </p:cxnSp>
      <p:sp>
        <p:nvSpPr>
          <p:cNvPr id="6" name="ZoneTexte 5">
            <a:extLst>
              <a:ext uri="{FF2B5EF4-FFF2-40B4-BE49-F238E27FC236}">
                <a16:creationId xmlns:a16="http://schemas.microsoft.com/office/drawing/2014/main" id="{B44174E8-088C-5596-AE0D-24A1904A1293}"/>
              </a:ext>
            </a:extLst>
          </p:cNvPr>
          <p:cNvSpPr txBox="1"/>
          <p:nvPr/>
        </p:nvSpPr>
        <p:spPr>
          <a:xfrm>
            <a:off x="9966933" y="1018752"/>
            <a:ext cx="1423788" cy="338554"/>
          </a:xfrm>
          <a:prstGeom prst="rect">
            <a:avLst/>
          </a:prstGeom>
          <a:noFill/>
        </p:spPr>
        <p:txBody>
          <a:bodyPr wrap="none" rtlCol="0">
            <a:spAutoFit/>
          </a:bodyPr>
          <a:lstStyle/>
          <a:p>
            <a:r>
              <a:rPr lang="fr-FR" sz="1600" b="1" dirty="0">
                <a:cs typeface="Arial" panose="020B0604020202020204" pitchFamily="34" charset="0"/>
              </a:rPr>
              <a:t>USE CASES </a:t>
            </a:r>
          </a:p>
        </p:txBody>
      </p:sp>
      <p:sp>
        <p:nvSpPr>
          <p:cNvPr id="7" name="Rectangle : coins arrondis 6">
            <a:extLst>
              <a:ext uri="{FF2B5EF4-FFF2-40B4-BE49-F238E27FC236}">
                <a16:creationId xmlns:a16="http://schemas.microsoft.com/office/drawing/2014/main" id="{E5703929-26FE-2E85-7749-A7ED2CCA70EB}"/>
              </a:ext>
            </a:extLst>
          </p:cNvPr>
          <p:cNvSpPr/>
          <p:nvPr/>
        </p:nvSpPr>
        <p:spPr>
          <a:xfrm>
            <a:off x="9276157" y="922713"/>
            <a:ext cx="2805340" cy="5573326"/>
          </a:xfrm>
          <a:prstGeom prst="round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9" name="Connecteur droit 8">
            <a:extLst>
              <a:ext uri="{FF2B5EF4-FFF2-40B4-BE49-F238E27FC236}">
                <a16:creationId xmlns:a16="http://schemas.microsoft.com/office/drawing/2014/main" id="{B04C5DA0-7D90-2E09-AE9C-59908F4A8A8C}"/>
              </a:ext>
            </a:extLst>
          </p:cNvPr>
          <p:cNvCxnSpPr>
            <a:cxnSpLocks/>
          </p:cNvCxnSpPr>
          <p:nvPr/>
        </p:nvCxnSpPr>
        <p:spPr>
          <a:xfrm>
            <a:off x="9420779" y="3891515"/>
            <a:ext cx="2516097"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6CB6AA4B-C3E3-9D6A-A801-72BFDCF1C511}"/>
              </a:ext>
            </a:extLst>
          </p:cNvPr>
          <p:cNvSpPr txBox="1"/>
          <p:nvPr/>
        </p:nvSpPr>
        <p:spPr>
          <a:xfrm>
            <a:off x="9351925" y="1509243"/>
            <a:ext cx="2537238" cy="2062103"/>
          </a:xfrm>
          <a:prstGeom prst="rect">
            <a:avLst/>
          </a:prstGeom>
          <a:noFill/>
        </p:spPr>
        <p:txBody>
          <a:bodyPr wrap="square" rtlCol="0">
            <a:spAutoFit/>
          </a:bodyPr>
          <a:lstStyle/>
          <a:p>
            <a:pPr marL="285750" indent="-285750">
              <a:buSzPct val="100000"/>
              <a:buFont typeface="Arial" panose="020B0604020202020204" pitchFamily="34" charset="0"/>
              <a:buChar char="•"/>
            </a:pPr>
            <a:r>
              <a:rPr lang="fr-FR" sz="1600" dirty="0">
                <a:latin typeface="Arial" panose="020B0604020202020204" pitchFamily="34" charset="0"/>
                <a:cs typeface="Arial" panose="020B0604020202020204" pitchFamily="34" charset="0"/>
              </a:rPr>
              <a:t> Cas d'utilisation liés aux finances (ex. cours de bourse).</a:t>
            </a:r>
          </a:p>
          <a:p>
            <a:pPr marL="285750" indent="-285750">
              <a:buSzPct val="100000"/>
              <a:buFont typeface="Arial" panose="020B0604020202020204" pitchFamily="34" charset="0"/>
              <a:buChar char="•"/>
            </a:pPr>
            <a:endParaRPr lang="fr-FR" sz="1600" dirty="0">
              <a:latin typeface="Arial" panose="020B0604020202020204" pitchFamily="34" charset="0"/>
              <a:cs typeface="Arial" panose="020B0604020202020204" pitchFamily="34" charset="0"/>
            </a:endParaRPr>
          </a:p>
          <a:p>
            <a:pPr marL="285750" indent="-285750">
              <a:buSzPct val="100000"/>
              <a:buFont typeface="Arial" panose="020B0604020202020204" pitchFamily="34" charset="0"/>
              <a:buChar char="•"/>
            </a:pPr>
            <a:r>
              <a:rPr lang="fr-FR" sz="1600" dirty="0">
                <a:latin typeface="Arial" panose="020B0604020202020204" pitchFamily="34" charset="0"/>
                <a:cs typeface="Arial" panose="020B0604020202020204" pitchFamily="34" charset="0"/>
              </a:rPr>
              <a:t>Particulièrement important lorsque la duplication n'est pas acceptable.</a:t>
            </a:r>
          </a:p>
        </p:txBody>
      </p:sp>
      <p:sp>
        <p:nvSpPr>
          <p:cNvPr id="13" name="ZoneTexte 12">
            <a:extLst>
              <a:ext uri="{FF2B5EF4-FFF2-40B4-BE49-F238E27FC236}">
                <a16:creationId xmlns:a16="http://schemas.microsoft.com/office/drawing/2014/main" id="{7921A6E9-5E6D-F799-495A-95D53F9FBE78}"/>
              </a:ext>
            </a:extLst>
          </p:cNvPr>
          <p:cNvSpPr txBox="1"/>
          <p:nvPr/>
        </p:nvSpPr>
        <p:spPr>
          <a:xfrm>
            <a:off x="9351925" y="4112174"/>
            <a:ext cx="2632663" cy="1569660"/>
          </a:xfrm>
          <a:prstGeom prst="rect">
            <a:avLst/>
          </a:prstGeom>
          <a:noFill/>
        </p:spPr>
        <p:txBody>
          <a:bodyPr wrap="square" rtlCol="0">
            <a:spAutoFit/>
          </a:bodyPr>
          <a:lstStyle/>
          <a:p>
            <a:pPr marL="285750" indent="-285750">
              <a:buSzPct val="100000"/>
              <a:buFont typeface="Arial" panose="020B0604020202020204" pitchFamily="34" charset="0"/>
              <a:buChar char="•"/>
            </a:pPr>
            <a:r>
              <a:rPr lang="fr-FR" sz="1600">
                <a:latin typeface="Arial" panose="020B0604020202020204" pitchFamily="34" charset="0"/>
                <a:cs typeface="Arial" panose="020B0604020202020204" pitchFamily="34" charset="0"/>
              </a:rPr>
              <a:t>Utilisé lorsque la duplication de données ne pose pas problème. Par exemple, si chaque message possède une clé unique</a:t>
            </a:r>
          </a:p>
        </p:txBody>
      </p:sp>
      <p:sp>
        <p:nvSpPr>
          <p:cNvPr id="10" name="Forme libre 101">
            <a:extLst>
              <a:ext uri="{FF2B5EF4-FFF2-40B4-BE49-F238E27FC236}">
                <a16:creationId xmlns:a16="http://schemas.microsoft.com/office/drawing/2014/main" id="{C0F82688-92B4-F640-ADE8-5ADFA10E9DD8}"/>
              </a:ext>
            </a:extLst>
          </p:cNvPr>
          <p:cNvSpPr>
            <a:spLocks noChangeAspect="1"/>
          </p:cNvSpPr>
          <p:nvPr/>
        </p:nvSpPr>
        <p:spPr>
          <a:xfrm>
            <a:off x="2562375" y="5069513"/>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C5BF"/>
          </a:solidFill>
          <a:ln w="2191" cap="flat">
            <a:noFill/>
            <a:prstDash val="solid"/>
            <a:miter/>
          </a:ln>
        </p:spPr>
        <p:txBody>
          <a:bodyPr rtlCol="0" anchor="ctr"/>
          <a:lstStyle/>
          <a:p>
            <a:endParaRPr lang="fr-FR"/>
          </a:p>
        </p:txBody>
      </p:sp>
      <p:sp>
        <p:nvSpPr>
          <p:cNvPr id="14" name="Forme libre 101">
            <a:extLst>
              <a:ext uri="{FF2B5EF4-FFF2-40B4-BE49-F238E27FC236}">
                <a16:creationId xmlns:a16="http://schemas.microsoft.com/office/drawing/2014/main" id="{62127CBA-7B29-DF19-5EB0-F745DAD22AFA}"/>
              </a:ext>
            </a:extLst>
          </p:cNvPr>
          <p:cNvSpPr>
            <a:spLocks noChangeAspect="1"/>
          </p:cNvSpPr>
          <p:nvPr/>
        </p:nvSpPr>
        <p:spPr>
          <a:xfrm>
            <a:off x="4618721" y="5800494"/>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C5BF"/>
          </a:solidFill>
          <a:ln w="2191" cap="flat">
            <a:noFill/>
            <a:prstDash val="solid"/>
            <a:miter/>
          </a:ln>
        </p:spPr>
        <p:txBody>
          <a:bodyPr rtlCol="0" anchor="ctr"/>
          <a:lstStyle/>
          <a:p>
            <a:endParaRPr lang="fr-FR"/>
          </a:p>
        </p:txBody>
      </p:sp>
      <p:sp>
        <p:nvSpPr>
          <p:cNvPr id="15" name="Forme libre 101">
            <a:extLst>
              <a:ext uri="{FF2B5EF4-FFF2-40B4-BE49-F238E27FC236}">
                <a16:creationId xmlns:a16="http://schemas.microsoft.com/office/drawing/2014/main" id="{385F14C9-4716-7D33-4998-32FD41DE93C6}"/>
              </a:ext>
            </a:extLst>
          </p:cNvPr>
          <p:cNvSpPr>
            <a:spLocks noChangeAspect="1"/>
          </p:cNvSpPr>
          <p:nvPr/>
        </p:nvSpPr>
        <p:spPr>
          <a:xfrm>
            <a:off x="6093942" y="4687653"/>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C5BF"/>
          </a:solidFill>
          <a:ln w="2191" cap="flat">
            <a:noFill/>
            <a:prstDash val="solid"/>
            <a:miter/>
          </a:ln>
        </p:spPr>
        <p:txBody>
          <a:bodyPr rtlCol="0" anchor="ctr"/>
          <a:lstStyle/>
          <a:p>
            <a:endParaRPr lang="fr-FR"/>
          </a:p>
        </p:txBody>
      </p:sp>
      <p:sp>
        <p:nvSpPr>
          <p:cNvPr id="16" name="Forme libre 101">
            <a:extLst>
              <a:ext uri="{FF2B5EF4-FFF2-40B4-BE49-F238E27FC236}">
                <a16:creationId xmlns:a16="http://schemas.microsoft.com/office/drawing/2014/main" id="{20441459-D886-302D-44A3-93B60B21AAF0}"/>
              </a:ext>
            </a:extLst>
          </p:cNvPr>
          <p:cNvSpPr>
            <a:spLocks noChangeAspect="1"/>
          </p:cNvSpPr>
          <p:nvPr/>
        </p:nvSpPr>
        <p:spPr>
          <a:xfrm>
            <a:off x="2574454" y="5060404"/>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5">
              <a:lumMod val="75000"/>
            </a:schemeClr>
          </a:solidFill>
          <a:ln w="2191" cap="flat">
            <a:noFill/>
            <a:prstDash val="solid"/>
            <a:miter/>
          </a:ln>
        </p:spPr>
        <p:txBody>
          <a:bodyPr rtlCol="0" anchor="ctr"/>
          <a:lstStyle/>
          <a:p>
            <a:endParaRPr lang="fr-FR"/>
          </a:p>
        </p:txBody>
      </p:sp>
      <p:sp>
        <p:nvSpPr>
          <p:cNvPr id="17" name="Forme libre 101">
            <a:extLst>
              <a:ext uri="{FF2B5EF4-FFF2-40B4-BE49-F238E27FC236}">
                <a16:creationId xmlns:a16="http://schemas.microsoft.com/office/drawing/2014/main" id="{CAE65624-DDA9-BD8F-9A46-6AB417D24126}"/>
              </a:ext>
            </a:extLst>
          </p:cNvPr>
          <p:cNvSpPr>
            <a:spLocks noChangeAspect="1"/>
          </p:cNvSpPr>
          <p:nvPr/>
        </p:nvSpPr>
        <p:spPr>
          <a:xfrm>
            <a:off x="4213180" y="5798632"/>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5">
              <a:lumMod val="75000"/>
            </a:schemeClr>
          </a:solidFill>
          <a:ln w="2191" cap="flat">
            <a:noFill/>
            <a:prstDash val="solid"/>
            <a:miter/>
          </a:ln>
        </p:spPr>
        <p:txBody>
          <a:bodyPr rtlCol="0" anchor="ctr"/>
          <a:lstStyle/>
          <a:p>
            <a:endParaRPr lang="fr-FR"/>
          </a:p>
        </p:txBody>
      </p:sp>
      <p:sp>
        <p:nvSpPr>
          <p:cNvPr id="18" name="Forme libre 101">
            <a:extLst>
              <a:ext uri="{FF2B5EF4-FFF2-40B4-BE49-F238E27FC236}">
                <a16:creationId xmlns:a16="http://schemas.microsoft.com/office/drawing/2014/main" id="{728364BB-0D15-0792-CE96-4EBD9F3A3EB8}"/>
              </a:ext>
            </a:extLst>
          </p:cNvPr>
          <p:cNvSpPr>
            <a:spLocks noChangeAspect="1"/>
          </p:cNvSpPr>
          <p:nvPr/>
        </p:nvSpPr>
        <p:spPr>
          <a:xfrm>
            <a:off x="6093941" y="5514893"/>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5">
              <a:lumMod val="75000"/>
            </a:schemeClr>
          </a:solidFill>
          <a:ln w="2191" cap="flat">
            <a:noFill/>
            <a:prstDash val="solid"/>
            <a:miter/>
          </a:ln>
        </p:spPr>
        <p:txBody>
          <a:bodyPr rtlCol="0" anchor="ctr"/>
          <a:lstStyle/>
          <a:p>
            <a:endParaRPr lang="fr-FR"/>
          </a:p>
        </p:txBody>
      </p:sp>
      <p:cxnSp>
        <p:nvCxnSpPr>
          <p:cNvPr id="21" name="Connecteur droit avec flèche 20">
            <a:extLst>
              <a:ext uri="{FF2B5EF4-FFF2-40B4-BE49-F238E27FC236}">
                <a16:creationId xmlns:a16="http://schemas.microsoft.com/office/drawing/2014/main" id="{5591DCA2-80C0-9140-AB3C-AAA7744AB623}"/>
              </a:ext>
            </a:extLst>
          </p:cNvPr>
          <p:cNvCxnSpPr/>
          <p:nvPr>
            <p:custDataLst>
              <p:tags r:id="rId11"/>
            </p:custDataLst>
          </p:nvPr>
        </p:nvCxnSpPr>
        <p:spPr>
          <a:xfrm>
            <a:off x="1983132" y="5380432"/>
            <a:ext cx="1479122" cy="1"/>
          </a:xfrm>
          <a:prstGeom prst="straightConnector1">
            <a:avLst/>
          </a:prstGeom>
          <a:ln w="25400">
            <a:solidFill>
              <a:schemeClr val="accent5">
                <a:lumMod val="75000"/>
              </a:schemeClr>
            </a:solidFill>
            <a:tailEnd type="arrow"/>
          </a:ln>
        </p:spPr>
        <p:style>
          <a:lnRef idx="1">
            <a:schemeClr val="accent3"/>
          </a:lnRef>
          <a:fillRef idx="2">
            <a:schemeClr val="accent3"/>
          </a:fillRef>
          <a:effectRef idx="1">
            <a:schemeClr val="accent3"/>
          </a:effectRef>
          <a:fontRef idx="minor">
            <a:schemeClr val="dk1"/>
          </a:fontRef>
        </p:style>
      </p:cxnSp>
      <p:sp>
        <p:nvSpPr>
          <p:cNvPr id="20" name="Ellipse 19">
            <a:extLst>
              <a:ext uri="{FF2B5EF4-FFF2-40B4-BE49-F238E27FC236}">
                <a16:creationId xmlns:a16="http://schemas.microsoft.com/office/drawing/2014/main" id="{7999B362-2C8E-16DA-5C10-9236A74902CD}"/>
              </a:ext>
            </a:extLst>
          </p:cNvPr>
          <p:cNvSpPr/>
          <p:nvPr/>
        </p:nvSpPr>
        <p:spPr>
          <a:xfrm>
            <a:off x="6503530" y="5030596"/>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2</a:t>
            </a:r>
          </a:p>
        </p:txBody>
      </p:sp>
      <p:sp>
        <p:nvSpPr>
          <p:cNvPr id="22" name="Ellipse 21">
            <a:extLst>
              <a:ext uri="{FF2B5EF4-FFF2-40B4-BE49-F238E27FC236}">
                <a16:creationId xmlns:a16="http://schemas.microsoft.com/office/drawing/2014/main" id="{4503AEE9-9065-7A9F-2812-92BC773E060C}"/>
              </a:ext>
            </a:extLst>
          </p:cNvPr>
          <p:cNvSpPr/>
          <p:nvPr/>
        </p:nvSpPr>
        <p:spPr>
          <a:xfrm>
            <a:off x="3023790" y="4690613"/>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23" name="Rectangle : coins arrondis 22">
            <a:extLst>
              <a:ext uri="{FF2B5EF4-FFF2-40B4-BE49-F238E27FC236}">
                <a16:creationId xmlns:a16="http://schemas.microsoft.com/office/drawing/2014/main" id="{29033E47-B53E-BB9A-57DC-E07FDC8880EA}"/>
              </a:ext>
            </a:extLst>
          </p:cNvPr>
          <p:cNvSpPr/>
          <p:nvPr/>
        </p:nvSpPr>
        <p:spPr>
          <a:xfrm>
            <a:off x="7113302" y="742950"/>
            <a:ext cx="1942097" cy="2223535"/>
          </a:xfrm>
          <a:prstGeom prst="roundRect">
            <a:avLst/>
          </a:prstGeom>
          <a:noFill/>
          <a:ln>
            <a:solidFill>
              <a:schemeClr val="tx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400" dirty="0">
                <a:solidFill>
                  <a:schemeClr val="tx1"/>
                </a:solidFill>
              </a:rPr>
              <a:t>Groupe de consommateur</a:t>
            </a:r>
          </a:p>
        </p:txBody>
      </p:sp>
      <p:cxnSp>
        <p:nvCxnSpPr>
          <p:cNvPr id="24" name="Connecteur droit 23">
            <a:extLst>
              <a:ext uri="{FF2B5EF4-FFF2-40B4-BE49-F238E27FC236}">
                <a16:creationId xmlns:a16="http://schemas.microsoft.com/office/drawing/2014/main" id="{FEA68D06-9C2B-2E77-CD5E-F8CB535A14E4}"/>
              </a:ext>
            </a:extLst>
          </p:cNvPr>
          <p:cNvCxnSpPr>
            <a:cxnSpLocks/>
          </p:cNvCxnSpPr>
          <p:nvPr/>
        </p:nvCxnSpPr>
        <p:spPr>
          <a:xfrm>
            <a:off x="337932" y="3891515"/>
            <a:ext cx="8793368"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5" name="ZoneTexte 24">
            <a:extLst>
              <a:ext uri="{FF2B5EF4-FFF2-40B4-BE49-F238E27FC236}">
                <a16:creationId xmlns:a16="http://schemas.microsoft.com/office/drawing/2014/main" id="{4327AF75-71DA-39E1-32E2-A6AE84F1ACFF}"/>
              </a:ext>
            </a:extLst>
          </p:cNvPr>
          <p:cNvSpPr txBox="1"/>
          <p:nvPr>
            <p:custDataLst>
              <p:tags r:id="rId12"/>
            </p:custDataLst>
          </p:nvPr>
        </p:nvSpPr>
        <p:spPr>
          <a:xfrm>
            <a:off x="3277568" y="1082572"/>
            <a:ext cx="2736304" cy="261610"/>
          </a:xfrm>
          <a:prstGeom prst="rect">
            <a:avLst/>
          </a:prstGeom>
          <a:noFill/>
        </p:spPr>
        <p:txBody>
          <a:bodyPr wrap="square" rtlCol="0">
            <a:spAutoFit/>
          </a:bodyPr>
          <a:lstStyle/>
          <a:p>
            <a:pPr algn="ctr"/>
            <a:r>
              <a:rPr lang="fr-FR" sz="1100" b="1" spc="300"/>
              <a:t>EXACTLY ONCE</a:t>
            </a:r>
          </a:p>
        </p:txBody>
      </p:sp>
      <p:sp>
        <p:nvSpPr>
          <p:cNvPr id="26" name="ZoneTexte 25">
            <a:extLst>
              <a:ext uri="{FF2B5EF4-FFF2-40B4-BE49-F238E27FC236}">
                <a16:creationId xmlns:a16="http://schemas.microsoft.com/office/drawing/2014/main" id="{3E0F905F-AB8A-A944-2116-426112E8A05F}"/>
              </a:ext>
            </a:extLst>
          </p:cNvPr>
          <p:cNvSpPr txBox="1"/>
          <p:nvPr>
            <p:custDataLst>
              <p:tags r:id="rId13"/>
            </p:custDataLst>
          </p:nvPr>
        </p:nvSpPr>
        <p:spPr>
          <a:xfrm>
            <a:off x="1286013" y="3063787"/>
            <a:ext cx="2873359" cy="584775"/>
          </a:xfrm>
          <a:prstGeom prst="rect">
            <a:avLst/>
          </a:prstGeom>
          <a:noFill/>
        </p:spPr>
        <p:txBody>
          <a:bodyPr wrap="square" rtlCol="0">
            <a:spAutoFit/>
          </a:bodyPr>
          <a:lstStyle>
            <a:defPPr>
              <a:defRPr lang="fr-FR"/>
            </a:defPPr>
            <a:lvl1pPr algn="ctr">
              <a:buClr>
                <a:schemeClr val="accent3"/>
              </a:buClr>
              <a:defRPr sz="1600">
                <a:solidFill>
                  <a:schemeClr val="accent3"/>
                </a:solidFill>
              </a:defRPr>
            </a:lvl1pPr>
          </a:lstStyle>
          <a:p>
            <a:r>
              <a:rPr lang="fr-FR"/>
              <a:t>Garantit le traitement unique d’un message</a:t>
            </a:r>
          </a:p>
        </p:txBody>
      </p:sp>
      <p:sp>
        <p:nvSpPr>
          <p:cNvPr id="27" name="ZoneTexte 26">
            <a:extLst>
              <a:ext uri="{FF2B5EF4-FFF2-40B4-BE49-F238E27FC236}">
                <a16:creationId xmlns:a16="http://schemas.microsoft.com/office/drawing/2014/main" id="{112C4449-5166-C488-4861-B0EBC638A311}"/>
              </a:ext>
            </a:extLst>
          </p:cNvPr>
          <p:cNvSpPr txBox="1"/>
          <p:nvPr>
            <p:custDataLst>
              <p:tags r:id="rId14"/>
            </p:custDataLst>
          </p:nvPr>
        </p:nvSpPr>
        <p:spPr>
          <a:xfrm>
            <a:off x="3933796" y="2974002"/>
            <a:ext cx="3068877" cy="830997"/>
          </a:xfrm>
          <a:prstGeom prst="rect">
            <a:avLst/>
          </a:prstGeom>
          <a:noFill/>
        </p:spPr>
        <p:txBody>
          <a:bodyPr wrap="square" rtlCol="0">
            <a:spAutoFit/>
          </a:bodyPr>
          <a:lstStyle>
            <a:defPPr>
              <a:defRPr lang="fr-FR"/>
            </a:defPPr>
            <a:lvl1pPr algn="ctr">
              <a:defRPr sz="1600">
                <a:solidFill>
                  <a:schemeClr val="accent1"/>
                </a:solidFill>
              </a:defRPr>
            </a:lvl1pPr>
          </a:lstStyle>
          <a:p>
            <a:r>
              <a:rPr lang="fr-FR" dirty="0"/>
              <a:t>Empêche la diffusion </a:t>
            </a:r>
          </a:p>
          <a:p>
            <a:r>
              <a:rPr lang="fr-FR" dirty="0"/>
              <a:t>d’un message à d’autres consommateurs</a:t>
            </a:r>
          </a:p>
        </p:txBody>
      </p:sp>
      <p:sp>
        <p:nvSpPr>
          <p:cNvPr id="28" name="Organigramme : Stockage à accès direct 27">
            <a:extLst>
              <a:ext uri="{FF2B5EF4-FFF2-40B4-BE49-F238E27FC236}">
                <a16:creationId xmlns:a16="http://schemas.microsoft.com/office/drawing/2014/main" id="{AB80C156-B093-6D97-5896-065BAA2EC2BD}"/>
              </a:ext>
            </a:extLst>
          </p:cNvPr>
          <p:cNvSpPr/>
          <p:nvPr>
            <p:custDataLst>
              <p:tags r:id="rId15"/>
            </p:custDataLst>
          </p:nvPr>
        </p:nvSpPr>
        <p:spPr>
          <a:xfrm>
            <a:off x="3462254" y="2262839"/>
            <a:ext cx="1941610" cy="618509"/>
          </a:xfrm>
          <a:prstGeom prst="flowChartMagneticDrum">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600"/>
          </a:p>
        </p:txBody>
      </p:sp>
      <p:sp>
        <p:nvSpPr>
          <p:cNvPr id="29" name="Rectangle 28">
            <a:extLst>
              <a:ext uri="{FF2B5EF4-FFF2-40B4-BE49-F238E27FC236}">
                <a16:creationId xmlns:a16="http://schemas.microsoft.com/office/drawing/2014/main" id="{7C7CB976-FDA7-D7A4-E58B-5080A5D2F44C}"/>
              </a:ext>
            </a:extLst>
          </p:cNvPr>
          <p:cNvSpPr/>
          <p:nvPr>
            <p:custDataLst>
              <p:tags r:id="rId16"/>
            </p:custDataLst>
          </p:nvPr>
        </p:nvSpPr>
        <p:spPr>
          <a:xfrm>
            <a:off x="337932" y="2262838"/>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sp>
        <p:nvSpPr>
          <p:cNvPr id="30" name="Rectangle 29">
            <a:extLst>
              <a:ext uri="{FF2B5EF4-FFF2-40B4-BE49-F238E27FC236}">
                <a16:creationId xmlns:a16="http://schemas.microsoft.com/office/drawing/2014/main" id="{A231DE39-201E-E9CB-478B-E3F56A3C4959}"/>
              </a:ext>
            </a:extLst>
          </p:cNvPr>
          <p:cNvSpPr/>
          <p:nvPr>
            <p:custDataLst>
              <p:tags r:id="rId17"/>
            </p:custDataLst>
          </p:nvPr>
        </p:nvSpPr>
        <p:spPr>
          <a:xfrm>
            <a:off x="7261818" y="2262838"/>
            <a:ext cx="1645067"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Consommateur</a:t>
            </a:r>
          </a:p>
        </p:txBody>
      </p:sp>
      <p:cxnSp>
        <p:nvCxnSpPr>
          <p:cNvPr id="31" name="Connecteur droit avec flèche 30">
            <a:extLst>
              <a:ext uri="{FF2B5EF4-FFF2-40B4-BE49-F238E27FC236}">
                <a16:creationId xmlns:a16="http://schemas.microsoft.com/office/drawing/2014/main" id="{DCCB82C4-126D-161D-489E-AAA44F134D0C}"/>
              </a:ext>
            </a:extLst>
          </p:cNvPr>
          <p:cNvCxnSpPr>
            <a:stCxn id="29" idx="3"/>
            <a:endCxn id="28" idx="1"/>
          </p:cNvCxnSpPr>
          <p:nvPr>
            <p:custDataLst>
              <p:tags r:id="rId18"/>
            </p:custDataLst>
          </p:nvPr>
        </p:nvCxnSpPr>
        <p:spPr>
          <a:xfrm>
            <a:off x="1983132" y="2572093"/>
            <a:ext cx="1479122" cy="1"/>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cxnSp>
        <p:nvCxnSpPr>
          <p:cNvPr id="32" name="Connecteur droit avec flèche 31">
            <a:extLst>
              <a:ext uri="{FF2B5EF4-FFF2-40B4-BE49-F238E27FC236}">
                <a16:creationId xmlns:a16="http://schemas.microsoft.com/office/drawing/2014/main" id="{7B3D00A4-BBDA-5BD6-9DAD-A3AC1B5627C5}"/>
              </a:ext>
            </a:extLst>
          </p:cNvPr>
          <p:cNvCxnSpPr>
            <a:cxnSpLocks/>
            <a:stCxn id="28" idx="4"/>
            <a:endCxn id="33" idx="1"/>
          </p:cNvCxnSpPr>
          <p:nvPr>
            <p:custDataLst>
              <p:tags r:id="rId19"/>
            </p:custDataLst>
          </p:nvPr>
        </p:nvCxnSpPr>
        <p:spPr>
          <a:xfrm flipV="1">
            <a:off x="5403864" y="1728687"/>
            <a:ext cx="1857954" cy="843407"/>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sp>
        <p:nvSpPr>
          <p:cNvPr id="33" name="Rectangle 32">
            <a:extLst>
              <a:ext uri="{FF2B5EF4-FFF2-40B4-BE49-F238E27FC236}">
                <a16:creationId xmlns:a16="http://schemas.microsoft.com/office/drawing/2014/main" id="{3753E339-D370-76DE-B367-BBAAF7006E0D}"/>
              </a:ext>
            </a:extLst>
          </p:cNvPr>
          <p:cNvSpPr/>
          <p:nvPr>
            <p:custDataLst>
              <p:tags r:id="rId20"/>
            </p:custDataLst>
          </p:nvPr>
        </p:nvSpPr>
        <p:spPr>
          <a:xfrm>
            <a:off x="7261818" y="1419432"/>
            <a:ext cx="1645067"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Consommateur</a:t>
            </a:r>
          </a:p>
        </p:txBody>
      </p:sp>
      <p:cxnSp>
        <p:nvCxnSpPr>
          <p:cNvPr id="34" name="Connecteur droit avec flèche 33">
            <a:extLst>
              <a:ext uri="{FF2B5EF4-FFF2-40B4-BE49-F238E27FC236}">
                <a16:creationId xmlns:a16="http://schemas.microsoft.com/office/drawing/2014/main" id="{C633F55B-9D4B-D3A8-66C1-7CCEDF9B1E64}"/>
              </a:ext>
            </a:extLst>
          </p:cNvPr>
          <p:cNvCxnSpPr>
            <a:cxnSpLocks/>
            <a:stCxn id="28" idx="4"/>
            <a:endCxn id="30" idx="1"/>
          </p:cNvCxnSpPr>
          <p:nvPr>
            <p:custDataLst>
              <p:tags r:id="rId21"/>
            </p:custDataLst>
          </p:nvPr>
        </p:nvCxnSpPr>
        <p:spPr>
          <a:xfrm flipV="1">
            <a:off x="5403864" y="2572093"/>
            <a:ext cx="1857954" cy="1"/>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sp>
        <p:nvSpPr>
          <p:cNvPr id="35" name="Multiplier 33">
            <a:extLst>
              <a:ext uri="{FF2B5EF4-FFF2-40B4-BE49-F238E27FC236}">
                <a16:creationId xmlns:a16="http://schemas.microsoft.com/office/drawing/2014/main" id="{E12EAF69-6258-0C35-2B45-360EB3142BA3}"/>
              </a:ext>
            </a:extLst>
          </p:cNvPr>
          <p:cNvSpPr/>
          <p:nvPr>
            <p:custDataLst>
              <p:tags r:id="rId22"/>
            </p:custDataLst>
          </p:nvPr>
        </p:nvSpPr>
        <p:spPr>
          <a:xfrm>
            <a:off x="6440523" y="2286922"/>
            <a:ext cx="797212" cy="594426"/>
          </a:xfrm>
          <a:prstGeom prst="mathMultiply">
            <a:avLst/>
          </a:prstGeom>
          <a:solidFill>
            <a:schemeClr val="accent1">
              <a:alpha val="54902"/>
            </a:schemeClr>
          </a:solidFill>
          <a:ln>
            <a:solidFill>
              <a:schemeClr val="accent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sz="1600"/>
          </a:p>
        </p:txBody>
      </p:sp>
      <p:sp>
        <p:nvSpPr>
          <p:cNvPr id="36" name="Forme libre 101">
            <a:extLst>
              <a:ext uri="{FF2B5EF4-FFF2-40B4-BE49-F238E27FC236}">
                <a16:creationId xmlns:a16="http://schemas.microsoft.com/office/drawing/2014/main" id="{56FE640C-CB68-708F-8A1F-697FECB7CC31}"/>
              </a:ext>
            </a:extLst>
          </p:cNvPr>
          <p:cNvSpPr>
            <a:spLocks noChangeAspect="1"/>
          </p:cNvSpPr>
          <p:nvPr/>
        </p:nvSpPr>
        <p:spPr>
          <a:xfrm>
            <a:off x="2562375" y="2288238"/>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37" name="Forme libre 101">
            <a:extLst>
              <a:ext uri="{FF2B5EF4-FFF2-40B4-BE49-F238E27FC236}">
                <a16:creationId xmlns:a16="http://schemas.microsoft.com/office/drawing/2014/main" id="{515A2437-7E2D-D019-D6DD-6C4B9CCA70F9}"/>
              </a:ext>
            </a:extLst>
          </p:cNvPr>
          <p:cNvSpPr>
            <a:spLocks noChangeAspect="1"/>
          </p:cNvSpPr>
          <p:nvPr/>
        </p:nvSpPr>
        <p:spPr>
          <a:xfrm>
            <a:off x="6093943" y="1869632"/>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38" name="Ellipse 37">
            <a:extLst>
              <a:ext uri="{FF2B5EF4-FFF2-40B4-BE49-F238E27FC236}">
                <a16:creationId xmlns:a16="http://schemas.microsoft.com/office/drawing/2014/main" id="{B836FEF4-A8AB-4F1B-EED4-DF76445D2D99}"/>
              </a:ext>
            </a:extLst>
          </p:cNvPr>
          <p:cNvSpPr/>
          <p:nvPr/>
        </p:nvSpPr>
        <p:spPr>
          <a:xfrm>
            <a:off x="5531552" y="1843728"/>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40" name="Ellipse 39">
            <a:extLst>
              <a:ext uri="{FF2B5EF4-FFF2-40B4-BE49-F238E27FC236}">
                <a16:creationId xmlns:a16="http://schemas.microsoft.com/office/drawing/2014/main" id="{4F341560-A631-B2D9-8942-F88A5FB59793}"/>
              </a:ext>
            </a:extLst>
          </p:cNvPr>
          <p:cNvSpPr/>
          <p:nvPr/>
        </p:nvSpPr>
        <p:spPr>
          <a:xfrm>
            <a:off x="3098474" y="2045794"/>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41" name="Ellipse 40">
            <a:extLst>
              <a:ext uri="{FF2B5EF4-FFF2-40B4-BE49-F238E27FC236}">
                <a16:creationId xmlns:a16="http://schemas.microsoft.com/office/drawing/2014/main" id="{DE2AC95D-88DB-9247-43FF-613E0AC22150}"/>
              </a:ext>
            </a:extLst>
          </p:cNvPr>
          <p:cNvSpPr/>
          <p:nvPr/>
        </p:nvSpPr>
        <p:spPr>
          <a:xfrm>
            <a:off x="6694111" y="2080429"/>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42" name="Rectangle 41">
            <a:extLst>
              <a:ext uri="{FF2B5EF4-FFF2-40B4-BE49-F238E27FC236}">
                <a16:creationId xmlns:a16="http://schemas.microsoft.com/office/drawing/2014/main" id="{CA275499-5F27-7C71-76F8-2A42C75ABBB8}"/>
              </a:ext>
            </a:extLst>
          </p:cNvPr>
          <p:cNvSpPr/>
          <p:nvPr>
            <p:custDataLst>
              <p:tags r:id="rId23"/>
            </p:custDataLst>
          </p:nvPr>
        </p:nvSpPr>
        <p:spPr>
          <a:xfrm>
            <a:off x="7261818" y="3045914"/>
            <a:ext cx="1645067"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Consommateur</a:t>
            </a:r>
          </a:p>
        </p:txBody>
      </p:sp>
      <p:cxnSp>
        <p:nvCxnSpPr>
          <p:cNvPr id="43" name="Connecteur droit avec flèche 42">
            <a:extLst>
              <a:ext uri="{FF2B5EF4-FFF2-40B4-BE49-F238E27FC236}">
                <a16:creationId xmlns:a16="http://schemas.microsoft.com/office/drawing/2014/main" id="{1946EB5A-D2AF-9CB8-A4C9-AA72EEF61B8F}"/>
              </a:ext>
            </a:extLst>
          </p:cNvPr>
          <p:cNvCxnSpPr>
            <a:cxnSpLocks/>
            <a:stCxn id="28" idx="4"/>
            <a:endCxn id="42" idx="1"/>
          </p:cNvCxnSpPr>
          <p:nvPr>
            <p:custDataLst>
              <p:tags r:id="rId24"/>
            </p:custDataLst>
          </p:nvPr>
        </p:nvCxnSpPr>
        <p:spPr>
          <a:xfrm>
            <a:off x="5403864" y="2572094"/>
            <a:ext cx="1857954" cy="783075"/>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sp>
        <p:nvSpPr>
          <p:cNvPr id="44" name="Forme libre 101">
            <a:extLst>
              <a:ext uri="{FF2B5EF4-FFF2-40B4-BE49-F238E27FC236}">
                <a16:creationId xmlns:a16="http://schemas.microsoft.com/office/drawing/2014/main" id="{3E4638A1-00DE-979F-FFDA-DBB4248C428B}"/>
              </a:ext>
            </a:extLst>
          </p:cNvPr>
          <p:cNvSpPr>
            <a:spLocks noChangeAspect="1"/>
          </p:cNvSpPr>
          <p:nvPr/>
        </p:nvSpPr>
        <p:spPr>
          <a:xfrm>
            <a:off x="6346243" y="2764779"/>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45" name="Rectangle : coins arrondis 44">
            <a:extLst>
              <a:ext uri="{FF2B5EF4-FFF2-40B4-BE49-F238E27FC236}">
                <a16:creationId xmlns:a16="http://schemas.microsoft.com/office/drawing/2014/main" id="{CCF68A87-0836-3D68-284C-1C87A66D2ADE}"/>
              </a:ext>
            </a:extLst>
          </p:cNvPr>
          <p:cNvSpPr/>
          <p:nvPr/>
        </p:nvSpPr>
        <p:spPr>
          <a:xfrm>
            <a:off x="7097170" y="2974002"/>
            <a:ext cx="1942097" cy="807996"/>
          </a:xfrm>
          <a:prstGeom prst="roundRect">
            <a:avLst/>
          </a:prstGeom>
          <a:noFill/>
          <a:ln>
            <a:solidFill>
              <a:schemeClr val="tx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sz="1400" dirty="0">
              <a:solidFill>
                <a:schemeClr val="tx1"/>
              </a:solidFill>
            </a:endParaRPr>
          </a:p>
        </p:txBody>
      </p:sp>
    </p:spTree>
    <p:extLst>
      <p:ext uri="{BB962C8B-B14F-4D97-AF65-F5344CB8AC3E}">
        <p14:creationId xmlns:p14="http://schemas.microsoft.com/office/powerpoint/2010/main" val="2275860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PATTERNS D’échange</a:t>
            </a:r>
          </a:p>
        </p:txBody>
      </p:sp>
      <p:sp>
        <p:nvSpPr>
          <p:cNvPr id="67" name="ZoneTexte 66">
            <a:extLst>
              <a:ext uri="{FF2B5EF4-FFF2-40B4-BE49-F238E27FC236}">
                <a16:creationId xmlns:a16="http://schemas.microsoft.com/office/drawing/2014/main" id="{2A3C1C7F-3026-80FA-7F3B-CE7916B48A7B}"/>
              </a:ext>
            </a:extLst>
          </p:cNvPr>
          <p:cNvSpPr txBox="1"/>
          <p:nvPr>
            <p:custDataLst>
              <p:tags r:id="rId1"/>
            </p:custDataLst>
          </p:nvPr>
        </p:nvSpPr>
        <p:spPr>
          <a:xfrm>
            <a:off x="4727848" y="1022691"/>
            <a:ext cx="2736304" cy="261610"/>
          </a:xfrm>
          <a:prstGeom prst="rect">
            <a:avLst/>
          </a:prstGeom>
          <a:noFill/>
        </p:spPr>
        <p:txBody>
          <a:bodyPr wrap="square" rtlCol="0">
            <a:spAutoFit/>
          </a:bodyPr>
          <a:lstStyle/>
          <a:p>
            <a:pPr algn="ctr"/>
            <a:r>
              <a:rPr lang="fr-FR" sz="1100" b="1" spc="300"/>
              <a:t>POINT À POINT</a:t>
            </a:r>
          </a:p>
        </p:txBody>
      </p:sp>
      <p:sp>
        <p:nvSpPr>
          <p:cNvPr id="57" name="Organigramme : Stockage à accès direct 56">
            <a:extLst>
              <a:ext uri="{FF2B5EF4-FFF2-40B4-BE49-F238E27FC236}">
                <a16:creationId xmlns:a16="http://schemas.microsoft.com/office/drawing/2014/main" id="{1CE18A5C-CA42-53CC-D6A7-4E57D88A90B7}"/>
              </a:ext>
            </a:extLst>
          </p:cNvPr>
          <p:cNvSpPr/>
          <p:nvPr>
            <p:custDataLst>
              <p:tags r:id="rId2"/>
            </p:custDataLst>
          </p:nvPr>
        </p:nvSpPr>
        <p:spPr>
          <a:xfrm>
            <a:off x="3984097" y="1779401"/>
            <a:ext cx="1085738" cy="618509"/>
          </a:xfrm>
          <a:prstGeom prst="flowChartMagneticDrum">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600"/>
          </a:p>
        </p:txBody>
      </p:sp>
      <p:sp>
        <p:nvSpPr>
          <p:cNvPr id="58" name="Rectangle 57">
            <a:extLst>
              <a:ext uri="{FF2B5EF4-FFF2-40B4-BE49-F238E27FC236}">
                <a16:creationId xmlns:a16="http://schemas.microsoft.com/office/drawing/2014/main" id="{8F6FB586-4976-3A4B-D94A-54479482762C}"/>
              </a:ext>
            </a:extLst>
          </p:cNvPr>
          <p:cNvSpPr/>
          <p:nvPr>
            <p:custDataLst>
              <p:tags r:id="rId3"/>
            </p:custDataLst>
          </p:nvPr>
        </p:nvSpPr>
        <p:spPr>
          <a:xfrm>
            <a:off x="337932" y="1779401"/>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cxnSp>
        <p:nvCxnSpPr>
          <p:cNvPr id="59" name="Connecteur droit avec flèche 58">
            <a:extLst>
              <a:ext uri="{FF2B5EF4-FFF2-40B4-BE49-F238E27FC236}">
                <a16:creationId xmlns:a16="http://schemas.microsoft.com/office/drawing/2014/main" id="{B03730B2-6664-A497-FA36-6A6D80298F41}"/>
              </a:ext>
            </a:extLst>
          </p:cNvPr>
          <p:cNvCxnSpPr>
            <a:cxnSpLocks/>
          </p:cNvCxnSpPr>
          <p:nvPr>
            <p:custDataLst>
              <p:tags r:id="rId4"/>
            </p:custDataLst>
          </p:nvPr>
        </p:nvCxnSpPr>
        <p:spPr>
          <a:xfrm>
            <a:off x="1983132" y="2088656"/>
            <a:ext cx="2000965" cy="0"/>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sp>
        <p:nvSpPr>
          <p:cNvPr id="60" name="Rectangle 59">
            <a:extLst>
              <a:ext uri="{FF2B5EF4-FFF2-40B4-BE49-F238E27FC236}">
                <a16:creationId xmlns:a16="http://schemas.microsoft.com/office/drawing/2014/main" id="{81031F7C-60F2-EEF5-A837-70B1137AEFF1}"/>
              </a:ext>
            </a:extLst>
          </p:cNvPr>
          <p:cNvSpPr/>
          <p:nvPr>
            <p:custDataLst>
              <p:tags r:id="rId5"/>
            </p:custDataLst>
          </p:nvPr>
        </p:nvSpPr>
        <p:spPr>
          <a:xfrm>
            <a:off x="7280070" y="1779401"/>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Consommateur</a:t>
            </a:r>
          </a:p>
        </p:txBody>
      </p:sp>
      <p:cxnSp>
        <p:nvCxnSpPr>
          <p:cNvPr id="61" name="Connecteur droit avec flèche 60">
            <a:extLst>
              <a:ext uri="{FF2B5EF4-FFF2-40B4-BE49-F238E27FC236}">
                <a16:creationId xmlns:a16="http://schemas.microsoft.com/office/drawing/2014/main" id="{8C3AA547-0880-F017-213B-FFDBA9FFE5E0}"/>
              </a:ext>
            </a:extLst>
          </p:cNvPr>
          <p:cNvCxnSpPr>
            <a:cxnSpLocks/>
          </p:cNvCxnSpPr>
          <p:nvPr>
            <p:custDataLst>
              <p:tags r:id="rId6"/>
            </p:custDataLst>
          </p:nvPr>
        </p:nvCxnSpPr>
        <p:spPr>
          <a:xfrm>
            <a:off x="5069835" y="2024261"/>
            <a:ext cx="2210236" cy="0"/>
          </a:xfrm>
          <a:prstGeom prst="straightConnector1">
            <a:avLst/>
          </a:prstGeom>
          <a:ln>
            <a:solidFill>
              <a:schemeClr val="tx2"/>
            </a:solidFill>
            <a:tailEnd type="arrow"/>
          </a:ln>
        </p:spPr>
        <p:style>
          <a:lnRef idx="1">
            <a:schemeClr val="accent3"/>
          </a:lnRef>
          <a:fillRef idx="2">
            <a:schemeClr val="accent3"/>
          </a:fillRef>
          <a:effectRef idx="1">
            <a:schemeClr val="accent3"/>
          </a:effectRef>
          <a:fontRef idx="minor">
            <a:schemeClr val="dk1"/>
          </a:fontRef>
        </p:style>
      </p:cxnSp>
      <p:sp>
        <p:nvSpPr>
          <p:cNvPr id="62" name="ZoneTexte 61">
            <a:extLst>
              <a:ext uri="{FF2B5EF4-FFF2-40B4-BE49-F238E27FC236}">
                <a16:creationId xmlns:a16="http://schemas.microsoft.com/office/drawing/2014/main" id="{B732B74D-E307-CCE3-4B1C-1F7B5BF51D70}"/>
              </a:ext>
            </a:extLst>
          </p:cNvPr>
          <p:cNvSpPr txBox="1"/>
          <p:nvPr>
            <p:custDataLst>
              <p:tags r:id="rId7"/>
            </p:custDataLst>
          </p:nvPr>
        </p:nvSpPr>
        <p:spPr>
          <a:xfrm>
            <a:off x="5480692" y="1706290"/>
            <a:ext cx="1388522" cy="307777"/>
          </a:xfrm>
          <a:prstGeom prst="rect">
            <a:avLst/>
          </a:prstGeom>
          <a:noFill/>
        </p:spPr>
        <p:txBody>
          <a:bodyPr wrap="none" rtlCol="0">
            <a:spAutoFit/>
          </a:bodyPr>
          <a:lstStyle/>
          <a:p>
            <a:r>
              <a:rPr lang="fr-FR" sz="1400"/>
              <a:t>Consommation</a:t>
            </a:r>
          </a:p>
        </p:txBody>
      </p:sp>
      <p:cxnSp>
        <p:nvCxnSpPr>
          <p:cNvPr id="63" name="Connecteur droit avec flèche 62">
            <a:extLst>
              <a:ext uri="{FF2B5EF4-FFF2-40B4-BE49-F238E27FC236}">
                <a16:creationId xmlns:a16="http://schemas.microsoft.com/office/drawing/2014/main" id="{8E53730F-5FC3-A605-5555-9A5B4D71B45C}"/>
              </a:ext>
            </a:extLst>
          </p:cNvPr>
          <p:cNvCxnSpPr/>
          <p:nvPr>
            <p:custDataLst>
              <p:tags r:id="rId8"/>
            </p:custDataLst>
          </p:nvPr>
        </p:nvCxnSpPr>
        <p:spPr>
          <a:xfrm>
            <a:off x="5067687" y="2176661"/>
            <a:ext cx="2210236" cy="0"/>
          </a:xfrm>
          <a:prstGeom prst="straightConnector1">
            <a:avLst/>
          </a:prstGeom>
          <a:ln>
            <a:solidFill>
              <a:schemeClr val="tx2"/>
            </a:solidFill>
            <a:headEnd type="arrow" w="med" len="med"/>
            <a:tailEnd type="none" w="med" len="med"/>
          </a:ln>
        </p:spPr>
        <p:style>
          <a:lnRef idx="1">
            <a:schemeClr val="accent3"/>
          </a:lnRef>
          <a:fillRef idx="2">
            <a:schemeClr val="accent3"/>
          </a:fillRef>
          <a:effectRef idx="1">
            <a:schemeClr val="accent3"/>
          </a:effectRef>
          <a:fontRef idx="minor">
            <a:schemeClr val="dk1"/>
          </a:fontRef>
        </p:style>
      </p:cxnSp>
      <p:sp>
        <p:nvSpPr>
          <p:cNvPr id="64" name="ZoneTexte 63">
            <a:extLst>
              <a:ext uri="{FF2B5EF4-FFF2-40B4-BE49-F238E27FC236}">
                <a16:creationId xmlns:a16="http://schemas.microsoft.com/office/drawing/2014/main" id="{022AB2D8-607C-1CC5-CB52-E5DFE435FB31}"/>
              </a:ext>
            </a:extLst>
          </p:cNvPr>
          <p:cNvSpPr txBox="1"/>
          <p:nvPr>
            <p:custDataLst>
              <p:tags r:id="rId9"/>
            </p:custDataLst>
          </p:nvPr>
        </p:nvSpPr>
        <p:spPr>
          <a:xfrm>
            <a:off x="5560041" y="2126982"/>
            <a:ext cx="1229824" cy="307777"/>
          </a:xfrm>
          <a:prstGeom prst="rect">
            <a:avLst/>
          </a:prstGeom>
          <a:noFill/>
        </p:spPr>
        <p:txBody>
          <a:bodyPr wrap="none" rtlCol="0">
            <a:spAutoFit/>
          </a:bodyPr>
          <a:lstStyle/>
          <a:p>
            <a:pPr algn="ctr"/>
            <a:r>
              <a:rPr lang="fr-FR" sz="1400"/>
              <a:t>Acquittement</a:t>
            </a:r>
          </a:p>
        </p:txBody>
      </p:sp>
      <p:sp>
        <p:nvSpPr>
          <p:cNvPr id="6" name="ZoneTexte 5">
            <a:extLst>
              <a:ext uri="{FF2B5EF4-FFF2-40B4-BE49-F238E27FC236}">
                <a16:creationId xmlns:a16="http://schemas.microsoft.com/office/drawing/2014/main" id="{52A5A9FA-082C-BF27-9066-9DAE6DBDC0CD}"/>
              </a:ext>
            </a:extLst>
          </p:cNvPr>
          <p:cNvSpPr txBox="1"/>
          <p:nvPr>
            <p:custDataLst>
              <p:tags r:id="rId10"/>
            </p:custDataLst>
          </p:nvPr>
        </p:nvSpPr>
        <p:spPr>
          <a:xfrm>
            <a:off x="4843151" y="4066221"/>
            <a:ext cx="2423764" cy="261610"/>
          </a:xfrm>
          <a:prstGeom prst="rect">
            <a:avLst/>
          </a:prstGeom>
          <a:noFill/>
        </p:spPr>
        <p:txBody>
          <a:bodyPr wrap="square" rtlCol="0">
            <a:spAutoFit/>
          </a:bodyPr>
          <a:lstStyle/>
          <a:p>
            <a:pPr algn="ctr"/>
            <a:r>
              <a:rPr lang="fr-FR" sz="1100" b="1" spc="300"/>
              <a:t>AT MOST ONCE</a:t>
            </a:r>
          </a:p>
        </p:txBody>
      </p:sp>
      <p:cxnSp>
        <p:nvCxnSpPr>
          <p:cNvPr id="7" name="Connecteur droit 6">
            <a:extLst>
              <a:ext uri="{FF2B5EF4-FFF2-40B4-BE49-F238E27FC236}">
                <a16:creationId xmlns:a16="http://schemas.microsoft.com/office/drawing/2014/main" id="{4B21D715-8CA3-8CE5-C98B-3A160B138D3A}"/>
              </a:ext>
            </a:extLst>
          </p:cNvPr>
          <p:cNvCxnSpPr>
            <a:cxnSpLocks/>
          </p:cNvCxnSpPr>
          <p:nvPr/>
        </p:nvCxnSpPr>
        <p:spPr>
          <a:xfrm>
            <a:off x="337932" y="3891515"/>
            <a:ext cx="8793368"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48E4AFDE-E2B9-31CA-0CF2-522996B4616F}"/>
              </a:ext>
            </a:extLst>
          </p:cNvPr>
          <p:cNvSpPr txBox="1"/>
          <p:nvPr>
            <p:custDataLst>
              <p:tags r:id="rId11"/>
            </p:custDataLst>
          </p:nvPr>
        </p:nvSpPr>
        <p:spPr>
          <a:xfrm>
            <a:off x="4856988" y="5923073"/>
            <a:ext cx="3703531" cy="584775"/>
          </a:xfrm>
          <a:prstGeom prst="rect">
            <a:avLst/>
          </a:prstGeom>
          <a:noFill/>
        </p:spPr>
        <p:txBody>
          <a:bodyPr wrap="square" rtlCol="0">
            <a:spAutoFit/>
          </a:bodyPr>
          <a:lstStyle>
            <a:defPPr>
              <a:defRPr lang="fr-FR"/>
            </a:defPPr>
            <a:lvl1pPr algn="ctr">
              <a:defRPr sz="1600">
                <a:solidFill>
                  <a:schemeClr val="accent1"/>
                </a:solidFill>
              </a:defRPr>
            </a:lvl1pPr>
          </a:lstStyle>
          <a:p>
            <a:r>
              <a:rPr lang="fr-FR"/>
              <a:t>Un message ne sera pas livré plus d’une fois mais peuvent être perdus</a:t>
            </a:r>
          </a:p>
        </p:txBody>
      </p:sp>
      <p:sp>
        <p:nvSpPr>
          <p:cNvPr id="11" name="Organigramme : Stockage à accès direct 10">
            <a:extLst>
              <a:ext uri="{FF2B5EF4-FFF2-40B4-BE49-F238E27FC236}">
                <a16:creationId xmlns:a16="http://schemas.microsoft.com/office/drawing/2014/main" id="{0BC0DEBB-4FF0-1854-5B7C-506E39ABF7C8}"/>
              </a:ext>
            </a:extLst>
          </p:cNvPr>
          <p:cNvSpPr/>
          <p:nvPr>
            <p:custDataLst>
              <p:tags r:id="rId12"/>
            </p:custDataLst>
          </p:nvPr>
        </p:nvSpPr>
        <p:spPr>
          <a:xfrm>
            <a:off x="3462254" y="5071178"/>
            <a:ext cx="1941610" cy="618509"/>
          </a:xfrm>
          <a:prstGeom prst="flowChartMagneticDrum">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600"/>
          </a:p>
        </p:txBody>
      </p:sp>
      <p:sp>
        <p:nvSpPr>
          <p:cNvPr id="12" name="Rectangle 11">
            <a:extLst>
              <a:ext uri="{FF2B5EF4-FFF2-40B4-BE49-F238E27FC236}">
                <a16:creationId xmlns:a16="http://schemas.microsoft.com/office/drawing/2014/main" id="{E4DEDB6E-42E3-C537-2B0A-4B2E5AA9E6D2}"/>
              </a:ext>
            </a:extLst>
          </p:cNvPr>
          <p:cNvSpPr/>
          <p:nvPr>
            <p:custDataLst>
              <p:tags r:id="rId13"/>
            </p:custDataLst>
          </p:nvPr>
        </p:nvSpPr>
        <p:spPr>
          <a:xfrm>
            <a:off x="337932" y="5071177"/>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cxnSp>
        <p:nvCxnSpPr>
          <p:cNvPr id="14" name="Connecteur droit avec flèche 13">
            <a:extLst>
              <a:ext uri="{FF2B5EF4-FFF2-40B4-BE49-F238E27FC236}">
                <a16:creationId xmlns:a16="http://schemas.microsoft.com/office/drawing/2014/main" id="{EDAFA76A-EDBD-9241-5B0F-FD5408B3C2EB}"/>
              </a:ext>
            </a:extLst>
          </p:cNvPr>
          <p:cNvCxnSpPr>
            <a:stCxn id="12" idx="3"/>
            <a:endCxn id="11" idx="1"/>
          </p:cNvCxnSpPr>
          <p:nvPr>
            <p:custDataLst>
              <p:tags r:id="rId14"/>
            </p:custDataLst>
          </p:nvPr>
        </p:nvCxnSpPr>
        <p:spPr>
          <a:xfrm>
            <a:off x="1983132" y="5380432"/>
            <a:ext cx="1479122" cy="1"/>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sp>
        <p:nvSpPr>
          <p:cNvPr id="20" name="Rectangle 19">
            <a:extLst>
              <a:ext uri="{FF2B5EF4-FFF2-40B4-BE49-F238E27FC236}">
                <a16:creationId xmlns:a16="http://schemas.microsoft.com/office/drawing/2014/main" id="{32433222-1BDE-5AA0-43F2-5C0C29709466}"/>
              </a:ext>
            </a:extLst>
          </p:cNvPr>
          <p:cNvSpPr/>
          <p:nvPr>
            <p:custDataLst>
              <p:tags r:id="rId15"/>
            </p:custDataLst>
          </p:nvPr>
        </p:nvSpPr>
        <p:spPr>
          <a:xfrm>
            <a:off x="7239109" y="5086597"/>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Consommateur</a:t>
            </a:r>
          </a:p>
        </p:txBody>
      </p:sp>
      <p:sp>
        <p:nvSpPr>
          <p:cNvPr id="23" name="ZoneTexte 22">
            <a:extLst>
              <a:ext uri="{FF2B5EF4-FFF2-40B4-BE49-F238E27FC236}">
                <a16:creationId xmlns:a16="http://schemas.microsoft.com/office/drawing/2014/main" id="{F3D5B849-DA4C-D2C4-B460-89BD6942A4E5}"/>
              </a:ext>
            </a:extLst>
          </p:cNvPr>
          <p:cNvSpPr txBox="1"/>
          <p:nvPr/>
        </p:nvSpPr>
        <p:spPr>
          <a:xfrm>
            <a:off x="10185359" y="1018752"/>
            <a:ext cx="986937" cy="338554"/>
          </a:xfrm>
          <a:prstGeom prst="rect">
            <a:avLst/>
          </a:prstGeom>
          <a:noFill/>
        </p:spPr>
        <p:txBody>
          <a:bodyPr wrap="none" rtlCol="0">
            <a:spAutoFit/>
          </a:bodyPr>
          <a:lstStyle/>
          <a:p>
            <a:pPr algn="ctr"/>
            <a:r>
              <a:rPr lang="fr-FR" sz="1600" b="1" dirty="0">
                <a:cs typeface="Arial" panose="020B0604020202020204" pitchFamily="34" charset="0"/>
              </a:rPr>
              <a:t>ETAPES</a:t>
            </a:r>
          </a:p>
        </p:txBody>
      </p:sp>
      <p:sp>
        <p:nvSpPr>
          <p:cNvPr id="24" name="Rectangle : coins arrondis 23">
            <a:extLst>
              <a:ext uri="{FF2B5EF4-FFF2-40B4-BE49-F238E27FC236}">
                <a16:creationId xmlns:a16="http://schemas.microsoft.com/office/drawing/2014/main" id="{67F68549-57AF-9307-4122-F52819FA0FE6}"/>
              </a:ext>
            </a:extLst>
          </p:cNvPr>
          <p:cNvSpPr/>
          <p:nvPr/>
        </p:nvSpPr>
        <p:spPr>
          <a:xfrm>
            <a:off x="9276157" y="922713"/>
            <a:ext cx="2805340" cy="5573326"/>
          </a:xfrm>
          <a:prstGeom prst="round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5" name="Connecteur droit 24">
            <a:extLst>
              <a:ext uri="{FF2B5EF4-FFF2-40B4-BE49-F238E27FC236}">
                <a16:creationId xmlns:a16="http://schemas.microsoft.com/office/drawing/2014/main" id="{3F9D2AA3-9657-1B1D-ADC7-E56CC790865B}"/>
              </a:ext>
            </a:extLst>
          </p:cNvPr>
          <p:cNvCxnSpPr>
            <a:cxnSpLocks/>
          </p:cNvCxnSpPr>
          <p:nvPr/>
        </p:nvCxnSpPr>
        <p:spPr>
          <a:xfrm>
            <a:off x="9420779" y="3891515"/>
            <a:ext cx="2516097"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7" name="ZoneTexte 26">
            <a:extLst>
              <a:ext uri="{FF2B5EF4-FFF2-40B4-BE49-F238E27FC236}">
                <a16:creationId xmlns:a16="http://schemas.microsoft.com/office/drawing/2014/main" id="{0C4AFA97-48E7-4D41-E73A-E4173E887403}"/>
              </a:ext>
            </a:extLst>
          </p:cNvPr>
          <p:cNvSpPr txBox="1"/>
          <p:nvPr/>
        </p:nvSpPr>
        <p:spPr>
          <a:xfrm>
            <a:off x="9351925" y="4112174"/>
            <a:ext cx="2632663" cy="1169551"/>
          </a:xfrm>
          <a:prstGeom prst="rect">
            <a:avLst/>
          </a:prstGeom>
          <a:noFill/>
        </p:spPr>
        <p:txBody>
          <a:bodyPr wrap="square" rtlCol="0">
            <a:spAutoFit/>
          </a:bodyPr>
          <a:lstStyle/>
          <a:p>
            <a:pPr marL="342900" indent="-342900">
              <a:buSzPct val="100000"/>
              <a:buAutoNum type="arabicPeriod"/>
            </a:pPr>
            <a:r>
              <a:rPr lang="fr-FR" sz="1400" dirty="0">
                <a:latin typeface="Arial" panose="020B0604020202020204" pitchFamily="34" charset="0"/>
                <a:cs typeface="Arial" panose="020B0604020202020204" pitchFamily="34" charset="0"/>
              </a:rPr>
              <a:t>Le producteur envoie le message dans le middleware</a:t>
            </a:r>
          </a:p>
          <a:p>
            <a:pPr marL="342900" indent="-342900">
              <a:buSzPct val="100000"/>
              <a:buAutoNum type="arabicPeriod"/>
            </a:pPr>
            <a:r>
              <a:rPr lang="fr-FR" sz="1400" dirty="0">
                <a:latin typeface="Arial" panose="020B0604020202020204" pitchFamily="34" charset="0"/>
                <a:cs typeface="Arial" panose="020B0604020202020204" pitchFamily="34" charset="0"/>
              </a:rPr>
              <a:t>Le message est envoyé au consommateur</a:t>
            </a:r>
          </a:p>
        </p:txBody>
      </p:sp>
      <p:cxnSp>
        <p:nvCxnSpPr>
          <p:cNvPr id="3" name="Connecteur droit avec flèche 2">
            <a:extLst>
              <a:ext uri="{FF2B5EF4-FFF2-40B4-BE49-F238E27FC236}">
                <a16:creationId xmlns:a16="http://schemas.microsoft.com/office/drawing/2014/main" id="{D9906BEE-21FD-CD38-73A3-A6069CB8EAF2}"/>
              </a:ext>
            </a:extLst>
          </p:cNvPr>
          <p:cNvCxnSpPr>
            <a:cxnSpLocks/>
          </p:cNvCxnSpPr>
          <p:nvPr>
            <p:custDataLst>
              <p:tags r:id="rId16"/>
            </p:custDataLst>
          </p:nvPr>
        </p:nvCxnSpPr>
        <p:spPr>
          <a:xfrm>
            <a:off x="5414211" y="5395851"/>
            <a:ext cx="1835245" cy="0"/>
          </a:xfrm>
          <a:prstGeom prst="straightConnector1">
            <a:avLst/>
          </a:prstGeom>
          <a:ln w="25400">
            <a:solidFill>
              <a:schemeClr val="accent5">
                <a:lumMod val="75000"/>
              </a:schemeClr>
            </a:solidFill>
            <a:tailEnd type="arrow"/>
          </a:ln>
        </p:spPr>
        <p:style>
          <a:lnRef idx="1">
            <a:schemeClr val="accent3"/>
          </a:lnRef>
          <a:fillRef idx="2">
            <a:schemeClr val="accent3"/>
          </a:fillRef>
          <a:effectRef idx="1">
            <a:schemeClr val="accent3"/>
          </a:effectRef>
          <a:fontRef idx="minor">
            <a:schemeClr val="dk1"/>
          </a:fontRef>
        </p:style>
      </p:cxnSp>
      <p:sp>
        <p:nvSpPr>
          <p:cNvPr id="5" name="Forme libre 101">
            <a:extLst>
              <a:ext uri="{FF2B5EF4-FFF2-40B4-BE49-F238E27FC236}">
                <a16:creationId xmlns:a16="http://schemas.microsoft.com/office/drawing/2014/main" id="{D38A0ED2-196F-BA38-5D21-FB77BFABC46C}"/>
              </a:ext>
            </a:extLst>
          </p:cNvPr>
          <p:cNvSpPr>
            <a:spLocks noChangeAspect="1"/>
          </p:cNvSpPr>
          <p:nvPr/>
        </p:nvSpPr>
        <p:spPr>
          <a:xfrm>
            <a:off x="2827692" y="1806425"/>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C5BF"/>
          </a:solidFill>
          <a:ln w="2191" cap="flat">
            <a:noFill/>
            <a:prstDash val="solid"/>
            <a:miter/>
          </a:ln>
        </p:spPr>
        <p:txBody>
          <a:bodyPr rtlCol="0" anchor="ctr"/>
          <a:lstStyle/>
          <a:p>
            <a:endParaRPr lang="fr-FR"/>
          </a:p>
        </p:txBody>
      </p:sp>
      <p:sp>
        <p:nvSpPr>
          <p:cNvPr id="8" name="Forme libre 101">
            <a:extLst>
              <a:ext uri="{FF2B5EF4-FFF2-40B4-BE49-F238E27FC236}">
                <a16:creationId xmlns:a16="http://schemas.microsoft.com/office/drawing/2014/main" id="{D26F85B7-751E-09A7-6552-997BCFC0BFDC}"/>
              </a:ext>
            </a:extLst>
          </p:cNvPr>
          <p:cNvSpPr>
            <a:spLocks noChangeAspect="1"/>
          </p:cNvSpPr>
          <p:nvPr/>
        </p:nvSpPr>
        <p:spPr>
          <a:xfrm>
            <a:off x="7946747" y="2480357"/>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C5BF"/>
          </a:solidFill>
          <a:ln w="2191" cap="flat">
            <a:noFill/>
            <a:prstDash val="solid"/>
            <a:miter/>
          </a:ln>
        </p:spPr>
        <p:txBody>
          <a:bodyPr rtlCol="0" anchor="ctr"/>
          <a:lstStyle/>
          <a:p>
            <a:endParaRPr lang="fr-FR"/>
          </a:p>
        </p:txBody>
      </p:sp>
      <p:sp>
        <p:nvSpPr>
          <p:cNvPr id="10" name="Forme libre 101">
            <a:extLst>
              <a:ext uri="{FF2B5EF4-FFF2-40B4-BE49-F238E27FC236}">
                <a16:creationId xmlns:a16="http://schemas.microsoft.com/office/drawing/2014/main" id="{3B587A81-7245-7C0F-CBD6-128B8A2EA2F1}"/>
              </a:ext>
            </a:extLst>
          </p:cNvPr>
          <p:cNvSpPr>
            <a:spLocks noChangeAspect="1"/>
          </p:cNvSpPr>
          <p:nvPr/>
        </p:nvSpPr>
        <p:spPr>
          <a:xfrm>
            <a:off x="2313542" y="5109699"/>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C5BF"/>
          </a:solidFill>
          <a:ln w="2191" cap="flat">
            <a:noFill/>
            <a:prstDash val="solid"/>
            <a:miter/>
          </a:ln>
        </p:spPr>
        <p:txBody>
          <a:bodyPr rtlCol="0" anchor="ctr"/>
          <a:lstStyle/>
          <a:p>
            <a:endParaRPr lang="fr-FR"/>
          </a:p>
        </p:txBody>
      </p:sp>
      <p:sp>
        <p:nvSpPr>
          <p:cNvPr id="13" name="Forme libre 101">
            <a:extLst>
              <a:ext uri="{FF2B5EF4-FFF2-40B4-BE49-F238E27FC236}">
                <a16:creationId xmlns:a16="http://schemas.microsoft.com/office/drawing/2014/main" id="{CE75DB4A-9130-5D35-14A8-74D4E89AA9B9}"/>
              </a:ext>
            </a:extLst>
          </p:cNvPr>
          <p:cNvSpPr>
            <a:spLocks noChangeAspect="1"/>
          </p:cNvSpPr>
          <p:nvPr/>
        </p:nvSpPr>
        <p:spPr>
          <a:xfrm>
            <a:off x="3967458" y="5833401"/>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C5BF"/>
          </a:solidFill>
          <a:ln w="2191" cap="flat">
            <a:noFill/>
            <a:prstDash val="solid"/>
            <a:miter/>
          </a:ln>
        </p:spPr>
        <p:txBody>
          <a:bodyPr rtlCol="0" anchor="ctr"/>
          <a:lstStyle/>
          <a:p>
            <a:endParaRPr lang="fr-FR"/>
          </a:p>
        </p:txBody>
      </p:sp>
      <p:sp>
        <p:nvSpPr>
          <p:cNvPr id="16" name="Forme libre 101">
            <a:extLst>
              <a:ext uri="{FF2B5EF4-FFF2-40B4-BE49-F238E27FC236}">
                <a16:creationId xmlns:a16="http://schemas.microsoft.com/office/drawing/2014/main" id="{AB013951-BD7D-1D6A-3A9C-90A477FB66F2}"/>
              </a:ext>
            </a:extLst>
          </p:cNvPr>
          <p:cNvSpPr>
            <a:spLocks noChangeAspect="1"/>
          </p:cNvSpPr>
          <p:nvPr/>
        </p:nvSpPr>
        <p:spPr>
          <a:xfrm>
            <a:off x="2819043" y="5109699"/>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5">
              <a:lumMod val="75000"/>
            </a:schemeClr>
          </a:solidFill>
          <a:ln w="2191" cap="flat">
            <a:noFill/>
            <a:prstDash val="solid"/>
            <a:miter/>
          </a:ln>
        </p:spPr>
        <p:txBody>
          <a:bodyPr rtlCol="0" anchor="ctr"/>
          <a:lstStyle/>
          <a:p>
            <a:endParaRPr lang="fr-FR"/>
          </a:p>
        </p:txBody>
      </p:sp>
      <p:sp>
        <p:nvSpPr>
          <p:cNvPr id="29" name="Forme libre 101">
            <a:extLst>
              <a:ext uri="{FF2B5EF4-FFF2-40B4-BE49-F238E27FC236}">
                <a16:creationId xmlns:a16="http://schemas.microsoft.com/office/drawing/2014/main" id="{8F072075-7EA2-CCA5-FCF9-DABEA3E46B5C}"/>
              </a:ext>
            </a:extLst>
          </p:cNvPr>
          <p:cNvSpPr>
            <a:spLocks noChangeAspect="1"/>
          </p:cNvSpPr>
          <p:nvPr/>
        </p:nvSpPr>
        <p:spPr>
          <a:xfrm>
            <a:off x="4433059" y="5833401"/>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5">
              <a:lumMod val="75000"/>
            </a:schemeClr>
          </a:solidFill>
          <a:ln w="2191" cap="flat">
            <a:noFill/>
            <a:prstDash val="solid"/>
            <a:miter/>
          </a:ln>
        </p:spPr>
        <p:txBody>
          <a:bodyPr rtlCol="0" anchor="ctr"/>
          <a:lstStyle/>
          <a:p>
            <a:endParaRPr lang="fr-FR"/>
          </a:p>
        </p:txBody>
      </p:sp>
      <p:sp>
        <p:nvSpPr>
          <p:cNvPr id="30" name="Forme libre 101">
            <a:extLst>
              <a:ext uri="{FF2B5EF4-FFF2-40B4-BE49-F238E27FC236}">
                <a16:creationId xmlns:a16="http://schemas.microsoft.com/office/drawing/2014/main" id="{AB9BB774-E6F4-1C28-97D7-DEB548D6A0F3}"/>
              </a:ext>
            </a:extLst>
          </p:cNvPr>
          <p:cNvSpPr>
            <a:spLocks noChangeAspect="1"/>
          </p:cNvSpPr>
          <p:nvPr/>
        </p:nvSpPr>
        <p:spPr>
          <a:xfrm>
            <a:off x="6175911" y="5107524"/>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5">
              <a:lumMod val="75000"/>
            </a:schemeClr>
          </a:solidFill>
          <a:ln w="2191" cap="flat">
            <a:noFill/>
            <a:prstDash val="solid"/>
            <a:miter/>
          </a:ln>
        </p:spPr>
        <p:txBody>
          <a:bodyPr rtlCol="0" anchor="ctr"/>
          <a:lstStyle/>
          <a:p>
            <a:endParaRPr lang="fr-FR"/>
          </a:p>
        </p:txBody>
      </p:sp>
      <p:sp>
        <p:nvSpPr>
          <p:cNvPr id="4" name="ZoneTexte 3">
            <a:extLst>
              <a:ext uri="{FF2B5EF4-FFF2-40B4-BE49-F238E27FC236}">
                <a16:creationId xmlns:a16="http://schemas.microsoft.com/office/drawing/2014/main" id="{97991A6D-F96F-8E2C-0FE0-FB4D7E71404D}"/>
              </a:ext>
            </a:extLst>
          </p:cNvPr>
          <p:cNvSpPr txBox="1"/>
          <p:nvPr/>
        </p:nvSpPr>
        <p:spPr>
          <a:xfrm>
            <a:off x="9362495" y="1429302"/>
            <a:ext cx="2632663" cy="2246769"/>
          </a:xfrm>
          <a:prstGeom prst="rect">
            <a:avLst/>
          </a:prstGeom>
          <a:noFill/>
        </p:spPr>
        <p:txBody>
          <a:bodyPr wrap="square" rtlCol="0">
            <a:spAutoFit/>
          </a:bodyPr>
          <a:lstStyle/>
          <a:p>
            <a:pPr marL="342900" indent="-342900">
              <a:buSzPct val="100000"/>
              <a:buAutoNum type="arabicPeriod"/>
            </a:pPr>
            <a:r>
              <a:rPr lang="fr-FR" sz="1400" dirty="0">
                <a:latin typeface="Arial" panose="020B0604020202020204" pitchFamily="34" charset="0"/>
                <a:cs typeface="Arial" panose="020B0604020202020204" pitchFamily="34" charset="0"/>
              </a:rPr>
              <a:t>Le producteur envoie le message dans le middleware</a:t>
            </a:r>
          </a:p>
          <a:p>
            <a:pPr marL="342900" indent="-342900">
              <a:buSzPct val="100000"/>
              <a:buAutoNum type="arabicPeriod"/>
            </a:pPr>
            <a:r>
              <a:rPr lang="fr-FR" sz="1400" dirty="0">
                <a:latin typeface="Arial" panose="020B0604020202020204" pitchFamily="34" charset="0"/>
                <a:cs typeface="Arial" panose="020B0604020202020204" pitchFamily="34" charset="0"/>
              </a:rPr>
              <a:t>Une copie du message est envoyé au consommateur</a:t>
            </a:r>
          </a:p>
          <a:p>
            <a:pPr marL="342900" indent="-342900">
              <a:buSzPct val="100000"/>
              <a:buAutoNum type="arabicPeriod"/>
            </a:pPr>
            <a:r>
              <a:rPr lang="fr-FR" sz="1400" dirty="0">
                <a:latin typeface="Arial" panose="020B0604020202020204" pitchFamily="34" charset="0"/>
                <a:cs typeface="Arial" panose="020B0604020202020204" pitchFamily="34" charset="0"/>
              </a:rPr>
              <a:t>Le consommateur acquitte la réception ou le traitement du message</a:t>
            </a:r>
          </a:p>
          <a:p>
            <a:pPr marL="342900" indent="-342900">
              <a:buSzPct val="100000"/>
              <a:buAutoNum type="arabicPeriod"/>
            </a:pPr>
            <a:r>
              <a:rPr lang="fr-FR" sz="1400" dirty="0">
                <a:latin typeface="Arial" panose="020B0604020202020204" pitchFamily="34" charset="0"/>
                <a:cs typeface="Arial" panose="020B0604020202020204" pitchFamily="34" charset="0"/>
              </a:rPr>
              <a:t>Le middleware supprime le message.</a:t>
            </a:r>
          </a:p>
        </p:txBody>
      </p:sp>
      <p:sp>
        <p:nvSpPr>
          <p:cNvPr id="15" name="Ellipse 14">
            <a:extLst>
              <a:ext uri="{FF2B5EF4-FFF2-40B4-BE49-F238E27FC236}">
                <a16:creationId xmlns:a16="http://schemas.microsoft.com/office/drawing/2014/main" id="{A7A4B3F1-EDE5-263E-26A7-1A61E0256472}"/>
              </a:ext>
            </a:extLst>
          </p:cNvPr>
          <p:cNvSpPr/>
          <p:nvPr/>
        </p:nvSpPr>
        <p:spPr>
          <a:xfrm>
            <a:off x="6720495" y="1399005"/>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17" name="Ellipse 16">
            <a:extLst>
              <a:ext uri="{FF2B5EF4-FFF2-40B4-BE49-F238E27FC236}">
                <a16:creationId xmlns:a16="http://schemas.microsoft.com/office/drawing/2014/main" id="{B4BB0194-B233-464A-B401-99134AC2D9F3}"/>
              </a:ext>
            </a:extLst>
          </p:cNvPr>
          <p:cNvSpPr/>
          <p:nvPr/>
        </p:nvSpPr>
        <p:spPr>
          <a:xfrm>
            <a:off x="3441877" y="1438746"/>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18" name="Ellipse 17">
            <a:extLst>
              <a:ext uri="{FF2B5EF4-FFF2-40B4-BE49-F238E27FC236}">
                <a16:creationId xmlns:a16="http://schemas.microsoft.com/office/drawing/2014/main" id="{E90D66C6-84D7-15F6-FCED-DCDF06BB12C6}"/>
              </a:ext>
            </a:extLst>
          </p:cNvPr>
          <p:cNvSpPr/>
          <p:nvPr/>
        </p:nvSpPr>
        <p:spPr>
          <a:xfrm>
            <a:off x="6676820" y="2455324"/>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19" name="Ellipse 18">
            <a:extLst>
              <a:ext uri="{FF2B5EF4-FFF2-40B4-BE49-F238E27FC236}">
                <a16:creationId xmlns:a16="http://schemas.microsoft.com/office/drawing/2014/main" id="{E6BD50A6-05CC-7BAD-393F-C66F45412A34}"/>
              </a:ext>
            </a:extLst>
          </p:cNvPr>
          <p:cNvSpPr/>
          <p:nvPr/>
        </p:nvSpPr>
        <p:spPr>
          <a:xfrm>
            <a:off x="4744904" y="2530372"/>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4</a:t>
            </a:r>
          </a:p>
        </p:txBody>
      </p:sp>
      <p:sp>
        <p:nvSpPr>
          <p:cNvPr id="21" name="Ellipse 20">
            <a:extLst>
              <a:ext uri="{FF2B5EF4-FFF2-40B4-BE49-F238E27FC236}">
                <a16:creationId xmlns:a16="http://schemas.microsoft.com/office/drawing/2014/main" id="{1851CCE3-9187-2B45-D145-44F4D975319D}"/>
              </a:ext>
            </a:extLst>
          </p:cNvPr>
          <p:cNvSpPr/>
          <p:nvPr/>
        </p:nvSpPr>
        <p:spPr>
          <a:xfrm>
            <a:off x="6690202" y="4792607"/>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22" name="Ellipse 21">
            <a:extLst>
              <a:ext uri="{FF2B5EF4-FFF2-40B4-BE49-F238E27FC236}">
                <a16:creationId xmlns:a16="http://schemas.microsoft.com/office/drawing/2014/main" id="{CD48FED7-875A-A7E7-E3A7-A39140F495DB}"/>
              </a:ext>
            </a:extLst>
          </p:cNvPr>
          <p:cNvSpPr/>
          <p:nvPr/>
        </p:nvSpPr>
        <p:spPr>
          <a:xfrm>
            <a:off x="3292013" y="4726998"/>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Tree>
    <p:extLst>
      <p:ext uri="{BB962C8B-B14F-4D97-AF65-F5344CB8AC3E}">
        <p14:creationId xmlns:p14="http://schemas.microsoft.com/office/powerpoint/2010/main" val="2742308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4" grpId="0"/>
      <p:bldP spid="5" grpId="0" animBg="1"/>
      <p:bldP spid="8" grpId="0" animBg="1"/>
      <p:bldP spid="10" grpId="0" animBg="1"/>
      <p:bldP spid="13" grpId="0" animBg="1"/>
      <p:bldP spid="16" grpId="0" animBg="1"/>
      <p:bldP spid="29" grpId="0" animBg="1"/>
      <p:bldP spid="30" grpId="0" animBg="1"/>
      <p:bldP spid="15" grpId="0" animBg="1"/>
      <p:bldP spid="17" grpId="0" animBg="1"/>
      <p:bldP spid="18" grpId="0" animBg="1"/>
      <p:bldP spid="19" grpId="0" animBg="1"/>
      <p:bldP spid="21"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PATTERNS D’échange</a:t>
            </a:r>
          </a:p>
        </p:txBody>
      </p:sp>
      <p:sp>
        <p:nvSpPr>
          <p:cNvPr id="67" name="ZoneTexte 66">
            <a:extLst>
              <a:ext uri="{FF2B5EF4-FFF2-40B4-BE49-F238E27FC236}">
                <a16:creationId xmlns:a16="http://schemas.microsoft.com/office/drawing/2014/main" id="{2A3C1C7F-3026-80FA-7F3B-CE7916B48A7B}"/>
              </a:ext>
            </a:extLst>
          </p:cNvPr>
          <p:cNvSpPr txBox="1"/>
          <p:nvPr>
            <p:custDataLst>
              <p:tags r:id="rId1"/>
            </p:custDataLst>
          </p:nvPr>
        </p:nvSpPr>
        <p:spPr>
          <a:xfrm>
            <a:off x="4727848" y="1022691"/>
            <a:ext cx="2736304" cy="261610"/>
          </a:xfrm>
          <a:prstGeom prst="rect">
            <a:avLst/>
          </a:prstGeom>
          <a:noFill/>
        </p:spPr>
        <p:txBody>
          <a:bodyPr wrap="square" rtlCol="0">
            <a:spAutoFit/>
          </a:bodyPr>
          <a:lstStyle/>
          <a:p>
            <a:pPr algn="ctr"/>
            <a:r>
              <a:rPr lang="fr-FR" sz="1100" b="1" spc="300"/>
              <a:t>POINT À POINT</a:t>
            </a:r>
          </a:p>
        </p:txBody>
      </p:sp>
      <p:sp>
        <p:nvSpPr>
          <p:cNvPr id="56" name="Espace réservé du contenu 3">
            <a:extLst>
              <a:ext uri="{FF2B5EF4-FFF2-40B4-BE49-F238E27FC236}">
                <a16:creationId xmlns:a16="http://schemas.microsoft.com/office/drawing/2014/main" id="{A482A914-DF96-380F-CCA3-ACEA6B1673EA}"/>
              </a:ext>
            </a:extLst>
          </p:cNvPr>
          <p:cNvSpPr txBox="1">
            <a:spLocks/>
          </p:cNvSpPr>
          <p:nvPr>
            <p:custDataLst>
              <p:tags r:id="rId2"/>
            </p:custDataLst>
          </p:nvPr>
        </p:nvSpPr>
        <p:spPr>
          <a:xfrm>
            <a:off x="2002838" y="2988404"/>
            <a:ext cx="5592005" cy="710552"/>
          </a:xfrm>
          <a:prstGeom prst="rect">
            <a:avLst/>
          </a:prstGeom>
          <a:noFill/>
          <a:ln>
            <a:solidFill>
              <a:schemeClr val="accent1"/>
            </a:solidFill>
          </a:ln>
        </p:spPr>
        <p:txBody>
          <a:bodyPr wrap="square" lIns="0" tIns="108000" rIns="0" bIns="108000" rtlCol="0">
            <a:spAutoFit/>
          </a:bodyPr>
          <a:lstStyle>
            <a:defPPr>
              <a:defRPr lang="fr-FR"/>
            </a:defPPr>
            <a:lvl1pPr algn="ctr">
              <a:defRPr sz="1600">
                <a:solidFill>
                  <a:schemeClr val="accent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lvl="1" algn="ctr"/>
            <a:r>
              <a:rPr lang="fr-FR" sz="1600">
                <a:solidFill>
                  <a:schemeClr val="accent1"/>
                </a:solidFill>
              </a:rPr>
              <a:t>Un message est livré à un seul consommateur</a:t>
            </a:r>
          </a:p>
          <a:p>
            <a:pPr marL="0" lvl="1" algn="ctr"/>
            <a:r>
              <a:rPr lang="fr-FR" sz="1600">
                <a:solidFill>
                  <a:schemeClr val="accent1"/>
                </a:solidFill>
              </a:rPr>
              <a:t>Persistance du message jusqu’à sa consommation</a:t>
            </a:r>
          </a:p>
        </p:txBody>
      </p:sp>
      <p:sp>
        <p:nvSpPr>
          <p:cNvPr id="57" name="Organigramme : Stockage à accès direct 56">
            <a:extLst>
              <a:ext uri="{FF2B5EF4-FFF2-40B4-BE49-F238E27FC236}">
                <a16:creationId xmlns:a16="http://schemas.microsoft.com/office/drawing/2014/main" id="{1CE18A5C-CA42-53CC-D6A7-4E57D88A90B7}"/>
              </a:ext>
            </a:extLst>
          </p:cNvPr>
          <p:cNvSpPr/>
          <p:nvPr>
            <p:custDataLst>
              <p:tags r:id="rId3"/>
            </p:custDataLst>
          </p:nvPr>
        </p:nvSpPr>
        <p:spPr>
          <a:xfrm>
            <a:off x="3984097" y="1779401"/>
            <a:ext cx="1085738" cy="618509"/>
          </a:xfrm>
          <a:prstGeom prst="flowChartMagneticDrum">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600"/>
          </a:p>
        </p:txBody>
      </p:sp>
      <p:sp>
        <p:nvSpPr>
          <p:cNvPr id="58" name="Rectangle 57">
            <a:extLst>
              <a:ext uri="{FF2B5EF4-FFF2-40B4-BE49-F238E27FC236}">
                <a16:creationId xmlns:a16="http://schemas.microsoft.com/office/drawing/2014/main" id="{8F6FB586-4976-3A4B-D94A-54479482762C}"/>
              </a:ext>
            </a:extLst>
          </p:cNvPr>
          <p:cNvSpPr/>
          <p:nvPr>
            <p:custDataLst>
              <p:tags r:id="rId4"/>
            </p:custDataLst>
          </p:nvPr>
        </p:nvSpPr>
        <p:spPr>
          <a:xfrm>
            <a:off x="337932" y="1779401"/>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cxnSp>
        <p:nvCxnSpPr>
          <p:cNvPr id="59" name="Connecteur droit avec flèche 58">
            <a:extLst>
              <a:ext uri="{FF2B5EF4-FFF2-40B4-BE49-F238E27FC236}">
                <a16:creationId xmlns:a16="http://schemas.microsoft.com/office/drawing/2014/main" id="{B03730B2-6664-A497-FA36-6A6D80298F41}"/>
              </a:ext>
            </a:extLst>
          </p:cNvPr>
          <p:cNvCxnSpPr>
            <a:cxnSpLocks/>
          </p:cNvCxnSpPr>
          <p:nvPr>
            <p:custDataLst>
              <p:tags r:id="rId5"/>
            </p:custDataLst>
          </p:nvPr>
        </p:nvCxnSpPr>
        <p:spPr>
          <a:xfrm>
            <a:off x="1983132" y="2088656"/>
            <a:ext cx="2000965" cy="0"/>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sp>
        <p:nvSpPr>
          <p:cNvPr id="60" name="Rectangle 59">
            <a:extLst>
              <a:ext uri="{FF2B5EF4-FFF2-40B4-BE49-F238E27FC236}">
                <a16:creationId xmlns:a16="http://schemas.microsoft.com/office/drawing/2014/main" id="{81031F7C-60F2-EEF5-A837-70B1137AEFF1}"/>
              </a:ext>
            </a:extLst>
          </p:cNvPr>
          <p:cNvSpPr/>
          <p:nvPr>
            <p:custDataLst>
              <p:tags r:id="rId6"/>
            </p:custDataLst>
          </p:nvPr>
        </p:nvSpPr>
        <p:spPr>
          <a:xfrm>
            <a:off x="7280070" y="1779401"/>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Consommateur</a:t>
            </a:r>
          </a:p>
        </p:txBody>
      </p:sp>
      <p:cxnSp>
        <p:nvCxnSpPr>
          <p:cNvPr id="61" name="Connecteur droit avec flèche 60">
            <a:extLst>
              <a:ext uri="{FF2B5EF4-FFF2-40B4-BE49-F238E27FC236}">
                <a16:creationId xmlns:a16="http://schemas.microsoft.com/office/drawing/2014/main" id="{8C3AA547-0880-F017-213B-FFDBA9FFE5E0}"/>
              </a:ext>
            </a:extLst>
          </p:cNvPr>
          <p:cNvCxnSpPr>
            <a:cxnSpLocks/>
          </p:cNvCxnSpPr>
          <p:nvPr>
            <p:custDataLst>
              <p:tags r:id="rId7"/>
            </p:custDataLst>
          </p:nvPr>
        </p:nvCxnSpPr>
        <p:spPr>
          <a:xfrm>
            <a:off x="5069835" y="2024261"/>
            <a:ext cx="2210236" cy="0"/>
          </a:xfrm>
          <a:prstGeom prst="straightConnector1">
            <a:avLst/>
          </a:prstGeom>
          <a:ln>
            <a:solidFill>
              <a:schemeClr val="tx2"/>
            </a:solidFill>
            <a:tailEnd type="arrow"/>
          </a:ln>
        </p:spPr>
        <p:style>
          <a:lnRef idx="1">
            <a:schemeClr val="accent3"/>
          </a:lnRef>
          <a:fillRef idx="2">
            <a:schemeClr val="accent3"/>
          </a:fillRef>
          <a:effectRef idx="1">
            <a:schemeClr val="accent3"/>
          </a:effectRef>
          <a:fontRef idx="minor">
            <a:schemeClr val="dk1"/>
          </a:fontRef>
        </p:style>
      </p:cxnSp>
      <p:sp>
        <p:nvSpPr>
          <p:cNvPr id="62" name="ZoneTexte 61">
            <a:extLst>
              <a:ext uri="{FF2B5EF4-FFF2-40B4-BE49-F238E27FC236}">
                <a16:creationId xmlns:a16="http://schemas.microsoft.com/office/drawing/2014/main" id="{B732B74D-E307-CCE3-4B1C-1F7B5BF51D70}"/>
              </a:ext>
            </a:extLst>
          </p:cNvPr>
          <p:cNvSpPr txBox="1"/>
          <p:nvPr>
            <p:custDataLst>
              <p:tags r:id="rId8"/>
            </p:custDataLst>
          </p:nvPr>
        </p:nvSpPr>
        <p:spPr>
          <a:xfrm>
            <a:off x="5480692" y="1706290"/>
            <a:ext cx="1388522" cy="307777"/>
          </a:xfrm>
          <a:prstGeom prst="rect">
            <a:avLst/>
          </a:prstGeom>
          <a:noFill/>
        </p:spPr>
        <p:txBody>
          <a:bodyPr wrap="none" rtlCol="0">
            <a:spAutoFit/>
          </a:bodyPr>
          <a:lstStyle/>
          <a:p>
            <a:r>
              <a:rPr lang="fr-FR" sz="1400"/>
              <a:t>Consommation</a:t>
            </a:r>
          </a:p>
        </p:txBody>
      </p:sp>
      <p:cxnSp>
        <p:nvCxnSpPr>
          <p:cNvPr id="63" name="Connecteur droit avec flèche 62">
            <a:extLst>
              <a:ext uri="{FF2B5EF4-FFF2-40B4-BE49-F238E27FC236}">
                <a16:creationId xmlns:a16="http://schemas.microsoft.com/office/drawing/2014/main" id="{8E53730F-5FC3-A605-5555-9A5B4D71B45C}"/>
              </a:ext>
            </a:extLst>
          </p:cNvPr>
          <p:cNvCxnSpPr/>
          <p:nvPr>
            <p:custDataLst>
              <p:tags r:id="rId9"/>
            </p:custDataLst>
          </p:nvPr>
        </p:nvCxnSpPr>
        <p:spPr>
          <a:xfrm>
            <a:off x="5067687" y="2176661"/>
            <a:ext cx="2210236" cy="0"/>
          </a:xfrm>
          <a:prstGeom prst="straightConnector1">
            <a:avLst/>
          </a:prstGeom>
          <a:ln>
            <a:solidFill>
              <a:schemeClr val="tx2"/>
            </a:solidFill>
            <a:headEnd type="arrow" w="med" len="med"/>
            <a:tailEnd type="none" w="med" len="med"/>
          </a:ln>
        </p:spPr>
        <p:style>
          <a:lnRef idx="1">
            <a:schemeClr val="accent3"/>
          </a:lnRef>
          <a:fillRef idx="2">
            <a:schemeClr val="accent3"/>
          </a:fillRef>
          <a:effectRef idx="1">
            <a:schemeClr val="accent3"/>
          </a:effectRef>
          <a:fontRef idx="minor">
            <a:schemeClr val="dk1"/>
          </a:fontRef>
        </p:style>
      </p:cxnSp>
      <p:sp>
        <p:nvSpPr>
          <p:cNvPr id="64" name="ZoneTexte 63">
            <a:extLst>
              <a:ext uri="{FF2B5EF4-FFF2-40B4-BE49-F238E27FC236}">
                <a16:creationId xmlns:a16="http://schemas.microsoft.com/office/drawing/2014/main" id="{022AB2D8-607C-1CC5-CB52-E5DFE435FB31}"/>
              </a:ext>
            </a:extLst>
          </p:cNvPr>
          <p:cNvSpPr txBox="1"/>
          <p:nvPr>
            <p:custDataLst>
              <p:tags r:id="rId10"/>
            </p:custDataLst>
          </p:nvPr>
        </p:nvSpPr>
        <p:spPr>
          <a:xfrm>
            <a:off x="5560041" y="2126982"/>
            <a:ext cx="1229824" cy="307777"/>
          </a:xfrm>
          <a:prstGeom prst="rect">
            <a:avLst/>
          </a:prstGeom>
          <a:noFill/>
        </p:spPr>
        <p:txBody>
          <a:bodyPr wrap="none" rtlCol="0">
            <a:spAutoFit/>
          </a:bodyPr>
          <a:lstStyle/>
          <a:p>
            <a:pPr algn="ctr"/>
            <a:r>
              <a:rPr lang="fr-FR" sz="1400"/>
              <a:t>Acquittement</a:t>
            </a:r>
          </a:p>
        </p:txBody>
      </p:sp>
      <p:sp>
        <p:nvSpPr>
          <p:cNvPr id="6" name="ZoneTexte 5">
            <a:extLst>
              <a:ext uri="{FF2B5EF4-FFF2-40B4-BE49-F238E27FC236}">
                <a16:creationId xmlns:a16="http://schemas.microsoft.com/office/drawing/2014/main" id="{52A5A9FA-082C-BF27-9066-9DAE6DBDC0CD}"/>
              </a:ext>
            </a:extLst>
          </p:cNvPr>
          <p:cNvSpPr txBox="1"/>
          <p:nvPr>
            <p:custDataLst>
              <p:tags r:id="rId11"/>
            </p:custDataLst>
          </p:nvPr>
        </p:nvSpPr>
        <p:spPr>
          <a:xfrm>
            <a:off x="4843151" y="4066221"/>
            <a:ext cx="2423764" cy="261610"/>
          </a:xfrm>
          <a:prstGeom prst="rect">
            <a:avLst/>
          </a:prstGeom>
          <a:noFill/>
        </p:spPr>
        <p:txBody>
          <a:bodyPr wrap="square" rtlCol="0">
            <a:spAutoFit/>
          </a:bodyPr>
          <a:lstStyle/>
          <a:p>
            <a:pPr algn="ctr"/>
            <a:r>
              <a:rPr lang="fr-FR" sz="1100" b="1" spc="300"/>
              <a:t>AT MOST ONCE</a:t>
            </a:r>
          </a:p>
        </p:txBody>
      </p:sp>
      <p:cxnSp>
        <p:nvCxnSpPr>
          <p:cNvPr id="7" name="Connecteur droit 6">
            <a:extLst>
              <a:ext uri="{FF2B5EF4-FFF2-40B4-BE49-F238E27FC236}">
                <a16:creationId xmlns:a16="http://schemas.microsoft.com/office/drawing/2014/main" id="{4B21D715-8CA3-8CE5-C98B-3A160B138D3A}"/>
              </a:ext>
            </a:extLst>
          </p:cNvPr>
          <p:cNvCxnSpPr>
            <a:cxnSpLocks/>
          </p:cNvCxnSpPr>
          <p:nvPr/>
        </p:nvCxnSpPr>
        <p:spPr>
          <a:xfrm>
            <a:off x="337932" y="3891515"/>
            <a:ext cx="8793368"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48E4AFDE-E2B9-31CA-0CF2-522996B4616F}"/>
              </a:ext>
            </a:extLst>
          </p:cNvPr>
          <p:cNvSpPr txBox="1"/>
          <p:nvPr>
            <p:custDataLst>
              <p:tags r:id="rId12"/>
            </p:custDataLst>
          </p:nvPr>
        </p:nvSpPr>
        <p:spPr>
          <a:xfrm>
            <a:off x="4856988" y="5923073"/>
            <a:ext cx="3703531" cy="584775"/>
          </a:xfrm>
          <a:prstGeom prst="rect">
            <a:avLst/>
          </a:prstGeom>
          <a:noFill/>
        </p:spPr>
        <p:txBody>
          <a:bodyPr wrap="square" rtlCol="0">
            <a:spAutoFit/>
          </a:bodyPr>
          <a:lstStyle>
            <a:defPPr>
              <a:defRPr lang="fr-FR"/>
            </a:defPPr>
            <a:lvl1pPr algn="ctr">
              <a:defRPr sz="1600">
                <a:solidFill>
                  <a:schemeClr val="accent1"/>
                </a:solidFill>
              </a:defRPr>
            </a:lvl1pPr>
          </a:lstStyle>
          <a:p>
            <a:r>
              <a:rPr lang="fr-FR"/>
              <a:t>Un message ne sera pas livré plus d’une fois mais peuvent être perdus</a:t>
            </a:r>
          </a:p>
        </p:txBody>
      </p:sp>
      <p:sp>
        <p:nvSpPr>
          <p:cNvPr id="11" name="Organigramme : Stockage à accès direct 10">
            <a:extLst>
              <a:ext uri="{FF2B5EF4-FFF2-40B4-BE49-F238E27FC236}">
                <a16:creationId xmlns:a16="http://schemas.microsoft.com/office/drawing/2014/main" id="{0BC0DEBB-4FF0-1854-5B7C-506E39ABF7C8}"/>
              </a:ext>
            </a:extLst>
          </p:cNvPr>
          <p:cNvSpPr/>
          <p:nvPr>
            <p:custDataLst>
              <p:tags r:id="rId13"/>
            </p:custDataLst>
          </p:nvPr>
        </p:nvSpPr>
        <p:spPr>
          <a:xfrm>
            <a:off x="3462254" y="5071178"/>
            <a:ext cx="1941610" cy="618509"/>
          </a:xfrm>
          <a:prstGeom prst="flowChartMagneticDrum">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600"/>
          </a:p>
        </p:txBody>
      </p:sp>
      <p:sp>
        <p:nvSpPr>
          <p:cNvPr id="12" name="Rectangle 11">
            <a:extLst>
              <a:ext uri="{FF2B5EF4-FFF2-40B4-BE49-F238E27FC236}">
                <a16:creationId xmlns:a16="http://schemas.microsoft.com/office/drawing/2014/main" id="{E4DEDB6E-42E3-C537-2B0A-4B2E5AA9E6D2}"/>
              </a:ext>
            </a:extLst>
          </p:cNvPr>
          <p:cNvSpPr/>
          <p:nvPr>
            <p:custDataLst>
              <p:tags r:id="rId14"/>
            </p:custDataLst>
          </p:nvPr>
        </p:nvSpPr>
        <p:spPr>
          <a:xfrm>
            <a:off x="337932" y="5071177"/>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cxnSp>
        <p:nvCxnSpPr>
          <p:cNvPr id="14" name="Connecteur droit avec flèche 13">
            <a:extLst>
              <a:ext uri="{FF2B5EF4-FFF2-40B4-BE49-F238E27FC236}">
                <a16:creationId xmlns:a16="http://schemas.microsoft.com/office/drawing/2014/main" id="{EDAFA76A-EDBD-9241-5B0F-FD5408B3C2EB}"/>
              </a:ext>
            </a:extLst>
          </p:cNvPr>
          <p:cNvCxnSpPr>
            <a:stCxn id="12" idx="3"/>
            <a:endCxn id="11" idx="1"/>
          </p:cNvCxnSpPr>
          <p:nvPr>
            <p:custDataLst>
              <p:tags r:id="rId15"/>
            </p:custDataLst>
          </p:nvPr>
        </p:nvCxnSpPr>
        <p:spPr>
          <a:xfrm>
            <a:off x="1983132" y="5380432"/>
            <a:ext cx="1479122" cy="1"/>
          </a:xfrm>
          <a:prstGeom prst="straightConnector1">
            <a:avLst/>
          </a:prstGeom>
          <a:ln w="25400">
            <a:solidFill>
              <a:schemeClr val="accent1">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sp>
        <p:nvSpPr>
          <p:cNvPr id="20" name="Rectangle 19">
            <a:extLst>
              <a:ext uri="{FF2B5EF4-FFF2-40B4-BE49-F238E27FC236}">
                <a16:creationId xmlns:a16="http://schemas.microsoft.com/office/drawing/2014/main" id="{32433222-1BDE-5AA0-43F2-5C0C29709466}"/>
              </a:ext>
            </a:extLst>
          </p:cNvPr>
          <p:cNvSpPr/>
          <p:nvPr>
            <p:custDataLst>
              <p:tags r:id="rId16"/>
            </p:custDataLst>
          </p:nvPr>
        </p:nvSpPr>
        <p:spPr>
          <a:xfrm>
            <a:off x="7239109" y="5086597"/>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Consommateur</a:t>
            </a:r>
          </a:p>
        </p:txBody>
      </p:sp>
      <p:sp>
        <p:nvSpPr>
          <p:cNvPr id="23" name="ZoneTexte 22">
            <a:extLst>
              <a:ext uri="{FF2B5EF4-FFF2-40B4-BE49-F238E27FC236}">
                <a16:creationId xmlns:a16="http://schemas.microsoft.com/office/drawing/2014/main" id="{F3D5B849-DA4C-D2C4-B460-89BD6942A4E5}"/>
              </a:ext>
            </a:extLst>
          </p:cNvPr>
          <p:cNvSpPr txBox="1"/>
          <p:nvPr/>
        </p:nvSpPr>
        <p:spPr>
          <a:xfrm>
            <a:off x="9966933" y="1018752"/>
            <a:ext cx="1423788" cy="338554"/>
          </a:xfrm>
          <a:prstGeom prst="rect">
            <a:avLst/>
          </a:prstGeom>
          <a:noFill/>
        </p:spPr>
        <p:txBody>
          <a:bodyPr wrap="none" rtlCol="0">
            <a:spAutoFit/>
          </a:bodyPr>
          <a:lstStyle/>
          <a:p>
            <a:r>
              <a:rPr lang="fr-FR" sz="1600" b="1">
                <a:cs typeface="Arial" panose="020B0604020202020204" pitchFamily="34" charset="0"/>
              </a:rPr>
              <a:t>USE CASES </a:t>
            </a:r>
          </a:p>
        </p:txBody>
      </p:sp>
      <p:sp>
        <p:nvSpPr>
          <p:cNvPr id="24" name="Rectangle : coins arrondis 23">
            <a:extLst>
              <a:ext uri="{FF2B5EF4-FFF2-40B4-BE49-F238E27FC236}">
                <a16:creationId xmlns:a16="http://schemas.microsoft.com/office/drawing/2014/main" id="{67F68549-57AF-9307-4122-F52819FA0FE6}"/>
              </a:ext>
            </a:extLst>
          </p:cNvPr>
          <p:cNvSpPr/>
          <p:nvPr/>
        </p:nvSpPr>
        <p:spPr>
          <a:xfrm>
            <a:off x="9276157" y="922713"/>
            <a:ext cx="2805340" cy="5573326"/>
          </a:xfrm>
          <a:prstGeom prst="round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5" name="Connecteur droit 24">
            <a:extLst>
              <a:ext uri="{FF2B5EF4-FFF2-40B4-BE49-F238E27FC236}">
                <a16:creationId xmlns:a16="http://schemas.microsoft.com/office/drawing/2014/main" id="{3F9D2AA3-9657-1B1D-ADC7-E56CC790865B}"/>
              </a:ext>
            </a:extLst>
          </p:cNvPr>
          <p:cNvCxnSpPr>
            <a:cxnSpLocks/>
          </p:cNvCxnSpPr>
          <p:nvPr/>
        </p:nvCxnSpPr>
        <p:spPr>
          <a:xfrm>
            <a:off x="9420779" y="3891515"/>
            <a:ext cx="2516097"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6" name="ZoneTexte 25">
            <a:extLst>
              <a:ext uri="{FF2B5EF4-FFF2-40B4-BE49-F238E27FC236}">
                <a16:creationId xmlns:a16="http://schemas.microsoft.com/office/drawing/2014/main" id="{08467D00-613F-1C2D-8AE4-3E39039CC335}"/>
              </a:ext>
            </a:extLst>
          </p:cNvPr>
          <p:cNvSpPr txBox="1"/>
          <p:nvPr/>
        </p:nvSpPr>
        <p:spPr>
          <a:xfrm>
            <a:off x="9351925" y="1509243"/>
            <a:ext cx="2584952" cy="2062103"/>
          </a:xfrm>
          <a:prstGeom prst="rect">
            <a:avLst/>
          </a:prstGeom>
          <a:noFill/>
        </p:spPr>
        <p:txBody>
          <a:bodyPr wrap="square" rtlCol="0">
            <a:spAutoFit/>
          </a:bodyPr>
          <a:lstStyle/>
          <a:p>
            <a:pPr marL="285750" indent="-285750">
              <a:buSzPct val="100000"/>
              <a:buFont typeface="Arial" panose="020B0604020202020204" pitchFamily="34" charset="0"/>
              <a:buChar char="•"/>
            </a:pPr>
            <a:r>
              <a:rPr lang="fr-FR" sz="1600" dirty="0">
                <a:latin typeface="Arial" panose="020B0604020202020204" pitchFamily="34" charset="0"/>
                <a:cs typeface="Arial" panose="020B0604020202020204" pitchFamily="34" charset="0"/>
              </a:rPr>
              <a:t>Une seule intégration doit être mise en place.</a:t>
            </a:r>
          </a:p>
          <a:p>
            <a:pPr marL="285750" indent="-285750">
              <a:buSzPct val="100000"/>
              <a:buFont typeface="Arial" panose="020B0604020202020204" pitchFamily="34" charset="0"/>
              <a:buChar char="•"/>
            </a:pPr>
            <a:r>
              <a:rPr lang="fr-FR" sz="1600" dirty="0">
                <a:latin typeface="Arial" panose="020B0604020202020204" pitchFamily="34" charset="0"/>
                <a:cs typeface="Arial" panose="020B0604020202020204" pitchFamily="34" charset="0"/>
              </a:rPr>
              <a:t>L’intégration est relativement peu étendue. Peu d’investissement dans sa construction et sa maintenance. </a:t>
            </a:r>
          </a:p>
        </p:txBody>
      </p:sp>
      <p:sp>
        <p:nvSpPr>
          <p:cNvPr id="27" name="ZoneTexte 26">
            <a:extLst>
              <a:ext uri="{FF2B5EF4-FFF2-40B4-BE49-F238E27FC236}">
                <a16:creationId xmlns:a16="http://schemas.microsoft.com/office/drawing/2014/main" id="{0C4AFA97-48E7-4D41-E73A-E4173E887403}"/>
              </a:ext>
            </a:extLst>
          </p:cNvPr>
          <p:cNvSpPr txBox="1"/>
          <p:nvPr/>
        </p:nvSpPr>
        <p:spPr>
          <a:xfrm>
            <a:off x="9351925" y="4112174"/>
            <a:ext cx="2632663" cy="1569660"/>
          </a:xfrm>
          <a:prstGeom prst="rect">
            <a:avLst/>
          </a:prstGeom>
          <a:noFill/>
        </p:spPr>
        <p:txBody>
          <a:bodyPr wrap="square" rtlCol="0">
            <a:spAutoFit/>
          </a:bodyPr>
          <a:lstStyle/>
          <a:p>
            <a:pPr marL="285750" indent="-285750">
              <a:buSzPct val="100000"/>
              <a:buFont typeface="Arial" panose="020B0604020202020204" pitchFamily="34" charset="0"/>
              <a:buChar char="•"/>
            </a:pPr>
            <a:r>
              <a:rPr lang="fr-FR" sz="1600">
                <a:latin typeface="Arial" panose="020B0604020202020204" pitchFamily="34" charset="0"/>
                <a:cs typeface="Arial" panose="020B0604020202020204" pitchFamily="34" charset="0"/>
              </a:rPr>
              <a:t>Convient aux cas d'utilisation tels que la surveillance de mesures, où une petite perte de données est acceptable.</a:t>
            </a:r>
          </a:p>
        </p:txBody>
      </p:sp>
      <p:cxnSp>
        <p:nvCxnSpPr>
          <p:cNvPr id="3" name="Connecteur droit avec flèche 2">
            <a:extLst>
              <a:ext uri="{FF2B5EF4-FFF2-40B4-BE49-F238E27FC236}">
                <a16:creationId xmlns:a16="http://schemas.microsoft.com/office/drawing/2014/main" id="{D9906BEE-21FD-CD38-73A3-A6069CB8EAF2}"/>
              </a:ext>
            </a:extLst>
          </p:cNvPr>
          <p:cNvCxnSpPr>
            <a:cxnSpLocks/>
          </p:cNvCxnSpPr>
          <p:nvPr>
            <p:custDataLst>
              <p:tags r:id="rId17"/>
            </p:custDataLst>
          </p:nvPr>
        </p:nvCxnSpPr>
        <p:spPr>
          <a:xfrm>
            <a:off x="5414211" y="5395851"/>
            <a:ext cx="1835245" cy="0"/>
          </a:xfrm>
          <a:prstGeom prst="straightConnector1">
            <a:avLst/>
          </a:prstGeom>
          <a:ln w="25400">
            <a:solidFill>
              <a:schemeClr val="accent5">
                <a:lumMod val="75000"/>
              </a:schemeClr>
            </a:solidFill>
            <a:tailEnd type="arrow"/>
          </a:ln>
        </p:spPr>
        <p:style>
          <a:lnRef idx="1">
            <a:schemeClr val="accent3"/>
          </a:lnRef>
          <a:fillRef idx="2">
            <a:schemeClr val="accent3"/>
          </a:fillRef>
          <a:effectRef idx="1">
            <a:schemeClr val="accent3"/>
          </a:effectRef>
          <a:fontRef idx="minor">
            <a:schemeClr val="dk1"/>
          </a:fontRef>
        </p:style>
      </p:cxnSp>
      <p:sp>
        <p:nvSpPr>
          <p:cNvPr id="5" name="Forme libre 101">
            <a:extLst>
              <a:ext uri="{FF2B5EF4-FFF2-40B4-BE49-F238E27FC236}">
                <a16:creationId xmlns:a16="http://schemas.microsoft.com/office/drawing/2014/main" id="{D38A0ED2-196F-BA38-5D21-FB77BFABC46C}"/>
              </a:ext>
            </a:extLst>
          </p:cNvPr>
          <p:cNvSpPr>
            <a:spLocks noChangeAspect="1"/>
          </p:cNvSpPr>
          <p:nvPr/>
        </p:nvSpPr>
        <p:spPr>
          <a:xfrm>
            <a:off x="2827692" y="1806425"/>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C5BF"/>
          </a:solidFill>
          <a:ln w="2191" cap="flat">
            <a:noFill/>
            <a:prstDash val="solid"/>
            <a:miter/>
          </a:ln>
        </p:spPr>
        <p:txBody>
          <a:bodyPr rtlCol="0" anchor="ctr"/>
          <a:lstStyle/>
          <a:p>
            <a:endParaRPr lang="fr-FR"/>
          </a:p>
        </p:txBody>
      </p:sp>
      <p:sp>
        <p:nvSpPr>
          <p:cNvPr id="8" name="Forme libre 101">
            <a:extLst>
              <a:ext uri="{FF2B5EF4-FFF2-40B4-BE49-F238E27FC236}">
                <a16:creationId xmlns:a16="http://schemas.microsoft.com/office/drawing/2014/main" id="{D26F85B7-751E-09A7-6552-997BCFC0BFDC}"/>
              </a:ext>
            </a:extLst>
          </p:cNvPr>
          <p:cNvSpPr>
            <a:spLocks noChangeAspect="1"/>
          </p:cNvSpPr>
          <p:nvPr/>
        </p:nvSpPr>
        <p:spPr>
          <a:xfrm>
            <a:off x="7946747" y="2480357"/>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C5BF"/>
          </a:solidFill>
          <a:ln w="2191" cap="flat">
            <a:noFill/>
            <a:prstDash val="solid"/>
            <a:miter/>
          </a:ln>
        </p:spPr>
        <p:txBody>
          <a:bodyPr rtlCol="0" anchor="ctr"/>
          <a:lstStyle/>
          <a:p>
            <a:endParaRPr lang="fr-FR"/>
          </a:p>
        </p:txBody>
      </p:sp>
      <p:sp>
        <p:nvSpPr>
          <p:cNvPr id="10" name="Forme libre 101">
            <a:extLst>
              <a:ext uri="{FF2B5EF4-FFF2-40B4-BE49-F238E27FC236}">
                <a16:creationId xmlns:a16="http://schemas.microsoft.com/office/drawing/2014/main" id="{3B587A81-7245-7C0F-CBD6-128B8A2EA2F1}"/>
              </a:ext>
            </a:extLst>
          </p:cNvPr>
          <p:cNvSpPr>
            <a:spLocks noChangeAspect="1"/>
          </p:cNvSpPr>
          <p:nvPr/>
        </p:nvSpPr>
        <p:spPr>
          <a:xfrm>
            <a:off x="2313542" y="5109699"/>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C5BF"/>
          </a:solidFill>
          <a:ln w="2191" cap="flat">
            <a:noFill/>
            <a:prstDash val="solid"/>
            <a:miter/>
          </a:ln>
        </p:spPr>
        <p:txBody>
          <a:bodyPr rtlCol="0" anchor="ctr"/>
          <a:lstStyle/>
          <a:p>
            <a:endParaRPr lang="fr-FR"/>
          </a:p>
        </p:txBody>
      </p:sp>
      <p:sp>
        <p:nvSpPr>
          <p:cNvPr id="13" name="Forme libre 101">
            <a:extLst>
              <a:ext uri="{FF2B5EF4-FFF2-40B4-BE49-F238E27FC236}">
                <a16:creationId xmlns:a16="http://schemas.microsoft.com/office/drawing/2014/main" id="{CE75DB4A-9130-5D35-14A8-74D4E89AA9B9}"/>
              </a:ext>
            </a:extLst>
          </p:cNvPr>
          <p:cNvSpPr>
            <a:spLocks noChangeAspect="1"/>
          </p:cNvSpPr>
          <p:nvPr/>
        </p:nvSpPr>
        <p:spPr>
          <a:xfrm>
            <a:off x="3967458" y="5833401"/>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C5BF"/>
          </a:solidFill>
          <a:ln w="2191" cap="flat">
            <a:noFill/>
            <a:prstDash val="solid"/>
            <a:miter/>
          </a:ln>
        </p:spPr>
        <p:txBody>
          <a:bodyPr rtlCol="0" anchor="ctr"/>
          <a:lstStyle/>
          <a:p>
            <a:endParaRPr lang="fr-FR"/>
          </a:p>
        </p:txBody>
      </p:sp>
      <p:sp>
        <p:nvSpPr>
          <p:cNvPr id="16" name="Forme libre 101">
            <a:extLst>
              <a:ext uri="{FF2B5EF4-FFF2-40B4-BE49-F238E27FC236}">
                <a16:creationId xmlns:a16="http://schemas.microsoft.com/office/drawing/2014/main" id="{AB013951-BD7D-1D6A-3A9C-90A477FB66F2}"/>
              </a:ext>
            </a:extLst>
          </p:cNvPr>
          <p:cNvSpPr>
            <a:spLocks noChangeAspect="1"/>
          </p:cNvSpPr>
          <p:nvPr/>
        </p:nvSpPr>
        <p:spPr>
          <a:xfrm>
            <a:off x="2819043" y="5109699"/>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5">
              <a:lumMod val="75000"/>
            </a:schemeClr>
          </a:solidFill>
          <a:ln w="2191" cap="flat">
            <a:noFill/>
            <a:prstDash val="solid"/>
            <a:miter/>
          </a:ln>
        </p:spPr>
        <p:txBody>
          <a:bodyPr rtlCol="0" anchor="ctr"/>
          <a:lstStyle/>
          <a:p>
            <a:endParaRPr lang="fr-FR"/>
          </a:p>
        </p:txBody>
      </p:sp>
      <p:sp>
        <p:nvSpPr>
          <p:cNvPr id="29" name="Forme libre 101">
            <a:extLst>
              <a:ext uri="{FF2B5EF4-FFF2-40B4-BE49-F238E27FC236}">
                <a16:creationId xmlns:a16="http://schemas.microsoft.com/office/drawing/2014/main" id="{8F072075-7EA2-CCA5-FCF9-DABEA3E46B5C}"/>
              </a:ext>
            </a:extLst>
          </p:cNvPr>
          <p:cNvSpPr>
            <a:spLocks noChangeAspect="1"/>
          </p:cNvSpPr>
          <p:nvPr/>
        </p:nvSpPr>
        <p:spPr>
          <a:xfrm>
            <a:off x="4433059" y="5833401"/>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5">
              <a:lumMod val="75000"/>
            </a:schemeClr>
          </a:solidFill>
          <a:ln w="2191" cap="flat">
            <a:noFill/>
            <a:prstDash val="solid"/>
            <a:miter/>
          </a:ln>
        </p:spPr>
        <p:txBody>
          <a:bodyPr rtlCol="0" anchor="ctr"/>
          <a:lstStyle/>
          <a:p>
            <a:endParaRPr lang="fr-FR"/>
          </a:p>
        </p:txBody>
      </p:sp>
      <p:sp>
        <p:nvSpPr>
          <p:cNvPr id="30" name="Forme libre 101">
            <a:extLst>
              <a:ext uri="{FF2B5EF4-FFF2-40B4-BE49-F238E27FC236}">
                <a16:creationId xmlns:a16="http://schemas.microsoft.com/office/drawing/2014/main" id="{AB9BB774-E6F4-1C28-97D7-DEB548D6A0F3}"/>
              </a:ext>
            </a:extLst>
          </p:cNvPr>
          <p:cNvSpPr>
            <a:spLocks noChangeAspect="1"/>
          </p:cNvSpPr>
          <p:nvPr/>
        </p:nvSpPr>
        <p:spPr>
          <a:xfrm>
            <a:off x="6175911" y="5107524"/>
            <a:ext cx="311845" cy="17934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5">
              <a:lumMod val="75000"/>
            </a:schemeClr>
          </a:solidFill>
          <a:ln w="2191" cap="flat">
            <a:noFill/>
            <a:prstDash val="solid"/>
            <a:miter/>
          </a:ln>
        </p:spPr>
        <p:txBody>
          <a:bodyPr rtlCol="0" anchor="ctr"/>
          <a:lstStyle/>
          <a:p>
            <a:endParaRPr lang="fr-FR"/>
          </a:p>
        </p:txBody>
      </p:sp>
      <p:sp>
        <p:nvSpPr>
          <p:cNvPr id="4" name="Ellipse 3">
            <a:extLst>
              <a:ext uri="{FF2B5EF4-FFF2-40B4-BE49-F238E27FC236}">
                <a16:creationId xmlns:a16="http://schemas.microsoft.com/office/drawing/2014/main" id="{E336DD38-81E9-AF7A-BF45-CE7862E68603}"/>
              </a:ext>
            </a:extLst>
          </p:cNvPr>
          <p:cNvSpPr/>
          <p:nvPr/>
        </p:nvSpPr>
        <p:spPr>
          <a:xfrm>
            <a:off x="6720495" y="1399005"/>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15" name="Ellipse 14">
            <a:extLst>
              <a:ext uri="{FF2B5EF4-FFF2-40B4-BE49-F238E27FC236}">
                <a16:creationId xmlns:a16="http://schemas.microsoft.com/office/drawing/2014/main" id="{6C5C6FA3-EDE1-029B-C7AB-4DBF972B3E29}"/>
              </a:ext>
            </a:extLst>
          </p:cNvPr>
          <p:cNvSpPr/>
          <p:nvPr/>
        </p:nvSpPr>
        <p:spPr>
          <a:xfrm>
            <a:off x="3441877" y="1438746"/>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17" name="Ellipse 16">
            <a:extLst>
              <a:ext uri="{FF2B5EF4-FFF2-40B4-BE49-F238E27FC236}">
                <a16:creationId xmlns:a16="http://schemas.microsoft.com/office/drawing/2014/main" id="{C9711C0B-24D4-DA4B-0548-6BBDC31A87AD}"/>
              </a:ext>
            </a:extLst>
          </p:cNvPr>
          <p:cNvSpPr/>
          <p:nvPr/>
        </p:nvSpPr>
        <p:spPr>
          <a:xfrm>
            <a:off x="6676820" y="2455324"/>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18" name="Ellipse 17">
            <a:extLst>
              <a:ext uri="{FF2B5EF4-FFF2-40B4-BE49-F238E27FC236}">
                <a16:creationId xmlns:a16="http://schemas.microsoft.com/office/drawing/2014/main" id="{90CCCBF4-D2C3-A7E7-98A6-9BCD032E7198}"/>
              </a:ext>
            </a:extLst>
          </p:cNvPr>
          <p:cNvSpPr/>
          <p:nvPr/>
        </p:nvSpPr>
        <p:spPr>
          <a:xfrm>
            <a:off x="6690202" y="4792607"/>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19" name="Ellipse 18">
            <a:extLst>
              <a:ext uri="{FF2B5EF4-FFF2-40B4-BE49-F238E27FC236}">
                <a16:creationId xmlns:a16="http://schemas.microsoft.com/office/drawing/2014/main" id="{F5573655-F80A-3D42-0C67-2D6CB879C5ED}"/>
              </a:ext>
            </a:extLst>
          </p:cNvPr>
          <p:cNvSpPr/>
          <p:nvPr/>
        </p:nvSpPr>
        <p:spPr>
          <a:xfrm>
            <a:off x="3292013" y="4726998"/>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21" name="Ellipse 20">
            <a:extLst>
              <a:ext uri="{FF2B5EF4-FFF2-40B4-BE49-F238E27FC236}">
                <a16:creationId xmlns:a16="http://schemas.microsoft.com/office/drawing/2014/main" id="{CC98FBFB-DFFE-4C66-EFF7-3CE0B450DE6D}"/>
              </a:ext>
            </a:extLst>
          </p:cNvPr>
          <p:cNvSpPr/>
          <p:nvPr/>
        </p:nvSpPr>
        <p:spPr>
          <a:xfrm>
            <a:off x="4744904" y="2530372"/>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4</a:t>
            </a:r>
          </a:p>
        </p:txBody>
      </p:sp>
    </p:spTree>
    <p:extLst>
      <p:ext uri="{BB962C8B-B14F-4D97-AF65-F5344CB8AC3E}">
        <p14:creationId xmlns:p14="http://schemas.microsoft.com/office/powerpoint/2010/main" val="36525371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PATTERNS D’échange</a:t>
            </a:r>
          </a:p>
        </p:txBody>
      </p:sp>
      <p:sp>
        <p:nvSpPr>
          <p:cNvPr id="67" name="ZoneTexte 66">
            <a:extLst>
              <a:ext uri="{FF2B5EF4-FFF2-40B4-BE49-F238E27FC236}">
                <a16:creationId xmlns:a16="http://schemas.microsoft.com/office/drawing/2014/main" id="{2A3C1C7F-3026-80FA-7F3B-CE7916B48A7B}"/>
              </a:ext>
            </a:extLst>
          </p:cNvPr>
          <p:cNvSpPr txBox="1"/>
          <p:nvPr>
            <p:custDataLst>
              <p:tags r:id="rId1"/>
            </p:custDataLst>
          </p:nvPr>
        </p:nvSpPr>
        <p:spPr>
          <a:xfrm>
            <a:off x="4200391" y="979918"/>
            <a:ext cx="2736304" cy="261610"/>
          </a:xfrm>
          <a:prstGeom prst="rect">
            <a:avLst/>
          </a:prstGeom>
          <a:noFill/>
        </p:spPr>
        <p:txBody>
          <a:bodyPr wrap="square" rtlCol="0">
            <a:spAutoFit/>
          </a:bodyPr>
          <a:lstStyle/>
          <a:p>
            <a:pPr algn="ctr"/>
            <a:r>
              <a:rPr lang="fr-FR" sz="1100" b="1" spc="300"/>
              <a:t>DIFFUSION</a:t>
            </a:r>
          </a:p>
        </p:txBody>
      </p:sp>
      <p:sp>
        <p:nvSpPr>
          <p:cNvPr id="68" name="Organigramme : Stockage à accès direct 67">
            <a:extLst>
              <a:ext uri="{FF2B5EF4-FFF2-40B4-BE49-F238E27FC236}">
                <a16:creationId xmlns:a16="http://schemas.microsoft.com/office/drawing/2014/main" id="{2D9096B9-AF67-F7F2-BE09-7315A781C937}"/>
              </a:ext>
            </a:extLst>
          </p:cNvPr>
          <p:cNvSpPr/>
          <p:nvPr>
            <p:custDataLst>
              <p:tags r:id="rId2"/>
            </p:custDataLst>
          </p:nvPr>
        </p:nvSpPr>
        <p:spPr>
          <a:xfrm>
            <a:off x="3986923" y="2455956"/>
            <a:ext cx="1645958" cy="582514"/>
          </a:xfrm>
          <a:prstGeom prst="flowChartMagneticDrum">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600"/>
          </a:p>
        </p:txBody>
      </p:sp>
      <p:sp>
        <p:nvSpPr>
          <p:cNvPr id="69" name="Rectangle 68">
            <a:extLst>
              <a:ext uri="{FF2B5EF4-FFF2-40B4-BE49-F238E27FC236}">
                <a16:creationId xmlns:a16="http://schemas.microsoft.com/office/drawing/2014/main" id="{96DBC766-2692-8106-9EF4-CE0C70E94B1F}"/>
              </a:ext>
            </a:extLst>
          </p:cNvPr>
          <p:cNvSpPr/>
          <p:nvPr>
            <p:custDataLst>
              <p:tags r:id="rId3"/>
            </p:custDataLst>
          </p:nvPr>
        </p:nvSpPr>
        <p:spPr>
          <a:xfrm>
            <a:off x="945952" y="2463552"/>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sp>
        <p:nvSpPr>
          <p:cNvPr id="70" name="Rectangle 69">
            <a:extLst>
              <a:ext uri="{FF2B5EF4-FFF2-40B4-BE49-F238E27FC236}">
                <a16:creationId xmlns:a16="http://schemas.microsoft.com/office/drawing/2014/main" id="{AA2A4CEB-348C-88A5-10D7-2EF45348D60B}"/>
              </a:ext>
            </a:extLst>
          </p:cNvPr>
          <p:cNvSpPr/>
          <p:nvPr>
            <p:custDataLst>
              <p:tags r:id="rId4"/>
            </p:custDataLst>
          </p:nvPr>
        </p:nvSpPr>
        <p:spPr>
          <a:xfrm>
            <a:off x="6541437" y="1354205"/>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sp>
        <p:nvSpPr>
          <p:cNvPr id="71" name="Rectangle 70">
            <a:extLst>
              <a:ext uri="{FF2B5EF4-FFF2-40B4-BE49-F238E27FC236}">
                <a16:creationId xmlns:a16="http://schemas.microsoft.com/office/drawing/2014/main" id="{E6517B91-5B5B-5B87-9762-88D6140CF45E}"/>
              </a:ext>
            </a:extLst>
          </p:cNvPr>
          <p:cNvSpPr/>
          <p:nvPr>
            <p:custDataLst>
              <p:tags r:id="rId5"/>
            </p:custDataLst>
          </p:nvPr>
        </p:nvSpPr>
        <p:spPr>
          <a:xfrm>
            <a:off x="6541437" y="2254001"/>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sp>
        <p:nvSpPr>
          <p:cNvPr id="72" name="Rectangle 71">
            <a:extLst>
              <a:ext uri="{FF2B5EF4-FFF2-40B4-BE49-F238E27FC236}">
                <a16:creationId xmlns:a16="http://schemas.microsoft.com/office/drawing/2014/main" id="{CEE2F894-78CF-40D1-550A-5A4B569AB7B8}"/>
              </a:ext>
            </a:extLst>
          </p:cNvPr>
          <p:cNvSpPr/>
          <p:nvPr>
            <p:custDataLst>
              <p:tags r:id="rId6"/>
            </p:custDataLst>
          </p:nvPr>
        </p:nvSpPr>
        <p:spPr>
          <a:xfrm>
            <a:off x="6541437" y="3153797"/>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sp>
        <p:nvSpPr>
          <p:cNvPr id="73" name="Rectangle 72">
            <a:extLst>
              <a:ext uri="{FF2B5EF4-FFF2-40B4-BE49-F238E27FC236}">
                <a16:creationId xmlns:a16="http://schemas.microsoft.com/office/drawing/2014/main" id="{63B46015-7F2F-1C09-9748-61D06F6CD9D2}"/>
              </a:ext>
            </a:extLst>
          </p:cNvPr>
          <p:cNvSpPr/>
          <p:nvPr>
            <p:custDataLst>
              <p:tags r:id="rId7"/>
            </p:custDataLst>
          </p:nvPr>
        </p:nvSpPr>
        <p:spPr>
          <a:xfrm>
            <a:off x="950110" y="3169392"/>
            <a:ext cx="4682771" cy="710552"/>
          </a:xfrm>
          <a:prstGeom prst="rect">
            <a:avLst/>
          </a:prstGeom>
          <a:noFill/>
          <a:ln>
            <a:solidFill>
              <a:schemeClr val="accent1"/>
            </a:solidFill>
          </a:ln>
        </p:spPr>
        <p:txBody>
          <a:bodyPr wrap="square" lIns="0" tIns="108000" rIns="0" bIns="108000" rtlCol="0">
            <a:spAutoFit/>
          </a:bodyPr>
          <a:lstStyle/>
          <a:p>
            <a:pPr marL="0" lvl="1" algn="ctr"/>
            <a:r>
              <a:rPr lang="fr-FR" sz="1600">
                <a:solidFill>
                  <a:schemeClr val="accent1"/>
                </a:solidFill>
              </a:rPr>
              <a:t>Broadcast vers tous les abonnés actifs</a:t>
            </a:r>
          </a:p>
          <a:p>
            <a:pPr marL="0" lvl="1" algn="ctr"/>
            <a:r>
              <a:rPr lang="fr-FR" sz="1600" b="1">
                <a:solidFill>
                  <a:schemeClr val="accent1"/>
                </a:solidFill>
              </a:rPr>
              <a:t>Pas de persistance des messages</a:t>
            </a:r>
          </a:p>
        </p:txBody>
      </p:sp>
      <p:cxnSp>
        <p:nvCxnSpPr>
          <p:cNvPr id="74" name="Connecteur en arc 13">
            <a:extLst>
              <a:ext uri="{FF2B5EF4-FFF2-40B4-BE49-F238E27FC236}">
                <a16:creationId xmlns:a16="http://schemas.microsoft.com/office/drawing/2014/main" id="{1CE1523E-1D6E-8156-A3C2-0475AE8F0006}"/>
              </a:ext>
            </a:extLst>
          </p:cNvPr>
          <p:cNvCxnSpPr>
            <a:stCxn id="69" idx="3"/>
            <a:endCxn id="68" idx="1"/>
          </p:cNvCxnSpPr>
          <p:nvPr>
            <p:custDataLst>
              <p:tags r:id="rId8"/>
            </p:custDataLst>
          </p:nvPr>
        </p:nvCxnSpPr>
        <p:spPr>
          <a:xfrm flipV="1">
            <a:off x="2591152" y="2747213"/>
            <a:ext cx="1395771" cy="7596"/>
          </a:xfrm>
          <a:prstGeom prst="curvedConnector3">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Connecteur en arc 15">
            <a:extLst>
              <a:ext uri="{FF2B5EF4-FFF2-40B4-BE49-F238E27FC236}">
                <a16:creationId xmlns:a16="http://schemas.microsoft.com/office/drawing/2014/main" id="{64CB9C60-6951-518C-F844-680EBDD0F4AA}"/>
              </a:ext>
            </a:extLst>
          </p:cNvPr>
          <p:cNvCxnSpPr>
            <a:stCxn id="68" idx="4"/>
            <a:endCxn id="70" idx="1"/>
          </p:cNvCxnSpPr>
          <p:nvPr>
            <p:custDataLst>
              <p:tags r:id="rId9"/>
            </p:custDataLst>
          </p:nvPr>
        </p:nvCxnSpPr>
        <p:spPr>
          <a:xfrm flipV="1">
            <a:off x="5632881" y="1645462"/>
            <a:ext cx="908556" cy="1101751"/>
          </a:xfrm>
          <a:prstGeom prst="curvedConnector3">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onnecteur en arc 17">
            <a:extLst>
              <a:ext uri="{FF2B5EF4-FFF2-40B4-BE49-F238E27FC236}">
                <a16:creationId xmlns:a16="http://schemas.microsoft.com/office/drawing/2014/main" id="{821C6B5A-CBB0-25A8-BE75-07A6FB272650}"/>
              </a:ext>
            </a:extLst>
          </p:cNvPr>
          <p:cNvCxnSpPr>
            <a:stCxn id="68" idx="4"/>
            <a:endCxn id="72" idx="1"/>
          </p:cNvCxnSpPr>
          <p:nvPr>
            <p:custDataLst>
              <p:tags r:id="rId10"/>
            </p:custDataLst>
          </p:nvPr>
        </p:nvCxnSpPr>
        <p:spPr>
          <a:xfrm>
            <a:off x="5632881" y="2747213"/>
            <a:ext cx="908556" cy="697841"/>
          </a:xfrm>
          <a:prstGeom prst="curvedConnector3">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onnecteur en arc 19">
            <a:extLst>
              <a:ext uri="{FF2B5EF4-FFF2-40B4-BE49-F238E27FC236}">
                <a16:creationId xmlns:a16="http://schemas.microsoft.com/office/drawing/2014/main" id="{A24B3860-D5E2-075E-15FF-E9D41F89393A}"/>
              </a:ext>
            </a:extLst>
          </p:cNvPr>
          <p:cNvCxnSpPr>
            <a:endCxn id="71" idx="1"/>
          </p:cNvCxnSpPr>
          <p:nvPr>
            <p:custDataLst>
              <p:tags r:id="rId11"/>
            </p:custDataLst>
          </p:nvPr>
        </p:nvCxnSpPr>
        <p:spPr>
          <a:xfrm flipV="1">
            <a:off x="5632881" y="2545258"/>
            <a:ext cx="908556" cy="201956"/>
          </a:xfrm>
          <a:prstGeom prst="curvedConnector3">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 name="ZoneTexte 2">
            <a:extLst>
              <a:ext uri="{FF2B5EF4-FFF2-40B4-BE49-F238E27FC236}">
                <a16:creationId xmlns:a16="http://schemas.microsoft.com/office/drawing/2014/main" id="{94B67AB2-E4E6-E915-2983-30AE5A6CC71D}"/>
              </a:ext>
            </a:extLst>
          </p:cNvPr>
          <p:cNvSpPr txBox="1"/>
          <p:nvPr/>
        </p:nvSpPr>
        <p:spPr>
          <a:xfrm>
            <a:off x="10185359" y="1018752"/>
            <a:ext cx="986937" cy="338554"/>
          </a:xfrm>
          <a:prstGeom prst="rect">
            <a:avLst/>
          </a:prstGeom>
          <a:noFill/>
        </p:spPr>
        <p:txBody>
          <a:bodyPr wrap="none" rtlCol="0">
            <a:spAutoFit/>
          </a:bodyPr>
          <a:lstStyle/>
          <a:p>
            <a:pPr algn="ctr"/>
            <a:r>
              <a:rPr lang="fr-FR" sz="1600" b="1" dirty="0">
                <a:cs typeface="Arial" panose="020B0604020202020204" pitchFamily="34" charset="0"/>
              </a:rPr>
              <a:t>ETAPES</a:t>
            </a:r>
          </a:p>
        </p:txBody>
      </p:sp>
      <p:sp>
        <p:nvSpPr>
          <p:cNvPr id="4" name="Rectangle : coins arrondis 3">
            <a:extLst>
              <a:ext uri="{FF2B5EF4-FFF2-40B4-BE49-F238E27FC236}">
                <a16:creationId xmlns:a16="http://schemas.microsoft.com/office/drawing/2014/main" id="{0ED0B1C2-F7D8-2404-EA98-618F25209C37}"/>
              </a:ext>
            </a:extLst>
          </p:cNvPr>
          <p:cNvSpPr/>
          <p:nvPr/>
        </p:nvSpPr>
        <p:spPr>
          <a:xfrm>
            <a:off x="9276157" y="922713"/>
            <a:ext cx="2805340" cy="5573326"/>
          </a:xfrm>
          <a:prstGeom prst="round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 name="Connecteur droit 5">
            <a:extLst>
              <a:ext uri="{FF2B5EF4-FFF2-40B4-BE49-F238E27FC236}">
                <a16:creationId xmlns:a16="http://schemas.microsoft.com/office/drawing/2014/main" id="{79E22109-54AD-2C22-35FA-6F0BAACCE1B4}"/>
              </a:ext>
            </a:extLst>
          </p:cNvPr>
          <p:cNvCxnSpPr>
            <a:cxnSpLocks/>
          </p:cNvCxnSpPr>
          <p:nvPr/>
        </p:nvCxnSpPr>
        <p:spPr>
          <a:xfrm>
            <a:off x="337932" y="4005815"/>
            <a:ext cx="8793368"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7" name="ZoneTexte 6">
            <a:extLst>
              <a:ext uri="{FF2B5EF4-FFF2-40B4-BE49-F238E27FC236}">
                <a16:creationId xmlns:a16="http://schemas.microsoft.com/office/drawing/2014/main" id="{BA883BE1-39BF-C7D7-1DD7-BA784DDA1310}"/>
              </a:ext>
            </a:extLst>
          </p:cNvPr>
          <p:cNvSpPr txBox="1"/>
          <p:nvPr>
            <p:custDataLst>
              <p:tags r:id="rId12"/>
            </p:custDataLst>
          </p:nvPr>
        </p:nvSpPr>
        <p:spPr>
          <a:xfrm>
            <a:off x="4200391" y="4122093"/>
            <a:ext cx="2736304" cy="261610"/>
          </a:xfrm>
          <a:prstGeom prst="rect">
            <a:avLst/>
          </a:prstGeom>
          <a:noFill/>
        </p:spPr>
        <p:txBody>
          <a:bodyPr wrap="square" rtlCol="0">
            <a:spAutoFit/>
          </a:bodyPr>
          <a:lstStyle/>
          <a:p>
            <a:pPr algn="ctr"/>
            <a:r>
              <a:rPr lang="fr-FR" sz="1100" b="1" spc="300"/>
              <a:t>API</a:t>
            </a:r>
          </a:p>
        </p:txBody>
      </p:sp>
      <p:sp>
        <p:nvSpPr>
          <p:cNvPr id="10" name="Rectangle 9">
            <a:extLst>
              <a:ext uri="{FF2B5EF4-FFF2-40B4-BE49-F238E27FC236}">
                <a16:creationId xmlns:a16="http://schemas.microsoft.com/office/drawing/2014/main" id="{5EC384E9-0439-A6AF-F3BD-6C38F2F2EBE4}"/>
              </a:ext>
            </a:extLst>
          </p:cNvPr>
          <p:cNvSpPr/>
          <p:nvPr>
            <p:custDataLst>
              <p:tags r:id="rId13"/>
            </p:custDataLst>
          </p:nvPr>
        </p:nvSpPr>
        <p:spPr>
          <a:xfrm>
            <a:off x="950110" y="5086925"/>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dirty="0"/>
              <a:t>Consommateur de service</a:t>
            </a:r>
          </a:p>
        </p:txBody>
      </p:sp>
      <p:cxnSp>
        <p:nvCxnSpPr>
          <p:cNvPr id="11" name="Connecteur droit avec flèche 10">
            <a:extLst>
              <a:ext uri="{FF2B5EF4-FFF2-40B4-BE49-F238E27FC236}">
                <a16:creationId xmlns:a16="http://schemas.microsoft.com/office/drawing/2014/main" id="{AB453682-88D7-0490-0A9D-18B0A0E6ED8E}"/>
              </a:ext>
            </a:extLst>
          </p:cNvPr>
          <p:cNvCxnSpPr>
            <a:cxnSpLocks/>
            <a:stCxn id="10" idx="3"/>
            <a:endCxn id="150530" idx="1"/>
          </p:cNvCxnSpPr>
          <p:nvPr>
            <p:custDataLst>
              <p:tags r:id="rId14"/>
            </p:custDataLst>
          </p:nvPr>
        </p:nvCxnSpPr>
        <p:spPr>
          <a:xfrm flipV="1">
            <a:off x="2595310" y="5396016"/>
            <a:ext cx="1167729" cy="164"/>
          </a:xfrm>
          <a:prstGeom prst="straightConnector1">
            <a:avLst/>
          </a:prstGeom>
          <a:ln w="25400">
            <a:solidFill>
              <a:schemeClr val="tx2"/>
            </a:solidFill>
            <a:tailEnd type="arrow"/>
          </a:ln>
        </p:spPr>
        <p:style>
          <a:lnRef idx="1">
            <a:schemeClr val="accent3"/>
          </a:lnRef>
          <a:fillRef idx="2">
            <a:schemeClr val="accent3"/>
          </a:fillRef>
          <a:effectRef idx="1">
            <a:schemeClr val="accent3"/>
          </a:effectRef>
          <a:fontRef idx="minor">
            <a:schemeClr val="dk1"/>
          </a:fontRef>
        </p:style>
      </p:cxnSp>
      <p:sp>
        <p:nvSpPr>
          <p:cNvPr id="18" name="Rectangle 17">
            <a:extLst>
              <a:ext uri="{FF2B5EF4-FFF2-40B4-BE49-F238E27FC236}">
                <a16:creationId xmlns:a16="http://schemas.microsoft.com/office/drawing/2014/main" id="{CDA094D0-C14B-BA13-71D1-1D50E503E13F}"/>
              </a:ext>
            </a:extLst>
          </p:cNvPr>
          <p:cNvSpPr/>
          <p:nvPr>
            <p:custDataLst>
              <p:tags r:id="rId15"/>
            </p:custDataLst>
          </p:nvPr>
        </p:nvSpPr>
        <p:spPr>
          <a:xfrm>
            <a:off x="7239109" y="5086597"/>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dirty="0"/>
              <a:t>Fournisseur de service</a:t>
            </a:r>
          </a:p>
        </p:txBody>
      </p:sp>
      <p:cxnSp>
        <p:nvCxnSpPr>
          <p:cNvPr id="19" name="Connecteur droit avec flèche 18">
            <a:extLst>
              <a:ext uri="{FF2B5EF4-FFF2-40B4-BE49-F238E27FC236}">
                <a16:creationId xmlns:a16="http://schemas.microsoft.com/office/drawing/2014/main" id="{36C76467-861F-2CDC-4344-5AA8EC32DC5A}"/>
              </a:ext>
            </a:extLst>
          </p:cNvPr>
          <p:cNvCxnSpPr>
            <a:cxnSpLocks/>
          </p:cNvCxnSpPr>
          <p:nvPr>
            <p:custDataLst>
              <p:tags r:id="rId16"/>
            </p:custDataLst>
          </p:nvPr>
        </p:nvCxnSpPr>
        <p:spPr>
          <a:xfrm flipV="1">
            <a:off x="5765800" y="5395852"/>
            <a:ext cx="1473309" cy="14348"/>
          </a:xfrm>
          <a:prstGeom prst="straightConnector1">
            <a:avLst/>
          </a:prstGeom>
          <a:ln w="25400">
            <a:solidFill>
              <a:schemeClr val="tx2"/>
            </a:solidFill>
            <a:tailEnd type="arrow"/>
          </a:ln>
        </p:spPr>
        <p:style>
          <a:lnRef idx="1">
            <a:schemeClr val="accent3"/>
          </a:lnRef>
          <a:fillRef idx="2">
            <a:schemeClr val="accent3"/>
          </a:fillRef>
          <a:effectRef idx="1">
            <a:schemeClr val="accent3"/>
          </a:effectRef>
          <a:fontRef idx="minor">
            <a:schemeClr val="dk1"/>
          </a:fontRef>
        </p:style>
      </p:cxnSp>
      <p:pic>
        <p:nvPicPr>
          <p:cNvPr id="150530" name="Picture 2" descr="Icône Ordinateur dans Internet Icons">
            <a:extLst>
              <a:ext uri="{FF2B5EF4-FFF2-40B4-BE49-F238E27FC236}">
                <a16:creationId xmlns:a16="http://schemas.microsoft.com/office/drawing/2014/main" id="{78262FD6-BEC6-53F5-0FA3-768D36D2C5EA}"/>
              </a:ext>
            </a:extLst>
          </p:cNvPr>
          <p:cNvPicPr>
            <a:picLocks noChangeAspect="1" noChangeArrowheads="1"/>
          </p:cNvPicPr>
          <p:nvPr/>
        </p:nvPicPr>
        <p:blipFill>
          <a:blip r:embed="rId20">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763039" y="5086597"/>
            <a:ext cx="618837" cy="618837"/>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Api, management, cog, gear, website icon - Download on Iconfinder">
            <a:extLst>
              <a:ext uri="{FF2B5EF4-FFF2-40B4-BE49-F238E27FC236}">
                <a16:creationId xmlns:a16="http://schemas.microsoft.com/office/drawing/2014/main" id="{FAC0F7C6-59F8-7BC9-C3A4-BAEAAC56CE67}"/>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30031" y="5104395"/>
            <a:ext cx="586452" cy="600711"/>
          </a:xfrm>
          <a:prstGeom prst="rect">
            <a:avLst/>
          </a:prstGeom>
          <a:noFill/>
          <a:extLst>
            <a:ext uri="{909E8E84-426E-40DD-AFC4-6F175D3DCCD1}">
              <a14:hiddenFill xmlns:a14="http://schemas.microsoft.com/office/drawing/2010/main">
                <a:solidFill>
                  <a:srgbClr val="FFFFFF"/>
                </a:solidFill>
              </a14:hiddenFill>
            </a:ext>
          </a:extLst>
        </p:spPr>
      </p:pic>
      <p:pic>
        <p:nvPicPr>
          <p:cNvPr id="150532" name="Picture 4" descr="Wifi symbol : 251 895 images, photos et images vectorielles de stock |  Shutterstock">
            <a:extLst>
              <a:ext uri="{FF2B5EF4-FFF2-40B4-BE49-F238E27FC236}">
                <a16:creationId xmlns:a16="http://schemas.microsoft.com/office/drawing/2014/main" id="{2E1AFE05-F502-7500-969E-5FC39A9C1362}"/>
              </a:ext>
            </a:extLst>
          </p:cNvPr>
          <p:cNvPicPr>
            <a:picLocks noChangeAspect="1" noChangeArrowheads="1"/>
          </p:cNvPicPr>
          <p:nvPr/>
        </p:nvPicPr>
        <p:blipFill rotWithShape="1">
          <a:blip r:embed="rId22">
            <a:duotone>
              <a:schemeClr val="accent5">
                <a:shade val="45000"/>
                <a:satMod val="135000"/>
              </a:schemeClr>
              <a:prstClr val="white"/>
            </a:duotone>
            <a:extLst>
              <a:ext uri="{28A0092B-C50C-407E-A947-70E740481C1C}">
                <a14:useLocalDpi xmlns:a14="http://schemas.microsoft.com/office/drawing/2010/main" val="0"/>
              </a:ext>
            </a:extLst>
          </a:blip>
          <a:srcRect l="12558" t="24721" r="12340" b="33422"/>
          <a:stretch/>
        </p:blipFill>
        <p:spPr bwMode="auto">
          <a:xfrm rot="3098171">
            <a:off x="4246513" y="4936263"/>
            <a:ext cx="488168" cy="293003"/>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Connecteur droit 26">
            <a:extLst>
              <a:ext uri="{FF2B5EF4-FFF2-40B4-BE49-F238E27FC236}">
                <a16:creationId xmlns:a16="http://schemas.microsoft.com/office/drawing/2014/main" id="{670D1BB8-F313-D406-AFAE-32E05DA378B7}"/>
              </a:ext>
            </a:extLst>
          </p:cNvPr>
          <p:cNvCxnSpPr>
            <a:cxnSpLocks/>
          </p:cNvCxnSpPr>
          <p:nvPr/>
        </p:nvCxnSpPr>
        <p:spPr>
          <a:xfrm>
            <a:off x="9420779" y="4005815"/>
            <a:ext cx="2516097"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8" name="Forme libre 109">
            <a:extLst>
              <a:ext uri="{FF2B5EF4-FFF2-40B4-BE49-F238E27FC236}">
                <a16:creationId xmlns:a16="http://schemas.microsoft.com/office/drawing/2014/main" id="{A5AD4DF4-40A5-3E8E-AD4A-7CC11C5C9B26}"/>
              </a:ext>
            </a:extLst>
          </p:cNvPr>
          <p:cNvSpPr>
            <a:spLocks noChangeAspect="1"/>
          </p:cNvSpPr>
          <p:nvPr/>
        </p:nvSpPr>
        <p:spPr>
          <a:xfrm>
            <a:off x="3010824" y="5060824"/>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9" name="Forme libre 109">
            <a:extLst>
              <a:ext uri="{FF2B5EF4-FFF2-40B4-BE49-F238E27FC236}">
                <a16:creationId xmlns:a16="http://schemas.microsoft.com/office/drawing/2014/main" id="{EE07BFB7-FD7A-BC8F-4A80-009B9C7CBA09}"/>
              </a:ext>
            </a:extLst>
          </p:cNvPr>
          <p:cNvSpPr>
            <a:spLocks noChangeAspect="1"/>
          </p:cNvSpPr>
          <p:nvPr/>
        </p:nvSpPr>
        <p:spPr>
          <a:xfrm>
            <a:off x="6333365" y="5091560"/>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13" name="Forme libre 109">
            <a:extLst>
              <a:ext uri="{FF2B5EF4-FFF2-40B4-BE49-F238E27FC236}">
                <a16:creationId xmlns:a16="http://schemas.microsoft.com/office/drawing/2014/main" id="{1F2681E2-F8E8-E613-1E78-89B690CA9258}"/>
              </a:ext>
            </a:extLst>
          </p:cNvPr>
          <p:cNvSpPr>
            <a:spLocks noChangeAspect="1"/>
          </p:cNvSpPr>
          <p:nvPr/>
        </p:nvSpPr>
        <p:spPr>
          <a:xfrm>
            <a:off x="3121138" y="2412021"/>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14" name="Forme libre 109">
            <a:extLst>
              <a:ext uri="{FF2B5EF4-FFF2-40B4-BE49-F238E27FC236}">
                <a16:creationId xmlns:a16="http://schemas.microsoft.com/office/drawing/2014/main" id="{42F5AEA4-7D0B-141D-A0A1-75747DC1AC22}"/>
              </a:ext>
            </a:extLst>
          </p:cNvPr>
          <p:cNvSpPr>
            <a:spLocks noChangeAspect="1"/>
          </p:cNvSpPr>
          <p:nvPr/>
        </p:nvSpPr>
        <p:spPr>
          <a:xfrm>
            <a:off x="8317731" y="1548218"/>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16" name="Forme libre 109">
            <a:extLst>
              <a:ext uri="{FF2B5EF4-FFF2-40B4-BE49-F238E27FC236}">
                <a16:creationId xmlns:a16="http://schemas.microsoft.com/office/drawing/2014/main" id="{FD678C8A-8CD9-EE40-50F1-E27E96A24EFB}"/>
              </a:ext>
            </a:extLst>
          </p:cNvPr>
          <p:cNvSpPr>
            <a:spLocks noChangeAspect="1"/>
          </p:cNvSpPr>
          <p:nvPr/>
        </p:nvSpPr>
        <p:spPr>
          <a:xfrm>
            <a:off x="8317731" y="2448014"/>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17" name="Forme libre 109">
            <a:extLst>
              <a:ext uri="{FF2B5EF4-FFF2-40B4-BE49-F238E27FC236}">
                <a16:creationId xmlns:a16="http://schemas.microsoft.com/office/drawing/2014/main" id="{AE716F9B-451F-057E-9F5C-D8DDB0075CD1}"/>
              </a:ext>
            </a:extLst>
          </p:cNvPr>
          <p:cNvSpPr>
            <a:spLocks noChangeAspect="1"/>
          </p:cNvSpPr>
          <p:nvPr/>
        </p:nvSpPr>
        <p:spPr>
          <a:xfrm>
            <a:off x="8317731" y="3347810"/>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12" name="ZoneTexte 11">
            <a:extLst>
              <a:ext uri="{FF2B5EF4-FFF2-40B4-BE49-F238E27FC236}">
                <a16:creationId xmlns:a16="http://schemas.microsoft.com/office/drawing/2014/main" id="{03C596E7-DB42-228A-6CA9-FB3539C63404}"/>
              </a:ext>
            </a:extLst>
          </p:cNvPr>
          <p:cNvSpPr txBox="1"/>
          <p:nvPr/>
        </p:nvSpPr>
        <p:spPr>
          <a:xfrm>
            <a:off x="9362495" y="1475021"/>
            <a:ext cx="2632663" cy="1569660"/>
          </a:xfrm>
          <a:prstGeom prst="rect">
            <a:avLst/>
          </a:prstGeom>
          <a:noFill/>
        </p:spPr>
        <p:txBody>
          <a:bodyPr wrap="square" rtlCol="0">
            <a:spAutoFit/>
          </a:bodyPr>
          <a:lstStyle/>
          <a:p>
            <a:pPr marL="342900" indent="-342900">
              <a:buSzPct val="100000"/>
              <a:buAutoNum type="arabicPeriod"/>
            </a:pPr>
            <a:r>
              <a:rPr lang="fr-FR" sz="1600" dirty="0">
                <a:latin typeface="Arial" panose="020B0604020202020204" pitchFamily="34" charset="0"/>
                <a:cs typeface="Arial" panose="020B0604020202020204" pitchFamily="34" charset="0"/>
              </a:rPr>
              <a:t>Le producteur envoie le message dans le middleware</a:t>
            </a:r>
          </a:p>
          <a:p>
            <a:pPr marL="342900" indent="-342900">
              <a:buSzPct val="100000"/>
              <a:buAutoNum type="arabicPeriod"/>
            </a:pPr>
            <a:r>
              <a:rPr lang="fr-FR" sz="1600" dirty="0">
                <a:latin typeface="Arial" panose="020B0604020202020204" pitchFamily="34" charset="0"/>
                <a:cs typeface="Arial" panose="020B0604020202020204" pitchFamily="34" charset="0"/>
              </a:rPr>
              <a:t>Les abonnés disponibles reçoivent le message</a:t>
            </a:r>
          </a:p>
        </p:txBody>
      </p:sp>
      <p:sp>
        <p:nvSpPr>
          <p:cNvPr id="15" name="ZoneTexte 14">
            <a:extLst>
              <a:ext uri="{FF2B5EF4-FFF2-40B4-BE49-F238E27FC236}">
                <a16:creationId xmlns:a16="http://schemas.microsoft.com/office/drawing/2014/main" id="{B4F77122-CDA5-849E-C3B0-C3C900FD01B2}"/>
              </a:ext>
            </a:extLst>
          </p:cNvPr>
          <p:cNvSpPr txBox="1"/>
          <p:nvPr/>
        </p:nvSpPr>
        <p:spPr>
          <a:xfrm>
            <a:off x="9362495" y="4222224"/>
            <a:ext cx="2719002" cy="2062103"/>
          </a:xfrm>
          <a:prstGeom prst="rect">
            <a:avLst/>
          </a:prstGeom>
          <a:noFill/>
        </p:spPr>
        <p:txBody>
          <a:bodyPr wrap="square" rtlCol="0">
            <a:spAutoFit/>
          </a:bodyPr>
          <a:lstStyle/>
          <a:p>
            <a:pPr marL="342900" indent="-342900">
              <a:buSzPct val="100000"/>
              <a:buAutoNum type="arabicPeriod"/>
            </a:pPr>
            <a:r>
              <a:rPr lang="fr-FR" sz="1600" dirty="0">
                <a:latin typeface="Arial" panose="020B0604020202020204" pitchFamily="34" charset="0"/>
                <a:cs typeface="Arial" panose="020B0604020202020204" pitchFamily="34" charset="0"/>
              </a:rPr>
              <a:t>Le consommateur de service envoie le message par l’intermédiaire d’une API exposée.</a:t>
            </a:r>
          </a:p>
          <a:p>
            <a:pPr marL="342900" indent="-342900">
              <a:buSzPct val="100000"/>
              <a:buAutoNum type="arabicPeriod"/>
            </a:pPr>
            <a:r>
              <a:rPr lang="fr-FR" sz="1600" dirty="0">
                <a:latin typeface="Arial" panose="020B0604020202020204" pitchFamily="34" charset="0"/>
                <a:cs typeface="Arial" panose="020B0604020202020204" pitchFamily="34" charset="0"/>
              </a:rPr>
              <a:t>L’API redirige le message vers le fournisseur de service.</a:t>
            </a:r>
          </a:p>
        </p:txBody>
      </p:sp>
      <p:sp>
        <p:nvSpPr>
          <p:cNvPr id="20" name="Ellipse 19">
            <a:extLst>
              <a:ext uri="{FF2B5EF4-FFF2-40B4-BE49-F238E27FC236}">
                <a16:creationId xmlns:a16="http://schemas.microsoft.com/office/drawing/2014/main" id="{ED490EBB-81F3-7CD3-C742-B8A529FA4C1D}"/>
              </a:ext>
            </a:extLst>
          </p:cNvPr>
          <p:cNvSpPr/>
          <p:nvPr/>
        </p:nvSpPr>
        <p:spPr>
          <a:xfrm>
            <a:off x="7393602" y="952867"/>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21" name="Ellipse 20">
            <a:extLst>
              <a:ext uri="{FF2B5EF4-FFF2-40B4-BE49-F238E27FC236}">
                <a16:creationId xmlns:a16="http://schemas.microsoft.com/office/drawing/2014/main" id="{111C13AA-2DD2-751A-C075-DE62C68869A6}"/>
              </a:ext>
            </a:extLst>
          </p:cNvPr>
          <p:cNvSpPr/>
          <p:nvPr/>
        </p:nvSpPr>
        <p:spPr>
          <a:xfrm>
            <a:off x="3404347" y="2032076"/>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22" name="Ellipse 21">
            <a:extLst>
              <a:ext uri="{FF2B5EF4-FFF2-40B4-BE49-F238E27FC236}">
                <a16:creationId xmlns:a16="http://schemas.microsoft.com/office/drawing/2014/main" id="{9455CB95-A79A-9FD4-EDDE-EADBD0860AEC}"/>
              </a:ext>
            </a:extLst>
          </p:cNvPr>
          <p:cNvSpPr/>
          <p:nvPr/>
        </p:nvSpPr>
        <p:spPr>
          <a:xfrm>
            <a:off x="6690202" y="4792607"/>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23" name="Ellipse 22">
            <a:extLst>
              <a:ext uri="{FF2B5EF4-FFF2-40B4-BE49-F238E27FC236}">
                <a16:creationId xmlns:a16="http://schemas.microsoft.com/office/drawing/2014/main" id="{E7566442-A364-93BF-D74B-E393C46B9738}"/>
              </a:ext>
            </a:extLst>
          </p:cNvPr>
          <p:cNvSpPr/>
          <p:nvPr/>
        </p:nvSpPr>
        <p:spPr>
          <a:xfrm>
            <a:off x="3292013" y="4726998"/>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Tree>
    <p:extLst>
      <p:ext uri="{BB962C8B-B14F-4D97-AF65-F5344CB8AC3E}">
        <p14:creationId xmlns:p14="http://schemas.microsoft.com/office/powerpoint/2010/main" val="41488530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3" grpId="0" animBg="1"/>
      <p:bldP spid="14" grpId="0" animBg="1"/>
      <p:bldP spid="16" grpId="0" animBg="1"/>
      <p:bldP spid="17" grpId="0" animBg="1"/>
      <p:bldP spid="20" grpId="0" animBg="1"/>
      <p:bldP spid="21" grpId="0" animBg="1"/>
      <p:bldP spid="22" grpId="0" animBg="1"/>
      <p:bldP spid="23" grpId="0" animBg="1"/>
    </p:bldLst>
  </p:timing>
  <p:extLst>
    <p:ext uri="{6950BFC3-D8DA-4A85-94F7-54DA5524770B}">
      <p188:commentRel xmlns:p188="http://schemas.microsoft.com/office/powerpoint/2018/8/main" r:id="rId19"/>
    </p:ext>
  </p:extLs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PATTERNS D’échange</a:t>
            </a:r>
          </a:p>
        </p:txBody>
      </p:sp>
      <p:sp>
        <p:nvSpPr>
          <p:cNvPr id="67" name="ZoneTexte 66">
            <a:extLst>
              <a:ext uri="{FF2B5EF4-FFF2-40B4-BE49-F238E27FC236}">
                <a16:creationId xmlns:a16="http://schemas.microsoft.com/office/drawing/2014/main" id="{2A3C1C7F-3026-80FA-7F3B-CE7916B48A7B}"/>
              </a:ext>
            </a:extLst>
          </p:cNvPr>
          <p:cNvSpPr txBox="1"/>
          <p:nvPr>
            <p:custDataLst>
              <p:tags r:id="rId1"/>
            </p:custDataLst>
          </p:nvPr>
        </p:nvSpPr>
        <p:spPr>
          <a:xfrm>
            <a:off x="4200391" y="979918"/>
            <a:ext cx="2736304" cy="261610"/>
          </a:xfrm>
          <a:prstGeom prst="rect">
            <a:avLst/>
          </a:prstGeom>
          <a:noFill/>
        </p:spPr>
        <p:txBody>
          <a:bodyPr wrap="square" rtlCol="0">
            <a:spAutoFit/>
          </a:bodyPr>
          <a:lstStyle/>
          <a:p>
            <a:pPr algn="ctr"/>
            <a:r>
              <a:rPr lang="fr-FR" sz="1100" b="1" spc="300"/>
              <a:t>DIFFUSION</a:t>
            </a:r>
          </a:p>
        </p:txBody>
      </p:sp>
      <p:sp>
        <p:nvSpPr>
          <p:cNvPr id="68" name="Organigramme : Stockage à accès direct 67">
            <a:extLst>
              <a:ext uri="{FF2B5EF4-FFF2-40B4-BE49-F238E27FC236}">
                <a16:creationId xmlns:a16="http://schemas.microsoft.com/office/drawing/2014/main" id="{2D9096B9-AF67-F7F2-BE09-7315A781C937}"/>
              </a:ext>
            </a:extLst>
          </p:cNvPr>
          <p:cNvSpPr/>
          <p:nvPr>
            <p:custDataLst>
              <p:tags r:id="rId2"/>
            </p:custDataLst>
          </p:nvPr>
        </p:nvSpPr>
        <p:spPr>
          <a:xfrm>
            <a:off x="3986923" y="2455956"/>
            <a:ext cx="1645958" cy="582514"/>
          </a:xfrm>
          <a:prstGeom prst="flowChartMagneticDrum">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600"/>
          </a:p>
        </p:txBody>
      </p:sp>
      <p:sp>
        <p:nvSpPr>
          <p:cNvPr id="69" name="Rectangle 68">
            <a:extLst>
              <a:ext uri="{FF2B5EF4-FFF2-40B4-BE49-F238E27FC236}">
                <a16:creationId xmlns:a16="http://schemas.microsoft.com/office/drawing/2014/main" id="{96DBC766-2692-8106-9EF4-CE0C70E94B1F}"/>
              </a:ext>
            </a:extLst>
          </p:cNvPr>
          <p:cNvSpPr/>
          <p:nvPr>
            <p:custDataLst>
              <p:tags r:id="rId3"/>
            </p:custDataLst>
          </p:nvPr>
        </p:nvSpPr>
        <p:spPr>
          <a:xfrm>
            <a:off x="945952" y="2463552"/>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sp>
        <p:nvSpPr>
          <p:cNvPr id="70" name="Rectangle 69">
            <a:extLst>
              <a:ext uri="{FF2B5EF4-FFF2-40B4-BE49-F238E27FC236}">
                <a16:creationId xmlns:a16="http://schemas.microsoft.com/office/drawing/2014/main" id="{AA2A4CEB-348C-88A5-10D7-2EF45348D60B}"/>
              </a:ext>
            </a:extLst>
          </p:cNvPr>
          <p:cNvSpPr/>
          <p:nvPr>
            <p:custDataLst>
              <p:tags r:id="rId4"/>
            </p:custDataLst>
          </p:nvPr>
        </p:nvSpPr>
        <p:spPr>
          <a:xfrm>
            <a:off x="6541437" y="1354205"/>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sp>
        <p:nvSpPr>
          <p:cNvPr id="71" name="Rectangle 70">
            <a:extLst>
              <a:ext uri="{FF2B5EF4-FFF2-40B4-BE49-F238E27FC236}">
                <a16:creationId xmlns:a16="http://schemas.microsoft.com/office/drawing/2014/main" id="{E6517B91-5B5B-5B87-9762-88D6140CF45E}"/>
              </a:ext>
            </a:extLst>
          </p:cNvPr>
          <p:cNvSpPr/>
          <p:nvPr>
            <p:custDataLst>
              <p:tags r:id="rId5"/>
            </p:custDataLst>
          </p:nvPr>
        </p:nvSpPr>
        <p:spPr>
          <a:xfrm>
            <a:off x="6541437" y="2254001"/>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sp>
        <p:nvSpPr>
          <p:cNvPr id="72" name="Rectangle 71">
            <a:extLst>
              <a:ext uri="{FF2B5EF4-FFF2-40B4-BE49-F238E27FC236}">
                <a16:creationId xmlns:a16="http://schemas.microsoft.com/office/drawing/2014/main" id="{CEE2F894-78CF-40D1-550A-5A4B569AB7B8}"/>
              </a:ext>
            </a:extLst>
          </p:cNvPr>
          <p:cNvSpPr/>
          <p:nvPr>
            <p:custDataLst>
              <p:tags r:id="rId6"/>
            </p:custDataLst>
          </p:nvPr>
        </p:nvSpPr>
        <p:spPr>
          <a:xfrm>
            <a:off x="6541437" y="3153797"/>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sp>
        <p:nvSpPr>
          <p:cNvPr id="73" name="Rectangle 72">
            <a:extLst>
              <a:ext uri="{FF2B5EF4-FFF2-40B4-BE49-F238E27FC236}">
                <a16:creationId xmlns:a16="http://schemas.microsoft.com/office/drawing/2014/main" id="{63B46015-7F2F-1C09-9748-61D06F6CD9D2}"/>
              </a:ext>
            </a:extLst>
          </p:cNvPr>
          <p:cNvSpPr/>
          <p:nvPr>
            <p:custDataLst>
              <p:tags r:id="rId7"/>
            </p:custDataLst>
          </p:nvPr>
        </p:nvSpPr>
        <p:spPr>
          <a:xfrm>
            <a:off x="950110" y="3169392"/>
            <a:ext cx="4682771" cy="710552"/>
          </a:xfrm>
          <a:prstGeom prst="rect">
            <a:avLst/>
          </a:prstGeom>
          <a:noFill/>
          <a:ln>
            <a:solidFill>
              <a:schemeClr val="accent1"/>
            </a:solidFill>
          </a:ln>
        </p:spPr>
        <p:txBody>
          <a:bodyPr wrap="square" lIns="0" tIns="108000" rIns="0" bIns="108000" rtlCol="0">
            <a:spAutoFit/>
          </a:bodyPr>
          <a:lstStyle/>
          <a:p>
            <a:pPr marL="0" lvl="1" algn="ctr"/>
            <a:r>
              <a:rPr lang="fr-FR" sz="1600">
                <a:solidFill>
                  <a:schemeClr val="accent1"/>
                </a:solidFill>
              </a:rPr>
              <a:t>Broadcast vers tous les abonnés actifs</a:t>
            </a:r>
          </a:p>
          <a:p>
            <a:pPr marL="0" lvl="1" algn="ctr"/>
            <a:r>
              <a:rPr lang="fr-FR" sz="1600" b="1">
                <a:solidFill>
                  <a:schemeClr val="accent1"/>
                </a:solidFill>
              </a:rPr>
              <a:t>Pas de persistance des messages</a:t>
            </a:r>
          </a:p>
        </p:txBody>
      </p:sp>
      <p:cxnSp>
        <p:nvCxnSpPr>
          <p:cNvPr id="74" name="Connecteur en arc 13">
            <a:extLst>
              <a:ext uri="{FF2B5EF4-FFF2-40B4-BE49-F238E27FC236}">
                <a16:creationId xmlns:a16="http://schemas.microsoft.com/office/drawing/2014/main" id="{1CE1523E-1D6E-8156-A3C2-0475AE8F0006}"/>
              </a:ext>
            </a:extLst>
          </p:cNvPr>
          <p:cNvCxnSpPr>
            <a:stCxn id="69" idx="3"/>
            <a:endCxn id="68" idx="1"/>
          </p:cNvCxnSpPr>
          <p:nvPr>
            <p:custDataLst>
              <p:tags r:id="rId8"/>
            </p:custDataLst>
          </p:nvPr>
        </p:nvCxnSpPr>
        <p:spPr>
          <a:xfrm flipV="1">
            <a:off x="2591152" y="2747213"/>
            <a:ext cx="1395771" cy="7596"/>
          </a:xfrm>
          <a:prstGeom prst="curvedConnector3">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Connecteur en arc 15">
            <a:extLst>
              <a:ext uri="{FF2B5EF4-FFF2-40B4-BE49-F238E27FC236}">
                <a16:creationId xmlns:a16="http://schemas.microsoft.com/office/drawing/2014/main" id="{64CB9C60-6951-518C-F844-680EBDD0F4AA}"/>
              </a:ext>
            </a:extLst>
          </p:cNvPr>
          <p:cNvCxnSpPr>
            <a:stCxn id="68" idx="4"/>
            <a:endCxn id="70" idx="1"/>
          </p:cNvCxnSpPr>
          <p:nvPr>
            <p:custDataLst>
              <p:tags r:id="rId9"/>
            </p:custDataLst>
          </p:nvPr>
        </p:nvCxnSpPr>
        <p:spPr>
          <a:xfrm flipV="1">
            <a:off x="5632881" y="1645462"/>
            <a:ext cx="908556" cy="1101751"/>
          </a:xfrm>
          <a:prstGeom prst="curvedConnector3">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onnecteur en arc 17">
            <a:extLst>
              <a:ext uri="{FF2B5EF4-FFF2-40B4-BE49-F238E27FC236}">
                <a16:creationId xmlns:a16="http://schemas.microsoft.com/office/drawing/2014/main" id="{821C6B5A-CBB0-25A8-BE75-07A6FB272650}"/>
              </a:ext>
            </a:extLst>
          </p:cNvPr>
          <p:cNvCxnSpPr>
            <a:stCxn id="68" idx="4"/>
            <a:endCxn id="72" idx="1"/>
          </p:cNvCxnSpPr>
          <p:nvPr>
            <p:custDataLst>
              <p:tags r:id="rId10"/>
            </p:custDataLst>
          </p:nvPr>
        </p:nvCxnSpPr>
        <p:spPr>
          <a:xfrm>
            <a:off x="5632881" y="2747213"/>
            <a:ext cx="908556" cy="697841"/>
          </a:xfrm>
          <a:prstGeom prst="curvedConnector3">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onnecteur en arc 19">
            <a:extLst>
              <a:ext uri="{FF2B5EF4-FFF2-40B4-BE49-F238E27FC236}">
                <a16:creationId xmlns:a16="http://schemas.microsoft.com/office/drawing/2014/main" id="{A24B3860-D5E2-075E-15FF-E9D41F89393A}"/>
              </a:ext>
            </a:extLst>
          </p:cNvPr>
          <p:cNvCxnSpPr>
            <a:endCxn id="71" idx="1"/>
          </p:cNvCxnSpPr>
          <p:nvPr>
            <p:custDataLst>
              <p:tags r:id="rId11"/>
            </p:custDataLst>
          </p:nvPr>
        </p:nvCxnSpPr>
        <p:spPr>
          <a:xfrm flipV="1">
            <a:off x="5632881" y="2545258"/>
            <a:ext cx="908556" cy="201956"/>
          </a:xfrm>
          <a:prstGeom prst="curvedConnector3">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 name="ZoneTexte 2">
            <a:extLst>
              <a:ext uri="{FF2B5EF4-FFF2-40B4-BE49-F238E27FC236}">
                <a16:creationId xmlns:a16="http://schemas.microsoft.com/office/drawing/2014/main" id="{94B67AB2-E4E6-E915-2983-30AE5A6CC71D}"/>
              </a:ext>
            </a:extLst>
          </p:cNvPr>
          <p:cNvSpPr txBox="1"/>
          <p:nvPr/>
        </p:nvSpPr>
        <p:spPr>
          <a:xfrm>
            <a:off x="9966933" y="1018752"/>
            <a:ext cx="1423788" cy="338554"/>
          </a:xfrm>
          <a:prstGeom prst="rect">
            <a:avLst/>
          </a:prstGeom>
          <a:noFill/>
        </p:spPr>
        <p:txBody>
          <a:bodyPr wrap="none" rtlCol="0">
            <a:spAutoFit/>
          </a:bodyPr>
          <a:lstStyle/>
          <a:p>
            <a:r>
              <a:rPr lang="fr-FR" sz="1600" b="1">
                <a:cs typeface="Arial" panose="020B0604020202020204" pitchFamily="34" charset="0"/>
              </a:rPr>
              <a:t>USE CASES </a:t>
            </a:r>
          </a:p>
        </p:txBody>
      </p:sp>
      <p:sp>
        <p:nvSpPr>
          <p:cNvPr id="4" name="Rectangle : coins arrondis 3">
            <a:extLst>
              <a:ext uri="{FF2B5EF4-FFF2-40B4-BE49-F238E27FC236}">
                <a16:creationId xmlns:a16="http://schemas.microsoft.com/office/drawing/2014/main" id="{0ED0B1C2-F7D8-2404-EA98-618F25209C37}"/>
              </a:ext>
            </a:extLst>
          </p:cNvPr>
          <p:cNvSpPr/>
          <p:nvPr/>
        </p:nvSpPr>
        <p:spPr>
          <a:xfrm>
            <a:off x="9276157" y="922713"/>
            <a:ext cx="2805340" cy="5573326"/>
          </a:xfrm>
          <a:prstGeom prst="round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23F6C777-B450-6E63-9892-69C5930637BA}"/>
              </a:ext>
            </a:extLst>
          </p:cNvPr>
          <p:cNvSpPr txBox="1"/>
          <p:nvPr/>
        </p:nvSpPr>
        <p:spPr>
          <a:xfrm>
            <a:off x="9351924" y="1474498"/>
            <a:ext cx="2584952" cy="584775"/>
          </a:xfrm>
          <a:prstGeom prst="rect">
            <a:avLst/>
          </a:prstGeom>
          <a:noFill/>
        </p:spPr>
        <p:txBody>
          <a:bodyPr wrap="square" rtlCol="0">
            <a:spAutoFit/>
          </a:bodyPr>
          <a:lstStyle/>
          <a:p>
            <a:pPr marL="285750" indent="-285750">
              <a:buSzPct val="100000"/>
              <a:buFont typeface="Arial" panose="020B0604020202020204" pitchFamily="34" charset="0"/>
              <a:buChar char="•"/>
            </a:pPr>
            <a:r>
              <a:rPr lang="fr-FR" sz="1600" dirty="0">
                <a:latin typeface="Arial" panose="020B0604020202020204" pitchFamily="34" charset="0"/>
                <a:cs typeface="Arial" panose="020B0604020202020204" pitchFamily="34" charset="0"/>
              </a:rPr>
              <a:t>Notification d’évènements</a:t>
            </a:r>
          </a:p>
        </p:txBody>
      </p:sp>
      <p:cxnSp>
        <p:nvCxnSpPr>
          <p:cNvPr id="6" name="Connecteur droit 5">
            <a:extLst>
              <a:ext uri="{FF2B5EF4-FFF2-40B4-BE49-F238E27FC236}">
                <a16:creationId xmlns:a16="http://schemas.microsoft.com/office/drawing/2014/main" id="{79E22109-54AD-2C22-35FA-6F0BAACCE1B4}"/>
              </a:ext>
            </a:extLst>
          </p:cNvPr>
          <p:cNvCxnSpPr>
            <a:cxnSpLocks/>
          </p:cNvCxnSpPr>
          <p:nvPr/>
        </p:nvCxnSpPr>
        <p:spPr>
          <a:xfrm>
            <a:off x="337932" y="4005815"/>
            <a:ext cx="8793368"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7" name="ZoneTexte 6">
            <a:extLst>
              <a:ext uri="{FF2B5EF4-FFF2-40B4-BE49-F238E27FC236}">
                <a16:creationId xmlns:a16="http://schemas.microsoft.com/office/drawing/2014/main" id="{BA883BE1-39BF-C7D7-1DD7-BA784DDA1310}"/>
              </a:ext>
            </a:extLst>
          </p:cNvPr>
          <p:cNvSpPr txBox="1"/>
          <p:nvPr>
            <p:custDataLst>
              <p:tags r:id="rId12"/>
            </p:custDataLst>
          </p:nvPr>
        </p:nvSpPr>
        <p:spPr>
          <a:xfrm>
            <a:off x="4200391" y="4122093"/>
            <a:ext cx="2736304" cy="261610"/>
          </a:xfrm>
          <a:prstGeom prst="rect">
            <a:avLst/>
          </a:prstGeom>
          <a:noFill/>
        </p:spPr>
        <p:txBody>
          <a:bodyPr wrap="square" rtlCol="0">
            <a:spAutoFit/>
          </a:bodyPr>
          <a:lstStyle/>
          <a:p>
            <a:pPr algn="ctr"/>
            <a:r>
              <a:rPr lang="fr-FR" sz="1100" b="1" spc="300"/>
              <a:t>API</a:t>
            </a:r>
          </a:p>
        </p:txBody>
      </p:sp>
      <p:cxnSp>
        <p:nvCxnSpPr>
          <p:cNvPr id="27" name="Connecteur droit 26">
            <a:extLst>
              <a:ext uri="{FF2B5EF4-FFF2-40B4-BE49-F238E27FC236}">
                <a16:creationId xmlns:a16="http://schemas.microsoft.com/office/drawing/2014/main" id="{670D1BB8-F313-D406-AFAE-32E05DA378B7}"/>
              </a:ext>
            </a:extLst>
          </p:cNvPr>
          <p:cNvCxnSpPr>
            <a:cxnSpLocks/>
          </p:cNvCxnSpPr>
          <p:nvPr/>
        </p:nvCxnSpPr>
        <p:spPr>
          <a:xfrm>
            <a:off x="9420779" y="4005815"/>
            <a:ext cx="2516097"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8" name="ZoneTexte 27">
            <a:extLst>
              <a:ext uri="{FF2B5EF4-FFF2-40B4-BE49-F238E27FC236}">
                <a16:creationId xmlns:a16="http://schemas.microsoft.com/office/drawing/2014/main" id="{4BD58C09-AE32-7311-6822-6CF32C790B95}"/>
              </a:ext>
            </a:extLst>
          </p:cNvPr>
          <p:cNvSpPr txBox="1"/>
          <p:nvPr/>
        </p:nvSpPr>
        <p:spPr>
          <a:xfrm>
            <a:off x="9351925" y="4264574"/>
            <a:ext cx="2632663" cy="1815882"/>
          </a:xfrm>
          <a:prstGeom prst="rect">
            <a:avLst/>
          </a:prstGeom>
          <a:noFill/>
        </p:spPr>
        <p:txBody>
          <a:bodyPr wrap="square" rtlCol="0">
            <a:spAutoFit/>
          </a:bodyPr>
          <a:lstStyle/>
          <a:p>
            <a:pPr marL="285750" indent="-285750">
              <a:buSzPct val="100000"/>
              <a:buFont typeface="Arial" panose="020B0604020202020204" pitchFamily="34" charset="0"/>
              <a:buChar char="•"/>
            </a:pPr>
            <a:r>
              <a:rPr lang="fr-FR" sz="1600">
                <a:latin typeface="Arial" panose="020B0604020202020204" pitchFamily="34" charset="0"/>
                <a:cs typeface="Arial" panose="020B0604020202020204" pitchFamily="34" charset="0"/>
              </a:rPr>
              <a:t>Transfert de données par internet</a:t>
            </a:r>
          </a:p>
          <a:p>
            <a:pPr marL="285750" indent="-285750">
              <a:buSzPct val="100000"/>
              <a:buFont typeface="Arial" panose="020B0604020202020204" pitchFamily="34" charset="0"/>
              <a:buChar char="•"/>
            </a:pPr>
            <a:endParaRPr lang="fr-FR" sz="1600">
              <a:latin typeface="Arial" panose="020B0604020202020204" pitchFamily="34" charset="0"/>
              <a:cs typeface="Arial" panose="020B0604020202020204" pitchFamily="34" charset="0"/>
            </a:endParaRPr>
          </a:p>
          <a:p>
            <a:pPr marL="285750" indent="-285750">
              <a:buSzPct val="100000"/>
              <a:buFont typeface="Arial" panose="020B0604020202020204" pitchFamily="34" charset="0"/>
              <a:buChar char="•"/>
            </a:pPr>
            <a:r>
              <a:rPr lang="fr-FR" sz="1600">
                <a:latin typeface="Arial" panose="020B0604020202020204" pitchFamily="34" charset="0"/>
                <a:cs typeface="Arial" panose="020B0604020202020204" pitchFamily="34" charset="0"/>
              </a:rPr>
              <a:t>Service backend pas dans le même lieu que le producteur du message.</a:t>
            </a:r>
          </a:p>
        </p:txBody>
      </p:sp>
      <p:sp>
        <p:nvSpPr>
          <p:cNvPr id="13" name="Forme libre 109">
            <a:extLst>
              <a:ext uri="{FF2B5EF4-FFF2-40B4-BE49-F238E27FC236}">
                <a16:creationId xmlns:a16="http://schemas.microsoft.com/office/drawing/2014/main" id="{1F2681E2-F8E8-E613-1E78-89B690CA9258}"/>
              </a:ext>
            </a:extLst>
          </p:cNvPr>
          <p:cNvSpPr>
            <a:spLocks noChangeAspect="1"/>
          </p:cNvSpPr>
          <p:nvPr/>
        </p:nvSpPr>
        <p:spPr>
          <a:xfrm>
            <a:off x="3121138" y="2412021"/>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14" name="Forme libre 109">
            <a:extLst>
              <a:ext uri="{FF2B5EF4-FFF2-40B4-BE49-F238E27FC236}">
                <a16:creationId xmlns:a16="http://schemas.microsoft.com/office/drawing/2014/main" id="{42F5AEA4-7D0B-141D-A0A1-75747DC1AC22}"/>
              </a:ext>
            </a:extLst>
          </p:cNvPr>
          <p:cNvSpPr>
            <a:spLocks noChangeAspect="1"/>
          </p:cNvSpPr>
          <p:nvPr/>
        </p:nvSpPr>
        <p:spPr>
          <a:xfrm>
            <a:off x="8317731" y="1548218"/>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16" name="Forme libre 109">
            <a:extLst>
              <a:ext uri="{FF2B5EF4-FFF2-40B4-BE49-F238E27FC236}">
                <a16:creationId xmlns:a16="http://schemas.microsoft.com/office/drawing/2014/main" id="{FD678C8A-8CD9-EE40-50F1-E27E96A24EFB}"/>
              </a:ext>
            </a:extLst>
          </p:cNvPr>
          <p:cNvSpPr>
            <a:spLocks noChangeAspect="1"/>
          </p:cNvSpPr>
          <p:nvPr/>
        </p:nvSpPr>
        <p:spPr>
          <a:xfrm>
            <a:off x="8317731" y="2448014"/>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17" name="Forme libre 109">
            <a:extLst>
              <a:ext uri="{FF2B5EF4-FFF2-40B4-BE49-F238E27FC236}">
                <a16:creationId xmlns:a16="http://schemas.microsoft.com/office/drawing/2014/main" id="{AE716F9B-451F-057E-9F5C-D8DDB0075CD1}"/>
              </a:ext>
            </a:extLst>
          </p:cNvPr>
          <p:cNvSpPr>
            <a:spLocks noChangeAspect="1"/>
          </p:cNvSpPr>
          <p:nvPr/>
        </p:nvSpPr>
        <p:spPr>
          <a:xfrm>
            <a:off x="8317731" y="3347810"/>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12" name="Rectangle 11">
            <a:extLst>
              <a:ext uri="{FF2B5EF4-FFF2-40B4-BE49-F238E27FC236}">
                <a16:creationId xmlns:a16="http://schemas.microsoft.com/office/drawing/2014/main" id="{9B8FC03E-446E-DD00-C8E7-4C82930FD805}"/>
              </a:ext>
            </a:extLst>
          </p:cNvPr>
          <p:cNvSpPr/>
          <p:nvPr>
            <p:custDataLst>
              <p:tags r:id="rId13"/>
            </p:custDataLst>
          </p:nvPr>
        </p:nvSpPr>
        <p:spPr>
          <a:xfrm>
            <a:off x="950110" y="5086925"/>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dirty="0"/>
              <a:t>Consommateur de service</a:t>
            </a:r>
          </a:p>
        </p:txBody>
      </p:sp>
      <p:cxnSp>
        <p:nvCxnSpPr>
          <p:cNvPr id="15" name="Connecteur droit avec flèche 14">
            <a:extLst>
              <a:ext uri="{FF2B5EF4-FFF2-40B4-BE49-F238E27FC236}">
                <a16:creationId xmlns:a16="http://schemas.microsoft.com/office/drawing/2014/main" id="{36360596-A46F-B256-6DEF-AB7D21F3CA0C}"/>
              </a:ext>
            </a:extLst>
          </p:cNvPr>
          <p:cNvCxnSpPr>
            <a:cxnSpLocks/>
            <a:stCxn id="12" idx="3"/>
            <a:endCxn id="22" idx="1"/>
          </p:cNvCxnSpPr>
          <p:nvPr>
            <p:custDataLst>
              <p:tags r:id="rId14"/>
            </p:custDataLst>
          </p:nvPr>
        </p:nvCxnSpPr>
        <p:spPr>
          <a:xfrm flipV="1">
            <a:off x="2595310" y="5396016"/>
            <a:ext cx="1167729" cy="164"/>
          </a:xfrm>
          <a:prstGeom prst="straightConnector1">
            <a:avLst/>
          </a:prstGeom>
          <a:ln w="25400">
            <a:solidFill>
              <a:schemeClr val="tx2"/>
            </a:solidFill>
            <a:tailEnd type="arrow"/>
          </a:ln>
        </p:spPr>
        <p:style>
          <a:lnRef idx="1">
            <a:schemeClr val="accent3"/>
          </a:lnRef>
          <a:fillRef idx="2">
            <a:schemeClr val="accent3"/>
          </a:fillRef>
          <a:effectRef idx="1">
            <a:schemeClr val="accent3"/>
          </a:effectRef>
          <a:fontRef idx="minor">
            <a:schemeClr val="dk1"/>
          </a:fontRef>
        </p:style>
      </p:cxnSp>
      <p:sp>
        <p:nvSpPr>
          <p:cNvPr id="20" name="Rectangle 19">
            <a:extLst>
              <a:ext uri="{FF2B5EF4-FFF2-40B4-BE49-F238E27FC236}">
                <a16:creationId xmlns:a16="http://schemas.microsoft.com/office/drawing/2014/main" id="{F7687CBF-C7CD-AE43-79DB-B662A9D162FC}"/>
              </a:ext>
            </a:extLst>
          </p:cNvPr>
          <p:cNvSpPr/>
          <p:nvPr>
            <p:custDataLst>
              <p:tags r:id="rId15"/>
            </p:custDataLst>
          </p:nvPr>
        </p:nvSpPr>
        <p:spPr>
          <a:xfrm>
            <a:off x="7239109" y="5086597"/>
            <a:ext cx="1645200"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dirty="0"/>
              <a:t>Fournisseur de service</a:t>
            </a:r>
          </a:p>
        </p:txBody>
      </p:sp>
      <p:cxnSp>
        <p:nvCxnSpPr>
          <p:cNvPr id="21" name="Connecteur droit avec flèche 20">
            <a:extLst>
              <a:ext uri="{FF2B5EF4-FFF2-40B4-BE49-F238E27FC236}">
                <a16:creationId xmlns:a16="http://schemas.microsoft.com/office/drawing/2014/main" id="{C66656D8-C6BC-CFCC-3A6C-E8D75B0D032C}"/>
              </a:ext>
            </a:extLst>
          </p:cNvPr>
          <p:cNvCxnSpPr>
            <a:cxnSpLocks/>
          </p:cNvCxnSpPr>
          <p:nvPr>
            <p:custDataLst>
              <p:tags r:id="rId16"/>
            </p:custDataLst>
          </p:nvPr>
        </p:nvCxnSpPr>
        <p:spPr>
          <a:xfrm flipV="1">
            <a:off x="5765800" y="5395852"/>
            <a:ext cx="1473309" cy="14348"/>
          </a:xfrm>
          <a:prstGeom prst="straightConnector1">
            <a:avLst/>
          </a:prstGeom>
          <a:ln w="25400">
            <a:solidFill>
              <a:schemeClr val="tx2"/>
            </a:solidFill>
            <a:tailEnd type="arrow"/>
          </a:ln>
        </p:spPr>
        <p:style>
          <a:lnRef idx="1">
            <a:schemeClr val="accent3"/>
          </a:lnRef>
          <a:fillRef idx="2">
            <a:schemeClr val="accent3"/>
          </a:fillRef>
          <a:effectRef idx="1">
            <a:schemeClr val="accent3"/>
          </a:effectRef>
          <a:fontRef idx="minor">
            <a:schemeClr val="dk1"/>
          </a:fontRef>
        </p:style>
      </p:cxnSp>
      <p:pic>
        <p:nvPicPr>
          <p:cNvPr id="22" name="Picture 2" descr="Icône Ordinateur dans Internet Icons">
            <a:extLst>
              <a:ext uri="{FF2B5EF4-FFF2-40B4-BE49-F238E27FC236}">
                <a16:creationId xmlns:a16="http://schemas.microsoft.com/office/drawing/2014/main" id="{F7AD9743-826A-7ACB-95DD-1C784584B7A7}"/>
              </a:ext>
            </a:extLst>
          </p:cNvPr>
          <p:cNvPicPr>
            <a:picLocks noChangeAspect="1" noChangeArrowheads="1"/>
          </p:cNvPicPr>
          <p:nvPr/>
        </p:nvPicPr>
        <p:blipFill>
          <a:blip r:embed="rId19">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763039" y="5086597"/>
            <a:ext cx="618837" cy="61883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Api, management, cog, gear, website icon - Download on Iconfinder">
            <a:extLst>
              <a:ext uri="{FF2B5EF4-FFF2-40B4-BE49-F238E27FC236}">
                <a16:creationId xmlns:a16="http://schemas.microsoft.com/office/drawing/2014/main" id="{CACD472A-6D71-2600-BA8F-5674CF804F78}"/>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330031" y="5104395"/>
            <a:ext cx="586452" cy="60071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descr="Wifi symbol : 251 895 images, photos et images vectorielles de stock |  Shutterstock">
            <a:extLst>
              <a:ext uri="{FF2B5EF4-FFF2-40B4-BE49-F238E27FC236}">
                <a16:creationId xmlns:a16="http://schemas.microsoft.com/office/drawing/2014/main" id="{CB58FE95-6EE9-6E5A-38D4-75A7AE12784B}"/>
              </a:ext>
            </a:extLst>
          </p:cNvPr>
          <p:cNvPicPr>
            <a:picLocks noChangeAspect="1" noChangeArrowheads="1"/>
          </p:cNvPicPr>
          <p:nvPr/>
        </p:nvPicPr>
        <p:blipFill rotWithShape="1">
          <a:blip r:embed="rId21">
            <a:duotone>
              <a:schemeClr val="accent5">
                <a:shade val="45000"/>
                <a:satMod val="135000"/>
              </a:schemeClr>
              <a:prstClr val="white"/>
            </a:duotone>
            <a:extLst>
              <a:ext uri="{28A0092B-C50C-407E-A947-70E740481C1C}">
                <a14:useLocalDpi xmlns:a14="http://schemas.microsoft.com/office/drawing/2010/main" val="0"/>
              </a:ext>
            </a:extLst>
          </a:blip>
          <a:srcRect l="12558" t="24721" r="12340" b="33422"/>
          <a:stretch/>
        </p:blipFill>
        <p:spPr bwMode="auto">
          <a:xfrm rot="3098171">
            <a:off x="4246513" y="4936263"/>
            <a:ext cx="488168" cy="293003"/>
          </a:xfrm>
          <a:prstGeom prst="rect">
            <a:avLst/>
          </a:prstGeom>
          <a:noFill/>
          <a:extLst>
            <a:ext uri="{909E8E84-426E-40DD-AFC4-6F175D3DCCD1}">
              <a14:hiddenFill xmlns:a14="http://schemas.microsoft.com/office/drawing/2010/main">
                <a:solidFill>
                  <a:srgbClr val="FFFFFF"/>
                </a:solidFill>
              </a14:hiddenFill>
            </a:ext>
          </a:extLst>
        </p:spPr>
      </p:pic>
      <p:sp>
        <p:nvSpPr>
          <p:cNvPr id="26" name="Forme libre 109">
            <a:extLst>
              <a:ext uri="{FF2B5EF4-FFF2-40B4-BE49-F238E27FC236}">
                <a16:creationId xmlns:a16="http://schemas.microsoft.com/office/drawing/2014/main" id="{5D5C8BFE-1880-047D-D9DE-9DC908FB135D}"/>
              </a:ext>
            </a:extLst>
          </p:cNvPr>
          <p:cNvSpPr>
            <a:spLocks noChangeAspect="1"/>
          </p:cNvSpPr>
          <p:nvPr/>
        </p:nvSpPr>
        <p:spPr>
          <a:xfrm>
            <a:off x="3010824" y="5060824"/>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
        <p:nvSpPr>
          <p:cNvPr id="29" name="Forme libre 109">
            <a:extLst>
              <a:ext uri="{FF2B5EF4-FFF2-40B4-BE49-F238E27FC236}">
                <a16:creationId xmlns:a16="http://schemas.microsoft.com/office/drawing/2014/main" id="{E9E7F277-968D-CDF5-9C23-37B9C82EBDAC}"/>
              </a:ext>
            </a:extLst>
          </p:cNvPr>
          <p:cNvSpPr>
            <a:spLocks noChangeAspect="1"/>
          </p:cNvSpPr>
          <p:nvPr/>
        </p:nvSpPr>
        <p:spPr>
          <a:xfrm>
            <a:off x="6333365" y="5091560"/>
            <a:ext cx="338178" cy="19448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tx1"/>
          </a:solidFill>
          <a:ln w="2191" cap="flat">
            <a:noFill/>
            <a:prstDash val="solid"/>
            <a:miter/>
          </a:ln>
        </p:spPr>
        <p:txBody>
          <a:bodyPr rtlCol="0" anchor="ctr"/>
          <a:lstStyle/>
          <a:p>
            <a:endParaRPr lang="fr-FR"/>
          </a:p>
        </p:txBody>
      </p:sp>
    </p:spTree>
    <p:extLst>
      <p:ext uri="{BB962C8B-B14F-4D97-AF65-F5344CB8AC3E}">
        <p14:creationId xmlns:p14="http://schemas.microsoft.com/office/powerpoint/2010/main" val="22197991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PATTERNS D’échange</a:t>
            </a:r>
          </a:p>
        </p:txBody>
      </p:sp>
      <p:sp>
        <p:nvSpPr>
          <p:cNvPr id="67" name="ZoneTexte 66">
            <a:extLst>
              <a:ext uri="{FF2B5EF4-FFF2-40B4-BE49-F238E27FC236}">
                <a16:creationId xmlns:a16="http://schemas.microsoft.com/office/drawing/2014/main" id="{2A3C1C7F-3026-80FA-7F3B-CE7916B48A7B}"/>
              </a:ext>
            </a:extLst>
          </p:cNvPr>
          <p:cNvSpPr txBox="1"/>
          <p:nvPr>
            <p:custDataLst>
              <p:tags r:id="rId1"/>
            </p:custDataLst>
          </p:nvPr>
        </p:nvSpPr>
        <p:spPr>
          <a:xfrm>
            <a:off x="3897081" y="1057224"/>
            <a:ext cx="2736304" cy="261610"/>
          </a:xfrm>
          <a:prstGeom prst="rect">
            <a:avLst/>
          </a:prstGeom>
          <a:noFill/>
        </p:spPr>
        <p:txBody>
          <a:bodyPr wrap="square" rtlCol="0">
            <a:spAutoFit/>
          </a:bodyPr>
          <a:lstStyle/>
          <a:p>
            <a:pPr algn="ctr"/>
            <a:r>
              <a:rPr lang="fr-FR" sz="1100" b="1" spc="300" dirty="0"/>
              <a:t>PUBLISH / SUBSCRIBE</a:t>
            </a:r>
          </a:p>
        </p:txBody>
      </p:sp>
      <p:sp>
        <p:nvSpPr>
          <p:cNvPr id="32" name="Rectangle 31">
            <a:extLst>
              <a:ext uri="{FF2B5EF4-FFF2-40B4-BE49-F238E27FC236}">
                <a16:creationId xmlns:a16="http://schemas.microsoft.com/office/drawing/2014/main" id="{C1AACD57-690C-C618-574D-DC5B0E129F29}"/>
              </a:ext>
            </a:extLst>
          </p:cNvPr>
          <p:cNvSpPr/>
          <p:nvPr>
            <p:custDataLst>
              <p:tags r:id="rId2"/>
            </p:custDataLst>
          </p:nvPr>
        </p:nvSpPr>
        <p:spPr>
          <a:xfrm>
            <a:off x="4055918" y="1780478"/>
            <a:ext cx="2410691" cy="3033138"/>
          </a:xfrm>
          <a:prstGeom prst="rect">
            <a:avLst/>
          </a:prstGeom>
          <a:no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3" name="Rectangle 32">
            <a:extLst>
              <a:ext uri="{FF2B5EF4-FFF2-40B4-BE49-F238E27FC236}">
                <a16:creationId xmlns:a16="http://schemas.microsoft.com/office/drawing/2014/main" id="{A0305E79-FD41-2F6A-C91C-4E50F119B894}"/>
              </a:ext>
            </a:extLst>
          </p:cNvPr>
          <p:cNvSpPr/>
          <p:nvPr>
            <p:custDataLst>
              <p:tags r:id="rId3"/>
            </p:custDataLst>
          </p:nvPr>
        </p:nvSpPr>
        <p:spPr>
          <a:xfrm>
            <a:off x="216974" y="1653953"/>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sp>
        <p:nvSpPr>
          <p:cNvPr id="34" name="Rectangle 33">
            <a:extLst>
              <a:ext uri="{FF2B5EF4-FFF2-40B4-BE49-F238E27FC236}">
                <a16:creationId xmlns:a16="http://schemas.microsoft.com/office/drawing/2014/main" id="{B85CEC85-5EDF-4C0C-08FB-CB0A4EF54E5F}"/>
              </a:ext>
            </a:extLst>
          </p:cNvPr>
          <p:cNvSpPr/>
          <p:nvPr>
            <p:custDataLst>
              <p:tags r:id="rId4"/>
            </p:custDataLst>
          </p:nvPr>
        </p:nvSpPr>
        <p:spPr>
          <a:xfrm>
            <a:off x="241493" y="4504362"/>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grpSp>
        <p:nvGrpSpPr>
          <p:cNvPr id="35" name="Groupe 34">
            <a:extLst>
              <a:ext uri="{FF2B5EF4-FFF2-40B4-BE49-F238E27FC236}">
                <a16:creationId xmlns:a16="http://schemas.microsoft.com/office/drawing/2014/main" id="{1F79C370-FFB6-857C-DD13-EAD3E28ADDB6}"/>
              </a:ext>
            </a:extLst>
          </p:cNvPr>
          <p:cNvGrpSpPr/>
          <p:nvPr>
            <p:custDataLst>
              <p:tags r:id="rId5"/>
            </p:custDataLst>
          </p:nvPr>
        </p:nvGrpSpPr>
        <p:grpSpPr>
          <a:xfrm>
            <a:off x="4220200" y="2266926"/>
            <a:ext cx="1941610" cy="2237436"/>
            <a:chOff x="4616208" y="2237051"/>
            <a:chExt cx="1941610" cy="2237436"/>
          </a:xfrm>
        </p:grpSpPr>
        <p:sp>
          <p:nvSpPr>
            <p:cNvPr id="36" name="Organigramme : Stockage à accès direct 35">
              <a:extLst>
                <a:ext uri="{FF2B5EF4-FFF2-40B4-BE49-F238E27FC236}">
                  <a16:creationId xmlns:a16="http://schemas.microsoft.com/office/drawing/2014/main" id="{95F580A9-8E4B-46F4-57D0-78834F1F7581}"/>
                </a:ext>
              </a:extLst>
            </p:cNvPr>
            <p:cNvSpPr/>
            <p:nvPr/>
          </p:nvSpPr>
          <p:spPr>
            <a:xfrm>
              <a:off x="4616208" y="2237051"/>
              <a:ext cx="1941610" cy="618509"/>
            </a:xfrm>
            <a:prstGeom prst="flowChartMagneticDrum">
              <a:avLst/>
            </a:prstGeom>
            <a:solidFill>
              <a:schemeClr val="accent2"/>
            </a:solidFill>
            <a:ln>
              <a:solidFill>
                <a:srgbClr val="FF6F5F"/>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600"/>
            </a:p>
          </p:txBody>
        </p:sp>
        <p:sp>
          <p:nvSpPr>
            <p:cNvPr id="37" name="Organigramme : Stockage à accès direct 36">
              <a:extLst>
                <a:ext uri="{FF2B5EF4-FFF2-40B4-BE49-F238E27FC236}">
                  <a16:creationId xmlns:a16="http://schemas.microsoft.com/office/drawing/2014/main" id="{2F235454-0311-E74D-50D6-BCFEB6D19A8B}"/>
                </a:ext>
              </a:extLst>
            </p:cNvPr>
            <p:cNvSpPr/>
            <p:nvPr/>
          </p:nvSpPr>
          <p:spPr>
            <a:xfrm>
              <a:off x="4616208" y="3046514"/>
              <a:ext cx="1941610" cy="618509"/>
            </a:xfrm>
            <a:prstGeom prst="flowChartMagneticDrum">
              <a:avLst/>
            </a:prstGeom>
            <a:solidFill>
              <a:schemeClr val="accent5">
                <a:lumMod val="40000"/>
                <a:lumOff val="60000"/>
              </a:schemeClr>
            </a:solidFill>
            <a:ln>
              <a:solidFill>
                <a:schemeClr val="accent5"/>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600"/>
            </a:p>
          </p:txBody>
        </p:sp>
        <p:sp>
          <p:nvSpPr>
            <p:cNvPr id="38" name="Organigramme : Stockage à accès direct 37">
              <a:extLst>
                <a:ext uri="{FF2B5EF4-FFF2-40B4-BE49-F238E27FC236}">
                  <a16:creationId xmlns:a16="http://schemas.microsoft.com/office/drawing/2014/main" id="{9934E954-35AF-C069-9D86-C826000AEBC8}"/>
                </a:ext>
              </a:extLst>
            </p:cNvPr>
            <p:cNvSpPr/>
            <p:nvPr/>
          </p:nvSpPr>
          <p:spPr>
            <a:xfrm>
              <a:off x="4616208" y="3855978"/>
              <a:ext cx="1941610" cy="618509"/>
            </a:xfrm>
            <a:prstGeom prst="flowChartMagneticDrum">
              <a:avLst/>
            </a:prstGeom>
            <a:solidFill>
              <a:schemeClr val="accent4">
                <a:lumMod val="90000"/>
              </a:schemeClr>
            </a:solidFill>
            <a:ln>
              <a:solidFill>
                <a:schemeClr val="accent4">
                  <a:lumMod val="75000"/>
                </a:schemeClr>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600" dirty="0"/>
            </a:p>
          </p:txBody>
        </p:sp>
      </p:grpSp>
      <p:sp>
        <p:nvSpPr>
          <p:cNvPr id="43" name="Rectangle 42">
            <a:extLst>
              <a:ext uri="{FF2B5EF4-FFF2-40B4-BE49-F238E27FC236}">
                <a16:creationId xmlns:a16="http://schemas.microsoft.com/office/drawing/2014/main" id="{FBAAC932-7D1E-0E9D-31DD-3F1D1800F5E6}"/>
              </a:ext>
            </a:extLst>
          </p:cNvPr>
          <p:cNvSpPr/>
          <p:nvPr>
            <p:custDataLst>
              <p:tags r:id="rId6"/>
            </p:custDataLst>
          </p:nvPr>
        </p:nvSpPr>
        <p:spPr>
          <a:xfrm>
            <a:off x="7259991" y="1337706"/>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sp>
        <p:nvSpPr>
          <p:cNvPr id="44" name="Rectangle 43">
            <a:extLst>
              <a:ext uri="{FF2B5EF4-FFF2-40B4-BE49-F238E27FC236}">
                <a16:creationId xmlns:a16="http://schemas.microsoft.com/office/drawing/2014/main" id="{32D778A8-221C-A320-A89C-8C70476F2599}"/>
              </a:ext>
            </a:extLst>
          </p:cNvPr>
          <p:cNvSpPr/>
          <p:nvPr>
            <p:custDataLst>
              <p:tags r:id="rId7"/>
            </p:custDataLst>
          </p:nvPr>
        </p:nvSpPr>
        <p:spPr>
          <a:xfrm>
            <a:off x="7259991" y="4536871"/>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sp>
        <p:nvSpPr>
          <p:cNvPr id="45" name="Rectangle 44">
            <a:extLst>
              <a:ext uri="{FF2B5EF4-FFF2-40B4-BE49-F238E27FC236}">
                <a16:creationId xmlns:a16="http://schemas.microsoft.com/office/drawing/2014/main" id="{25BC5E11-16E6-2324-E22C-51CD1963CA97}"/>
              </a:ext>
            </a:extLst>
          </p:cNvPr>
          <p:cNvSpPr/>
          <p:nvPr>
            <p:custDataLst>
              <p:tags r:id="rId8"/>
            </p:custDataLst>
          </p:nvPr>
        </p:nvSpPr>
        <p:spPr>
          <a:xfrm>
            <a:off x="7259991" y="3089566"/>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cxnSp>
        <p:nvCxnSpPr>
          <p:cNvPr id="46" name="Connecteur en arc 20">
            <a:extLst>
              <a:ext uri="{FF2B5EF4-FFF2-40B4-BE49-F238E27FC236}">
                <a16:creationId xmlns:a16="http://schemas.microsoft.com/office/drawing/2014/main" id="{C0B80BB2-D431-F391-E4EE-0F23ED6E40A7}"/>
              </a:ext>
            </a:extLst>
          </p:cNvPr>
          <p:cNvCxnSpPr>
            <a:cxnSpLocks/>
            <a:stCxn id="33" idx="3"/>
            <a:endCxn id="36" idx="1"/>
          </p:cNvCxnSpPr>
          <p:nvPr>
            <p:custDataLst>
              <p:tags r:id="rId9"/>
            </p:custDataLst>
          </p:nvPr>
        </p:nvCxnSpPr>
        <p:spPr>
          <a:xfrm>
            <a:off x="1862174" y="1945210"/>
            <a:ext cx="2358026" cy="630971"/>
          </a:xfrm>
          <a:prstGeom prst="curvedConnector3">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eur en arc 22">
            <a:extLst>
              <a:ext uri="{FF2B5EF4-FFF2-40B4-BE49-F238E27FC236}">
                <a16:creationId xmlns:a16="http://schemas.microsoft.com/office/drawing/2014/main" id="{FB052093-70A2-CF2A-2A77-3E2289CAF614}"/>
              </a:ext>
            </a:extLst>
          </p:cNvPr>
          <p:cNvCxnSpPr>
            <a:cxnSpLocks/>
            <a:endCxn id="37" idx="1"/>
          </p:cNvCxnSpPr>
          <p:nvPr>
            <p:custDataLst>
              <p:tags r:id="rId10"/>
            </p:custDataLst>
          </p:nvPr>
        </p:nvCxnSpPr>
        <p:spPr>
          <a:xfrm>
            <a:off x="1886693" y="2129216"/>
            <a:ext cx="2333507" cy="1256428"/>
          </a:xfrm>
          <a:prstGeom prst="curvedConnector3">
            <a:avLst/>
          </a:prstGeom>
          <a:ln w="254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Connecteur en arc 24">
            <a:extLst>
              <a:ext uri="{FF2B5EF4-FFF2-40B4-BE49-F238E27FC236}">
                <a16:creationId xmlns:a16="http://schemas.microsoft.com/office/drawing/2014/main" id="{60550A4D-A7BB-A247-C558-4A05D97FEFC6}"/>
              </a:ext>
            </a:extLst>
          </p:cNvPr>
          <p:cNvCxnSpPr>
            <a:stCxn id="34" idx="3"/>
            <a:endCxn id="37" idx="1"/>
          </p:cNvCxnSpPr>
          <p:nvPr>
            <p:custDataLst>
              <p:tags r:id="rId11"/>
            </p:custDataLst>
          </p:nvPr>
        </p:nvCxnSpPr>
        <p:spPr>
          <a:xfrm flipV="1">
            <a:off x="1886693" y="3385644"/>
            <a:ext cx="2333507" cy="1409975"/>
          </a:xfrm>
          <a:prstGeom prst="curvedConnector3">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eur en arc 26">
            <a:extLst>
              <a:ext uri="{FF2B5EF4-FFF2-40B4-BE49-F238E27FC236}">
                <a16:creationId xmlns:a16="http://schemas.microsoft.com/office/drawing/2014/main" id="{9CAD9A31-8E2C-60F6-862B-71F2E816E9C7}"/>
              </a:ext>
            </a:extLst>
          </p:cNvPr>
          <p:cNvCxnSpPr>
            <a:cxnSpLocks/>
            <a:endCxn id="38" idx="1"/>
          </p:cNvCxnSpPr>
          <p:nvPr>
            <p:custDataLst>
              <p:tags r:id="rId12"/>
            </p:custDataLst>
          </p:nvPr>
        </p:nvCxnSpPr>
        <p:spPr>
          <a:xfrm flipV="1">
            <a:off x="1909862" y="4195108"/>
            <a:ext cx="2310338" cy="798787"/>
          </a:xfrm>
          <a:prstGeom prst="curvedConnector3">
            <a:avLst/>
          </a:prstGeom>
          <a:ln w="254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eur en arc 28">
            <a:extLst>
              <a:ext uri="{FF2B5EF4-FFF2-40B4-BE49-F238E27FC236}">
                <a16:creationId xmlns:a16="http://schemas.microsoft.com/office/drawing/2014/main" id="{D1C608F6-06C3-45AB-D5B0-4CC7D510B28A}"/>
              </a:ext>
            </a:extLst>
          </p:cNvPr>
          <p:cNvCxnSpPr>
            <a:cxnSpLocks/>
            <a:endCxn id="36" idx="4"/>
          </p:cNvCxnSpPr>
          <p:nvPr>
            <p:custDataLst>
              <p:tags r:id="rId13"/>
            </p:custDataLst>
          </p:nvPr>
        </p:nvCxnSpPr>
        <p:spPr>
          <a:xfrm rot="10800000" flipV="1">
            <a:off x="6161810" y="1536953"/>
            <a:ext cx="664440" cy="1039228"/>
          </a:xfrm>
          <a:prstGeom prst="curvedConnector3">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eur en arc 30">
            <a:extLst>
              <a:ext uri="{FF2B5EF4-FFF2-40B4-BE49-F238E27FC236}">
                <a16:creationId xmlns:a16="http://schemas.microsoft.com/office/drawing/2014/main" id="{F7095C28-6003-F189-8AB7-C1604D711B5D}"/>
              </a:ext>
            </a:extLst>
          </p:cNvPr>
          <p:cNvCxnSpPr>
            <a:cxnSpLocks/>
            <a:stCxn id="51" idx="2"/>
            <a:endCxn id="37" idx="4"/>
          </p:cNvCxnSpPr>
          <p:nvPr>
            <p:custDataLst>
              <p:tags r:id="rId14"/>
            </p:custDataLst>
          </p:nvPr>
        </p:nvCxnSpPr>
        <p:spPr>
          <a:xfrm rot="10800000" flipV="1">
            <a:off x="6161811" y="1775196"/>
            <a:ext cx="662347" cy="1610447"/>
          </a:xfrm>
          <a:prstGeom prst="curvedConnector3">
            <a:avLst/>
          </a:prstGeom>
          <a:ln w="190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 name="Connecteur en arc 36">
            <a:extLst>
              <a:ext uri="{FF2B5EF4-FFF2-40B4-BE49-F238E27FC236}">
                <a16:creationId xmlns:a16="http://schemas.microsoft.com/office/drawing/2014/main" id="{488C03C8-41BA-0125-680D-ACDCCF6A9E6C}"/>
              </a:ext>
            </a:extLst>
          </p:cNvPr>
          <p:cNvCxnSpPr>
            <a:cxnSpLocks/>
            <a:stCxn id="81" idx="2"/>
            <a:endCxn id="38" idx="4"/>
          </p:cNvCxnSpPr>
          <p:nvPr>
            <p:custDataLst>
              <p:tags r:id="rId15"/>
            </p:custDataLst>
          </p:nvPr>
        </p:nvCxnSpPr>
        <p:spPr>
          <a:xfrm rot="10800000">
            <a:off x="6161811" y="4195108"/>
            <a:ext cx="659373" cy="618508"/>
          </a:xfrm>
          <a:prstGeom prst="curvedConnector3">
            <a:avLst/>
          </a:prstGeom>
          <a:ln w="1905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7" name="Organigramme : Disque magnétique 76">
            <a:extLst>
              <a:ext uri="{FF2B5EF4-FFF2-40B4-BE49-F238E27FC236}">
                <a16:creationId xmlns:a16="http://schemas.microsoft.com/office/drawing/2014/main" id="{C754AD55-9ECE-0AEA-8331-E0E1ED2E3E4F}"/>
              </a:ext>
            </a:extLst>
          </p:cNvPr>
          <p:cNvSpPr/>
          <p:nvPr>
            <p:custDataLst>
              <p:tags r:id="rId16"/>
            </p:custDataLst>
          </p:nvPr>
        </p:nvSpPr>
        <p:spPr>
          <a:xfrm>
            <a:off x="4538519" y="5073662"/>
            <a:ext cx="1453428" cy="544471"/>
          </a:xfrm>
          <a:prstGeom prst="flowChartMagneticDisk">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Persistance</a:t>
            </a:r>
          </a:p>
        </p:txBody>
      </p:sp>
      <p:cxnSp>
        <p:nvCxnSpPr>
          <p:cNvPr id="78" name="Connecteur droit 77">
            <a:extLst>
              <a:ext uri="{FF2B5EF4-FFF2-40B4-BE49-F238E27FC236}">
                <a16:creationId xmlns:a16="http://schemas.microsoft.com/office/drawing/2014/main" id="{0F4380F6-ACCB-7700-3949-B22BEECE1DA1}"/>
              </a:ext>
            </a:extLst>
          </p:cNvPr>
          <p:cNvCxnSpPr>
            <a:stCxn id="32" idx="2"/>
            <a:endCxn id="77" idx="1"/>
          </p:cNvCxnSpPr>
          <p:nvPr>
            <p:custDataLst>
              <p:tags r:id="rId17"/>
            </p:custDataLst>
          </p:nvPr>
        </p:nvCxnSpPr>
        <p:spPr>
          <a:xfrm>
            <a:off x="5261264" y="4813616"/>
            <a:ext cx="3969" cy="2600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 coins arrondis 18">
            <a:extLst>
              <a:ext uri="{FF2B5EF4-FFF2-40B4-BE49-F238E27FC236}">
                <a16:creationId xmlns:a16="http://schemas.microsoft.com/office/drawing/2014/main" id="{4091B075-87BC-D7BF-2C2D-0EF3046C213C}"/>
              </a:ext>
            </a:extLst>
          </p:cNvPr>
          <p:cNvSpPr/>
          <p:nvPr/>
        </p:nvSpPr>
        <p:spPr>
          <a:xfrm>
            <a:off x="9276157" y="922713"/>
            <a:ext cx="2805340" cy="5573326"/>
          </a:xfrm>
          <a:prstGeom prst="round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Forme libre 8">
            <a:extLst>
              <a:ext uri="{FF2B5EF4-FFF2-40B4-BE49-F238E27FC236}">
                <a16:creationId xmlns:a16="http://schemas.microsoft.com/office/drawing/2014/main" id="{BF3739DB-56F6-1F7D-8A64-91FF038F40E2}"/>
              </a:ext>
            </a:extLst>
          </p:cNvPr>
          <p:cNvSpPr>
            <a:spLocks noChangeAspect="1"/>
          </p:cNvSpPr>
          <p:nvPr/>
        </p:nvSpPr>
        <p:spPr>
          <a:xfrm>
            <a:off x="2978115" y="1818274"/>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chemeClr val="accent2"/>
            </a:solidFill>
            <a:prstDash val="solid"/>
            <a:miter/>
          </a:ln>
        </p:spPr>
        <p:txBody>
          <a:bodyPr rtlCol="0" anchor="ctr"/>
          <a:lstStyle/>
          <a:p>
            <a:endParaRPr lang="fr-FR"/>
          </a:p>
        </p:txBody>
      </p:sp>
      <p:sp>
        <p:nvSpPr>
          <p:cNvPr id="23" name="Forme libre 8">
            <a:extLst>
              <a:ext uri="{FF2B5EF4-FFF2-40B4-BE49-F238E27FC236}">
                <a16:creationId xmlns:a16="http://schemas.microsoft.com/office/drawing/2014/main" id="{5F37FF76-2600-ABC2-D18F-1C09F08697B8}"/>
              </a:ext>
            </a:extLst>
          </p:cNvPr>
          <p:cNvSpPr>
            <a:spLocks noChangeAspect="1"/>
          </p:cNvSpPr>
          <p:nvPr/>
        </p:nvSpPr>
        <p:spPr>
          <a:xfrm>
            <a:off x="7313690" y="2098358"/>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rgbClr val="FF9D75"/>
            </a:solidFill>
            <a:prstDash val="solid"/>
            <a:miter/>
          </a:ln>
        </p:spPr>
        <p:txBody>
          <a:bodyPr rtlCol="0" anchor="ctr"/>
          <a:lstStyle/>
          <a:p>
            <a:endParaRPr lang="fr-FR"/>
          </a:p>
        </p:txBody>
      </p:sp>
      <p:sp>
        <p:nvSpPr>
          <p:cNvPr id="56" name="Forme libre 8">
            <a:extLst>
              <a:ext uri="{FF2B5EF4-FFF2-40B4-BE49-F238E27FC236}">
                <a16:creationId xmlns:a16="http://schemas.microsoft.com/office/drawing/2014/main" id="{BBD8CD50-80C3-3BF2-DC26-30E2C45B9F01}"/>
              </a:ext>
            </a:extLst>
          </p:cNvPr>
          <p:cNvSpPr>
            <a:spLocks noChangeAspect="1"/>
          </p:cNvSpPr>
          <p:nvPr/>
        </p:nvSpPr>
        <p:spPr>
          <a:xfrm>
            <a:off x="2402778" y="2743187"/>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6">
              <a:lumMod val="60000"/>
              <a:lumOff val="40000"/>
            </a:schemeClr>
          </a:solidFill>
          <a:ln w="2191" cap="flat">
            <a:solidFill>
              <a:schemeClr val="tx1">
                <a:lumMod val="50000"/>
                <a:lumOff val="50000"/>
              </a:schemeClr>
            </a:solidFill>
            <a:prstDash val="solid"/>
            <a:miter/>
          </a:ln>
        </p:spPr>
        <p:txBody>
          <a:bodyPr rtlCol="0" anchor="ctr"/>
          <a:lstStyle/>
          <a:p>
            <a:endParaRPr lang="fr-FR"/>
          </a:p>
        </p:txBody>
      </p:sp>
      <p:sp>
        <p:nvSpPr>
          <p:cNvPr id="57" name="Forme libre 8">
            <a:extLst>
              <a:ext uri="{FF2B5EF4-FFF2-40B4-BE49-F238E27FC236}">
                <a16:creationId xmlns:a16="http://schemas.microsoft.com/office/drawing/2014/main" id="{2A1A3861-051A-15F7-A443-74CE66796CF9}"/>
              </a:ext>
            </a:extLst>
          </p:cNvPr>
          <p:cNvSpPr>
            <a:spLocks noChangeAspect="1"/>
          </p:cNvSpPr>
          <p:nvPr/>
        </p:nvSpPr>
        <p:spPr>
          <a:xfrm>
            <a:off x="7827571" y="2098358"/>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6">
              <a:lumMod val="60000"/>
              <a:lumOff val="40000"/>
            </a:schemeClr>
          </a:solidFill>
          <a:ln w="2191" cap="flat">
            <a:solidFill>
              <a:schemeClr val="tx1">
                <a:lumMod val="50000"/>
                <a:lumOff val="50000"/>
              </a:schemeClr>
            </a:solidFill>
            <a:prstDash val="solid"/>
            <a:miter/>
          </a:ln>
        </p:spPr>
        <p:txBody>
          <a:bodyPr rtlCol="0" anchor="ctr"/>
          <a:lstStyle/>
          <a:p>
            <a:endParaRPr lang="fr-FR"/>
          </a:p>
        </p:txBody>
      </p:sp>
      <p:sp>
        <p:nvSpPr>
          <p:cNvPr id="58" name="Forme libre 8">
            <a:extLst>
              <a:ext uri="{FF2B5EF4-FFF2-40B4-BE49-F238E27FC236}">
                <a16:creationId xmlns:a16="http://schemas.microsoft.com/office/drawing/2014/main" id="{90326EFA-5322-1200-F181-17A83FDD55A6}"/>
              </a:ext>
            </a:extLst>
          </p:cNvPr>
          <p:cNvSpPr>
            <a:spLocks noChangeAspect="1"/>
          </p:cNvSpPr>
          <p:nvPr/>
        </p:nvSpPr>
        <p:spPr>
          <a:xfrm>
            <a:off x="8356965" y="2098358"/>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5"/>
          </a:solidFill>
          <a:ln w="2191" cap="flat">
            <a:solidFill>
              <a:schemeClr val="accent5"/>
            </a:solidFill>
            <a:prstDash val="solid"/>
            <a:miter/>
          </a:ln>
        </p:spPr>
        <p:txBody>
          <a:bodyPr rtlCol="0" anchor="ctr"/>
          <a:lstStyle/>
          <a:p>
            <a:endParaRPr lang="fr-FR"/>
          </a:p>
        </p:txBody>
      </p:sp>
      <p:sp>
        <p:nvSpPr>
          <p:cNvPr id="59" name="Forme libre 8">
            <a:extLst>
              <a:ext uri="{FF2B5EF4-FFF2-40B4-BE49-F238E27FC236}">
                <a16:creationId xmlns:a16="http://schemas.microsoft.com/office/drawing/2014/main" id="{C8F8A3C7-0DB5-DDDC-9CD8-1BFAB5409DD3}"/>
              </a:ext>
            </a:extLst>
          </p:cNvPr>
          <p:cNvSpPr>
            <a:spLocks noChangeAspect="1"/>
          </p:cNvSpPr>
          <p:nvPr/>
        </p:nvSpPr>
        <p:spPr>
          <a:xfrm>
            <a:off x="7624964" y="3737669"/>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6">
              <a:lumMod val="60000"/>
              <a:lumOff val="40000"/>
            </a:schemeClr>
          </a:solidFill>
          <a:ln w="2191" cap="flat">
            <a:solidFill>
              <a:schemeClr val="tx1">
                <a:lumMod val="50000"/>
                <a:lumOff val="50000"/>
              </a:schemeClr>
            </a:solidFill>
            <a:prstDash val="solid"/>
            <a:miter/>
          </a:ln>
        </p:spPr>
        <p:txBody>
          <a:bodyPr rtlCol="0" anchor="ctr"/>
          <a:lstStyle/>
          <a:p>
            <a:endParaRPr lang="fr-FR"/>
          </a:p>
        </p:txBody>
      </p:sp>
      <p:sp>
        <p:nvSpPr>
          <p:cNvPr id="60" name="Forme libre 8">
            <a:extLst>
              <a:ext uri="{FF2B5EF4-FFF2-40B4-BE49-F238E27FC236}">
                <a16:creationId xmlns:a16="http://schemas.microsoft.com/office/drawing/2014/main" id="{8FFE5AAE-5DE7-78CA-CEF9-C65C3FEF4DF4}"/>
              </a:ext>
            </a:extLst>
          </p:cNvPr>
          <p:cNvSpPr>
            <a:spLocks noChangeAspect="1"/>
          </p:cNvSpPr>
          <p:nvPr/>
        </p:nvSpPr>
        <p:spPr>
          <a:xfrm>
            <a:off x="8137190" y="3736678"/>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5"/>
          </a:solidFill>
          <a:ln w="2191" cap="flat">
            <a:solidFill>
              <a:schemeClr val="accent5"/>
            </a:solidFill>
            <a:prstDash val="solid"/>
            <a:miter/>
          </a:ln>
        </p:spPr>
        <p:txBody>
          <a:bodyPr rtlCol="0" anchor="ctr"/>
          <a:lstStyle/>
          <a:p>
            <a:endParaRPr lang="fr-FR"/>
          </a:p>
        </p:txBody>
      </p:sp>
      <p:sp>
        <p:nvSpPr>
          <p:cNvPr id="61" name="Forme libre 8">
            <a:extLst>
              <a:ext uri="{FF2B5EF4-FFF2-40B4-BE49-F238E27FC236}">
                <a16:creationId xmlns:a16="http://schemas.microsoft.com/office/drawing/2014/main" id="{FF63CC0C-817E-A6B0-C20F-C539A910AE81}"/>
              </a:ext>
            </a:extLst>
          </p:cNvPr>
          <p:cNvSpPr>
            <a:spLocks noChangeAspect="1"/>
          </p:cNvSpPr>
          <p:nvPr/>
        </p:nvSpPr>
        <p:spPr>
          <a:xfrm>
            <a:off x="2441638" y="4025198"/>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5"/>
          </a:solidFill>
          <a:ln w="2191" cap="flat">
            <a:solidFill>
              <a:schemeClr val="accent5"/>
            </a:solidFill>
            <a:prstDash val="solid"/>
            <a:miter/>
          </a:ln>
        </p:spPr>
        <p:txBody>
          <a:bodyPr rtlCol="0" anchor="ctr"/>
          <a:lstStyle/>
          <a:p>
            <a:endParaRPr lang="fr-FR"/>
          </a:p>
        </p:txBody>
      </p:sp>
      <p:sp>
        <p:nvSpPr>
          <p:cNvPr id="5" name="Forme libre 8">
            <a:extLst>
              <a:ext uri="{FF2B5EF4-FFF2-40B4-BE49-F238E27FC236}">
                <a16:creationId xmlns:a16="http://schemas.microsoft.com/office/drawing/2014/main" id="{4A895422-070F-3663-062A-F6D3B1A1632B}"/>
              </a:ext>
            </a:extLst>
          </p:cNvPr>
          <p:cNvSpPr>
            <a:spLocks noChangeAspect="1"/>
          </p:cNvSpPr>
          <p:nvPr/>
        </p:nvSpPr>
        <p:spPr>
          <a:xfrm>
            <a:off x="2973927" y="4762111"/>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4">
              <a:lumMod val="75000"/>
            </a:schemeClr>
          </a:solidFill>
          <a:ln w="2191" cap="flat">
            <a:solidFill>
              <a:schemeClr val="accent4">
                <a:lumMod val="75000"/>
              </a:schemeClr>
            </a:solidFill>
            <a:prstDash val="solid"/>
            <a:miter/>
          </a:ln>
        </p:spPr>
        <p:txBody>
          <a:bodyPr rtlCol="0" anchor="ctr"/>
          <a:lstStyle/>
          <a:p>
            <a:endParaRPr lang="fr-FR"/>
          </a:p>
        </p:txBody>
      </p:sp>
      <p:sp>
        <p:nvSpPr>
          <p:cNvPr id="9" name="Forme libre 8">
            <a:extLst>
              <a:ext uri="{FF2B5EF4-FFF2-40B4-BE49-F238E27FC236}">
                <a16:creationId xmlns:a16="http://schemas.microsoft.com/office/drawing/2014/main" id="{EF6083BF-855D-EA96-38CB-97F93F1CA2F4}"/>
              </a:ext>
            </a:extLst>
          </p:cNvPr>
          <p:cNvSpPr>
            <a:spLocks noChangeAspect="1"/>
          </p:cNvSpPr>
          <p:nvPr/>
        </p:nvSpPr>
        <p:spPr>
          <a:xfrm>
            <a:off x="7881077" y="5196431"/>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4">
              <a:lumMod val="75000"/>
            </a:schemeClr>
          </a:solidFill>
          <a:ln w="2191" cap="flat">
            <a:solidFill>
              <a:schemeClr val="accent4">
                <a:lumMod val="75000"/>
              </a:schemeClr>
            </a:solidFill>
            <a:prstDash val="solid"/>
            <a:miter/>
          </a:ln>
        </p:spPr>
        <p:txBody>
          <a:bodyPr rtlCol="0" anchor="ctr"/>
          <a:lstStyle/>
          <a:p>
            <a:endParaRPr lang="fr-FR"/>
          </a:p>
        </p:txBody>
      </p:sp>
      <p:sp>
        <p:nvSpPr>
          <p:cNvPr id="24" name="ZoneTexte 23">
            <a:extLst>
              <a:ext uri="{FF2B5EF4-FFF2-40B4-BE49-F238E27FC236}">
                <a16:creationId xmlns:a16="http://schemas.microsoft.com/office/drawing/2014/main" id="{E64B572E-7490-20B5-E01C-3C78FDAE8AC8}"/>
              </a:ext>
            </a:extLst>
          </p:cNvPr>
          <p:cNvSpPr txBox="1"/>
          <p:nvPr/>
        </p:nvSpPr>
        <p:spPr>
          <a:xfrm>
            <a:off x="10185360" y="1069684"/>
            <a:ext cx="986937" cy="338554"/>
          </a:xfrm>
          <a:prstGeom prst="rect">
            <a:avLst/>
          </a:prstGeom>
          <a:noFill/>
        </p:spPr>
        <p:txBody>
          <a:bodyPr wrap="none" rtlCol="0">
            <a:spAutoFit/>
          </a:bodyPr>
          <a:lstStyle/>
          <a:p>
            <a:pPr algn="ctr"/>
            <a:r>
              <a:rPr lang="fr-FR" sz="1600" b="1" dirty="0">
                <a:cs typeface="Arial" panose="020B0604020202020204" pitchFamily="34" charset="0"/>
              </a:rPr>
              <a:t>ETAPES</a:t>
            </a:r>
          </a:p>
        </p:txBody>
      </p:sp>
      <p:sp>
        <p:nvSpPr>
          <p:cNvPr id="25" name="ZoneTexte 24">
            <a:extLst>
              <a:ext uri="{FF2B5EF4-FFF2-40B4-BE49-F238E27FC236}">
                <a16:creationId xmlns:a16="http://schemas.microsoft.com/office/drawing/2014/main" id="{C2F408E8-A8EB-A268-7305-6027AF52F7FC}"/>
              </a:ext>
            </a:extLst>
          </p:cNvPr>
          <p:cNvSpPr txBox="1"/>
          <p:nvPr/>
        </p:nvSpPr>
        <p:spPr>
          <a:xfrm>
            <a:off x="9390074" y="1434967"/>
            <a:ext cx="2584952" cy="3046988"/>
          </a:xfrm>
          <a:prstGeom prst="rect">
            <a:avLst/>
          </a:prstGeom>
          <a:noFill/>
        </p:spPr>
        <p:txBody>
          <a:bodyPr wrap="square">
            <a:spAutoFit/>
          </a:bodyPr>
          <a:lstStyle/>
          <a:p>
            <a:pPr marL="342900" indent="-342900" rtl="0">
              <a:buSzPts val="1600"/>
              <a:buAutoNum type="arabicPeriod"/>
            </a:pPr>
            <a:r>
              <a:rPr lang="fr-FR" sz="1600" b="0" i="0" u="none" strike="noStrike" kern="1200" baseline="0" dirty="0">
                <a:solidFill>
                  <a:srgbClr val="272727"/>
                </a:solidFill>
                <a:latin typeface="Arial" panose="020B0604020202020204" pitchFamily="34" charset="0"/>
              </a:rPr>
              <a:t>Les abonnés s’abonnent à une queue</a:t>
            </a:r>
          </a:p>
          <a:p>
            <a:pPr marL="342900" indent="-342900" rtl="0">
              <a:buSzPts val="1600"/>
              <a:buAutoNum type="arabicPeriod"/>
            </a:pPr>
            <a:r>
              <a:rPr lang="fr-FR" sz="1600" dirty="0">
                <a:solidFill>
                  <a:srgbClr val="272727"/>
                </a:solidFill>
                <a:latin typeface="Arial" panose="020B0604020202020204" pitchFamily="34" charset="0"/>
              </a:rPr>
              <a:t>Une première étape de setup est lancée</a:t>
            </a:r>
          </a:p>
          <a:p>
            <a:pPr marL="342900" indent="-342900" rtl="0">
              <a:buSzPts val="1600"/>
              <a:buAutoNum type="arabicPeriod"/>
            </a:pPr>
            <a:r>
              <a:rPr lang="fr-FR" sz="1600" b="0" i="0" u="none" strike="noStrike" kern="1200" baseline="0" dirty="0">
                <a:solidFill>
                  <a:srgbClr val="272727"/>
                </a:solidFill>
                <a:latin typeface="Arial" panose="020B0604020202020204" pitchFamily="34" charset="0"/>
              </a:rPr>
              <a:t>Les producteurs envoient des messages dans les queues</a:t>
            </a:r>
          </a:p>
          <a:p>
            <a:pPr marL="342900" indent="-342900" rtl="0">
              <a:buSzPts val="1600"/>
              <a:buAutoNum type="arabicPeriod"/>
            </a:pPr>
            <a:r>
              <a:rPr lang="fr-FR" sz="1600" dirty="0">
                <a:solidFill>
                  <a:srgbClr val="272727"/>
                </a:solidFill>
                <a:latin typeface="Arial" panose="020B0604020202020204" pitchFamily="34" charset="0"/>
              </a:rPr>
              <a:t>Les abonnés disponibles les consomment</a:t>
            </a:r>
            <a:endParaRPr lang="fr-FR" sz="1600" b="0" i="0" u="none" strike="noStrike" kern="1200" baseline="0" dirty="0">
              <a:solidFill>
                <a:srgbClr val="272727"/>
              </a:solidFill>
              <a:latin typeface="Arial" panose="020B0604020202020204" pitchFamily="34" charset="0"/>
            </a:endParaRPr>
          </a:p>
        </p:txBody>
      </p:sp>
      <p:cxnSp>
        <p:nvCxnSpPr>
          <p:cNvPr id="31" name="Connecteur droit avec flèche 30">
            <a:extLst>
              <a:ext uri="{FF2B5EF4-FFF2-40B4-BE49-F238E27FC236}">
                <a16:creationId xmlns:a16="http://schemas.microsoft.com/office/drawing/2014/main" id="{DC0721CB-6E67-937E-067A-FB5C44254D05}"/>
              </a:ext>
            </a:extLst>
          </p:cNvPr>
          <p:cNvCxnSpPr>
            <a:cxnSpLocks/>
            <a:endCxn id="50" idx="6"/>
          </p:cNvCxnSpPr>
          <p:nvPr/>
        </p:nvCxnSpPr>
        <p:spPr>
          <a:xfrm flipH="1">
            <a:off x="7058270" y="1512569"/>
            <a:ext cx="199780"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0" name="Ellipse 49">
            <a:extLst>
              <a:ext uri="{FF2B5EF4-FFF2-40B4-BE49-F238E27FC236}">
                <a16:creationId xmlns:a16="http://schemas.microsoft.com/office/drawing/2014/main" id="{E6905F2E-0542-D51C-9EB3-1BB51CDDC1D7}"/>
              </a:ext>
            </a:extLst>
          </p:cNvPr>
          <p:cNvSpPr/>
          <p:nvPr/>
        </p:nvSpPr>
        <p:spPr>
          <a:xfrm>
            <a:off x="6826250" y="1395569"/>
            <a:ext cx="232020" cy="234000"/>
          </a:xfrm>
          <a:prstGeom prst="ellipse">
            <a:avLst/>
          </a:prstGeom>
          <a:solidFill>
            <a:schemeClr val="accent2"/>
          </a:solidFill>
          <a:ln>
            <a:solidFill>
              <a:srgbClr val="FF6F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Ellipse 50">
            <a:extLst>
              <a:ext uri="{FF2B5EF4-FFF2-40B4-BE49-F238E27FC236}">
                <a16:creationId xmlns:a16="http://schemas.microsoft.com/office/drawing/2014/main" id="{CD9E346B-A3A7-899C-79F2-76F76D306635}"/>
              </a:ext>
            </a:extLst>
          </p:cNvPr>
          <p:cNvSpPr/>
          <p:nvPr/>
        </p:nvSpPr>
        <p:spPr>
          <a:xfrm>
            <a:off x="6824157" y="1658197"/>
            <a:ext cx="232020" cy="234000"/>
          </a:xfrm>
          <a:prstGeom prst="ellipse">
            <a:avLst/>
          </a:prstGeom>
          <a:solidFill>
            <a:schemeClr val="accent5">
              <a:lumMod val="40000"/>
              <a:lumOff val="6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Ellipse 53">
            <a:extLst>
              <a:ext uri="{FF2B5EF4-FFF2-40B4-BE49-F238E27FC236}">
                <a16:creationId xmlns:a16="http://schemas.microsoft.com/office/drawing/2014/main" id="{B316394A-1F72-9702-070F-56E37017C6C1}"/>
              </a:ext>
            </a:extLst>
          </p:cNvPr>
          <p:cNvSpPr/>
          <p:nvPr/>
        </p:nvSpPr>
        <p:spPr>
          <a:xfrm>
            <a:off x="6826250" y="3268642"/>
            <a:ext cx="232020" cy="234000"/>
          </a:xfrm>
          <a:prstGeom prst="ellipse">
            <a:avLst/>
          </a:prstGeom>
          <a:solidFill>
            <a:schemeClr val="accent5">
              <a:lumMod val="40000"/>
              <a:lumOff val="6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2" name="Connecteur droit avec flèche 61">
            <a:extLst>
              <a:ext uri="{FF2B5EF4-FFF2-40B4-BE49-F238E27FC236}">
                <a16:creationId xmlns:a16="http://schemas.microsoft.com/office/drawing/2014/main" id="{18BBAFFA-7430-2DEE-6D4C-E79C382E582E}"/>
              </a:ext>
            </a:extLst>
          </p:cNvPr>
          <p:cNvCxnSpPr>
            <a:cxnSpLocks/>
            <a:endCxn id="51" idx="6"/>
          </p:cNvCxnSpPr>
          <p:nvPr/>
        </p:nvCxnSpPr>
        <p:spPr>
          <a:xfrm flipH="1">
            <a:off x="7056177" y="1775196"/>
            <a:ext cx="193101" cy="1"/>
          </a:xfrm>
          <a:prstGeom prst="straightConnector1">
            <a:avLst/>
          </a:prstGeom>
          <a:ln w="190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D8D54EA9-6E68-80AE-4A9B-699B03B9B2E0}"/>
              </a:ext>
            </a:extLst>
          </p:cNvPr>
          <p:cNvCxnSpPr>
            <a:cxnSpLocks/>
            <a:stCxn id="45" idx="1"/>
            <a:endCxn id="54" idx="6"/>
          </p:cNvCxnSpPr>
          <p:nvPr/>
        </p:nvCxnSpPr>
        <p:spPr>
          <a:xfrm flipH="1">
            <a:off x="7058270" y="3380823"/>
            <a:ext cx="201721" cy="4819"/>
          </a:xfrm>
          <a:prstGeom prst="straightConnector1">
            <a:avLst/>
          </a:prstGeom>
          <a:ln w="190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Connecteur droit avec flèche 64">
            <a:extLst>
              <a:ext uri="{FF2B5EF4-FFF2-40B4-BE49-F238E27FC236}">
                <a16:creationId xmlns:a16="http://schemas.microsoft.com/office/drawing/2014/main" id="{20881741-BB95-9682-78AD-CDC339273F5C}"/>
              </a:ext>
            </a:extLst>
          </p:cNvPr>
          <p:cNvCxnSpPr>
            <a:cxnSpLocks/>
            <a:stCxn id="54" idx="2"/>
            <a:endCxn id="37" idx="4"/>
          </p:cNvCxnSpPr>
          <p:nvPr/>
        </p:nvCxnSpPr>
        <p:spPr>
          <a:xfrm flipH="1">
            <a:off x="6161810" y="3385642"/>
            <a:ext cx="664440" cy="2"/>
          </a:xfrm>
          <a:prstGeom prst="straightConnector1">
            <a:avLst/>
          </a:prstGeom>
          <a:ln w="190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Ellipse 80">
            <a:extLst>
              <a:ext uri="{FF2B5EF4-FFF2-40B4-BE49-F238E27FC236}">
                <a16:creationId xmlns:a16="http://schemas.microsoft.com/office/drawing/2014/main" id="{5DB65E64-8497-9F3C-8974-B67AB676F2EE}"/>
              </a:ext>
            </a:extLst>
          </p:cNvPr>
          <p:cNvSpPr/>
          <p:nvPr/>
        </p:nvSpPr>
        <p:spPr>
          <a:xfrm>
            <a:off x="6821183" y="4696616"/>
            <a:ext cx="232020" cy="234000"/>
          </a:xfrm>
          <a:prstGeom prst="ellipse">
            <a:avLst/>
          </a:prstGeom>
          <a:solidFill>
            <a:schemeClr val="accent4">
              <a:lumMod val="9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84" name="Connecteur droit avec flèche 83">
            <a:extLst>
              <a:ext uri="{FF2B5EF4-FFF2-40B4-BE49-F238E27FC236}">
                <a16:creationId xmlns:a16="http://schemas.microsoft.com/office/drawing/2014/main" id="{50C0223B-B9A2-0F27-784C-5270BB53A6ED}"/>
              </a:ext>
            </a:extLst>
          </p:cNvPr>
          <p:cNvCxnSpPr>
            <a:cxnSpLocks/>
          </p:cNvCxnSpPr>
          <p:nvPr/>
        </p:nvCxnSpPr>
        <p:spPr>
          <a:xfrm flipH="1">
            <a:off x="7058270" y="4814336"/>
            <a:ext cx="206130" cy="0"/>
          </a:xfrm>
          <a:prstGeom prst="straightConnector1">
            <a:avLst/>
          </a:prstGeom>
          <a:ln w="1905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Ellipse 2">
            <a:extLst>
              <a:ext uri="{FF2B5EF4-FFF2-40B4-BE49-F238E27FC236}">
                <a16:creationId xmlns:a16="http://schemas.microsoft.com/office/drawing/2014/main" id="{B5992B79-1D20-5CAC-8CB0-D067CAFD901B}"/>
              </a:ext>
            </a:extLst>
          </p:cNvPr>
          <p:cNvSpPr/>
          <p:nvPr/>
        </p:nvSpPr>
        <p:spPr>
          <a:xfrm>
            <a:off x="8905191" y="984823"/>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2</a:t>
            </a:r>
          </a:p>
        </p:txBody>
      </p:sp>
      <p:sp>
        <p:nvSpPr>
          <p:cNvPr id="4" name="Ellipse 3">
            <a:extLst>
              <a:ext uri="{FF2B5EF4-FFF2-40B4-BE49-F238E27FC236}">
                <a16:creationId xmlns:a16="http://schemas.microsoft.com/office/drawing/2014/main" id="{7A4471CB-529A-B1DC-6ECB-0748CE94D0E8}"/>
              </a:ext>
            </a:extLst>
          </p:cNvPr>
          <p:cNvSpPr/>
          <p:nvPr/>
        </p:nvSpPr>
        <p:spPr>
          <a:xfrm>
            <a:off x="6974365" y="984823"/>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6" name="Ellipse 5">
            <a:extLst>
              <a:ext uri="{FF2B5EF4-FFF2-40B4-BE49-F238E27FC236}">
                <a16:creationId xmlns:a16="http://schemas.microsoft.com/office/drawing/2014/main" id="{0B31C0AB-7EE5-D842-AA6D-6337CFB6E133}"/>
              </a:ext>
            </a:extLst>
          </p:cNvPr>
          <p:cNvSpPr/>
          <p:nvPr/>
        </p:nvSpPr>
        <p:spPr>
          <a:xfrm>
            <a:off x="3554214" y="2129216"/>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7" name="Ellipse 6">
            <a:extLst>
              <a:ext uri="{FF2B5EF4-FFF2-40B4-BE49-F238E27FC236}">
                <a16:creationId xmlns:a16="http://schemas.microsoft.com/office/drawing/2014/main" id="{E56191F2-49FD-AD4A-AE15-26B440D62412}"/>
              </a:ext>
            </a:extLst>
          </p:cNvPr>
          <p:cNvSpPr/>
          <p:nvPr/>
        </p:nvSpPr>
        <p:spPr>
          <a:xfrm>
            <a:off x="6815455" y="2295795"/>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4</a:t>
            </a:r>
          </a:p>
        </p:txBody>
      </p:sp>
    </p:spTree>
    <p:extLst>
      <p:ext uri="{BB962C8B-B14F-4D97-AF65-F5344CB8AC3E}">
        <p14:creationId xmlns:p14="http://schemas.microsoft.com/office/powerpoint/2010/main" val="61937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7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P spid="56" grpId="0" animBg="1"/>
      <p:bldP spid="57" grpId="0" animBg="1"/>
      <p:bldP spid="58" grpId="0" animBg="1"/>
      <p:bldP spid="59" grpId="0" animBg="1"/>
      <p:bldP spid="60" grpId="0" animBg="1"/>
      <p:bldP spid="61" grpId="0" animBg="1"/>
      <p:bldP spid="5" grpId="0" animBg="1"/>
      <p:bldP spid="9" grpId="0" animBg="1"/>
      <p:bldP spid="50" grpId="0" animBg="1"/>
      <p:bldP spid="51" grpId="0" animBg="1"/>
      <p:bldP spid="54" grpId="0" animBg="1"/>
      <p:bldP spid="81" grpId="0" animBg="1"/>
      <p:bldP spid="6" grpId="0" animBg="1"/>
      <p:bldP spid="7" grpId="0" animBg="1"/>
    </p:bldLst>
  </p:timing>
  <p:extLst>
    <p:ext uri="{6950BFC3-D8DA-4A85-94F7-54DA5524770B}">
      <p188:commentRel xmlns:p188="http://schemas.microsoft.com/office/powerpoint/2018/8/main" r:id="rId20"/>
    </p:ext>
  </p:extLs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PATTERNS D’échange</a:t>
            </a:r>
          </a:p>
        </p:txBody>
      </p:sp>
      <p:sp>
        <p:nvSpPr>
          <p:cNvPr id="67" name="ZoneTexte 66">
            <a:extLst>
              <a:ext uri="{FF2B5EF4-FFF2-40B4-BE49-F238E27FC236}">
                <a16:creationId xmlns:a16="http://schemas.microsoft.com/office/drawing/2014/main" id="{2A3C1C7F-3026-80FA-7F3B-CE7916B48A7B}"/>
              </a:ext>
            </a:extLst>
          </p:cNvPr>
          <p:cNvSpPr txBox="1"/>
          <p:nvPr>
            <p:custDataLst>
              <p:tags r:id="rId1"/>
            </p:custDataLst>
          </p:nvPr>
        </p:nvSpPr>
        <p:spPr>
          <a:xfrm>
            <a:off x="3897081" y="1057224"/>
            <a:ext cx="2736304" cy="261610"/>
          </a:xfrm>
          <a:prstGeom prst="rect">
            <a:avLst/>
          </a:prstGeom>
          <a:noFill/>
        </p:spPr>
        <p:txBody>
          <a:bodyPr wrap="square" rtlCol="0">
            <a:spAutoFit/>
          </a:bodyPr>
          <a:lstStyle/>
          <a:p>
            <a:pPr algn="ctr"/>
            <a:r>
              <a:rPr lang="fr-FR" sz="1100" b="1" spc="300" dirty="0"/>
              <a:t>PUBLISH / SUBSCRIBE</a:t>
            </a:r>
          </a:p>
        </p:txBody>
      </p:sp>
      <p:sp>
        <p:nvSpPr>
          <p:cNvPr id="32" name="Rectangle 31">
            <a:extLst>
              <a:ext uri="{FF2B5EF4-FFF2-40B4-BE49-F238E27FC236}">
                <a16:creationId xmlns:a16="http://schemas.microsoft.com/office/drawing/2014/main" id="{C1AACD57-690C-C618-574D-DC5B0E129F29}"/>
              </a:ext>
            </a:extLst>
          </p:cNvPr>
          <p:cNvSpPr/>
          <p:nvPr>
            <p:custDataLst>
              <p:tags r:id="rId2"/>
            </p:custDataLst>
          </p:nvPr>
        </p:nvSpPr>
        <p:spPr>
          <a:xfrm>
            <a:off x="4055918" y="1780478"/>
            <a:ext cx="2410691" cy="3033138"/>
          </a:xfrm>
          <a:prstGeom prst="rect">
            <a:avLst/>
          </a:prstGeom>
          <a:no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3" name="Rectangle 32">
            <a:extLst>
              <a:ext uri="{FF2B5EF4-FFF2-40B4-BE49-F238E27FC236}">
                <a16:creationId xmlns:a16="http://schemas.microsoft.com/office/drawing/2014/main" id="{A0305E79-FD41-2F6A-C91C-4E50F119B894}"/>
              </a:ext>
            </a:extLst>
          </p:cNvPr>
          <p:cNvSpPr/>
          <p:nvPr>
            <p:custDataLst>
              <p:tags r:id="rId3"/>
            </p:custDataLst>
          </p:nvPr>
        </p:nvSpPr>
        <p:spPr>
          <a:xfrm>
            <a:off x="216974" y="1653953"/>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sp>
        <p:nvSpPr>
          <p:cNvPr id="34" name="Rectangle 33">
            <a:extLst>
              <a:ext uri="{FF2B5EF4-FFF2-40B4-BE49-F238E27FC236}">
                <a16:creationId xmlns:a16="http://schemas.microsoft.com/office/drawing/2014/main" id="{B85CEC85-5EDF-4C0C-08FB-CB0A4EF54E5F}"/>
              </a:ext>
            </a:extLst>
          </p:cNvPr>
          <p:cNvSpPr/>
          <p:nvPr>
            <p:custDataLst>
              <p:tags r:id="rId4"/>
            </p:custDataLst>
          </p:nvPr>
        </p:nvSpPr>
        <p:spPr>
          <a:xfrm>
            <a:off x="241493" y="4504362"/>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grpSp>
        <p:nvGrpSpPr>
          <p:cNvPr id="35" name="Groupe 34">
            <a:extLst>
              <a:ext uri="{FF2B5EF4-FFF2-40B4-BE49-F238E27FC236}">
                <a16:creationId xmlns:a16="http://schemas.microsoft.com/office/drawing/2014/main" id="{1F79C370-FFB6-857C-DD13-EAD3E28ADDB6}"/>
              </a:ext>
            </a:extLst>
          </p:cNvPr>
          <p:cNvGrpSpPr/>
          <p:nvPr>
            <p:custDataLst>
              <p:tags r:id="rId5"/>
            </p:custDataLst>
          </p:nvPr>
        </p:nvGrpSpPr>
        <p:grpSpPr>
          <a:xfrm>
            <a:off x="4220200" y="2266926"/>
            <a:ext cx="1941610" cy="2237436"/>
            <a:chOff x="4616208" y="2237051"/>
            <a:chExt cx="1941610" cy="2237436"/>
          </a:xfrm>
        </p:grpSpPr>
        <p:sp>
          <p:nvSpPr>
            <p:cNvPr id="36" name="Organigramme : Stockage à accès direct 35">
              <a:extLst>
                <a:ext uri="{FF2B5EF4-FFF2-40B4-BE49-F238E27FC236}">
                  <a16:creationId xmlns:a16="http://schemas.microsoft.com/office/drawing/2014/main" id="{95F580A9-8E4B-46F4-57D0-78834F1F7581}"/>
                </a:ext>
              </a:extLst>
            </p:cNvPr>
            <p:cNvSpPr/>
            <p:nvPr/>
          </p:nvSpPr>
          <p:spPr>
            <a:xfrm>
              <a:off x="4616208" y="2237051"/>
              <a:ext cx="1941610" cy="618509"/>
            </a:xfrm>
            <a:prstGeom prst="flowChartMagneticDrum">
              <a:avLst/>
            </a:prstGeom>
            <a:solidFill>
              <a:schemeClr val="accent2"/>
            </a:solidFill>
            <a:ln>
              <a:solidFill>
                <a:srgbClr val="FF6F5F"/>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600"/>
            </a:p>
          </p:txBody>
        </p:sp>
        <p:sp>
          <p:nvSpPr>
            <p:cNvPr id="37" name="Organigramme : Stockage à accès direct 36">
              <a:extLst>
                <a:ext uri="{FF2B5EF4-FFF2-40B4-BE49-F238E27FC236}">
                  <a16:creationId xmlns:a16="http://schemas.microsoft.com/office/drawing/2014/main" id="{2F235454-0311-E74D-50D6-BCFEB6D19A8B}"/>
                </a:ext>
              </a:extLst>
            </p:cNvPr>
            <p:cNvSpPr/>
            <p:nvPr/>
          </p:nvSpPr>
          <p:spPr>
            <a:xfrm>
              <a:off x="4616208" y="3046514"/>
              <a:ext cx="1941610" cy="618509"/>
            </a:xfrm>
            <a:prstGeom prst="flowChartMagneticDrum">
              <a:avLst/>
            </a:prstGeom>
            <a:solidFill>
              <a:schemeClr val="accent5">
                <a:lumMod val="40000"/>
                <a:lumOff val="60000"/>
              </a:schemeClr>
            </a:solidFill>
            <a:ln>
              <a:solidFill>
                <a:schemeClr val="accent5"/>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600"/>
            </a:p>
          </p:txBody>
        </p:sp>
        <p:sp>
          <p:nvSpPr>
            <p:cNvPr id="38" name="Organigramme : Stockage à accès direct 37">
              <a:extLst>
                <a:ext uri="{FF2B5EF4-FFF2-40B4-BE49-F238E27FC236}">
                  <a16:creationId xmlns:a16="http://schemas.microsoft.com/office/drawing/2014/main" id="{9934E954-35AF-C069-9D86-C826000AEBC8}"/>
                </a:ext>
              </a:extLst>
            </p:cNvPr>
            <p:cNvSpPr/>
            <p:nvPr/>
          </p:nvSpPr>
          <p:spPr>
            <a:xfrm>
              <a:off x="4616208" y="3855978"/>
              <a:ext cx="1941610" cy="618509"/>
            </a:xfrm>
            <a:prstGeom prst="flowChartMagneticDrum">
              <a:avLst/>
            </a:prstGeom>
            <a:solidFill>
              <a:schemeClr val="accent4">
                <a:lumMod val="90000"/>
              </a:schemeClr>
            </a:solidFill>
            <a:ln>
              <a:solidFill>
                <a:schemeClr val="accent4">
                  <a:lumMod val="75000"/>
                </a:schemeClr>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600"/>
            </a:p>
          </p:txBody>
        </p:sp>
      </p:grpSp>
      <p:sp>
        <p:nvSpPr>
          <p:cNvPr id="43" name="Rectangle 42">
            <a:extLst>
              <a:ext uri="{FF2B5EF4-FFF2-40B4-BE49-F238E27FC236}">
                <a16:creationId xmlns:a16="http://schemas.microsoft.com/office/drawing/2014/main" id="{FBAAC932-7D1E-0E9D-31DD-3F1D1800F5E6}"/>
              </a:ext>
            </a:extLst>
          </p:cNvPr>
          <p:cNvSpPr/>
          <p:nvPr>
            <p:custDataLst>
              <p:tags r:id="rId6"/>
            </p:custDataLst>
          </p:nvPr>
        </p:nvSpPr>
        <p:spPr>
          <a:xfrm>
            <a:off x="7259991" y="1337706"/>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sp>
        <p:nvSpPr>
          <p:cNvPr id="44" name="Rectangle 43">
            <a:extLst>
              <a:ext uri="{FF2B5EF4-FFF2-40B4-BE49-F238E27FC236}">
                <a16:creationId xmlns:a16="http://schemas.microsoft.com/office/drawing/2014/main" id="{32D778A8-221C-A320-A89C-8C70476F2599}"/>
              </a:ext>
            </a:extLst>
          </p:cNvPr>
          <p:cNvSpPr/>
          <p:nvPr>
            <p:custDataLst>
              <p:tags r:id="rId7"/>
            </p:custDataLst>
          </p:nvPr>
        </p:nvSpPr>
        <p:spPr>
          <a:xfrm>
            <a:off x="7259991" y="4536871"/>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sp>
        <p:nvSpPr>
          <p:cNvPr id="45" name="Rectangle 44">
            <a:extLst>
              <a:ext uri="{FF2B5EF4-FFF2-40B4-BE49-F238E27FC236}">
                <a16:creationId xmlns:a16="http://schemas.microsoft.com/office/drawing/2014/main" id="{25BC5E11-16E6-2324-E22C-51CD1963CA97}"/>
              </a:ext>
            </a:extLst>
          </p:cNvPr>
          <p:cNvSpPr/>
          <p:nvPr>
            <p:custDataLst>
              <p:tags r:id="rId8"/>
            </p:custDataLst>
          </p:nvPr>
        </p:nvSpPr>
        <p:spPr>
          <a:xfrm>
            <a:off x="7259991" y="3089566"/>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cxnSp>
        <p:nvCxnSpPr>
          <p:cNvPr id="46" name="Connecteur en arc 20">
            <a:extLst>
              <a:ext uri="{FF2B5EF4-FFF2-40B4-BE49-F238E27FC236}">
                <a16:creationId xmlns:a16="http://schemas.microsoft.com/office/drawing/2014/main" id="{C0B80BB2-D431-F391-E4EE-0F23ED6E40A7}"/>
              </a:ext>
            </a:extLst>
          </p:cNvPr>
          <p:cNvCxnSpPr>
            <a:cxnSpLocks/>
            <a:stCxn id="33" idx="3"/>
            <a:endCxn id="36" idx="1"/>
          </p:cNvCxnSpPr>
          <p:nvPr>
            <p:custDataLst>
              <p:tags r:id="rId9"/>
            </p:custDataLst>
          </p:nvPr>
        </p:nvCxnSpPr>
        <p:spPr>
          <a:xfrm>
            <a:off x="1862174" y="1945210"/>
            <a:ext cx="2358026" cy="630971"/>
          </a:xfrm>
          <a:prstGeom prst="curvedConnector3">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eur en arc 22">
            <a:extLst>
              <a:ext uri="{FF2B5EF4-FFF2-40B4-BE49-F238E27FC236}">
                <a16:creationId xmlns:a16="http://schemas.microsoft.com/office/drawing/2014/main" id="{FB052093-70A2-CF2A-2A77-3E2289CAF614}"/>
              </a:ext>
            </a:extLst>
          </p:cNvPr>
          <p:cNvCxnSpPr>
            <a:cxnSpLocks/>
            <a:endCxn id="37" idx="1"/>
          </p:cNvCxnSpPr>
          <p:nvPr>
            <p:custDataLst>
              <p:tags r:id="rId10"/>
            </p:custDataLst>
          </p:nvPr>
        </p:nvCxnSpPr>
        <p:spPr>
          <a:xfrm>
            <a:off x="1886693" y="2129216"/>
            <a:ext cx="2333507" cy="1256428"/>
          </a:xfrm>
          <a:prstGeom prst="curvedConnector3">
            <a:avLst/>
          </a:prstGeom>
          <a:ln w="254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Connecteur en arc 24">
            <a:extLst>
              <a:ext uri="{FF2B5EF4-FFF2-40B4-BE49-F238E27FC236}">
                <a16:creationId xmlns:a16="http://schemas.microsoft.com/office/drawing/2014/main" id="{60550A4D-A7BB-A247-C558-4A05D97FEFC6}"/>
              </a:ext>
            </a:extLst>
          </p:cNvPr>
          <p:cNvCxnSpPr>
            <a:stCxn id="34" idx="3"/>
            <a:endCxn id="37" idx="1"/>
          </p:cNvCxnSpPr>
          <p:nvPr>
            <p:custDataLst>
              <p:tags r:id="rId11"/>
            </p:custDataLst>
          </p:nvPr>
        </p:nvCxnSpPr>
        <p:spPr>
          <a:xfrm flipV="1">
            <a:off x="1886693" y="3385644"/>
            <a:ext cx="2333507" cy="1409975"/>
          </a:xfrm>
          <a:prstGeom prst="curvedConnector3">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eur en arc 26">
            <a:extLst>
              <a:ext uri="{FF2B5EF4-FFF2-40B4-BE49-F238E27FC236}">
                <a16:creationId xmlns:a16="http://schemas.microsoft.com/office/drawing/2014/main" id="{9CAD9A31-8E2C-60F6-862B-71F2E816E9C7}"/>
              </a:ext>
            </a:extLst>
          </p:cNvPr>
          <p:cNvCxnSpPr>
            <a:cxnSpLocks/>
            <a:endCxn id="38" idx="1"/>
          </p:cNvCxnSpPr>
          <p:nvPr>
            <p:custDataLst>
              <p:tags r:id="rId12"/>
            </p:custDataLst>
          </p:nvPr>
        </p:nvCxnSpPr>
        <p:spPr>
          <a:xfrm flipV="1">
            <a:off x="1909862" y="4195108"/>
            <a:ext cx="2310338" cy="798787"/>
          </a:xfrm>
          <a:prstGeom prst="curvedConnector3">
            <a:avLst/>
          </a:prstGeom>
          <a:ln w="254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eur en arc 28">
            <a:extLst>
              <a:ext uri="{FF2B5EF4-FFF2-40B4-BE49-F238E27FC236}">
                <a16:creationId xmlns:a16="http://schemas.microsoft.com/office/drawing/2014/main" id="{D1C608F6-06C3-45AB-D5B0-4CC7D510B28A}"/>
              </a:ext>
            </a:extLst>
          </p:cNvPr>
          <p:cNvCxnSpPr>
            <a:cxnSpLocks/>
            <a:endCxn id="36" idx="4"/>
          </p:cNvCxnSpPr>
          <p:nvPr>
            <p:custDataLst>
              <p:tags r:id="rId13"/>
            </p:custDataLst>
          </p:nvPr>
        </p:nvCxnSpPr>
        <p:spPr>
          <a:xfrm rot="10800000" flipV="1">
            <a:off x="6161810" y="1536953"/>
            <a:ext cx="664440" cy="1039228"/>
          </a:xfrm>
          <a:prstGeom prst="curvedConnector3">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eur en arc 30">
            <a:extLst>
              <a:ext uri="{FF2B5EF4-FFF2-40B4-BE49-F238E27FC236}">
                <a16:creationId xmlns:a16="http://schemas.microsoft.com/office/drawing/2014/main" id="{F7095C28-6003-F189-8AB7-C1604D711B5D}"/>
              </a:ext>
            </a:extLst>
          </p:cNvPr>
          <p:cNvCxnSpPr>
            <a:cxnSpLocks/>
            <a:stCxn id="51" idx="2"/>
            <a:endCxn id="37" idx="4"/>
          </p:cNvCxnSpPr>
          <p:nvPr>
            <p:custDataLst>
              <p:tags r:id="rId14"/>
            </p:custDataLst>
          </p:nvPr>
        </p:nvCxnSpPr>
        <p:spPr>
          <a:xfrm rot="10800000" flipV="1">
            <a:off x="6161811" y="1775196"/>
            <a:ext cx="662347" cy="1610447"/>
          </a:xfrm>
          <a:prstGeom prst="curvedConnector3">
            <a:avLst/>
          </a:prstGeom>
          <a:ln w="190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 name="Connecteur en arc 36">
            <a:extLst>
              <a:ext uri="{FF2B5EF4-FFF2-40B4-BE49-F238E27FC236}">
                <a16:creationId xmlns:a16="http://schemas.microsoft.com/office/drawing/2014/main" id="{488C03C8-41BA-0125-680D-ACDCCF6A9E6C}"/>
              </a:ext>
            </a:extLst>
          </p:cNvPr>
          <p:cNvCxnSpPr>
            <a:cxnSpLocks/>
            <a:stCxn id="81" idx="2"/>
            <a:endCxn id="38" idx="4"/>
          </p:cNvCxnSpPr>
          <p:nvPr>
            <p:custDataLst>
              <p:tags r:id="rId15"/>
            </p:custDataLst>
          </p:nvPr>
        </p:nvCxnSpPr>
        <p:spPr>
          <a:xfrm rot="10800000">
            <a:off x="6161811" y="4195108"/>
            <a:ext cx="659373" cy="618508"/>
          </a:xfrm>
          <a:prstGeom prst="curvedConnector3">
            <a:avLst/>
          </a:prstGeom>
          <a:ln w="1905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7" name="Organigramme : Disque magnétique 76">
            <a:extLst>
              <a:ext uri="{FF2B5EF4-FFF2-40B4-BE49-F238E27FC236}">
                <a16:creationId xmlns:a16="http://schemas.microsoft.com/office/drawing/2014/main" id="{C754AD55-9ECE-0AEA-8331-E0E1ED2E3E4F}"/>
              </a:ext>
            </a:extLst>
          </p:cNvPr>
          <p:cNvSpPr/>
          <p:nvPr>
            <p:custDataLst>
              <p:tags r:id="rId16"/>
            </p:custDataLst>
          </p:nvPr>
        </p:nvSpPr>
        <p:spPr>
          <a:xfrm>
            <a:off x="4538519" y="5073662"/>
            <a:ext cx="1453428" cy="544471"/>
          </a:xfrm>
          <a:prstGeom prst="flowChartMagneticDisk">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Persistance</a:t>
            </a:r>
          </a:p>
        </p:txBody>
      </p:sp>
      <p:cxnSp>
        <p:nvCxnSpPr>
          <p:cNvPr id="78" name="Connecteur droit 77">
            <a:extLst>
              <a:ext uri="{FF2B5EF4-FFF2-40B4-BE49-F238E27FC236}">
                <a16:creationId xmlns:a16="http://schemas.microsoft.com/office/drawing/2014/main" id="{0F4380F6-ACCB-7700-3949-B22BEECE1DA1}"/>
              </a:ext>
            </a:extLst>
          </p:cNvPr>
          <p:cNvCxnSpPr>
            <a:stCxn id="32" idx="2"/>
            <a:endCxn id="77" idx="1"/>
          </p:cNvCxnSpPr>
          <p:nvPr>
            <p:custDataLst>
              <p:tags r:id="rId17"/>
            </p:custDataLst>
          </p:nvPr>
        </p:nvCxnSpPr>
        <p:spPr>
          <a:xfrm>
            <a:off x="5261264" y="4813616"/>
            <a:ext cx="3969" cy="2600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Espace réservé du contenu 3">
            <a:extLst>
              <a:ext uri="{FF2B5EF4-FFF2-40B4-BE49-F238E27FC236}">
                <a16:creationId xmlns:a16="http://schemas.microsoft.com/office/drawing/2014/main" id="{01BCEBF3-F48C-3BAC-7E0B-E1D857551F83}"/>
              </a:ext>
            </a:extLst>
          </p:cNvPr>
          <p:cNvSpPr txBox="1">
            <a:spLocks/>
          </p:cNvSpPr>
          <p:nvPr>
            <p:custDataLst>
              <p:tags r:id="rId18"/>
            </p:custDataLst>
          </p:nvPr>
        </p:nvSpPr>
        <p:spPr>
          <a:xfrm>
            <a:off x="1465614" y="5897610"/>
            <a:ext cx="6990215" cy="378730"/>
          </a:xfrm>
          <a:prstGeom prst="rect">
            <a:avLst/>
          </a:prstGeom>
          <a:noFill/>
          <a:ln>
            <a:solidFill>
              <a:schemeClr val="accent1"/>
            </a:solidFill>
          </a:ln>
        </p:spPr>
        <p:txBody>
          <a:bodyPr wrap="square" lIns="0" tIns="108000" rIns="0" bIns="108000" rtlCol="0">
            <a:spAutoFit/>
          </a:bodyPr>
          <a:lstStyle>
            <a:defPPr>
              <a:defRPr lang="fr-FR"/>
            </a:defPPr>
            <a:lvl1pPr algn="ctr">
              <a:defRPr sz="1600">
                <a:solidFill>
                  <a:schemeClr val="accent1"/>
                </a:solidFill>
              </a:defRPr>
            </a:lvl1pPr>
            <a:lvl2pPr marL="0" lvl="1" algn="ctr">
              <a:defRPr sz="1600">
                <a:solidFill>
                  <a:schemeClr val="accent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1"/>
            <a:r>
              <a:rPr lang="fr-FR"/>
              <a:t>Il n’y a pas nécessairement de relation 1-1 entre Message et Queue</a:t>
            </a:r>
          </a:p>
        </p:txBody>
      </p:sp>
      <p:sp>
        <p:nvSpPr>
          <p:cNvPr id="18" name="ZoneTexte 17">
            <a:extLst>
              <a:ext uri="{FF2B5EF4-FFF2-40B4-BE49-F238E27FC236}">
                <a16:creationId xmlns:a16="http://schemas.microsoft.com/office/drawing/2014/main" id="{49BC0577-94A3-2CCE-D8A6-FEB0817C6F20}"/>
              </a:ext>
            </a:extLst>
          </p:cNvPr>
          <p:cNvSpPr txBox="1"/>
          <p:nvPr/>
        </p:nvSpPr>
        <p:spPr>
          <a:xfrm>
            <a:off x="9966933" y="3199793"/>
            <a:ext cx="1423788" cy="338554"/>
          </a:xfrm>
          <a:prstGeom prst="rect">
            <a:avLst/>
          </a:prstGeom>
          <a:noFill/>
        </p:spPr>
        <p:txBody>
          <a:bodyPr wrap="none" rtlCol="0">
            <a:spAutoFit/>
          </a:bodyPr>
          <a:lstStyle/>
          <a:p>
            <a:r>
              <a:rPr lang="fr-FR" sz="1600" b="1">
                <a:cs typeface="Arial" panose="020B0604020202020204" pitchFamily="34" charset="0"/>
              </a:rPr>
              <a:t>USE CASES </a:t>
            </a:r>
          </a:p>
        </p:txBody>
      </p:sp>
      <p:sp>
        <p:nvSpPr>
          <p:cNvPr id="19" name="Rectangle : coins arrondis 18">
            <a:extLst>
              <a:ext uri="{FF2B5EF4-FFF2-40B4-BE49-F238E27FC236}">
                <a16:creationId xmlns:a16="http://schemas.microsoft.com/office/drawing/2014/main" id="{4091B075-87BC-D7BF-2C2D-0EF3046C213C}"/>
              </a:ext>
            </a:extLst>
          </p:cNvPr>
          <p:cNvSpPr/>
          <p:nvPr/>
        </p:nvSpPr>
        <p:spPr>
          <a:xfrm>
            <a:off x="9276157" y="922713"/>
            <a:ext cx="2805340" cy="5573326"/>
          </a:xfrm>
          <a:prstGeom prst="round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7C60EDCC-BE2D-3391-FF6B-17B6F39A5026}"/>
              </a:ext>
            </a:extLst>
          </p:cNvPr>
          <p:cNvSpPr txBox="1"/>
          <p:nvPr/>
        </p:nvSpPr>
        <p:spPr>
          <a:xfrm>
            <a:off x="9351431" y="3647290"/>
            <a:ext cx="2584952" cy="338554"/>
          </a:xfrm>
          <a:prstGeom prst="rect">
            <a:avLst/>
          </a:prstGeom>
          <a:noFill/>
        </p:spPr>
        <p:txBody>
          <a:bodyPr wrap="square" rtlCol="0">
            <a:spAutoFit/>
          </a:bodyPr>
          <a:lstStyle/>
          <a:p>
            <a:pPr marL="285750" indent="-285750">
              <a:buSzPct val="100000"/>
              <a:buFont typeface="Arial" panose="020B0604020202020204" pitchFamily="34" charset="0"/>
              <a:buChar char="•"/>
            </a:pPr>
            <a:r>
              <a:rPr lang="fr-FR" sz="1600">
                <a:latin typeface="Arial" panose="020B0604020202020204" pitchFamily="34" charset="0"/>
                <a:cs typeface="Arial" panose="020B0604020202020204" pitchFamily="34" charset="0"/>
              </a:rPr>
              <a:t>Echanges 1-N ou N-N</a:t>
            </a:r>
          </a:p>
        </p:txBody>
      </p:sp>
      <p:sp>
        <p:nvSpPr>
          <p:cNvPr id="21" name="Forme libre 8">
            <a:extLst>
              <a:ext uri="{FF2B5EF4-FFF2-40B4-BE49-F238E27FC236}">
                <a16:creationId xmlns:a16="http://schemas.microsoft.com/office/drawing/2014/main" id="{BF3739DB-56F6-1F7D-8A64-91FF038F40E2}"/>
              </a:ext>
            </a:extLst>
          </p:cNvPr>
          <p:cNvSpPr>
            <a:spLocks noChangeAspect="1"/>
          </p:cNvSpPr>
          <p:nvPr/>
        </p:nvSpPr>
        <p:spPr>
          <a:xfrm>
            <a:off x="2978115" y="1818274"/>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chemeClr val="accent2"/>
            </a:solidFill>
            <a:prstDash val="solid"/>
            <a:miter/>
          </a:ln>
        </p:spPr>
        <p:txBody>
          <a:bodyPr rtlCol="0" anchor="ctr"/>
          <a:lstStyle/>
          <a:p>
            <a:endParaRPr lang="fr-FR"/>
          </a:p>
        </p:txBody>
      </p:sp>
      <p:sp>
        <p:nvSpPr>
          <p:cNvPr id="23" name="Forme libre 8">
            <a:extLst>
              <a:ext uri="{FF2B5EF4-FFF2-40B4-BE49-F238E27FC236}">
                <a16:creationId xmlns:a16="http://schemas.microsoft.com/office/drawing/2014/main" id="{5F37FF76-2600-ABC2-D18F-1C09F08697B8}"/>
              </a:ext>
            </a:extLst>
          </p:cNvPr>
          <p:cNvSpPr>
            <a:spLocks noChangeAspect="1"/>
          </p:cNvSpPr>
          <p:nvPr/>
        </p:nvSpPr>
        <p:spPr>
          <a:xfrm>
            <a:off x="7313690" y="2098358"/>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rgbClr val="FF9D75"/>
            </a:solidFill>
            <a:prstDash val="solid"/>
            <a:miter/>
          </a:ln>
        </p:spPr>
        <p:txBody>
          <a:bodyPr rtlCol="0" anchor="ctr"/>
          <a:lstStyle/>
          <a:p>
            <a:endParaRPr lang="fr-FR"/>
          </a:p>
        </p:txBody>
      </p:sp>
      <p:sp>
        <p:nvSpPr>
          <p:cNvPr id="56" name="Forme libre 8">
            <a:extLst>
              <a:ext uri="{FF2B5EF4-FFF2-40B4-BE49-F238E27FC236}">
                <a16:creationId xmlns:a16="http://schemas.microsoft.com/office/drawing/2014/main" id="{BBD8CD50-80C3-3BF2-DC26-30E2C45B9F01}"/>
              </a:ext>
            </a:extLst>
          </p:cNvPr>
          <p:cNvSpPr>
            <a:spLocks noChangeAspect="1"/>
          </p:cNvSpPr>
          <p:nvPr/>
        </p:nvSpPr>
        <p:spPr>
          <a:xfrm>
            <a:off x="2402778" y="2743187"/>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6">
              <a:lumMod val="60000"/>
              <a:lumOff val="40000"/>
            </a:schemeClr>
          </a:solidFill>
          <a:ln w="2191" cap="flat">
            <a:solidFill>
              <a:schemeClr val="tx1">
                <a:lumMod val="50000"/>
                <a:lumOff val="50000"/>
              </a:schemeClr>
            </a:solidFill>
            <a:prstDash val="solid"/>
            <a:miter/>
          </a:ln>
        </p:spPr>
        <p:txBody>
          <a:bodyPr rtlCol="0" anchor="ctr"/>
          <a:lstStyle/>
          <a:p>
            <a:endParaRPr lang="fr-FR"/>
          </a:p>
        </p:txBody>
      </p:sp>
      <p:sp>
        <p:nvSpPr>
          <p:cNvPr id="57" name="Forme libre 8">
            <a:extLst>
              <a:ext uri="{FF2B5EF4-FFF2-40B4-BE49-F238E27FC236}">
                <a16:creationId xmlns:a16="http://schemas.microsoft.com/office/drawing/2014/main" id="{2A1A3861-051A-15F7-A443-74CE66796CF9}"/>
              </a:ext>
            </a:extLst>
          </p:cNvPr>
          <p:cNvSpPr>
            <a:spLocks noChangeAspect="1"/>
          </p:cNvSpPr>
          <p:nvPr/>
        </p:nvSpPr>
        <p:spPr>
          <a:xfrm>
            <a:off x="7827571" y="2098358"/>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6">
              <a:lumMod val="60000"/>
              <a:lumOff val="40000"/>
            </a:schemeClr>
          </a:solidFill>
          <a:ln w="2191" cap="flat">
            <a:solidFill>
              <a:schemeClr val="tx1">
                <a:lumMod val="50000"/>
                <a:lumOff val="50000"/>
              </a:schemeClr>
            </a:solidFill>
            <a:prstDash val="solid"/>
            <a:miter/>
          </a:ln>
        </p:spPr>
        <p:txBody>
          <a:bodyPr rtlCol="0" anchor="ctr"/>
          <a:lstStyle/>
          <a:p>
            <a:endParaRPr lang="fr-FR"/>
          </a:p>
        </p:txBody>
      </p:sp>
      <p:sp>
        <p:nvSpPr>
          <p:cNvPr id="58" name="Forme libre 8">
            <a:extLst>
              <a:ext uri="{FF2B5EF4-FFF2-40B4-BE49-F238E27FC236}">
                <a16:creationId xmlns:a16="http://schemas.microsoft.com/office/drawing/2014/main" id="{90326EFA-5322-1200-F181-17A83FDD55A6}"/>
              </a:ext>
            </a:extLst>
          </p:cNvPr>
          <p:cNvSpPr>
            <a:spLocks noChangeAspect="1"/>
          </p:cNvSpPr>
          <p:nvPr/>
        </p:nvSpPr>
        <p:spPr>
          <a:xfrm>
            <a:off x="8356965" y="2098358"/>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5"/>
          </a:solidFill>
          <a:ln w="2191" cap="flat">
            <a:solidFill>
              <a:schemeClr val="accent5"/>
            </a:solidFill>
            <a:prstDash val="solid"/>
            <a:miter/>
          </a:ln>
        </p:spPr>
        <p:txBody>
          <a:bodyPr rtlCol="0" anchor="ctr"/>
          <a:lstStyle/>
          <a:p>
            <a:endParaRPr lang="fr-FR"/>
          </a:p>
        </p:txBody>
      </p:sp>
      <p:sp>
        <p:nvSpPr>
          <p:cNvPr id="59" name="Forme libre 8">
            <a:extLst>
              <a:ext uri="{FF2B5EF4-FFF2-40B4-BE49-F238E27FC236}">
                <a16:creationId xmlns:a16="http://schemas.microsoft.com/office/drawing/2014/main" id="{C8F8A3C7-0DB5-DDDC-9CD8-1BFAB5409DD3}"/>
              </a:ext>
            </a:extLst>
          </p:cNvPr>
          <p:cNvSpPr>
            <a:spLocks noChangeAspect="1"/>
          </p:cNvSpPr>
          <p:nvPr/>
        </p:nvSpPr>
        <p:spPr>
          <a:xfrm>
            <a:off x="7624964" y="3737669"/>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6">
              <a:lumMod val="60000"/>
              <a:lumOff val="40000"/>
            </a:schemeClr>
          </a:solidFill>
          <a:ln w="2191" cap="flat">
            <a:solidFill>
              <a:schemeClr val="tx1">
                <a:lumMod val="50000"/>
                <a:lumOff val="50000"/>
              </a:schemeClr>
            </a:solidFill>
            <a:prstDash val="solid"/>
            <a:miter/>
          </a:ln>
        </p:spPr>
        <p:txBody>
          <a:bodyPr rtlCol="0" anchor="ctr"/>
          <a:lstStyle/>
          <a:p>
            <a:endParaRPr lang="fr-FR"/>
          </a:p>
        </p:txBody>
      </p:sp>
      <p:sp>
        <p:nvSpPr>
          <p:cNvPr id="60" name="Forme libre 8">
            <a:extLst>
              <a:ext uri="{FF2B5EF4-FFF2-40B4-BE49-F238E27FC236}">
                <a16:creationId xmlns:a16="http://schemas.microsoft.com/office/drawing/2014/main" id="{8FFE5AAE-5DE7-78CA-CEF9-C65C3FEF4DF4}"/>
              </a:ext>
            </a:extLst>
          </p:cNvPr>
          <p:cNvSpPr>
            <a:spLocks noChangeAspect="1"/>
          </p:cNvSpPr>
          <p:nvPr/>
        </p:nvSpPr>
        <p:spPr>
          <a:xfrm>
            <a:off x="8137190" y="3736678"/>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5"/>
          </a:solidFill>
          <a:ln w="2191" cap="flat">
            <a:solidFill>
              <a:schemeClr val="accent5"/>
            </a:solidFill>
            <a:prstDash val="solid"/>
            <a:miter/>
          </a:ln>
        </p:spPr>
        <p:txBody>
          <a:bodyPr rtlCol="0" anchor="ctr"/>
          <a:lstStyle/>
          <a:p>
            <a:endParaRPr lang="fr-FR"/>
          </a:p>
        </p:txBody>
      </p:sp>
      <p:sp>
        <p:nvSpPr>
          <p:cNvPr id="61" name="Forme libre 8">
            <a:extLst>
              <a:ext uri="{FF2B5EF4-FFF2-40B4-BE49-F238E27FC236}">
                <a16:creationId xmlns:a16="http://schemas.microsoft.com/office/drawing/2014/main" id="{FF63CC0C-817E-A6B0-C20F-C539A910AE81}"/>
              </a:ext>
            </a:extLst>
          </p:cNvPr>
          <p:cNvSpPr>
            <a:spLocks noChangeAspect="1"/>
          </p:cNvSpPr>
          <p:nvPr/>
        </p:nvSpPr>
        <p:spPr>
          <a:xfrm>
            <a:off x="2441638" y="4025198"/>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5"/>
          </a:solidFill>
          <a:ln w="2191" cap="flat">
            <a:solidFill>
              <a:schemeClr val="accent5"/>
            </a:solidFill>
            <a:prstDash val="solid"/>
            <a:miter/>
          </a:ln>
        </p:spPr>
        <p:txBody>
          <a:bodyPr rtlCol="0" anchor="ctr"/>
          <a:lstStyle/>
          <a:p>
            <a:endParaRPr lang="fr-FR"/>
          </a:p>
        </p:txBody>
      </p:sp>
      <p:sp>
        <p:nvSpPr>
          <p:cNvPr id="5" name="Forme libre 8">
            <a:extLst>
              <a:ext uri="{FF2B5EF4-FFF2-40B4-BE49-F238E27FC236}">
                <a16:creationId xmlns:a16="http://schemas.microsoft.com/office/drawing/2014/main" id="{4A895422-070F-3663-062A-F6D3B1A1632B}"/>
              </a:ext>
            </a:extLst>
          </p:cNvPr>
          <p:cNvSpPr>
            <a:spLocks noChangeAspect="1"/>
          </p:cNvSpPr>
          <p:nvPr/>
        </p:nvSpPr>
        <p:spPr>
          <a:xfrm>
            <a:off x="2973927" y="4762111"/>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4">
              <a:lumMod val="75000"/>
            </a:schemeClr>
          </a:solidFill>
          <a:ln w="2191" cap="flat">
            <a:solidFill>
              <a:schemeClr val="accent4">
                <a:lumMod val="75000"/>
              </a:schemeClr>
            </a:solidFill>
            <a:prstDash val="solid"/>
            <a:miter/>
          </a:ln>
        </p:spPr>
        <p:txBody>
          <a:bodyPr rtlCol="0" anchor="ctr"/>
          <a:lstStyle/>
          <a:p>
            <a:endParaRPr lang="fr-FR"/>
          </a:p>
        </p:txBody>
      </p:sp>
      <p:sp>
        <p:nvSpPr>
          <p:cNvPr id="9" name="Forme libre 8">
            <a:extLst>
              <a:ext uri="{FF2B5EF4-FFF2-40B4-BE49-F238E27FC236}">
                <a16:creationId xmlns:a16="http://schemas.microsoft.com/office/drawing/2014/main" id="{EF6083BF-855D-EA96-38CB-97F93F1CA2F4}"/>
              </a:ext>
            </a:extLst>
          </p:cNvPr>
          <p:cNvSpPr>
            <a:spLocks noChangeAspect="1"/>
          </p:cNvSpPr>
          <p:nvPr/>
        </p:nvSpPr>
        <p:spPr>
          <a:xfrm>
            <a:off x="7881077" y="5196431"/>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4">
              <a:lumMod val="75000"/>
            </a:schemeClr>
          </a:solidFill>
          <a:ln w="2191" cap="flat">
            <a:solidFill>
              <a:schemeClr val="accent4">
                <a:lumMod val="75000"/>
              </a:schemeClr>
            </a:solidFill>
            <a:prstDash val="solid"/>
            <a:miter/>
          </a:ln>
        </p:spPr>
        <p:txBody>
          <a:bodyPr rtlCol="0" anchor="ctr"/>
          <a:lstStyle/>
          <a:p>
            <a:endParaRPr lang="fr-FR"/>
          </a:p>
        </p:txBody>
      </p:sp>
      <p:sp>
        <p:nvSpPr>
          <p:cNvPr id="12" name="ZoneTexte 11">
            <a:extLst>
              <a:ext uri="{FF2B5EF4-FFF2-40B4-BE49-F238E27FC236}">
                <a16:creationId xmlns:a16="http://schemas.microsoft.com/office/drawing/2014/main" id="{D83E15DB-1132-7253-A12D-EC8B2CF3C276}"/>
              </a:ext>
            </a:extLst>
          </p:cNvPr>
          <p:cNvSpPr txBox="1"/>
          <p:nvPr/>
        </p:nvSpPr>
        <p:spPr>
          <a:xfrm>
            <a:off x="9785052" y="4142605"/>
            <a:ext cx="1787550" cy="584775"/>
          </a:xfrm>
          <a:prstGeom prst="rect">
            <a:avLst/>
          </a:prstGeom>
          <a:noFill/>
        </p:spPr>
        <p:txBody>
          <a:bodyPr wrap="square" rtlCol="0">
            <a:spAutoFit/>
          </a:bodyPr>
          <a:lstStyle/>
          <a:p>
            <a:pPr algn="ctr"/>
            <a:r>
              <a:rPr lang="fr-FR" sz="1600" b="1">
                <a:cs typeface="Arial" panose="020B0604020202020204" pitchFamily="34" charset="0"/>
              </a:rPr>
              <a:t>Déclinaison opérationnelles </a:t>
            </a:r>
          </a:p>
        </p:txBody>
      </p:sp>
      <p:sp>
        <p:nvSpPr>
          <p:cNvPr id="16" name="ZoneTexte 15">
            <a:extLst>
              <a:ext uri="{FF2B5EF4-FFF2-40B4-BE49-F238E27FC236}">
                <a16:creationId xmlns:a16="http://schemas.microsoft.com/office/drawing/2014/main" id="{60DB3B40-9D70-204F-6AB2-E43266363AB3}"/>
              </a:ext>
            </a:extLst>
          </p:cNvPr>
          <p:cNvSpPr txBox="1"/>
          <p:nvPr/>
        </p:nvSpPr>
        <p:spPr>
          <a:xfrm>
            <a:off x="9351431" y="4814336"/>
            <a:ext cx="2730065" cy="1569660"/>
          </a:xfrm>
          <a:prstGeom prst="rect">
            <a:avLst/>
          </a:prstGeom>
          <a:noFill/>
        </p:spPr>
        <p:txBody>
          <a:bodyPr wrap="square">
            <a:spAutoFit/>
          </a:bodyPr>
          <a:lstStyle/>
          <a:p>
            <a:pPr marL="285750" indent="-285750" rtl="0">
              <a:buSzPts val="1600"/>
              <a:buFont typeface="Arial" panose="020B0604020202020204" pitchFamily="34" charset="0"/>
              <a:buChar char="•"/>
            </a:pPr>
            <a:r>
              <a:rPr lang="fr-FR" sz="1600" b="0" i="0" u="none" strike="noStrike" kern="1200" baseline="0">
                <a:solidFill>
                  <a:srgbClr val="272727"/>
                </a:solidFill>
                <a:latin typeface="Arial" panose="020B0604020202020204" pitchFamily="34" charset="0"/>
              </a:rPr>
              <a:t>Notification d’évènements</a:t>
            </a:r>
          </a:p>
          <a:p>
            <a:pPr marL="285750" indent="-285750" rtl="0">
              <a:buFont typeface="Arial" panose="020B0604020202020204" pitchFamily="34" charset="0"/>
              <a:buChar char="•"/>
            </a:pPr>
            <a:endParaRPr lang="fr-FR" sz="1600" b="0" i="0" u="none" strike="noStrike" kern="1200" baseline="0">
              <a:solidFill>
                <a:srgbClr val="272727"/>
              </a:solidFill>
              <a:latin typeface="Arial" panose="020B0604020202020204" pitchFamily="34" charset="0"/>
            </a:endParaRPr>
          </a:p>
          <a:p>
            <a:pPr marL="285750" indent="-285750" rtl="0">
              <a:buSzPts val="1600"/>
              <a:buFont typeface="Arial" panose="020B0604020202020204" pitchFamily="34" charset="0"/>
              <a:buChar char="•"/>
            </a:pPr>
            <a:r>
              <a:rPr lang="fr-FR" sz="1600" b="0" i="0" u="none" strike="noStrike" kern="1200" baseline="0">
                <a:solidFill>
                  <a:srgbClr val="272727"/>
                </a:solidFill>
                <a:latin typeface="Arial" panose="020B0604020202020204" pitchFamily="34" charset="0"/>
              </a:rPr>
              <a:t>Cache distribuée</a:t>
            </a:r>
          </a:p>
          <a:p>
            <a:pPr marL="285750" indent="-285750" rtl="0">
              <a:buFont typeface="Arial" panose="020B0604020202020204" pitchFamily="34" charset="0"/>
              <a:buChar char="•"/>
            </a:pPr>
            <a:endParaRPr lang="fr-FR" sz="1600" b="0" i="0" u="none" strike="noStrike" kern="1200" baseline="0">
              <a:solidFill>
                <a:srgbClr val="272727"/>
              </a:solidFill>
              <a:latin typeface="Arial" panose="020B0604020202020204" pitchFamily="34" charset="0"/>
            </a:endParaRPr>
          </a:p>
          <a:p>
            <a:pPr marL="285750" indent="-285750" rtl="0">
              <a:buSzPts val="1600"/>
              <a:buFont typeface="Arial" panose="020B0604020202020204" pitchFamily="34" charset="0"/>
              <a:buChar char="•"/>
            </a:pPr>
            <a:r>
              <a:rPr lang="fr-FR" sz="1600" b="0" i="0" u="none" strike="noStrike" kern="1200" baseline="0">
                <a:solidFill>
                  <a:srgbClr val="272727"/>
                </a:solidFill>
                <a:latin typeface="Arial" panose="020B0604020202020204" pitchFamily="34" charset="0"/>
              </a:rPr>
              <a:t>Journalisation distribuée</a:t>
            </a:r>
          </a:p>
        </p:txBody>
      </p:sp>
      <p:cxnSp>
        <p:nvCxnSpPr>
          <p:cNvPr id="17" name="Connecteur droit 16">
            <a:extLst>
              <a:ext uri="{FF2B5EF4-FFF2-40B4-BE49-F238E27FC236}">
                <a16:creationId xmlns:a16="http://schemas.microsoft.com/office/drawing/2014/main" id="{DBD6AFCE-7C31-43AC-61E2-7E54F9F10AB4}"/>
              </a:ext>
            </a:extLst>
          </p:cNvPr>
          <p:cNvCxnSpPr>
            <a:cxnSpLocks/>
          </p:cNvCxnSpPr>
          <p:nvPr/>
        </p:nvCxnSpPr>
        <p:spPr>
          <a:xfrm>
            <a:off x="9420779" y="4132815"/>
            <a:ext cx="2516097"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90B0380F-1E59-BFDB-1BE4-106FE2F7DD01}"/>
              </a:ext>
            </a:extLst>
          </p:cNvPr>
          <p:cNvCxnSpPr>
            <a:cxnSpLocks/>
          </p:cNvCxnSpPr>
          <p:nvPr/>
        </p:nvCxnSpPr>
        <p:spPr>
          <a:xfrm>
            <a:off x="9420779" y="3126735"/>
            <a:ext cx="2516097"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4" name="ZoneTexte 23">
            <a:extLst>
              <a:ext uri="{FF2B5EF4-FFF2-40B4-BE49-F238E27FC236}">
                <a16:creationId xmlns:a16="http://schemas.microsoft.com/office/drawing/2014/main" id="{E64B572E-7490-20B5-E01C-3C78FDAE8AC8}"/>
              </a:ext>
            </a:extLst>
          </p:cNvPr>
          <p:cNvSpPr txBox="1"/>
          <p:nvPr/>
        </p:nvSpPr>
        <p:spPr>
          <a:xfrm>
            <a:off x="10028650" y="1069684"/>
            <a:ext cx="1300356" cy="338554"/>
          </a:xfrm>
          <a:prstGeom prst="rect">
            <a:avLst/>
          </a:prstGeom>
          <a:noFill/>
        </p:spPr>
        <p:txBody>
          <a:bodyPr wrap="none" rtlCol="0">
            <a:spAutoFit/>
          </a:bodyPr>
          <a:lstStyle/>
          <a:p>
            <a:pPr algn="ctr"/>
            <a:r>
              <a:rPr lang="fr-FR" sz="1600" b="1">
                <a:cs typeface="Arial" panose="020B0604020202020204" pitchFamily="34" charset="0"/>
              </a:rPr>
              <a:t>Remarques</a:t>
            </a:r>
          </a:p>
        </p:txBody>
      </p:sp>
      <p:sp>
        <p:nvSpPr>
          <p:cNvPr id="25" name="ZoneTexte 24">
            <a:extLst>
              <a:ext uri="{FF2B5EF4-FFF2-40B4-BE49-F238E27FC236}">
                <a16:creationId xmlns:a16="http://schemas.microsoft.com/office/drawing/2014/main" id="{C2F408E8-A8EB-A268-7305-6027AF52F7FC}"/>
              </a:ext>
            </a:extLst>
          </p:cNvPr>
          <p:cNvSpPr txBox="1"/>
          <p:nvPr/>
        </p:nvSpPr>
        <p:spPr>
          <a:xfrm>
            <a:off x="9390074" y="1434967"/>
            <a:ext cx="2584952" cy="1569660"/>
          </a:xfrm>
          <a:prstGeom prst="rect">
            <a:avLst/>
          </a:prstGeom>
          <a:noFill/>
        </p:spPr>
        <p:txBody>
          <a:bodyPr wrap="square">
            <a:spAutoFit/>
          </a:bodyPr>
          <a:lstStyle/>
          <a:p>
            <a:pPr marL="285750" indent="-285750" rtl="0">
              <a:buSzPts val="1600"/>
              <a:buFont typeface="Arial" panose="020B0604020202020204" pitchFamily="34" charset="0"/>
              <a:buChar char="•"/>
            </a:pPr>
            <a:r>
              <a:rPr lang="fr-FR" sz="1600">
                <a:solidFill>
                  <a:srgbClr val="272727"/>
                </a:solidFill>
                <a:latin typeface="Arial" panose="020B0604020202020204" pitchFamily="34" charset="0"/>
              </a:rPr>
              <a:t>L’a</a:t>
            </a:r>
            <a:r>
              <a:rPr lang="fr-FR" sz="1600" b="0" i="0" u="none" strike="noStrike" kern="1200" baseline="0">
                <a:solidFill>
                  <a:srgbClr val="272727"/>
                </a:solidFill>
                <a:latin typeface="Arial" panose="020B0604020202020204" pitchFamily="34" charset="0"/>
              </a:rPr>
              <a:t>bonné a la </a:t>
            </a:r>
            <a:r>
              <a:rPr lang="fr-FR" sz="1600" b="1" i="0" u="none" strike="noStrike" kern="1200" baseline="0">
                <a:solidFill>
                  <a:schemeClr val="tx2"/>
                </a:solidFill>
                <a:latin typeface="Arial" panose="020B0604020202020204" pitchFamily="34" charset="0"/>
              </a:rPr>
              <a:t>charge de la consommation </a:t>
            </a:r>
            <a:r>
              <a:rPr lang="fr-FR" sz="1600" b="0" i="0" u="none" strike="noStrike" kern="1200" baseline="0">
                <a:solidFill>
                  <a:srgbClr val="272727"/>
                </a:solidFill>
                <a:latin typeface="Arial" panose="020B0604020202020204" pitchFamily="34" charset="0"/>
              </a:rPr>
              <a:t>du message </a:t>
            </a:r>
          </a:p>
          <a:p>
            <a:pPr marL="285750" indent="-285750" rtl="0">
              <a:buSzPts val="1600"/>
              <a:buFont typeface="Arial" panose="020B0604020202020204" pitchFamily="34" charset="0"/>
              <a:buChar char="•"/>
            </a:pPr>
            <a:r>
              <a:rPr lang="fr-FR" sz="1600">
                <a:solidFill>
                  <a:srgbClr val="272727"/>
                </a:solidFill>
                <a:latin typeface="Arial" panose="020B0604020202020204" pitchFamily="34" charset="0"/>
              </a:rPr>
              <a:t>L’a</a:t>
            </a:r>
            <a:r>
              <a:rPr lang="fr-FR" sz="1600" b="0" i="0" u="none" strike="noStrike" kern="1200" baseline="0">
                <a:solidFill>
                  <a:srgbClr val="272727"/>
                </a:solidFill>
                <a:latin typeface="Arial" panose="020B0604020202020204" pitchFamily="34" charset="0"/>
              </a:rPr>
              <a:t>bonné </a:t>
            </a:r>
            <a:r>
              <a:rPr lang="fr-FR" sz="1600" b="1" i="0" u="none" strike="noStrike" kern="1200" baseline="0">
                <a:solidFill>
                  <a:schemeClr val="tx2"/>
                </a:solidFill>
                <a:latin typeface="Arial" panose="020B0604020202020204" pitchFamily="34" charset="0"/>
              </a:rPr>
              <a:t>connaît la structure</a:t>
            </a:r>
            <a:r>
              <a:rPr lang="fr-FR" sz="1600" b="0" i="0" u="none" strike="noStrike" kern="1200" baseline="0">
                <a:solidFill>
                  <a:srgbClr val="272727"/>
                </a:solidFill>
                <a:latin typeface="Arial" panose="020B0604020202020204" pitchFamily="34" charset="0"/>
              </a:rPr>
              <a:t> du message qu’il consomme</a:t>
            </a:r>
          </a:p>
        </p:txBody>
      </p:sp>
      <p:cxnSp>
        <p:nvCxnSpPr>
          <p:cNvPr id="31" name="Connecteur droit avec flèche 30">
            <a:extLst>
              <a:ext uri="{FF2B5EF4-FFF2-40B4-BE49-F238E27FC236}">
                <a16:creationId xmlns:a16="http://schemas.microsoft.com/office/drawing/2014/main" id="{DC0721CB-6E67-937E-067A-FB5C44254D05}"/>
              </a:ext>
            </a:extLst>
          </p:cNvPr>
          <p:cNvCxnSpPr>
            <a:cxnSpLocks/>
            <a:endCxn id="50" idx="6"/>
          </p:cNvCxnSpPr>
          <p:nvPr/>
        </p:nvCxnSpPr>
        <p:spPr>
          <a:xfrm flipH="1">
            <a:off x="7058270" y="1512569"/>
            <a:ext cx="199780"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0" name="Ellipse 49">
            <a:extLst>
              <a:ext uri="{FF2B5EF4-FFF2-40B4-BE49-F238E27FC236}">
                <a16:creationId xmlns:a16="http://schemas.microsoft.com/office/drawing/2014/main" id="{E6905F2E-0542-D51C-9EB3-1BB51CDDC1D7}"/>
              </a:ext>
            </a:extLst>
          </p:cNvPr>
          <p:cNvSpPr/>
          <p:nvPr/>
        </p:nvSpPr>
        <p:spPr>
          <a:xfrm>
            <a:off x="6826250" y="1395569"/>
            <a:ext cx="232020" cy="234000"/>
          </a:xfrm>
          <a:prstGeom prst="ellipse">
            <a:avLst/>
          </a:prstGeom>
          <a:solidFill>
            <a:schemeClr val="accent2"/>
          </a:solidFill>
          <a:ln>
            <a:solidFill>
              <a:srgbClr val="FF6F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Ellipse 50">
            <a:extLst>
              <a:ext uri="{FF2B5EF4-FFF2-40B4-BE49-F238E27FC236}">
                <a16:creationId xmlns:a16="http://schemas.microsoft.com/office/drawing/2014/main" id="{CD9E346B-A3A7-899C-79F2-76F76D306635}"/>
              </a:ext>
            </a:extLst>
          </p:cNvPr>
          <p:cNvSpPr/>
          <p:nvPr/>
        </p:nvSpPr>
        <p:spPr>
          <a:xfrm>
            <a:off x="6824157" y="1658197"/>
            <a:ext cx="232020" cy="234000"/>
          </a:xfrm>
          <a:prstGeom prst="ellipse">
            <a:avLst/>
          </a:prstGeom>
          <a:solidFill>
            <a:schemeClr val="accent5">
              <a:lumMod val="40000"/>
              <a:lumOff val="6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Ellipse 53">
            <a:extLst>
              <a:ext uri="{FF2B5EF4-FFF2-40B4-BE49-F238E27FC236}">
                <a16:creationId xmlns:a16="http://schemas.microsoft.com/office/drawing/2014/main" id="{B316394A-1F72-9702-070F-56E37017C6C1}"/>
              </a:ext>
            </a:extLst>
          </p:cNvPr>
          <p:cNvSpPr/>
          <p:nvPr/>
        </p:nvSpPr>
        <p:spPr>
          <a:xfrm>
            <a:off x="6826250" y="3268642"/>
            <a:ext cx="232020" cy="234000"/>
          </a:xfrm>
          <a:prstGeom prst="ellipse">
            <a:avLst/>
          </a:prstGeom>
          <a:solidFill>
            <a:schemeClr val="accent5">
              <a:lumMod val="40000"/>
              <a:lumOff val="6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2" name="Connecteur droit avec flèche 61">
            <a:extLst>
              <a:ext uri="{FF2B5EF4-FFF2-40B4-BE49-F238E27FC236}">
                <a16:creationId xmlns:a16="http://schemas.microsoft.com/office/drawing/2014/main" id="{18BBAFFA-7430-2DEE-6D4C-E79C382E582E}"/>
              </a:ext>
            </a:extLst>
          </p:cNvPr>
          <p:cNvCxnSpPr>
            <a:cxnSpLocks/>
            <a:endCxn id="51" idx="6"/>
          </p:cNvCxnSpPr>
          <p:nvPr/>
        </p:nvCxnSpPr>
        <p:spPr>
          <a:xfrm flipH="1">
            <a:off x="7056177" y="1775196"/>
            <a:ext cx="193101" cy="1"/>
          </a:xfrm>
          <a:prstGeom prst="straightConnector1">
            <a:avLst/>
          </a:prstGeom>
          <a:ln w="190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D8D54EA9-6E68-80AE-4A9B-699B03B9B2E0}"/>
              </a:ext>
            </a:extLst>
          </p:cNvPr>
          <p:cNvCxnSpPr>
            <a:cxnSpLocks/>
            <a:stCxn id="45" idx="1"/>
            <a:endCxn id="54" idx="6"/>
          </p:cNvCxnSpPr>
          <p:nvPr/>
        </p:nvCxnSpPr>
        <p:spPr>
          <a:xfrm flipH="1">
            <a:off x="7058270" y="3380823"/>
            <a:ext cx="201721" cy="4819"/>
          </a:xfrm>
          <a:prstGeom prst="straightConnector1">
            <a:avLst/>
          </a:prstGeom>
          <a:ln w="190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Connecteur droit avec flèche 64">
            <a:extLst>
              <a:ext uri="{FF2B5EF4-FFF2-40B4-BE49-F238E27FC236}">
                <a16:creationId xmlns:a16="http://schemas.microsoft.com/office/drawing/2014/main" id="{20881741-BB95-9682-78AD-CDC339273F5C}"/>
              </a:ext>
            </a:extLst>
          </p:cNvPr>
          <p:cNvCxnSpPr>
            <a:cxnSpLocks/>
            <a:stCxn id="54" idx="2"/>
            <a:endCxn id="37" idx="4"/>
          </p:cNvCxnSpPr>
          <p:nvPr/>
        </p:nvCxnSpPr>
        <p:spPr>
          <a:xfrm flipH="1">
            <a:off x="6161810" y="3385642"/>
            <a:ext cx="664440" cy="2"/>
          </a:xfrm>
          <a:prstGeom prst="straightConnector1">
            <a:avLst/>
          </a:prstGeom>
          <a:ln w="190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Ellipse 80">
            <a:extLst>
              <a:ext uri="{FF2B5EF4-FFF2-40B4-BE49-F238E27FC236}">
                <a16:creationId xmlns:a16="http://schemas.microsoft.com/office/drawing/2014/main" id="{5DB65E64-8497-9F3C-8974-B67AB676F2EE}"/>
              </a:ext>
            </a:extLst>
          </p:cNvPr>
          <p:cNvSpPr/>
          <p:nvPr/>
        </p:nvSpPr>
        <p:spPr>
          <a:xfrm>
            <a:off x="6821183" y="4696616"/>
            <a:ext cx="232020" cy="234000"/>
          </a:xfrm>
          <a:prstGeom prst="ellipse">
            <a:avLst/>
          </a:prstGeom>
          <a:solidFill>
            <a:schemeClr val="accent4">
              <a:lumMod val="9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84" name="Connecteur droit avec flèche 83">
            <a:extLst>
              <a:ext uri="{FF2B5EF4-FFF2-40B4-BE49-F238E27FC236}">
                <a16:creationId xmlns:a16="http://schemas.microsoft.com/office/drawing/2014/main" id="{50C0223B-B9A2-0F27-784C-5270BB53A6ED}"/>
              </a:ext>
            </a:extLst>
          </p:cNvPr>
          <p:cNvCxnSpPr>
            <a:cxnSpLocks/>
          </p:cNvCxnSpPr>
          <p:nvPr/>
        </p:nvCxnSpPr>
        <p:spPr>
          <a:xfrm flipH="1">
            <a:off x="7058270" y="4814336"/>
            <a:ext cx="206130" cy="0"/>
          </a:xfrm>
          <a:prstGeom prst="straightConnector1">
            <a:avLst/>
          </a:prstGeom>
          <a:ln w="1905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Ellipse 2">
            <a:extLst>
              <a:ext uri="{FF2B5EF4-FFF2-40B4-BE49-F238E27FC236}">
                <a16:creationId xmlns:a16="http://schemas.microsoft.com/office/drawing/2014/main" id="{DFFEC96D-DC96-C6CF-F3E3-65118198896F}"/>
              </a:ext>
            </a:extLst>
          </p:cNvPr>
          <p:cNvSpPr/>
          <p:nvPr/>
        </p:nvSpPr>
        <p:spPr>
          <a:xfrm>
            <a:off x="8905191" y="984823"/>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2</a:t>
            </a:r>
          </a:p>
        </p:txBody>
      </p:sp>
      <p:sp>
        <p:nvSpPr>
          <p:cNvPr id="4" name="Ellipse 3">
            <a:extLst>
              <a:ext uri="{FF2B5EF4-FFF2-40B4-BE49-F238E27FC236}">
                <a16:creationId xmlns:a16="http://schemas.microsoft.com/office/drawing/2014/main" id="{5F4BA0B8-5797-5709-4C65-953D0EE434F1}"/>
              </a:ext>
            </a:extLst>
          </p:cNvPr>
          <p:cNvSpPr/>
          <p:nvPr/>
        </p:nvSpPr>
        <p:spPr>
          <a:xfrm>
            <a:off x="6974365" y="984823"/>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6" name="Ellipse 5">
            <a:extLst>
              <a:ext uri="{FF2B5EF4-FFF2-40B4-BE49-F238E27FC236}">
                <a16:creationId xmlns:a16="http://schemas.microsoft.com/office/drawing/2014/main" id="{9E8FBA52-9338-78FF-73C8-6CD25D99A5B1}"/>
              </a:ext>
            </a:extLst>
          </p:cNvPr>
          <p:cNvSpPr/>
          <p:nvPr/>
        </p:nvSpPr>
        <p:spPr>
          <a:xfrm>
            <a:off x="3554214" y="2129216"/>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7" name="Ellipse 6">
            <a:extLst>
              <a:ext uri="{FF2B5EF4-FFF2-40B4-BE49-F238E27FC236}">
                <a16:creationId xmlns:a16="http://schemas.microsoft.com/office/drawing/2014/main" id="{08AD8568-2DDC-78D7-7210-090E669E4FCD}"/>
              </a:ext>
            </a:extLst>
          </p:cNvPr>
          <p:cNvSpPr/>
          <p:nvPr/>
        </p:nvSpPr>
        <p:spPr>
          <a:xfrm>
            <a:off x="6815455" y="2295795"/>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4</a:t>
            </a:r>
          </a:p>
        </p:txBody>
      </p:sp>
    </p:spTree>
    <p:extLst>
      <p:ext uri="{BB962C8B-B14F-4D97-AF65-F5344CB8AC3E}">
        <p14:creationId xmlns:p14="http://schemas.microsoft.com/office/powerpoint/2010/main" val="14462958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PATTERNS d’Intégration</a:t>
            </a:r>
          </a:p>
        </p:txBody>
      </p:sp>
      <p:sp>
        <p:nvSpPr>
          <p:cNvPr id="124" name="Rectangle : coins arrondis 123">
            <a:extLst>
              <a:ext uri="{FF2B5EF4-FFF2-40B4-BE49-F238E27FC236}">
                <a16:creationId xmlns:a16="http://schemas.microsoft.com/office/drawing/2014/main" id="{694D05E1-5E1E-883D-D3E6-A8E6FCBDB2A2}"/>
              </a:ext>
            </a:extLst>
          </p:cNvPr>
          <p:cNvSpPr/>
          <p:nvPr/>
        </p:nvSpPr>
        <p:spPr>
          <a:xfrm>
            <a:off x="9433759" y="922713"/>
            <a:ext cx="2647737" cy="5573326"/>
          </a:xfrm>
          <a:prstGeom prst="round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ZoneTexte 134">
            <a:extLst>
              <a:ext uri="{FF2B5EF4-FFF2-40B4-BE49-F238E27FC236}">
                <a16:creationId xmlns:a16="http://schemas.microsoft.com/office/drawing/2014/main" id="{A2A38779-2245-A70A-B3A4-9DDB417C44B7}"/>
              </a:ext>
            </a:extLst>
          </p:cNvPr>
          <p:cNvSpPr txBox="1"/>
          <p:nvPr/>
        </p:nvSpPr>
        <p:spPr>
          <a:xfrm>
            <a:off x="10045733" y="1018752"/>
            <a:ext cx="1423788" cy="338554"/>
          </a:xfrm>
          <a:prstGeom prst="rect">
            <a:avLst/>
          </a:prstGeom>
          <a:noFill/>
        </p:spPr>
        <p:txBody>
          <a:bodyPr wrap="none" rtlCol="0">
            <a:spAutoFit/>
          </a:bodyPr>
          <a:lstStyle/>
          <a:p>
            <a:pPr algn="ctr"/>
            <a:r>
              <a:rPr lang="fr-FR" sz="1600" b="1">
                <a:cs typeface="Arial" panose="020B0604020202020204" pitchFamily="34" charset="0"/>
              </a:rPr>
              <a:t>USE CASES </a:t>
            </a:r>
          </a:p>
        </p:txBody>
      </p:sp>
      <p:sp>
        <p:nvSpPr>
          <p:cNvPr id="136" name="ZoneTexte 135">
            <a:extLst>
              <a:ext uri="{FF2B5EF4-FFF2-40B4-BE49-F238E27FC236}">
                <a16:creationId xmlns:a16="http://schemas.microsoft.com/office/drawing/2014/main" id="{93F224A9-D1AA-F8AC-CC2A-CC47F068426E}"/>
              </a:ext>
            </a:extLst>
          </p:cNvPr>
          <p:cNvSpPr txBox="1"/>
          <p:nvPr/>
        </p:nvSpPr>
        <p:spPr>
          <a:xfrm>
            <a:off x="9501231" y="1527579"/>
            <a:ext cx="2584952" cy="3539430"/>
          </a:xfrm>
          <a:prstGeom prst="rect">
            <a:avLst/>
          </a:prstGeom>
          <a:noFill/>
        </p:spPr>
        <p:txBody>
          <a:bodyPr wrap="square" rtlCol="0">
            <a:spAutoFit/>
          </a:bodyPr>
          <a:lstStyle/>
          <a:p>
            <a:pPr>
              <a:buSzPct val="100000"/>
            </a:pPr>
            <a:r>
              <a:rPr lang="fr-FR" sz="1600" dirty="0">
                <a:latin typeface="Arial" panose="020B0604020202020204" pitchFamily="34" charset="0"/>
                <a:cs typeface="Arial" panose="020B0604020202020204" pitchFamily="34" charset="0"/>
              </a:rPr>
              <a:t>Demi-flux :</a:t>
            </a:r>
          </a:p>
          <a:p>
            <a:pPr marL="285750" indent="-285750">
              <a:buSzPct val="100000"/>
              <a:buFont typeface="Arial" panose="020B0604020202020204" pitchFamily="34" charset="0"/>
              <a:buChar char="•"/>
            </a:pPr>
            <a:r>
              <a:rPr lang="fr-FR" sz="1600" dirty="0">
                <a:latin typeface="Arial" panose="020B0604020202020204" pitchFamily="34" charset="0"/>
                <a:cs typeface="Arial" panose="020B0604020202020204" pitchFamily="34" charset="0"/>
              </a:rPr>
              <a:t>Consommateur et producteur ne savent pas envoyer et consommer des messages</a:t>
            </a:r>
          </a:p>
          <a:p>
            <a:pPr marL="285750" indent="-285750">
              <a:buSzPct val="100000"/>
              <a:buFont typeface="Arial" panose="020B0604020202020204" pitchFamily="34" charset="0"/>
              <a:buChar char="•"/>
            </a:pPr>
            <a:endParaRPr lang="fr-FR" sz="1600" dirty="0">
              <a:latin typeface="Arial" panose="020B0604020202020204" pitchFamily="34" charset="0"/>
              <a:cs typeface="Arial" panose="020B0604020202020204" pitchFamily="34" charset="0"/>
            </a:endParaRPr>
          </a:p>
          <a:p>
            <a:pPr>
              <a:buSzPct val="100000"/>
            </a:pPr>
            <a:r>
              <a:rPr lang="fr-FR" sz="1600" dirty="0">
                <a:latin typeface="Arial" panose="020B0604020202020204" pitchFamily="34" charset="0"/>
                <a:cs typeface="Arial" panose="020B0604020202020204" pitchFamily="34" charset="0"/>
              </a:rPr>
              <a:t>Format Pivot :</a:t>
            </a:r>
          </a:p>
          <a:p>
            <a:pPr marL="285750" indent="-285750">
              <a:buSzPct val="100000"/>
              <a:buFont typeface="Arial" panose="020B0604020202020204" pitchFamily="34" charset="0"/>
              <a:buChar char="•"/>
            </a:pPr>
            <a:r>
              <a:rPr lang="fr-FR" sz="1600" dirty="0">
                <a:latin typeface="Arial" panose="020B0604020202020204" pitchFamily="34" charset="0"/>
                <a:cs typeface="Arial" panose="020B0604020202020204" pitchFamily="34" charset="0"/>
              </a:rPr>
              <a:t>Consommateur et producteur ont des formats différents de message </a:t>
            </a:r>
          </a:p>
          <a:p>
            <a:pPr marL="285750" indent="-285750">
              <a:buSzPct val="100000"/>
              <a:buFont typeface="Arial" panose="020B0604020202020204" pitchFamily="34" charset="0"/>
              <a:buChar char="•"/>
            </a:pPr>
            <a:endParaRPr lang="fr-FR" sz="1600" dirty="0">
              <a:latin typeface="Arial" panose="020B0604020202020204" pitchFamily="34" charset="0"/>
              <a:cs typeface="Arial" panose="020B0604020202020204" pitchFamily="34" charset="0"/>
            </a:endParaRPr>
          </a:p>
          <a:p>
            <a:pPr>
              <a:buSzPct val="100000"/>
            </a:pPr>
            <a:r>
              <a:rPr lang="fr-FR" sz="1600" dirty="0">
                <a:latin typeface="Arial" panose="020B0604020202020204" pitchFamily="34" charset="0"/>
                <a:cs typeface="Arial" panose="020B0604020202020204" pitchFamily="34" charset="0"/>
              </a:rPr>
              <a:t>Légende :</a:t>
            </a:r>
          </a:p>
        </p:txBody>
      </p:sp>
      <p:grpSp>
        <p:nvGrpSpPr>
          <p:cNvPr id="137" name="Groupe 136">
            <a:extLst>
              <a:ext uri="{FF2B5EF4-FFF2-40B4-BE49-F238E27FC236}">
                <a16:creationId xmlns:a16="http://schemas.microsoft.com/office/drawing/2014/main" id="{4C9544EB-98C0-D666-8E3C-55640B75B12B}"/>
              </a:ext>
            </a:extLst>
          </p:cNvPr>
          <p:cNvGrpSpPr/>
          <p:nvPr/>
        </p:nvGrpSpPr>
        <p:grpSpPr>
          <a:xfrm flipH="1">
            <a:off x="9636719" y="5123813"/>
            <a:ext cx="370892" cy="444167"/>
            <a:chOff x="6869134" y="4395991"/>
            <a:chExt cx="523765" cy="582513"/>
          </a:xfrm>
        </p:grpSpPr>
        <p:sp>
          <p:nvSpPr>
            <p:cNvPr id="138" name="Ellipse 137">
              <a:extLst>
                <a:ext uri="{FF2B5EF4-FFF2-40B4-BE49-F238E27FC236}">
                  <a16:creationId xmlns:a16="http://schemas.microsoft.com/office/drawing/2014/main" id="{746844D7-9B4B-4A61-46A1-4882B573771F}"/>
                </a:ext>
              </a:extLst>
            </p:cNvPr>
            <p:cNvSpPr/>
            <p:nvPr/>
          </p:nvSpPr>
          <p:spPr>
            <a:xfrm flipH="1">
              <a:off x="6869134" y="4493921"/>
              <a:ext cx="436958" cy="378255"/>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sp>
          <p:nvSpPr>
            <p:cNvPr id="139" name="Arc 138">
              <a:extLst>
                <a:ext uri="{FF2B5EF4-FFF2-40B4-BE49-F238E27FC236}">
                  <a16:creationId xmlns:a16="http://schemas.microsoft.com/office/drawing/2014/main" id="{C0C61DF4-97D8-2CEA-AA10-457F3FC4AEAC}"/>
                </a:ext>
              </a:extLst>
            </p:cNvPr>
            <p:cNvSpPr/>
            <p:nvPr/>
          </p:nvSpPr>
          <p:spPr>
            <a:xfrm rot="5400000" flipH="1">
              <a:off x="6863302" y="4448907"/>
              <a:ext cx="582513" cy="476681"/>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grpSp>
      <p:sp>
        <p:nvSpPr>
          <p:cNvPr id="140" name="ZoneTexte 139">
            <a:extLst>
              <a:ext uri="{FF2B5EF4-FFF2-40B4-BE49-F238E27FC236}">
                <a16:creationId xmlns:a16="http://schemas.microsoft.com/office/drawing/2014/main" id="{F86D575F-2D86-B7A7-F44F-CC17CB407FD0}"/>
              </a:ext>
            </a:extLst>
          </p:cNvPr>
          <p:cNvSpPr txBox="1"/>
          <p:nvPr/>
        </p:nvSpPr>
        <p:spPr>
          <a:xfrm>
            <a:off x="10070625" y="5161144"/>
            <a:ext cx="1111875" cy="338554"/>
          </a:xfrm>
          <a:prstGeom prst="rect">
            <a:avLst/>
          </a:prstGeom>
          <a:noFill/>
        </p:spPr>
        <p:txBody>
          <a:bodyPr wrap="square" rtlCol="0">
            <a:spAutoFit/>
          </a:bodyPr>
          <a:lstStyle/>
          <a:p>
            <a:pPr>
              <a:buSzPct val="100000"/>
            </a:pPr>
            <a:r>
              <a:rPr lang="fr-FR" sz="1600">
                <a:latin typeface="Arial" panose="020B0604020202020204" pitchFamily="34" charset="0"/>
                <a:cs typeface="Arial" panose="020B0604020202020204" pitchFamily="34" charset="0"/>
              </a:rPr>
              <a:t>Demi-flux</a:t>
            </a:r>
          </a:p>
        </p:txBody>
      </p:sp>
      <p:sp>
        <p:nvSpPr>
          <p:cNvPr id="142" name="ZoneTexte 141">
            <a:extLst>
              <a:ext uri="{FF2B5EF4-FFF2-40B4-BE49-F238E27FC236}">
                <a16:creationId xmlns:a16="http://schemas.microsoft.com/office/drawing/2014/main" id="{E285372B-70F5-9E80-A3E9-B69B1E740939}"/>
              </a:ext>
            </a:extLst>
          </p:cNvPr>
          <p:cNvSpPr txBox="1"/>
          <p:nvPr/>
        </p:nvSpPr>
        <p:spPr>
          <a:xfrm>
            <a:off x="10093500" y="5748119"/>
            <a:ext cx="1584773" cy="338554"/>
          </a:xfrm>
          <a:prstGeom prst="rect">
            <a:avLst/>
          </a:prstGeom>
          <a:noFill/>
        </p:spPr>
        <p:txBody>
          <a:bodyPr wrap="square" rtlCol="0">
            <a:spAutoFit/>
          </a:bodyPr>
          <a:lstStyle/>
          <a:p>
            <a:pPr>
              <a:buSzPct val="100000"/>
            </a:pPr>
            <a:r>
              <a:rPr lang="fr-FR" sz="1600">
                <a:latin typeface="Arial" panose="020B0604020202020204" pitchFamily="34" charset="0"/>
                <a:cs typeface="Arial" panose="020B0604020202020204" pitchFamily="34" charset="0"/>
              </a:rPr>
              <a:t>Format pivot</a:t>
            </a:r>
          </a:p>
        </p:txBody>
      </p:sp>
      <p:pic>
        <p:nvPicPr>
          <p:cNvPr id="143" name="Image 142">
            <a:extLst>
              <a:ext uri="{FF2B5EF4-FFF2-40B4-BE49-F238E27FC236}">
                <a16:creationId xmlns:a16="http://schemas.microsoft.com/office/drawing/2014/main" id="{9329A80F-3B64-9023-FDE7-F375FF18D19E}"/>
              </a:ext>
            </a:extLst>
          </p:cNvPr>
          <p:cNvPicPr>
            <a:picLocks noChangeAspect="1"/>
          </p:cNvPicPr>
          <p:nvPr/>
        </p:nvPicPr>
        <p:blipFill rotWithShape="1">
          <a:blip r:embed="rId25">
            <a:extLst>
              <a:ext uri="{28A0092B-C50C-407E-A947-70E740481C1C}">
                <a14:useLocalDpi xmlns:a14="http://schemas.microsoft.com/office/drawing/2010/main" val="0"/>
              </a:ext>
            </a:extLst>
          </a:blip>
          <a:srcRect l="7582" t="12188" r="61697" b="10305"/>
          <a:stretch/>
        </p:blipFill>
        <p:spPr>
          <a:xfrm>
            <a:off x="9788525" y="5648269"/>
            <a:ext cx="185745" cy="544017"/>
          </a:xfrm>
          <a:prstGeom prst="rect">
            <a:avLst/>
          </a:prstGeom>
        </p:spPr>
      </p:pic>
      <p:grpSp>
        <p:nvGrpSpPr>
          <p:cNvPr id="105" name="Groupe 104">
            <a:extLst>
              <a:ext uri="{FF2B5EF4-FFF2-40B4-BE49-F238E27FC236}">
                <a16:creationId xmlns:a16="http://schemas.microsoft.com/office/drawing/2014/main" id="{B1F2FD4F-8FC6-95C1-05E0-DD46C7BE39AC}"/>
              </a:ext>
            </a:extLst>
          </p:cNvPr>
          <p:cNvGrpSpPr/>
          <p:nvPr/>
        </p:nvGrpSpPr>
        <p:grpSpPr>
          <a:xfrm>
            <a:off x="6504830" y="4420999"/>
            <a:ext cx="564189" cy="577735"/>
            <a:chOff x="6498510" y="3058267"/>
            <a:chExt cx="564189" cy="577735"/>
          </a:xfrm>
        </p:grpSpPr>
        <p:pic>
          <p:nvPicPr>
            <p:cNvPr id="109" name="Image 108">
              <a:extLst>
                <a:ext uri="{FF2B5EF4-FFF2-40B4-BE49-F238E27FC236}">
                  <a16:creationId xmlns:a16="http://schemas.microsoft.com/office/drawing/2014/main" id="{9B319674-DF5B-05E3-1664-6C48DB5AC10C}"/>
                </a:ext>
              </a:extLst>
            </p:cNvPr>
            <p:cNvPicPr>
              <a:picLocks noChangeAspect="1"/>
            </p:cNvPicPr>
            <p:nvPr/>
          </p:nvPicPr>
          <p:blipFill rotWithShape="1">
            <a:blip r:embed="rId25">
              <a:extLst>
                <a:ext uri="{28A0092B-C50C-407E-A947-70E740481C1C}">
                  <a14:useLocalDpi xmlns:a14="http://schemas.microsoft.com/office/drawing/2010/main" val="0"/>
                </a:ext>
              </a:extLst>
            </a:blip>
            <a:srcRect l="7582" t="12188" r="4551" b="10305"/>
            <a:stretch/>
          </p:blipFill>
          <p:spPr>
            <a:xfrm>
              <a:off x="6498510" y="3058267"/>
              <a:ext cx="564189" cy="577735"/>
            </a:xfrm>
            <a:prstGeom prst="rect">
              <a:avLst/>
            </a:prstGeom>
          </p:spPr>
        </p:pic>
        <p:sp>
          <p:nvSpPr>
            <p:cNvPr id="110" name="Rectangle 109">
              <a:extLst>
                <a:ext uri="{FF2B5EF4-FFF2-40B4-BE49-F238E27FC236}">
                  <a16:creationId xmlns:a16="http://schemas.microsoft.com/office/drawing/2014/main" id="{6F183165-A98D-CD20-B105-657B5A18CE5E}"/>
                </a:ext>
              </a:extLst>
            </p:cNvPr>
            <p:cNvSpPr/>
            <p:nvPr/>
          </p:nvSpPr>
          <p:spPr>
            <a:xfrm>
              <a:off x="6879625" y="3347134"/>
              <a:ext cx="176813" cy="137160"/>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14">
              <a:extLst>
                <a:ext uri="{FF2B5EF4-FFF2-40B4-BE49-F238E27FC236}">
                  <a16:creationId xmlns:a16="http://schemas.microsoft.com/office/drawing/2014/main" id="{18417684-3310-0F29-535C-025C712AB963}"/>
                </a:ext>
              </a:extLst>
            </p:cNvPr>
            <p:cNvSpPr/>
            <p:nvPr/>
          </p:nvSpPr>
          <p:spPr>
            <a:xfrm>
              <a:off x="6879625" y="3208258"/>
              <a:ext cx="176813" cy="137160"/>
            </a:xfrm>
            <a:prstGeom prst="rect">
              <a:avLst/>
            </a:prstGeom>
            <a:solidFill>
              <a:schemeClr val="accent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16" name="Image 115">
            <a:extLst>
              <a:ext uri="{FF2B5EF4-FFF2-40B4-BE49-F238E27FC236}">
                <a16:creationId xmlns:a16="http://schemas.microsoft.com/office/drawing/2014/main" id="{282043E8-8D69-F4E0-BEAB-EAF5AD07A3D6}"/>
              </a:ext>
            </a:extLst>
          </p:cNvPr>
          <p:cNvPicPr>
            <a:picLocks noChangeAspect="1"/>
          </p:cNvPicPr>
          <p:nvPr/>
        </p:nvPicPr>
        <p:blipFill rotWithShape="1">
          <a:blip r:embed="rId25">
            <a:extLst>
              <a:ext uri="{28A0092B-C50C-407E-A947-70E740481C1C}">
                <a14:useLocalDpi xmlns:a14="http://schemas.microsoft.com/office/drawing/2010/main" val="0"/>
              </a:ext>
            </a:extLst>
          </a:blip>
          <a:srcRect l="7582" t="12188" r="4551" b="10305"/>
          <a:stretch/>
        </p:blipFill>
        <p:spPr>
          <a:xfrm flipH="1">
            <a:off x="2293352" y="4392379"/>
            <a:ext cx="628661" cy="577735"/>
          </a:xfrm>
          <a:prstGeom prst="rect">
            <a:avLst/>
          </a:prstGeom>
        </p:spPr>
      </p:pic>
      <p:sp>
        <p:nvSpPr>
          <p:cNvPr id="117" name="Rectangle 116">
            <a:extLst>
              <a:ext uri="{FF2B5EF4-FFF2-40B4-BE49-F238E27FC236}">
                <a16:creationId xmlns:a16="http://schemas.microsoft.com/office/drawing/2014/main" id="{0CF5C5A4-CEC5-C4B6-F1A1-A425BD604B86}"/>
              </a:ext>
            </a:extLst>
          </p:cNvPr>
          <p:cNvSpPr/>
          <p:nvPr>
            <p:custDataLst>
              <p:tags r:id="rId1"/>
            </p:custDataLst>
          </p:nvPr>
        </p:nvSpPr>
        <p:spPr>
          <a:xfrm>
            <a:off x="3509818" y="1780478"/>
            <a:ext cx="2410691" cy="3033138"/>
          </a:xfrm>
          <a:prstGeom prst="rect">
            <a:avLst/>
          </a:prstGeom>
          <a:no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18" name="Organigramme : Disque magnétique 117">
            <a:extLst>
              <a:ext uri="{FF2B5EF4-FFF2-40B4-BE49-F238E27FC236}">
                <a16:creationId xmlns:a16="http://schemas.microsoft.com/office/drawing/2014/main" id="{16E7E279-271A-1903-AD42-E091B87D6D86}"/>
              </a:ext>
            </a:extLst>
          </p:cNvPr>
          <p:cNvSpPr/>
          <p:nvPr>
            <p:custDataLst>
              <p:tags r:id="rId2"/>
            </p:custDataLst>
          </p:nvPr>
        </p:nvSpPr>
        <p:spPr>
          <a:xfrm>
            <a:off x="3992419" y="5073662"/>
            <a:ext cx="1453428" cy="544471"/>
          </a:xfrm>
          <a:prstGeom prst="flowChartMagneticDisk">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Persistance</a:t>
            </a:r>
          </a:p>
        </p:txBody>
      </p:sp>
      <p:sp>
        <p:nvSpPr>
          <p:cNvPr id="120" name="Rectangle 119">
            <a:extLst>
              <a:ext uri="{FF2B5EF4-FFF2-40B4-BE49-F238E27FC236}">
                <a16:creationId xmlns:a16="http://schemas.microsoft.com/office/drawing/2014/main" id="{17F5D199-9977-9828-55D4-3DFE6C64C311}"/>
              </a:ext>
            </a:extLst>
          </p:cNvPr>
          <p:cNvSpPr/>
          <p:nvPr>
            <p:custDataLst>
              <p:tags r:id="rId3"/>
            </p:custDataLst>
          </p:nvPr>
        </p:nvSpPr>
        <p:spPr>
          <a:xfrm>
            <a:off x="153474" y="1653953"/>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cxnSp>
        <p:nvCxnSpPr>
          <p:cNvPr id="121" name="Connecteur en arc 22">
            <a:extLst>
              <a:ext uri="{FF2B5EF4-FFF2-40B4-BE49-F238E27FC236}">
                <a16:creationId xmlns:a16="http://schemas.microsoft.com/office/drawing/2014/main" id="{54D74C3F-B46C-17CE-CC51-56720B47BF6A}"/>
              </a:ext>
            </a:extLst>
          </p:cNvPr>
          <p:cNvCxnSpPr>
            <a:cxnSpLocks/>
            <a:stCxn id="131" idx="6"/>
          </p:cNvCxnSpPr>
          <p:nvPr>
            <p:custDataLst>
              <p:tags r:id="rId4"/>
            </p:custDataLst>
          </p:nvPr>
        </p:nvCxnSpPr>
        <p:spPr>
          <a:xfrm>
            <a:off x="2869030" y="1950201"/>
            <a:ext cx="978493" cy="378255"/>
          </a:xfrm>
          <a:prstGeom prst="curvedConnector3">
            <a:avLst/>
          </a:prstGeom>
          <a:ln w="28575">
            <a:solidFill>
              <a:srgbClr val="FF9D75"/>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Connecteur en arc 30">
            <a:extLst>
              <a:ext uri="{FF2B5EF4-FFF2-40B4-BE49-F238E27FC236}">
                <a16:creationId xmlns:a16="http://schemas.microsoft.com/office/drawing/2014/main" id="{B3E44DDA-5549-DECB-6FFB-82F7C31F1D14}"/>
              </a:ext>
            </a:extLst>
          </p:cNvPr>
          <p:cNvCxnSpPr>
            <a:cxnSpLocks/>
            <a:stCxn id="134" idx="6"/>
          </p:cNvCxnSpPr>
          <p:nvPr>
            <p:custDataLst>
              <p:tags r:id="rId5"/>
            </p:custDataLst>
          </p:nvPr>
        </p:nvCxnSpPr>
        <p:spPr>
          <a:xfrm rot="10800000" flipV="1">
            <a:off x="5605984" y="1958586"/>
            <a:ext cx="932951" cy="369870"/>
          </a:xfrm>
          <a:prstGeom prst="curvedConnector3">
            <a:avLst/>
          </a:prstGeom>
          <a:ln w="28575">
            <a:solidFill>
              <a:srgbClr val="FF9D75"/>
            </a:solidFill>
            <a:tailEnd type="triangle"/>
          </a:ln>
        </p:spPr>
        <p:style>
          <a:lnRef idx="1">
            <a:schemeClr val="accent1"/>
          </a:lnRef>
          <a:fillRef idx="0">
            <a:schemeClr val="accent1"/>
          </a:fillRef>
          <a:effectRef idx="0">
            <a:schemeClr val="accent1"/>
          </a:effectRef>
          <a:fontRef idx="minor">
            <a:schemeClr val="tx1"/>
          </a:fontRef>
        </p:style>
      </p:cxnSp>
      <p:sp>
        <p:nvSpPr>
          <p:cNvPr id="126" name="Rectangle 125">
            <a:extLst>
              <a:ext uri="{FF2B5EF4-FFF2-40B4-BE49-F238E27FC236}">
                <a16:creationId xmlns:a16="http://schemas.microsoft.com/office/drawing/2014/main" id="{12D3650E-6961-1EA4-7400-083724403412}"/>
              </a:ext>
            </a:extLst>
          </p:cNvPr>
          <p:cNvSpPr/>
          <p:nvPr>
            <p:custDataLst>
              <p:tags r:id="rId6"/>
            </p:custDataLst>
          </p:nvPr>
        </p:nvSpPr>
        <p:spPr>
          <a:xfrm>
            <a:off x="7647390" y="1653953"/>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cxnSp>
        <p:nvCxnSpPr>
          <p:cNvPr id="127" name="Connecteur droit avec flèche 126">
            <a:extLst>
              <a:ext uri="{FF2B5EF4-FFF2-40B4-BE49-F238E27FC236}">
                <a16:creationId xmlns:a16="http://schemas.microsoft.com/office/drawing/2014/main" id="{BB8F80AA-7867-9F6A-4A6B-F9475C45D93A}"/>
              </a:ext>
            </a:extLst>
          </p:cNvPr>
          <p:cNvCxnSpPr>
            <a:cxnSpLocks/>
            <a:stCxn id="120" idx="3"/>
          </p:cNvCxnSpPr>
          <p:nvPr>
            <p:custDataLst>
              <p:tags r:id="rId7"/>
            </p:custDataLst>
          </p:nvPr>
        </p:nvCxnSpPr>
        <p:spPr>
          <a:xfrm>
            <a:off x="1798674" y="1945210"/>
            <a:ext cx="533948" cy="0"/>
          </a:xfrm>
          <a:prstGeom prst="straightConnector1">
            <a:avLst/>
          </a:prstGeom>
          <a:ln w="28575">
            <a:solidFill>
              <a:srgbClr val="FF9D75"/>
            </a:solidFill>
            <a:tailEnd type="arrow"/>
          </a:ln>
        </p:spPr>
        <p:style>
          <a:lnRef idx="1">
            <a:schemeClr val="accent3"/>
          </a:lnRef>
          <a:fillRef idx="2">
            <a:schemeClr val="accent3"/>
          </a:fillRef>
          <a:effectRef idx="1">
            <a:schemeClr val="accent3"/>
          </a:effectRef>
          <a:fontRef idx="minor">
            <a:schemeClr val="dk1"/>
          </a:fontRef>
        </p:style>
      </p:cxnSp>
      <p:sp>
        <p:nvSpPr>
          <p:cNvPr id="128" name="Organigramme : Stockage à accès direct 127">
            <a:extLst>
              <a:ext uri="{FF2B5EF4-FFF2-40B4-BE49-F238E27FC236}">
                <a16:creationId xmlns:a16="http://schemas.microsoft.com/office/drawing/2014/main" id="{742A982A-86C6-38C1-F1DC-90CAE6449DB7}"/>
              </a:ext>
            </a:extLst>
          </p:cNvPr>
          <p:cNvSpPr/>
          <p:nvPr/>
        </p:nvSpPr>
        <p:spPr>
          <a:xfrm>
            <a:off x="3785827" y="1970125"/>
            <a:ext cx="1829884" cy="2675690"/>
          </a:xfrm>
          <a:prstGeom prst="flowChartMagneticDrum">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600"/>
          </a:p>
        </p:txBody>
      </p:sp>
      <p:sp>
        <p:nvSpPr>
          <p:cNvPr id="129" name="Forme libre 8">
            <a:extLst>
              <a:ext uri="{FF2B5EF4-FFF2-40B4-BE49-F238E27FC236}">
                <a16:creationId xmlns:a16="http://schemas.microsoft.com/office/drawing/2014/main" id="{439E8ECC-1D89-C08D-FFE2-C498C58A8E15}"/>
              </a:ext>
            </a:extLst>
          </p:cNvPr>
          <p:cNvSpPr>
            <a:spLocks noChangeAspect="1"/>
          </p:cNvSpPr>
          <p:nvPr/>
        </p:nvSpPr>
        <p:spPr>
          <a:xfrm>
            <a:off x="1865024" y="1562797"/>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chemeClr val="accent2"/>
            </a:solidFill>
            <a:prstDash val="solid"/>
            <a:miter/>
          </a:ln>
        </p:spPr>
        <p:txBody>
          <a:bodyPr rtlCol="0" anchor="ctr"/>
          <a:lstStyle/>
          <a:p>
            <a:endParaRPr lang="fr-FR"/>
          </a:p>
        </p:txBody>
      </p:sp>
      <p:grpSp>
        <p:nvGrpSpPr>
          <p:cNvPr id="130" name="Groupe 129">
            <a:extLst>
              <a:ext uri="{FF2B5EF4-FFF2-40B4-BE49-F238E27FC236}">
                <a16:creationId xmlns:a16="http://schemas.microsoft.com/office/drawing/2014/main" id="{CC0459B8-05EB-BD9C-C5F2-D889EDFAAEC3}"/>
              </a:ext>
            </a:extLst>
          </p:cNvPr>
          <p:cNvGrpSpPr/>
          <p:nvPr/>
        </p:nvGrpSpPr>
        <p:grpSpPr>
          <a:xfrm>
            <a:off x="2345265" y="1663143"/>
            <a:ext cx="523765" cy="582514"/>
            <a:chOff x="2934202" y="2069719"/>
            <a:chExt cx="289712" cy="338374"/>
          </a:xfrm>
        </p:grpSpPr>
        <p:sp>
          <p:nvSpPr>
            <p:cNvPr id="131" name="Ellipse 130">
              <a:extLst>
                <a:ext uri="{FF2B5EF4-FFF2-40B4-BE49-F238E27FC236}">
                  <a16:creationId xmlns:a16="http://schemas.microsoft.com/office/drawing/2014/main" id="{59E9ED6B-21A8-0CEA-D0E1-3006997C6E87}"/>
                </a:ext>
              </a:extLst>
            </p:cNvPr>
            <p:cNvSpPr/>
            <p:nvPr/>
          </p:nvSpPr>
          <p:spPr>
            <a:xfrm>
              <a:off x="2982218" y="2126605"/>
              <a:ext cx="241696" cy="21972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sp>
          <p:nvSpPr>
            <p:cNvPr id="132" name="Arc 131">
              <a:extLst>
                <a:ext uri="{FF2B5EF4-FFF2-40B4-BE49-F238E27FC236}">
                  <a16:creationId xmlns:a16="http://schemas.microsoft.com/office/drawing/2014/main" id="{FF71352E-71DA-B383-E3C2-B40E8A69220F}"/>
                </a:ext>
              </a:extLst>
            </p:cNvPr>
            <p:cNvSpPr/>
            <p:nvPr/>
          </p:nvSpPr>
          <p:spPr>
            <a:xfrm rot="16200000">
              <a:off x="2896849" y="2107072"/>
              <a:ext cx="338374" cy="263668"/>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grpSp>
      <p:grpSp>
        <p:nvGrpSpPr>
          <p:cNvPr id="133" name="Groupe 132">
            <a:extLst>
              <a:ext uri="{FF2B5EF4-FFF2-40B4-BE49-F238E27FC236}">
                <a16:creationId xmlns:a16="http://schemas.microsoft.com/office/drawing/2014/main" id="{55A3D52D-8055-BD15-9EFB-0679AD8EC8DB}"/>
              </a:ext>
            </a:extLst>
          </p:cNvPr>
          <p:cNvGrpSpPr/>
          <p:nvPr/>
        </p:nvGrpSpPr>
        <p:grpSpPr>
          <a:xfrm flipH="1" flipV="1">
            <a:off x="6538934" y="1663130"/>
            <a:ext cx="523765" cy="582514"/>
            <a:chOff x="2934202" y="2069719"/>
            <a:chExt cx="289712" cy="338374"/>
          </a:xfrm>
        </p:grpSpPr>
        <p:sp>
          <p:nvSpPr>
            <p:cNvPr id="134" name="Ellipse 133">
              <a:extLst>
                <a:ext uri="{FF2B5EF4-FFF2-40B4-BE49-F238E27FC236}">
                  <a16:creationId xmlns:a16="http://schemas.microsoft.com/office/drawing/2014/main" id="{FA56D150-1D48-44D3-CDF6-FE34FAD79D89}"/>
                </a:ext>
              </a:extLst>
            </p:cNvPr>
            <p:cNvSpPr/>
            <p:nvPr/>
          </p:nvSpPr>
          <p:spPr>
            <a:xfrm>
              <a:off x="2982218" y="2126605"/>
              <a:ext cx="241696" cy="21972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sp>
          <p:nvSpPr>
            <p:cNvPr id="141" name="Arc 140">
              <a:extLst>
                <a:ext uri="{FF2B5EF4-FFF2-40B4-BE49-F238E27FC236}">
                  <a16:creationId xmlns:a16="http://schemas.microsoft.com/office/drawing/2014/main" id="{F2630BE3-5025-2BAD-E3C6-6C5C59707FD4}"/>
                </a:ext>
              </a:extLst>
            </p:cNvPr>
            <p:cNvSpPr/>
            <p:nvPr/>
          </p:nvSpPr>
          <p:spPr>
            <a:xfrm rot="16200000">
              <a:off x="2896849" y="2107072"/>
              <a:ext cx="338374" cy="263668"/>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grpSp>
      <p:cxnSp>
        <p:nvCxnSpPr>
          <p:cNvPr id="146" name="Connecteur droit avec flèche 145">
            <a:extLst>
              <a:ext uri="{FF2B5EF4-FFF2-40B4-BE49-F238E27FC236}">
                <a16:creationId xmlns:a16="http://schemas.microsoft.com/office/drawing/2014/main" id="{2A8D3883-08BB-FBC5-5EA9-7C315E1C6801}"/>
              </a:ext>
            </a:extLst>
          </p:cNvPr>
          <p:cNvCxnSpPr>
            <a:cxnSpLocks/>
          </p:cNvCxnSpPr>
          <p:nvPr>
            <p:custDataLst>
              <p:tags r:id="rId8"/>
            </p:custDataLst>
          </p:nvPr>
        </p:nvCxnSpPr>
        <p:spPr>
          <a:xfrm flipH="1">
            <a:off x="7062699" y="1955800"/>
            <a:ext cx="595401" cy="2792"/>
          </a:xfrm>
          <a:prstGeom prst="straightConnector1">
            <a:avLst/>
          </a:prstGeom>
          <a:ln w="28575">
            <a:solidFill>
              <a:srgbClr val="FF9D75"/>
            </a:solidFill>
            <a:tailEnd type="arrow"/>
          </a:ln>
        </p:spPr>
        <p:style>
          <a:lnRef idx="1">
            <a:schemeClr val="accent3"/>
          </a:lnRef>
          <a:fillRef idx="2">
            <a:schemeClr val="accent3"/>
          </a:fillRef>
          <a:effectRef idx="1">
            <a:schemeClr val="accent3"/>
          </a:effectRef>
          <a:fontRef idx="minor">
            <a:schemeClr val="dk1"/>
          </a:fontRef>
        </p:style>
      </p:cxnSp>
      <p:sp>
        <p:nvSpPr>
          <p:cNvPr id="147" name="Forme libre 8">
            <a:extLst>
              <a:ext uri="{FF2B5EF4-FFF2-40B4-BE49-F238E27FC236}">
                <a16:creationId xmlns:a16="http://schemas.microsoft.com/office/drawing/2014/main" id="{639297DD-C2E6-A7C8-BA1E-FC434DC209C2}"/>
              </a:ext>
            </a:extLst>
          </p:cNvPr>
          <p:cNvSpPr>
            <a:spLocks noChangeAspect="1"/>
          </p:cNvSpPr>
          <p:nvPr/>
        </p:nvSpPr>
        <p:spPr>
          <a:xfrm>
            <a:off x="7192091" y="1563461"/>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chemeClr val="accent2"/>
            </a:solidFill>
            <a:prstDash val="solid"/>
            <a:miter/>
          </a:ln>
        </p:spPr>
        <p:txBody>
          <a:bodyPr rtlCol="0" anchor="ctr"/>
          <a:lstStyle/>
          <a:p>
            <a:endParaRPr lang="fr-FR"/>
          </a:p>
        </p:txBody>
      </p:sp>
      <p:sp>
        <p:nvSpPr>
          <p:cNvPr id="148" name="Rectangle 147">
            <a:extLst>
              <a:ext uri="{FF2B5EF4-FFF2-40B4-BE49-F238E27FC236}">
                <a16:creationId xmlns:a16="http://schemas.microsoft.com/office/drawing/2014/main" id="{60710C14-563C-ADFA-2DEF-75FFE79FA7CF}"/>
              </a:ext>
            </a:extLst>
          </p:cNvPr>
          <p:cNvSpPr/>
          <p:nvPr>
            <p:custDataLst>
              <p:tags r:id="rId9"/>
            </p:custDataLst>
          </p:nvPr>
        </p:nvSpPr>
        <p:spPr>
          <a:xfrm>
            <a:off x="7647390" y="3055878"/>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cxnSp>
        <p:nvCxnSpPr>
          <p:cNvPr id="149" name="Connecteur en arc 34">
            <a:extLst>
              <a:ext uri="{FF2B5EF4-FFF2-40B4-BE49-F238E27FC236}">
                <a16:creationId xmlns:a16="http://schemas.microsoft.com/office/drawing/2014/main" id="{93A93236-15DA-8624-E17D-FB460DADC3BB}"/>
              </a:ext>
            </a:extLst>
          </p:cNvPr>
          <p:cNvCxnSpPr>
            <a:cxnSpLocks/>
            <a:stCxn id="180" idx="1"/>
          </p:cNvCxnSpPr>
          <p:nvPr>
            <p:custDataLst>
              <p:tags r:id="rId10"/>
            </p:custDataLst>
          </p:nvPr>
        </p:nvCxnSpPr>
        <p:spPr>
          <a:xfrm rot="10800000" flipV="1">
            <a:off x="5615712" y="3347135"/>
            <a:ext cx="882798" cy="7062"/>
          </a:xfrm>
          <a:prstGeom prst="curvedConnector3">
            <a:avLst/>
          </a:prstGeom>
          <a:ln w="28575">
            <a:solidFill>
              <a:srgbClr val="FF9D75"/>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Connecteur droit avec flèche 149">
            <a:extLst>
              <a:ext uri="{FF2B5EF4-FFF2-40B4-BE49-F238E27FC236}">
                <a16:creationId xmlns:a16="http://schemas.microsoft.com/office/drawing/2014/main" id="{42680898-F17C-599B-6D0E-CBF9E48F2DDD}"/>
              </a:ext>
            </a:extLst>
          </p:cNvPr>
          <p:cNvCxnSpPr>
            <a:cxnSpLocks/>
            <a:stCxn id="148" idx="1"/>
            <a:endCxn id="180" idx="3"/>
          </p:cNvCxnSpPr>
          <p:nvPr>
            <p:custDataLst>
              <p:tags r:id="rId11"/>
            </p:custDataLst>
          </p:nvPr>
        </p:nvCxnSpPr>
        <p:spPr>
          <a:xfrm flipH="1">
            <a:off x="7062699" y="3347135"/>
            <a:ext cx="584691" cy="0"/>
          </a:xfrm>
          <a:prstGeom prst="straightConnector1">
            <a:avLst/>
          </a:prstGeom>
          <a:ln w="28575">
            <a:solidFill>
              <a:schemeClr val="accent3"/>
            </a:solidFill>
            <a:tailEnd type="arrow"/>
          </a:ln>
        </p:spPr>
        <p:style>
          <a:lnRef idx="1">
            <a:schemeClr val="accent3"/>
          </a:lnRef>
          <a:fillRef idx="2">
            <a:schemeClr val="accent3"/>
          </a:fillRef>
          <a:effectRef idx="1">
            <a:schemeClr val="accent3"/>
          </a:effectRef>
          <a:fontRef idx="minor">
            <a:schemeClr val="dk1"/>
          </a:fontRef>
        </p:style>
      </p:cxnSp>
      <p:sp>
        <p:nvSpPr>
          <p:cNvPr id="151" name="Forme libre 8">
            <a:extLst>
              <a:ext uri="{FF2B5EF4-FFF2-40B4-BE49-F238E27FC236}">
                <a16:creationId xmlns:a16="http://schemas.microsoft.com/office/drawing/2014/main" id="{5BED1B4E-9E43-9C64-9B7D-FE56F7679E9F}"/>
              </a:ext>
            </a:extLst>
          </p:cNvPr>
          <p:cNvSpPr>
            <a:spLocks noChangeAspect="1"/>
          </p:cNvSpPr>
          <p:nvPr/>
        </p:nvSpPr>
        <p:spPr>
          <a:xfrm>
            <a:off x="7192091" y="2978190"/>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3"/>
          </a:solidFill>
          <a:ln w="2191" cap="flat">
            <a:solidFill>
              <a:schemeClr val="accent3"/>
            </a:solidFill>
            <a:prstDash val="solid"/>
            <a:miter/>
          </a:ln>
        </p:spPr>
        <p:txBody>
          <a:bodyPr rtlCol="0" anchor="ctr"/>
          <a:lstStyle/>
          <a:p>
            <a:endParaRPr lang="fr-FR"/>
          </a:p>
        </p:txBody>
      </p:sp>
      <p:sp>
        <p:nvSpPr>
          <p:cNvPr id="152" name="Rectangle 151">
            <a:extLst>
              <a:ext uri="{FF2B5EF4-FFF2-40B4-BE49-F238E27FC236}">
                <a16:creationId xmlns:a16="http://schemas.microsoft.com/office/drawing/2014/main" id="{D837EFF3-8CCA-CA37-4727-A2D8E2A31700}"/>
              </a:ext>
            </a:extLst>
          </p:cNvPr>
          <p:cNvSpPr/>
          <p:nvPr>
            <p:custDataLst>
              <p:tags r:id="rId12"/>
            </p:custDataLst>
          </p:nvPr>
        </p:nvSpPr>
        <p:spPr>
          <a:xfrm flipH="1">
            <a:off x="157216" y="3056131"/>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cxnSp>
        <p:nvCxnSpPr>
          <p:cNvPr id="153" name="Connecteur en arc 34">
            <a:extLst>
              <a:ext uri="{FF2B5EF4-FFF2-40B4-BE49-F238E27FC236}">
                <a16:creationId xmlns:a16="http://schemas.microsoft.com/office/drawing/2014/main" id="{0D6BD0C9-75F6-FF10-5B6F-CCB73FC2EBAD}"/>
              </a:ext>
            </a:extLst>
          </p:cNvPr>
          <p:cNvCxnSpPr>
            <a:cxnSpLocks/>
            <a:stCxn id="154" idx="1"/>
            <a:endCxn id="128" idx="1"/>
          </p:cNvCxnSpPr>
          <p:nvPr>
            <p:custDataLst>
              <p:tags r:id="rId13"/>
            </p:custDataLst>
          </p:nvPr>
        </p:nvCxnSpPr>
        <p:spPr>
          <a:xfrm flipV="1">
            <a:off x="2961283" y="3307970"/>
            <a:ext cx="824544" cy="39418"/>
          </a:xfrm>
          <a:prstGeom prst="curvedConnector3">
            <a:avLst>
              <a:gd name="adj1" fmla="val 50000"/>
            </a:avLst>
          </a:prstGeom>
          <a:ln w="28575">
            <a:solidFill>
              <a:srgbClr val="FF9D75"/>
            </a:solidFill>
            <a:tailEnd type="triangle"/>
          </a:ln>
        </p:spPr>
        <p:style>
          <a:lnRef idx="1">
            <a:schemeClr val="accent1"/>
          </a:lnRef>
          <a:fillRef idx="0">
            <a:schemeClr val="accent1"/>
          </a:fillRef>
          <a:effectRef idx="0">
            <a:schemeClr val="accent1"/>
          </a:effectRef>
          <a:fontRef idx="minor">
            <a:schemeClr val="tx1"/>
          </a:fontRef>
        </p:style>
      </p:cxnSp>
      <p:pic>
        <p:nvPicPr>
          <p:cNvPr id="154" name="Image 153">
            <a:extLst>
              <a:ext uri="{FF2B5EF4-FFF2-40B4-BE49-F238E27FC236}">
                <a16:creationId xmlns:a16="http://schemas.microsoft.com/office/drawing/2014/main" id="{8E7192CF-5D49-5F4C-63CC-FC1469659B07}"/>
              </a:ext>
            </a:extLst>
          </p:cNvPr>
          <p:cNvPicPr>
            <a:picLocks noChangeAspect="1"/>
          </p:cNvPicPr>
          <p:nvPr/>
        </p:nvPicPr>
        <p:blipFill rotWithShape="1">
          <a:blip r:embed="rId25">
            <a:extLst>
              <a:ext uri="{28A0092B-C50C-407E-A947-70E740481C1C}">
                <a14:useLocalDpi xmlns:a14="http://schemas.microsoft.com/office/drawing/2010/main" val="0"/>
              </a:ext>
            </a:extLst>
          </a:blip>
          <a:srcRect l="7582" t="12188" r="4551" b="10305"/>
          <a:stretch/>
        </p:blipFill>
        <p:spPr>
          <a:xfrm flipH="1">
            <a:off x="2332622" y="3058520"/>
            <a:ext cx="628661" cy="577735"/>
          </a:xfrm>
          <a:prstGeom prst="rect">
            <a:avLst/>
          </a:prstGeom>
        </p:spPr>
      </p:pic>
      <p:cxnSp>
        <p:nvCxnSpPr>
          <p:cNvPr id="155" name="Connecteur droit avec flèche 154">
            <a:extLst>
              <a:ext uri="{FF2B5EF4-FFF2-40B4-BE49-F238E27FC236}">
                <a16:creationId xmlns:a16="http://schemas.microsoft.com/office/drawing/2014/main" id="{F0AE2DEA-F56B-9DCA-91B3-37945196E50E}"/>
              </a:ext>
            </a:extLst>
          </p:cNvPr>
          <p:cNvCxnSpPr>
            <a:cxnSpLocks/>
            <a:stCxn id="152" idx="1"/>
            <a:endCxn id="154" idx="3"/>
          </p:cNvCxnSpPr>
          <p:nvPr>
            <p:custDataLst>
              <p:tags r:id="rId14"/>
            </p:custDataLst>
          </p:nvPr>
        </p:nvCxnSpPr>
        <p:spPr>
          <a:xfrm>
            <a:off x="1802416" y="3347388"/>
            <a:ext cx="530206" cy="0"/>
          </a:xfrm>
          <a:prstGeom prst="straightConnector1">
            <a:avLst/>
          </a:prstGeom>
          <a:ln w="28575">
            <a:solidFill>
              <a:srgbClr val="1D4FB9"/>
            </a:solidFill>
            <a:tailEnd type="arrow"/>
          </a:ln>
        </p:spPr>
        <p:style>
          <a:lnRef idx="1">
            <a:schemeClr val="accent3"/>
          </a:lnRef>
          <a:fillRef idx="2">
            <a:schemeClr val="accent3"/>
          </a:fillRef>
          <a:effectRef idx="1">
            <a:schemeClr val="accent3"/>
          </a:effectRef>
          <a:fontRef idx="minor">
            <a:schemeClr val="dk1"/>
          </a:fontRef>
        </p:style>
      </p:cxnSp>
      <p:sp>
        <p:nvSpPr>
          <p:cNvPr id="156" name="Forme libre 8">
            <a:extLst>
              <a:ext uri="{FF2B5EF4-FFF2-40B4-BE49-F238E27FC236}">
                <a16:creationId xmlns:a16="http://schemas.microsoft.com/office/drawing/2014/main" id="{76D85A44-B402-B04C-728E-BA67F98CB061}"/>
              </a:ext>
            </a:extLst>
          </p:cNvPr>
          <p:cNvSpPr>
            <a:spLocks noChangeAspect="1"/>
          </p:cNvSpPr>
          <p:nvPr/>
        </p:nvSpPr>
        <p:spPr>
          <a:xfrm flipH="1">
            <a:off x="1874879" y="2978443"/>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1D4FB9"/>
          </a:solidFill>
          <a:ln w="2191" cap="flat">
            <a:solidFill>
              <a:srgbClr val="1D4FB9"/>
            </a:solidFill>
            <a:prstDash val="solid"/>
            <a:miter/>
          </a:ln>
        </p:spPr>
        <p:txBody>
          <a:bodyPr rtlCol="0" anchor="ctr"/>
          <a:lstStyle/>
          <a:p>
            <a:endParaRPr lang="fr-FR"/>
          </a:p>
        </p:txBody>
      </p:sp>
      <p:sp>
        <p:nvSpPr>
          <p:cNvPr id="157" name="Rectangle 156">
            <a:extLst>
              <a:ext uri="{FF2B5EF4-FFF2-40B4-BE49-F238E27FC236}">
                <a16:creationId xmlns:a16="http://schemas.microsoft.com/office/drawing/2014/main" id="{2E83E639-6F5D-CC15-5D07-6E9A530CA809}"/>
              </a:ext>
            </a:extLst>
          </p:cNvPr>
          <p:cNvSpPr/>
          <p:nvPr>
            <p:custDataLst>
              <p:tags r:id="rId15"/>
            </p:custDataLst>
          </p:nvPr>
        </p:nvSpPr>
        <p:spPr>
          <a:xfrm>
            <a:off x="153474" y="4405174"/>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cxnSp>
        <p:nvCxnSpPr>
          <p:cNvPr id="158" name="Connecteur en arc 22">
            <a:extLst>
              <a:ext uri="{FF2B5EF4-FFF2-40B4-BE49-F238E27FC236}">
                <a16:creationId xmlns:a16="http://schemas.microsoft.com/office/drawing/2014/main" id="{A8356A68-0541-AF0A-61B2-A374EEE8757F}"/>
              </a:ext>
            </a:extLst>
          </p:cNvPr>
          <p:cNvCxnSpPr>
            <a:cxnSpLocks/>
            <a:stCxn id="164" idx="6"/>
          </p:cNvCxnSpPr>
          <p:nvPr>
            <p:custDataLst>
              <p:tags r:id="rId16"/>
            </p:custDataLst>
          </p:nvPr>
        </p:nvCxnSpPr>
        <p:spPr>
          <a:xfrm flipV="1">
            <a:off x="2869030" y="4365017"/>
            <a:ext cx="1026756" cy="326430"/>
          </a:xfrm>
          <a:prstGeom prst="curvedConnector3">
            <a:avLst/>
          </a:prstGeom>
          <a:ln w="28575">
            <a:solidFill>
              <a:srgbClr val="FF9D75"/>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Connecteur en arc 30">
            <a:extLst>
              <a:ext uri="{FF2B5EF4-FFF2-40B4-BE49-F238E27FC236}">
                <a16:creationId xmlns:a16="http://schemas.microsoft.com/office/drawing/2014/main" id="{D6EEAE69-5099-B7E4-0C8C-D2A384BF1149}"/>
              </a:ext>
            </a:extLst>
          </p:cNvPr>
          <p:cNvCxnSpPr>
            <a:cxnSpLocks/>
          </p:cNvCxnSpPr>
          <p:nvPr>
            <p:custDataLst>
              <p:tags r:id="rId17"/>
            </p:custDataLst>
          </p:nvPr>
        </p:nvCxnSpPr>
        <p:spPr>
          <a:xfrm rot="10800000">
            <a:off x="5540987" y="4457309"/>
            <a:ext cx="943341" cy="223938"/>
          </a:xfrm>
          <a:prstGeom prst="curvedConnector3">
            <a:avLst/>
          </a:prstGeom>
          <a:ln w="28575">
            <a:solidFill>
              <a:srgbClr val="FF9D75"/>
            </a:solidFill>
            <a:tailEnd type="triangle"/>
          </a:ln>
        </p:spPr>
        <p:style>
          <a:lnRef idx="1">
            <a:schemeClr val="accent1"/>
          </a:lnRef>
          <a:fillRef idx="0">
            <a:schemeClr val="accent1"/>
          </a:fillRef>
          <a:effectRef idx="0">
            <a:schemeClr val="accent1"/>
          </a:effectRef>
          <a:fontRef idx="minor">
            <a:schemeClr val="tx1"/>
          </a:fontRef>
        </p:style>
      </p:cxnSp>
      <p:sp>
        <p:nvSpPr>
          <p:cNvPr id="160" name="Rectangle 159">
            <a:extLst>
              <a:ext uri="{FF2B5EF4-FFF2-40B4-BE49-F238E27FC236}">
                <a16:creationId xmlns:a16="http://schemas.microsoft.com/office/drawing/2014/main" id="{EC448042-0956-7DB6-198A-98D3ED447C2F}"/>
              </a:ext>
            </a:extLst>
          </p:cNvPr>
          <p:cNvSpPr/>
          <p:nvPr>
            <p:custDataLst>
              <p:tags r:id="rId18"/>
            </p:custDataLst>
          </p:nvPr>
        </p:nvSpPr>
        <p:spPr>
          <a:xfrm>
            <a:off x="7647390" y="4368684"/>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cxnSp>
        <p:nvCxnSpPr>
          <p:cNvPr id="161" name="Connecteur droit avec flèche 160">
            <a:extLst>
              <a:ext uri="{FF2B5EF4-FFF2-40B4-BE49-F238E27FC236}">
                <a16:creationId xmlns:a16="http://schemas.microsoft.com/office/drawing/2014/main" id="{25FCF969-2F28-9D01-A948-065EE077BB2F}"/>
              </a:ext>
            </a:extLst>
          </p:cNvPr>
          <p:cNvCxnSpPr>
            <a:cxnSpLocks/>
            <a:stCxn id="157" idx="3"/>
          </p:cNvCxnSpPr>
          <p:nvPr>
            <p:custDataLst>
              <p:tags r:id="rId19"/>
            </p:custDataLst>
          </p:nvPr>
        </p:nvCxnSpPr>
        <p:spPr>
          <a:xfrm>
            <a:off x="1798674" y="4696431"/>
            <a:ext cx="546591" cy="0"/>
          </a:xfrm>
          <a:prstGeom prst="straightConnector1">
            <a:avLst/>
          </a:prstGeom>
          <a:ln w="28575">
            <a:solidFill>
              <a:srgbClr val="C130FE"/>
            </a:solidFill>
            <a:tailEnd type="arrow"/>
          </a:ln>
        </p:spPr>
        <p:style>
          <a:lnRef idx="1">
            <a:schemeClr val="accent3"/>
          </a:lnRef>
          <a:fillRef idx="2">
            <a:schemeClr val="accent3"/>
          </a:fillRef>
          <a:effectRef idx="1">
            <a:schemeClr val="accent3"/>
          </a:effectRef>
          <a:fontRef idx="minor">
            <a:schemeClr val="dk1"/>
          </a:fontRef>
        </p:style>
      </p:cxnSp>
      <p:sp>
        <p:nvSpPr>
          <p:cNvPr id="162" name="Forme libre 8">
            <a:extLst>
              <a:ext uri="{FF2B5EF4-FFF2-40B4-BE49-F238E27FC236}">
                <a16:creationId xmlns:a16="http://schemas.microsoft.com/office/drawing/2014/main" id="{DFC25779-7D2D-F9F1-4FE6-D23A700C35B8}"/>
              </a:ext>
            </a:extLst>
          </p:cNvPr>
          <p:cNvSpPr>
            <a:spLocks noChangeAspect="1"/>
          </p:cNvSpPr>
          <p:nvPr/>
        </p:nvSpPr>
        <p:spPr>
          <a:xfrm>
            <a:off x="1840249" y="4287997"/>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C130FE"/>
          </a:solidFill>
          <a:ln w="2191" cap="flat">
            <a:solidFill>
              <a:srgbClr val="C130FE"/>
            </a:solidFill>
            <a:prstDash val="solid"/>
            <a:miter/>
          </a:ln>
        </p:spPr>
        <p:txBody>
          <a:bodyPr rtlCol="0" anchor="ctr"/>
          <a:lstStyle/>
          <a:p>
            <a:endParaRPr lang="fr-FR"/>
          </a:p>
        </p:txBody>
      </p:sp>
      <p:grpSp>
        <p:nvGrpSpPr>
          <p:cNvPr id="163" name="Groupe 162">
            <a:extLst>
              <a:ext uri="{FF2B5EF4-FFF2-40B4-BE49-F238E27FC236}">
                <a16:creationId xmlns:a16="http://schemas.microsoft.com/office/drawing/2014/main" id="{B789AA9D-AFDC-687D-DB7D-1F9FD297F744}"/>
              </a:ext>
            </a:extLst>
          </p:cNvPr>
          <p:cNvGrpSpPr/>
          <p:nvPr/>
        </p:nvGrpSpPr>
        <p:grpSpPr>
          <a:xfrm>
            <a:off x="2345265" y="4395991"/>
            <a:ext cx="523765" cy="582513"/>
            <a:chOff x="2599265" y="4395991"/>
            <a:chExt cx="523765" cy="582513"/>
          </a:xfrm>
        </p:grpSpPr>
        <p:sp>
          <p:nvSpPr>
            <p:cNvPr id="164" name="Ellipse 163">
              <a:extLst>
                <a:ext uri="{FF2B5EF4-FFF2-40B4-BE49-F238E27FC236}">
                  <a16:creationId xmlns:a16="http://schemas.microsoft.com/office/drawing/2014/main" id="{36200A1C-3550-C919-3848-5C33442BD969}"/>
                </a:ext>
              </a:extLst>
            </p:cNvPr>
            <p:cNvSpPr/>
            <p:nvPr/>
          </p:nvSpPr>
          <p:spPr>
            <a:xfrm flipV="1">
              <a:off x="2686072" y="4502320"/>
              <a:ext cx="436958" cy="378255"/>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sp>
          <p:nvSpPr>
            <p:cNvPr id="165" name="Arc 164">
              <a:extLst>
                <a:ext uri="{FF2B5EF4-FFF2-40B4-BE49-F238E27FC236}">
                  <a16:creationId xmlns:a16="http://schemas.microsoft.com/office/drawing/2014/main" id="{1F3238B9-B939-426D-13AA-158400CB23BD}"/>
                </a:ext>
              </a:extLst>
            </p:cNvPr>
            <p:cNvSpPr/>
            <p:nvPr/>
          </p:nvSpPr>
          <p:spPr>
            <a:xfrm rot="5400000" flipV="1">
              <a:off x="2546349" y="4448907"/>
              <a:ext cx="582513" cy="476681"/>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grpSp>
      <p:sp>
        <p:nvSpPr>
          <p:cNvPr id="166" name="Forme libre 8">
            <a:extLst>
              <a:ext uri="{FF2B5EF4-FFF2-40B4-BE49-F238E27FC236}">
                <a16:creationId xmlns:a16="http://schemas.microsoft.com/office/drawing/2014/main" id="{E3858648-3088-CE35-BBE3-A02FABC86000}"/>
              </a:ext>
            </a:extLst>
          </p:cNvPr>
          <p:cNvSpPr>
            <a:spLocks noChangeAspect="1"/>
          </p:cNvSpPr>
          <p:nvPr/>
        </p:nvSpPr>
        <p:spPr>
          <a:xfrm>
            <a:off x="3294208" y="3975540"/>
            <a:ext cx="492341" cy="28314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chemeClr val="accent2"/>
            </a:solidFill>
            <a:prstDash val="solid"/>
            <a:miter/>
          </a:ln>
        </p:spPr>
        <p:txBody>
          <a:bodyPr rtlCol="0" anchor="ctr"/>
          <a:lstStyle/>
          <a:p>
            <a:pPr algn="ctr"/>
            <a:r>
              <a:rPr lang="fr-FR" sz="800"/>
              <a:t>Pivot</a:t>
            </a:r>
          </a:p>
        </p:txBody>
      </p:sp>
      <p:grpSp>
        <p:nvGrpSpPr>
          <p:cNvPr id="167" name="Groupe 166">
            <a:extLst>
              <a:ext uri="{FF2B5EF4-FFF2-40B4-BE49-F238E27FC236}">
                <a16:creationId xmlns:a16="http://schemas.microsoft.com/office/drawing/2014/main" id="{F49A908B-8317-D282-767A-745AAF49FAA3}"/>
              </a:ext>
            </a:extLst>
          </p:cNvPr>
          <p:cNvGrpSpPr/>
          <p:nvPr/>
        </p:nvGrpSpPr>
        <p:grpSpPr>
          <a:xfrm>
            <a:off x="6538934" y="4395991"/>
            <a:ext cx="523765" cy="582513"/>
            <a:chOff x="6869134" y="4395991"/>
            <a:chExt cx="523765" cy="582513"/>
          </a:xfrm>
        </p:grpSpPr>
        <p:sp>
          <p:nvSpPr>
            <p:cNvPr id="168" name="Ellipse 167">
              <a:extLst>
                <a:ext uri="{FF2B5EF4-FFF2-40B4-BE49-F238E27FC236}">
                  <a16:creationId xmlns:a16="http://schemas.microsoft.com/office/drawing/2014/main" id="{0C1F5980-6252-C660-5DCD-41E1D02FD10D}"/>
                </a:ext>
              </a:extLst>
            </p:cNvPr>
            <p:cNvSpPr/>
            <p:nvPr/>
          </p:nvSpPr>
          <p:spPr>
            <a:xfrm flipH="1">
              <a:off x="6869134" y="4493921"/>
              <a:ext cx="436958" cy="378255"/>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sp>
          <p:nvSpPr>
            <p:cNvPr id="169" name="Arc 168">
              <a:extLst>
                <a:ext uri="{FF2B5EF4-FFF2-40B4-BE49-F238E27FC236}">
                  <a16:creationId xmlns:a16="http://schemas.microsoft.com/office/drawing/2014/main" id="{72051DAA-8B2F-54DF-F469-24EB2C9B3647}"/>
                </a:ext>
              </a:extLst>
            </p:cNvPr>
            <p:cNvSpPr/>
            <p:nvPr/>
          </p:nvSpPr>
          <p:spPr>
            <a:xfrm rot="5400000" flipH="1">
              <a:off x="6863302" y="4448907"/>
              <a:ext cx="582513" cy="476681"/>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grpSp>
      <p:cxnSp>
        <p:nvCxnSpPr>
          <p:cNvPr id="170" name="Connecteur droit avec flèche 169">
            <a:extLst>
              <a:ext uri="{FF2B5EF4-FFF2-40B4-BE49-F238E27FC236}">
                <a16:creationId xmlns:a16="http://schemas.microsoft.com/office/drawing/2014/main" id="{B70BF095-14FA-719D-3C56-2AAF30B745EB}"/>
              </a:ext>
            </a:extLst>
          </p:cNvPr>
          <p:cNvCxnSpPr>
            <a:cxnSpLocks/>
            <a:endCxn id="160" idx="1"/>
          </p:cNvCxnSpPr>
          <p:nvPr>
            <p:custDataLst>
              <p:tags r:id="rId20"/>
            </p:custDataLst>
          </p:nvPr>
        </p:nvCxnSpPr>
        <p:spPr>
          <a:xfrm>
            <a:off x="7069019" y="4659941"/>
            <a:ext cx="578371" cy="0"/>
          </a:xfrm>
          <a:prstGeom prst="straightConnector1">
            <a:avLst/>
          </a:prstGeom>
          <a:ln w="28575">
            <a:solidFill>
              <a:schemeClr val="accent1"/>
            </a:solidFill>
            <a:tailEnd type="arrow"/>
          </a:ln>
        </p:spPr>
        <p:style>
          <a:lnRef idx="1">
            <a:schemeClr val="accent3"/>
          </a:lnRef>
          <a:fillRef idx="2">
            <a:schemeClr val="accent3"/>
          </a:fillRef>
          <a:effectRef idx="1">
            <a:schemeClr val="accent3"/>
          </a:effectRef>
          <a:fontRef idx="minor">
            <a:schemeClr val="dk1"/>
          </a:fontRef>
        </p:style>
      </p:cxnSp>
      <p:sp>
        <p:nvSpPr>
          <p:cNvPr id="171" name="Forme libre 8">
            <a:extLst>
              <a:ext uri="{FF2B5EF4-FFF2-40B4-BE49-F238E27FC236}">
                <a16:creationId xmlns:a16="http://schemas.microsoft.com/office/drawing/2014/main" id="{CC085093-0851-6D4F-FB46-F0898E294B93}"/>
              </a:ext>
            </a:extLst>
          </p:cNvPr>
          <p:cNvSpPr>
            <a:spLocks noChangeAspect="1"/>
          </p:cNvSpPr>
          <p:nvPr/>
        </p:nvSpPr>
        <p:spPr>
          <a:xfrm>
            <a:off x="7162846" y="4341417"/>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1"/>
          </a:solidFill>
          <a:ln w="2191" cap="flat">
            <a:solidFill>
              <a:schemeClr val="accent1"/>
            </a:solidFill>
            <a:prstDash val="solid"/>
            <a:miter/>
          </a:ln>
        </p:spPr>
        <p:txBody>
          <a:bodyPr rtlCol="0" anchor="ctr"/>
          <a:lstStyle/>
          <a:p>
            <a:endParaRPr lang="fr-FR"/>
          </a:p>
        </p:txBody>
      </p:sp>
      <p:cxnSp>
        <p:nvCxnSpPr>
          <p:cNvPr id="172" name="Connecteur droit 171">
            <a:extLst>
              <a:ext uri="{FF2B5EF4-FFF2-40B4-BE49-F238E27FC236}">
                <a16:creationId xmlns:a16="http://schemas.microsoft.com/office/drawing/2014/main" id="{05245270-4A99-E232-9DBA-E0A641B23CEF}"/>
              </a:ext>
            </a:extLst>
          </p:cNvPr>
          <p:cNvCxnSpPr>
            <a:cxnSpLocks/>
            <a:stCxn id="117" idx="2"/>
            <a:endCxn id="118" idx="0"/>
          </p:cNvCxnSpPr>
          <p:nvPr>
            <p:custDataLst>
              <p:tags r:id="rId21"/>
            </p:custDataLst>
          </p:nvPr>
        </p:nvCxnSpPr>
        <p:spPr>
          <a:xfrm>
            <a:off x="4715164" y="4813616"/>
            <a:ext cx="3969" cy="4415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3" name="ZoneTexte 172">
            <a:extLst>
              <a:ext uri="{FF2B5EF4-FFF2-40B4-BE49-F238E27FC236}">
                <a16:creationId xmlns:a16="http://schemas.microsoft.com/office/drawing/2014/main" id="{736B8585-4584-66E2-EA72-AFD38558FEE8}"/>
              </a:ext>
            </a:extLst>
          </p:cNvPr>
          <p:cNvSpPr txBox="1"/>
          <p:nvPr>
            <p:custDataLst>
              <p:tags r:id="rId22"/>
            </p:custDataLst>
          </p:nvPr>
        </p:nvSpPr>
        <p:spPr>
          <a:xfrm>
            <a:off x="3380354" y="1068330"/>
            <a:ext cx="2736304" cy="261610"/>
          </a:xfrm>
          <a:prstGeom prst="rect">
            <a:avLst/>
          </a:prstGeom>
          <a:noFill/>
        </p:spPr>
        <p:txBody>
          <a:bodyPr wrap="square" rtlCol="0">
            <a:spAutoFit/>
          </a:bodyPr>
          <a:lstStyle/>
          <a:p>
            <a:pPr algn="ctr"/>
            <a:r>
              <a:rPr lang="fr-FR" sz="1100" b="1" spc="300" dirty="0"/>
              <a:t>PUBLISH / SUBSCRIBE</a:t>
            </a:r>
          </a:p>
        </p:txBody>
      </p:sp>
      <p:sp>
        <p:nvSpPr>
          <p:cNvPr id="174" name="Forme libre 8">
            <a:extLst>
              <a:ext uri="{FF2B5EF4-FFF2-40B4-BE49-F238E27FC236}">
                <a16:creationId xmlns:a16="http://schemas.microsoft.com/office/drawing/2014/main" id="{6CA1BA07-9765-7A87-2A6C-C2947005678D}"/>
              </a:ext>
            </a:extLst>
          </p:cNvPr>
          <p:cNvSpPr>
            <a:spLocks noChangeAspect="1"/>
          </p:cNvSpPr>
          <p:nvPr/>
        </p:nvSpPr>
        <p:spPr>
          <a:xfrm>
            <a:off x="3272806" y="2978190"/>
            <a:ext cx="492341" cy="28314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chemeClr val="accent2"/>
            </a:solidFill>
            <a:prstDash val="solid"/>
            <a:miter/>
          </a:ln>
        </p:spPr>
        <p:txBody>
          <a:bodyPr rtlCol="0" anchor="ctr"/>
          <a:lstStyle/>
          <a:p>
            <a:pPr algn="ctr"/>
            <a:r>
              <a:rPr lang="fr-FR" sz="800"/>
              <a:t>Pivot</a:t>
            </a:r>
          </a:p>
        </p:txBody>
      </p:sp>
      <p:sp>
        <p:nvSpPr>
          <p:cNvPr id="175" name="Forme libre 8">
            <a:extLst>
              <a:ext uri="{FF2B5EF4-FFF2-40B4-BE49-F238E27FC236}">
                <a16:creationId xmlns:a16="http://schemas.microsoft.com/office/drawing/2014/main" id="{1C9230C5-3DC2-00F0-A9AE-181529172AF2}"/>
              </a:ext>
            </a:extLst>
          </p:cNvPr>
          <p:cNvSpPr>
            <a:spLocks noChangeAspect="1"/>
          </p:cNvSpPr>
          <p:nvPr/>
        </p:nvSpPr>
        <p:spPr>
          <a:xfrm>
            <a:off x="3507612" y="1787045"/>
            <a:ext cx="492341" cy="28314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chemeClr val="accent2"/>
            </a:solidFill>
            <a:prstDash val="solid"/>
            <a:miter/>
          </a:ln>
        </p:spPr>
        <p:txBody>
          <a:bodyPr rtlCol="0" anchor="ctr"/>
          <a:lstStyle/>
          <a:p>
            <a:pPr algn="ctr"/>
            <a:r>
              <a:rPr lang="fr-FR" sz="800"/>
              <a:t>Pivot</a:t>
            </a:r>
          </a:p>
        </p:txBody>
      </p:sp>
      <p:sp>
        <p:nvSpPr>
          <p:cNvPr id="176" name="Forme libre 8">
            <a:extLst>
              <a:ext uri="{FF2B5EF4-FFF2-40B4-BE49-F238E27FC236}">
                <a16:creationId xmlns:a16="http://schemas.microsoft.com/office/drawing/2014/main" id="{81A42E21-B523-9D2C-ED49-2688760D3765}"/>
              </a:ext>
            </a:extLst>
          </p:cNvPr>
          <p:cNvSpPr>
            <a:spLocks noChangeAspect="1"/>
          </p:cNvSpPr>
          <p:nvPr/>
        </p:nvSpPr>
        <p:spPr>
          <a:xfrm>
            <a:off x="5448848" y="1793119"/>
            <a:ext cx="492341" cy="28314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chemeClr val="accent2"/>
            </a:solidFill>
            <a:prstDash val="solid"/>
            <a:miter/>
          </a:ln>
        </p:spPr>
        <p:txBody>
          <a:bodyPr rtlCol="0" anchor="ctr"/>
          <a:lstStyle/>
          <a:p>
            <a:pPr algn="ctr"/>
            <a:r>
              <a:rPr lang="fr-FR" sz="800"/>
              <a:t>Pivot</a:t>
            </a:r>
          </a:p>
        </p:txBody>
      </p:sp>
      <p:sp>
        <p:nvSpPr>
          <p:cNvPr id="177" name="Forme libre 8">
            <a:extLst>
              <a:ext uri="{FF2B5EF4-FFF2-40B4-BE49-F238E27FC236}">
                <a16:creationId xmlns:a16="http://schemas.microsoft.com/office/drawing/2014/main" id="{953B5999-592D-2306-3D89-3579FF80825C}"/>
              </a:ext>
            </a:extLst>
          </p:cNvPr>
          <p:cNvSpPr>
            <a:spLocks noChangeAspect="1"/>
          </p:cNvSpPr>
          <p:nvPr/>
        </p:nvSpPr>
        <p:spPr>
          <a:xfrm>
            <a:off x="5686162" y="3017911"/>
            <a:ext cx="492341" cy="28314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chemeClr val="accent2"/>
            </a:solidFill>
            <a:prstDash val="solid"/>
            <a:miter/>
          </a:ln>
        </p:spPr>
        <p:txBody>
          <a:bodyPr rtlCol="0" anchor="ctr"/>
          <a:lstStyle/>
          <a:p>
            <a:pPr algn="ctr"/>
            <a:r>
              <a:rPr lang="fr-FR" sz="800"/>
              <a:t>Pivot</a:t>
            </a:r>
          </a:p>
        </p:txBody>
      </p:sp>
      <p:sp>
        <p:nvSpPr>
          <p:cNvPr id="178" name="Forme libre 8">
            <a:extLst>
              <a:ext uri="{FF2B5EF4-FFF2-40B4-BE49-F238E27FC236}">
                <a16:creationId xmlns:a16="http://schemas.microsoft.com/office/drawing/2014/main" id="{5AD35BFE-9D63-6606-DB31-B6E17A6E9D28}"/>
              </a:ext>
            </a:extLst>
          </p:cNvPr>
          <p:cNvSpPr>
            <a:spLocks noChangeAspect="1"/>
          </p:cNvSpPr>
          <p:nvPr/>
        </p:nvSpPr>
        <p:spPr>
          <a:xfrm>
            <a:off x="5656586" y="4034006"/>
            <a:ext cx="492341" cy="28314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chemeClr val="accent2"/>
            </a:solidFill>
            <a:prstDash val="solid"/>
            <a:miter/>
          </a:ln>
        </p:spPr>
        <p:txBody>
          <a:bodyPr rtlCol="0" anchor="ctr"/>
          <a:lstStyle/>
          <a:p>
            <a:pPr algn="ctr"/>
            <a:r>
              <a:rPr lang="fr-FR" sz="800"/>
              <a:t>Pivot</a:t>
            </a:r>
          </a:p>
        </p:txBody>
      </p:sp>
      <p:grpSp>
        <p:nvGrpSpPr>
          <p:cNvPr id="179" name="Groupe 178">
            <a:extLst>
              <a:ext uri="{FF2B5EF4-FFF2-40B4-BE49-F238E27FC236}">
                <a16:creationId xmlns:a16="http://schemas.microsoft.com/office/drawing/2014/main" id="{1415956E-2381-292C-DA0E-86AB59C0F3D7}"/>
              </a:ext>
            </a:extLst>
          </p:cNvPr>
          <p:cNvGrpSpPr/>
          <p:nvPr/>
        </p:nvGrpSpPr>
        <p:grpSpPr>
          <a:xfrm>
            <a:off x="6498510" y="3058267"/>
            <a:ext cx="564189" cy="577735"/>
            <a:chOff x="6498510" y="3058267"/>
            <a:chExt cx="564189" cy="577735"/>
          </a:xfrm>
        </p:grpSpPr>
        <p:pic>
          <p:nvPicPr>
            <p:cNvPr id="180" name="Image 179">
              <a:extLst>
                <a:ext uri="{FF2B5EF4-FFF2-40B4-BE49-F238E27FC236}">
                  <a16:creationId xmlns:a16="http://schemas.microsoft.com/office/drawing/2014/main" id="{69CB7CFF-5846-B2E4-32D5-A9F28EB9CFA4}"/>
                </a:ext>
              </a:extLst>
            </p:cNvPr>
            <p:cNvPicPr>
              <a:picLocks noChangeAspect="1"/>
            </p:cNvPicPr>
            <p:nvPr/>
          </p:nvPicPr>
          <p:blipFill rotWithShape="1">
            <a:blip r:embed="rId25">
              <a:extLst>
                <a:ext uri="{28A0092B-C50C-407E-A947-70E740481C1C}">
                  <a14:useLocalDpi xmlns:a14="http://schemas.microsoft.com/office/drawing/2010/main" val="0"/>
                </a:ext>
              </a:extLst>
            </a:blip>
            <a:srcRect l="7582" t="12188" r="4551" b="10305"/>
            <a:stretch/>
          </p:blipFill>
          <p:spPr>
            <a:xfrm>
              <a:off x="6498510" y="3058267"/>
              <a:ext cx="564189" cy="577735"/>
            </a:xfrm>
            <a:prstGeom prst="rect">
              <a:avLst/>
            </a:prstGeom>
          </p:spPr>
        </p:pic>
        <p:sp>
          <p:nvSpPr>
            <p:cNvPr id="181" name="Rectangle 180">
              <a:extLst>
                <a:ext uri="{FF2B5EF4-FFF2-40B4-BE49-F238E27FC236}">
                  <a16:creationId xmlns:a16="http://schemas.microsoft.com/office/drawing/2014/main" id="{64ED0EE3-E9BD-BD61-A250-E83F373E8187}"/>
                </a:ext>
              </a:extLst>
            </p:cNvPr>
            <p:cNvSpPr/>
            <p:nvPr/>
          </p:nvSpPr>
          <p:spPr>
            <a:xfrm>
              <a:off x="6879625" y="3347134"/>
              <a:ext cx="176813" cy="137160"/>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2" name="Rectangle 181">
              <a:extLst>
                <a:ext uri="{FF2B5EF4-FFF2-40B4-BE49-F238E27FC236}">
                  <a16:creationId xmlns:a16="http://schemas.microsoft.com/office/drawing/2014/main" id="{37C604A0-32B1-15DF-CAC0-3E2FD335A14B}"/>
                </a:ext>
              </a:extLst>
            </p:cNvPr>
            <p:cNvSpPr/>
            <p:nvPr/>
          </p:nvSpPr>
          <p:spPr>
            <a:xfrm>
              <a:off x="6879625" y="3208258"/>
              <a:ext cx="176813" cy="137160"/>
            </a:xfrm>
            <a:prstGeom prst="rect">
              <a:avLst/>
            </a:prstGeom>
            <a:solidFill>
              <a:schemeClr val="accent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376736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e 8">
            <a:extLst>
              <a:ext uri="{FF2B5EF4-FFF2-40B4-BE49-F238E27FC236}">
                <a16:creationId xmlns:a16="http://schemas.microsoft.com/office/drawing/2014/main" id="{256956E1-F0AD-0534-522B-97A6B1F52426}"/>
              </a:ext>
            </a:extLst>
          </p:cNvPr>
          <p:cNvGrpSpPr/>
          <p:nvPr/>
        </p:nvGrpSpPr>
        <p:grpSpPr>
          <a:xfrm>
            <a:off x="6504830" y="4420999"/>
            <a:ext cx="564189" cy="577735"/>
            <a:chOff x="6498510" y="3058267"/>
            <a:chExt cx="564189" cy="577735"/>
          </a:xfrm>
        </p:grpSpPr>
        <p:pic>
          <p:nvPicPr>
            <p:cNvPr id="10" name="Image 9">
              <a:extLst>
                <a:ext uri="{FF2B5EF4-FFF2-40B4-BE49-F238E27FC236}">
                  <a16:creationId xmlns:a16="http://schemas.microsoft.com/office/drawing/2014/main" id="{F363C8B2-F459-5FCE-5A5D-2B067B76495E}"/>
                </a:ext>
              </a:extLst>
            </p:cNvPr>
            <p:cNvPicPr>
              <a:picLocks noChangeAspect="1"/>
            </p:cNvPicPr>
            <p:nvPr/>
          </p:nvPicPr>
          <p:blipFill rotWithShape="1">
            <a:blip r:embed="rId25">
              <a:extLst>
                <a:ext uri="{28A0092B-C50C-407E-A947-70E740481C1C}">
                  <a14:useLocalDpi xmlns:a14="http://schemas.microsoft.com/office/drawing/2010/main" val="0"/>
                </a:ext>
              </a:extLst>
            </a:blip>
            <a:srcRect l="7582" t="12188" r="4551" b="10305"/>
            <a:stretch/>
          </p:blipFill>
          <p:spPr>
            <a:xfrm>
              <a:off x="6498510" y="3058267"/>
              <a:ext cx="564189" cy="577735"/>
            </a:xfrm>
            <a:prstGeom prst="rect">
              <a:avLst/>
            </a:prstGeom>
          </p:spPr>
        </p:pic>
        <p:sp>
          <p:nvSpPr>
            <p:cNvPr id="11" name="Rectangle 10">
              <a:extLst>
                <a:ext uri="{FF2B5EF4-FFF2-40B4-BE49-F238E27FC236}">
                  <a16:creationId xmlns:a16="http://schemas.microsoft.com/office/drawing/2014/main" id="{03C7A6E8-589F-2C2E-F629-846F98D4F766}"/>
                </a:ext>
              </a:extLst>
            </p:cNvPr>
            <p:cNvSpPr/>
            <p:nvPr/>
          </p:nvSpPr>
          <p:spPr>
            <a:xfrm>
              <a:off x="6879625" y="3347134"/>
              <a:ext cx="176813" cy="137160"/>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8AD23B4F-F99E-5076-9709-F13D83FA3FB6}"/>
                </a:ext>
              </a:extLst>
            </p:cNvPr>
            <p:cNvSpPr/>
            <p:nvPr/>
          </p:nvSpPr>
          <p:spPr>
            <a:xfrm>
              <a:off x="6879625" y="3208258"/>
              <a:ext cx="176813" cy="137160"/>
            </a:xfrm>
            <a:prstGeom prst="rect">
              <a:avLst/>
            </a:prstGeom>
            <a:solidFill>
              <a:schemeClr val="accent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45" name="Image 144">
            <a:extLst>
              <a:ext uri="{FF2B5EF4-FFF2-40B4-BE49-F238E27FC236}">
                <a16:creationId xmlns:a16="http://schemas.microsoft.com/office/drawing/2014/main" id="{ED8A1E1D-3EBC-F7A3-074D-DA71F2D80649}"/>
              </a:ext>
            </a:extLst>
          </p:cNvPr>
          <p:cNvPicPr>
            <a:picLocks noChangeAspect="1"/>
          </p:cNvPicPr>
          <p:nvPr/>
        </p:nvPicPr>
        <p:blipFill rotWithShape="1">
          <a:blip r:embed="rId25">
            <a:extLst>
              <a:ext uri="{28A0092B-C50C-407E-A947-70E740481C1C}">
                <a14:useLocalDpi xmlns:a14="http://schemas.microsoft.com/office/drawing/2010/main" val="0"/>
              </a:ext>
            </a:extLst>
          </a:blip>
          <a:srcRect l="7582" t="12188" r="4551" b="10305"/>
          <a:stretch/>
        </p:blipFill>
        <p:spPr>
          <a:xfrm flipH="1">
            <a:off x="2293352" y="4392379"/>
            <a:ext cx="628661" cy="577735"/>
          </a:xfrm>
          <a:prstGeom prst="rect">
            <a:avLst/>
          </a:prstGeom>
        </p:spPr>
      </p:pic>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PATTERNS d’Intégration</a:t>
            </a:r>
          </a:p>
        </p:txBody>
      </p:sp>
      <p:sp>
        <p:nvSpPr>
          <p:cNvPr id="32" name="Rectangle 31">
            <a:extLst>
              <a:ext uri="{FF2B5EF4-FFF2-40B4-BE49-F238E27FC236}">
                <a16:creationId xmlns:a16="http://schemas.microsoft.com/office/drawing/2014/main" id="{C1AACD57-690C-C618-574D-DC5B0E129F29}"/>
              </a:ext>
            </a:extLst>
          </p:cNvPr>
          <p:cNvSpPr/>
          <p:nvPr>
            <p:custDataLst>
              <p:tags r:id="rId1"/>
            </p:custDataLst>
          </p:nvPr>
        </p:nvSpPr>
        <p:spPr>
          <a:xfrm>
            <a:off x="3509818" y="1780478"/>
            <a:ext cx="2410691" cy="3033138"/>
          </a:xfrm>
          <a:prstGeom prst="rect">
            <a:avLst/>
          </a:prstGeom>
          <a:no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7" name="Organigramme : Disque magnétique 76">
            <a:extLst>
              <a:ext uri="{FF2B5EF4-FFF2-40B4-BE49-F238E27FC236}">
                <a16:creationId xmlns:a16="http://schemas.microsoft.com/office/drawing/2014/main" id="{C754AD55-9ECE-0AEA-8331-E0E1ED2E3E4F}"/>
              </a:ext>
            </a:extLst>
          </p:cNvPr>
          <p:cNvSpPr/>
          <p:nvPr>
            <p:custDataLst>
              <p:tags r:id="rId2"/>
            </p:custDataLst>
          </p:nvPr>
        </p:nvSpPr>
        <p:spPr>
          <a:xfrm>
            <a:off x="3992419" y="5073662"/>
            <a:ext cx="1453428" cy="544471"/>
          </a:xfrm>
          <a:prstGeom prst="flowChartMagneticDisk">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Persistance</a:t>
            </a:r>
          </a:p>
        </p:txBody>
      </p:sp>
      <p:sp>
        <p:nvSpPr>
          <p:cNvPr id="33" name="Rectangle 32">
            <a:extLst>
              <a:ext uri="{FF2B5EF4-FFF2-40B4-BE49-F238E27FC236}">
                <a16:creationId xmlns:a16="http://schemas.microsoft.com/office/drawing/2014/main" id="{A0305E79-FD41-2F6A-C91C-4E50F119B894}"/>
              </a:ext>
            </a:extLst>
          </p:cNvPr>
          <p:cNvSpPr/>
          <p:nvPr>
            <p:custDataLst>
              <p:tags r:id="rId3"/>
            </p:custDataLst>
          </p:nvPr>
        </p:nvSpPr>
        <p:spPr>
          <a:xfrm>
            <a:off x="153474" y="1653953"/>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cxnSp>
        <p:nvCxnSpPr>
          <p:cNvPr id="47" name="Connecteur en arc 22">
            <a:extLst>
              <a:ext uri="{FF2B5EF4-FFF2-40B4-BE49-F238E27FC236}">
                <a16:creationId xmlns:a16="http://schemas.microsoft.com/office/drawing/2014/main" id="{FB052093-70A2-CF2A-2A77-3E2289CAF614}"/>
              </a:ext>
            </a:extLst>
          </p:cNvPr>
          <p:cNvCxnSpPr>
            <a:cxnSpLocks/>
            <a:stCxn id="24" idx="6"/>
          </p:cNvCxnSpPr>
          <p:nvPr>
            <p:custDataLst>
              <p:tags r:id="rId4"/>
            </p:custDataLst>
          </p:nvPr>
        </p:nvCxnSpPr>
        <p:spPr>
          <a:xfrm>
            <a:off x="2869030" y="1950201"/>
            <a:ext cx="978493" cy="378255"/>
          </a:xfrm>
          <a:prstGeom prst="curvedConnector3">
            <a:avLst/>
          </a:prstGeom>
          <a:ln w="28575">
            <a:solidFill>
              <a:srgbClr val="FF9D75"/>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eur en arc 30">
            <a:extLst>
              <a:ext uri="{FF2B5EF4-FFF2-40B4-BE49-F238E27FC236}">
                <a16:creationId xmlns:a16="http://schemas.microsoft.com/office/drawing/2014/main" id="{F7095C28-6003-F189-8AB7-C1604D711B5D}"/>
              </a:ext>
            </a:extLst>
          </p:cNvPr>
          <p:cNvCxnSpPr>
            <a:cxnSpLocks/>
            <a:stCxn id="39" idx="6"/>
          </p:cNvCxnSpPr>
          <p:nvPr>
            <p:custDataLst>
              <p:tags r:id="rId5"/>
            </p:custDataLst>
          </p:nvPr>
        </p:nvCxnSpPr>
        <p:spPr>
          <a:xfrm rot="10800000" flipV="1">
            <a:off x="5605984" y="1958586"/>
            <a:ext cx="932951" cy="369870"/>
          </a:xfrm>
          <a:prstGeom prst="curvedConnector3">
            <a:avLst/>
          </a:prstGeom>
          <a:ln w="28575">
            <a:solidFill>
              <a:srgbClr val="FF9D75"/>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DDB217DD-6B14-5443-484E-F9DB1A1F6D51}"/>
              </a:ext>
            </a:extLst>
          </p:cNvPr>
          <p:cNvSpPr/>
          <p:nvPr>
            <p:custDataLst>
              <p:tags r:id="rId6"/>
            </p:custDataLst>
          </p:nvPr>
        </p:nvSpPr>
        <p:spPr>
          <a:xfrm>
            <a:off x="7647390" y="1653953"/>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cxnSp>
        <p:nvCxnSpPr>
          <p:cNvPr id="20" name="Connecteur droit avec flèche 19">
            <a:extLst>
              <a:ext uri="{FF2B5EF4-FFF2-40B4-BE49-F238E27FC236}">
                <a16:creationId xmlns:a16="http://schemas.microsoft.com/office/drawing/2014/main" id="{2C257003-0157-D911-FB23-AAC9C01A4187}"/>
              </a:ext>
            </a:extLst>
          </p:cNvPr>
          <p:cNvCxnSpPr>
            <a:cxnSpLocks/>
            <a:stCxn id="33" idx="3"/>
          </p:cNvCxnSpPr>
          <p:nvPr>
            <p:custDataLst>
              <p:tags r:id="rId7"/>
            </p:custDataLst>
          </p:nvPr>
        </p:nvCxnSpPr>
        <p:spPr>
          <a:xfrm>
            <a:off x="1798674" y="1945210"/>
            <a:ext cx="533948" cy="0"/>
          </a:xfrm>
          <a:prstGeom prst="straightConnector1">
            <a:avLst/>
          </a:prstGeom>
          <a:ln w="28575">
            <a:solidFill>
              <a:srgbClr val="FF9D75"/>
            </a:solidFill>
            <a:tailEnd type="arrow"/>
          </a:ln>
        </p:spPr>
        <p:style>
          <a:lnRef idx="1">
            <a:schemeClr val="accent3"/>
          </a:lnRef>
          <a:fillRef idx="2">
            <a:schemeClr val="accent3"/>
          </a:fillRef>
          <a:effectRef idx="1">
            <a:schemeClr val="accent3"/>
          </a:effectRef>
          <a:fontRef idx="minor">
            <a:schemeClr val="dk1"/>
          </a:fontRef>
        </p:style>
      </p:cxnSp>
      <p:sp>
        <p:nvSpPr>
          <p:cNvPr id="5" name="Organigramme : Stockage à accès direct 4">
            <a:extLst>
              <a:ext uri="{FF2B5EF4-FFF2-40B4-BE49-F238E27FC236}">
                <a16:creationId xmlns:a16="http://schemas.microsoft.com/office/drawing/2014/main" id="{66569359-54C0-7F5C-797C-4C5399844127}"/>
              </a:ext>
            </a:extLst>
          </p:cNvPr>
          <p:cNvSpPr/>
          <p:nvPr/>
        </p:nvSpPr>
        <p:spPr>
          <a:xfrm>
            <a:off x="3785827" y="1970125"/>
            <a:ext cx="1829884" cy="2675690"/>
          </a:xfrm>
          <a:prstGeom prst="flowChartMagneticDrum">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600"/>
          </a:p>
        </p:txBody>
      </p:sp>
      <p:sp>
        <p:nvSpPr>
          <p:cNvPr id="12" name="Forme libre 8">
            <a:extLst>
              <a:ext uri="{FF2B5EF4-FFF2-40B4-BE49-F238E27FC236}">
                <a16:creationId xmlns:a16="http://schemas.microsoft.com/office/drawing/2014/main" id="{4D90E822-011D-D444-1C2B-25DF30F097D1}"/>
              </a:ext>
            </a:extLst>
          </p:cNvPr>
          <p:cNvSpPr>
            <a:spLocks noChangeAspect="1"/>
          </p:cNvSpPr>
          <p:nvPr/>
        </p:nvSpPr>
        <p:spPr>
          <a:xfrm>
            <a:off x="1865024" y="1562797"/>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chemeClr val="accent2"/>
            </a:solidFill>
            <a:prstDash val="solid"/>
            <a:miter/>
          </a:ln>
        </p:spPr>
        <p:txBody>
          <a:bodyPr rtlCol="0" anchor="ctr"/>
          <a:lstStyle/>
          <a:p>
            <a:endParaRPr lang="fr-FR"/>
          </a:p>
        </p:txBody>
      </p:sp>
      <p:grpSp>
        <p:nvGrpSpPr>
          <p:cNvPr id="26" name="Groupe 25">
            <a:extLst>
              <a:ext uri="{FF2B5EF4-FFF2-40B4-BE49-F238E27FC236}">
                <a16:creationId xmlns:a16="http://schemas.microsoft.com/office/drawing/2014/main" id="{10CDB328-98D6-86C0-6FC6-0EA613F17937}"/>
              </a:ext>
            </a:extLst>
          </p:cNvPr>
          <p:cNvGrpSpPr/>
          <p:nvPr/>
        </p:nvGrpSpPr>
        <p:grpSpPr>
          <a:xfrm>
            <a:off x="2345265" y="1663143"/>
            <a:ext cx="523765" cy="582514"/>
            <a:chOff x="2934202" y="2069719"/>
            <a:chExt cx="289712" cy="338374"/>
          </a:xfrm>
        </p:grpSpPr>
        <p:sp>
          <p:nvSpPr>
            <p:cNvPr id="24" name="Ellipse 23">
              <a:extLst>
                <a:ext uri="{FF2B5EF4-FFF2-40B4-BE49-F238E27FC236}">
                  <a16:creationId xmlns:a16="http://schemas.microsoft.com/office/drawing/2014/main" id="{6B7F9D48-1F83-0F02-E1BB-F5889AB3F99D}"/>
                </a:ext>
              </a:extLst>
            </p:cNvPr>
            <p:cNvSpPr/>
            <p:nvPr/>
          </p:nvSpPr>
          <p:spPr>
            <a:xfrm>
              <a:off x="2982218" y="2126605"/>
              <a:ext cx="241696" cy="21972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sp>
          <p:nvSpPr>
            <p:cNvPr id="25" name="Arc 24">
              <a:extLst>
                <a:ext uri="{FF2B5EF4-FFF2-40B4-BE49-F238E27FC236}">
                  <a16:creationId xmlns:a16="http://schemas.microsoft.com/office/drawing/2014/main" id="{162C6A64-B0E1-6B3A-50FC-83765660AFFB}"/>
                </a:ext>
              </a:extLst>
            </p:cNvPr>
            <p:cNvSpPr/>
            <p:nvPr/>
          </p:nvSpPr>
          <p:spPr>
            <a:xfrm rot="16200000">
              <a:off x="2896849" y="2107072"/>
              <a:ext cx="338374" cy="263668"/>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grpSp>
      <p:grpSp>
        <p:nvGrpSpPr>
          <p:cNvPr id="38" name="Groupe 37">
            <a:extLst>
              <a:ext uri="{FF2B5EF4-FFF2-40B4-BE49-F238E27FC236}">
                <a16:creationId xmlns:a16="http://schemas.microsoft.com/office/drawing/2014/main" id="{B413F41E-6453-6B10-7332-5D6571E52594}"/>
              </a:ext>
            </a:extLst>
          </p:cNvPr>
          <p:cNvGrpSpPr/>
          <p:nvPr/>
        </p:nvGrpSpPr>
        <p:grpSpPr>
          <a:xfrm flipH="1" flipV="1">
            <a:off x="6538934" y="1663130"/>
            <a:ext cx="523765" cy="582514"/>
            <a:chOff x="2934202" y="2069719"/>
            <a:chExt cx="289712" cy="338374"/>
          </a:xfrm>
        </p:grpSpPr>
        <p:sp>
          <p:nvSpPr>
            <p:cNvPr id="39" name="Ellipse 38">
              <a:extLst>
                <a:ext uri="{FF2B5EF4-FFF2-40B4-BE49-F238E27FC236}">
                  <a16:creationId xmlns:a16="http://schemas.microsoft.com/office/drawing/2014/main" id="{C0F7B1CD-6F27-209F-833C-F6EC8174A487}"/>
                </a:ext>
              </a:extLst>
            </p:cNvPr>
            <p:cNvSpPr/>
            <p:nvPr/>
          </p:nvSpPr>
          <p:spPr>
            <a:xfrm>
              <a:off x="2982218" y="2126605"/>
              <a:ext cx="241696" cy="21972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sp>
          <p:nvSpPr>
            <p:cNvPr id="42" name="Arc 41">
              <a:extLst>
                <a:ext uri="{FF2B5EF4-FFF2-40B4-BE49-F238E27FC236}">
                  <a16:creationId xmlns:a16="http://schemas.microsoft.com/office/drawing/2014/main" id="{FEF59530-0A17-84AB-A0C8-0FC497AE6C31}"/>
                </a:ext>
              </a:extLst>
            </p:cNvPr>
            <p:cNvSpPr/>
            <p:nvPr/>
          </p:nvSpPr>
          <p:spPr>
            <a:xfrm rot="16200000">
              <a:off x="2896849" y="2107072"/>
              <a:ext cx="338374" cy="263668"/>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grpSp>
      <p:cxnSp>
        <p:nvCxnSpPr>
          <p:cNvPr id="46" name="Connecteur droit avec flèche 45">
            <a:extLst>
              <a:ext uri="{FF2B5EF4-FFF2-40B4-BE49-F238E27FC236}">
                <a16:creationId xmlns:a16="http://schemas.microsoft.com/office/drawing/2014/main" id="{62394C3E-CCE5-E32A-9959-989910421FD0}"/>
              </a:ext>
            </a:extLst>
          </p:cNvPr>
          <p:cNvCxnSpPr>
            <a:cxnSpLocks/>
          </p:cNvCxnSpPr>
          <p:nvPr>
            <p:custDataLst>
              <p:tags r:id="rId8"/>
            </p:custDataLst>
          </p:nvPr>
        </p:nvCxnSpPr>
        <p:spPr>
          <a:xfrm flipH="1">
            <a:off x="7062699" y="1955800"/>
            <a:ext cx="595401" cy="2792"/>
          </a:xfrm>
          <a:prstGeom prst="straightConnector1">
            <a:avLst/>
          </a:prstGeom>
          <a:ln w="28575">
            <a:solidFill>
              <a:srgbClr val="FF9D75"/>
            </a:solidFill>
            <a:tailEnd type="arrow"/>
          </a:ln>
        </p:spPr>
        <p:style>
          <a:lnRef idx="1">
            <a:schemeClr val="accent3"/>
          </a:lnRef>
          <a:fillRef idx="2">
            <a:schemeClr val="accent3"/>
          </a:fillRef>
          <a:effectRef idx="1">
            <a:schemeClr val="accent3"/>
          </a:effectRef>
          <a:fontRef idx="minor">
            <a:schemeClr val="dk1"/>
          </a:fontRef>
        </p:style>
      </p:cxnSp>
      <p:sp>
        <p:nvSpPr>
          <p:cNvPr id="48" name="Forme libre 8">
            <a:extLst>
              <a:ext uri="{FF2B5EF4-FFF2-40B4-BE49-F238E27FC236}">
                <a16:creationId xmlns:a16="http://schemas.microsoft.com/office/drawing/2014/main" id="{83977F2D-666D-80D3-EEDC-BAFD04431C34}"/>
              </a:ext>
            </a:extLst>
          </p:cNvPr>
          <p:cNvSpPr>
            <a:spLocks noChangeAspect="1"/>
          </p:cNvSpPr>
          <p:nvPr/>
        </p:nvSpPr>
        <p:spPr>
          <a:xfrm>
            <a:off x="7192091" y="1563461"/>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chemeClr val="accent2"/>
            </a:solidFill>
            <a:prstDash val="solid"/>
            <a:miter/>
          </a:ln>
        </p:spPr>
        <p:txBody>
          <a:bodyPr rtlCol="0" anchor="ctr"/>
          <a:lstStyle/>
          <a:p>
            <a:endParaRPr lang="fr-FR"/>
          </a:p>
        </p:txBody>
      </p:sp>
      <p:sp>
        <p:nvSpPr>
          <p:cNvPr id="73" name="Rectangle 72">
            <a:extLst>
              <a:ext uri="{FF2B5EF4-FFF2-40B4-BE49-F238E27FC236}">
                <a16:creationId xmlns:a16="http://schemas.microsoft.com/office/drawing/2014/main" id="{6EAFA10C-B6B4-433A-EDD2-34E4F31B54F4}"/>
              </a:ext>
            </a:extLst>
          </p:cNvPr>
          <p:cNvSpPr/>
          <p:nvPr>
            <p:custDataLst>
              <p:tags r:id="rId9"/>
            </p:custDataLst>
          </p:nvPr>
        </p:nvSpPr>
        <p:spPr>
          <a:xfrm>
            <a:off x="7647390" y="3055878"/>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cxnSp>
        <p:nvCxnSpPr>
          <p:cNvPr id="74" name="Connecteur en arc 34">
            <a:extLst>
              <a:ext uri="{FF2B5EF4-FFF2-40B4-BE49-F238E27FC236}">
                <a16:creationId xmlns:a16="http://schemas.microsoft.com/office/drawing/2014/main" id="{B3A564C0-D680-5BDC-E382-F807E7BC231D}"/>
              </a:ext>
            </a:extLst>
          </p:cNvPr>
          <p:cNvCxnSpPr>
            <a:cxnSpLocks/>
            <a:stCxn id="79" idx="1"/>
          </p:cNvCxnSpPr>
          <p:nvPr>
            <p:custDataLst>
              <p:tags r:id="rId10"/>
            </p:custDataLst>
          </p:nvPr>
        </p:nvCxnSpPr>
        <p:spPr>
          <a:xfrm rot="10800000" flipV="1">
            <a:off x="5615712" y="3347135"/>
            <a:ext cx="882798" cy="7062"/>
          </a:xfrm>
          <a:prstGeom prst="curvedConnector3">
            <a:avLst/>
          </a:prstGeom>
          <a:ln w="28575">
            <a:solidFill>
              <a:srgbClr val="FF9D75"/>
            </a:solidFill>
            <a:tailEnd type="triangle"/>
          </a:ln>
        </p:spPr>
        <p:style>
          <a:lnRef idx="1">
            <a:schemeClr val="accent1"/>
          </a:lnRef>
          <a:fillRef idx="0">
            <a:schemeClr val="accent1"/>
          </a:fillRef>
          <a:effectRef idx="0">
            <a:schemeClr val="accent1"/>
          </a:effectRef>
          <a:fontRef idx="minor">
            <a:schemeClr val="tx1"/>
          </a:fontRef>
        </p:style>
      </p:cxnSp>
      <p:cxnSp>
        <p:nvCxnSpPr>
          <p:cNvPr id="80" name="Connecteur droit avec flèche 79">
            <a:extLst>
              <a:ext uri="{FF2B5EF4-FFF2-40B4-BE49-F238E27FC236}">
                <a16:creationId xmlns:a16="http://schemas.microsoft.com/office/drawing/2014/main" id="{164A5028-4ED3-FCB9-853A-9408B9DCCCA5}"/>
              </a:ext>
            </a:extLst>
          </p:cNvPr>
          <p:cNvCxnSpPr>
            <a:cxnSpLocks/>
            <a:stCxn id="73" idx="1"/>
            <a:endCxn id="79" idx="3"/>
          </p:cNvCxnSpPr>
          <p:nvPr>
            <p:custDataLst>
              <p:tags r:id="rId11"/>
            </p:custDataLst>
          </p:nvPr>
        </p:nvCxnSpPr>
        <p:spPr>
          <a:xfrm flipH="1">
            <a:off x="7062699" y="3347135"/>
            <a:ext cx="584691" cy="0"/>
          </a:xfrm>
          <a:prstGeom prst="straightConnector1">
            <a:avLst/>
          </a:prstGeom>
          <a:ln w="28575">
            <a:solidFill>
              <a:schemeClr val="accent3"/>
            </a:solidFill>
            <a:tailEnd type="arrow"/>
          </a:ln>
        </p:spPr>
        <p:style>
          <a:lnRef idx="1">
            <a:schemeClr val="accent3"/>
          </a:lnRef>
          <a:fillRef idx="2">
            <a:schemeClr val="accent3"/>
          </a:fillRef>
          <a:effectRef idx="1">
            <a:schemeClr val="accent3"/>
          </a:effectRef>
          <a:fontRef idx="minor">
            <a:schemeClr val="dk1"/>
          </a:fontRef>
        </p:style>
      </p:cxnSp>
      <p:sp>
        <p:nvSpPr>
          <p:cNvPr id="90" name="Forme libre 8">
            <a:extLst>
              <a:ext uri="{FF2B5EF4-FFF2-40B4-BE49-F238E27FC236}">
                <a16:creationId xmlns:a16="http://schemas.microsoft.com/office/drawing/2014/main" id="{38CA8F98-5217-41F9-4438-CA63F87FDB44}"/>
              </a:ext>
            </a:extLst>
          </p:cNvPr>
          <p:cNvSpPr>
            <a:spLocks noChangeAspect="1"/>
          </p:cNvSpPr>
          <p:nvPr/>
        </p:nvSpPr>
        <p:spPr>
          <a:xfrm>
            <a:off x="7192091" y="2978190"/>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3"/>
          </a:solidFill>
          <a:ln w="2191" cap="flat">
            <a:solidFill>
              <a:schemeClr val="accent3"/>
            </a:solidFill>
            <a:prstDash val="solid"/>
            <a:miter/>
          </a:ln>
        </p:spPr>
        <p:txBody>
          <a:bodyPr rtlCol="0" anchor="ctr"/>
          <a:lstStyle/>
          <a:p>
            <a:endParaRPr lang="fr-FR"/>
          </a:p>
        </p:txBody>
      </p:sp>
      <p:sp>
        <p:nvSpPr>
          <p:cNvPr id="91" name="Rectangle 90">
            <a:extLst>
              <a:ext uri="{FF2B5EF4-FFF2-40B4-BE49-F238E27FC236}">
                <a16:creationId xmlns:a16="http://schemas.microsoft.com/office/drawing/2014/main" id="{1E6D7ABB-E5D7-720D-1719-15D3487C43B5}"/>
              </a:ext>
            </a:extLst>
          </p:cNvPr>
          <p:cNvSpPr/>
          <p:nvPr>
            <p:custDataLst>
              <p:tags r:id="rId12"/>
            </p:custDataLst>
          </p:nvPr>
        </p:nvSpPr>
        <p:spPr>
          <a:xfrm flipH="1">
            <a:off x="157216" y="3056131"/>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cxnSp>
        <p:nvCxnSpPr>
          <p:cNvPr id="92" name="Connecteur en arc 34">
            <a:extLst>
              <a:ext uri="{FF2B5EF4-FFF2-40B4-BE49-F238E27FC236}">
                <a16:creationId xmlns:a16="http://schemas.microsoft.com/office/drawing/2014/main" id="{2529D9DE-0AB0-E69F-5028-47F843762341}"/>
              </a:ext>
            </a:extLst>
          </p:cNvPr>
          <p:cNvCxnSpPr>
            <a:cxnSpLocks/>
            <a:stCxn id="93" idx="1"/>
            <a:endCxn id="5" idx="1"/>
          </p:cNvCxnSpPr>
          <p:nvPr>
            <p:custDataLst>
              <p:tags r:id="rId13"/>
            </p:custDataLst>
          </p:nvPr>
        </p:nvCxnSpPr>
        <p:spPr>
          <a:xfrm flipV="1">
            <a:off x="2961283" y="3307970"/>
            <a:ext cx="824544" cy="39418"/>
          </a:xfrm>
          <a:prstGeom prst="curvedConnector3">
            <a:avLst>
              <a:gd name="adj1" fmla="val 50000"/>
            </a:avLst>
          </a:prstGeom>
          <a:ln w="28575">
            <a:solidFill>
              <a:srgbClr val="FF9D75"/>
            </a:solidFill>
            <a:tailEnd type="triangle"/>
          </a:ln>
        </p:spPr>
        <p:style>
          <a:lnRef idx="1">
            <a:schemeClr val="accent1"/>
          </a:lnRef>
          <a:fillRef idx="0">
            <a:schemeClr val="accent1"/>
          </a:fillRef>
          <a:effectRef idx="0">
            <a:schemeClr val="accent1"/>
          </a:effectRef>
          <a:fontRef idx="minor">
            <a:schemeClr val="tx1"/>
          </a:fontRef>
        </p:style>
      </p:cxnSp>
      <p:pic>
        <p:nvPicPr>
          <p:cNvPr id="93" name="Image 92">
            <a:extLst>
              <a:ext uri="{FF2B5EF4-FFF2-40B4-BE49-F238E27FC236}">
                <a16:creationId xmlns:a16="http://schemas.microsoft.com/office/drawing/2014/main" id="{D35F9496-6007-50C7-8ED2-FA63850B52AA}"/>
              </a:ext>
            </a:extLst>
          </p:cNvPr>
          <p:cNvPicPr>
            <a:picLocks noChangeAspect="1"/>
          </p:cNvPicPr>
          <p:nvPr/>
        </p:nvPicPr>
        <p:blipFill rotWithShape="1">
          <a:blip r:embed="rId25">
            <a:extLst>
              <a:ext uri="{28A0092B-C50C-407E-A947-70E740481C1C}">
                <a14:useLocalDpi xmlns:a14="http://schemas.microsoft.com/office/drawing/2010/main" val="0"/>
              </a:ext>
            </a:extLst>
          </a:blip>
          <a:srcRect l="7582" t="12188" r="4551" b="10305"/>
          <a:stretch/>
        </p:blipFill>
        <p:spPr>
          <a:xfrm flipH="1">
            <a:off x="2332622" y="3058520"/>
            <a:ext cx="628661" cy="577735"/>
          </a:xfrm>
          <a:prstGeom prst="rect">
            <a:avLst/>
          </a:prstGeom>
        </p:spPr>
      </p:pic>
      <p:cxnSp>
        <p:nvCxnSpPr>
          <p:cNvPr id="94" name="Connecteur droit avec flèche 93">
            <a:extLst>
              <a:ext uri="{FF2B5EF4-FFF2-40B4-BE49-F238E27FC236}">
                <a16:creationId xmlns:a16="http://schemas.microsoft.com/office/drawing/2014/main" id="{8413A12D-7F3A-91BA-22DF-2C9629211342}"/>
              </a:ext>
            </a:extLst>
          </p:cNvPr>
          <p:cNvCxnSpPr>
            <a:cxnSpLocks/>
            <a:stCxn id="91" idx="1"/>
            <a:endCxn id="93" idx="3"/>
          </p:cNvCxnSpPr>
          <p:nvPr>
            <p:custDataLst>
              <p:tags r:id="rId14"/>
            </p:custDataLst>
          </p:nvPr>
        </p:nvCxnSpPr>
        <p:spPr>
          <a:xfrm>
            <a:off x="1802416" y="3347388"/>
            <a:ext cx="530206" cy="0"/>
          </a:xfrm>
          <a:prstGeom prst="straightConnector1">
            <a:avLst/>
          </a:prstGeom>
          <a:ln w="28575">
            <a:solidFill>
              <a:srgbClr val="1D4FB9"/>
            </a:solidFill>
            <a:tailEnd type="arrow"/>
          </a:ln>
        </p:spPr>
        <p:style>
          <a:lnRef idx="1">
            <a:schemeClr val="accent3"/>
          </a:lnRef>
          <a:fillRef idx="2">
            <a:schemeClr val="accent3"/>
          </a:fillRef>
          <a:effectRef idx="1">
            <a:schemeClr val="accent3"/>
          </a:effectRef>
          <a:fontRef idx="minor">
            <a:schemeClr val="dk1"/>
          </a:fontRef>
        </p:style>
      </p:cxnSp>
      <p:sp>
        <p:nvSpPr>
          <p:cNvPr id="96" name="Forme libre 8">
            <a:extLst>
              <a:ext uri="{FF2B5EF4-FFF2-40B4-BE49-F238E27FC236}">
                <a16:creationId xmlns:a16="http://schemas.microsoft.com/office/drawing/2014/main" id="{7D9F31C5-3833-B68B-300F-E9DA538149EC}"/>
              </a:ext>
            </a:extLst>
          </p:cNvPr>
          <p:cNvSpPr>
            <a:spLocks noChangeAspect="1"/>
          </p:cNvSpPr>
          <p:nvPr/>
        </p:nvSpPr>
        <p:spPr>
          <a:xfrm flipH="1">
            <a:off x="1874879" y="2978443"/>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1D4FB9"/>
          </a:solidFill>
          <a:ln w="2191" cap="flat">
            <a:solidFill>
              <a:srgbClr val="1D4FB9"/>
            </a:solidFill>
            <a:prstDash val="solid"/>
            <a:miter/>
          </a:ln>
        </p:spPr>
        <p:txBody>
          <a:bodyPr rtlCol="0" anchor="ctr"/>
          <a:lstStyle/>
          <a:p>
            <a:endParaRPr lang="fr-FR"/>
          </a:p>
        </p:txBody>
      </p:sp>
      <p:sp>
        <p:nvSpPr>
          <p:cNvPr id="98" name="Rectangle 97">
            <a:extLst>
              <a:ext uri="{FF2B5EF4-FFF2-40B4-BE49-F238E27FC236}">
                <a16:creationId xmlns:a16="http://schemas.microsoft.com/office/drawing/2014/main" id="{35782A13-A9FA-FC0B-75C6-8935A05C9465}"/>
              </a:ext>
            </a:extLst>
          </p:cNvPr>
          <p:cNvSpPr/>
          <p:nvPr>
            <p:custDataLst>
              <p:tags r:id="rId15"/>
            </p:custDataLst>
          </p:nvPr>
        </p:nvSpPr>
        <p:spPr>
          <a:xfrm>
            <a:off x="153474" y="4405174"/>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cxnSp>
        <p:nvCxnSpPr>
          <p:cNvPr id="99" name="Connecteur en arc 22">
            <a:extLst>
              <a:ext uri="{FF2B5EF4-FFF2-40B4-BE49-F238E27FC236}">
                <a16:creationId xmlns:a16="http://schemas.microsoft.com/office/drawing/2014/main" id="{E29D5CBA-4AF1-1E79-3EB1-0D9DFECCE56A}"/>
              </a:ext>
            </a:extLst>
          </p:cNvPr>
          <p:cNvCxnSpPr>
            <a:cxnSpLocks/>
            <a:stCxn id="106" idx="6"/>
          </p:cNvCxnSpPr>
          <p:nvPr>
            <p:custDataLst>
              <p:tags r:id="rId16"/>
            </p:custDataLst>
          </p:nvPr>
        </p:nvCxnSpPr>
        <p:spPr>
          <a:xfrm flipV="1">
            <a:off x="2869030" y="4365017"/>
            <a:ext cx="1026756" cy="326430"/>
          </a:xfrm>
          <a:prstGeom prst="curvedConnector3">
            <a:avLst/>
          </a:prstGeom>
          <a:ln w="28575">
            <a:solidFill>
              <a:srgbClr val="FF9D75"/>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Connecteur en arc 30">
            <a:extLst>
              <a:ext uri="{FF2B5EF4-FFF2-40B4-BE49-F238E27FC236}">
                <a16:creationId xmlns:a16="http://schemas.microsoft.com/office/drawing/2014/main" id="{DA5B7952-EAE8-26F4-AA19-DAB45D11F111}"/>
              </a:ext>
            </a:extLst>
          </p:cNvPr>
          <p:cNvCxnSpPr>
            <a:cxnSpLocks/>
          </p:cNvCxnSpPr>
          <p:nvPr>
            <p:custDataLst>
              <p:tags r:id="rId17"/>
            </p:custDataLst>
          </p:nvPr>
        </p:nvCxnSpPr>
        <p:spPr>
          <a:xfrm rot="10800000">
            <a:off x="5540987" y="4457309"/>
            <a:ext cx="943341" cy="223938"/>
          </a:xfrm>
          <a:prstGeom prst="curvedConnector3">
            <a:avLst/>
          </a:prstGeom>
          <a:ln w="28575">
            <a:solidFill>
              <a:srgbClr val="FF9D75"/>
            </a:solidFill>
            <a:tailEnd type="triangle"/>
          </a:ln>
        </p:spPr>
        <p:style>
          <a:lnRef idx="1">
            <a:schemeClr val="accent1"/>
          </a:lnRef>
          <a:fillRef idx="0">
            <a:schemeClr val="accent1"/>
          </a:fillRef>
          <a:effectRef idx="0">
            <a:schemeClr val="accent1"/>
          </a:effectRef>
          <a:fontRef idx="minor">
            <a:schemeClr val="tx1"/>
          </a:fontRef>
        </p:style>
      </p:cxnSp>
      <p:sp>
        <p:nvSpPr>
          <p:cNvPr id="101" name="Rectangle 100">
            <a:extLst>
              <a:ext uri="{FF2B5EF4-FFF2-40B4-BE49-F238E27FC236}">
                <a16:creationId xmlns:a16="http://schemas.microsoft.com/office/drawing/2014/main" id="{AE6B92FF-D13F-6F33-7C68-140A588C91AB}"/>
              </a:ext>
            </a:extLst>
          </p:cNvPr>
          <p:cNvSpPr/>
          <p:nvPr>
            <p:custDataLst>
              <p:tags r:id="rId18"/>
            </p:custDataLst>
          </p:nvPr>
        </p:nvSpPr>
        <p:spPr>
          <a:xfrm>
            <a:off x="7647390" y="4368684"/>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cxnSp>
        <p:nvCxnSpPr>
          <p:cNvPr id="102" name="Connecteur droit avec flèche 101">
            <a:extLst>
              <a:ext uri="{FF2B5EF4-FFF2-40B4-BE49-F238E27FC236}">
                <a16:creationId xmlns:a16="http://schemas.microsoft.com/office/drawing/2014/main" id="{B8BEEC6C-4F20-87E8-F89C-486CD6EA8AA6}"/>
              </a:ext>
            </a:extLst>
          </p:cNvPr>
          <p:cNvCxnSpPr>
            <a:cxnSpLocks/>
            <a:stCxn id="98" idx="3"/>
          </p:cNvCxnSpPr>
          <p:nvPr>
            <p:custDataLst>
              <p:tags r:id="rId19"/>
            </p:custDataLst>
          </p:nvPr>
        </p:nvCxnSpPr>
        <p:spPr>
          <a:xfrm>
            <a:off x="1798674" y="4696431"/>
            <a:ext cx="546591" cy="0"/>
          </a:xfrm>
          <a:prstGeom prst="straightConnector1">
            <a:avLst/>
          </a:prstGeom>
          <a:ln w="28575">
            <a:solidFill>
              <a:srgbClr val="C130FE"/>
            </a:solidFill>
            <a:tailEnd type="arrow"/>
          </a:ln>
        </p:spPr>
        <p:style>
          <a:lnRef idx="1">
            <a:schemeClr val="accent3"/>
          </a:lnRef>
          <a:fillRef idx="2">
            <a:schemeClr val="accent3"/>
          </a:fillRef>
          <a:effectRef idx="1">
            <a:schemeClr val="accent3"/>
          </a:effectRef>
          <a:fontRef idx="minor">
            <a:schemeClr val="dk1"/>
          </a:fontRef>
        </p:style>
      </p:cxnSp>
      <p:sp>
        <p:nvSpPr>
          <p:cNvPr id="104" name="Forme libre 8">
            <a:extLst>
              <a:ext uri="{FF2B5EF4-FFF2-40B4-BE49-F238E27FC236}">
                <a16:creationId xmlns:a16="http://schemas.microsoft.com/office/drawing/2014/main" id="{83466918-6DCC-3689-C4AF-5696950C0562}"/>
              </a:ext>
            </a:extLst>
          </p:cNvPr>
          <p:cNvSpPr>
            <a:spLocks noChangeAspect="1"/>
          </p:cNvSpPr>
          <p:nvPr/>
        </p:nvSpPr>
        <p:spPr>
          <a:xfrm>
            <a:off x="1840249" y="4287997"/>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C130FE"/>
          </a:solidFill>
          <a:ln w="2191" cap="flat">
            <a:solidFill>
              <a:srgbClr val="C130FE"/>
            </a:solidFill>
            <a:prstDash val="solid"/>
            <a:miter/>
          </a:ln>
        </p:spPr>
        <p:txBody>
          <a:bodyPr rtlCol="0" anchor="ctr"/>
          <a:lstStyle/>
          <a:p>
            <a:endParaRPr lang="fr-FR"/>
          </a:p>
        </p:txBody>
      </p:sp>
      <p:grpSp>
        <p:nvGrpSpPr>
          <p:cNvPr id="123" name="Groupe 122">
            <a:extLst>
              <a:ext uri="{FF2B5EF4-FFF2-40B4-BE49-F238E27FC236}">
                <a16:creationId xmlns:a16="http://schemas.microsoft.com/office/drawing/2014/main" id="{27BD7CE3-AFA5-32C9-F78F-EAEC4FF8960D}"/>
              </a:ext>
            </a:extLst>
          </p:cNvPr>
          <p:cNvGrpSpPr/>
          <p:nvPr/>
        </p:nvGrpSpPr>
        <p:grpSpPr>
          <a:xfrm>
            <a:off x="2345265" y="4395991"/>
            <a:ext cx="523765" cy="582513"/>
            <a:chOff x="2599265" y="4395991"/>
            <a:chExt cx="523765" cy="582513"/>
          </a:xfrm>
        </p:grpSpPr>
        <p:sp>
          <p:nvSpPr>
            <p:cNvPr id="106" name="Ellipse 105">
              <a:extLst>
                <a:ext uri="{FF2B5EF4-FFF2-40B4-BE49-F238E27FC236}">
                  <a16:creationId xmlns:a16="http://schemas.microsoft.com/office/drawing/2014/main" id="{08392CC5-B20F-58DD-681C-0B921632D083}"/>
                </a:ext>
              </a:extLst>
            </p:cNvPr>
            <p:cNvSpPr/>
            <p:nvPr/>
          </p:nvSpPr>
          <p:spPr>
            <a:xfrm flipV="1">
              <a:off x="2686072" y="4502320"/>
              <a:ext cx="436958" cy="378255"/>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sp>
          <p:nvSpPr>
            <p:cNvPr id="107" name="Arc 106">
              <a:extLst>
                <a:ext uri="{FF2B5EF4-FFF2-40B4-BE49-F238E27FC236}">
                  <a16:creationId xmlns:a16="http://schemas.microsoft.com/office/drawing/2014/main" id="{FE5BFD6F-9F72-0E17-6EB0-D83B3B00CED6}"/>
                </a:ext>
              </a:extLst>
            </p:cNvPr>
            <p:cNvSpPr/>
            <p:nvPr/>
          </p:nvSpPr>
          <p:spPr>
            <a:xfrm rot="5400000" flipV="1">
              <a:off x="2546349" y="4448907"/>
              <a:ext cx="582513" cy="476681"/>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grpSp>
      <p:sp>
        <p:nvSpPr>
          <p:cNvPr id="108" name="Forme libre 8">
            <a:extLst>
              <a:ext uri="{FF2B5EF4-FFF2-40B4-BE49-F238E27FC236}">
                <a16:creationId xmlns:a16="http://schemas.microsoft.com/office/drawing/2014/main" id="{B54F5F57-C4E0-567D-F0C1-AC3C9F6C9D72}"/>
              </a:ext>
            </a:extLst>
          </p:cNvPr>
          <p:cNvSpPr>
            <a:spLocks noChangeAspect="1"/>
          </p:cNvSpPr>
          <p:nvPr/>
        </p:nvSpPr>
        <p:spPr>
          <a:xfrm>
            <a:off x="3294208" y="3975540"/>
            <a:ext cx="492341" cy="28314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chemeClr val="accent2"/>
            </a:solidFill>
            <a:prstDash val="solid"/>
            <a:miter/>
          </a:ln>
        </p:spPr>
        <p:txBody>
          <a:bodyPr rtlCol="0" anchor="ctr"/>
          <a:lstStyle/>
          <a:p>
            <a:pPr algn="ctr"/>
            <a:r>
              <a:rPr lang="fr-FR" sz="800"/>
              <a:t>Pivot</a:t>
            </a:r>
          </a:p>
        </p:txBody>
      </p:sp>
      <p:grpSp>
        <p:nvGrpSpPr>
          <p:cNvPr id="122" name="Groupe 121">
            <a:extLst>
              <a:ext uri="{FF2B5EF4-FFF2-40B4-BE49-F238E27FC236}">
                <a16:creationId xmlns:a16="http://schemas.microsoft.com/office/drawing/2014/main" id="{EAD6AA37-12F9-BBA5-4620-EFD9FF5955D9}"/>
              </a:ext>
            </a:extLst>
          </p:cNvPr>
          <p:cNvGrpSpPr/>
          <p:nvPr/>
        </p:nvGrpSpPr>
        <p:grpSpPr>
          <a:xfrm>
            <a:off x="6538934" y="4395991"/>
            <a:ext cx="523765" cy="582513"/>
            <a:chOff x="6869134" y="4395991"/>
            <a:chExt cx="523765" cy="582513"/>
          </a:xfrm>
        </p:grpSpPr>
        <p:sp>
          <p:nvSpPr>
            <p:cNvPr id="111" name="Ellipse 110">
              <a:extLst>
                <a:ext uri="{FF2B5EF4-FFF2-40B4-BE49-F238E27FC236}">
                  <a16:creationId xmlns:a16="http://schemas.microsoft.com/office/drawing/2014/main" id="{42DF790C-56BE-4FBF-05A9-207968C03B7B}"/>
                </a:ext>
              </a:extLst>
            </p:cNvPr>
            <p:cNvSpPr/>
            <p:nvPr/>
          </p:nvSpPr>
          <p:spPr>
            <a:xfrm flipH="1">
              <a:off x="6869134" y="4493921"/>
              <a:ext cx="436958" cy="378255"/>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sp>
          <p:nvSpPr>
            <p:cNvPr id="112" name="Arc 111">
              <a:extLst>
                <a:ext uri="{FF2B5EF4-FFF2-40B4-BE49-F238E27FC236}">
                  <a16:creationId xmlns:a16="http://schemas.microsoft.com/office/drawing/2014/main" id="{D1AC3053-FA6D-CAE1-A4EE-5CB33BDF12A5}"/>
                </a:ext>
              </a:extLst>
            </p:cNvPr>
            <p:cNvSpPr/>
            <p:nvPr/>
          </p:nvSpPr>
          <p:spPr>
            <a:xfrm rot="5400000" flipH="1">
              <a:off x="6863302" y="4448907"/>
              <a:ext cx="582513" cy="476681"/>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grpSp>
      <p:cxnSp>
        <p:nvCxnSpPr>
          <p:cNvPr id="113" name="Connecteur droit avec flèche 112">
            <a:extLst>
              <a:ext uri="{FF2B5EF4-FFF2-40B4-BE49-F238E27FC236}">
                <a16:creationId xmlns:a16="http://schemas.microsoft.com/office/drawing/2014/main" id="{745D9D97-FF25-6645-4833-0AFE0E2076F7}"/>
              </a:ext>
            </a:extLst>
          </p:cNvPr>
          <p:cNvCxnSpPr>
            <a:cxnSpLocks/>
            <a:endCxn id="101" idx="1"/>
          </p:cNvCxnSpPr>
          <p:nvPr>
            <p:custDataLst>
              <p:tags r:id="rId20"/>
            </p:custDataLst>
          </p:nvPr>
        </p:nvCxnSpPr>
        <p:spPr>
          <a:xfrm>
            <a:off x="7069019" y="4659941"/>
            <a:ext cx="578371" cy="0"/>
          </a:xfrm>
          <a:prstGeom prst="straightConnector1">
            <a:avLst/>
          </a:prstGeom>
          <a:ln w="28575">
            <a:solidFill>
              <a:schemeClr val="accent1"/>
            </a:solidFill>
            <a:tailEnd type="arrow"/>
          </a:ln>
        </p:spPr>
        <p:style>
          <a:lnRef idx="1">
            <a:schemeClr val="accent3"/>
          </a:lnRef>
          <a:fillRef idx="2">
            <a:schemeClr val="accent3"/>
          </a:fillRef>
          <a:effectRef idx="1">
            <a:schemeClr val="accent3"/>
          </a:effectRef>
          <a:fontRef idx="minor">
            <a:schemeClr val="dk1"/>
          </a:fontRef>
        </p:style>
      </p:cxnSp>
      <p:sp>
        <p:nvSpPr>
          <p:cNvPr id="114" name="Forme libre 8">
            <a:extLst>
              <a:ext uri="{FF2B5EF4-FFF2-40B4-BE49-F238E27FC236}">
                <a16:creationId xmlns:a16="http://schemas.microsoft.com/office/drawing/2014/main" id="{709716E9-10A1-119A-AAD4-9A6C811A5CC2}"/>
              </a:ext>
            </a:extLst>
          </p:cNvPr>
          <p:cNvSpPr>
            <a:spLocks noChangeAspect="1"/>
          </p:cNvSpPr>
          <p:nvPr/>
        </p:nvSpPr>
        <p:spPr>
          <a:xfrm>
            <a:off x="7162846" y="4341417"/>
            <a:ext cx="403029" cy="231784"/>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chemeClr val="accent1"/>
          </a:solidFill>
          <a:ln w="2191" cap="flat">
            <a:solidFill>
              <a:schemeClr val="accent1"/>
            </a:solidFill>
            <a:prstDash val="solid"/>
            <a:miter/>
          </a:ln>
        </p:spPr>
        <p:txBody>
          <a:bodyPr rtlCol="0" anchor="ctr"/>
          <a:lstStyle/>
          <a:p>
            <a:endParaRPr lang="fr-FR"/>
          </a:p>
        </p:txBody>
      </p:sp>
      <p:cxnSp>
        <p:nvCxnSpPr>
          <p:cNvPr id="119" name="Connecteur droit 118">
            <a:extLst>
              <a:ext uri="{FF2B5EF4-FFF2-40B4-BE49-F238E27FC236}">
                <a16:creationId xmlns:a16="http://schemas.microsoft.com/office/drawing/2014/main" id="{F580DD87-6158-BF0F-4F47-360449BC35BC}"/>
              </a:ext>
            </a:extLst>
          </p:cNvPr>
          <p:cNvCxnSpPr>
            <a:cxnSpLocks/>
            <a:stCxn id="32" idx="2"/>
            <a:endCxn id="77" idx="0"/>
          </p:cNvCxnSpPr>
          <p:nvPr>
            <p:custDataLst>
              <p:tags r:id="rId21"/>
            </p:custDataLst>
          </p:nvPr>
        </p:nvCxnSpPr>
        <p:spPr>
          <a:xfrm>
            <a:off x="4715164" y="4813616"/>
            <a:ext cx="3969" cy="4415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Rectangle : coins arrondis 123">
            <a:extLst>
              <a:ext uri="{FF2B5EF4-FFF2-40B4-BE49-F238E27FC236}">
                <a16:creationId xmlns:a16="http://schemas.microsoft.com/office/drawing/2014/main" id="{694D05E1-5E1E-883D-D3E6-A8E6FCBDB2A2}"/>
              </a:ext>
            </a:extLst>
          </p:cNvPr>
          <p:cNvSpPr/>
          <p:nvPr/>
        </p:nvSpPr>
        <p:spPr>
          <a:xfrm>
            <a:off x="9433759" y="922713"/>
            <a:ext cx="2647737" cy="5573326"/>
          </a:xfrm>
          <a:prstGeom prst="round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ZoneTexte 135">
            <a:extLst>
              <a:ext uri="{FF2B5EF4-FFF2-40B4-BE49-F238E27FC236}">
                <a16:creationId xmlns:a16="http://schemas.microsoft.com/office/drawing/2014/main" id="{93F224A9-D1AA-F8AC-CC2A-CC47F068426E}"/>
              </a:ext>
            </a:extLst>
          </p:cNvPr>
          <p:cNvSpPr txBox="1"/>
          <p:nvPr/>
        </p:nvSpPr>
        <p:spPr>
          <a:xfrm>
            <a:off x="9501231" y="1527579"/>
            <a:ext cx="2584952" cy="4031873"/>
          </a:xfrm>
          <a:prstGeom prst="rect">
            <a:avLst/>
          </a:prstGeom>
          <a:noFill/>
        </p:spPr>
        <p:txBody>
          <a:bodyPr wrap="square" rtlCol="0">
            <a:spAutoFit/>
          </a:bodyPr>
          <a:lstStyle/>
          <a:p>
            <a:pPr>
              <a:buSzPct val="100000"/>
            </a:pPr>
            <a:r>
              <a:rPr lang="fr-FR" sz="1600" dirty="0">
                <a:latin typeface="Arial" panose="020B0604020202020204" pitchFamily="34" charset="0"/>
                <a:cs typeface="Arial" panose="020B0604020202020204" pitchFamily="34" charset="0"/>
              </a:rPr>
              <a:t>1. Demi-flux (push):</a:t>
            </a:r>
          </a:p>
          <a:p>
            <a:pPr>
              <a:buSzPct val="100000"/>
            </a:pPr>
            <a:r>
              <a:rPr lang="fr-FR" sz="1600" dirty="0">
                <a:latin typeface="Arial" panose="020B0604020202020204" pitchFamily="34" charset="0"/>
                <a:cs typeface="Arial" panose="020B0604020202020204" pitchFamily="34" charset="0"/>
              </a:rPr>
              <a:t>Une application web service et un abonné ne sachant pas se connecter au topic pub/</a:t>
            </a:r>
            <a:r>
              <a:rPr lang="fr-FR" sz="1600" dirty="0" err="1">
                <a:latin typeface="Arial" panose="020B0604020202020204" pitchFamily="34" charset="0"/>
                <a:cs typeface="Arial" panose="020B0604020202020204" pitchFamily="34" charset="0"/>
              </a:rPr>
              <a:t>sub</a:t>
            </a:r>
            <a:endParaRPr lang="fr-FR" sz="1600" dirty="0">
              <a:latin typeface="Arial" panose="020B0604020202020204" pitchFamily="34" charset="0"/>
              <a:cs typeface="Arial" panose="020B0604020202020204" pitchFamily="34" charset="0"/>
            </a:endParaRPr>
          </a:p>
          <a:p>
            <a:pPr>
              <a:buSzPct val="100000"/>
            </a:pPr>
            <a:endParaRPr lang="fr-FR" sz="1600" dirty="0">
              <a:latin typeface="Arial" panose="020B0604020202020204" pitchFamily="34" charset="0"/>
              <a:cs typeface="Arial" panose="020B0604020202020204" pitchFamily="34" charset="0"/>
            </a:endParaRPr>
          </a:p>
          <a:p>
            <a:pPr>
              <a:buSzPct val="100000"/>
            </a:pPr>
            <a:r>
              <a:rPr lang="fr-FR" sz="1600" dirty="0">
                <a:latin typeface="Arial" panose="020B0604020202020204" pitchFamily="34" charset="0"/>
                <a:cs typeface="Arial" panose="020B0604020202020204" pitchFamily="34" charset="0"/>
              </a:rPr>
              <a:t>2. Format pivot (push):</a:t>
            </a:r>
          </a:p>
          <a:p>
            <a:pPr>
              <a:buSzPct val="100000"/>
            </a:pPr>
            <a:r>
              <a:rPr lang="fr-FR" sz="1600" dirty="0">
                <a:latin typeface="Arial" panose="020B0604020202020204" pitchFamily="34" charset="0"/>
                <a:cs typeface="Arial" panose="020B0604020202020204" pitchFamily="34" charset="0"/>
              </a:rPr>
              <a:t>Un producteur fournissant des fichiers et un abonné consommant des messages </a:t>
            </a:r>
            <a:r>
              <a:rPr lang="fr-FR" sz="1600" dirty="0" err="1">
                <a:latin typeface="Arial" panose="020B0604020202020204" pitchFamily="34" charset="0"/>
                <a:cs typeface="Arial" panose="020B0604020202020204" pitchFamily="34" charset="0"/>
              </a:rPr>
              <a:t>jms</a:t>
            </a:r>
            <a:endParaRPr lang="fr-FR" sz="1600" dirty="0">
              <a:latin typeface="Arial" panose="020B0604020202020204" pitchFamily="34" charset="0"/>
              <a:cs typeface="Arial" panose="020B0604020202020204" pitchFamily="34" charset="0"/>
            </a:endParaRPr>
          </a:p>
          <a:p>
            <a:pPr>
              <a:buSzPct val="100000"/>
            </a:pPr>
            <a:endParaRPr lang="fr-FR" sz="1600" dirty="0">
              <a:latin typeface="Arial" panose="020B0604020202020204" pitchFamily="34" charset="0"/>
              <a:cs typeface="Arial" panose="020B0604020202020204" pitchFamily="34" charset="0"/>
            </a:endParaRPr>
          </a:p>
          <a:p>
            <a:pPr>
              <a:buSzPct val="100000"/>
            </a:pPr>
            <a:r>
              <a:rPr lang="fr-FR" sz="1600" dirty="0">
                <a:latin typeface="Arial" panose="020B0604020202020204" pitchFamily="34" charset="0"/>
                <a:cs typeface="Arial" panose="020B0604020202020204" pitchFamily="34" charset="0"/>
              </a:rPr>
              <a:t>3. Demi-flux + pivot (pull):</a:t>
            </a:r>
          </a:p>
          <a:p>
            <a:pPr>
              <a:buSzPct val="100000"/>
            </a:pPr>
            <a:r>
              <a:rPr lang="fr-FR" sz="1600" dirty="0">
                <a:latin typeface="Arial" panose="020B0604020202020204" pitchFamily="34" charset="0"/>
                <a:cs typeface="Arial" panose="020B0604020202020204" pitchFamily="34" charset="0"/>
              </a:rPr>
              <a:t>Cas 1 et 2 simultanément</a:t>
            </a:r>
          </a:p>
          <a:p>
            <a:pPr>
              <a:buSzPct val="100000"/>
            </a:pPr>
            <a:endParaRPr lang="fr-FR" sz="1600" dirty="0">
              <a:latin typeface="Arial" panose="020B0604020202020204" pitchFamily="34" charset="0"/>
              <a:cs typeface="Arial" panose="020B0604020202020204" pitchFamily="34" charset="0"/>
            </a:endParaRPr>
          </a:p>
          <a:p>
            <a:pPr>
              <a:buSzPct val="100000"/>
            </a:pPr>
            <a:r>
              <a:rPr lang="fr-FR" sz="1600" dirty="0">
                <a:latin typeface="Arial" panose="020B0604020202020204" pitchFamily="34" charset="0"/>
                <a:cs typeface="Arial" panose="020B0604020202020204" pitchFamily="34" charset="0"/>
              </a:rPr>
              <a:t>Légende :</a:t>
            </a:r>
          </a:p>
        </p:txBody>
      </p:sp>
      <p:grpSp>
        <p:nvGrpSpPr>
          <p:cNvPr id="137" name="Groupe 136">
            <a:extLst>
              <a:ext uri="{FF2B5EF4-FFF2-40B4-BE49-F238E27FC236}">
                <a16:creationId xmlns:a16="http://schemas.microsoft.com/office/drawing/2014/main" id="{4C9544EB-98C0-D666-8E3C-55640B75B12B}"/>
              </a:ext>
            </a:extLst>
          </p:cNvPr>
          <p:cNvGrpSpPr/>
          <p:nvPr/>
        </p:nvGrpSpPr>
        <p:grpSpPr>
          <a:xfrm flipH="1">
            <a:off x="9760033" y="5559452"/>
            <a:ext cx="305148" cy="345659"/>
            <a:chOff x="6869134" y="4395991"/>
            <a:chExt cx="523765" cy="582513"/>
          </a:xfrm>
        </p:grpSpPr>
        <p:sp>
          <p:nvSpPr>
            <p:cNvPr id="138" name="Ellipse 137">
              <a:extLst>
                <a:ext uri="{FF2B5EF4-FFF2-40B4-BE49-F238E27FC236}">
                  <a16:creationId xmlns:a16="http://schemas.microsoft.com/office/drawing/2014/main" id="{746844D7-9B4B-4A61-46A1-4882B573771F}"/>
                </a:ext>
              </a:extLst>
            </p:cNvPr>
            <p:cNvSpPr/>
            <p:nvPr/>
          </p:nvSpPr>
          <p:spPr>
            <a:xfrm flipH="1">
              <a:off x="6869134" y="4493921"/>
              <a:ext cx="436958" cy="378255"/>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sp>
          <p:nvSpPr>
            <p:cNvPr id="139" name="Arc 138">
              <a:extLst>
                <a:ext uri="{FF2B5EF4-FFF2-40B4-BE49-F238E27FC236}">
                  <a16:creationId xmlns:a16="http://schemas.microsoft.com/office/drawing/2014/main" id="{C0C61DF4-97D8-2CEA-AA10-457F3FC4AEAC}"/>
                </a:ext>
              </a:extLst>
            </p:cNvPr>
            <p:cNvSpPr/>
            <p:nvPr/>
          </p:nvSpPr>
          <p:spPr>
            <a:xfrm rot="5400000" flipH="1">
              <a:off x="6863302" y="4448907"/>
              <a:ext cx="582513" cy="476681"/>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grpSp>
      <p:sp>
        <p:nvSpPr>
          <p:cNvPr id="140" name="ZoneTexte 139">
            <a:extLst>
              <a:ext uri="{FF2B5EF4-FFF2-40B4-BE49-F238E27FC236}">
                <a16:creationId xmlns:a16="http://schemas.microsoft.com/office/drawing/2014/main" id="{F86D575F-2D86-B7A7-F44F-CC17CB407FD0}"/>
              </a:ext>
            </a:extLst>
          </p:cNvPr>
          <p:cNvSpPr txBox="1"/>
          <p:nvPr/>
        </p:nvSpPr>
        <p:spPr>
          <a:xfrm>
            <a:off x="10103774" y="5551863"/>
            <a:ext cx="1111875" cy="338554"/>
          </a:xfrm>
          <a:prstGeom prst="rect">
            <a:avLst/>
          </a:prstGeom>
          <a:noFill/>
        </p:spPr>
        <p:txBody>
          <a:bodyPr wrap="square" rtlCol="0">
            <a:spAutoFit/>
          </a:bodyPr>
          <a:lstStyle/>
          <a:p>
            <a:pPr>
              <a:buSzPct val="100000"/>
            </a:pPr>
            <a:r>
              <a:rPr lang="fr-FR" sz="1600" dirty="0">
                <a:latin typeface="Arial" panose="020B0604020202020204" pitchFamily="34" charset="0"/>
                <a:cs typeface="Arial" panose="020B0604020202020204" pitchFamily="34" charset="0"/>
              </a:rPr>
              <a:t>Demi-flux</a:t>
            </a:r>
          </a:p>
        </p:txBody>
      </p:sp>
      <p:sp>
        <p:nvSpPr>
          <p:cNvPr id="142" name="ZoneTexte 141">
            <a:extLst>
              <a:ext uri="{FF2B5EF4-FFF2-40B4-BE49-F238E27FC236}">
                <a16:creationId xmlns:a16="http://schemas.microsoft.com/office/drawing/2014/main" id="{E285372B-70F5-9E80-A3E9-B69B1E740939}"/>
              </a:ext>
            </a:extLst>
          </p:cNvPr>
          <p:cNvSpPr txBox="1"/>
          <p:nvPr/>
        </p:nvSpPr>
        <p:spPr>
          <a:xfrm>
            <a:off x="10103774" y="5984421"/>
            <a:ext cx="1584773" cy="338554"/>
          </a:xfrm>
          <a:prstGeom prst="rect">
            <a:avLst/>
          </a:prstGeom>
          <a:noFill/>
        </p:spPr>
        <p:txBody>
          <a:bodyPr wrap="square" rtlCol="0">
            <a:spAutoFit/>
          </a:bodyPr>
          <a:lstStyle/>
          <a:p>
            <a:pPr>
              <a:buSzPct val="100000"/>
            </a:pPr>
            <a:r>
              <a:rPr lang="fr-FR" sz="1600">
                <a:latin typeface="Arial" panose="020B0604020202020204" pitchFamily="34" charset="0"/>
                <a:cs typeface="Arial" panose="020B0604020202020204" pitchFamily="34" charset="0"/>
              </a:rPr>
              <a:t>Format pivot</a:t>
            </a:r>
          </a:p>
        </p:txBody>
      </p:sp>
      <p:pic>
        <p:nvPicPr>
          <p:cNvPr id="143" name="Image 142">
            <a:extLst>
              <a:ext uri="{FF2B5EF4-FFF2-40B4-BE49-F238E27FC236}">
                <a16:creationId xmlns:a16="http://schemas.microsoft.com/office/drawing/2014/main" id="{9329A80F-3B64-9023-FDE7-F375FF18D19E}"/>
              </a:ext>
            </a:extLst>
          </p:cNvPr>
          <p:cNvPicPr>
            <a:picLocks noChangeAspect="1"/>
          </p:cNvPicPr>
          <p:nvPr/>
        </p:nvPicPr>
        <p:blipFill rotWithShape="1">
          <a:blip r:embed="rId25">
            <a:extLst>
              <a:ext uri="{28A0092B-C50C-407E-A947-70E740481C1C}">
                <a14:useLocalDpi xmlns:a14="http://schemas.microsoft.com/office/drawing/2010/main" val="0"/>
              </a:ext>
            </a:extLst>
          </a:blip>
          <a:srcRect l="7582" t="12188" r="61697" b="10305"/>
          <a:stretch/>
        </p:blipFill>
        <p:spPr>
          <a:xfrm>
            <a:off x="9844452" y="5997164"/>
            <a:ext cx="136311" cy="399233"/>
          </a:xfrm>
          <a:prstGeom prst="rect">
            <a:avLst/>
          </a:prstGeom>
        </p:spPr>
      </p:pic>
      <p:sp>
        <p:nvSpPr>
          <p:cNvPr id="144" name="ZoneTexte 143">
            <a:extLst>
              <a:ext uri="{FF2B5EF4-FFF2-40B4-BE49-F238E27FC236}">
                <a16:creationId xmlns:a16="http://schemas.microsoft.com/office/drawing/2014/main" id="{D0B695A2-C5FF-2987-4BB0-20A877759957}"/>
              </a:ext>
            </a:extLst>
          </p:cNvPr>
          <p:cNvSpPr txBox="1"/>
          <p:nvPr>
            <p:custDataLst>
              <p:tags r:id="rId22"/>
            </p:custDataLst>
          </p:nvPr>
        </p:nvSpPr>
        <p:spPr>
          <a:xfrm>
            <a:off x="3380354" y="1068330"/>
            <a:ext cx="2736304" cy="261610"/>
          </a:xfrm>
          <a:prstGeom prst="rect">
            <a:avLst/>
          </a:prstGeom>
          <a:noFill/>
        </p:spPr>
        <p:txBody>
          <a:bodyPr wrap="square" rtlCol="0">
            <a:spAutoFit/>
          </a:bodyPr>
          <a:lstStyle/>
          <a:p>
            <a:pPr algn="ctr"/>
            <a:r>
              <a:rPr lang="fr-FR" sz="1100" b="1" spc="300" dirty="0"/>
              <a:t>PUBLISH / SUBSCRIBE</a:t>
            </a:r>
          </a:p>
        </p:txBody>
      </p:sp>
      <p:sp>
        <p:nvSpPr>
          <p:cNvPr id="56" name="Forme libre 8">
            <a:extLst>
              <a:ext uri="{FF2B5EF4-FFF2-40B4-BE49-F238E27FC236}">
                <a16:creationId xmlns:a16="http://schemas.microsoft.com/office/drawing/2014/main" id="{E24C9090-9B45-BA4A-C0E9-F50903224E47}"/>
              </a:ext>
            </a:extLst>
          </p:cNvPr>
          <p:cNvSpPr>
            <a:spLocks noChangeAspect="1"/>
          </p:cNvSpPr>
          <p:nvPr/>
        </p:nvSpPr>
        <p:spPr>
          <a:xfrm>
            <a:off x="3272806" y="2978190"/>
            <a:ext cx="492341" cy="28314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chemeClr val="accent2"/>
            </a:solidFill>
            <a:prstDash val="solid"/>
            <a:miter/>
          </a:ln>
        </p:spPr>
        <p:txBody>
          <a:bodyPr rtlCol="0" anchor="ctr"/>
          <a:lstStyle/>
          <a:p>
            <a:pPr algn="ctr"/>
            <a:r>
              <a:rPr lang="fr-FR" sz="800"/>
              <a:t>Pivot</a:t>
            </a:r>
          </a:p>
        </p:txBody>
      </p:sp>
      <p:sp>
        <p:nvSpPr>
          <p:cNvPr id="57" name="Forme libre 8">
            <a:extLst>
              <a:ext uri="{FF2B5EF4-FFF2-40B4-BE49-F238E27FC236}">
                <a16:creationId xmlns:a16="http://schemas.microsoft.com/office/drawing/2014/main" id="{97588947-3EBC-3FC2-E854-6D65A522E475}"/>
              </a:ext>
            </a:extLst>
          </p:cNvPr>
          <p:cNvSpPr>
            <a:spLocks noChangeAspect="1"/>
          </p:cNvSpPr>
          <p:nvPr/>
        </p:nvSpPr>
        <p:spPr>
          <a:xfrm>
            <a:off x="3507612" y="1787045"/>
            <a:ext cx="492341" cy="28314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chemeClr val="accent2"/>
            </a:solidFill>
            <a:prstDash val="solid"/>
            <a:miter/>
          </a:ln>
        </p:spPr>
        <p:txBody>
          <a:bodyPr rtlCol="0" anchor="ctr"/>
          <a:lstStyle/>
          <a:p>
            <a:pPr algn="ctr"/>
            <a:r>
              <a:rPr lang="fr-FR" sz="800"/>
              <a:t>Pivot</a:t>
            </a:r>
          </a:p>
        </p:txBody>
      </p:sp>
      <p:sp>
        <p:nvSpPr>
          <p:cNvPr id="58" name="Forme libre 8">
            <a:extLst>
              <a:ext uri="{FF2B5EF4-FFF2-40B4-BE49-F238E27FC236}">
                <a16:creationId xmlns:a16="http://schemas.microsoft.com/office/drawing/2014/main" id="{60469D1F-92E7-21E8-E294-6C406DD3DFD3}"/>
              </a:ext>
            </a:extLst>
          </p:cNvPr>
          <p:cNvSpPr>
            <a:spLocks noChangeAspect="1"/>
          </p:cNvSpPr>
          <p:nvPr/>
        </p:nvSpPr>
        <p:spPr>
          <a:xfrm>
            <a:off x="5448848" y="1793119"/>
            <a:ext cx="492341" cy="28314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chemeClr val="accent2"/>
            </a:solidFill>
            <a:prstDash val="solid"/>
            <a:miter/>
          </a:ln>
        </p:spPr>
        <p:txBody>
          <a:bodyPr rtlCol="0" anchor="ctr"/>
          <a:lstStyle/>
          <a:p>
            <a:pPr algn="ctr"/>
            <a:r>
              <a:rPr lang="fr-FR" sz="800"/>
              <a:t>Pivot</a:t>
            </a:r>
          </a:p>
        </p:txBody>
      </p:sp>
      <p:sp>
        <p:nvSpPr>
          <p:cNvPr id="59" name="Forme libre 8">
            <a:extLst>
              <a:ext uri="{FF2B5EF4-FFF2-40B4-BE49-F238E27FC236}">
                <a16:creationId xmlns:a16="http://schemas.microsoft.com/office/drawing/2014/main" id="{FCF65AF6-4499-CB3C-A7A1-2A3859C375D3}"/>
              </a:ext>
            </a:extLst>
          </p:cNvPr>
          <p:cNvSpPr>
            <a:spLocks noChangeAspect="1"/>
          </p:cNvSpPr>
          <p:nvPr/>
        </p:nvSpPr>
        <p:spPr>
          <a:xfrm>
            <a:off x="5686162" y="3017911"/>
            <a:ext cx="492341" cy="28314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chemeClr val="accent2"/>
            </a:solidFill>
            <a:prstDash val="solid"/>
            <a:miter/>
          </a:ln>
        </p:spPr>
        <p:txBody>
          <a:bodyPr rtlCol="0" anchor="ctr"/>
          <a:lstStyle/>
          <a:p>
            <a:pPr algn="ctr"/>
            <a:r>
              <a:rPr lang="fr-FR" sz="800"/>
              <a:t>Pivot</a:t>
            </a:r>
          </a:p>
        </p:txBody>
      </p:sp>
      <p:sp>
        <p:nvSpPr>
          <p:cNvPr id="60" name="Forme libre 8">
            <a:extLst>
              <a:ext uri="{FF2B5EF4-FFF2-40B4-BE49-F238E27FC236}">
                <a16:creationId xmlns:a16="http://schemas.microsoft.com/office/drawing/2014/main" id="{1D369080-A5CF-0B4F-320F-BA44B26119DF}"/>
              </a:ext>
            </a:extLst>
          </p:cNvPr>
          <p:cNvSpPr>
            <a:spLocks noChangeAspect="1"/>
          </p:cNvSpPr>
          <p:nvPr/>
        </p:nvSpPr>
        <p:spPr>
          <a:xfrm>
            <a:off x="5656586" y="4034006"/>
            <a:ext cx="492341" cy="283148"/>
          </a:xfrm>
          <a:custGeom>
            <a:avLst/>
            <a:gdLst>
              <a:gd name="connsiteX0" fmla="*/ 1105547 w 1105550"/>
              <a:gd name="connsiteY0" fmla="*/ 615258 h 635808"/>
              <a:gd name="connsiteX1" fmla="*/ 1105547 w 1105550"/>
              <a:gd name="connsiteY1" fmla="*/ 614768 h 635808"/>
              <a:gd name="connsiteX2" fmla="*/ 1105547 w 1105550"/>
              <a:gd name="connsiteY2" fmla="*/ 21599 h 635808"/>
              <a:gd name="connsiteX3" fmla="*/ 1101375 w 1105550"/>
              <a:gd name="connsiteY3" fmla="*/ 9853 h 635808"/>
              <a:gd name="connsiteX4" fmla="*/ 1100131 w 1105550"/>
              <a:gd name="connsiteY4" fmla="*/ 8011 h 635808"/>
              <a:gd name="connsiteX5" fmla="*/ 1098881 w 1105550"/>
              <a:gd name="connsiteY5" fmla="*/ 6708 h 635808"/>
              <a:gd name="connsiteX6" fmla="*/ 1084101 w 1105550"/>
              <a:gd name="connsiteY6" fmla="*/ 0 h 635808"/>
              <a:gd name="connsiteX7" fmla="*/ 552350 w 1105550"/>
              <a:gd name="connsiteY7" fmla="*/ 9 h 635808"/>
              <a:gd name="connsiteX8" fmla="*/ 20380 w 1105550"/>
              <a:gd name="connsiteY8" fmla="*/ 9 h 635808"/>
              <a:gd name="connsiteX9" fmla="*/ 775 w 1105550"/>
              <a:gd name="connsiteY9" fmla="*/ 14745 h 635808"/>
              <a:gd name="connsiteX10" fmla="*/ 1546 w 1105550"/>
              <a:gd name="connsiteY10" fmla="*/ 28070 h 635808"/>
              <a:gd name="connsiteX11" fmla="*/ 1546 w 1105550"/>
              <a:gd name="connsiteY11" fmla="*/ 615383 h 635808"/>
              <a:gd name="connsiteX12" fmla="*/ 21949 w 1105550"/>
              <a:gd name="connsiteY12" fmla="*/ 635782 h 635808"/>
              <a:gd name="connsiteX13" fmla="*/ 23780 w 1105550"/>
              <a:gd name="connsiteY13" fmla="*/ 635782 h 635808"/>
              <a:gd name="connsiteX14" fmla="*/ 23901 w 1105550"/>
              <a:gd name="connsiteY14" fmla="*/ 635809 h 635808"/>
              <a:gd name="connsiteX15" fmla="*/ 1085165 w 1105550"/>
              <a:gd name="connsiteY15" fmla="*/ 635809 h 635808"/>
              <a:gd name="connsiteX16" fmla="*/ 1092509 w 1105550"/>
              <a:gd name="connsiteY16" fmla="*/ 634302 h 635808"/>
              <a:gd name="connsiteX17" fmla="*/ 1094187 w 1105550"/>
              <a:gd name="connsiteY17" fmla="*/ 633427 h 635808"/>
              <a:gd name="connsiteX18" fmla="*/ 1098670 w 1105550"/>
              <a:gd name="connsiteY18" fmla="*/ 630402 h 635808"/>
              <a:gd name="connsiteX19" fmla="*/ 1100168 w 1105550"/>
              <a:gd name="connsiteY19" fmla="*/ 628895 h 635808"/>
              <a:gd name="connsiteX20" fmla="*/ 1103143 w 1105550"/>
              <a:gd name="connsiteY20" fmla="*/ 624481 h 635808"/>
              <a:gd name="connsiteX21" fmla="*/ 1104051 w 1105550"/>
              <a:gd name="connsiteY21" fmla="*/ 622639 h 635808"/>
              <a:gd name="connsiteX22" fmla="*/ 1104650 w 1105550"/>
              <a:gd name="connsiteY22" fmla="*/ 621439 h 635808"/>
              <a:gd name="connsiteX23" fmla="*/ 1105446 w 1105550"/>
              <a:gd name="connsiteY23" fmla="*/ 615716 h 635808"/>
              <a:gd name="connsiteX24" fmla="*/ 1105507 w 1105550"/>
              <a:gd name="connsiteY24" fmla="*/ 615383 h 635808"/>
              <a:gd name="connsiteX25" fmla="*/ 1105532 w 1105550"/>
              <a:gd name="connsiteY25" fmla="*/ 615253 h 635808"/>
              <a:gd name="connsiteX26" fmla="*/ 92979 w 1105550"/>
              <a:gd name="connsiteY26" fmla="*/ 42006 h 635808"/>
              <a:gd name="connsiteX27" fmla="*/ 552059 w 1105550"/>
              <a:gd name="connsiteY27" fmla="*/ 42006 h 635808"/>
              <a:gd name="connsiteX28" fmla="*/ 552855 w 1105550"/>
              <a:gd name="connsiteY28" fmla="*/ 41861 h 635808"/>
              <a:gd name="connsiteX29" fmla="*/ 553686 w 1105550"/>
              <a:gd name="connsiteY29" fmla="*/ 42006 h 635808"/>
              <a:gd name="connsiteX30" fmla="*/ 1011494 w 1105550"/>
              <a:gd name="connsiteY30" fmla="*/ 42006 h 635808"/>
              <a:gd name="connsiteX31" fmla="*/ 602711 w 1105550"/>
              <a:gd name="connsiteY31" fmla="*/ 299458 h 635808"/>
              <a:gd name="connsiteX32" fmla="*/ 552337 w 1105550"/>
              <a:gd name="connsiteY32" fmla="*/ 331187 h 635808"/>
              <a:gd name="connsiteX33" fmla="*/ 281702 w 1105550"/>
              <a:gd name="connsiteY33" fmla="*/ 160830 h 635808"/>
              <a:gd name="connsiteX34" fmla="*/ 42383 w 1105550"/>
              <a:gd name="connsiteY34" fmla="*/ 58398 h 635808"/>
              <a:gd name="connsiteX35" fmla="*/ 253921 w 1105550"/>
              <a:gd name="connsiteY35" fmla="*/ 191550 h 635808"/>
              <a:gd name="connsiteX36" fmla="*/ 438031 w 1105550"/>
              <a:gd name="connsiteY36" fmla="*/ 307473 h 635808"/>
              <a:gd name="connsiteX37" fmla="*/ 42388 w 1105550"/>
              <a:gd name="connsiteY37" fmla="*/ 578108 h 635808"/>
              <a:gd name="connsiteX38" fmla="*/ 475645 w 1105550"/>
              <a:gd name="connsiteY38" fmla="*/ 331161 h 635808"/>
              <a:gd name="connsiteX39" fmla="*/ 541510 w 1105550"/>
              <a:gd name="connsiteY39" fmla="*/ 372631 h 635808"/>
              <a:gd name="connsiteX40" fmla="*/ 541604 w 1105550"/>
              <a:gd name="connsiteY40" fmla="*/ 372664 h 635808"/>
              <a:gd name="connsiteX41" fmla="*/ 543583 w 1105550"/>
              <a:gd name="connsiteY41" fmla="*/ 373719 h 635808"/>
              <a:gd name="connsiteX42" fmla="*/ 545546 w 1105550"/>
              <a:gd name="connsiteY42" fmla="*/ 374480 h 635808"/>
              <a:gd name="connsiteX43" fmla="*/ 546660 w 1105550"/>
              <a:gd name="connsiteY43" fmla="*/ 374910 h 635808"/>
              <a:gd name="connsiteX44" fmla="*/ 546831 w 1105550"/>
              <a:gd name="connsiteY44" fmla="*/ 374970 h 635808"/>
              <a:gd name="connsiteX45" fmla="*/ 551784 w 1105550"/>
              <a:gd name="connsiteY45" fmla="*/ 375680 h 635808"/>
              <a:gd name="connsiteX46" fmla="*/ 552065 w 1105550"/>
              <a:gd name="connsiteY46" fmla="*/ 375733 h 635808"/>
              <a:gd name="connsiteX47" fmla="*/ 552126 w 1105550"/>
              <a:gd name="connsiteY47" fmla="*/ 375724 h 635808"/>
              <a:gd name="connsiteX48" fmla="*/ 552221 w 1105550"/>
              <a:gd name="connsiteY48" fmla="*/ 375733 h 635808"/>
              <a:gd name="connsiteX49" fmla="*/ 552280 w 1105550"/>
              <a:gd name="connsiteY49" fmla="*/ 375724 h 635808"/>
              <a:gd name="connsiteX50" fmla="*/ 552339 w 1105550"/>
              <a:gd name="connsiteY50" fmla="*/ 375733 h 635808"/>
              <a:gd name="connsiteX51" fmla="*/ 557722 w 1105550"/>
              <a:gd name="connsiteY51" fmla="*/ 374961 h 635808"/>
              <a:gd name="connsiteX52" fmla="*/ 557917 w 1105550"/>
              <a:gd name="connsiteY52" fmla="*/ 374884 h 635808"/>
              <a:gd name="connsiteX53" fmla="*/ 559444 w 1105550"/>
              <a:gd name="connsiteY53" fmla="*/ 374294 h 635808"/>
              <a:gd name="connsiteX54" fmla="*/ 559907 w 1105550"/>
              <a:gd name="connsiteY54" fmla="*/ 374105 h 635808"/>
              <a:gd name="connsiteX55" fmla="*/ 562938 w 1105550"/>
              <a:gd name="connsiteY55" fmla="*/ 372640 h 635808"/>
              <a:gd name="connsiteX56" fmla="*/ 563050 w 1105550"/>
              <a:gd name="connsiteY56" fmla="*/ 372587 h 635808"/>
              <a:gd name="connsiteX57" fmla="*/ 564524 w 1105550"/>
              <a:gd name="connsiteY57" fmla="*/ 371653 h 635808"/>
              <a:gd name="connsiteX58" fmla="*/ 564551 w 1105550"/>
              <a:gd name="connsiteY58" fmla="*/ 371646 h 635808"/>
              <a:gd name="connsiteX59" fmla="*/ 621641 w 1105550"/>
              <a:gd name="connsiteY59" fmla="*/ 335690 h 635808"/>
              <a:gd name="connsiteX60" fmla="*/ 631297 w 1105550"/>
              <a:gd name="connsiteY60" fmla="*/ 329608 h 635808"/>
              <a:gd name="connsiteX61" fmla="*/ 1019219 w 1105550"/>
              <a:gd name="connsiteY61" fmla="*/ 594979 h 635808"/>
              <a:gd name="connsiteX62" fmla="*/ 553690 w 1105550"/>
              <a:gd name="connsiteY62" fmla="*/ 594996 h 635808"/>
              <a:gd name="connsiteX63" fmla="*/ 89917 w 1105550"/>
              <a:gd name="connsiteY63" fmla="*/ 594996 h 635808"/>
              <a:gd name="connsiteX64" fmla="*/ 668922 w 1105550"/>
              <a:gd name="connsiteY64" fmla="*/ 305979 h 635808"/>
              <a:gd name="connsiteX65" fmla="*/ 1064763 w 1105550"/>
              <a:gd name="connsiteY65" fmla="*/ 56709 h 635808"/>
              <a:gd name="connsiteX66" fmla="*/ 1064763 w 1105550"/>
              <a:gd name="connsiteY66" fmla="*/ 576746 h 63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105550" h="635808">
                <a:moveTo>
                  <a:pt x="1105547" y="615258"/>
                </a:moveTo>
                <a:cubicBezTo>
                  <a:pt x="1105547" y="615095"/>
                  <a:pt x="1105556" y="614940"/>
                  <a:pt x="1105547" y="614768"/>
                </a:cubicBezTo>
                <a:lnTo>
                  <a:pt x="1105547" y="21599"/>
                </a:lnTo>
                <a:cubicBezTo>
                  <a:pt x="1105547" y="17127"/>
                  <a:pt x="1103816" y="13212"/>
                  <a:pt x="1101375" y="9853"/>
                </a:cubicBezTo>
                <a:cubicBezTo>
                  <a:pt x="1100980" y="9211"/>
                  <a:pt x="1100585" y="8603"/>
                  <a:pt x="1100131" y="8011"/>
                </a:cubicBezTo>
                <a:cubicBezTo>
                  <a:pt x="1099712" y="7557"/>
                  <a:pt x="1099335" y="7129"/>
                  <a:pt x="1098881" y="6708"/>
                </a:cubicBezTo>
                <a:cubicBezTo>
                  <a:pt x="1095110" y="2639"/>
                  <a:pt x="1089909" y="0"/>
                  <a:pt x="1084101" y="0"/>
                </a:cubicBezTo>
                <a:lnTo>
                  <a:pt x="552350" y="9"/>
                </a:lnTo>
                <a:lnTo>
                  <a:pt x="20380" y="9"/>
                </a:lnTo>
                <a:cubicBezTo>
                  <a:pt x="11306" y="9"/>
                  <a:pt x="3294" y="6023"/>
                  <a:pt x="775" y="14745"/>
                </a:cubicBezTo>
                <a:cubicBezTo>
                  <a:pt x="-528" y="19279"/>
                  <a:pt x="-133" y="23931"/>
                  <a:pt x="1546" y="28070"/>
                </a:cubicBezTo>
                <a:lnTo>
                  <a:pt x="1546" y="615383"/>
                </a:lnTo>
                <a:cubicBezTo>
                  <a:pt x="1546" y="626649"/>
                  <a:pt x="10689" y="635782"/>
                  <a:pt x="21949" y="635782"/>
                </a:cubicBezTo>
                <a:lnTo>
                  <a:pt x="23780" y="635782"/>
                </a:lnTo>
                <a:cubicBezTo>
                  <a:pt x="23815" y="635782"/>
                  <a:pt x="23868" y="635809"/>
                  <a:pt x="23901" y="635809"/>
                </a:cubicBezTo>
                <a:lnTo>
                  <a:pt x="1085165" y="635809"/>
                </a:lnTo>
                <a:cubicBezTo>
                  <a:pt x="1087753" y="635809"/>
                  <a:pt x="1090203" y="635192"/>
                  <a:pt x="1092509" y="634302"/>
                </a:cubicBezTo>
                <a:cubicBezTo>
                  <a:pt x="1093107" y="634069"/>
                  <a:pt x="1093614" y="633727"/>
                  <a:pt x="1094187" y="633427"/>
                </a:cubicBezTo>
                <a:cubicBezTo>
                  <a:pt x="1095825" y="632604"/>
                  <a:pt x="1097323" y="631619"/>
                  <a:pt x="1098670" y="630402"/>
                </a:cubicBezTo>
                <a:cubicBezTo>
                  <a:pt x="1099210" y="629915"/>
                  <a:pt x="1099679" y="629434"/>
                  <a:pt x="1100168" y="628895"/>
                </a:cubicBezTo>
                <a:cubicBezTo>
                  <a:pt x="1101359" y="627565"/>
                  <a:pt x="1102320" y="626109"/>
                  <a:pt x="1103143" y="624481"/>
                </a:cubicBezTo>
                <a:cubicBezTo>
                  <a:pt x="1103459" y="623865"/>
                  <a:pt x="1103801" y="623299"/>
                  <a:pt x="1104051" y="622639"/>
                </a:cubicBezTo>
                <a:cubicBezTo>
                  <a:pt x="1104213" y="622211"/>
                  <a:pt x="1104514" y="621878"/>
                  <a:pt x="1104650" y="621439"/>
                </a:cubicBezTo>
                <a:cubicBezTo>
                  <a:pt x="1105242" y="619546"/>
                  <a:pt x="1105422" y="617635"/>
                  <a:pt x="1105446" y="615716"/>
                </a:cubicBezTo>
                <a:cubicBezTo>
                  <a:pt x="1105446" y="615604"/>
                  <a:pt x="1105507" y="615510"/>
                  <a:pt x="1105507" y="615383"/>
                </a:cubicBezTo>
                <a:lnTo>
                  <a:pt x="1105532" y="615253"/>
                </a:lnTo>
                <a:close/>
                <a:moveTo>
                  <a:pt x="92979" y="42006"/>
                </a:moveTo>
                <a:lnTo>
                  <a:pt x="552059" y="42006"/>
                </a:lnTo>
                <a:cubicBezTo>
                  <a:pt x="552341" y="42006"/>
                  <a:pt x="552572" y="41870"/>
                  <a:pt x="552855" y="41861"/>
                </a:cubicBezTo>
                <a:cubicBezTo>
                  <a:pt x="553146" y="41870"/>
                  <a:pt x="553394" y="42006"/>
                  <a:pt x="553686" y="42006"/>
                </a:cubicBezTo>
                <a:lnTo>
                  <a:pt x="1011494" y="42006"/>
                </a:lnTo>
                <a:lnTo>
                  <a:pt x="602711" y="299458"/>
                </a:lnTo>
                <a:lnTo>
                  <a:pt x="552337" y="331187"/>
                </a:lnTo>
                <a:lnTo>
                  <a:pt x="281702" y="160830"/>
                </a:lnTo>
                <a:close/>
                <a:moveTo>
                  <a:pt x="42383" y="58398"/>
                </a:moveTo>
                <a:lnTo>
                  <a:pt x="253921" y="191550"/>
                </a:lnTo>
                <a:lnTo>
                  <a:pt x="438031" y="307473"/>
                </a:lnTo>
                <a:lnTo>
                  <a:pt x="42388" y="578108"/>
                </a:lnTo>
                <a:close/>
                <a:moveTo>
                  <a:pt x="475645" y="331161"/>
                </a:moveTo>
                <a:lnTo>
                  <a:pt x="541510" y="372631"/>
                </a:lnTo>
                <a:cubicBezTo>
                  <a:pt x="541536" y="372655"/>
                  <a:pt x="541569" y="372655"/>
                  <a:pt x="541604" y="372664"/>
                </a:cubicBezTo>
                <a:cubicBezTo>
                  <a:pt x="542247" y="373059"/>
                  <a:pt x="542898" y="373401"/>
                  <a:pt x="543583" y="373719"/>
                </a:cubicBezTo>
                <a:cubicBezTo>
                  <a:pt x="544234" y="374026"/>
                  <a:pt x="544877" y="374259"/>
                  <a:pt x="545546" y="374480"/>
                </a:cubicBezTo>
                <a:cubicBezTo>
                  <a:pt x="545923" y="374619"/>
                  <a:pt x="546283" y="374816"/>
                  <a:pt x="546660" y="374910"/>
                </a:cubicBezTo>
                <a:cubicBezTo>
                  <a:pt x="546719" y="374919"/>
                  <a:pt x="546770" y="374961"/>
                  <a:pt x="546831" y="374970"/>
                </a:cubicBezTo>
                <a:cubicBezTo>
                  <a:pt x="548441" y="375415"/>
                  <a:pt x="550095" y="375647"/>
                  <a:pt x="551784" y="375680"/>
                </a:cubicBezTo>
                <a:cubicBezTo>
                  <a:pt x="551879" y="375680"/>
                  <a:pt x="551973" y="375733"/>
                  <a:pt x="552065" y="375733"/>
                </a:cubicBezTo>
                <a:cubicBezTo>
                  <a:pt x="552091" y="375733"/>
                  <a:pt x="552100" y="375724"/>
                  <a:pt x="552126" y="375724"/>
                </a:cubicBezTo>
                <a:cubicBezTo>
                  <a:pt x="552159" y="375724"/>
                  <a:pt x="552186" y="375733"/>
                  <a:pt x="552221" y="375733"/>
                </a:cubicBezTo>
                <a:cubicBezTo>
                  <a:pt x="552247" y="375733"/>
                  <a:pt x="552271" y="375724"/>
                  <a:pt x="552280" y="375724"/>
                </a:cubicBezTo>
                <a:cubicBezTo>
                  <a:pt x="552306" y="375724"/>
                  <a:pt x="552333" y="375733"/>
                  <a:pt x="552339" y="375733"/>
                </a:cubicBezTo>
                <a:cubicBezTo>
                  <a:pt x="554173" y="375733"/>
                  <a:pt x="555965" y="375441"/>
                  <a:pt x="557722" y="374961"/>
                </a:cubicBezTo>
                <a:cubicBezTo>
                  <a:pt x="557799" y="374937"/>
                  <a:pt x="557858" y="374902"/>
                  <a:pt x="557917" y="374884"/>
                </a:cubicBezTo>
                <a:cubicBezTo>
                  <a:pt x="558450" y="374739"/>
                  <a:pt x="558937" y="374480"/>
                  <a:pt x="559444" y="374294"/>
                </a:cubicBezTo>
                <a:cubicBezTo>
                  <a:pt x="559606" y="374233"/>
                  <a:pt x="559751" y="374182"/>
                  <a:pt x="559907" y="374105"/>
                </a:cubicBezTo>
                <a:cubicBezTo>
                  <a:pt x="560951" y="373684"/>
                  <a:pt x="561971" y="373230"/>
                  <a:pt x="562938" y="372640"/>
                </a:cubicBezTo>
                <a:cubicBezTo>
                  <a:pt x="562973" y="372614"/>
                  <a:pt x="563017" y="372614"/>
                  <a:pt x="563050" y="372587"/>
                </a:cubicBezTo>
                <a:lnTo>
                  <a:pt x="564524" y="371653"/>
                </a:lnTo>
                <a:cubicBezTo>
                  <a:pt x="564533" y="371653"/>
                  <a:pt x="564533" y="371653"/>
                  <a:pt x="564551" y="371646"/>
                </a:cubicBezTo>
                <a:lnTo>
                  <a:pt x="621641" y="335690"/>
                </a:lnTo>
                <a:lnTo>
                  <a:pt x="631297" y="329608"/>
                </a:lnTo>
                <a:lnTo>
                  <a:pt x="1019219" y="594979"/>
                </a:lnTo>
                <a:lnTo>
                  <a:pt x="553690" y="594996"/>
                </a:lnTo>
                <a:lnTo>
                  <a:pt x="89917" y="594996"/>
                </a:lnTo>
                <a:close/>
                <a:moveTo>
                  <a:pt x="668922" y="305979"/>
                </a:moveTo>
                <a:lnTo>
                  <a:pt x="1064763" y="56709"/>
                </a:lnTo>
                <a:lnTo>
                  <a:pt x="1064763" y="576746"/>
                </a:lnTo>
                <a:close/>
              </a:path>
            </a:pathLst>
          </a:custGeom>
          <a:solidFill>
            <a:srgbClr val="FF9D75"/>
          </a:solidFill>
          <a:ln w="2191" cap="flat">
            <a:solidFill>
              <a:schemeClr val="accent2"/>
            </a:solidFill>
            <a:prstDash val="solid"/>
            <a:miter/>
          </a:ln>
        </p:spPr>
        <p:txBody>
          <a:bodyPr rtlCol="0" anchor="ctr"/>
          <a:lstStyle/>
          <a:p>
            <a:pPr algn="ctr"/>
            <a:r>
              <a:rPr lang="fr-FR" sz="800"/>
              <a:t>Pivot</a:t>
            </a:r>
          </a:p>
        </p:txBody>
      </p:sp>
      <p:grpSp>
        <p:nvGrpSpPr>
          <p:cNvPr id="8" name="Groupe 7">
            <a:extLst>
              <a:ext uri="{FF2B5EF4-FFF2-40B4-BE49-F238E27FC236}">
                <a16:creationId xmlns:a16="http://schemas.microsoft.com/office/drawing/2014/main" id="{641F13B1-A967-197F-62E3-67440E37E5DA}"/>
              </a:ext>
            </a:extLst>
          </p:cNvPr>
          <p:cNvGrpSpPr/>
          <p:nvPr/>
        </p:nvGrpSpPr>
        <p:grpSpPr>
          <a:xfrm>
            <a:off x="6498510" y="3058267"/>
            <a:ext cx="564189" cy="577735"/>
            <a:chOff x="6498510" y="3058267"/>
            <a:chExt cx="564189" cy="577735"/>
          </a:xfrm>
        </p:grpSpPr>
        <p:pic>
          <p:nvPicPr>
            <p:cNvPr id="79" name="Image 78">
              <a:extLst>
                <a:ext uri="{FF2B5EF4-FFF2-40B4-BE49-F238E27FC236}">
                  <a16:creationId xmlns:a16="http://schemas.microsoft.com/office/drawing/2014/main" id="{66A52193-9156-018E-5445-46ADC14AE6D5}"/>
                </a:ext>
              </a:extLst>
            </p:cNvPr>
            <p:cNvPicPr>
              <a:picLocks noChangeAspect="1"/>
            </p:cNvPicPr>
            <p:nvPr/>
          </p:nvPicPr>
          <p:blipFill rotWithShape="1">
            <a:blip r:embed="rId25">
              <a:extLst>
                <a:ext uri="{28A0092B-C50C-407E-A947-70E740481C1C}">
                  <a14:useLocalDpi xmlns:a14="http://schemas.microsoft.com/office/drawing/2010/main" val="0"/>
                </a:ext>
              </a:extLst>
            </a:blip>
            <a:srcRect l="7582" t="12188" r="4551" b="10305"/>
            <a:stretch/>
          </p:blipFill>
          <p:spPr>
            <a:xfrm>
              <a:off x="6498510" y="3058267"/>
              <a:ext cx="564189" cy="577735"/>
            </a:xfrm>
            <a:prstGeom prst="rect">
              <a:avLst/>
            </a:prstGeom>
          </p:spPr>
        </p:pic>
        <p:sp>
          <p:nvSpPr>
            <p:cNvPr id="6" name="Rectangle 5">
              <a:extLst>
                <a:ext uri="{FF2B5EF4-FFF2-40B4-BE49-F238E27FC236}">
                  <a16:creationId xmlns:a16="http://schemas.microsoft.com/office/drawing/2014/main" id="{482BBC06-0593-A45A-E5B9-3F4FC175C97E}"/>
                </a:ext>
              </a:extLst>
            </p:cNvPr>
            <p:cNvSpPr/>
            <p:nvPr/>
          </p:nvSpPr>
          <p:spPr>
            <a:xfrm>
              <a:off x="6879625" y="3347134"/>
              <a:ext cx="176813" cy="137160"/>
            </a:xfrm>
            <a:prstGeom prst="rect">
              <a:avLst/>
            </a:prstGeom>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E34ADC3D-7BF9-EFCD-86FF-52BC7D6DF288}"/>
                </a:ext>
              </a:extLst>
            </p:cNvPr>
            <p:cNvSpPr/>
            <p:nvPr/>
          </p:nvSpPr>
          <p:spPr>
            <a:xfrm>
              <a:off x="6879625" y="3208258"/>
              <a:ext cx="176813" cy="137160"/>
            </a:xfrm>
            <a:prstGeom prst="rect">
              <a:avLst/>
            </a:prstGeom>
            <a:solidFill>
              <a:schemeClr val="accent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3" name="ZoneTexte 2">
            <a:extLst>
              <a:ext uri="{FF2B5EF4-FFF2-40B4-BE49-F238E27FC236}">
                <a16:creationId xmlns:a16="http://schemas.microsoft.com/office/drawing/2014/main" id="{56528018-5606-0F12-BE58-4139B610343E}"/>
              </a:ext>
            </a:extLst>
          </p:cNvPr>
          <p:cNvSpPr txBox="1"/>
          <p:nvPr/>
        </p:nvSpPr>
        <p:spPr>
          <a:xfrm>
            <a:off x="10176378" y="1018752"/>
            <a:ext cx="1162498" cy="338554"/>
          </a:xfrm>
          <a:prstGeom prst="rect">
            <a:avLst/>
          </a:prstGeom>
          <a:noFill/>
        </p:spPr>
        <p:txBody>
          <a:bodyPr wrap="none" rtlCol="0">
            <a:spAutoFit/>
          </a:bodyPr>
          <a:lstStyle/>
          <a:p>
            <a:pPr algn="ctr"/>
            <a:r>
              <a:rPr lang="fr-FR" sz="1600" b="1" dirty="0">
                <a:cs typeface="Arial" panose="020B0604020202020204" pitchFamily="34" charset="0"/>
              </a:rPr>
              <a:t>EXEMPLE</a:t>
            </a:r>
          </a:p>
        </p:txBody>
      </p:sp>
    </p:spTree>
    <p:extLst>
      <p:ext uri="{BB962C8B-B14F-4D97-AF65-F5344CB8AC3E}">
        <p14:creationId xmlns:p14="http://schemas.microsoft.com/office/powerpoint/2010/main" val="19050057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PATTERNS d’Intégration</a:t>
            </a:r>
          </a:p>
        </p:txBody>
      </p:sp>
      <p:sp>
        <p:nvSpPr>
          <p:cNvPr id="67" name="ZoneTexte 66">
            <a:extLst>
              <a:ext uri="{FF2B5EF4-FFF2-40B4-BE49-F238E27FC236}">
                <a16:creationId xmlns:a16="http://schemas.microsoft.com/office/drawing/2014/main" id="{2A3C1C7F-3026-80FA-7F3B-CE7916B48A7B}"/>
              </a:ext>
            </a:extLst>
          </p:cNvPr>
          <p:cNvSpPr txBox="1"/>
          <p:nvPr>
            <p:custDataLst>
              <p:tags r:id="rId1"/>
            </p:custDataLst>
          </p:nvPr>
        </p:nvSpPr>
        <p:spPr>
          <a:xfrm>
            <a:off x="4468581" y="1044149"/>
            <a:ext cx="2736304" cy="261610"/>
          </a:xfrm>
          <a:prstGeom prst="rect">
            <a:avLst/>
          </a:prstGeom>
          <a:noFill/>
        </p:spPr>
        <p:txBody>
          <a:bodyPr wrap="square" rtlCol="0">
            <a:spAutoFit/>
          </a:bodyPr>
          <a:lstStyle/>
          <a:p>
            <a:pPr algn="ctr"/>
            <a:r>
              <a:rPr lang="fr-FR" sz="1100" b="1" spc="300" dirty="0"/>
              <a:t>PUBLISH / SUBSCRIBE</a:t>
            </a:r>
          </a:p>
        </p:txBody>
      </p:sp>
      <p:sp>
        <p:nvSpPr>
          <p:cNvPr id="32" name="Rectangle 31">
            <a:extLst>
              <a:ext uri="{FF2B5EF4-FFF2-40B4-BE49-F238E27FC236}">
                <a16:creationId xmlns:a16="http://schemas.microsoft.com/office/drawing/2014/main" id="{C1AACD57-690C-C618-574D-DC5B0E129F29}"/>
              </a:ext>
            </a:extLst>
          </p:cNvPr>
          <p:cNvSpPr/>
          <p:nvPr>
            <p:custDataLst>
              <p:tags r:id="rId2"/>
            </p:custDataLst>
          </p:nvPr>
        </p:nvSpPr>
        <p:spPr>
          <a:xfrm>
            <a:off x="4627418" y="1780478"/>
            <a:ext cx="2410691" cy="3033138"/>
          </a:xfrm>
          <a:prstGeom prst="rect">
            <a:avLst/>
          </a:prstGeom>
          <a:no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3" name="Rectangle 32">
            <a:extLst>
              <a:ext uri="{FF2B5EF4-FFF2-40B4-BE49-F238E27FC236}">
                <a16:creationId xmlns:a16="http://schemas.microsoft.com/office/drawing/2014/main" id="{A0305E79-FD41-2F6A-C91C-4E50F119B894}"/>
              </a:ext>
            </a:extLst>
          </p:cNvPr>
          <p:cNvSpPr/>
          <p:nvPr>
            <p:custDataLst>
              <p:tags r:id="rId3"/>
            </p:custDataLst>
          </p:nvPr>
        </p:nvSpPr>
        <p:spPr>
          <a:xfrm>
            <a:off x="305874" y="1653953"/>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sp>
        <p:nvSpPr>
          <p:cNvPr id="34" name="Rectangle 33">
            <a:extLst>
              <a:ext uri="{FF2B5EF4-FFF2-40B4-BE49-F238E27FC236}">
                <a16:creationId xmlns:a16="http://schemas.microsoft.com/office/drawing/2014/main" id="{B85CEC85-5EDF-4C0C-08FB-CB0A4EF54E5F}"/>
              </a:ext>
            </a:extLst>
          </p:cNvPr>
          <p:cNvSpPr/>
          <p:nvPr>
            <p:custDataLst>
              <p:tags r:id="rId4"/>
            </p:custDataLst>
          </p:nvPr>
        </p:nvSpPr>
        <p:spPr>
          <a:xfrm>
            <a:off x="330393" y="4504362"/>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sp>
        <p:nvSpPr>
          <p:cNvPr id="37" name="Organigramme : Stockage à accès direct 36">
            <a:extLst>
              <a:ext uri="{FF2B5EF4-FFF2-40B4-BE49-F238E27FC236}">
                <a16:creationId xmlns:a16="http://schemas.microsoft.com/office/drawing/2014/main" id="{2F235454-0311-E74D-50D6-BCFEB6D19A8B}"/>
              </a:ext>
            </a:extLst>
          </p:cNvPr>
          <p:cNvSpPr/>
          <p:nvPr/>
        </p:nvSpPr>
        <p:spPr>
          <a:xfrm>
            <a:off x="4791700" y="3076389"/>
            <a:ext cx="1941610" cy="618509"/>
          </a:xfrm>
          <a:prstGeom prst="flowChartMagneticDrum">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sz="1600"/>
          </a:p>
        </p:txBody>
      </p:sp>
      <p:sp>
        <p:nvSpPr>
          <p:cNvPr id="40" name="Parchemin vertical 13">
            <a:extLst>
              <a:ext uri="{FF2B5EF4-FFF2-40B4-BE49-F238E27FC236}">
                <a16:creationId xmlns:a16="http://schemas.microsoft.com/office/drawing/2014/main" id="{122FCE5E-9110-AFB2-4095-EAF10CDC0E50}"/>
              </a:ext>
            </a:extLst>
          </p:cNvPr>
          <p:cNvSpPr/>
          <p:nvPr>
            <p:custDataLst>
              <p:tags r:id="rId5"/>
            </p:custDataLst>
          </p:nvPr>
        </p:nvSpPr>
        <p:spPr>
          <a:xfrm>
            <a:off x="1978210" y="2361759"/>
            <a:ext cx="618836" cy="460005"/>
          </a:xfrm>
          <a:prstGeom prst="verticalScroll">
            <a:avLst/>
          </a:prstGeom>
          <a:solidFill>
            <a:schemeClr val="tx1">
              <a:lumMod val="10000"/>
              <a:lumOff val="9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msg 1</a:t>
            </a:r>
          </a:p>
        </p:txBody>
      </p:sp>
      <p:sp>
        <p:nvSpPr>
          <p:cNvPr id="41" name="Parchemin vertical 14">
            <a:extLst>
              <a:ext uri="{FF2B5EF4-FFF2-40B4-BE49-F238E27FC236}">
                <a16:creationId xmlns:a16="http://schemas.microsoft.com/office/drawing/2014/main" id="{300BDA94-E518-8EDC-F5D1-4C0B3A9F16EB}"/>
              </a:ext>
            </a:extLst>
          </p:cNvPr>
          <p:cNvSpPr/>
          <p:nvPr>
            <p:custDataLst>
              <p:tags r:id="rId6"/>
            </p:custDataLst>
          </p:nvPr>
        </p:nvSpPr>
        <p:spPr>
          <a:xfrm>
            <a:off x="1980827" y="3922159"/>
            <a:ext cx="618836" cy="460005"/>
          </a:xfrm>
          <a:prstGeom prst="verticalScroll">
            <a:avLst/>
          </a:prstGeom>
          <a:solidFill>
            <a:schemeClr val="accent5">
              <a:lumMod val="40000"/>
              <a:lumOff val="6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msg 2</a:t>
            </a:r>
          </a:p>
        </p:txBody>
      </p:sp>
      <p:sp>
        <p:nvSpPr>
          <p:cNvPr id="44" name="Rectangle 43">
            <a:extLst>
              <a:ext uri="{FF2B5EF4-FFF2-40B4-BE49-F238E27FC236}">
                <a16:creationId xmlns:a16="http://schemas.microsoft.com/office/drawing/2014/main" id="{32D778A8-221C-A320-A89C-8C70476F2599}"/>
              </a:ext>
            </a:extLst>
          </p:cNvPr>
          <p:cNvSpPr/>
          <p:nvPr>
            <p:custDataLst>
              <p:tags r:id="rId7"/>
            </p:custDataLst>
          </p:nvPr>
        </p:nvSpPr>
        <p:spPr>
          <a:xfrm>
            <a:off x="8853873" y="4568123"/>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sp>
        <p:nvSpPr>
          <p:cNvPr id="45" name="Rectangle 44">
            <a:extLst>
              <a:ext uri="{FF2B5EF4-FFF2-40B4-BE49-F238E27FC236}">
                <a16:creationId xmlns:a16="http://schemas.microsoft.com/office/drawing/2014/main" id="{25BC5E11-16E6-2324-E22C-51CD1963CA97}"/>
              </a:ext>
            </a:extLst>
          </p:cNvPr>
          <p:cNvSpPr/>
          <p:nvPr>
            <p:custDataLst>
              <p:tags r:id="rId8"/>
            </p:custDataLst>
          </p:nvPr>
        </p:nvSpPr>
        <p:spPr>
          <a:xfrm>
            <a:off x="8853873" y="3095081"/>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cxnSp>
        <p:nvCxnSpPr>
          <p:cNvPr id="47" name="Connecteur en arc 22">
            <a:extLst>
              <a:ext uri="{FF2B5EF4-FFF2-40B4-BE49-F238E27FC236}">
                <a16:creationId xmlns:a16="http://schemas.microsoft.com/office/drawing/2014/main" id="{FB052093-70A2-CF2A-2A77-3E2289CAF614}"/>
              </a:ext>
            </a:extLst>
          </p:cNvPr>
          <p:cNvCxnSpPr>
            <a:cxnSpLocks/>
            <a:stCxn id="15" idx="3"/>
            <a:endCxn id="37" idx="1"/>
          </p:cNvCxnSpPr>
          <p:nvPr>
            <p:custDataLst>
              <p:tags r:id="rId9"/>
            </p:custDataLst>
          </p:nvPr>
        </p:nvCxnSpPr>
        <p:spPr>
          <a:xfrm>
            <a:off x="3358037" y="1947600"/>
            <a:ext cx="1433663" cy="1438044"/>
          </a:xfrm>
          <a:prstGeom prst="curvedConnector3">
            <a:avLst/>
          </a:prstGeom>
          <a:ln w="63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Connecteur en arc 24">
            <a:extLst>
              <a:ext uri="{FF2B5EF4-FFF2-40B4-BE49-F238E27FC236}">
                <a16:creationId xmlns:a16="http://schemas.microsoft.com/office/drawing/2014/main" id="{60550A4D-A7BB-A247-C558-4A05D97FEFC6}"/>
              </a:ext>
            </a:extLst>
          </p:cNvPr>
          <p:cNvCxnSpPr>
            <a:cxnSpLocks/>
            <a:stCxn id="14" idx="3"/>
            <a:endCxn id="37" idx="1"/>
          </p:cNvCxnSpPr>
          <p:nvPr>
            <p:custDataLst>
              <p:tags r:id="rId10"/>
            </p:custDataLst>
          </p:nvPr>
        </p:nvCxnSpPr>
        <p:spPr>
          <a:xfrm flipV="1">
            <a:off x="3358037" y="3385644"/>
            <a:ext cx="1433663" cy="1394170"/>
          </a:xfrm>
          <a:prstGeom prst="curvedConnector3">
            <a:avLst/>
          </a:prstGeom>
          <a:ln w="63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eur en arc 30">
            <a:extLst>
              <a:ext uri="{FF2B5EF4-FFF2-40B4-BE49-F238E27FC236}">
                <a16:creationId xmlns:a16="http://schemas.microsoft.com/office/drawing/2014/main" id="{F7095C28-6003-F189-8AB7-C1604D711B5D}"/>
              </a:ext>
            </a:extLst>
          </p:cNvPr>
          <p:cNvCxnSpPr>
            <a:cxnSpLocks/>
            <a:stCxn id="3" idx="1"/>
            <a:endCxn id="37" idx="4"/>
          </p:cNvCxnSpPr>
          <p:nvPr>
            <p:custDataLst>
              <p:tags r:id="rId11"/>
            </p:custDataLst>
          </p:nvPr>
        </p:nvCxnSpPr>
        <p:spPr>
          <a:xfrm rot="10800000" flipV="1">
            <a:off x="6733310" y="1758586"/>
            <a:ext cx="831984" cy="1627058"/>
          </a:xfrm>
          <a:prstGeom prst="curvedConnector3">
            <a:avLst/>
          </a:prstGeom>
          <a:ln>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necteur en arc 34">
            <a:extLst>
              <a:ext uri="{FF2B5EF4-FFF2-40B4-BE49-F238E27FC236}">
                <a16:creationId xmlns:a16="http://schemas.microsoft.com/office/drawing/2014/main" id="{9D5ADCA7-FA6E-04F9-7F57-81785EAA2537}"/>
              </a:ext>
            </a:extLst>
          </p:cNvPr>
          <p:cNvCxnSpPr>
            <a:cxnSpLocks/>
            <a:stCxn id="4" idx="1"/>
            <a:endCxn id="37" idx="4"/>
          </p:cNvCxnSpPr>
          <p:nvPr>
            <p:custDataLst>
              <p:tags r:id="rId12"/>
            </p:custDataLst>
          </p:nvPr>
        </p:nvCxnSpPr>
        <p:spPr>
          <a:xfrm rot="10800000">
            <a:off x="6733311" y="3385644"/>
            <a:ext cx="831983" cy="694"/>
          </a:xfrm>
          <a:prstGeom prst="curvedConnector3">
            <a:avLst/>
          </a:prstGeom>
          <a:ln>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 name="Connecteur en arc 36">
            <a:extLst>
              <a:ext uri="{FF2B5EF4-FFF2-40B4-BE49-F238E27FC236}">
                <a16:creationId xmlns:a16="http://schemas.microsoft.com/office/drawing/2014/main" id="{488C03C8-41BA-0125-680D-ACDCCF6A9E6C}"/>
              </a:ext>
            </a:extLst>
          </p:cNvPr>
          <p:cNvCxnSpPr>
            <a:cxnSpLocks/>
            <a:stCxn id="5" idx="1"/>
            <a:endCxn id="37" idx="4"/>
          </p:cNvCxnSpPr>
          <p:nvPr>
            <p:custDataLst>
              <p:tags r:id="rId13"/>
            </p:custDataLst>
          </p:nvPr>
        </p:nvCxnSpPr>
        <p:spPr>
          <a:xfrm rot="10800000">
            <a:off x="6733311" y="3385644"/>
            <a:ext cx="831983" cy="1476126"/>
          </a:xfrm>
          <a:prstGeom prst="curvedConnector3">
            <a:avLst/>
          </a:prstGeom>
          <a:ln>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7" name="Organigramme : Disque magnétique 76">
            <a:extLst>
              <a:ext uri="{FF2B5EF4-FFF2-40B4-BE49-F238E27FC236}">
                <a16:creationId xmlns:a16="http://schemas.microsoft.com/office/drawing/2014/main" id="{C754AD55-9ECE-0AEA-8331-E0E1ED2E3E4F}"/>
              </a:ext>
            </a:extLst>
          </p:cNvPr>
          <p:cNvSpPr/>
          <p:nvPr>
            <p:custDataLst>
              <p:tags r:id="rId14"/>
            </p:custDataLst>
          </p:nvPr>
        </p:nvSpPr>
        <p:spPr>
          <a:xfrm>
            <a:off x="5110019" y="5073662"/>
            <a:ext cx="1453428" cy="544471"/>
          </a:xfrm>
          <a:prstGeom prst="flowChartMagneticDisk">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Persistance</a:t>
            </a:r>
          </a:p>
        </p:txBody>
      </p:sp>
      <p:cxnSp>
        <p:nvCxnSpPr>
          <p:cNvPr id="78" name="Connecteur droit 77">
            <a:extLst>
              <a:ext uri="{FF2B5EF4-FFF2-40B4-BE49-F238E27FC236}">
                <a16:creationId xmlns:a16="http://schemas.microsoft.com/office/drawing/2014/main" id="{0F4380F6-ACCB-7700-3949-B22BEECE1DA1}"/>
              </a:ext>
            </a:extLst>
          </p:cNvPr>
          <p:cNvCxnSpPr>
            <a:cxnSpLocks/>
            <a:stCxn id="32" idx="2"/>
            <a:endCxn id="77" idx="1"/>
          </p:cNvCxnSpPr>
          <p:nvPr>
            <p:custDataLst>
              <p:tags r:id="rId15"/>
            </p:custDataLst>
          </p:nvPr>
        </p:nvCxnSpPr>
        <p:spPr>
          <a:xfrm>
            <a:off x="5832764" y="4813616"/>
            <a:ext cx="3969" cy="2600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Parchemin vertical 40">
            <a:extLst>
              <a:ext uri="{FF2B5EF4-FFF2-40B4-BE49-F238E27FC236}">
                <a16:creationId xmlns:a16="http://schemas.microsoft.com/office/drawing/2014/main" id="{28C66B70-1D1B-B6FA-014B-8D865DB59485}"/>
              </a:ext>
            </a:extLst>
          </p:cNvPr>
          <p:cNvSpPr/>
          <p:nvPr>
            <p:custDataLst>
              <p:tags r:id="rId16"/>
            </p:custDataLst>
          </p:nvPr>
        </p:nvSpPr>
        <p:spPr>
          <a:xfrm>
            <a:off x="10632082" y="3156335"/>
            <a:ext cx="618836" cy="460005"/>
          </a:xfrm>
          <a:prstGeom prst="verticalScroll">
            <a:avLst/>
          </a:prstGeom>
          <a:solidFill>
            <a:schemeClr val="accent4"/>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msg 1</a:t>
            </a:r>
          </a:p>
        </p:txBody>
      </p:sp>
      <p:sp>
        <p:nvSpPr>
          <p:cNvPr id="9" name="Parchemin vertical 43">
            <a:extLst>
              <a:ext uri="{FF2B5EF4-FFF2-40B4-BE49-F238E27FC236}">
                <a16:creationId xmlns:a16="http://schemas.microsoft.com/office/drawing/2014/main" id="{5C88058D-BDF9-14BF-AA0B-F226044AFA31}"/>
              </a:ext>
            </a:extLst>
          </p:cNvPr>
          <p:cNvSpPr/>
          <p:nvPr>
            <p:custDataLst>
              <p:tags r:id="rId17"/>
            </p:custDataLst>
          </p:nvPr>
        </p:nvSpPr>
        <p:spPr>
          <a:xfrm>
            <a:off x="11307654" y="3156333"/>
            <a:ext cx="618836" cy="460005"/>
          </a:xfrm>
          <a:prstGeom prst="verticalScroll">
            <a:avLst/>
          </a:prstGeom>
          <a:solidFill>
            <a:schemeClr val="accent4"/>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msg 2</a:t>
            </a:r>
          </a:p>
        </p:txBody>
      </p:sp>
      <p:sp>
        <p:nvSpPr>
          <p:cNvPr id="10" name="Parchemin vertical 40">
            <a:extLst>
              <a:ext uri="{FF2B5EF4-FFF2-40B4-BE49-F238E27FC236}">
                <a16:creationId xmlns:a16="http://schemas.microsoft.com/office/drawing/2014/main" id="{10E4CECF-A29C-6FA1-10D5-BD0449D02633}"/>
              </a:ext>
            </a:extLst>
          </p:cNvPr>
          <p:cNvSpPr/>
          <p:nvPr>
            <p:custDataLst>
              <p:tags r:id="rId18"/>
            </p:custDataLst>
          </p:nvPr>
        </p:nvSpPr>
        <p:spPr>
          <a:xfrm>
            <a:off x="10636703" y="4624489"/>
            <a:ext cx="618836" cy="460005"/>
          </a:xfrm>
          <a:prstGeom prst="verticalScroll">
            <a:avLst/>
          </a:prstGeom>
          <a:solidFill>
            <a:schemeClr val="bg2">
              <a:lumMod val="40000"/>
              <a:lumOff val="6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msg 1</a:t>
            </a:r>
          </a:p>
        </p:txBody>
      </p:sp>
      <p:sp>
        <p:nvSpPr>
          <p:cNvPr id="11" name="Parchemin vertical 43">
            <a:extLst>
              <a:ext uri="{FF2B5EF4-FFF2-40B4-BE49-F238E27FC236}">
                <a16:creationId xmlns:a16="http://schemas.microsoft.com/office/drawing/2014/main" id="{2B397A1C-62CC-882F-F277-223CC9978672}"/>
              </a:ext>
            </a:extLst>
          </p:cNvPr>
          <p:cNvSpPr/>
          <p:nvPr>
            <p:custDataLst>
              <p:tags r:id="rId19"/>
            </p:custDataLst>
          </p:nvPr>
        </p:nvSpPr>
        <p:spPr>
          <a:xfrm>
            <a:off x="11312275" y="4624487"/>
            <a:ext cx="618836" cy="460005"/>
          </a:xfrm>
          <a:prstGeom prst="verticalScroll">
            <a:avLst/>
          </a:prstGeom>
          <a:solidFill>
            <a:schemeClr val="bg2">
              <a:lumMod val="40000"/>
              <a:lumOff val="6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msg 2</a:t>
            </a:r>
          </a:p>
        </p:txBody>
      </p:sp>
      <p:pic>
        <p:nvPicPr>
          <p:cNvPr id="14" name="Image 13">
            <a:extLst>
              <a:ext uri="{FF2B5EF4-FFF2-40B4-BE49-F238E27FC236}">
                <a16:creationId xmlns:a16="http://schemas.microsoft.com/office/drawing/2014/main" id="{764DEDF2-1294-BC34-C75E-38BE4239AB85}"/>
              </a:ext>
            </a:extLst>
          </p:cNvPr>
          <p:cNvPicPr>
            <a:picLocks noChangeAspect="1"/>
          </p:cNvPicPr>
          <p:nvPr/>
        </p:nvPicPr>
        <p:blipFill rotWithShape="1">
          <a:blip r:embed="rId32">
            <a:extLst>
              <a:ext uri="{28A0092B-C50C-407E-A947-70E740481C1C}">
                <a14:useLocalDpi xmlns:a14="http://schemas.microsoft.com/office/drawing/2010/main" val="0"/>
              </a:ext>
            </a:extLst>
          </a:blip>
          <a:srcRect l="7582" t="12188" r="4551" b="10305"/>
          <a:stretch/>
        </p:blipFill>
        <p:spPr>
          <a:xfrm>
            <a:off x="2599663" y="4490946"/>
            <a:ext cx="758374" cy="577735"/>
          </a:xfrm>
          <a:prstGeom prst="rect">
            <a:avLst/>
          </a:prstGeom>
        </p:spPr>
      </p:pic>
      <p:pic>
        <p:nvPicPr>
          <p:cNvPr id="15" name="Image 14">
            <a:extLst>
              <a:ext uri="{FF2B5EF4-FFF2-40B4-BE49-F238E27FC236}">
                <a16:creationId xmlns:a16="http://schemas.microsoft.com/office/drawing/2014/main" id="{39515E60-D5B2-EBDD-2A9D-A0C49D2362AE}"/>
              </a:ext>
            </a:extLst>
          </p:cNvPr>
          <p:cNvPicPr>
            <a:picLocks noChangeAspect="1"/>
          </p:cNvPicPr>
          <p:nvPr/>
        </p:nvPicPr>
        <p:blipFill rotWithShape="1">
          <a:blip r:embed="rId32">
            <a:extLst>
              <a:ext uri="{28A0092B-C50C-407E-A947-70E740481C1C}">
                <a14:useLocalDpi xmlns:a14="http://schemas.microsoft.com/office/drawing/2010/main" val="0"/>
              </a:ext>
            </a:extLst>
          </a:blip>
          <a:srcRect l="7582" t="12188" r="4551" b="10305"/>
          <a:stretch/>
        </p:blipFill>
        <p:spPr>
          <a:xfrm>
            <a:off x="2599663" y="1658732"/>
            <a:ext cx="758374" cy="577735"/>
          </a:xfrm>
          <a:prstGeom prst="rect">
            <a:avLst/>
          </a:prstGeom>
        </p:spPr>
      </p:pic>
      <p:sp>
        <p:nvSpPr>
          <p:cNvPr id="16" name="Rectangle 15">
            <a:extLst>
              <a:ext uri="{FF2B5EF4-FFF2-40B4-BE49-F238E27FC236}">
                <a16:creationId xmlns:a16="http://schemas.microsoft.com/office/drawing/2014/main" id="{DDB217DD-6B14-5443-484E-F9DB1A1F6D51}"/>
              </a:ext>
            </a:extLst>
          </p:cNvPr>
          <p:cNvSpPr/>
          <p:nvPr>
            <p:custDataLst>
              <p:tags r:id="rId20"/>
            </p:custDataLst>
          </p:nvPr>
        </p:nvSpPr>
        <p:spPr>
          <a:xfrm>
            <a:off x="8850852" y="1467330"/>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Abonné</a:t>
            </a:r>
          </a:p>
        </p:txBody>
      </p:sp>
      <p:sp>
        <p:nvSpPr>
          <p:cNvPr id="17" name="Parchemin vertical 38">
            <a:extLst>
              <a:ext uri="{FF2B5EF4-FFF2-40B4-BE49-F238E27FC236}">
                <a16:creationId xmlns:a16="http://schemas.microsoft.com/office/drawing/2014/main" id="{F92E963C-7DD3-148F-45E7-DBFC3354752F}"/>
              </a:ext>
            </a:extLst>
          </p:cNvPr>
          <p:cNvSpPr/>
          <p:nvPr>
            <p:custDataLst>
              <p:tags r:id="rId21"/>
            </p:custDataLst>
          </p:nvPr>
        </p:nvSpPr>
        <p:spPr>
          <a:xfrm>
            <a:off x="10636703" y="1494389"/>
            <a:ext cx="618836" cy="460005"/>
          </a:xfrm>
          <a:prstGeom prst="verticalScroll">
            <a:avLst/>
          </a:prstGeom>
          <a:solidFill>
            <a:srgbClr val="007EB9">
              <a:alpha val="70000"/>
            </a:srgbClr>
          </a:solidFill>
          <a:ln>
            <a:solidFill>
              <a:srgbClr val="007E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msg 1</a:t>
            </a:r>
          </a:p>
        </p:txBody>
      </p:sp>
      <p:sp>
        <p:nvSpPr>
          <p:cNvPr id="18" name="Parchemin vertical 35">
            <a:extLst>
              <a:ext uri="{FF2B5EF4-FFF2-40B4-BE49-F238E27FC236}">
                <a16:creationId xmlns:a16="http://schemas.microsoft.com/office/drawing/2014/main" id="{E35B282C-3D3E-BBDF-EDB4-5DBB97EBC8DE}"/>
              </a:ext>
            </a:extLst>
          </p:cNvPr>
          <p:cNvSpPr/>
          <p:nvPr>
            <p:custDataLst>
              <p:tags r:id="rId22"/>
            </p:custDataLst>
          </p:nvPr>
        </p:nvSpPr>
        <p:spPr>
          <a:xfrm>
            <a:off x="11294000" y="1494389"/>
            <a:ext cx="618836" cy="460005"/>
          </a:xfrm>
          <a:prstGeom prst="verticalScroll">
            <a:avLst/>
          </a:prstGeom>
          <a:solidFill>
            <a:srgbClr val="007EB9">
              <a:alpha val="69000"/>
            </a:srgbClr>
          </a:solidFill>
          <a:ln>
            <a:solidFill>
              <a:srgbClr val="007E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msg 2</a:t>
            </a:r>
          </a:p>
        </p:txBody>
      </p:sp>
      <p:cxnSp>
        <p:nvCxnSpPr>
          <p:cNvPr id="20" name="Connecteur droit avec flèche 19">
            <a:extLst>
              <a:ext uri="{FF2B5EF4-FFF2-40B4-BE49-F238E27FC236}">
                <a16:creationId xmlns:a16="http://schemas.microsoft.com/office/drawing/2014/main" id="{2C257003-0157-D911-FB23-AAC9C01A4187}"/>
              </a:ext>
            </a:extLst>
          </p:cNvPr>
          <p:cNvCxnSpPr>
            <a:cxnSpLocks/>
            <a:stCxn id="33" idx="3"/>
            <a:endCxn id="15" idx="1"/>
          </p:cNvCxnSpPr>
          <p:nvPr>
            <p:custDataLst>
              <p:tags r:id="rId23"/>
            </p:custDataLst>
          </p:nvPr>
        </p:nvCxnSpPr>
        <p:spPr>
          <a:xfrm>
            <a:off x="1951074" y="1945210"/>
            <a:ext cx="648589" cy="2390"/>
          </a:xfrm>
          <a:prstGeom prst="straightConnector1">
            <a:avLst/>
          </a:prstGeom>
          <a:ln w="25400">
            <a:solidFill>
              <a:schemeClr val="tx1">
                <a:lumMod val="10000"/>
                <a:lumOff val="90000"/>
              </a:schemeClr>
            </a:solidFill>
            <a:tailEnd type="arrow"/>
          </a:ln>
        </p:spPr>
        <p:style>
          <a:lnRef idx="1">
            <a:schemeClr val="accent3"/>
          </a:lnRef>
          <a:fillRef idx="2">
            <a:schemeClr val="accent3"/>
          </a:fillRef>
          <a:effectRef idx="1">
            <a:schemeClr val="accent3"/>
          </a:effectRef>
          <a:fontRef idx="minor">
            <a:schemeClr val="dk1"/>
          </a:fontRef>
        </p:style>
      </p:cxnSp>
      <p:cxnSp>
        <p:nvCxnSpPr>
          <p:cNvPr id="23" name="Connecteur droit avec flèche 22">
            <a:extLst>
              <a:ext uri="{FF2B5EF4-FFF2-40B4-BE49-F238E27FC236}">
                <a16:creationId xmlns:a16="http://schemas.microsoft.com/office/drawing/2014/main" id="{49F6C1BE-60F5-562C-38C4-9D8C869560FF}"/>
              </a:ext>
            </a:extLst>
          </p:cNvPr>
          <p:cNvCxnSpPr>
            <a:cxnSpLocks/>
            <a:stCxn id="34" idx="3"/>
            <a:endCxn id="14" idx="1"/>
          </p:cNvCxnSpPr>
          <p:nvPr>
            <p:custDataLst>
              <p:tags r:id="rId24"/>
            </p:custDataLst>
          </p:nvPr>
        </p:nvCxnSpPr>
        <p:spPr>
          <a:xfrm flipV="1">
            <a:off x="1975593" y="4779814"/>
            <a:ext cx="624070" cy="15805"/>
          </a:xfrm>
          <a:prstGeom prst="straightConnector1">
            <a:avLst/>
          </a:prstGeom>
          <a:ln w="25400">
            <a:solidFill>
              <a:schemeClr val="accent5">
                <a:lumMod val="40000"/>
                <a:lumOff val="60000"/>
              </a:schemeClr>
            </a:solidFill>
            <a:tailEnd type="arrow"/>
          </a:ln>
        </p:spPr>
        <p:style>
          <a:lnRef idx="1">
            <a:schemeClr val="accent3"/>
          </a:lnRef>
          <a:fillRef idx="2">
            <a:schemeClr val="accent3"/>
          </a:fillRef>
          <a:effectRef idx="1">
            <a:schemeClr val="accent3"/>
          </a:effectRef>
          <a:fontRef idx="minor">
            <a:schemeClr val="dk1"/>
          </a:fontRef>
        </p:style>
      </p:cxnSp>
      <p:sp>
        <p:nvSpPr>
          <p:cNvPr id="27" name="Parchemin vertical 13">
            <a:extLst>
              <a:ext uri="{FF2B5EF4-FFF2-40B4-BE49-F238E27FC236}">
                <a16:creationId xmlns:a16="http://schemas.microsoft.com/office/drawing/2014/main" id="{02FDB2A0-FB22-B2E9-32DB-DF7D9C390EE2}"/>
              </a:ext>
            </a:extLst>
          </p:cNvPr>
          <p:cNvSpPr/>
          <p:nvPr>
            <p:custDataLst>
              <p:tags r:id="rId25"/>
            </p:custDataLst>
          </p:nvPr>
        </p:nvSpPr>
        <p:spPr>
          <a:xfrm>
            <a:off x="3781862" y="1419268"/>
            <a:ext cx="618836" cy="460005"/>
          </a:xfrm>
          <a:prstGeom prst="verticalScroll">
            <a:avLst/>
          </a:prstGeom>
          <a:solidFill>
            <a:schemeClr val="accent2">
              <a:lumMod val="40000"/>
              <a:lumOff val="6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a:solidFill>
                  <a:schemeClr val="tx1"/>
                </a:solidFill>
              </a:rPr>
              <a:t>msg 1</a:t>
            </a:r>
          </a:p>
        </p:txBody>
      </p:sp>
      <p:sp>
        <p:nvSpPr>
          <p:cNvPr id="30" name="Parchemin vertical 13">
            <a:extLst>
              <a:ext uri="{FF2B5EF4-FFF2-40B4-BE49-F238E27FC236}">
                <a16:creationId xmlns:a16="http://schemas.microsoft.com/office/drawing/2014/main" id="{BAD9016D-B314-78D5-AE36-66343E21F521}"/>
              </a:ext>
            </a:extLst>
          </p:cNvPr>
          <p:cNvSpPr/>
          <p:nvPr>
            <p:custDataLst>
              <p:tags r:id="rId26"/>
            </p:custDataLst>
          </p:nvPr>
        </p:nvSpPr>
        <p:spPr>
          <a:xfrm>
            <a:off x="3781862" y="4786313"/>
            <a:ext cx="618836" cy="460005"/>
          </a:xfrm>
          <a:prstGeom prst="verticalScroll">
            <a:avLst/>
          </a:prstGeom>
          <a:solidFill>
            <a:schemeClr val="accent2">
              <a:lumMod val="40000"/>
              <a:lumOff val="6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err="1">
                <a:solidFill>
                  <a:schemeClr val="tx1"/>
                </a:solidFill>
              </a:rPr>
              <a:t>msg</a:t>
            </a:r>
            <a:r>
              <a:rPr lang="fr-FR" sz="800">
                <a:solidFill>
                  <a:schemeClr val="tx1"/>
                </a:solidFill>
              </a:rPr>
              <a:t> 2</a:t>
            </a:r>
          </a:p>
        </p:txBody>
      </p:sp>
      <p:sp>
        <p:nvSpPr>
          <p:cNvPr id="31" name="Rectangle : coins arrondis 30">
            <a:extLst>
              <a:ext uri="{FF2B5EF4-FFF2-40B4-BE49-F238E27FC236}">
                <a16:creationId xmlns:a16="http://schemas.microsoft.com/office/drawing/2014/main" id="{7494185C-8DF3-2364-644C-0622663C7F77}"/>
              </a:ext>
            </a:extLst>
          </p:cNvPr>
          <p:cNvSpPr/>
          <p:nvPr/>
        </p:nvSpPr>
        <p:spPr>
          <a:xfrm>
            <a:off x="2120444" y="5763156"/>
            <a:ext cx="1716811" cy="424088"/>
          </a:xfrm>
          <a:prstGeom prst="roundRect">
            <a:avLst>
              <a:gd name="adj" fmla="val 37630"/>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Format pivot</a:t>
            </a:r>
          </a:p>
        </p:txBody>
      </p:sp>
      <p:pic>
        <p:nvPicPr>
          <p:cNvPr id="3" name="Image 2">
            <a:extLst>
              <a:ext uri="{FF2B5EF4-FFF2-40B4-BE49-F238E27FC236}">
                <a16:creationId xmlns:a16="http://schemas.microsoft.com/office/drawing/2014/main" id="{AB574034-382D-5CC0-814A-A9FFEE18D3E8}"/>
              </a:ext>
            </a:extLst>
          </p:cNvPr>
          <p:cNvPicPr>
            <a:picLocks noChangeAspect="1"/>
          </p:cNvPicPr>
          <p:nvPr/>
        </p:nvPicPr>
        <p:blipFill rotWithShape="1">
          <a:blip r:embed="rId32">
            <a:extLst>
              <a:ext uri="{28A0092B-C50C-407E-A947-70E740481C1C}">
                <a14:useLocalDpi xmlns:a14="http://schemas.microsoft.com/office/drawing/2010/main" val="0"/>
              </a:ext>
            </a:extLst>
          </a:blip>
          <a:srcRect l="7582" t="12188" r="4551" b="10305"/>
          <a:stretch/>
        </p:blipFill>
        <p:spPr>
          <a:xfrm>
            <a:off x="7565294" y="1469718"/>
            <a:ext cx="758374" cy="577735"/>
          </a:xfrm>
          <a:prstGeom prst="rect">
            <a:avLst/>
          </a:prstGeom>
        </p:spPr>
      </p:pic>
      <p:pic>
        <p:nvPicPr>
          <p:cNvPr id="4" name="Image 3">
            <a:extLst>
              <a:ext uri="{FF2B5EF4-FFF2-40B4-BE49-F238E27FC236}">
                <a16:creationId xmlns:a16="http://schemas.microsoft.com/office/drawing/2014/main" id="{BC85E468-6ED0-B58A-444F-D89F67E07A22}"/>
              </a:ext>
            </a:extLst>
          </p:cNvPr>
          <p:cNvPicPr>
            <a:picLocks noChangeAspect="1"/>
          </p:cNvPicPr>
          <p:nvPr/>
        </p:nvPicPr>
        <p:blipFill rotWithShape="1">
          <a:blip r:embed="rId32">
            <a:extLst>
              <a:ext uri="{28A0092B-C50C-407E-A947-70E740481C1C}">
                <a14:useLocalDpi xmlns:a14="http://schemas.microsoft.com/office/drawing/2010/main" val="0"/>
              </a:ext>
            </a:extLst>
          </a:blip>
          <a:srcRect l="7582" t="12188" r="4551" b="10305"/>
          <a:stretch/>
        </p:blipFill>
        <p:spPr>
          <a:xfrm>
            <a:off x="7565293" y="3097470"/>
            <a:ext cx="758374" cy="577735"/>
          </a:xfrm>
          <a:prstGeom prst="rect">
            <a:avLst/>
          </a:prstGeom>
        </p:spPr>
      </p:pic>
      <p:pic>
        <p:nvPicPr>
          <p:cNvPr id="5" name="Image 4">
            <a:extLst>
              <a:ext uri="{FF2B5EF4-FFF2-40B4-BE49-F238E27FC236}">
                <a16:creationId xmlns:a16="http://schemas.microsoft.com/office/drawing/2014/main" id="{9E25DA78-57AB-344C-7C44-A07CFBB5BA19}"/>
              </a:ext>
            </a:extLst>
          </p:cNvPr>
          <p:cNvPicPr>
            <a:picLocks noChangeAspect="1"/>
          </p:cNvPicPr>
          <p:nvPr/>
        </p:nvPicPr>
        <p:blipFill rotWithShape="1">
          <a:blip r:embed="rId32">
            <a:extLst>
              <a:ext uri="{28A0092B-C50C-407E-A947-70E740481C1C}">
                <a14:useLocalDpi xmlns:a14="http://schemas.microsoft.com/office/drawing/2010/main" val="0"/>
              </a:ext>
            </a:extLst>
          </a:blip>
          <a:srcRect l="7582" t="12188" r="4551" b="10305"/>
          <a:stretch/>
        </p:blipFill>
        <p:spPr>
          <a:xfrm>
            <a:off x="7565293" y="4572902"/>
            <a:ext cx="758374" cy="577735"/>
          </a:xfrm>
          <a:prstGeom prst="rect">
            <a:avLst/>
          </a:prstGeom>
        </p:spPr>
      </p:pic>
      <p:cxnSp>
        <p:nvCxnSpPr>
          <p:cNvPr id="24" name="Connecteur droit avec flèche 23">
            <a:extLst>
              <a:ext uri="{FF2B5EF4-FFF2-40B4-BE49-F238E27FC236}">
                <a16:creationId xmlns:a16="http://schemas.microsoft.com/office/drawing/2014/main" id="{8433E55D-687C-EBC3-09D7-3267C1504396}"/>
              </a:ext>
            </a:extLst>
          </p:cNvPr>
          <p:cNvCxnSpPr>
            <a:cxnSpLocks/>
            <a:stCxn id="16" idx="1"/>
            <a:endCxn id="3" idx="3"/>
          </p:cNvCxnSpPr>
          <p:nvPr>
            <p:custDataLst>
              <p:tags r:id="rId27"/>
            </p:custDataLst>
          </p:nvPr>
        </p:nvCxnSpPr>
        <p:spPr>
          <a:xfrm flipH="1" flipV="1">
            <a:off x="8323668" y="1758586"/>
            <a:ext cx="527184" cy="1"/>
          </a:xfrm>
          <a:prstGeom prst="straightConnector1">
            <a:avLst/>
          </a:prstGeom>
          <a:ln w="25400">
            <a:solidFill>
              <a:schemeClr val="tx2">
                <a:lumMod val="75000"/>
              </a:schemeClr>
            </a:solidFill>
            <a:tailEnd type="arrow"/>
          </a:ln>
        </p:spPr>
        <p:style>
          <a:lnRef idx="1">
            <a:schemeClr val="accent3"/>
          </a:lnRef>
          <a:fillRef idx="2">
            <a:schemeClr val="accent3"/>
          </a:fillRef>
          <a:effectRef idx="1">
            <a:schemeClr val="accent3"/>
          </a:effectRef>
          <a:fontRef idx="minor">
            <a:schemeClr val="dk1"/>
          </a:fontRef>
        </p:style>
      </p:cxnSp>
      <p:cxnSp>
        <p:nvCxnSpPr>
          <p:cNvPr id="28" name="Connecteur droit avec flèche 27">
            <a:extLst>
              <a:ext uri="{FF2B5EF4-FFF2-40B4-BE49-F238E27FC236}">
                <a16:creationId xmlns:a16="http://schemas.microsoft.com/office/drawing/2014/main" id="{1861C340-B6FE-EFD0-9315-BDF759B43D6E}"/>
              </a:ext>
            </a:extLst>
          </p:cNvPr>
          <p:cNvCxnSpPr>
            <a:cxnSpLocks/>
            <a:stCxn id="45" idx="1"/>
            <a:endCxn id="4" idx="3"/>
          </p:cNvCxnSpPr>
          <p:nvPr>
            <p:custDataLst>
              <p:tags r:id="rId28"/>
            </p:custDataLst>
          </p:nvPr>
        </p:nvCxnSpPr>
        <p:spPr>
          <a:xfrm flipH="1">
            <a:off x="8323667" y="3386338"/>
            <a:ext cx="530206" cy="0"/>
          </a:xfrm>
          <a:prstGeom prst="straightConnector1">
            <a:avLst/>
          </a:prstGeom>
          <a:ln w="25400">
            <a:solidFill>
              <a:schemeClr val="accent4"/>
            </a:solidFill>
            <a:tailEnd type="arrow"/>
          </a:ln>
        </p:spPr>
        <p:style>
          <a:lnRef idx="1">
            <a:schemeClr val="accent3"/>
          </a:lnRef>
          <a:fillRef idx="2">
            <a:schemeClr val="accent3"/>
          </a:fillRef>
          <a:effectRef idx="1">
            <a:schemeClr val="accent3"/>
          </a:effectRef>
          <a:fontRef idx="minor">
            <a:schemeClr val="dk1"/>
          </a:fontRef>
        </p:style>
      </p:cxnSp>
      <p:cxnSp>
        <p:nvCxnSpPr>
          <p:cNvPr id="36" name="Connecteur droit avec flèche 35">
            <a:extLst>
              <a:ext uri="{FF2B5EF4-FFF2-40B4-BE49-F238E27FC236}">
                <a16:creationId xmlns:a16="http://schemas.microsoft.com/office/drawing/2014/main" id="{F343D7EA-B089-D7CE-A336-22B982CC2875}"/>
              </a:ext>
            </a:extLst>
          </p:cNvPr>
          <p:cNvCxnSpPr>
            <a:cxnSpLocks/>
            <a:stCxn id="44" idx="1"/>
            <a:endCxn id="5" idx="3"/>
          </p:cNvCxnSpPr>
          <p:nvPr>
            <p:custDataLst>
              <p:tags r:id="rId29"/>
            </p:custDataLst>
          </p:nvPr>
        </p:nvCxnSpPr>
        <p:spPr>
          <a:xfrm flipH="1">
            <a:off x="8323667" y="4859380"/>
            <a:ext cx="530206" cy="2390"/>
          </a:xfrm>
          <a:prstGeom prst="straightConnector1">
            <a:avLst/>
          </a:prstGeom>
          <a:ln w="25400">
            <a:solidFill>
              <a:schemeClr val="bg2">
                <a:lumMod val="60000"/>
                <a:lumOff val="40000"/>
              </a:schemeClr>
            </a:solidFill>
            <a:tailEnd type="arrow"/>
          </a:ln>
        </p:spPr>
        <p:style>
          <a:lnRef idx="1">
            <a:schemeClr val="accent3"/>
          </a:lnRef>
          <a:fillRef idx="2">
            <a:schemeClr val="accent3"/>
          </a:fillRef>
          <a:effectRef idx="1">
            <a:schemeClr val="accent3"/>
          </a:effectRef>
          <a:fontRef idx="minor">
            <a:schemeClr val="dk1"/>
          </a:fontRef>
        </p:style>
      </p:cxnSp>
      <p:sp>
        <p:nvSpPr>
          <p:cNvPr id="43" name="Rectangle : coins arrondis 42">
            <a:extLst>
              <a:ext uri="{FF2B5EF4-FFF2-40B4-BE49-F238E27FC236}">
                <a16:creationId xmlns:a16="http://schemas.microsoft.com/office/drawing/2014/main" id="{1D5953D0-9B4F-CFEE-491C-A77B4B2B5AD6}"/>
              </a:ext>
            </a:extLst>
          </p:cNvPr>
          <p:cNvSpPr/>
          <p:nvPr/>
        </p:nvSpPr>
        <p:spPr>
          <a:xfrm>
            <a:off x="7086074" y="5759467"/>
            <a:ext cx="1716811" cy="424088"/>
          </a:xfrm>
          <a:prstGeom prst="roundRect">
            <a:avLst>
              <a:gd name="adj" fmla="val 37630"/>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Demi-flux</a:t>
            </a:r>
          </a:p>
        </p:txBody>
      </p:sp>
    </p:spTree>
    <p:extLst>
      <p:ext uri="{BB962C8B-B14F-4D97-AF65-F5344CB8AC3E}">
        <p14:creationId xmlns:p14="http://schemas.microsoft.com/office/powerpoint/2010/main" val="34724795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PATTERNS D’échange</a:t>
            </a:r>
          </a:p>
        </p:txBody>
      </p:sp>
      <p:sp>
        <p:nvSpPr>
          <p:cNvPr id="67" name="ZoneTexte 66">
            <a:extLst>
              <a:ext uri="{FF2B5EF4-FFF2-40B4-BE49-F238E27FC236}">
                <a16:creationId xmlns:a16="http://schemas.microsoft.com/office/drawing/2014/main" id="{2A3C1C7F-3026-80FA-7F3B-CE7916B48A7B}"/>
              </a:ext>
            </a:extLst>
          </p:cNvPr>
          <p:cNvSpPr txBox="1"/>
          <p:nvPr>
            <p:custDataLst>
              <p:tags r:id="rId1"/>
            </p:custDataLst>
          </p:nvPr>
        </p:nvSpPr>
        <p:spPr>
          <a:xfrm>
            <a:off x="4200391" y="929118"/>
            <a:ext cx="2736304" cy="261610"/>
          </a:xfrm>
          <a:prstGeom prst="rect">
            <a:avLst/>
          </a:prstGeom>
          <a:noFill/>
        </p:spPr>
        <p:txBody>
          <a:bodyPr wrap="square" rtlCol="0">
            <a:spAutoFit/>
          </a:bodyPr>
          <a:lstStyle/>
          <a:p>
            <a:pPr algn="ctr"/>
            <a:r>
              <a:rPr lang="fr-FR" sz="1100" b="1" spc="300"/>
              <a:t>FIL DE L’EAU</a:t>
            </a:r>
          </a:p>
        </p:txBody>
      </p:sp>
      <p:sp>
        <p:nvSpPr>
          <p:cNvPr id="69" name="Rectangle 68">
            <a:extLst>
              <a:ext uri="{FF2B5EF4-FFF2-40B4-BE49-F238E27FC236}">
                <a16:creationId xmlns:a16="http://schemas.microsoft.com/office/drawing/2014/main" id="{96DBC766-2692-8106-9EF4-CE0C70E94B1F}"/>
              </a:ext>
            </a:extLst>
          </p:cNvPr>
          <p:cNvSpPr/>
          <p:nvPr>
            <p:custDataLst>
              <p:tags r:id="rId2"/>
            </p:custDataLst>
          </p:nvPr>
        </p:nvSpPr>
        <p:spPr>
          <a:xfrm>
            <a:off x="247452" y="2463552"/>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Producteur</a:t>
            </a:r>
          </a:p>
        </p:txBody>
      </p:sp>
      <p:sp>
        <p:nvSpPr>
          <p:cNvPr id="70" name="Rectangle 69">
            <a:extLst>
              <a:ext uri="{FF2B5EF4-FFF2-40B4-BE49-F238E27FC236}">
                <a16:creationId xmlns:a16="http://schemas.microsoft.com/office/drawing/2014/main" id="{AA2A4CEB-348C-88A5-10D7-2EF45348D60B}"/>
              </a:ext>
            </a:extLst>
          </p:cNvPr>
          <p:cNvSpPr/>
          <p:nvPr>
            <p:custDataLst>
              <p:tags r:id="rId3"/>
            </p:custDataLst>
          </p:nvPr>
        </p:nvSpPr>
        <p:spPr>
          <a:xfrm>
            <a:off x="5067163" y="1351760"/>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Processus 1</a:t>
            </a:r>
          </a:p>
        </p:txBody>
      </p:sp>
      <p:sp>
        <p:nvSpPr>
          <p:cNvPr id="71" name="Rectangle 70">
            <a:extLst>
              <a:ext uri="{FF2B5EF4-FFF2-40B4-BE49-F238E27FC236}">
                <a16:creationId xmlns:a16="http://schemas.microsoft.com/office/drawing/2014/main" id="{E6517B91-5B5B-5B87-9762-88D6140CF45E}"/>
              </a:ext>
            </a:extLst>
          </p:cNvPr>
          <p:cNvSpPr/>
          <p:nvPr>
            <p:custDataLst>
              <p:tags r:id="rId4"/>
            </p:custDataLst>
          </p:nvPr>
        </p:nvSpPr>
        <p:spPr>
          <a:xfrm>
            <a:off x="5067163" y="2043077"/>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t>
            </a:r>
          </a:p>
        </p:txBody>
      </p:sp>
      <p:sp>
        <p:nvSpPr>
          <p:cNvPr id="72" name="Rectangle 71">
            <a:extLst>
              <a:ext uri="{FF2B5EF4-FFF2-40B4-BE49-F238E27FC236}">
                <a16:creationId xmlns:a16="http://schemas.microsoft.com/office/drawing/2014/main" id="{CEE2F894-78CF-40D1-550A-5A4B569AB7B8}"/>
              </a:ext>
            </a:extLst>
          </p:cNvPr>
          <p:cNvSpPr/>
          <p:nvPr>
            <p:custDataLst>
              <p:tags r:id="rId5"/>
            </p:custDataLst>
          </p:nvPr>
        </p:nvSpPr>
        <p:spPr>
          <a:xfrm>
            <a:off x="5067163" y="2734393"/>
            <a:ext cx="1645200" cy="582514"/>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Processus n</a:t>
            </a:r>
          </a:p>
        </p:txBody>
      </p:sp>
      <p:cxnSp>
        <p:nvCxnSpPr>
          <p:cNvPr id="74" name="Connecteur en arc 13">
            <a:extLst>
              <a:ext uri="{FF2B5EF4-FFF2-40B4-BE49-F238E27FC236}">
                <a16:creationId xmlns:a16="http://schemas.microsoft.com/office/drawing/2014/main" id="{1CE1523E-1D6E-8156-A3C2-0475AE8F0006}"/>
              </a:ext>
            </a:extLst>
          </p:cNvPr>
          <p:cNvCxnSpPr>
            <a:cxnSpLocks/>
            <a:stCxn id="69" idx="3"/>
          </p:cNvCxnSpPr>
          <p:nvPr>
            <p:custDataLst>
              <p:tags r:id="rId6"/>
            </p:custDataLst>
          </p:nvPr>
        </p:nvCxnSpPr>
        <p:spPr>
          <a:xfrm flipV="1">
            <a:off x="1892652" y="2747213"/>
            <a:ext cx="710848" cy="7596"/>
          </a:xfrm>
          <a:prstGeom prst="curvedConnector3">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 name="ZoneTexte 2">
            <a:extLst>
              <a:ext uri="{FF2B5EF4-FFF2-40B4-BE49-F238E27FC236}">
                <a16:creationId xmlns:a16="http://schemas.microsoft.com/office/drawing/2014/main" id="{94B67AB2-E4E6-E915-2983-30AE5A6CC71D}"/>
              </a:ext>
            </a:extLst>
          </p:cNvPr>
          <p:cNvSpPr txBox="1"/>
          <p:nvPr/>
        </p:nvSpPr>
        <p:spPr>
          <a:xfrm>
            <a:off x="9966933" y="1018752"/>
            <a:ext cx="1423788" cy="338554"/>
          </a:xfrm>
          <a:prstGeom prst="rect">
            <a:avLst/>
          </a:prstGeom>
          <a:noFill/>
        </p:spPr>
        <p:txBody>
          <a:bodyPr wrap="none" rtlCol="0">
            <a:spAutoFit/>
          </a:bodyPr>
          <a:lstStyle/>
          <a:p>
            <a:r>
              <a:rPr lang="fr-FR" sz="1600" b="1">
                <a:cs typeface="Arial" panose="020B0604020202020204" pitchFamily="34" charset="0"/>
              </a:rPr>
              <a:t>USE CASES </a:t>
            </a:r>
          </a:p>
        </p:txBody>
      </p:sp>
      <p:sp>
        <p:nvSpPr>
          <p:cNvPr id="4" name="Rectangle : coins arrondis 3">
            <a:extLst>
              <a:ext uri="{FF2B5EF4-FFF2-40B4-BE49-F238E27FC236}">
                <a16:creationId xmlns:a16="http://schemas.microsoft.com/office/drawing/2014/main" id="{0ED0B1C2-F7D8-2404-EA98-618F25209C37}"/>
              </a:ext>
            </a:extLst>
          </p:cNvPr>
          <p:cNvSpPr/>
          <p:nvPr/>
        </p:nvSpPr>
        <p:spPr>
          <a:xfrm>
            <a:off x="9276157" y="922713"/>
            <a:ext cx="2805340" cy="5573326"/>
          </a:xfrm>
          <a:prstGeom prst="round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23F6C777-B450-6E63-9892-69C5930637BA}"/>
              </a:ext>
            </a:extLst>
          </p:cNvPr>
          <p:cNvSpPr txBox="1"/>
          <p:nvPr/>
        </p:nvSpPr>
        <p:spPr>
          <a:xfrm>
            <a:off x="9351925" y="1471768"/>
            <a:ext cx="2584952" cy="2308324"/>
          </a:xfrm>
          <a:prstGeom prst="rect">
            <a:avLst/>
          </a:prstGeom>
          <a:noFill/>
        </p:spPr>
        <p:txBody>
          <a:bodyPr wrap="square" rtlCol="0">
            <a:spAutoFit/>
          </a:bodyPr>
          <a:lstStyle/>
          <a:p>
            <a:pPr marL="285750" indent="-285750">
              <a:buSzPct val="100000"/>
              <a:buFont typeface="Arial" panose="020B0604020202020204" pitchFamily="34" charset="0"/>
              <a:buChar char="•"/>
            </a:pPr>
            <a:r>
              <a:rPr lang="fr-FR" sz="1600">
                <a:latin typeface="Arial" panose="020B0604020202020204" pitchFamily="34" charset="0"/>
                <a:cs typeface="Arial" panose="020B0604020202020204" pitchFamily="34" charset="0"/>
              </a:rPr>
              <a:t>Tâches analytiques (maintenance prédictive, intelligence opérationnelle, etc.)</a:t>
            </a:r>
          </a:p>
          <a:p>
            <a:pPr marL="285750" indent="-285750">
              <a:buSzPct val="100000"/>
              <a:buFont typeface="Arial" panose="020B0604020202020204" pitchFamily="34" charset="0"/>
              <a:buChar char="•"/>
            </a:pPr>
            <a:endParaRPr lang="fr-FR" sz="1600">
              <a:latin typeface="Arial" panose="020B0604020202020204" pitchFamily="34" charset="0"/>
              <a:cs typeface="Arial" panose="020B0604020202020204" pitchFamily="34" charset="0"/>
            </a:endParaRPr>
          </a:p>
          <a:p>
            <a:pPr marL="285750" indent="-285750">
              <a:buSzPct val="100000"/>
              <a:buFont typeface="Arial" panose="020B0604020202020204" pitchFamily="34" charset="0"/>
              <a:buChar char="•"/>
            </a:pPr>
            <a:r>
              <a:rPr lang="fr-FR" sz="1600">
                <a:latin typeface="Arial" panose="020B0604020202020204" pitchFamily="34" charset="0"/>
                <a:cs typeface="Arial" panose="020B0604020202020204" pitchFamily="34" charset="0"/>
              </a:rPr>
              <a:t>Recueil et traitement massifs de données (IoT, web applications, etc.)</a:t>
            </a:r>
          </a:p>
        </p:txBody>
      </p:sp>
      <p:cxnSp>
        <p:nvCxnSpPr>
          <p:cNvPr id="6" name="Connecteur droit 5">
            <a:extLst>
              <a:ext uri="{FF2B5EF4-FFF2-40B4-BE49-F238E27FC236}">
                <a16:creationId xmlns:a16="http://schemas.microsoft.com/office/drawing/2014/main" id="{79E22109-54AD-2C22-35FA-6F0BAACCE1B4}"/>
              </a:ext>
            </a:extLst>
          </p:cNvPr>
          <p:cNvCxnSpPr>
            <a:cxnSpLocks/>
          </p:cNvCxnSpPr>
          <p:nvPr/>
        </p:nvCxnSpPr>
        <p:spPr>
          <a:xfrm>
            <a:off x="247452" y="4005815"/>
            <a:ext cx="8793368"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670D1BB8-F313-D406-AFAE-32E05DA378B7}"/>
              </a:ext>
            </a:extLst>
          </p:cNvPr>
          <p:cNvCxnSpPr>
            <a:cxnSpLocks/>
          </p:cNvCxnSpPr>
          <p:nvPr/>
        </p:nvCxnSpPr>
        <p:spPr>
          <a:xfrm>
            <a:off x="9420779" y="4005815"/>
            <a:ext cx="2516097" cy="0"/>
          </a:xfrm>
          <a:prstGeom prst="line">
            <a:avLst/>
          </a:prstGeom>
          <a:ln>
            <a:solidFill>
              <a:schemeClr val="tx1">
                <a:lumMod val="50000"/>
                <a:lumOff val="50000"/>
              </a:schemeClr>
            </a:solidFill>
            <a:prstDash val="lg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9" name="Rectangle : coins arrondis 28">
            <a:extLst>
              <a:ext uri="{FF2B5EF4-FFF2-40B4-BE49-F238E27FC236}">
                <a16:creationId xmlns:a16="http://schemas.microsoft.com/office/drawing/2014/main" id="{B3634337-CC2C-7EA2-96EE-D38FA9408154}"/>
              </a:ext>
            </a:extLst>
          </p:cNvPr>
          <p:cNvSpPr/>
          <p:nvPr/>
        </p:nvSpPr>
        <p:spPr>
          <a:xfrm>
            <a:off x="4867413" y="1231968"/>
            <a:ext cx="2044700" cy="2673131"/>
          </a:xfrm>
          <a:prstGeom prst="roundRect">
            <a:avLst/>
          </a:prstGeom>
          <a:noFill/>
          <a:ln>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a:p>
            <a:pPr algn="ctr"/>
            <a:endParaRPr lang="fr-FR"/>
          </a:p>
          <a:p>
            <a:pPr algn="ctr"/>
            <a:endParaRPr lang="fr-FR"/>
          </a:p>
          <a:p>
            <a:pPr algn="ctr"/>
            <a:endParaRPr lang="fr-FR"/>
          </a:p>
          <a:p>
            <a:pPr algn="ctr"/>
            <a:endParaRPr lang="fr-FR"/>
          </a:p>
          <a:p>
            <a:pPr algn="ctr"/>
            <a:endParaRPr lang="fr-FR"/>
          </a:p>
          <a:p>
            <a:pPr algn="ctr">
              <a:lnSpc>
                <a:spcPct val="150000"/>
              </a:lnSpc>
            </a:pPr>
            <a:endParaRPr lang="fr-FR"/>
          </a:p>
          <a:p>
            <a:pPr algn="ctr"/>
            <a:r>
              <a:rPr lang="fr-FR" sz="1600">
                <a:solidFill>
                  <a:schemeClr val="tx1"/>
                </a:solidFill>
              </a:rPr>
              <a:t>Traitement en temps réel</a:t>
            </a:r>
          </a:p>
        </p:txBody>
      </p:sp>
      <p:cxnSp>
        <p:nvCxnSpPr>
          <p:cNvPr id="30" name="Connecteur en arc 13">
            <a:extLst>
              <a:ext uri="{FF2B5EF4-FFF2-40B4-BE49-F238E27FC236}">
                <a16:creationId xmlns:a16="http://schemas.microsoft.com/office/drawing/2014/main" id="{5E17D52D-AF8A-61AB-08FF-91A2AAC101C5}"/>
              </a:ext>
            </a:extLst>
          </p:cNvPr>
          <p:cNvCxnSpPr>
            <a:cxnSpLocks/>
            <a:stCxn id="28" idx="1"/>
          </p:cNvCxnSpPr>
          <p:nvPr>
            <p:custDataLst>
              <p:tags r:id="rId7"/>
            </p:custDataLst>
          </p:nvPr>
        </p:nvCxnSpPr>
        <p:spPr>
          <a:xfrm flipV="1">
            <a:off x="4243661" y="2747213"/>
            <a:ext cx="623752" cy="3846"/>
          </a:xfrm>
          <a:prstGeom prst="curvedConnector3">
            <a:avLst>
              <a:gd name="adj1" fmla="val 50000"/>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eur en arc 13">
            <a:extLst>
              <a:ext uri="{FF2B5EF4-FFF2-40B4-BE49-F238E27FC236}">
                <a16:creationId xmlns:a16="http://schemas.microsoft.com/office/drawing/2014/main" id="{5312D9A4-158E-1770-C605-7FFDE9BC1B8D}"/>
              </a:ext>
            </a:extLst>
          </p:cNvPr>
          <p:cNvCxnSpPr>
            <a:cxnSpLocks/>
            <a:endCxn id="34" idx="1"/>
          </p:cNvCxnSpPr>
          <p:nvPr>
            <p:custDataLst>
              <p:tags r:id="rId8"/>
            </p:custDataLst>
          </p:nvPr>
        </p:nvCxnSpPr>
        <p:spPr>
          <a:xfrm>
            <a:off x="6912113" y="2734393"/>
            <a:ext cx="673874" cy="0"/>
          </a:xfrm>
          <a:prstGeom prst="curvedConnector3">
            <a:avLst>
              <a:gd name="adj1" fmla="val 50000"/>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1931F6F3-8C5D-E77B-2B22-B6D71959E16D}"/>
              </a:ext>
            </a:extLst>
          </p:cNvPr>
          <p:cNvSpPr/>
          <p:nvPr>
            <p:custDataLst>
              <p:tags r:id="rId9"/>
            </p:custDataLst>
          </p:nvPr>
        </p:nvSpPr>
        <p:spPr>
          <a:xfrm>
            <a:off x="7585987" y="2427557"/>
            <a:ext cx="1572502"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Consommateur</a:t>
            </a:r>
          </a:p>
        </p:txBody>
      </p:sp>
      <p:sp>
        <p:nvSpPr>
          <p:cNvPr id="37" name="Rectangle 36">
            <a:extLst>
              <a:ext uri="{FF2B5EF4-FFF2-40B4-BE49-F238E27FC236}">
                <a16:creationId xmlns:a16="http://schemas.microsoft.com/office/drawing/2014/main" id="{DD0F54B2-0A15-6760-A2BA-B0BA90251A04}"/>
              </a:ext>
            </a:extLst>
          </p:cNvPr>
          <p:cNvSpPr/>
          <p:nvPr>
            <p:custDataLst>
              <p:tags r:id="rId10"/>
            </p:custDataLst>
          </p:nvPr>
        </p:nvSpPr>
        <p:spPr>
          <a:xfrm>
            <a:off x="234752" y="5031411"/>
            <a:ext cx="1645200" cy="566790"/>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Source de données</a:t>
            </a:r>
          </a:p>
        </p:txBody>
      </p:sp>
      <p:sp>
        <p:nvSpPr>
          <p:cNvPr id="38" name="Rectangle 37">
            <a:extLst>
              <a:ext uri="{FF2B5EF4-FFF2-40B4-BE49-F238E27FC236}">
                <a16:creationId xmlns:a16="http://schemas.microsoft.com/office/drawing/2014/main" id="{E6E45083-A910-84BF-F9E5-081144BE3D5D}"/>
              </a:ext>
            </a:extLst>
          </p:cNvPr>
          <p:cNvSpPr/>
          <p:nvPr>
            <p:custDataLst>
              <p:tags r:id="rId11"/>
            </p:custDataLst>
          </p:nvPr>
        </p:nvSpPr>
        <p:spPr>
          <a:xfrm>
            <a:off x="5069486" y="4199019"/>
            <a:ext cx="1645200" cy="566790"/>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Processus 1</a:t>
            </a:r>
          </a:p>
        </p:txBody>
      </p:sp>
      <p:sp>
        <p:nvSpPr>
          <p:cNvPr id="39" name="Rectangle 38">
            <a:extLst>
              <a:ext uri="{FF2B5EF4-FFF2-40B4-BE49-F238E27FC236}">
                <a16:creationId xmlns:a16="http://schemas.microsoft.com/office/drawing/2014/main" id="{C2FBABA4-7C2D-4E5F-1377-08C64657AF89}"/>
              </a:ext>
            </a:extLst>
          </p:cNvPr>
          <p:cNvSpPr/>
          <p:nvPr>
            <p:custDataLst>
              <p:tags r:id="rId12"/>
            </p:custDataLst>
          </p:nvPr>
        </p:nvSpPr>
        <p:spPr>
          <a:xfrm>
            <a:off x="5069486" y="4890336"/>
            <a:ext cx="1645200" cy="566790"/>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a:t>
            </a:r>
          </a:p>
        </p:txBody>
      </p:sp>
      <p:sp>
        <p:nvSpPr>
          <p:cNvPr id="40" name="Rectangle 39">
            <a:extLst>
              <a:ext uri="{FF2B5EF4-FFF2-40B4-BE49-F238E27FC236}">
                <a16:creationId xmlns:a16="http://schemas.microsoft.com/office/drawing/2014/main" id="{9A2E51B3-BF81-2F49-5E7A-D18AB8A81A30}"/>
              </a:ext>
            </a:extLst>
          </p:cNvPr>
          <p:cNvSpPr/>
          <p:nvPr>
            <p:custDataLst>
              <p:tags r:id="rId13"/>
            </p:custDataLst>
          </p:nvPr>
        </p:nvSpPr>
        <p:spPr>
          <a:xfrm>
            <a:off x="5069486" y="5581652"/>
            <a:ext cx="1645200" cy="566790"/>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Processus n</a:t>
            </a:r>
          </a:p>
        </p:txBody>
      </p:sp>
      <p:cxnSp>
        <p:nvCxnSpPr>
          <p:cNvPr id="41" name="Connecteur en arc 13">
            <a:extLst>
              <a:ext uri="{FF2B5EF4-FFF2-40B4-BE49-F238E27FC236}">
                <a16:creationId xmlns:a16="http://schemas.microsoft.com/office/drawing/2014/main" id="{2E920212-E77E-B4EF-3326-04C3C24692CA}"/>
              </a:ext>
            </a:extLst>
          </p:cNvPr>
          <p:cNvCxnSpPr>
            <a:cxnSpLocks/>
            <a:stCxn id="37" idx="3"/>
          </p:cNvCxnSpPr>
          <p:nvPr>
            <p:custDataLst>
              <p:tags r:id="rId14"/>
            </p:custDataLst>
          </p:nvPr>
        </p:nvCxnSpPr>
        <p:spPr>
          <a:xfrm>
            <a:off x="1879952" y="5314806"/>
            <a:ext cx="723548" cy="1697"/>
          </a:xfrm>
          <a:prstGeom prst="curvedConnector3">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 coins arrondis 41">
            <a:extLst>
              <a:ext uri="{FF2B5EF4-FFF2-40B4-BE49-F238E27FC236}">
                <a16:creationId xmlns:a16="http://schemas.microsoft.com/office/drawing/2014/main" id="{83B8C4EF-46BB-4548-5DED-39B91DF52D6B}"/>
              </a:ext>
            </a:extLst>
          </p:cNvPr>
          <p:cNvSpPr/>
          <p:nvPr/>
        </p:nvSpPr>
        <p:spPr>
          <a:xfrm>
            <a:off x="4869736" y="4079228"/>
            <a:ext cx="2044700" cy="2416812"/>
          </a:xfrm>
          <a:prstGeom prst="roundRect">
            <a:avLst/>
          </a:prstGeom>
          <a:noFill/>
          <a:ln>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a:p>
            <a:pPr algn="ctr"/>
            <a:endParaRPr lang="fr-FR"/>
          </a:p>
          <a:p>
            <a:pPr algn="ctr"/>
            <a:endParaRPr lang="fr-FR"/>
          </a:p>
          <a:p>
            <a:pPr algn="ctr"/>
            <a:endParaRPr lang="fr-FR"/>
          </a:p>
          <a:p>
            <a:pPr algn="ctr"/>
            <a:endParaRPr lang="fr-FR"/>
          </a:p>
          <a:p>
            <a:pPr algn="ctr">
              <a:lnSpc>
                <a:spcPct val="150000"/>
              </a:lnSpc>
            </a:pPr>
            <a:endParaRPr lang="fr-FR"/>
          </a:p>
          <a:p>
            <a:pPr algn="ctr">
              <a:lnSpc>
                <a:spcPct val="150000"/>
              </a:lnSpc>
            </a:pPr>
            <a:endParaRPr lang="fr-FR"/>
          </a:p>
          <a:p>
            <a:pPr algn="ctr"/>
            <a:r>
              <a:rPr lang="fr-FR" sz="1600">
                <a:solidFill>
                  <a:schemeClr val="tx1"/>
                </a:solidFill>
              </a:rPr>
              <a:t>Traitement</a:t>
            </a:r>
          </a:p>
        </p:txBody>
      </p:sp>
      <p:cxnSp>
        <p:nvCxnSpPr>
          <p:cNvPr id="43" name="Connecteur en arc 13">
            <a:extLst>
              <a:ext uri="{FF2B5EF4-FFF2-40B4-BE49-F238E27FC236}">
                <a16:creationId xmlns:a16="http://schemas.microsoft.com/office/drawing/2014/main" id="{9D0AEEA1-2639-EED7-5A66-B8223B5D023C}"/>
              </a:ext>
            </a:extLst>
          </p:cNvPr>
          <p:cNvCxnSpPr>
            <a:cxnSpLocks/>
          </p:cNvCxnSpPr>
          <p:nvPr>
            <p:custDataLst>
              <p:tags r:id="rId15"/>
            </p:custDataLst>
          </p:nvPr>
        </p:nvCxnSpPr>
        <p:spPr>
          <a:xfrm flipV="1">
            <a:off x="4248700" y="5314806"/>
            <a:ext cx="600490" cy="1697"/>
          </a:xfrm>
          <a:prstGeom prst="curvedConnector3">
            <a:avLst>
              <a:gd name="adj1" fmla="val 50000"/>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6" name="ZoneTexte 45">
            <a:extLst>
              <a:ext uri="{FF2B5EF4-FFF2-40B4-BE49-F238E27FC236}">
                <a16:creationId xmlns:a16="http://schemas.microsoft.com/office/drawing/2014/main" id="{7BF5AA5D-FCDB-C1D6-AD9E-F2CCEE55F3B7}"/>
              </a:ext>
            </a:extLst>
          </p:cNvPr>
          <p:cNvSpPr txBox="1"/>
          <p:nvPr>
            <p:custDataLst>
              <p:tags r:id="rId16"/>
            </p:custDataLst>
          </p:nvPr>
        </p:nvSpPr>
        <p:spPr>
          <a:xfrm>
            <a:off x="2867850" y="4195947"/>
            <a:ext cx="2736304" cy="261610"/>
          </a:xfrm>
          <a:prstGeom prst="rect">
            <a:avLst/>
          </a:prstGeom>
          <a:noFill/>
        </p:spPr>
        <p:txBody>
          <a:bodyPr wrap="square" rtlCol="0">
            <a:spAutoFit/>
          </a:bodyPr>
          <a:lstStyle/>
          <a:p>
            <a:pPr algn="ctr"/>
            <a:r>
              <a:rPr lang="fr-FR" sz="1100" b="1" spc="300"/>
              <a:t>BATCH</a:t>
            </a:r>
          </a:p>
        </p:txBody>
      </p:sp>
      <p:sp>
        <p:nvSpPr>
          <p:cNvPr id="57" name="ZoneTexte 56">
            <a:extLst>
              <a:ext uri="{FF2B5EF4-FFF2-40B4-BE49-F238E27FC236}">
                <a16:creationId xmlns:a16="http://schemas.microsoft.com/office/drawing/2014/main" id="{74DA7BF2-289D-83E6-7D12-E51D584C6119}"/>
              </a:ext>
            </a:extLst>
          </p:cNvPr>
          <p:cNvSpPr txBox="1"/>
          <p:nvPr/>
        </p:nvSpPr>
        <p:spPr>
          <a:xfrm>
            <a:off x="9351925" y="4133472"/>
            <a:ext cx="2584952" cy="1815882"/>
          </a:xfrm>
          <a:prstGeom prst="rect">
            <a:avLst/>
          </a:prstGeom>
          <a:noFill/>
        </p:spPr>
        <p:txBody>
          <a:bodyPr wrap="square" rtlCol="0">
            <a:spAutoFit/>
          </a:bodyPr>
          <a:lstStyle/>
          <a:p>
            <a:pPr marL="285750" indent="-285750">
              <a:buSzPct val="100000"/>
              <a:buFont typeface="Arial" panose="020B0604020202020204" pitchFamily="34" charset="0"/>
              <a:buChar char="•"/>
            </a:pPr>
            <a:r>
              <a:rPr lang="fr-FR" sz="1600">
                <a:latin typeface="Arial" panose="020B0604020202020204" pitchFamily="34" charset="0"/>
                <a:cs typeface="Arial" panose="020B0604020202020204" pitchFamily="34" charset="0"/>
              </a:rPr>
              <a:t>Gros volumes de données</a:t>
            </a:r>
          </a:p>
          <a:p>
            <a:pPr marL="285750" indent="-285750">
              <a:buSzPct val="100000"/>
              <a:buFont typeface="Arial" panose="020B0604020202020204" pitchFamily="34" charset="0"/>
              <a:buChar char="•"/>
            </a:pPr>
            <a:endParaRPr lang="fr-FR" sz="1600">
              <a:latin typeface="Arial" panose="020B0604020202020204" pitchFamily="34" charset="0"/>
              <a:cs typeface="Arial" panose="020B0604020202020204" pitchFamily="34" charset="0"/>
            </a:endParaRPr>
          </a:p>
          <a:p>
            <a:pPr marL="285750" indent="-285750">
              <a:buSzPct val="100000"/>
              <a:buFont typeface="Arial" panose="020B0604020202020204" pitchFamily="34" charset="0"/>
              <a:buChar char="•"/>
            </a:pPr>
            <a:r>
              <a:rPr lang="fr-FR" sz="1600">
                <a:latin typeface="Arial" panose="020B0604020202020204" pitchFamily="34" charset="0"/>
                <a:cs typeface="Arial" panose="020B0604020202020204" pitchFamily="34" charset="0"/>
              </a:rPr>
              <a:t>Source de données n’est pas capable de délivrer la donnée en temps réel</a:t>
            </a:r>
          </a:p>
        </p:txBody>
      </p:sp>
      <p:cxnSp>
        <p:nvCxnSpPr>
          <p:cNvPr id="21" name="Connecteur en arc 13">
            <a:extLst>
              <a:ext uri="{FF2B5EF4-FFF2-40B4-BE49-F238E27FC236}">
                <a16:creationId xmlns:a16="http://schemas.microsoft.com/office/drawing/2014/main" id="{D16B3530-A056-5635-4BD1-671AF3C3E59F}"/>
              </a:ext>
            </a:extLst>
          </p:cNvPr>
          <p:cNvCxnSpPr>
            <a:cxnSpLocks/>
            <a:endCxn id="22" idx="1"/>
          </p:cNvCxnSpPr>
          <p:nvPr>
            <p:custDataLst>
              <p:tags r:id="rId17"/>
            </p:custDataLst>
          </p:nvPr>
        </p:nvCxnSpPr>
        <p:spPr>
          <a:xfrm>
            <a:off x="6912113" y="5321697"/>
            <a:ext cx="673874" cy="0"/>
          </a:xfrm>
          <a:prstGeom prst="curvedConnector3">
            <a:avLst>
              <a:gd name="adj1" fmla="val 50000"/>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0319F317-D492-63F7-F252-BC3A227AE49B}"/>
              </a:ext>
            </a:extLst>
          </p:cNvPr>
          <p:cNvSpPr/>
          <p:nvPr>
            <p:custDataLst>
              <p:tags r:id="rId18"/>
            </p:custDataLst>
          </p:nvPr>
        </p:nvSpPr>
        <p:spPr>
          <a:xfrm>
            <a:off x="7585987" y="5014861"/>
            <a:ext cx="1572502" cy="618509"/>
          </a:xfrm>
          <a:prstGeom prst="rect">
            <a:avLst/>
          </a:prstGeom>
          <a:solidFill>
            <a:schemeClr val="tx2">
              <a:lumMod val="60000"/>
              <a:lumOff val="40000"/>
            </a:schemeClr>
          </a:solidFill>
          <a:ln>
            <a:solidFill>
              <a:schemeClr val="tx2"/>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fr-FR" sz="1600"/>
              <a:t>Consommateur</a:t>
            </a:r>
          </a:p>
        </p:txBody>
      </p:sp>
      <p:sp>
        <p:nvSpPr>
          <p:cNvPr id="26" name="Cylindre 25">
            <a:extLst>
              <a:ext uri="{FF2B5EF4-FFF2-40B4-BE49-F238E27FC236}">
                <a16:creationId xmlns:a16="http://schemas.microsoft.com/office/drawing/2014/main" id="{E158784F-BCF8-1BEF-13DF-E68FF89CC08E}"/>
              </a:ext>
            </a:extLst>
          </p:cNvPr>
          <p:cNvSpPr/>
          <p:nvPr/>
        </p:nvSpPr>
        <p:spPr>
          <a:xfrm rot="5400000">
            <a:off x="3142266" y="4475218"/>
            <a:ext cx="566790" cy="1646077"/>
          </a:xfrm>
          <a:prstGeom prst="can">
            <a:avLst>
              <a:gd name="adj" fmla="val 54156"/>
            </a:avLst>
          </a:prstGeom>
          <a:solidFill>
            <a:srgbClr val="53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fr-FR">
                <a:solidFill>
                  <a:schemeClr val="tx1"/>
                </a:solidFill>
              </a:rPr>
              <a:t>Ingestion</a:t>
            </a:r>
          </a:p>
        </p:txBody>
      </p:sp>
      <p:sp>
        <p:nvSpPr>
          <p:cNvPr id="28" name="Cylindre 27">
            <a:extLst>
              <a:ext uri="{FF2B5EF4-FFF2-40B4-BE49-F238E27FC236}">
                <a16:creationId xmlns:a16="http://schemas.microsoft.com/office/drawing/2014/main" id="{85F4D91D-34FE-AC98-374F-1A821BB5410D}"/>
              </a:ext>
            </a:extLst>
          </p:cNvPr>
          <p:cNvSpPr/>
          <p:nvPr/>
        </p:nvSpPr>
        <p:spPr>
          <a:xfrm rot="5400000">
            <a:off x="3137227" y="1928020"/>
            <a:ext cx="566790" cy="1646077"/>
          </a:xfrm>
          <a:prstGeom prst="can">
            <a:avLst>
              <a:gd name="adj" fmla="val 54156"/>
            </a:avLst>
          </a:prstGeom>
          <a:solidFill>
            <a:srgbClr val="53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fr-FR">
                <a:solidFill>
                  <a:schemeClr val="tx1"/>
                </a:solidFill>
              </a:rPr>
              <a:t>Data Stream</a:t>
            </a:r>
          </a:p>
        </p:txBody>
      </p:sp>
    </p:spTree>
    <p:extLst>
      <p:ext uri="{BB962C8B-B14F-4D97-AF65-F5344CB8AC3E}">
        <p14:creationId xmlns:p14="http://schemas.microsoft.com/office/powerpoint/2010/main" val="6984859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Message Queue (MQ) Software: Which solution is best? | IDG Connect">
            <a:extLst>
              <a:ext uri="{FF2B5EF4-FFF2-40B4-BE49-F238E27FC236}">
                <a16:creationId xmlns:a16="http://schemas.microsoft.com/office/drawing/2014/main" id="{BEC6313A-79A9-DFD4-D443-EA04F201513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4473" r="22727"/>
          <a:stretch/>
        </p:blipFill>
        <p:spPr bwMode="auto">
          <a:xfrm>
            <a:off x="5220786" y="0"/>
            <a:ext cx="2980989" cy="685800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20786" y="5721"/>
            <a:ext cx="2980989"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102" name="TextBox 4">
            <a:extLst>
              <a:ext uri="{FF2B5EF4-FFF2-40B4-BE49-F238E27FC236}">
                <a16:creationId xmlns:a16="http://schemas.microsoft.com/office/drawing/2014/main" id="{08EF1DAE-D77A-794C-3B18-C2C6C135E72E}"/>
              </a:ext>
            </a:extLst>
          </p:cNvPr>
          <p:cNvSpPr txBox="1"/>
          <p:nvPr/>
        </p:nvSpPr>
        <p:spPr>
          <a:xfrm>
            <a:off x="8727350" y="3752986"/>
            <a:ext cx="2974400" cy="535531"/>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cs typeface="Arial" panose="020B0604020202020204" pitchFamily="34" charset="0"/>
              </a:rPr>
              <a:t>Cook book des systèmes d’échange</a:t>
            </a:r>
          </a:p>
        </p:txBody>
      </p:sp>
      <p:grpSp>
        <p:nvGrpSpPr>
          <p:cNvPr id="18" name="Groupe 17">
            <a:extLst>
              <a:ext uri="{FF2B5EF4-FFF2-40B4-BE49-F238E27FC236}">
                <a16:creationId xmlns:a16="http://schemas.microsoft.com/office/drawing/2014/main" id="{B9A2B2C0-A17B-F121-AB27-447C02964450}"/>
              </a:ext>
            </a:extLst>
          </p:cNvPr>
          <p:cNvGrpSpPr/>
          <p:nvPr/>
        </p:nvGrpSpPr>
        <p:grpSpPr>
          <a:xfrm>
            <a:off x="7876121" y="3681610"/>
            <a:ext cx="648000" cy="648000"/>
            <a:chOff x="7904206" y="3561035"/>
            <a:chExt cx="648000" cy="648000"/>
          </a:xfrm>
        </p:grpSpPr>
        <p:sp>
          <p:nvSpPr>
            <p:cNvPr id="20" name="Oval 9">
              <a:extLst>
                <a:ext uri="{FF2B5EF4-FFF2-40B4-BE49-F238E27FC236}">
                  <a16:creationId xmlns:a16="http://schemas.microsoft.com/office/drawing/2014/main" id="{A9335042-2588-BB74-C5C1-355F989F082C}"/>
                </a:ext>
              </a:extLst>
            </p:cNvPr>
            <p:cNvSpPr/>
            <p:nvPr/>
          </p:nvSpPr>
          <p:spPr>
            <a:xfrm>
              <a:off x="7904206" y="3561035"/>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21" name="Picture 10" descr="Cookbook - Free food icons">
              <a:extLst>
                <a:ext uri="{FF2B5EF4-FFF2-40B4-BE49-F238E27FC236}">
                  <a16:creationId xmlns:a16="http://schemas.microsoft.com/office/drawing/2014/main" id="{77858F4F-5BCC-B431-5A05-58F63035A2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37706" y="3694535"/>
              <a:ext cx="381000" cy="381000"/>
            </a:xfrm>
            <a:prstGeom prst="rect">
              <a:avLst/>
            </a:prstGeom>
            <a:noFill/>
            <a:extLst>
              <a:ext uri="{909E8E84-426E-40DD-AFC4-6F175D3DCCD1}">
                <a14:hiddenFill xmlns:a14="http://schemas.microsoft.com/office/drawing/2010/main">
                  <a:solidFill>
                    <a:srgbClr val="FFFFFF"/>
                  </a:solidFill>
                </a14:hiddenFill>
              </a:ext>
            </a:extLst>
          </p:spPr>
        </p:pic>
      </p:grpSp>
      <p:sp>
        <p:nvSpPr>
          <p:cNvPr id="36" name="TextBox 4">
            <a:extLst>
              <a:ext uri="{FF2B5EF4-FFF2-40B4-BE49-F238E27FC236}">
                <a16:creationId xmlns:a16="http://schemas.microsoft.com/office/drawing/2014/main" id="{0EE3CCEC-C4DD-276E-0586-816E18291BF8}"/>
              </a:ext>
            </a:extLst>
          </p:cNvPr>
          <p:cNvSpPr txBox="1"/>
          <p:nvPr/>
        </p:nvSpPr>
        <p:spPr>
          <a:xfrm>
            <a:off x="8727350" y="5087815"/>
            <a:ext cx="2974400"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Arbres de décision</a:t>
            </a:r>
          </a:p>
        </p:txBody>
      </p:sp>
      <p:grpSp>
        <p:nvGrpSpPr>
          <p:cNvPr id="22" name="Groupe 21">
            <a:extLst>
              <a:ext uri="{FF2B5EF4-FFF2-40B4-BE49-F238E27FC236}">
                <a16:creationId xmlns:a16="http://schemas.microsoft.com/office/drawing/2014/main" id="{CDCE3FAA-FE1C-B735-4C8A-63087B975EEE}"/>
              </a:ext>
            </a:extLst>
          </p:cNvPr>
          <p:cNvGrpSpPr/>
          <p:nvPr/>
        </p:nvGrpSpPr>
        <p:grpSpPr>
          <a:xfrm>
            <a:off x="7882496" y="4920781"/>
            <a:ext cx="648000" cy="648000"/>
            <a:chOff x="7870681" y="5180883"/>
            <a:chExt cx="648000" cy="648000"/>
          </a:xfrm>
        </p:grpSpPr>
        <p:sp>
          <p:nvSpPr>
            <p:cNvPr id="23" name="Oval 9">
              <a:extLst>
                <a:ext uri="{FF2B5EF4-FFF2-40B4-BE49-F238E27FC236}">
                  <a16:creationId xmlns:a16="http://schemas.microsoft.com/office/drawing/2014/main" id="{612F923C-0F2E-9275-1E0E-90C01F663443}"/>
                </a:ext>
              </a:extLst>
            </p:cNvPr>
            <p:cNvSpPr/>
            <p:nvPr/>
          </p:nvSpPr>
          <p:spPr>
            <a:xfrm>
              <a:off x="7870681" y="518088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24" name="Picture 4" descr="Tree : 3 698 336 images et images vectorielles de stock | Shutterstock">
              <a:extLst>
                <a:ext uri="{FF2B5EF4-FFF2-40B4-BE49-F238E27FC236}">
                  <a16:creationId xmlns:a16="http://schemas.microsoft.com/office/drawing/2014/main" id="{94BA2979-2CBF-703B-A5C1-E81EA32CCC2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0059" t="66047" r="5995" b="12257"/>
            <a:stretch/>
          </p:blipFill>
          <p:spPr bwMode="auto">
            <a:xfrm>
              <a:off x="7944076" y="5195655"/>
              <a:ext cx="501211" cy="618457"/>
            </a:xfrm>
            <a:prstGeom prst="ellipse">
              <a:avLst/>
            </a:prstGeom>
            <a:noFill/>
            <a:extLst>
              <a:ext uri="{909E8E84-426E-40DD-AFC4-6F175D3DCCD1}">
                <a14:hiddenFill xmlns:a14="http://schemas.microsoft.com/office/drawing/2010/main">
                  <a:solidFill>
                    <a:srgbClr val="FFFFFF"/>
                  </a:solidFill>
                </a14:hiddenFill>
              </a:ext>
            </a:extLst>
          </p:spPr>
        </p:pic>
      </p:grpSp>
      <p:sp>
        <p:nvSpPr>
          <p:cNvPr id="3" name="TextBox 4">
            <a:extLst>
              <a:ext uri="{FF2B5EF4-FFF2-40B4-BE49-F238E27FC236}">
                <a16:creationId xmlns:a16="http://schemas.microsoft.com/office/drawing/2014/main" id="{8891F023-D7BB-8733-26F3-6B7D06407F45}"/>
              </a:ext>
            </a:extLst>
          </p:cNvPr>
          <p:cNvSpPr txBox="1"/>
          <p:nvPr/>
        </p:nvSpPr>
        <p:spPr>
          <a:xfrm>
            <a:off x="8727350" y="2609472"/>
            <a:ext cx="2974400" cy="535531"/>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Patterns Echanges &amp; Intégration</a:t>
            </a:r>
          </a:p>
        </p:txBody>
      </p:sp>
      <p:grpSp>
        <p:nvGrpSpPr>
          <p:cNvPr id="4" name="Groupe 3">
            <a:extLst>
              <a:ext uri="{FF2B5EF4-FFF2-40B4-BE49-F238E27FC236}">
                <a16:creationId xmlns:a16="http://schemas.microsoft.com/office/drawing/2014/main" id="{487679E6-7F54-9BF3-6FFA-9444DBD8A623}"/>
              </a:ext>
            </a:extLst>
          </p:cNvPr>
          <p:cNvGrpSpPr/>
          <p:nvPr/>
        </p:nvGrpSpPr>
        <p:grpSpPr>
          <a:xfrm>
            <a:off x="7882859" y="2442439"/>
            <a:ext cx="652720" cy="648000"/>
            <a:chOff x="7880947" y="3118867"/>
            <a:chExt cx="652720" cy="648000"/>
          </a:xfrm>
        </p:grpSpPr>
        <p:sp>
          <p:nvSpPr>
            <p:cNvPr id="5" name="Oval 9">
              <a:extLst>
                <a:ext uri="{FF2B5EF4-FFF2-40B4-BE49-F238E27FC236}">
                  <a16:creationId xmlns:a16="http://schemas.microsoft.com/office/drawing/2014/main" id="{AA6AE0BA-E9DA-DB8A-5598-E158FB3B8AE0}"/>
                </a:ext>
              </a:extLst>
            </p:cNvPr>
            <p:cNvSpPr/>
            <p:nvPr/>
          </p:nvSpPr>
          <p:spPr>
            <a:xfrm>
              <a:off x="7880947" y="3118867"/>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 name="Picture 4" descr="Plateforme intégrée ESB, BPM, MDM, API Management">
              <a:extLst>
                <a:ext uri="{FF2B5EF4-FFF2-40B4-BE49-F238E27FC236}">
                  <a16:creationId xmlns:a16="http://schemas.microsoft.com/office/drawing/2014/main" id="{DEDD7781-7914-6565-5FCC-604E6AA2D379}"/>
                </a:ext>
              </a:extLst>
            </p:cNvPr>
            <p:cNvPicPr>
              <a:picLocks noChangeAspect="1" noChangeArrowheads="1"/>
            </p:cNvPicPr>
            <p:nvPr/>
          </p:nvPicPr>
          <p:blipFill rotWithShape="1">
            <a:blip r:embed="rId7">
              <a:grayscl/>
              <a:extLst>
                <a:ext uri="{28A0092B-C50C-407E-A947-70E740481C1C}">
                  <a14:useLocalDpi xmlns:a14="http://schemas.microsoft.com/office/drawing/2010/main" val="0"/>
                </a:ext>
              </a:extLst>
            </a:blip>
            <a:srcRect l="-15391" t="-1" r="-17623" b="-9317"/>
            <a:stretch/>
          </p:blipFill>
          <p:spPr bwMode="auto">
            <a:xfrm>
              <a:off x="7881497" y="3161011"/>
              <a:ext cx="652170" cy="535978"/>
            </a:xfrm>
            <a:prstGeom prst="flowChartConnector">
              <a:avLst/>
            </a:prstGeom>
            <a:noFill/>
            <a:extLst>
              <a:ext uri="{909E8E84-426E-40DD-AFC4-6F175D3DCCD1}">
                <a14:hiddenFill xmlns:a14="http://schemas.microsoft.com/office/drawing/2010/main">
                  <a:solidFill>
                    <a:srgbClr val="FFFFFF"/>
                  </a:solidFill>
                </a14:hiddenFill>
              </a:ext>
            </a:extLst>
          </p:spPr>
        </p:pic>
      </p:grpSp>
      <p:sp>
        <p:nvSpPr>
          <p:cNvPr id="26" name="TextBox 4">
            <a:extLst>
              <a:ext uri="{FF2B5EF4-FFF2-40B4-BE49-F238E27FC236}">
                <a16:creationId xmlns:a16="http://schemas.microsoft.com/office/drawing/2014/main" id="{528504EA-885C-7696-403F-BA4DF6738FE3}"/>
              </a:ext>
            </a:extLst>
          </p:cNvPr>
          <p:cNvSpPr txBox="1"/>
          <p:nvPr/>
        </p:nvSpPr>
        <p:spPr>
          <a:xfrm>
            <a:off x="8727350" y="1371163"/>
            <a:ext cx="2974400"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Eléments conceptuels</a:t>
            </a:r>
          </a:p>
        </p:txBody>
      </p:sp>
      <p:pic>
        <p:nvPicPr>
          <p:cNvPr id="27" name="Picture 2" descr="Icône Linéaire De étude Asynchrone Contour Moderne L Asynchrone  Illustration de Vecteur - Illustration du flèche, texte: 133518351">
            <a:extLst>
              <a:ext uri="{FF2B5EF4-FFF2-40B4-BE49-F238E27FC236}">
                <a16:creationId xmlns:a16="http://schemas.microsoft.com/office/drawing/2014/main" id="{67CBB64F-D50F-B4DE-0D89-1FB54AB43FD8}"/>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7475" t="9827" r="15912" b="23735"/>
          <a:stretch/>
        </p:blipFill>
        <p:spPr bwMode="auto">
          <a:xfrm>
            <a:off x="7870681" y="1204990"/>
            <a:ext cx="648000" cy="646278"/>
          </a:xfrm>
          <a:prstGeom prst="ellipse">
            <a:avLst/>
          </a:prstGeom>
          <a:noFill/>
          <a:extLst>
            <a:ext uri="{909E8E84-426E-40DD-AFC4-6F175D3DCCD1}">
              <a14:hiddenFill xmlns:a14="http://schemas.microsoft.com/office/drawing/2010/main">
                <a:solidFill>
                  <a:srgbClr val="FFFFFF"/>
                </a:solidFill>
              </a14:hiddenFill>
            </a:ext>
          </a:extLst>
        </p:spPr>
      </p:pic>
      <p:pic>
        <p:nvPicPr>
          <p:cNvPr id="19" name="Picture 2">
            <a:extLst>
              <a:ext uri="{FF2B5EF4-FFF2-40B4-BE49-F238E27FC236}">
                <a16:creationId xmlns:a16="http://schemas.microsoft.com/office/drawing/2014/main" id="{1DDCB8C3-792A-0094-E57C-D059D26FAC6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92611" y="4161624"/>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321BD3CA-A412-D682-471F-02D04C5117BD}"/>
              </a:ext>
            </a:extLst>
          </p:cNvPr>
          <p:cNvSpPr/>
          <p:nvPr/>
        </p:nvSpPr>
        <p:spPr>
          <a:xfrm>
            <a:off x="0" y="2464323"/>
            <a:ext cx="5150050"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Patterns &amp; Arbres de décision</a:t>
            </a:r>
          </a:p>
        </p:txBody>
      </p:sp>
      <p:sp>
        <p:nvSpPr>
          <p:cNvPr id="8" name="Rectangle 7">
            <a:extLst>
              <a:ext uri="{FF2B5EF4-FFF2-40B4-BE49-F238E27FC236}">
                <a16:creationId xmlns:a16="http://schemas.microsoft.com/office/drawing/2014/main" id="{8F336F5E-4543-9204-9223-2D4BC1147805}"/>
              </a:ext>
            </a:extLst>
          </p:cNvPr>
          <p:cNvSpPr/>
          <p:nvPr/>
        </p:nvSpPr>
        <p:spPr>
          <a:xfrm>
            <a:off x="4988435" y="2464323"/>
            <a:ext cx="238158" cy="1929355"/>
          </a:xfrm>
          <a:prstGeom prst="rect">
            <a:avLst/>
          </a:prstGeom>
          <a:solidFill>
            <a:srgbClr val="F3F672">
              <a:alpha val="8235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7BB83A"/>
              </a:solidFill>
              <a:effectLst/>
              <a:uLnTx/>
              <a:uFillTx/>
              <a:latin typeface="Arial"/>
              <a:ea typeface="+mn-ea"/>
              <a:cs typeface="+mn-cs"/>
            </a:endParaRPr>
          </a:p>
        </p:txBody>
      </p:sp>
      <p:grpSp>
        <p:nvGrpSpPr>
          <p:cNvPr id="15" name="Groupe 14">
            <a:extLst>
              <a:ext uri="{FF2B5EF4-FFF2-40B4-BE49-F238E27FC236}">
                <a16:creationId xmlns:a16="http://schemas.microsoft.com/office/drawing/2014/main" id="{970ACD05-4F0F-F91C-1149-959332E7A929}"/>
              </a:ext>
            </a:extLst>
          </p:cNvPr>
          <p:cNvGrpSpPr/>
          <p:nvPr/>
        </p:nvGrpSpPr>
        <p:grpSpPr>
          <a:xfrm>
            <a:off x="62893" y="3054876"/>
            <a:ext cx="713656" cy="748248"/>
            <a:chOff x="7840593" y="1956699"/>
            <a:chExt cx="748248" cy="748248"/>
          </a:xfrm>
        </p:grpSpPr>
        <p:sp>
          <p:nvSpPr>
            <p:cNvPr id="16" name="Oval 9">
              <a:extLst>
                <a:ext uri="{FF2B5EF4-FFF2-40B4-BE49-F238E27FC236}">
                  <a16:creationId xmlns:a16="http://schemas.microsoft.com/office/drawing/2014/main" id="{7B046B3A-F30D-24E6-4BF1-DCF7ED5AD91E}"/>
                </a:ext>
              </a:extLst>
            </p:cNvPr>
            <p:cNvSpPr/>
            <p:nvPr/>
          </p:nvSpPr>
          <p:spPr>
            <a:xfrm>
              <a:off x="7840593" y="1956699"/>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7" name="Picture 2">
              <a:extLst>
                <a:ext uri="{FF2B5EF4-FFF2-40B4-BE49-F238E27FC236}">
                  <a16:creationId xmlns:a16="http://schemas.microsoft.com/office/drawing/2014/main" id="{B88D1168-FC09-D663-CC47-19CF38D1010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56649" y="2090120"/>
              <a:ext cx="508469" cy="50846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85113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688D4C74-FFCF-587B-6968-B19CB51DD1DE}"/>
              </a:ext>
            </a:extLst>
          </p:cNvPr>
          <p:cNvSpPr>
            <a:spLocks noGrp="1"/>
          </p:cNvSpPr>
          <p:nvPr>
            <p:ph type="body" sz="quarter" idx="10"/>
          </p:nvPr>
        </p:nvSpPr>
        <p:spPr/>
        <p:txBody>
          <a:bodyPr/>
          <a:lstStyle/>
          <a:p>
            <a:r>
              <a:rPr lang="fr-FR"/>
              <a:t>Des principes d’architecture à appliquer</a:t>
            </a:r>
          </a:p>
        </p:txBody>
      </p:sp>
      <p:graphicFrame>
        <p:nvGraphicFramePr>
          <p:cNvPr id="12" name="Diagramme 11">
            <a:extLst>
              <a:ext uri="{FF2B5EF4-FFF2-40B4-BE49-F238E27FC236}">
                <a16:creationId xmlns:a16="http://schemas.microsoft.com/office/drawing/2014/main" id="{23AF4339-E1FE-56EE-A3F0-33CA55AABAB4}"/>
              </a:ext>
            </a:extLst>
          </p:cNvPr>
          <p:cNvGraphicFramePr/>
          <p:nvPr/>
        </p:nvGraphicFramePr>
        <p:xfrm>
          <a:off x="706057" y="1203767"/>
          <a:ext cx="10602410" cy="52433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589221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4119196-5C4E-1AA6-61FF-59E32F0E7109}"/>
              </a:ext>
            </a:extLst>
          </p:cNvPr>
          <p:cNvSpPr/>
          <p:nvPr/>
        </p:nvSpPr>
        <p:spPr>
          <a:xfrm>
            <a:off x="429175" y="3429000"/>
            <a:ext cx="6279969" cy="3130420"/>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9" name="Rectangle : coins arrondis 8">
            <a:extLst>
              <a:ext uri="{FF2B5EF4-FFF2-40B4-BE49-F238E27FC236}">
                <a16:creationId xmlns:a16="http://schemas.microsoft.com/office/drawing/2014/main" id="{D92D4F28-B38C-4AE0-4CE0-4F47AA52040B}"/>
              </a:ext>
            </a:extLst>
          </p:cNvPr>
          <p:cNvSpPr/>
          <p:nvPr/>
        </p:nvSpPr>
        <p:spPr>
          <a:xfrm>
            <a:off x="2255624" y="3833652"/>
            <a:ext cx="2262603" cy="2296665"/>
          </a:xfrm>
          <a:prstGeom prst="roundRect">
            <a:avLst>
              <a:gd name="adj" fmla="val 9803"/>
            </a:avLst>
          </a:prstGeom>
          <a:ln>
            <a:solidFill>
              <a:srgbClr val="FF6F2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fr-FR">
                <a:solidFill>
                  <a:schemeClr val="tx1"/>
                </a:solidFill>
              </a:rPr>
              <a:t>ESB</a:t>
            </a:r>
          </a:p>
        </p:txBody>
      </p:sp>
      <p:sp>
        <p:nvSpPr>
          <p:cNvPr id="13" name="Espace réservé du texte 12">
            <a:extLst>
              <a:ext uri="{FF2B5EF4-FFF2-40B4-BE49-F238E27FC236}">
                <a16:creationId xmlns:a16="http://schemas.microsoft.com/office/drawing/2014/main" id="{46F6960D-684B-290E-D565-F5D9CFC02667}"/>
              </a:ext>
            </a:extLst>
          </p:cNvPr>
          <p:cNvSpPr>
            <a:spLocks noGrp="1"/>
          </p:cNvSpPr>
          <p:nvPr>
            <p:ph type="body" sz="quarter" idx="35"/>
          </p:nvPr>
        </p:nvSpPr>
        <p:spPr/>
        <p:txBody>
          <a:bodyPr/>
          <a:lstStyle/>
          <a:p>
            <a:r>
              <a:rPr lang="fr-FR" dirty="0"/>
              <a:t>Implémentation ESB</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COOKBOOK des systèmes d’échange : Publish &amp; Subscribe</a:t>
            </a:r>
          </a:p>
        </p:txBody>
      </p:sp>
      <p:sp>
        <p:nvSpPr>
          <p:cNvPr id="95" name="Rectangle 94">
            <a:extLst>
              <a:ext uri="{FF2B5EF4-FFF2-40B4-BE49-F238E27FC236}">
                <a16:creationId xmlns:a16="http://schemas.microsoft.com/office/drawing/2014/main" id="{BB5AD101-E48F-1105-0F39-8C347DEAA000}"/>
              </a:ext>
            </a:extLst>
          </p:cNvPr>
          <p:cNvSpPr/>
          <p:nvPr/>
        </p:nvSpPr>
        <p:spPr>
          <a:xfrm>
            <a:off x="6881876" y="1324372"/>
            <a:ext cx="5122281" cy="2978514"/>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16000" tIns="324000" rIns="360000" bIns="34290" numCol="1" spcCol="0" rtlCol="0" fromWordArt="0" anchor="t" anchorCtr="0" forceAA="0" compatLnSpc="1">
            <a:prstTxWarp prst="textNoShape">
              <a:avLst/>
            </a:prstTxWarp>
            <a:noAutofit/>
          </a:bodyPr>
          <a:lstStyle/>
          <a:p>
            <a:pPr marL="285750" indent="-285750" algn="just">
              <a:spcBef>
                <a:spcPts val="900"/>
              </a:spcBef>
              <a:buClr>
                <a:schemeClr val="tx2"/>
              </a:buClr>
              <a:buFont typeface="Arial" panose="020B0604020202020204" pitchFamily="34" charset="0"/>
              <a:buChar char="•"/>
            </a:pPr>
            <a:r>
              <a:rPr lang="fr-FR" sz="1100" dirty="0">
                <a:solidFill>
                  <a:schemeClr val="tx1"/>
                </a:solidFill>
              </a:rPr>
              <a:t>L’émetteur envoie un message via son demi flux. L’émetteur est ensuite acquitté de la diffusion de son message</a:t>
            </a:r>
          </a:p>
          <a:p>
            <a:pPr marL="285750" indent="-285750" algn="just">
              <a:spcBef>
                <a:spcPts val="900"/>
              </a:spcBef>
              <a:buClr>
                <a:schemeClr val="tx2"/>
              </a:buClr>
              <a:buFont typeface="Arial" panose="020B0604020202020204" pitchFamily="34" charset="0"/>
              <a:buChar char="•"/>
            </a:pPr>
            <a:r>
              <a:rPr lang="fr-FR" sz="1100" dirty="0">
                <a:solidFill>
                  <a:schemeClr val="tx1"/>
                </a:solidFill>
              </a:rPr>
              <a:t>Le message est transformé en pivot, </a:t>
            </a:r>
            <a:r>
              <a:rPr lang="fr-FR" sz="1100" b="1" i="1" dirty="0">
                <a:solidFill>
                  <a:schemeClr val="tx1"/>
                </a:solidFill>
              </a:rPr>
              <a:t>il peut être complété par une orchestration</a:t>
            </a:r>
            <a:r>
              <a:rPr lang="fr-FR" sz="1100" dirty="0">
                <a:solidFill>
                  <a:schemeClr val="tx1"/>
                </a:solidFill>
              </a:rPr>
              <a:t> s’il manque des données obligatoires dans le pivot (dont l’émetteur n’est pas responsable)</a:t>
            </a:r>
          </a:p>
          <a:p>
            <a:pPr marL="285750" indent="-285750" algn="just">
              <a:spcBef>
                <a:spcPts val="900"/>
              </a:spcBef>
              <a:buClr>
                <a:schemeClr val="tx2"/>
              </a:buClr>
              <a:buFont typeface="Arial" panose="020B0604020202020204" pitchFamily="34" charset="0"/>
              <a:buChar char="•"/>
            </a:pPr>
            <a:r>
              <a:rPr lang="fr-FR" sz="1100" b="1" dirty="0">
                <a:solidFill>
                  <a:schemeClr val="tx1"/>
                </a:solidFill>
              </a:rPr>
              <a:t>Le message pivot est transporté vers les différents abonnés</a:t>
            </a:r>
            <a:endParaRPr lang="fr-FR" sz="1100" dirty="0">
              <a:solidFill>
                <a:schemeClr val="tx1"/>
              </a:solidFill>
            </a:endParaRPr>
          </a:p>
          <a:p>
            <a:pPr marL="285750" indent="-285750" algn="just">
              <a:spcBef>
                <a:spcPts val="900"/>
              </a:spcBef>
              <a:buClr>
                <a:schemeClr val="tx2"/>
              </a:buClr>
              <a:buFont typeface="Arial" panose="020B0604020202020204" pitchFamily="34" charset="0"/>
              <a:buChar char="•"/>
            </a:pPr>
            <a:r>
              <a:rPr lang="fr-FR" sz="1100" dirty="0">
                <a:solidFill>
                  <a:schemeClr val="tx1"/>
                </a:solidFill>
              </a:rPr>
              <a:t>Le message est distribué aux abonnés au travers de leur ½ flux d’intégration qui </a:t>
            </a:r>
            <a:r>
              <a:rPr lang="fr-FR" sz="1100" b="1" i="1" dirty="0">
                <a:solidFill>
                  <a:schemeClr val="tx1"/>
                </a:solidFill>
              </a:rPr>
              <a:t>peuvent dénormaliser </a:t>
            </a:r>
            <a:r>
              <a:rPr lang="fr-FR" sz="1100" dirty="0">
                <a:solidFill>
                  <a:schemeClr val="tx1"/>
                </a:solidFill>
              </a:rPr>
              <a:t>le pivot de manière à répondre au format attendu de l’abonné.</a:t>
            </a:r>
          </a:p>
          <a:p>
            <a:pPr marL="271463" algn="just">
              <a:spcBef>
                <a:spcPts val="900"/>
              </a:spcBef>
              <a:buClr>
                <a:schemeClr val="tx2"/>
              </a:buClr>
            </a:pPr>
            <a:r>
              <a:rPr lang="fr-FR" sz="1100" i="1" dirty="0">
                <a:solidFill>
                  <a:schemeClr val="tx1"/>
                </a:solidFill>
              </a:rPr>
              <a:t>Remarque: Les messages arrivent dans l’ordre de leur émission. Une fois consommé par l’abonné, le message peut-être retiré de sa file en fonction de la configuration du mode Publish/Subscribe mis en place (rétention des données)</a:t>
            </a:r>
          </a:p>
        </p:txBody>
      </p:sp>
      <p:sp>
        <p:nvSpPr>
          <p:cNvPr id="99" name="Rectangle 98">
            <a:extLst>
              <a:ext uri="{FF2B5EF4-FFF2-40B4-BE49-F238E27FC236}">
                <a16:creationId xmlns:a16="http://schemas.microsoft.com/office/drawing/2014/main" id="{61A61245-340D-E17A-7B89-1C00F50B555F}"/>
              </a:ext>
            </a:extLst>
          </p:cNvPr>
          <p:cNvSpPr/>
          <p:nvPr/>
        </p:nvSpPr>
        <p:spPr>
          <a:xfrm>
            <a:off x="755125" y="4618196"/>
            <a:ext cx="1418394" cy="544138"/>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ctr"/>
          <a:lstStyle/>
          <a:p>
            <a:pPr algn="ctr" defTabSz="685800">
              <a:defRPr/>
            </a:pPr>
            <a:r>
              <a:rPr lang="fr-FR" sz="1050" kern="0" dirty="0">
                <a:solidFill>
                  <a:prstClr val="black"/>
                </a:solidFill>
                <a:latin typeface="Trebuchet MS"/>
              </a:rPr>
              <a:t>Emetteur de message</a:t>
            </a:r>
          </a:p>
        </p:txBody>
      </p:sp>
      <p:sp>
        <p:nvSpPr>
          <p:cNvPr id="100" name="Rectangle 99">
            <a:extLst>
              <a:ext uri="{FF2B5EF4-FFF2-40B4-BE49-F238E27FC236}">
                <a16:creationId xmlns:a16="http://schemas.microsoft.com/office/drawing/2014/main" id="{95796065-22E7-9F51-FDBB-0A2518358B2C}"/>
              </a:ext>
            </a:extLst>
          </p:cNvPr>
          <p:cNvSpPr/>
          <p:nvPr/>
        </p:nvSpPr>
        <p:spPr>
          <a:xfrm rot="16200000">
            <a:off x="3156906" y="4449916"/>
            <a:ext cx="321907" cy="871947"/>
          </a:xfrm>
          <a:prstGeom prst="rect">
            <a:avLst/>
          </a:prstGeom>
          <a:solidFill>
            <a:schemeClr val="tx2"/>
          </a:solidFill>
          <a:ln w="9525" cap="flat" cmpd="sng" algn="ctr">
            <a:solidFill>
              <a:srgbClr val="003D5E">
                <a:lumMod val="75000"/>
                <a:lumOff val="25000"/>
              </a:srgbClr>
            </a:solidFill>
            <a:prstDash val="solid"/>
          </a:ln>
          <a:effectLst/>
        </p:spPr>
        <p:txBody>
          <a:bodyPr vert="vert" rtlCol="0" anchor="ctr"/>
          <a:lstStyle/>
          <a:p>
            <a:pPr algn="ctr" defTabSz="685800">
              <a:defRPr/>
            </a:pPr>
            <a:r>
              <a:rPr lang="fr-FR" sz="1200" b="1" kern="0" dirty="0">
                <a:solidFill>
                  <a:prstClr val="black"/>
                </a:solidFill>
                <a:latin typeface="Trebuchet MS"/>
              </a:rPr>
              <a:t>MOM</a:t>
            </a:r>
          </a:p>
        </p:txBody>
      </p:sp>
      <p:cxnSp>
        <p:nvCxnSpPr>
          <p:cNvPr id="101" name="Connecteur droit avec flèche 100">
            <a:extLst>
              <a:ext uri="{FF2B5EF4-FFF2-40B4-BE49-F238E27FC236}">
                <a16:creationId xmlns:a16="http://schemas.microsoft.com/office/drawing/2014/main" id="{5FDA60F0-228E-C28A-28A6-DA24B259D9D0}"/>
              </a:ext>
            </a:extLst>
          </p:cNvPr>
          <p:cNvCxnSpPr>
            <a:cxnSpLocks/>
            <a:stCxn id="99" idx="3"/>
            <a:endCxn id="103" idx="2"/>
          </p:cNvCxnSpPr>
          <p:nvPr/>
        </p:nvCxnSpPr>
        <p:spPr>
          <a:xfrm flipV="1">
            <a:off x="2173519" y="4883103"/>
            <a:ext cx="236724" cy="0"/>
          </a:xfrm>
          <a:prstGeom prst="straightConnector1">
            <a:avLst/>
          </a:prstGeom>
          <a:noFill/>
          <a:ln w="19050" cap="flat" cmpd="sng" algn="ctr">
            <a:solidFill>
              <a:srgbClr val="002B41"/>
            </a:solidFill>
            <a:prstDash val="solid"/>
            <a:headEnd type="none" w="med" len="med"/>
            <a:tailEnd type="none" w="med" len="med"/>
          </a:ln>
          <a:effectLst/>
        </p:spPr>
      </p:cxnSp>
      <p:cxnSp>
        <p:nvCxnSpPr>
          <p:cNvPr id="102" name="Connecteur droit avec flèche 101">
            <a:extLst>
              <a:ext uri="{FF2B5EF4-FFF2-40B4-BE49-F238E27FC236}">
                <a16:creationId xmlns:a16="http://schemas.microsoft.com/office/drawing/2014/main" id="{65793523-5ADD-A4C1-1A97-59021E2587C3}"/>
              </a:ext>
            </a:extLst>
          </p:cNvPr>
          <p:cNvCxnSpPr>
            <a:cxnSpLocks/>
            <a:stCxn id="100" idx="0"/>
            <a:endCxn id="103" idx="6"/>
          </p:cNvCxnSpPr>
          <p:nvPr/>
        </p:nvCxnSpPr>
        <p:spPr>
          <a:xfrm flipH="1" flipV="1">
            <a:off x="2651939" y="4883103"/>
            <a:ext cx="229947" cy="0"/>
          </a:xfrm>
          <a:prstGeom prst="straightConnector1">
            <a:avLst/>
          </a:prstGeom>
          <a:noFill/>
          <a:ln w="19050" cap="flat" cmpd="sng" algn="ctr">
            <a:solidFill>
              <a:srgbClr val="002B41"/>
            </a:solidFill>
            <a:prstDash val="solid"/>
            <a:headEnd type="none" w="med" len="med"/>
            <a:tailEnd type="none" w="med" len="med"/>
          </a:ln>
          <a:effectLst/>
        </p:spPr>
      </p:cxnSp>
      <p:sp>
        <p:nvSpPr>
          <p:cNvPr id="103" name="Ellipse 102">
            <a:extLst>
              <a:ext uri="{FF2B5EF4-FFF2-40B4-BE49-F238E27FC236}">
                <a16:creationId xmlns:a16="http://schemas.microsoft.com/office/drawing/2014/main" id="{F6F1D643-F8D6-2C1B-4916-F1BEEEE683BA}"/>
              </a:ext>
            </a:extLst>
          </p:cNvPr>
          <p:cNvSpPr/>
          <p:nvPr/>
        </p:nvSpPr>
        <p:spPr>
          <a:xfrm>
            <a:off x="2410243" y="4773241"/>
            <a:ext cx="241696" cy="21972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sp>
        <p:nvSpPr>
          <p:cNvPr id="104" name="Arc 103">
            <a:extLst>
              <a:ext uri="{FF2B5EF4-FFF2-40B4-BE49-F238E27FC236}">
                <a16:creationId xmlns:a16="http://schemas.microsoft.com/office/drawing/2014/main" id="{73F8C37A-ED7F-FA48-8BD9-800A8D0C6A9D}"/>
              </a:ext>
            </a:extLst>
          </p:cNvPr>
          <p:cNvSpPr/>
          <p:nvPr/>
        </p:nvSpPr>
        <p:spPr>
          <a:xfrm rot="16200000">
            <a:off x="2324874" y="4753708"/>
            <a:ext cx="338374" cy="263668"/>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sp>
        <p:nvSpPr>
          <p:cNvPr id="106" name="Ellipse 105">
            <a:extLst>
              <a:ext uri="{FF2B5EF4-FFF2-40B4-BE49-F238E27FC236}">
                <a16:creationId xmlns:a16="http://schemas.microsoft.com/office/drawing/2014/main" id="{E86ED6B7-CB3D-BBAF-E4E7-D9A3160E5DEF}"/>
              </a:ext>
            </a:extLst>
          </p:cNvPr>
          <p:cNvSpPr/>
          <p:nvPr/>
        </p:nvSpPr>
        <p:spPr>
          <a:xfrm>
            <a:off x="1903871" y="5390102"/>
            <a:ext cx="290035" cy="290035"/>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107" name="ZoneTexte 106">
            <a:extLst>
              <a:ext uri="{FF2B5EF4-FFF2-40B4-BE49-F238E27FC236}">
                <a16:creationId xmlns:a16="http://schemas.microsoft.com/office/drawing/2014/main" id="{8C632687-9E18-5F98-F197-4595EBCFA9FF}"/>
              </a:ext>
            </a:extLst>
          </p:cNvPr>
          <p:cNvSpPr txBox="1"/>
          <p:nvPr/>
        </p:nvSpPr>
        <p:spPr>
          <a:xfrm>
            <a:off x="2245614" y="4964639"/>
            <a:ext cx="570953" cy="253916"/>
          </a:xfrm>
          <a:prstGeom prst="rect">
            <a:avLst/>
          </a:prstGeom>
          <a:noFill/>
        </p:spPr>
        <p:txBody>
          <a:bodyPr wrap="square" rtlCol="0">
            <a:spAutoFit/>
          </a:bodyPr>
          <a:lstStyle/>
          <a:p>
            <a:pPr algn="ctr" defTabSz="685800">
              <a:defRPr/>
            </a:pPr>
            <a:r>
              <a:rPr lang="fr-FR" sz="1050" kern="0">
                <a:solidFill>
                  <a:prstClr val="black"/>
                </a:solidFill>
              </a:rPr>
              <a:t>½ flux</a:t>
            </a:r>
          </a:p>
        </p:txBody>
      </p:sp>
      <p:sp>
        <p:nvSpPr>
          <p:cNvPr id="108" name="Ellipse 107">
            <a:extLst>
              <a:ext uri="{FF2B5EF4-FFF2-40B4-BE49-F238E27FC236}">
                <a16:creationId xmlns:a16="http://schemas.microsoft.com/office/drawing/2014/main" id="{B07CDE10-A86A-05AA-398B-6C73232E3802}"/>
              </a:ext>
            </a:extLst>
          </p:cNvPr>
          <p:cNvSpPr/>
          <p:nvPr/>
        </p:nvSpPr>
        <p:spPr>
          <a:xfrm>
            <a:off x="2487229" y="4348119"/>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109" name="Rectangle 108">
            <a:extLst>
              <a:ext uri="{FF2B5EF4-FFF2-40B4-BE49-F238E27FC236}">
                <a16:creationId xmlns:a16="http://schemas.microsoft.com/office/drawing/2014/main" id="{EEB10676-7C5B-69D4-E4D4-30D2C0E3DF16}"/>
              </a:ext>
            </a:extLst>
          </p:cNvPr>
          <p:cNvSpPr/>
          <p:nvPr/>
        </p:nvSpPr>
        <p:spPr>
          <a:xfrm>
            <a:off x="4603546" y="3983550"/>
            <a:ext cx="1779645" cy="615225"/>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ctr"/>
          <a:lstStyle/>
          <a:p>
            <a:pPr algn="ctr" defTabSz="685800">
              <a:defRPr/>
            </a:pPr>
            <a:r>
              <a:rPr lang="fr-FR" sz="1050" i="1" kern="0" dirty="0">
                <a:solidFill>
                  <a:prstClr val="black"/>
                </a:solidFill>
              </a:rPr>
              <a:t>Récepteur de message</a:t>
            </a:r>
            <a:endParaRPr lang="fr-FR" sz="1050" b="1" kern="0" dirty="0">
              <a:solidFill>
                <a:prstClr val="black"/>
              </a:solidFill>
              <a:latin typeface="Trebuchet MS"/>
            </a:endParaRPr>
          </a:p>
        </p:txBody>
      </p:sp>
      <p:sp>
        <p:nvSpPr>
          <p:cNvPr id="110" name="Rectangle 109">
            <a:extLst>
              <a:ext uri="{FF2B5EF4-FFF2-40B4-BE49-F238E27FC236}">
                <a16:creationId xmlns:a16="http://schemas.microsoft.com/office/drawing/2014/main" id="{7569AD2F-B8E4-E6EA-D22B-3479BAD440F0}"/>
              </a:ext>
            </a:extLst>
          </p:cNvPr>
          <p:cNvSpPr/>
          <p:nvPr/>
        </p:nvSpPr>
        <p:spPr>
          <a:xfrm>
            <a:off x="4603546" y="5129120"/>
            <a:ext cx="1779645" cy="615225"/>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ctr"/>
          <a:lstStyle/>
          <a:p>
            <a:pPr algn="ctr" defTabSz="685800">
              <a:defRPr/>
            </a:pPr>
            <a:r>
              <a:rPr lang="fr-FR" sz="1050" i="1" kern="0" dirty="0">
                <a:solidFill>
                  <a:prstClr val="black"/>
                </a:solidFill>
              </a:rPr>
              <a:t>Récepteur de message</a:t>
            </a:r>
            <a:endParaRPr lang="fr-FR" sz="1050" b="1" kern="0" dirty="0">
              <a:solidFill>
                <a:prstClr val="black"/>
              </a:solidFill>
              <a:latin typeface="Trebuchet MS"/>
            </a:endParaRPr>
          </a:p>
        </p:txBody>
      </p:sp>
      <p:grpSp>
        <p:nvGrpSpPr>
          <p:cNvPr id="27" name="Groupe 26">
            <a:extLst>
              <a:ext uri="{FF2B5EF4-FFF2-40B4-BE49-F238E27FC236}">
                <a16:creationId xmlns:a16="http://schemas.microsoft.com/office/drawing/2014/main" id="{9B9DAD35-53DB-F71D-419D-9447B3B5943A}"/>
              </a:ext>
            </a:extLst>
          </p:cNvPr>
          <p:cNvGrpSpPr/>
          <p:nvPr/>
        </p:nvGrpSpPr>
        <p:grpSpPr>
          <a:xfrm>
            <a:off x="1773788" y="5786690"/>
            <a:ext cx="448909" cy="191377"/>
            <a:chOff x="1773788" y="5786690"/>
            <a:chExt cx="448909" cy="191377"/>
          </a:xfrm>
        </p:grpSpPr>
        <p:grpSp>
          <p:nvGrpSpPr>
            <p:cNvPr id="112" name="Groupe 111">
              <a:extLst>
                <a:ext uri="{FF2B5EF4-FFF2-40B4-BE49-F238E27FC236}">
                  <a16:creationId xmlns:a16="http://schemas.microsoft.com/office/drawing/2014/main" id="{BF44A94D-2F68-B0DC-6079-8AAEDCBFF5EB}"/>
                </a:ext>
              </a:extLst>
            </p:cNvPr>
            <p:cNvGrpSpPr/>
            <p:nvPr/>
          </p:nvGrpSpPr>
          <p:grpSpPr>
            <a:xfrm>
              <a:off x="1932662" y="5786690"/>
              <a:ext cx="290035" cy="175778"/>
              <a:chOff x="6662282" y="1972317"/>
              <a:chExt cx="1675266" cy="926414"/>
            </a:xfrm>
            <a:solidFill>
              <a:schemeClr val="bg1"/>
            </a:solidFill>
          </p:grpSpPr>
          <p:sp>
            <p:nvSpPr>
              <p:cNvPr id="118" name="Rectangle 117">
                <a:extLst>
                  <a:ext uri="{FF2B5EF4-FFF2-40B4-BE49-F238E27FC236}">
                    <a16:creationId xmlns:a16="http://schemas.microsoft.com/office/drawing/2014/main" id="{90353D5B-9916-098D-89BB-AA9D2EF7477F}"/>
                  </a:ext>
                </a:extLst>
              </p:cNvPr>
              <p:cNvSpPr/>
              <p:nvPr/>
            </p:nvSpPr>
            <p:spPr>
              <a:xfrm>
                <a:off x="6662283" y="1974627"/>
                <a:ext cx="1675265" cy="920973"/>
              </a:xfrm>
              <a:prstGeom prst="rect">
                <a:avLst/>
              </a:prstGeom>
              <a:grpFill/>
              <a:ln w="12700" cap="flat" cmpd="sng" algn="ctr">
                <a:solidFill>
                  <a:schemeClr val="tx1">
                    <a:lumMod val="50000"/>
                    <a:lumOff val="50000"/>
                  </a:schemeClr>
                </a:solidFill>
                <a:prstDash val="solid"/>
              </a:ln>
              <a:effectLst>
                <a:outerShdw blurRad="40000" dist="23000" dir="5400000" rotWithShape="0">
                  <a:srgbClr val="000000">
                    <a:alpha val="35000"/>
                  </a:srgbClr>
                </a:outerShdw>
              </a:effectLst>
            </p:spPr>
            <p:txBody>
              <a:bodyPr rtlCol="0" anchor="ctr"/>
              <a:lstStyle/>
              <a:p>
                <a:pPr algn="ctr" defTabSz="685800">
                  <a:defRPr/>
                </a:pPr>
                <a:endParaRPr lang="fr-FR" sz="2000" kern="0">
                  <a:solidFill>
                    <a:prstClr val="white"/>
                  </a:solidFill>
                  <a:latin typeface="Trebuchet MS"/>
                </a:endParaRPr>
              </a:p>
            </p:txBody>
          </p:sp>
          <p:sp>
            <p:nvSpPr>
              <p:cNvPr id="119" name="Triangle isocèle 118">
                <a:extLst>
                  <a:ext uri="{FF2B5EF4-FFF2-40B4-BE49-F238E27FC236}">
                    <a16:creationId xmlns:a16="http://schemas.microsoft.com/office/drawing/2014/main" id="{C36C60E2-C087-5EDE-5BB1-3044DE69183C}"/>
                  </a:ext>
                </a:extLst>
              </p:cNvPr>
              <p:cNvSpPr/>
              <p:nvPr/>
            </p:nvSpPr>
            <p:spPr>
              <a:xfrm rot="10800000">
                <a:off x="6662282" y="1972317"/>
                <a:ext cx="1675265" cy="648000"/>
              </a:xfrm>
              <a:prstGeom prst="triangle">
                <a:avLst/>
              </a:prstGeom>
              <a:grpFill/>
              <a:ln w="12700" cap="flat" cmpd="sng" algn="ctr">
                <a:solidFill>
                  <a:schemeClr val="tx1">
                    <a:lumMod val="50000"/>
                    <a:lumOff val="50000"/>
                  </a:schemeClr>
                </a:solidFill>
                <a:prstDash val="solid"/>
              </a:ln>
              <a:effectLst/>
            </p:spPr>
            <p:txBody>
              <a:bodyPr rtlCol="0" anchor="ctr"/>
              <a:lstStyle/>
              <a:p>
                <a:pPr algn="ctr" defTabSz="685800">
                  <a:defRPr/>
                </a:pPr>
                <a:endParaRPr lang="fr-FR" sz="2000" kern="0">
                  <a:solidFill>
                    <a:prstClr val="white"/>
                  </a:solidFill>
                  <a:latin typeface="Trebuchet MS"/>
                </a:endParaRPr>
              </a:p>
            </p:txBody>
          </p:sp>
          <p:sp>
            <p:nvSpPr>
              <p:cNvPr id="120" name="Forme libre 53">
                <a:extLst>
                  <a:ext uri="{FF2B5EF4-FFF2-40B4-BE49-F238E27FC236}">
                    <a16:creationId xmlns:a16="http://schemas.microsoft.com/office/drawing/2014/main" id="{3AA0A19E-2FB5-15E7-2008-70E1FB08F187}"/>
                  </a:ext>
                </a:extLst>
              </p:cNvPr>
              <p:cNvSpPr/>
              <p:nvPr/>
            </p:nvSpPr>
            <p:spPr>
              <a:xfrm>
                <a:off x="6662282" y="2435524"/>
                <a:ext cx="1675265" cy="463207"/>
              </a:xfrm>
              <a:custGeom>
                <a:avLst/>
                <a:gdLst>
                  <a:gd name="connsiteX0" fmla="*/ 1076504 w 1675265"/>
                  <a:gd name="connsiteY0" fmla="*/ 0 h 463207"/>
                  <a:gd name="connsiteX1" fmla="*/ 1675265 w 1675265"/>
                  <a:gd name="connsiteY1" fmla="*/ 463207 h 463207"/>
                  <a:gd name="connsiteX2" fmla="*/ 0 w 1675265"/>
                  <a:gd name="connsiteY2" fmla="*/ 463207 h 463207"/>
                  <a:gd name="connsiteX3" fmla="*/ 598761 w 1675265"/>
                  <a:gd name="connsiteY3" fmla="*/ 1 h 463207"/>
                  <a:gd name="connsiteX4" fmla="*/ 837632 w 1675265"/>
                  <a:gd name="connsiteY4" fmla="*/ 184794 h 463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265" h="463207">
                    <a:moveTo>
                      <a:pt x="1076504" y="0"/>
                    </a:moveTo>
                    <a:lnTo>
                      <a:pt x="1675265" y="463207"/>
                    </a:lnTo>
                    <a:lnTo>
                      <a:pt x="0" y="463207"/>
                    </a:lnTo>
                    <a:lnTo>
                      <a:pt x="598761" y="1"/>
                    </a:lnTo>
                    <a:lnTo>
                      <a:pt x="837632" y="184794"/>
                    </a:lnTo>
                    <a:close/>
                  </a:path>
                </a:pathLst>
              </a:custGeom>
              <a:grpFill/>
              <a:ln w="12700" cap="flat" cmpd="sng" algn="ctr">
                <a:solidFill>
                  <a:schemeClr val="tx1">
                    <a:lumMod val="50000"/>
                    <a:lumOff val="50000"/>
                  </a:schemeClr>
                </a:solidFill>
                <a:prstDash val="solid"/>
              </a:ln>
              <a:effectLst/>
            </p:spPr>
            <p:txBody>
              <a:bodyPr rtlCol="0" anchor="ctr"/>
              <a:lstStyle/>
              <a:p>
                <a:pPr algn="ctr" defTabSz="685800">
                  <a:defRPr/>
                </a:pPr>
                <a:endParaRPr lang="fr-FR" sz="2000" kern="0">
                  <a:solidFill>
                    <a:prstClr val="white"/>
                  </a:solidFill>
                  <a:latin typeface="Trebuchet MS"/>
                </a:endParaRPr>
              </a:p>
            </p:txBody>
          </p:sp>
        </p:grpSp>
        <p:sp>
          <p:nvSpPr>
            <p:cNvPr id="113" name="ZoneTexte 112">
              <a:extLst>
                <a:ext uri="{FF2B5EF4-FFF2-40B4-BE49-F238E27FC236}">
                  <a16:creationId xmlns:a16="http://schemas.microsoft.com/office/drawing/2014/main" id="{0CBF0D67-84B0-6BDB-655B-F0106A874475}"/>
                </a:ext>
              </a:extLst>
            </p:cNvPr>
            <p:cNvSpPr txBox="1"/>
            <p:nvPr/>
          </p:nvSpPr>
          <p:spPr>
            <a:xfrm>
              <a:off x="2128550" y="5824180"/>
              <a:ext cx="84960" cy="153887"/>
            </a:xfrm>
            <a:prstGeom prst="rect">
              <a:avLst/>
            </a:prstGeom>
            <a:noFill/>
          </p:spPr>
          <p:txBody>
            <a:bodyPr wrap="none" lIns="0" tIns="0" rIns="0" bIns="0" rtlCol="0">
              <a:spAutoFit/>
            </a:bodyPr>
            <a:lstStyle/>
            <a:p>
              <a:pPr defTabSz="685800">
                <a:defRPr/>
              </a:pPr>
              <a:r>
                <a:rPr lang="fr-FR" sz="1000" i="1" kern="0">
                  <a:solidFill>
                    <a:prstClr val="black">
                      <a:lumMod val="75000"/>
                      <a:lumOff val="25000"/>
                    </a:prstClr>
                  </a:solidFill>
                </a:rPr>
                <a:t>A</a:t>
              </a:r>
            </a:p>
          </p:txBody>
        </p:sp>
        <p:grpSp>
          <p:nvGrpSpPr>
            <p:cNvPr id="114" name="Groupe 113">
              <a:extLst>
                <a:ext uri="{FF2B5EF4-FFF2-40B4-BE49-F238E27FC236}">
                  <a16:creationId xmlns:a16="http://schemas.microsoft.com/office/drawing/2014/main" id="{CA54FDCF-383D-6068-605C-735431AFF9EF}"/>
                </a:ext>
              </a:extLst>
            </p:cNvPr>
            <p:cNvGrpSpPr/>
            <p:nvPr/>
          </p:nvGrpSpPr>
          <p:grpSpPr>
            <a:xfrm>
              <a:off x="1773788" y="5836342"/>
              <a:ext cx="145017" cy="55799"/>
              <a:chOff x="6670163" y="3829970"/>
              <a:chExt cx="108000" cy="55799"/>
            </a:xfrm>
            <a:effectLst/>
          </p:grpSpPr>
          <p:cxnSp>
            <p:nvCxnSpPr>
              <p:cNvPr id="115" name="Connecteur droit 114">
                <a:extLst>
                  <a:ext uri="{FF2B5EF4-FFF2-40B4-BE49-F238E27FC236}">
                    <a16:creationId xmlns:a16="http://schemas.microsoft.com/office/drawing/2014/main" id="{4CE5466B-701C-9755-09F1-77862E7C183B}"/>
                  </a:ext>
                </a:extLst>
              </p:cNvPr>
              <p:cNvCxnSpPr/>
              <p:nvPr/>
            </p:nvCxnSpPr>
            <p:spPr>
              <a:xfrm>
                <a:off x="6670163" y="3829970"/>
                <a:ext cx="108000" cy="0"/>
              </a:xfrm>
              <a:prstGeom prst="line">
                <a:avLst/>
              </a:prstGeom>
              <a:gradFill flip="none" rotWithShape="1">
                <a:gsLst>
                  <a:gs pos="0">
                    <a:srgbClr val="E6A500">
                      <a:lumMod val="40000"/>
                      <a:lumOff val="60000"/>
                      <a:tint val="66000"/>
                      <a:satMod val="160000"/>
                    </a:srgbClr>
                  </a:gs>
                  <a:gs pos="50000">
                    <a:srgbClr val="E6A500">
                      <a:lumMod val="40000"/>
                      <a:lumOff val="60000"/>
                      <a:tint val="44500"/>
                      <a:satMod val="160000"/>
                    </a:srgbClr>
                  </a:gs>
                  <a:gs pos="100000">
                    <a:srgbClr val="E6A500">
                      <a:lumMod val="40000"/>
                      <a:lumOff val="60000"/>
                      <a:tint val="23500"/>
                      <a:satMod val="160000"/>
                    </a:srgbClr>
                  </a:gs>
                </a:gsLst>
                <a:lin ang="5400000" scaled="1"/>
                <a:tileRect/>
              </a:gradFill>
              <a:ln w="12700" cap="flat" cmpd="sng" algn="ctr">
                <a:solidFill>
                  <a:schemeClr val="tx1"/>
                </a:solidFill>
                <a:prstDash val="solid"/>
              </a:ln>
              <a:effectLst>
                <a:outerShdw blurRad="40000" dist="23000" dir="5400000" rotWithShape="0">
                  <a:srgbClr val="000000">
                    <a:alpha val="35000"/>
                  </a:srgbClr>
                </a:outerShdw>
              </a:effectLst>
            </p:spPr>
          </p:cxnSp>
          <p:cxnSp>
            <p:nvCxnSpPr>
              <p:cNvPr id="116" name="Connecteur droit 115">
                <a:extLst>
                  <a:ext uri="{FF2B5EF4-FFF2-40B4-BE49-F238E27FC236}">
                    <a16:creationId xmlns:a16="http://schemas.microsoft.com/office/drawing/2014/main" id="{50706134-9022-7E5C-9633-3AE66AF21CCE}"/>
                  </a:ext>
                </a:extLst>
              </p:cNvPr>
              <p:cNvCxnSpPr/>
              <p:nvPr/>
            </p:nvCxnSpPr>
            <p:spPr>
              <a:xfrm>
                <a:off x="6706163" y="3857870"/>
                <a:ext cx="72000" cy="0"/>
              </a:xfrm>
              <a:prstGeom prst="line">
                <a:avLst/>
              </a:prstGeom>
              <a:gradFill flip="none" rotWithShape="1">
                <a:gsLst>
                  <a:gs pos="0">
                    <a:srgbClr val="E6A500">
                      <a:lumMod val="40000"/>
                      <a:lumOff val="60000"/>
                      <a:tint val="66000"/>
                      <a:satMod val="160000"/>
                    </a:srgbClr>
                  </a:gs>
                  <a:gs pos="50000">
                    <a:srgbClr val="E6A500">
                      <a:lumMod val="40000"/>
                      <a:lumOff val="60000"/>
                      <a:tint val="44500"/>
                      <a:satMod val="160000"/>
                    </a:srgbClr>
                  </a:gs>
                  <a:gs pos="100000">
                    <a:srgbClr val="E6A500">
                      <a:lumMod val="40000"/>
                      <a:lumOff val="60000"/>
                      <a:tint val="23500"/>
                      <a:satMod val="160000"/>
                    </a:srgbClr>
                  </a:gs>
                </a:gsLst>
                <a:lin ang="5400000" scaled="1"/>
                <a:tileRect/>
              </a:gradFill>
              <a:ln w="12700" cap="flat" cmpd="sng" algn="ctr">
                <a:solidFill>
                  <a:schemeClr val="tx1"/>
                </a:solidFill>
                <a:prstDash val="solid"/>
              </a:ln>
              <a:effectLst>
                <a:outerShdw blurRad="40000" dist="23000" dir="5400000" rotWithShape="0">
                  <a:srgbClr val="000000">
                    <a:alpha val="35000"/>
                  </a:srgbClr>
                </a:outerShdw>
              </a:effectLst>
            </p:spPr>
          </p:cxnSp>
          <p:cxnSp>
            <p:nvCxnSpPr>
              <p:cNvPr id="117" name="Connecteur droit 116">
                <a:extLst>
                  <a:ext uri="{FF2B5EF4-FFF2-40B4-BE49-F238E27FC236}">
                    <a16:creationId xmlns:a16="http://schemas.microsoft.com/office/drawing/2014/main" id="{BB11D6A9-4A82-7563-834F-F4AE29520D51}"/>
                  </a:ext>
                </a:extLst>
              </p:cNvPr>
              <p:cNvCxnSpPr/>
              <p:nvPr/>
            </p:nvCxnSpPr>
            <p:spPr>
              <a:xfrm>
                <a:off x="6742163" y="3885769"/>
                <a:ext cx="36000" cy="0"/>
              </a:xfrm>
              <a:prstGeom prst="line">
                <a:avLst/>
              </a:prstGeom>
              <a:gradFill flip="none" rotWithShape="1">
                <a:gsLst>
                  <a:gs pos="0">
                    <a:srgbClr val="E6A500">
                      <a:lumMod val="40000"/>
                      <a:lumOff val="60000"/>
                      <a:tint val="66000"/>
                      <a:satMod val="160000"/>
                    </a:srgbClr>
                  </a:gs>
                  <a:gs pos="50000">
                    <a:srgbClr val="E6A500">
                      <a:lumMod val="40000"/>
                      <a:lumOff val="60000"/>
                      <a:tint val="44500"/>
                      <a:satMod val="160000"/>
                    </a:srgbClr>
                  </a:gs>
                  <a:gs pos="100000">
                    <a:srgbClr val="E6A500">
                      <a:lumMod val="40000"/>
                      <a:lumOff val="60000"/>
                      <a:tint val="23500"/>
                      <a:satMod val="160000"/>
                    </a:srgbClr>
                  </a:gs>
                </a:gsLst>
                <a:lin ang="5400000" scaled="1"/>
                <a:tileRect/>
              </a:gradFill>
              <a:ln w="12700" cap="flat" cmpd="sng" algn="ctr">
                <a:solidFill>
                  <a:schemeClr val="tx1"/>
                </a:solidFill>
                <a:prstDash val="solid"/>
              </a:ln>
              <a:effectLst>
                <a:outerShdw blurRad="40000" dist="23000" dir="5400000" rotWithShape="0">
                  <a:srgbClr val="000000">
                    <a:alpha val="35000"/>
                  </a:srgbClr>
                </a:outerShdw>
              </a:effectLst>
            </p:spPr>
          </p:cxnSp>
        </p:grpSp>
      </p:grpSp>
      <p:grpSp>
        <p:nvGrpSpPr>
          <p:cNvPr id="122" name="Groupe 121">
            <a:extLst>
              <a:ext uri="{FF2B5EF4-FFF2-40B4-BE49-F238E27FC236}">
                <a16:creationId xmlns:a16="http://schemas.microsoft.com/office/drawing/2014/main" id="{9CD7C85C-BA6E-932A-63FE-2E485AFA0716}"/>
              </a:ext>
            </a:extLst>
          </p:cNvPr>
          <p:cNvGrpSpPr/>
          <p:nvPr/>
        </p:nvGrpSpPr>
        <p:grpSpPr>
          <a:xfrm>
            <a:off x="4322340" y="3983539"/>
            <a:ext cx="290035" cy="175778"/>
            <a:chOff x="6662282" y="1972317"/>
            <a:chExt cx="1675266" cy="926414"/>
          </a:xfrm>
          <a:solidFill>
            <a:schemeClr val="bg1"/>
          </a:solidFill>
        </p:grpSpPr>
        <p:sp>
          <p:nvSpPr>
            <p:cNvPr id="124" name="Rectangle 123">
              <a:extLst>
                <a:ext uri="{FF2B5EF4-FFF2-40B4-BE49-F238E27FC236}">
                  <a16:creationId xmlns:a16="http://schemas.microsoft.com/office/drawing/2014/main" id="{0FD7ACC0-FAFD-3D9B-7C99-DE775E366B2A}"/>
                </a:ext>
              </a:extLst>
            </p:cNvPr>
            <p:cNvSpPr/>
            <p:nvPr/>
          </p:nvSpPr>
          <p:spPr>
            <a:xfrm>
              <a:off x="6662283" y="1974627"/>
              <a:ext cx="1675265" cy="920973"/>
            </a:xfrm>
            <a:prstGeom prst="rect">
              <a:avLst/>
            </a:prstGeom>
            <a:grpFill/>
            <a:ln w="12700" cap="flat" cmpd="sng" algn="ctr">
              <a:solidFill>
                <a:schemeClr val="tx1">
                  <a:lumMod val="50000"/>
                  <a:lumOff val="50000"/>
                </a:schemeClr>
              </a:solidFill>
              <a:prstDash val="solid"/>
            </a:ln>
            <a:effectLst>
              <a:outerShdw blurRad="40000" dist="23000" dir="5400000" rotWithShape="0">
                <a:srgbClr val="000000">
                  <a:alpha val="35000"/>
                </a:srgbClr>
              </a:outerShdw>
            </a:effectLst>
          </p:spPr>
          <p:txBody>
            <a:bodyPr rtlCol="0" anchor="ctr"/>
            <a:lstStyle/>
            <a:p>
              <a:pPr algn="ctr" defTabSz="685800">
                <a:defRPr/>
              </a:pPr>
              <a:endParaRPr lang="fr-FR" sz="2000" kern="0">
                <a:solidFill>
                  <a:prstClr val="white"/>
                </a:solidFill>
                <a:latin typeface="Trebuchet MS"/>
              </a:endParaRPr>
            </a:p>
          </p:txBody>
        </p:sp>
        <p:sp>
          <p:nvSpPr>
            <p:cNvPr id="125" name="Triangle isocèle 124">
              <a:extLst>
                <a:ext uri="{FF2B5EF4-FFF2-40B4-BE49-F238E27FC236}">
                  <a16:creationId xmlns:a16="http://schemas.microsoft.com/office/drawing/2014/main" id="{18587C16-702F-4C05-AAD8-BF4C0EC1F3DE}"/>
                </a:ext>
              </a:extLst>
            </p:cNvPr>
            <p:cNvSpPr/>
            <p:nvPr/>
          </p:nvSpPr>
          <p:spPr>
            <a:xfrm rot="10800000">
              <a:off x="6662282" y="1972317"/>
              <a:ext cx="1675265" cy="648000"/>
            </a:xfrm>
            <a:prstGeom prst="triangle">
              <a:avLst/>
            </a:prstGeom>
            <a:grpFill/>
            <a:ln w="12700" cap="flat" cmpd="sng" algn="ctr">
              <a:solidFill>
                <a:schemeClr val="tx1">
                  <a:lumMod val="50000"/>
                  <a:lumOff val="50000"/>
                </a:schemeClr>
              </a:solidFill>
              <a:prstDash val="solid"/>
            </a:ln>
            <a:effectLst/>
          </p:spPr>
          <p:txBody>
            <a:bodyPr rtlCol="0" anchor="ctr"/>
            <a:lstStyle/>
            <a:p>
              <a:pPr algn="ctr" defTabSz="685800">
                <a:defRPr/>
              </a:pPr>
              <a:endParaRPr lang="fr-FR" sz="2000" kern="0">
                <a:solidFill>
                  <a:prstClr val="white"/>
                </a:solidFill>
                <a:latin typeface="Trebuchet MS"/>
              </a:endParaRPr>
            </a:p>
          </p:txBody>
        </p:sp>
        <p:sp>
          <p:nvSpPr>
            <p:cNvPr id="126" name="Forme libre 91">
              <a:extLst>
                <a:ext uri="{FF2B5EF4-FFF2-40B4-BE49-F238E27FC236}">
                  <a16:creationId xmlns:a16="http://schemas.microsoft.com/office/drawing/2014/main" id="{7854A27E-960E-D38E-DE45-337145FCED86}"/>
                </a:ext>
              </a:extLst>
            </p:cNvPr>
            <p:cNvSpPr/>
            <p:nvPr/>
          </p:nvSpPr>
          <p:spPr>
            <a:xfrm>
              <a:off x="6662282" y="2435524"/>
              <a:ext cx="1675265" cy="463207"/>
            </a:xfrm>
            <a:custGeom>
              <a:avLst/>
              <a:gdLst>
                <a:gd name="connsiteX0" fmla="*/ 1076504 w 1675265"/>
                <a:gd name="connsiteY0" fmla="*/ 0 h 463207"/>
                <a:gd name="connsiteX1" fmla="*/ 1675265 w 1675265"/>
                <a:gd name="connsiteY1" fmla="*/ 463207 h 463207"/>
                <a:gd name="connsiteX2" fmla="*/ 0 w 1675265"/>
                <a:gd name="connsiteY2" fmla="*/ 463207 h 463207"/>
                <a:gd name="connsiteX3" fmla="*/ 598761 w 1675265"/>
                <a:gd name="connsiteY3" fmla="*/ 1 h 463207"/>
                <a:gd name="connsiteX4" fmla="*/ 837632 w 1675265"/>
                <a:gd name="connsiteY4" fmla="*/ 184794 h 463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265" h="463207">
                  <a:moveTo>
                    <a:pt x="1076504" y="0"/>
                  </a:moveTo>
                  <a:lnTo>
                    <a:pt x="1675265" y="463207"/>
                  </a:lnTo>
                  <a:lnTo>
                    <a:pt x="0" y="463207"/>
                  </a:lnTo>
                  <a:lnTo>
                    <a:pt x="598761" y="1"/>
                  </a:lnTo>
                  <a:lnTo>
                    <a:pt x="837632" y="184794"/>
                  </a:lnTo>
                  <a:close/>
                </a:path>
              </a:pathLst>
            </a:custGeom>
            <a:grpFill/>
            <a:ln w="12700" cap="flat" cmpd="sng" algn="ctr">
              <a:solidFill>
                <a:schemeClr val="tx1">
                  <a:lumMod val="50000"/>
                  <a:lumOff val="50000"/>
                </a:schemeClr>
              </a:solidFill>
              <a:prstDash val="solid"/>
            </a:ln>
            <a:effectLst/>
          </p:spPr>
          <p:txBody>
            <a:bodyPr rtlCol="0" anchor="ctr"/>
            <a:lstStyle/>
            <a:p>
              <a:pPr algn="ctr" defTabSz="685800">
                <a:defRPr/>
              </a:pPr>
              <a:endParaRPr lang="fr-FR" sz="2000" kern="0">
                <a:solidFill>
                  <a:prstClr val="white"/>
                </a:solidFill>
                <a:latin typeface="Trebuchet MS"/>
              </a:endParaRPr>
            </a:p>
          </p:txBody>
        </p:sp>
      </p:grpSp>
      <p:sp>
        <p:nvSpPr>
          <p:cNvPr id="123" name="ZoneTexte 122">
            <a:extLst>
              <a:ext uri="{FF2B5EF4-FFF2-40B4-BE49-F238E27FC236}">
                <a16:creationId xmlns:a16="http://schemas.microsoft.com/office/drawing/2014/main" id="{99181084-00EC-2BF0-822E-E8AA5BACC026}"/>
              </a:ext>
            </a:extLst>
          </p:cNvPr>
          <p:cNvSpPr txBox="1"/>
          <p:nvPr/>
        </p:nvSpPr>
        <p:spPr>
          <a:xfrm>
            <a:off x="4518228" y="4021029"/>
            <a:ext cx="84960" cy="153888"/>
          </a:xfrm>
          <a:prstGeom prst="rect">
            <a:avLst/>
          </a:prstGeom>
          <a:noFill/>
        </p:spPr>
        <p:txBody>
          <a:bodyPr wrap="none" lIns="0" tIns="0" rIns="0" bIns="0" rtlCol="0">
            <a:spAutoFit/>
          </a:bodyPr>
          <a:lstStyle/>
          <a:p>
            <a:pPr defTabSz="685800">
              <a:defRPr/>
            </a:pPr>
            <a:r>
              <a:rPr lang="fr-FR" sz="1000" i="1" kern="0" dirty="0">
                <a:solidFill>
                  <a:prstClr val="black">
                    <a:lumMod val="75000"/>
                    <a:lumOff val="25000"/>
                  </a:prstClr>
                </a:solidFill>
              </a:rPr>
              <a:t>B</a:t>
            </a:r>
          </a:p>
        </p:txBody>
      </p:sp>
      <p:grpSp>
        <p:nvGrpSpPr>
          <p:cNvPr id="128" name="Groupe 127">
            <a:extLst>
              <a:ext uri="{FF2B5EF4-FFF2-40B4-BE49-F238E27FC236}">
                <a16:creationId xmlns:a16="http://schemas.microsoft.com/office/drawing/2014/main" id="{22250FB2-378F-9F72-4837-9AD382B8EC04}"/>
              </a:ext>
            </a:extLst>
          </p:cNvPr>
          <p:cNvGrpSpPr/>
          <p:nvPr/>
        </p:nvGrpSpPr>
        <p:grpSpPr>
          <a:xfrm>
            <a:off x="4309097" y="5093915"/>
            <a:ext cx="290036" cy="175778"/>
            <a:chOff x="6662282" y="1972317"/>
            <a:chExt cx="1675266" cy="926414"/>
          </a:xfrm>
          <a:solidFill>
            <a:schemeClr val="bg1"/>
          </a:solidFill>
        </p:grpSpPr>
        <p:sp>
          <p:nvSpPr>
            <p:cNvPr id="130" name="Rectangle 129">
              <a:extLst>
                <a:ext uri="{FF2B5EF4-FFF2-40B4-BE49-F238E27FC236}">
                  <a16:creationId xmlns:a16="http://schemas.microsoft.com/office/drawing/2014/main" id="{101DF139-CAC7-461C-FA54-80996372B442}"/>
                </a:ext>
              </a:extLst>
            </p:cNvPr>
            <p:cNvSpPr/>
            <p:nvPr/>
          </p:nvSpPr>
          <p:spPr>
            <a:xfrm>
              <a:off x="6662283" y="1974627"/>
              <a:ext cx="1675265" cy="920973"/>
            </a:xfrm>
            <a:prstGeom prst="rect">
              <a:avLst/>
            </a:prstGeom>
            <a:grpFill/>
            <a:ln w="12700" cap="flat" cmpd="sng" algn="ctr">
              <a:solidFill>
                <a:schemeClr val="tx1">
                  <a:lumMod val="50000"/>
                  <a:lumOff val="50000"/>
                </a:schemeClr>
              </a:solidFill>
              <a:prstDash val="solid"/>
            </a:ln>
            <a:effectLst>
              <a:outerShdw blurRad="40000" dist="23000" dir="5400000" rotWithShape="0">
                <a:srgbClr val="000000">
                  <a:alpha val="35000"/>
                </a:srgbClr>
              </a:outerShdw>
            </a:effectLst>
          </p:spPr>
          <p:txBody>
            <a:bodyPr rtlCol="0" anchor="ctr"/>
            <a:lstStyle/>
            <a:p>
              <a:pPr algn="ctr" defTabSz="685800">
                <a:defRPr/>
              </a:pPr>
              <a:endParaRPr lang="fr-FR" sz="2000" kern="0">
                <a:solidFill>
                  <a:prstClr val="white"/>
                </a:solidFill>
                <a:latin typeface="Trebuchet MS"/>
              </a:endParaRPr>
            </a:p>
          </p:txBody>
        </p:sp>
        <p:sp>
          <p:nvSpPr>
            <p:cNvPr id="131" name="Triangle isocèle 130">
              <a:extLst>
                <a:ext uri="{FF2B5EF4-FFF2-40B4-BE49-F238E27FC236}">
                  <a16:creationId xmlns:a16="http://schemas.microsoft.com/office/drawing/2014/main" id="{5B3B31B8-954D-61B9-EBFE-65D7B63134EC}"/>
                </a:ext>
              </a:extLst>
            </p:cNvPr>
            <p:cNvSpPr/>
            <p:nvPr/>
          </p:nvSpPr>
          <p:spPr>
            <a:xfrm rot="10800000">
              <a:off x="6662282" y="1972317"/>
              <a:ext cx="1675265" cy="648000"/>
            </a:xfrm>
            <a:prstGeom prst="triangle">
              <a:avLst/>
            </a:prstGeom>
            <a:grpFill/>
            <a:ln w="12700" cap="flat" cmpd="sng" algn="ctr">
              <a:solidFill>
                <a:schemeClr val="tx1">
                  <a:lumMod val="50000"/>
                  <a:lumOff val="50000"/>
                </a:schemeClr>
              </a:solidFill>
              <a:prstDash val="solid"/>
            </a:ln>
            <a:effectLst/>
          </p:spPr>
          <p:txBody>
            <a:bodyPr rtlCol="0" anchor="ctr"/>
            <a:lstStyle/>
            <a:p>
              <a:pPr algn="ctr" defTabSz="685800">
                <a:defRPr/>
              </a:pPr>
              <a:endParaRPr lang="fr-FR" sz="2000" kern="0">
                <a:solidFill>
                  <a:prstClr val="white"/>
                </a:solidFill>
                <a:latin typeface="Trebuchet MS"/>
              </a:endParaRPr>
            </a:p>
          </p:txBody>
        </p:sp>
        <p:sp>
          <p:nvSpPr>
            <p:cNvPr id="132" name="Forme libre 107">
              <a:extLst>
                <a:ext uri="{FF2B5EF4-FFF2-40B4-BE49-F238E27FC236}">
                  <a16:creationId xmlns:a16="http://schemas.microsoft.com/office/drawing/2014/main" id="{EFB50FA2-57B9-9446-282A-F4B64C1D9623}"/>
                </a:ext>
              </a:extLst>
            </p:cNvPr>
            <p:cNvSpPr/>
            <p:nvPr/>
          </p:nvSpPr>
          <p:spPr>
            <a:xfrm>
              <a:off x="6662282" y="2435524"/>
              <a:ext cx="1675265" cy="463207"/>
            </a:xfrm>
            <a:custGeom>
              <a:avLst/>
              <a:gdLst>
                <a:gd name="connsiteX0" fmla="*/ 1076504 w 1675265"/>
                <a:gd name="connsiteY0" fmla="*/ 0 h 463207"/>
                <a:gd name="connsiteX1" fmla="*/ 1675265 w 1675265"/>
                <a:gd name="connsiteY1" fmla="*/ 463207 h 463207"/>
                <a:gd name="connsiteX2" fmla="*/ 0 w 1675265"/>
                <a:gd name="connsiteY2" fmla="*/ 463207 h 463207"/>
                <a:gd name="connsiteX3" fmla="*/ 598761 w 1675265"/>
                <a:gd name="connsiteY3" fmla="*/ 1 h 463207"/>
                <a:gd name="connsiteX4" fmla="*/ 837632 w 1675265"/>
                <a:gd name="connsiteY4" fmla="*/ 184794 h 463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265" h="463207">
                  <a:moveTo>
                    <a:pt x="1076504" y="0"/>
                  </a:moveTo>
                  <a:lnTo>
                    <a:pt x="1675265" y="463207"/>
                  </a:lnTo>
                  <a:lnTo>
                    <a:pt x="0" y="463207"/>
                  </a:lnTo>
                  <a:lnTo>
                    <a:pt x="598761" y="1"/>
                  </a:lnTo>
                  <a:lnTo>
                    <a:pt x="837632" y="184794"/>
                  </a:lnTo>
                  <a:close/>
                </a:path>
              </a:pathLst>
            </a:custGeom>
            <a:grpFill/>
            <a:ln w="12700" cap="flat" cmpd="sng" algn="ctr">
              <a:solidFill>
                <a:schemeClr val="tx1">
                  <a:lumMod val="50000"/>
                  <a:lumOff val="50000"/>
                </a:schemeClr>
              </a:solidFill>
              <a:prstDash val="solid"/>
            </a:ln>
            <a:effectLst/>
          </p:spPr>
          <p:txBody>
            <a:bodyPr rtlCol="0" anchor="ctr"/>
            <a:lstStyle/>
            <a:p>
              <a:pPr algn="ctr" defTabSz="685800">
                <a:defRPr/>
              </a:pPr>
              <a:endParaRPr lang="fr-FR" sz="2000" kern="0">
                <a:solidFill>
                  <a:prstClr val="white"/>
                </a:solidFill>
                <a:latin typeface="Trebuchet MS"/>
              </a:endParaRPr>
            </a:p>
          </p:txBody>
        </p:sp>
      </p:grpSp>
      <p:sp>
        <p:nvSpPr>
          <p:cNvPr id="129" name="ZoneTexte 128">
            <a:extLst>
              <a:ext uri="{FF2B5EF4-FFF2-40B4-BE49-F238E27FC236}">
                <a16:creationId xmlns:a16="http://schemas.microsoft.com/office/drawing/2014/main" id="{2F243D40-05B5-AB9A-1F6E-912A87F90256}"/>
              </a:ext>
            </a:extLst>
          </p:cNvPr>
          <p:cNvSpPr txBox="1"/>
          <p:nvPr/>
        </p:nvSpPr>
        <p:spPr>
          <a:xfrm>
            <a:off x="4521441" y="5131405"/>
            <a:ext cx="92974" cy="153888"/>
          </a:xfrm>
          <a:prstGeom prst="rect">
            <a:avLst/>
          </a:prstGeom>
          <a:noFill/>
          <a:ln>
            <a:noFill/>
          </a:ln>
        </p:spPr>
        <p:txBody>
          <a:bodyPr wrap="none" lIns="0" tIns="0" rIns="0" bIns="0" rtlCol="0">
            <a:spAutoFit/>
          </a:bodyPr>
          <a:lstStyle/>
          <a:p>
            <a:pPr defTabSz="685800">
              <a:defRPr/>
            </a:pPr>
            <a:r>
              <a:rPr lang="fr-FR" sz="1000" i="1" kern="0" dirty="0">
                <a:solidFill>
                  <a:prstClr val="black">
                    <a:lumMod val="75000"/>
                    <a:lumOff val="25000"/>
                  </a:prstClr>
                </a:solidFill>
              </a:rPr>
              <a:t>C</a:t>
            </a:r>
          </a:p>
        </p:txBody>
      </p:sp>
      <p:sp>
        <p:nvSpPr>
          <p:cNvPr id="133" name="Ellipse 132">
            <a:extLst>
              <a:ext uri="{FF2B5EF4-FFF2-40B4-BE49-F238E27FC236}">
                <a16:creationId xmlns:a16="http://schemas.microsoft.com/office/drawing/2014/main" id="{A0F58EFC-4D59-E423-10AC-3EB00BCCCC67}"/>
              </a:ext>
            </a:extLst>
          </p:cNvPr>
          <p:cNvSpPr/>
          <p:nvPr/>
        </p:nvSpPr>
        <p:spPr>
          <a:xfrm>
            <a:off x="4203695" y="4189241"/>
            <a:ext cx="219724" cy="21972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cxnSp>
        <p:nvCxnSpPr>
          <p:cNvPr id="134" name="Connecteur droit avec flèche 133">
            <a:extLst>
              <a:ext uri="{FF2B5EF4-FFF2-40B4-BE49-F238E27FC236}">
                <a16:creationId xmlns:a16="http://schemas.microsoft.com/office/drawing/2014/main" id="{C713C36D-1AFA-0D98-C9E9-82B1D8B2C592}"/>
              </a:ext>
            </a:extLst>
          </p:cNvPr>
          <p:cNvCxnSpPr>
            <a:cxnSpLocks/>
          </p:cNvCxnSpPr>
          <p:nvPr/>
        </p:nvCxnSpPr>
        <p:spPr>
          <a:xfrm flipH="1">
            <a:off x="4423419" y="4310213"/>
            <a:ext cx="180127" cy="0"/>
          </a:xfrm>
          <a:prstGeom prst="straightConnector1">
            <a:avLst/>
          </a:prstGeom>
          <a:noFill/>
          <a:ln w="19050" cap="flat" cmpd="sng" algn="ctr">
            <a:solidFill>
              <a:srgbClr val="002B41"/>
            </a:solidFill>
            <a:prstDash val="solid"/>
            <a:headEnd type="none" w="med" len="med"/>
            <a:tailEnd type="none" w="med" len="med"/>
          </a:ln>
          <a:effectLst/>
        </p:spPr>
      </p:cxnSp>
      <p:sp>
        <p:nvSpPr>
          <p:cNvPr id="135" name="Ellipse 134">
            <a:extLst>
              <a:ext uri="{FF2B5EF4-FFF2-40B4-BE49-F238E27FC236}">
                <a16:creationId xmlns:a16="http://schemas.microsoft.com/office/drawing/2014/main" id="{05631E0D-FC3C-71B8-84C1-80D4B5A6E59A}"/>
              </a:ext>
            </a:extLst>
          </p:cNvPr>
          <p:cNvSpPr/>
          <p:nvPr/>
        </p:nvSpPr>
        <p:spPr>
          <a:xfrm>
            <a:off x="4203695" y="5332481"/>
            <a:ext cx="219724" cy="21972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cxnSp>
        <p:nvCxnSpPr>
          <p:cNvPr id="136" name="Connecteur droit avec flèche 135">
            <a:extLst>
              <a:ext uri="{FF2B5EF4-FFF2-40B4-BE49-F238E27FC236}">
                <a16:creationId xmlns:a16="http://schemas.microsoft.com/office/drawing/2014/main" id="{23BBCAB5-BCCB-03AF-49AD-E4D0D84D031C}"/>
              </a:ext>
            </a:extLst>
          </p:cNvPr>
          <p:cNvCxnSpPr>
            <a:cxnSpLocks/>
            <a:stCxn id="110" idx="1"/>
            <a:endCxn id="135" idx="6"/>
          </p:cNvCxnSpPr>
          <p:nvPr/>
        </p:nvCxnSpPr>
        <p:spPr>
          <a:xfrm flipH="1">
            <a:off x="4423419" y="5436733"/>
            <a:ext cx="180000" cy="0"/>
          </a:xfrm>
          <a:prstGeom prst="straightConnector1">
            <a:avLst/>
          </a:prstGeom>
          <a:noFill/>
          <a:ln w="19050" cap="flat" cmpd="sng" algn="ctr">
            <a:solidFill>
              <a:srgbClr val="002B41"/>
            </a:solidFill>
            <a:prstDash val="solid"/>
            <a:headEnd type="none" w="med" len="med"/>
            <a:tailEnd type="none" w="med" len="med"/>
          </a:ln>
          <a:effectLst/>
        </p:spPr>
      </p:cxnSp>
      <p:sp>
        <p:nvSpPr>
          <p:cNvPr id="137" name="Arc 136">
            <a:extLst>
              <a:ext uri="{FF2B5EF4-FFF2-40B4-BE49-F238E27FC236}">
                <a16:creationId xmlns:a16="http://schemas.microsoft.com/office/drawing/2014/main" id="{39E98B7D-7E00-D745-0970-AC7A8B7F01C8}"/>
              </a:ext>
            </a:extLst>
          </p:cNvPr>
          <p:cNvSpPr/>
          <p:nvPr/>
        </p:nvSpPr>
        <p:spPr>
          <a:xfrm rot="16200000">
            <a:off x="4118559" y="5311607"/>
            <a:ext cx="338374" cy="263668"/>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sp>
        <p:nvSpPr>
          <p:cNvPr id="138" name="Arc 137">
            <a:extLst>
              <a:ext uri="{FF2B5EF4-FFF2-40B4-BE49-F238E27FC236}">
                <a16:creationId xmlns:a16="http://schemas.microsoft.com/office/drawing/2014/main" id="{63FA2771-D1C4-6DC1-914B-B0FAAAAB56CD}"/>
              </a:ext>
            </a:extLst>
          </p:cNvPr>
          <p:cNvSpPr/>
          <p:nvPr/>
        </p:nvSpPr>
        <p:spPr>
          <a:xfrm rot="16200000">
            <a:off x="4118559" y="4176231"/>
            <a:ext cx="338374" cy="263668"/>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cxnSp>
        <p:nvCxnSpPr>
          <p:cNvPr id="139" name="Connecteur droit avec flèche 298">
            <a:extLst>
              <a:ext uri="{FF2B5EF4-FFF2-40B4-BE49-F238E27FC236}">
                <a16:creationId xmlns:a16="http://schemas.microsoft.com/office/drawing/2014/main" id="{EFCC46AA-CDCF-5B16-3F58-6DFFBC5AA014}"/>
              </a:ext>
            </a:extLst>
          </p:cNvPr>
          <p:cNvCxnSpPr>
            <a:cxnSpLocks/>
          </p:cNvCxnSpPr>
          <p:nvPr/>
        </p:nvCxnSpPr>
        <p:spPr>
          <a:xfrm rot="10800000">
            <a:off x="3751658" y="4879224"/>
            <a:ext cx="435052" cy="571281"/>
          </a:xfrm>
          <a:prstGeom prst="bentConnector3">
            <a:avLst>
              <a:gd name="adj1" fmla="val 50000"/>
            </a:avLst>
          </a:prstGeom>
          <a:noFill/>
          <a:ln w="19050" cap="flat" cmpd="sng" algn="ctr">
            <a:solidFill>
              <a:srgbClr val="002B41"/>
            </a:solidFill>
            <a:prstDash val="solid"/>
            <a:headEnd type="none" w="med" len="med"/>
            <a:tailEnd type="none" w="med" len="med"/>
          </a:ln>
          <a:effectLst/>
        </p:spPr>
      </p:cxnSp>
      <p:cxnSp>
        <p:nvCxnSpPr>
          <p:cNvPr id="140" name="Connecteur droit avec flèche 298">
            <a:extLst>
              <a:ext uri="{FF2B5EF4-FFF2-40B4-BE49-F238E27FC236}">
                <a16:creationId xmlns:a16="http://schemas.microsoft.com/office/drawing/2014/main" id="{54FA8B37-55D6-A9F0-BE2E-4288940A2F02}"/>
              </a:ext>
            </a:extLst>
          </p:cNvPr>
          <p:cNvCxnSpPr>
            <a:cxnSpLocks/>
          </p:cNvCxnSpPr>
          <p:nvPr/>
        </p:nvCxnSpPr>
        <p:spPr>
          <a:xfrm rot="10800000" flipV="1">
            <a:off x="3751645" y="4307701"/>
            <a:ext cx="435052" cy="571281"/>
          </a:xfrm>
          <a:prstGeom prst="bentConnector3">
            <a:avLst>
              <a:gd name="adj1" fmla="val 50000"/>
            </a:avLst>
          </a:prstGeom>
          <a:noFill/>
          <a:ln w="19050" cap="flat" cmpd="sng" algn="ctr">
            <a:solidFill>
              <a:srgbClr val="002B41"/>
            </a:solidFill>
            <a:prstDash val="solid"/>
            <a:headEnd type="none" w="med" len="med"/>
            <a:tailEnd type="none" w="med" len="med"/>
          </a:ln>
          <a:effectLst/>
        </p:spPr>
      </p:cxnSp>
      <p:sp>
        <p:nvSpPr>
          <p:cNvPr id="142" name="Ellipse 141">
            <a:extLst>
              <a:ext uri="{FF2B5EF4-FFF2-40B4-BE49-F238E27FC236}">
                <a16:creationId xmlns:a16="http://schemas.microsoft.com/office/drawing/2014/main" id="{F7EA8BD5-AC7C-0E0F-B64E-908AD0CCB36C}"/>
              </a:ext>
            </a:extLst>
          </p:cNvPr>
          <p:cNvSpPr/>
          <p:nvPr/>
        </p:nvSpPr>
        <p:spPr>
          <a:xfrm>
            <a:off x="7027197" y="2043337"/>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143" name="Ellipse 142">
            <a:extLst>
              <a:ext uri="{FF2B5EF4-FFF2-40B4-BE49-F238E27FC236}">
                <a16:creationId xmlns:a16="http://schemas.microsoft.com/office/drawing/2014/main" id="{F9DD6BC4-E134-BEE7-2164-F6DAEC5AA17B}"/>
              </a:ext>
            </a:extLst>
          </p:cNvPr>
          <p:cNvSpPr/>
          <p:nvPr/>
        </p:nvSpPr>
        <p:spPr>
          <a:xfrm>
            <a:off x="7027197" y="1586803"/>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5" name="Rectangle 4">
            <a:extLst>
              <a:ext uri="{FF2B5EF4-FFF2-40B4-BE49-F238E27FC236}">
                <a16:creationId xmlns:a16="http://schemas.microsoft.com/office/drawing/2014/main" id="{8FC009DB-A178-E9CA-6311-5DAFC69AC211}"/>
              </a:ext>
            </a:extLst>
          </p:cNvPr>
          <p:cNvSpPr/>
          <p:nvPr/>
        </p:nvSpPr>
        <p:spPr>
          <a:xfrm>
            <a:off x="596899" y="3793866"/>
            <a:ext cx="5994400" cy="2387600"/>
          </a:xfrm>
          <a:prstGeom prst="rect">
            <a:avLst/>
          </a:prstGeom>
          <a:noFill/>
          <a:ln w="28575">
            <a:solidFill>
              <a:srgbClr val="FF6F2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26" name="Picture 2">
            <a:extLst>
              <a:ext uri="{FF2B5EF4-FFF2-40B4-BE49-F238E27FC236}">
                <a16:creationId xmlns:a16="http://schemas.microsoft.com/office/drawing/2014/main" id="{42D80D59-B960-6624-C149-A3F515D142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686" y="3862576"/>
            <a:ext cx="751592" cy="385778"/>
          </a:xfrm>
          <a:prstGeom prst="rect">
            <a:avLst/>
          </a:prstGeom>
          <a:noFill/>
          <a:extLst>
            <a:ext uri="{909E8E84-426E-40DD-AFC4-6F175D3DCCD1}">
              <a14:hiddenFill xmlns:a14="http://schemas.microsoft.com/office/drawing/2010/main">
                <a:solidFill>
                  <a:srgbClr val="FFFFFF"/>
                </a:solidFill>
              </a14:hiddenFill>
            </a:ext>
          </a:extLst>
        </p:spPr>
      </p:pic>
      <p:sp>
        <p:nvSpPr>
          <p:cNvPr id="21" name="ZoneTexte 20">
            <a:extLst>
              <a:ext uri="{FF2B5EF4-FFF2-40B4-BE49-F238E27FC236}">
                <a16:creationId xmlns:a16="http://schemas.microsoft.com/office/drawing/2014/main" id="{304DAC93-EDA1-995C-A5ED-7A5616B18628}"/>
              </a:ext>
            </a:extLst>
          </p:cNvPr>
          <p:cNvSpPr txBox="1"/>
          <p:nvPr/>
        </p:nvSpPr>
        <p:spPr>
          <a:xfrm>
            <a:off x="7175297" y="1243579"/>
            <a:ext cx="1452189"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Déroulé</a:t>
            </a:r>
          </a:p>
        </p:txBody>
      </p:sp>
      <p:sp>
        <p:nvSpPr>
          <p:cNvPr id="4" name="Rectangle 3">
            <a:extLst>
              <a:ext uri="{FF2B5EF4-FFF2-40B4-BE49-F238E27FC236}">
                <a16:creationId xmlns:a16="http://schemas.microsoft.com/office/drawing/2014/main" id="{DD6B719D-0BFB-46D3-6141-30E0AA6589B5}"/>
              </a:ext>
            </a:extLst>
          </p:cNvPr>
          <p:cNvSpPr/>
          <p:nvPr/>
        </p:nvSpPr>
        <p:spPr>
          <a:xfrm>
            <a:off x="6881876" y="4444254"/>
            <a:ext cx="2437617" cy="2115166"/>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108000" bIns="34290" numCol="1" spcCol="0" rtlCol="0" fromWordArt="0" anchor="t" anchorCtr="0" forceAA="0" compatLnSpc="1">
            <a:prstTxWarp prst="textNoShape">
              <a:avLst/>
            </a:prstTxWarp>
            <a:noAutofit/>
          </a:bodyPr>
          <a:lstStyle/>
          <a:p>
            <a:pPr marL="184150" indent="-184150">
              <a:spcBef>
                <a:spcPts val="900"/>
              </a:spcBef>
              <a:buClr>
                <a:schemeClr val="tx2"/>
              </a:buClr>
              <a:buFont typeface="Arial" panose="020B0604020202020204" pitchFamily="34" charset="0"/>
              <a:buChar char="•"/>
            </a:pPr>
            <a:r>
              <a:rPr lang="fr-FR" sz="1200" dirty="0">
                <a:solidFill>
                  <a:schemeClr val="tx1"/>
                </a:solidFill>
              </a:rPr>
              <a:t>Découplage entre Emetteurs et récepteurs (abonnés)</a:t>
            </a:r>
          </a:p>
          <a:p>
            <a:pPr marL="184150" indent="-184150">
              <a:spcBef>
                <a:spcPts val="900"/>
              </a:spcBef>
              <a:buClr>
                <a:schemeClr val="tx2"/>
              </a:buClr>
              <a:buFont typeface="Arial" panose="020B0604020202020204" pitchFamily="34" charset="0"/>
              <a:buChar char="•"/>
            </a:pPr>
            <a:r>
              <a:rPr lang="fr-FR" sz="1200" dirty="0">
                <a:solidFill>
                  <a:schemeClr val="tx1"/>
                </a:solidFill>
              </a:rPr>
              <a:t>Mode asynchrone avec des acquittements « locaux »</a:t>
            </a:r>
          </a:p>
          <a:p>
            <a:pPr marL="184150" indent="-184150">
              <a:spcBef>
                <a:spcPts val="900"/>
              </a:spcBef>
              <a:buClr>
                <a:schemeClr val="tx2"/>
              </a:buClr>
              <a:buFont typeface="Arial" panose="020B0604020202020204" pitchFamily="34" charset="0"/>
              <a:buChar char="•"/>
            </a:pPr>
            <a:r>
              <a:rPr lang="fr-FR" sz="1200" dirty="0">
                <a:solidFill>
                  <a:schemeClr val="tx1"/>
                </a:solidFill>
              </a:rPr>
              <a:t>Garantie de la distribution et de la consommation par l’abonné</a:t>
            </a:r>
          </a:p>
        </p:txBody>
      </p:sp>
      <p:sp>
        <p:nvSpPr>
          <p:cNvPr id="6" name="ZoneTexte 5">
            <a:extLst>
              <a:ext uri="{FF2B5EF4-FFF2-40B4-BE49-F238E27FC236}">
                <a16:creationId xmlns:a16="http://schemas.microsoft.com/office/drawing/2014/main" id="{F82B85FF-3AB5-4421-B64B-EA79C3E93564}"/>
              </a:ext>
            </a:extLst>
          </p:cNvPr>
          <p:cNvSpPr txBox="1"/>
          <p:nvPr/>
        </p:nvSpPr>
        <p:spPr>
          <a:xfrm>
            <a:off x="6965637" y="4348119"/>
            <a:ext cx="1452189"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Avantages</a:t>
            </a:r>
          </a:p>
        </p:txBody>
      </p:sp>
      <p:sp>
        <p:nvSpPr>
          <p:cNvPr id="7" name="Rectangle 6">
            <a:extLst>
              <a:ext uri="{FF2B5EF4-FFF2-40B4-BE49-F238E27FC236}">
                <a16:creationId xmlns:a16="http://schemas.microsoft.com/office/drawing/2014/main" id="{37FB36BD-9814-6AD4-95B9-61DB042EDB76}"/>
              </a:ext>
            </a:extLst>
          </p:cNvPr>
          <p:cNvSpPr/>
          <p:nvPr/>
        </p:nvSpPr>
        <p:spPr>
          <a:xfrm>
            <a:off x="9498047" y="4444253"/>
            <a:ext cx="2506110" cy="2115167"/>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108000" bIns="34290" numCol="1" spcCol="0" rtlCol="0" fromWordArt="0" anchor="t" anchorCtr="0" forceAA="0" compatLnSpc="1">
            <a:prstTxWarp prst="textNoShape">
              <a:avLst/>
            </a:prstTxWarp>
            <a:noAutofit/>
          </a:bodyPr>
          <a:lstStyle/>
          <a:p>
            <a:pPr marL="184150" indent="-184150">
              <a:spcBef>
                <a:spcPts val="900"/>
              </a:spcBef>
              <a:buClr>
                <a:schemeClr val="tx2"/>
              </a:buClr>
              <a:buFont typeface="Arial" panose="020B0604020202020204" pitchFamily="34" charset="0"/>
              <a:buChar char="•"/>
            </a:pPr>
            <a:r>
              <a:rPr lang="fr-FR" sz="1200" dirty="0">
                <a:solidFill>
                  <a:schemeClr val="tx1"/>
                </a:solidFill>
              </a:rPr>
              <a:t>Nécessité de définir le périmètre de responsabilité de l’ESB vs Emetteur / Consommateur </a:t>
            </a:r>
          </a:p>
          <a:p>
            <a:pPr marL="184150">
              <a:buClr>
                <a:schemeClr val="tx2"/>
              </a:buClr>
            </a:pPr>
            <a:r>
              <a:rPr lang="fr-FR" sz="1000" i="1" dirty="0">
                <a:solidFill>
                  <a:schemeClr val="tx1"/>
                </a:solidFill>
              </a:rPr>
              <a:t>Remarque: Qui est responsable du 1/2 flux?</a:t>
            </a:r>
          </a:p>
          <a:p>
            <a:pPr marL="184150" indent="-184150">
              <a:spcBef>
                <a:spcPts val="900"/>
              </a:spcBef>
              <a:buClr>
                <a:schemeClr val="tx2"/>
              </a:buClr>
              <a:buFont typeface="Arial" panose="020B0604020202020204" pitchFamily="34" charset="0"/>
              <a:buChar char="•"/>
            </a:pPr>
            <a:r>
              <a:rPr lang="fr-FR" sz="1200" dirty="0">
                <a:solidFill>
                  <a:schemeClr val="tx1"/>
                </a:solidFill>
              </a:rPr>
              <a:t>La définition de la granularité du Pivot</a:t>
            </a:r>
          </a:p>
          <a:p>
            <a:pPr marL="184150">
              <a:buClr>
                <a:schemeClr val="tx2"/>
              </a:buClr>
            </a:pPr>
            <a:r>
              <a:rPr lang="fr-FR" sz="1000" i="1" dirty="0">
                <a:solidFill>
                  <a:schemeClr val="tx1"/>
                </a:solidFill>
              </a:rPr>
              <a:t>Remarque: Le pivot doit être </a:t>
            </a:r>
            <a:r>
              <a:rPr lang="fr-FR" sz="1000" i="1" dirty="0" err="1">
                <a:solidFill>
                  <a:schemeClr val="tx1"/>
                </a:solidFill>
              </a:rPr>
              <a:t>auto-porteur</a:t>
            </a:r>
            <a:r>
              <a:rPr lang="fr-FR" sz="1000" i="1" dirty="0">
                <a:solidFill>
                  <a:schemeClr val="tx1"/>
                </a:solidFill>
              </a:rPr>
              <a:t> vis-à-vis des abonnés</a:t>
            </a:r>
          </a:p>
        </p:txBody>
      </p:sp>
      <p:sp>
        <p:nvSpPr>
          <p:cNvPr id="8" name="ZoneTexte 7">
            <a:extLst>
              <a:ext uri="{FF2B5EF4-FFF2-40B4-BE49-F238E27FC236}">
                <a16:creationId xmlns:a16="http://schemas.microsoft.com/office/drawing/2014/main" id="{A388AE36-103D-CC67-E02F-EE6D75594643}"/>
              </a:ext>
            </a:extLst>
          </p:cNvPr>
          <p:cNvSpPr txBox="1"/>
          <p:nvPr/>
        </p:nvSpPr>
        <p:spPr>
          <a:xfrm>
            <a:off x="9646986" y="4348119"/>
            <a:ext cx="1926343"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Inconvénients</a:t>
            </a:r>
          </a:p>
        </p:txBody>
      </p:sp>
      <p:sp>
        <p:nvSpPr>
          <p:cNvPr id="10" name="ZoneTexte 9">
            <a:extLst>
              <a:ext uri="{FF2B5EF4-FFF2-40B4-BE49-F238E27FC236}">
                <a16:creationId xmlns:a16="http://schemas.microsoft.com/office/drawing/2014/main" id="{0B304324-19C7-C26A-1392-F2F3ACE95211}"/>
              </a:ext>
            </a:extLst>
          </p:cNvPr>
          <p:cNvSpPr txBox="1"/>
          <p:nvPr/>
        </p:nvSpPr>
        <p:spPr>
          <a:xfrm>
            <a:off x="4008137" y="4382263"/>
            <a:ext cx="570953" cy="253916"/>
          </a:xfrm>
          <a:prstGeom prst="rect">
            <a:avLst/>
          </a:prstGeom>
          <a:noFill/>
        </p:spPr>
        <p:txBody>
          <a:bodyPr wrap="square" rtlCol="0">
            <a:spAutoFit/>
          </a:bodyPr>
          <a:lstStyle/>
          <a:p>
            <a:pPr algn="ctr" defTabSz="685800">
              <a:defRPr/>
            </a:pPr>
            <a:r>
              <a:rPr lang="fr-FR" sz="1050" kern="0">
                <a:solidFill>
                  <a:prstClr val="black"/>
                </a:solidFill>
              </a:rPr>
              <a:t>½ flux</a:t>
            </a:r>
          </a:p>
        </p:txBody>
      </p:sp>
      <p:sp>
        <p:nvSpPr>
          <p:cNvPr id="11" name="ZoneTexte 10">
            <a:extLst>
              <a:ext uri="{FF2B5EF4-FFF2-40B4-BE49-F238E27FC236}">
                <a16:creationId xmlns:a16="http://schemas.microsoft.com/office/drawing/2014/main" id="{4D7461F3-E6AE-33DE-2C1F-AC9A52D9D394}"/>
              </a:ext>
            </a:extLst>
          </p:cNvPr>
          <p:cNvSpPr txBox="1"/>
          <p:nvPr/>
        </p:nvSpPr>
        <p:spPr>
          <a:xfrm>
            <a:off x="4008137" y="5499005"/>
            <a:ext cx="570953" cy="253916"/>
          </a:xfrm>
          <a:prstGeom prst="rect">
            <a:avLst/>
          </a:prstGeom>
          <a:noFill/>
        </p:spPr>
        <p:txBody>
          <a:bodyPr wrap="square" rtlCol="0">
            <a:spAutoFit/>
          </a:bodyPr>
          <a:lstStyle/>
          <a:p>
            <a:pPr algn="ctr" defTabSz="685800">
              <a:defRPr/>
            </a:pPr>
            <a:r>
              <a:rPr lang="fr-FR" sz="1050" kern="0">
                <a:solidFill>
                  <a:prstClr val="black"/>
                </a:solidFill>
              </a:rPr>
              <a:t>½ flux</a:t>
            </a:r>
          </a:p>
        </p:txBody>
      </p:sp>
      <p:sp>
        <p:nvSpPr>
          <p:cNvPr id="12" name="Rectangle 11">
            <a:extLst>
              <a:ext uri="{FF2B5EF4-FFF2-40B4-BE49-F238E27FC236}">
                <a16:creationId xmlns:a16="http://schemas.microsoft.com/office/drawing/2014/main" id="{3ACCF7A2-7800-3D4C-8982-28914967177C}"/>
              </a:ext>
            </a:extLst>
          </p:cNvPr>
          <p:cNvSpPr/>
          <p:nvPr/>
        </p:nvSpPr>
        <p:spPr>
          <a:xfrm>
            <a:off x="429174" y="1324441"/>
            <a:ext cx="6279969" cy="850730"/>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Clr>
                <a:schemeClr val="tx2"/>
              </a:buClr>
              <a:buFont typeface="Arial" panose="020B0604020202020204" pitchFamily="34" charset="0"/>
              <a:buChar char="•"/>
            </a:pPr>
            <a:r>
              <a:rPr lang="fr-FR" sz="1400" dirty="0">
                <a:solidFill>
                  <a:schemeClr val="tx1"/>
                </a:solidFill>
              </a:rPr>
              <a:t>Echanges de données asynchrones : Emetteurs et Abonnés imposent leur format de message</a:t>
            </a:r>
          </a:p>
        </p:txBody>
      </p:sp>
      <p:sp>
        <p:nvSpPr>
          <p:cNvPr id="14" name="ZoneTexte 13">
            <a:extLst>
              <a:ext uri="{FF2B5EF4-FFF2-40B4-BE49-F238E27FC236}">
                <a16:creationId xmlns:a16="http://schemas.microsoft.com/office/drawing/2014/main" id="{64D2BA94-365D-F414-E834-F7B53728C903}"/>
              </a:ext>
            </a:extLst>
          </p:cNvPr>
          <p:cNvSpPr txBox="1"/>
          <p:nvPr/>
        </p:nvSpPr>
        <p:spPr>
          <a:xfrm>
            <a:off x="753697" y="1211060"/>
            <a:ext cx="1602841" cy="215444"/>
          </a:xfrm>
          <a:prstGeom prst="rect">
            <a:avLst/>
          </a:prstGeom>
          <a:solidFill>
            <a:schemeClr val="bg1"/>
          </a:solidFill>
        </p:spPr>
        <p:txBody>
          <a:bodyPr wrap="square" lIns="27000" tIns="0" rIns="27000" bIns="0" rtlCol="0">
            <a:spAutoFit/>
          </a:bodyPr>
          <a:lstStyle/>
          <a:p>
            <a:pPr algn="ctr"/>
            <a:r>
              <a:rPr lang="en-US" sz="1400" b="1" cap="all" dirty="0">
                <a:solidFill>
                  <a:schemeClr val="tx2"/>
                </a:solidFill>
                <a:latin typeface="+mj-lt"/>
              </a:rPr>
              <a:t>Use case</a:t>
            </a:r>
          </a:p>
        </p:txBody>
      </p:sp>
      <p:sp>
        <p:nvSpPr>
          <p:cNvPr id="15" name="Rectangle 14">
            <a:extLst>
              <a:ext uri="{FF2B5EF4-FFF2-40B4-BE49-F238E27FC236}">
                <a16:creationId xmlns:a16="http://schemas.microsoft.com/office/drawing/2014/main" id="{E437C892-6E69-9380-C9C7-1FD8C2B17F06}"/>
              </a:ext>
            </a:extLst>
          </p:cNvPr>
          <p:cNvSpPr/>
          <p:nvPr/>
        </p:nvSpPr>
        <p:spPr>
          <a:xfrm>
            <a:off x="429174" y="2396753"/>
            <a:ext cx="6279969" cy="848142"/>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Clr>
                <a:schemeClr val="tx2"/>
              </a:buClr>
              <a:buFont typeface="Arial" panose="020B0604020202020204" pitchFamily="34" charset="0"/>
              <a:buChar char="•"/>
            </a:pPr>
            <a:r>
              <a:rPr lang="fr-FR" sz="1200" dirty="0">
                <a:solidFill>
                  <a:schemeClr val="tx1"/>
                </a:solidFill>
              </a:rPr>
              <a:t>Propagation des créations et mises à jour de données d’un référentiel au fil de l’eau</a:t>
            </a:r>
          </a:p>
          <a:p>
            <a:pPr marL="285750" indent="-285750">
              <a:buClr>
                <a:schemeClr val="tx2"/>
              </a:buClr>
              <a:buFont typeface="Arial" panose="020B0604020202020204" pitchFamily="34" charset="0"/>
              <a:buChar char="•"/>
            </a:pPr>
            <a:r>
              <a:rPr lang="fr-FR" sz="1200" dirty="0">
                <a:solidFill>
                  <a:schemeClr val="tx1"/>
                </a:solidFill>
              </a:rPr>
              <a:t>Envoi de demandes de paiement depuis plusieurs émetteurs en mode asynchrone</a:t>
            </a:r>
          </a:p>
        </p:txBody>
      </p:sp>
      <p:sp>
        <p:nvSpPr>
          <p:cNvPr id="16" name="ZoneTexte 15">
            <a:extLst>
              <a:ext uri="{FF2B5EF4-FFF2-40B4-BE49-F238E27FC236}">
                <a16:creationId xmlns:a16="http://schemas.microsoft.com/office/drawing/2014/main" id="{18C20BBE-4C46-C770-88A4-2EC4F35DF232}"/>
              </a:ext>
            </a:extLst>
          </p:cNvPr>
          <p:cNvSpPr txBox="1"/>
          <p:nvPr/>
        </p:nvSpPr>
        <p:spPr>
          <a:xfrm>
            <a:off x="753697" y="2277001"/>
            <a:ext cx="1602841" cy="215444"/>
          </a:xfrm>
          <a:prstGeom prst="rect">
            <a:avLst/>
          </a:prstGeom>
          <a:solidFill>
            <a:schemeClr val="bg1"/>
          </a:solidFill>
        </p:spPr>
        <p:txBody>
          <a:bodyPr wrap="square" lIns="27000" tIns="0" rIns="27000" bIns="0" rtlCol="0">
            <a:spAutoFit/>
          </a:bodyPr>
          <a:lstStyle/>
          <a:p>
            <a:pPr algn="ctr"/>
            <a:r>
              <a:rPr lang="fr-FR" sz="1400" b="1" cap="all">
                <a:solidFill>
                  <a:schemeClr val="tx2"/>
                </a:solidFill>
                <a:latin typeface="+mj-lt"/>
              </a:rPr>
              <a:t>Exemple</a:t>
            </a:r>
          </a:p>
        </p:txBody>
      </p:sp>
      <p:sp>
        <p:nvSpPr>
          <p:cNvPr id="18" name="ZoneTexte 17">
            <a:extLst>
              <a:ext uri="{FF2B5EF4-FFF2-40B4-BE49-F238E27FC236}">
                <a16:creationId xmlns:a16="http://schemas.microsoft.com/office/drawing/2014/main" id="{41B0544B-A76E-8488-6BB0-C50EB8074CC0}"/>
              </a:ext>
            </a:extLst>
          </p:cNvPr>
          <p:cNvSpPr txBox="1"/>
          <p:nvPr/>
        </p:nvSpPr>
        <p:spPr>
          <a:xfrm>
            <a:off x="688858" y="3340021"/>
            <a:ext cx="3829371" cy="215444"/>
          </a:xfrm>
          <a:prstGeom prst="rect">
            <a:avLst/>
          </a:prstGeom>
          <a:solidFill>
            <a:schemeClr val="bg1"/>
          </a:solidFill>
        </p:spPr>
        <p:txBody>
          <a:bodyPr wrap="square" lIns="27000" tIns="0" rIns="27000" bIns="0" rtlCol="0">
            <a:spAutoFit/>
          </a:bodyPr>
          <a:lstStyle/>
          <a:p>
            <a:pPr algn="ctr"/>
            <a:r>
              <a:rPr lang="en-US" sz="1400" b="1" cap="all" dirty="0">
                <a:solidFill>
                  <a:schemeClr val="tx2"/>
                </a:solidFill>
                <a:latin typeface="+mj-lt"/>
              </a:rPr>
              <a:t>Architecture </a:t>
            </a:r>
            <a:r>
              <a:rPr lang="fr-FR" sz="1400" b="1" cap="all" dirty="0">
                <a:solidFill>
                  <a:schemeClr val="tx2"/>
                </a:solidFill>
                <a:latin typeface="+mj-lt"/>
              </a:rPr>
              <a:t>Recommandée</a:t>
            </a:r>
          </a:p>
        </p:txBody>
      </p:sp>
      <p:sp>
        <p:nvSpPr>
          <p:cNvPr id="19" name="Ellipse 18">
            <a:extLst>
              <a:ext uri="{FF2B5EF4-FFF2-40B4-BE49-F238E27FC236}">
                <a16:creationId xmlns:a16="http://schemas.microsoft.com/office/drawing/2014/main" id="{9936F6F8-7505-80E9-40CB-7F350842D9E0}"/>
              </a:ext>
            </a:extLst>
          </p:cNvPr>
          <p:cNvSpPr/>
          <p:nvPr/>
        </p:nvSpPr>
        <p:spPr>
          <a:xfrm>
            <a:off x="7027195" y="2634556"/>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3</a:t>
            </a:r>
          </a:p>
        </p:txBody>
      </p:sp>
      <p:sp>
        <p:nvSpPr>
          <p:cNvPr id="22" name="Ellipse 21">
            <a:extLst>
              <a:ext uri="{FF2B5EF4-FFF2-40B4-BE49-F238E27FC236}">
                <a16:creationId xmlns:a16="http://schemas.microsoft.com/office/drawing/2014/main" id="{C5BD22F1-52A1-0C35-640C-58511AEE6E56}"/>
              </a:ext>
            </a:extLst>
          </p:cNvPr>
          <p:cNvSpPr/>
          <p:nvPr/>
        </p:nvSpPr>
        <p:spPr>
          <a:xfrm>
            <a:off x="7027195" y="2989934"/>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4</a:t>
            </a:r>
          </a:p>
        </p:txBody>
      </p:sp>
      <p:sp>
        <p:nvSpPr>
          <p:cNvPr id="23" name="Ellipse 22">
            <a:extLst>
              <a:ext uri="{FF2B5EF4-FFF2-40B4-BE49-F238E27FC236}">
                <a16:creationId xmlns:a16="http://schemas.microsoft.com/office/drawing/2014/main" id="{CD8DF9E2-3931-D13A-7055-FBD6A74C7B84}"/>
              </a:ext>
            </a:extLst>
          </p:cNvPr>
          <p:cNvSpPr/>
          <p:nvPr/>
        </p:nvSpPr>
        <p:spPr>
          <a:xfrm>
            <a:off x="3609791" y="5088566"/>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3</a:t>
            </a:r>
          </a:p>
        </p:txBody>
      </p:sp>
      <p:sp>
        <p:nvSpPr>
          <p:cNvPr id="24" name="Ellipse 23">
            <a:extLst>
              <a:ext uri="{FF2B5EF4-FFF2-40B4-BE49-F238E27FC236}">
                <a16:creationId xmlns:a16="http://schemas.microsoft.com/office/drawing/2014/main" id="{DC564CA1-8352-93DF-505A-9E481F4D935E}"/>
              </a:ext>
            </a:extLst>
          </p:cNvPr>
          <p:cNvSpPr/>
          <p:nvPr/>
        </p:nvSpPr>
        <p:spPr>
          <a:xfrm>
            <a:off x="4175247" y="4696241"/>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4</a:t>
            </a:r>
          </a:p>
        </p:txBody>
      </p:sp>
      <p:grpSp>
        <p:nvGrpSpPr>
          <p:cNvPr id="28" name="Groupe 27">
            <a:extLst>
              <a:ext uri="{FF2B5EF4-FFF2-40B4-BE49-F238E27FC236}">
                <a16:creationId xmlns:a16="http://schemas.microsoft.com/office/drawing/2014/main" id="{8A475765-2AD3-AC6D-EBD0-F6BB98E30E41}"/>
              </a:ext>
            </a:extLst>
          </p:cNvPr>
          <p:cNvGrpSpPr/>
          <p:nvPr/>
        </p:nvGrpSpPr>
        <p:grpSpPr>
          <a:xfrm>
            <a:off x="3061142" y="4501967"/>
            <a:ext cx="448909" cy="191377"/>
            <a:chOff x="1773788" y="5786690"/>
            <a:chExt cx="448909" cy="191377"/>
          </a:xfrm>
        </p:grpSpPr>
        <p:grpSp>
          <p:nvGrpSpPr>
            <p:cNvPr id="29" name="Groupe 28">
              <a:extLst>
                <a:ext uri="{FF2B5EF4-FFF2-40B4-BE49-F238E27FC236}">
                  <a16:creationId xmlns:a16="http://schemas.microsoft.com/office/drawing/2014/main" id="{8870DDD4-AC78-12BA-87E7-6F1068C35CD4}"/>
                </a:ext>
              </a:extLst>
            </p:cNvPr>
            <p:cNvGrpSpPr/>
            <p:nvPr/>
          </p:nvGrpSpPr>
          <p:grpSpPr>
            <a:xfrm>
              <a:off x="1932662" y="5786690"/>
              <a:ext cx="290035" cy="175778"/>
              <a:chOff x="6662282" y="1972317"/>
              <a:chExt cx="1675266" cy="926414"/>
            </a:xfrm>
            <a:solidFill>
              <a:schemeClr val="bg1"/>
            </a:solidFill>
          </p:grpSpPr>
          <p:sp>
            <p:nvSpPr>
              <p:cNvPr id="36" name="Rectangle 35">
                <a:extLst>
                  <a:ext uri="{FF2B5EF4-FFF2-40B4-BE49-F238E27FC236}">
                    <a16:creationId xmlns:a16="http://schemas.microsoft.com/office/drawing/2014/main" id="{4DDB94E3-014A-95A4-8B04-DF40DE99C3CC}"/>
                  </a:ext>
                </a:extLst>
              </p:cNvPr>
              <p:cNvSpPr/>
              <p:nvPr/>
            </p:nvSpPr>
            <p:spPr>
              <a:xfrm>
                <a:off x="6662283" y="1974627"/>
                <a:ext cx="1675265" cy="920973"/>
              </a:xfrm>
              <a:prstGeom prst="rect">
                <a:avLst/>
              </a:prstGeom>
              <a:grpFill/>
              <a:ln w="12700" cap="flat" cmpd="sng" algn="ctr">
                <a:solidFill>
                  <a:schemeClr val="tx1">
                    <a:lumMod val="50000"/>
                    <a:lumOff val="50000"/>
                  </a:schemeClr>
                </a:solidFill>
                <a:prstDash val="solid"/>
              </a:ln>
              <a:effectLst>
                <a:outerShdw blurRad="40000" dist="23000" dir="5400000" rotWithShape="0">
                  <a:srgbClr val="000000">
                    <a:alpha val="35000"/>
                  </a:srgbClr>
                </a:outerShdw>
              </a:effectLst>
            </p:spPr>
            <p:txBody>
              <a:bodyPr rtlCol="0" anchor="ctr"/>
              <a:lstStyle/>
              <a:p>
                <a:pPr algn="ctr" defTabSz="685800">
                  <a:defRPr/>
                </a:pPr>
                <a:endParaRPr lang="fr-FR" sz="2000" kern="0">
                  <a:solidFill>
                    <a:prstClr val="white"/>
                  </a:solidFill>
                  <a:latin typeface="Trebuchet MS"/>
                </a:endParaRPr>
              </a:p>
            </p:txBody>
          </p:sp>
          <p:sp>
            <p:nvSpPr>
              <p:cNvPr id="37" name="Triangle isocèle 118">
                <a:extLst>
                  <a:ext uri="{FF2B5EF4-FFF2-40B4-BE49-F238E27FC236}">
                    <a16:creationId xmlns:a16="http://schemas.microsoft.com/office/drawing/2014/main" id="{4D692053-B9B3-ED00-4EA6-6C2ED02A74FC}"/>
                  </a:ext>
                </a:extLst>
              </p:cNvPr>
              <p:cNvSpPr/>
              <p:nvPr/>
            </p:nvSpPr>
            <p:spPr>
              <a:xfrm rot="10800000">
                <a:off x="6662282" y="1972317"/>
                <a:ext cx="1675265" cy="648000"/>
              </a:xfrm>
              <a:prstGeom prst="triangle">
                <a:avLst/>
              </a:prstGeom>
              <a:grpFill/>
              <a:ln w="12700" cap="flat" cmpd="sng" algn="ctr">
                <a:solidFill>
                  <a:schemeClr val="tx1">
                    <a:lumMod val="50000"/>
                    <a:lumOff val="50000"/>
                  </a:schemeClr>
                </a:solidFill>
                <a:prstDash val="solid"/>
              </a:ln>
              <a:effectLst/>
            </p:spPr>
            <p:txBody>
              <a:bodyPr rtlCol="0" anchor="ctr"/>
              <a:lstStyle/>
              <a:p>
                <a:pPr algn="ctr" defTabSz="685800">
                  <a:defRPr/>
                </a:pPr>
                <a:endParaRPr lang="fr-FR" sz="2000" kern="0">
                  <a:solidFill>
                    <a:prstClr val="white"/>
                  </a:solidFill>
                  <a:latin typeface="Trebuchet MS"/>
                </a:endParaRPr>
              </a:p>
            </p:txBody>
          </p:sp>
          <p:sp>
            <p:nvSpPr>
              <p:cNvPr id="38" name="Forme libre 53">
                <a:extLst>
                  <a:ext uri="{FF2B5EF4-FFF2-40B4-BE49-F238E27FC236}">
                    <a16:creationId xmlns:a16="http://schemas.microsoft.com/office/drawing/2014/main" id="{3A18AB53-AD2A-1547-3618-F559A572D68F}"/>
                  </a:ext>
                </a:extLst>
              </p:cNvPr>
              <p:cNvSpPr/>
              <p:nvPr/>
            </p:nvSpPr>
            <p:spPr>
              <a:xfrm>
                <a:off x="6662282" y="2435524"/>
                <a:ext cx="1675265" cy="463207"/>
              </a:xfrm>
              <a:custGeom>
                <a:avLst/>
                <a:gdLst>
                  <a:gd name="connsiteX0" fmla="*/ 1076504 w 1675265"/>
                  <a:gd name="connsiteY0" fmla="*/ 0 h 463207"/>
                  <a:gd name="connsiteX1" fmla="*/ 1675265 w 1675265"/>
                  <a:gd name="connsiteY1" fmla="*/ 463207 h 463207"/>
                  <a:gd name="connsiteX2" fmla="*/ 0 w 1675265"/>
                  <a:gd name="connsiteY2" fmla="*/ 463207 h 463207"/>
                  <a:gd name="connsiteX3" fmla="*/ 598761 w 1675265"/>
                  <a:gd name="connsiteY3" fmla="*/ 1 h 463207"/>
                  <a:gd name="connsiteX4" fmla="*/ 837632 w 1675265"/>
                  <a:gd name="connsiteY4" fmla="*/ 184794 h 463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265" h="463207">
                    <a:moveTo>
                      <a:pt x="1076504" y="0"/>
                    </a:moveTo>
                    <a:lnTo>
                      <a:pt x="1675265" y="463207"/>
                    </a:lnTo>
                    <a:lnTo>
                      <a:pt x="0" y="463207"/>
                    </a:lnTo>
                    <a:lnTo>
                      <a:pt x="598761" y="1"/>
                    </a:lnTo>
                    <a:lnTo>
                      <a:pt x="837632" y="184794"/>
                    </a:lnTo>
                    <a:close/>
                  </a:path>
                </a:pathLst>
              </a:custGeom>
              <a:grpFill/>
              <a:ln w="12700" cap="flat" cmpd="sng" algn="ctr">
                <a:solidFill>
                  <a:schemeClr val="tx1">
                    <a:lumMod val="50000"/>
                    <a:lumOff val="50000"/>
                  </a:schemeClr>
                </a:solidFill>
                <a:prstDash val="solid"/>
              </a:ln>
              <a:effectLst/>
            </p:spPr>
            <p:txBody>
              <a:bodyPr rtlCol="0" anchor="ctr"/>
              <a:lstStyle/>
              <a:p>
                <a:pPr algn="ctr" defTabSz="685800">
                  <a:defRPr/>
                </a:pPr>
                <a:endParaRPr lang="fr-FR" sz="2000" kern="0">
                  <a:solidFill>
                    <a:prstClr val="white"/>
                  </a:solidFill>
                  <a:latin typeface="Trebuchet MS"/>
                </a:endParaRPr>
              </a:p>
            </p:txBody>
          </p:sp>
        </p:grpSp>
        <p:sp>
          <p:nvSpPr>
            <p:cNvPr id="30" name="ZoneTexte 29">
              <a:extLst>
                <a:ext uri="{FF2B5EF4-FFF2-40B4-BE49-F238E27FC236}">
                  <a16:creationId xmlns:a16="http://schemas.microsoft.com/office/drawing/2014/main" id="{117D7EC4-AE64-7731-D05C-87376FCFB67A}"/>
                </a:ext>
              </a:extLst>
            </p:cNvPr>
            <p:cNvSpPr txBox="1"/>
            <p:nvPr/>
          </p:nvSpPr>
          <p:spPr>
            <a:xfrm>
              <a:off x="2128550" y="5824180"/>
              <a:ext cx="84960" cy="153887"/>
            </a:xfrm>
            <a:prstGeom prst="rect">
              <a:avLst/>
            </a:prstGeom>
            <a:noFill/>
          </p:spPr>
          <p:txBody>
            <a:bodyPr wrap="none" lIns="0" tIns="0" rIns="0" bIns="0" rtlCol="0">
              <a:spAutoFit/>
            </a:bodyPr>
            <a:lstStyle/>
            <a:p>
              <a:pPr defTabSz="685800">
                <a:defRPr/>
              </a:pPr>
              <a:r>
                <a:rPr lang="fr-FR" sz="1000" i="1" kern="0">
                  <a:solidFill>
                    <a:prstClr val="black">
                      <a:lumMod val="75000"/>
                      <a:lumOff val="25000"/>
                    </a:prstClr>
                  </a:solidFill>
                </a:rPr>
                <a:t>P</a:t>
              </a:r>
            </a:p>
          </p:txBody>
        </p:sp>
        <p:grpSp>
          <p:nvGrpSpPr>
            <p:cNvPr id="31" name="Groupe 30">
              <a:extLst>
                <a:ext uri="{FF2B5EF4-FFF2-40B4-BE49-F238E27FC236}">
                  <a16:creationId xmlns:a16="http://schemas.microsoft.com/office/drawing/2014/main" id="{B147E7B2-BAA6-AEC9-13BF-35EAB3271CE4}"/>
                </a:ext>
              </a:extLst>
            </p:cNvPr>
            <p:cNvGrpSpPr/>
            <p:nvPr/>
          </p:nvGrpSpPr>
          <p:grpSpPr>
            <a:xfrm>
              <a:off x="1773788" y="5836342"/>
              <a:ext cx="145017" cy="55799"/>
              <a:chOff x="6670163" y="3829970"/>
              <a:chExt cx="108000" cy="55799"/>
            </a:xfrm>
            <a:effectLst/>
          </p:grpSpPr>
          <p:cxnSp>
            <p:nvCxnSpPr>
              <p:cNvPr id="32" name="Connecteur droit 31">
                <a:extLst>
                  <a:ext uri="{FF2B5EF4-FFF2-40B4-BE49-F238E27FC236}">
                    <a16:creationId xmlns:a16="http://schemas.microsoft.com/office/drawing/2014/main" id="{33B5E314-33CC-218E-126B-9529CF4C7BA8}"/>
                  </a:ext>
                </a:extLst>
              </p:cNvPr>
              <p:cNvCxnSpPr/>
              <p:nvPr/>
            </p:nvCxnSpPr>
            <p:spPr>
              <a:xfrm>
                <a:off x="6670163" y="3829970"/>
                <a:ext cx="108000" cy="0"/>
              </a:xfrm>
              <a:prstGeom prst="line">
                <a:avLst/>
              </a:prstGeom>
              <a:gradFill flip="none" rotWithShape="1">
                <a:gsLst>
                  <a:gs pos="0">
                    <a:srgbClr val="E6A500">
                      <a:lumMod val="40000"/>
                      <a:lumOff val="60000"/>
                      <a:tint val="66000"/>
                      <a:satMod val="160000"/>
                    </a:srgbClr>
                  </a:gs>
                  <a:gs pos="50000">
                    <a:srgbClr val="E6A500">
                      <a:lumMod val="40000"/>
                      <a:lumOff val="60000"/>
                      <a:tint val="44500"/>
                      <a:satMod val="160000"/>
                    </a:srgbClr>
                  </a:gs>
                  <a:gs pos="100000">
                    <a:srgbClr val="E6A500">
                      <a:lumMod val="40000"/>
                      <a:lumOff val="60000"/>
                      <a:tint val="23500"/>
                      <a:satMod val="160000"/>
                    </a:srgbClr>
                  </a:gs>
                </a:gsLst>
                <a:lin ang="5400000" scaled="1"/>
                <a:tileRect/>
              </a:gradFill>
              <a:ln w="12700" cap="flat" cmpd="sng" algn="ctr">
                <a:solidFill>
                  <a:schemeClr val="tx1"/>
                </a:solidFill>
                <a:prstDash val="solid"/>
              </a:ln>
              <a:effectLst>
                <a:outerShdw blurRad="40000" dist="23000" dir="5400000" rotWithShape="0">
                  <a:srgbClr val="000000">
                    <a:alpha val="35000"/>
                  </a:srgbClr>
                </a:outerShdw>
              </a:effectLst>
            </p:spPr>
          </p:cxnSp>
          <p:cxnSp>
            <p:nvCxnSpPr>
              <p:cNvPr id="34" name="Connecteur droit 33">
                <a:extLst>
                  <a:ext uri="{FF2B5EF4-FFF2-40B4-BE49-F238E27FC236}">
                    <a16:creationId xmlns:a16="http://schemas.microsoft.com/office/drawing/2014/main" id="{E852B370-B2B1-DDC4-3C47-6D69699FD9E9}"/>
                  </a:ext>
                </a:extLst>
              </p:cNvPr>
              <p:cNvCxnSpPr/>
              <p:nvPr/>
            </p:nvCxnSpPr>
            <p:spPr>
              <a:xfrm>
                <a:off x="6706163" y="3857870"/>
                <a:ext cx="72000" cy="0"/>
              </a:xfrm>
              <a:prstGeom prst="line">
                <a:avLst/>
              </a:prstGeom>
              <a:gradFill flip="none" rotWithShape="1">
                <a:gsLst>
                  <a:gs pos="0">
                    <a:srgbClr val="E6A500">
                      <a:lumMod val="40000"/>
                      <a:lumOff val="60000"/>
                      <a:tint val="66000"/>
                      <a:satMod val="160000"/>
                    </a:srgbClr>
                  </a:gs>
                  <a:gs pos="50000">
                    <a:srgbClr val="E6A500">
                      <a:lumMod val="40000"/>
                      <a:lumOff val="60000"/>
                      <a:tint val="44500"/>
                      <a:satMod val="160000"/>
                    </a:srgbClr>
                  </a:gs>
                  <a:gs pos="100000">
                    <a:srgbClr val="E6A500">
                      <a:lumMod val="40000"/>
                      <a:lumOff val="60000"/>
                      <a:tint val="23500"/>
                      <a:satMod val="160000"/>
                    </a:srgbClr>
                  </a:gs>
                </a:gsLst>
                <a:lin ang="5400000" scaled="1"/>
                <a:tileRect/>
              </a:gradFill>
              <a:ln w="12700" cap="flat" cmpd="sng" algn="ctr">
                <a:solidFill>
                  <a:schemeClr val="tx1"/>
                </a:solidFill>
                <a:prstDash val="solid"/>
              </a:ln>
              <a:effectLst>
                <a:outerShdw blurRad="40000" dist="23000" dir="5400000" rotWithShape="0">
                  <a:srgbClr val="000000">
                    <a:alpha val="35000"/>
                  </a:srgbClr>
                </a:outerShdw>
              </a:effectLst>
            </p:spPr>
          </p:cxnSp>
          <p:cxnSp>
            <p:nvCxnSpPr>
              <p:cNvPr id="35" name="Connecteur droit 34">
                <a:extLst>
                  <a:ext uri="{FF2B5EF4-FFF2-40B4-BE49-F238E27FC236}">
                    <a16:creationId xmlns:a16="http://schemas.microsoft.com/office/drawing/2014/main" id="{2163F1B9-64C2-4F5F-10BE-0D98CF99E66E}"/>
                  </a:ext>
                </a:extLst>
              </p:cNvPr>
              <p:cNvCxnSpPr/>
              <p:nvPr/>
            </p:nvCxnSpPr>
            <p:spPr>
              <a:xfrm>
                <a:off x="6742163" y="3885769"/>
                <a:ext cx="36000" cy="0"/>
              </a:xfrm>
              <a:prstGeom prst="line">
                <a:avLst/>
              </a:prstGeom>
              <a:gradFill flip="none" rotWithShape="1">
                <a:gsLst>
                  <a:gs pos="0">
                    <a:srgbClr val="E6A500">
                      <a:lumMod val="40000"/>
                      <a:lumOff val="60000"/>
                      <a:tint val="66000"/>
                      <a:satMod val="160000"/>
                    </a:srgbClr>
                  </a:gs>
                  <a:gs pos="50000">
                    <a:srgbClr val="E6A500">
                      <a:lumMod val="40000"/>
                      <a:lumOff val="60000"/>
                      <a:tint val="44500"/>
                      <a:satMod val="160000"/>
                    </a:srgbClr>
                  </a:gs>
                  <a:gs pos="100000">
                    <a:srgbClr val="E6A500">
                      <a:lumMod val="40000"/>
                      <a:lumOff val="60000"/>
                      <a:tint val="23500"/>
                      <a:satMod val="160000"/>
                    </a:srgbClr>
                  </a:gs>
                </a:gsLst>
                <a:lin ang="5400000" scaled="1"/>
                <a:tileRect/>
              </a:gradFill>
              <a:ln w="12700" cap="flat" cmpd="sng" algn="ctr">
                <a:solidFill>
                  <a:schemeClr val="tx1"/>
                </a:solidFill>
                <a:prstDash val="solid"/>
              </a:ln>
              <a:effectLst>
                <a:outerShdw blurRad="40000" dist="23000" dir="5400000" rotWithShape="0">
                  <a:srgbClr val="000000">
                    <a:alpha val="35000"/>
                  </a:srgbClr>
                </a:outerShdw>
              </a:effectLst>
            </p:spPr>
          </p:cxnSp>
        </p:grpSp>
      </p:grpSp>
    </p:spTree>
    <p:extLst>
      <p:ext uri="{BB962C8B-B14F-4D97-AF65-F5344CB8AC3E}">
        <p14:creationId xmlns:p14="http://schemas.microsoft.com/office/powerpoint/2010/main" val="32840437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0DB6BCE8-89C3-D763-E048-A9C98A28A6F3}"/>
              </a:ext>
            </a:extLst>
          </p:cNvPr>
          <p:cNvSpPr/>
          <p:nvPr/>
        </p:nvSpPr>
        <p:spPr>
          <a:xfrm>
            <a:off x="6881876" y="1324372"/>
            <a:ext cx="5122281" cy="2200551"/>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16000" tIns="324000" rIns="360000" bIns="34290" numCol="1" spcCol="0" rtlCol="0" fromWordArt="0" anchor="t" anchorCtr="0" forceAA="0" compatLnSpc="1">
            <a:prstTxWarp prst="textNoShape">
              <a:avLst/>
            </a:prstTxWarp>
            <a:noAutofit/>
          </a:bodyPr>
          <a:lstStyle/>
          <a:p>
            <a:pPr marL="285750" indent="-285750" algn="just">
              <a:spcBef>
                <a:spcPts val="900"/>
              </a:spcBef>
              <a:buClr>
                <a:schemeClr val="tx2"/>
              </a:buClr>
              <a:buFont typeface="Arial" panose="020B0604020202020204" pitchFamily="34" charset="0"/>
              <a:buChar char="•"/>
            </a:pPr>
            <a:r>
              <a:rPr lang="fr-FR" sz="1400" dirty="0">
                <a:solidFill>
                  <a:schemeClr val="tx1"/>
                </a:solidFill>
              </a:rPr>
              <a:t>L’émetteur envoie un message « normalisé »</a:t>
            </a:r>
          </a:p>
          <a:p>
            <a:pPr marL="285750" indent="-285750" algn="just">
              <a:spcBef>
                <a:spcPts val="1200"/>
              </a:spcBef>
              <a:buClr>
                <a:schemeClr val="tx2"/>
              </a:buClr>
              <a:buFont typeface="Arial" panose="020B0604020202020204" pitchFamily="34" charset="0"/>
              <a:buChar char="•"/>
            </a:pPr>
            <a:r>
              <a:rPr lang="fr-FR" sz="1400" dirty="0">
                <a:solidFill>
                  <a:schemeClr val="tx1"/>
                </a:solidFill>
              </a:rPr>
              <a:t>Le message est envoyé aux abonnés</a:t>
            </a:r>
          </a:p>
          <a:p>
            <a:pPr marL="285750" indent="-285750" algn="just">
              <a:spcBef>
                <a:spcPts val="1200"/>
              </a:spcBef>
              <a:buClr>
                <a:schemeClr val="tx2"/>
              </a:buClr>
              <a:buFont typeface="Arial" panose="020B0604020202020204" pitchFamily="34" charset="0"/>
              <a:buChar char="•"/>
            </a:pPr>
            <a:r>
              <a:rPr lang="fr-FR" sz="1400" dirty="0">
                <a:solidFill>
                  <a:schemeClr val="tx1"/>
                </a:solidFill>
              </a:rPr>
              <a:t>L’abonné réceptionne le message et l’intègre dans ses systèmes</a:t>
            </a:r>
          </a:p>
          <a:p>
            <a:pPr marL="271463" algn="just">
              <a:spcBef>
                <a:spcPts val="900"/>
              </a:spcBef>
              <a:buClr>
                <a:schemeClr val="tx2"/>
              </a:buClr>
            </a:pPr>
            <a:r>
              <a:rPr lang="fr-FR" sz="1400" i="1" dirty="0">
                <a:solidFill>
                  <a:schemeClr val="tx1"/>
                </a:solidFill>
              </a:rPr>
              <a:t>Remarque: La dénormalisation du message « normalisé » restant à la charge de l’abonné</a:t>
            </a:r>
          </a:p>
        </p:txBody>
      </p:sp>
      <p:sp>
        <p:nvSpPr>
          <p:cNvPr id="26" name="ZoneTexte 25">
            <a:extLst>
              <a:ext uri="{FF2B5EF4-FFF2-40B4-BE49-F238E27FC236}">
                <a16:creationId xmlns:a16="http://schemas.microsoft.com/office/drawing/2014/main" id="{E3EED878-BEBE-1F22-7F52-1C8EC9C25A95}"/>
              </a:ext>
            </a:extLst>
          </p:cNvPr>
          <p:cNvSpPr txBox="1"/>
          <p:nvPr/>
        </p:nvSpPr>
        <p:spPr>
          <a:xfrm>
            <a:off x="7175297" y="1243579"/>
            <a:ext cx="1452189" cy="215444"/>
          </a:xfrm>
          <a:prstGeom prst="rect">
            <a:avLst/>
          </a:prstGeom>
          <a:solidFill>
            <a:schemeClr val="bg1"/>
          </a:solidFill>
        </p:spPr>
        <p:txBody>
          <a:bodyPr wrap="square" lIns="27000" tIns="0" rIns="27000" bIns="0" rtlCol="0">
            <a:spAutoFit/>
          </a:bodyPr>
          <a:lstStyle/>
          <a:p>
            <a:pPr algn="ctr"/>
            <a:r>
              <a:rPr lang="fr-FR" sz="1400" b="1" cap="all">
                <a:solidFill>
                  <a:schemeClr val="tx2"/>
                </a:solidFill>
                <a:latin typeface="+mj-lt"/>
              </a:rPr>
              <a:t>Déroulé</a:t>
            </a:r>
          </a:p>
        </p:txBody>
      </p:sp>
      <p:sp>
        <p:nvSpPr>
          <p:cNvPr id="11" name="Espace réservé du texte 10">
            <a:extLst>
              <a:ext uri="{FF2B5EF4-FFF2-40B4-BE49-F238E27FC236}">
                <a16:creationId xmlns:a16="http://schemas.microsoft.com/office/drawing/2014/main" id="{CB328C86-B14A-6EFC-D63F-FD0CD1C47D5C}"/>
              </a:ext>
            </a:extLst>
          </p:cNvPr>
          <p:cNvSpPr>
            <a:spLocks noGrp="1"/>
          </p:cNvSpPr>
          <p:nvPr>
            <p:ph type="body" sz="quarter" idx="35"/>
          </p:nvPr>
        </p:nvSpPr>
        <p:spPr/>
        <p:txBody>
          <a:bodyPr/>
          <a:lstStyle/>
          <a:p>
            <a:r>
              <a:rPr lang="fr-FR"/>
              <a:t>Implémentation Event Streaming</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COOKBOOK des systèmes d’échange : Publish &amp; Subscribe</a:t>
            </a:r>
          </a:p>
        </p:txBody>
      </p:sp>
      <p:sp>
        <p:nvSpPr>
          <p:cNvPr id="90" name="Rectangle 89">
            <a:extLst>
              <a:ext uri="{FF2B5EF4-FFF2-40B4-BE49-F238E27FC236}">
                <a16:creationId xmlns:a16="http://schemas.microsoft.com/office/drawing/2014/main" id="{D5AED041-1C2A-6ADC-C5AB-2ECADB6FBC10}"/>
              </a:ext>
            </a:extLst>
          </p:cNvPr>
          <p:cNvSpPr/>
          <p:nvPr/>
        </p:nvSpPr>
        <p:spPr>
          <a:xfrm>
            <a:off x="429174" y="3555456"/>
            <a:ext cx="6279969" cy="2901300"/>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92" name="ZoneTexte 91">
            <a:extLst>
              <a:ext uri="{FF2B5EF4-FFF2-40B4-BE49-F238E27FC236}">
                <a16:creationId xmlns:a16="http://schemas.microsoft.com/office/drawing/2014/main" id="{457037C8-69C5-E425-A716-48C76CFB7602}"/>
              </a:ext>
            </a:extLst>
          </p:cNvPr>
          <p:cNvSpPr txBox="1"/>
          <p:nvPr/>
        </p:nvSpPr>
        <p:spPr>
          <a:xfrm>
            <a:off x="688857" y="3466477"/>
            <a:ext cx="3829371" cy="215444"/>
          </a:xfrm>
          <a:prstGeom prst="rect">
            <a:avLst/>
          </a:prstGeom>
          <a:solidFill>
            <a:schemeClr val="bg1"/>
          </a:solidFill>
        </p:spPr>
        <p:txBody>
          <a:bodyPr wrap="square" lIns="27000" tIns="0" rIns="27000" bIns="0" rtlCol="0">
            <a:spAutoFit/>
          </a:bodyPr>
          <a:lstStyle/>
          <a:p>
            <a:pPr algn="ctr"/>
            <a:r>
              <a:rPr lang="en-US" sz="1400" b="1" cap="all">
                <a:solidFill>
                  <a:schemeClr val="tx2"/>
                </a:solidFill>
                <a:latin typeface="+mj-lt"/>
              </a:rPr>
              <a:t>Architecture </a:t>
            </a:r>
            <a:r>
              <a:rPr lang="fr-FR" sz="1400" b="1" cap="all">
                <a:solidFill>
                  <a:schemeClr val="tx2"/>
                </a:solidFill>
                <a:latin typeface="+mj-lt"/>
              </a:rPr>
              <a:t>Recommandée</a:t>
            </a:r>
          </a:p>
        </p:txBody>
      </p:sp>
      <p:sp>
        <p:nvSpPr>
          <p:cNvPr id="99" name="Rectangle 98">
            <a:extLst>
              <a:ext uri="{FF2B5EF4-FFF2-40B4-BE49-F238E27FC236}">
                <a16:creationId xmlns:a16="http://schemas.microsoft.com/office/drawing/2014/main" id="{61A61245-340D-E17A-7B89-1C00F50B555F}"/>
              </a:ext>
            </a:extLst>
          </p:cNvPr>
          <p:cNvSpPr/>
          <p:nvPr/>
        </p:nvSpPr>
        <p:spPr>
          <a:xfrm>
            <a:off x="755125" y="4704591"/>
            <a:ext cx="1418394" cy="544138"/>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ctr"/>
          <a:lstStyle/>
          <a:p>
            <a:pPr algn="ctr" defTabSz="685800">
              <a:defRPr/>
            </a:pPr>
            <a:r>
              <a:rPr lang="fr-FR" sz="1050" kern="0" dirty="0">
                <a:solidFill>
                  <a:prstClr val="black"/>
                </a:solidFill>
                <a:latin typeface="Trebuchet MS"/>
              </a:rPr>
              <a:t>Emetteur de message</a:t>
            </a:r>
          </a:p>
        </p:txBody>
      </p:sp>
      <p:sp>
        <p:nvSpPr>
          <p:cNvPr id="100" name="Rectangle 99">
            <a:extLst>
              <a:ext uri="{FF2B5EF4-FFF2-40B4-BE49-F238E27FC236}">
                <a16:creationId xmlns:a16="http://schemas.microsoft.com/office/drawing/2014/main" id="{95796065-22E7-9F51-FDBB-0A2518358B2C}"/>
              </a:ext>
            </a:extLst>
          </p:cNvPr>
          <p:cNvSpPr/>
          <p:nvPr/>
        </p:nvSpPr>
        <p:spPr>
          <a:xfrm rot="16200000">
            <a:off x="3213685" y="4545876"/>
            <a:ext cx="208348" cy="871947"/>
          </a:xfrm>
          <a:prstGeom prst="rect">
            <a:avLst/>
          </a:prstGeom>
          <a:solidFill>
            <a:schemeClr val="tx2"/>
          </a:solidFill>
          <a:ln w="9525" cap="flat" cmpd="sng" algn="ctr">
            <a:solidFill>
              <a:srgbClr val="003D5E">
                <a:lumMod val="75000"/>
                <a:lumOff val="25000"/>
              </a:srgbClr>
            </a:solidFill>
            <a:prstDash val="solid"/>
          </a:ln>
          <a:effectLst/>
        </p:spPr>
        <p:txBody>
          <a:bodyPr vert="vert" rtlCol="0" anchor="ctr"/>
          <a:lstStyle/>
          <a:p>
            <a:pPr algn="ctr" defTabSz="685800">
              <a:defRPr/>
            </a:pPr>
            <a:r>
              <a:rPr lang="fr-FR" sz="1200" b="1" kern="0" dirty="0">
                <a:solidFill>
                  <a:prstClr val="black"/>
                </a:solidFill>
                <a:latin typeface="Trebuchet MS"/>
              </a:rPr>
              <a:t>MOM</a:t>
            </a:r>
          </a:p>
        </p:txBody>
      </p:sp>
      <p:cxnSp>
        <p:nvCxnSpPr>
          <p:cNvPr id="101" name="Connecteur droit avec flèche 100">
            <a:extLst>
              <a:ext uri="{FF2B5EF4-FFF2-40B4-BE49-F238E27FC236}">
                <a16:creationId xmlns:a16="http://schemas.microsoft.com/office/drawing/2014/main" id="{5FDA60F0-228E-C28A-28A6-DA24B259D9D0}"/>
              </a:ext>
            </a:extLst>
          </p:cNvPr>
          <p:cNvCxnSpPr>
            <a:cxnSpLocks/>
            <a:stCxn id="99" idx="3"/>
          </p:cNvCxnSpPr>
          <p:nvPr/>
        </p:nvCxnSpPr>
        <p:spPr>
          <a:xfrm>
            <a:off x="2173519" y="4976660"/>
            <a:ext cx="177030" cy="0"/>
          </a:xfrm>
          <a:prstGeom prst="straightConnector1">
            <a:avLst/>
          </a:prstGeom>
          <a:noFill/>
          <a:ln w="19050" cap="flat" cmpd="sng" algn="ctr">
            <a:solidFill>
              <a:srgbClr val="002B41"/>
            </a:solidFill>
            <a:prstDash val="solid"/>
            <a:headEnd type="none" w="med" len="med"/>
            <a:tailEnd type="none" w="med" len="med"/>
          </a:ln>
          <a:effectLst/>
        </p:spPr>
      </p:cxnSp>
      <p:cxnSp>
        <p:nvCxnSpPr>
          <p:cNvPr id="102" name="Connecteur droit avec flèche 101">
            <a:extLst>
              <a:ext uri="{FF2B5EF4-FFF2-40B4-BE49-F238E27FC236}">
                <a16:creationId xmlns:a16="http://schemas.microsoft.com/office/drawing/2014/main" id="{65793523-5ADD-A4C1-1A97-59021E2587C3}"/>
              </a:ext>
            </a:extLst>
          </p:cNvPr>
          <p:cNvCxnSpPr>
            <a:cxnSpLocks/>
            <a:stCxn id="100" idx="0"/>
            <a:endCxn id="103" idx="6"/>
          </p:cNvCxnSpPr>
          <p:nvPr/>
        </p:nvCxnSpPr>
        <p:spPr>
          <a:xfrm flipH="1">
            <a:off x="2658586" y="4981850"/>
            <a:ext cx="223300" cy="1185"/>
          </a:xfrm>
          <a:prstGeom prst="straightConnector1">
            <a:avLst/>
          </a:prstGeom>
          <a:noFill/>
          <a:ln w="19050" cap="flat" cmpd="sng" algn="ctr">
            <a:solidFill>
              <a:srgbClr val="002B41"/>
            </a:solidFill>
            <a:prstDash val="solid"/>
            <a:headEnd type="none" w="med" len="med"/>
            <a:tailEnd type="none" w="med" len="med"/>
          </a:ln>
          <a:effectLst/>
        </p:spPr>
      </p:cxnSp>
      <p:sp>
        <p:nvSpPr>
          <p:cNvPr id="103" name="Ellipse 102">
            <a:extLst>
              <a:ext uri="{FF2B5EF4-FFF2-40B4-BE49-F238E27FC236}">
                <a16:creationId xmlns:a16="http://schemas.microsoft.com/office/drawing/2014/main" id="{F6F1D643-F8D6-2C1B-4916-F1BEEEE683BA}"/>
              </a:ext>
            </a:extLst>
          </p:cNvPr>
          <p:cNvSpPr/>
          <p:nvPr/>
        </p:nvSpPr>
        <p:spPr>
          <a:xfrm>
            <a:off x="2416890" y="4873173"/>
            <a:ext cx="241696" cy="21972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sp>
        <p:nvSpPr>
          <p:cNvPr id="104" name="Arc 103">
            <a:extLst>
              <a:ext uri="{FF2B5EF4-FFF2-40B4-BE49-F238E27FC236}">
                <a16:creationId xmlns:a16="http://schemas.microsoft.com/office/drawing/2014/main" id="{73F8C37A-ED7F-FA48-8BD9-800A8D0C6A9D}"/>
              </a:ext>
            </a:extLst>
          </p:cNvPr>
          <p:cNvSpPr/>
          <p:nvPr/>
        </p:nvSpPr>
        <p:spPr>
          <a:xfrm rot="16200000">
            <a:off x="2324874" y="4858938"/>
            <a:ext cx="338374" cy="263668"/>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sp>
        <p:nvSpPr>
          <p:cNvPr id="106" name="Ellipse 105">
            <a:extLst>
              <a:ext uri="{FF2B5EF4-FFF2-40B4-BE49-F238E27FC236}">
                <a16:creationId xmlns:a16="http://schemas.microsoft.com/office/drawing/2014/main" id="{E86ED6B7-CB3D-BBAF-E4E7-D9A3160E5DEF}"/>
              </a:ext>
            </a:extLst>
          </p:cNvPr>
          <p:cNvSpPr/>
          <p:nvPr/>
        </p:nvSpPr>
        <p:spPr>
          <a:xfrm>
            <a:off x="2392073" y="5205508"/>
            <a:ext cx="290035" cy="290035"/>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108" name="Ellipse 107">
            <a:extLst>
              <a:ext uri="{FF2B5EF4-FFF2-40B4-BE49-F238E27FC236}">
                <a16:creationId xmlns:a16="http://schemas.microsoft.com/office/drawing/2014/main" id="{B07CDE10-A86A-05AA-398B-6C73232E3802}"/>
              </a:ext>
            </a:extLst>
          </p:cNvPr>
          <p:cNvSpPr/>
          <p:nvPr/>
        </p:nvSpPr>
        <p:spPr>
          <a:xfrm>
            <a:off x="3199188" y="4546376"/>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109" name="Rectangle 108">
            <a:extLst>
              <a:ext uri="{FF2B5EF4-FFF2-40B4-BE49-F238E27FC236}">
                <a16:creationId xmlns:a16="http://schemas.microsoft.com/office/drawing/2014/main" id="{EEB10676-7C5B-69D4-E4D4-30D2C0E3DF16}"/>
              </a:ext>
            </a:extLst>
          </p:cNvPr>
          <p:cNvSpPr/>
          <p:nvPr/>
        </p:nvSpPr>
        <p:spPr>
          <a:xfrm>
            <a:off x="4688651" y="4099560"/>
            <a:ext cx="1779645" cy="615225"/>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ctr"/>
          <a:lstStyle/>
          <a:p>
            <a:pPr algn="ctr" defTabSz="685800">
              <a:defRPr/>
            </a:pPr>
            <a:r>
              <a:rPr lang="fr-FR" sz="1050" i="1" kern="0" dirty="0">
                <a:solidFill>
                  <a:prstClr val="black"/>
                </a:solidFill>
              </a:rPr>
              <a:t>Récepteur de message</a:t>
            </a:r>
            <a:endParaRPr lang="fr-FR" sz="1050" b="1" kern="0" dirty="0">
              <a:solidFill>
                <a:prstClr val="black"/>
              </a:solidFill>
              <a:latin typeface="Trebuchet MS"/>
            </a:endParaRPr>
          </a:p>
        </p:txBody>
      </p:sp>
      <p:sp>
        <p:nvSpPr>
          <p:cNvPr id="110" name="Rectangle 109">
            <a:extLst>
              <a:ext uri="{FF2B5EF4-FFF2-40B4-BE49-F238E27FC236}">
                <a16:creationId xmlns:a16="http://schemas.microsoft.com/office/drawing/2014/main" id="{7569AD2F-B8E4-E6EA-D22B-3479BAD440F0}"/>
              </a:ext>
            </a:extLst>
          </p:cNvPr>
          <p:cNvSpPr/>
          <p:nvPr/>
        </p:nvSpPr>
        <p:spPr>
          <a:xfrm>
            <a:off x="4701369" y="5225175"/>
            <a:ext cx="1779645" cy="615225"/>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ctr"/>
          <a:lstStyle/>
          <a:p>
            <a:pPr algn="ctr" defTabSz="685800">
              <a:defRPr/>
            </a:pPr>
            <a:r>
              <a:rPr lang="fr-FR" sz="1050" i="1" kern="0" dirty="0">
                <a:solidFill>
                  <a:prstClr val="black"/>
                </a:solidFill>
              </a:rPr>
              <a:t>Récepteur de message</a:t>
            </a:r>
            <a:endParaRPr lang="fr-FR" sz="1050" b="1" kern="0" dirty="0">
              <a:solidFill>
                <a:prstClr val="black"/>
              </a:solidFill>
              <a:latin typeface="Trebuchet MS"/>
            </a:endParaRPr>
          </a:p>
        </p:txBody>
      </p:sp>
      <p:grpSp>
        <p:nvGrpSpPr>
          <p:cNvPr id="112" name="Groupe 111">
            <a:extLst>
              <a:ext uri="{FF2B5EF4-FFF2-40B4-BE49-F238E27FC236}">
                <a16:creationId xmlns:a16="http://schemas.microsoft.com/office/drawing/2014/main" id="{BF44A94D-2F68-B0DC-6079-8AAEDCBFF5EB}"/>
              </a:ext>
            </a:extLst>
          </p:cNvPr>
          <p:cNvGrpSpPr/>
          <p:nvPr/>
        </p:nvGrpSpPr>
        <p:grpSpPr>
          <a:xfrm>
            <a:off x="2420864" y="5602096"/>
            <a:ext cx="290035" cy="175778"/>
            <a:chOff x="6662282" y="1972317"/>
            <a:chExt cx="1675266" cy="926414"/>
          </a:xfrm>
          <a:solidFill>
            <a:schemeClr val="bg1"/>
          </a:solidFill>
        </p:grpSpPr>
        <p:sp>
          <p:nvSpPr>
            <p:cNvPr id="118" name="Rectangle 117">
              <a:extLst>
                <a:ext uri="{FF2B5EF4-FFF2-40B4-BE49-F238E27FC236}">
                  <a16:creationId xmlns:a16="http://schemas.microsoft.com/office/drawing/2014/main" id="{90353D5B-9916-098D-89BB-AA9D2EF7477F}"/>
                </a:ext>
              </a:extLst>
            </p:cNvPr>
            <p:cNvSpPr/>
            <p:nvPr/>
          </p:nvSpPr>
          <p:spPr>
            <a:xfrm>
              <a:off x="6662283" y="1974627"/>
              <a:ext cx="1675265" cy="920973"/>
            </a:xfrm>
            <a:prstGeom prst="rect">
              <a:avLst/>
            </a:prstGeom>
            <a:grpFill/>
            <a:ln w="12700" cap="flat" cmpd="sng" algn="ctr">
              <a:solidFill>
                <a:schemeClr val="tx1">
                  <a:lumMod val="50000"/>
                  <a:lumOff val="50000"/>
                </a:schemeClr>
              </a:solidFill>
              <a:prstDash val="solid"/>
            </a:ln>
            <a:effectLst>
              <a:outerShdw blurRad="40000" dist="23000" dir="5400000" rotWithShape="0">
                <a:srgbClr val="000000">
                  <a:alpha val="35000"/>
                </a:srgbClr>
              </a:outerShdw>
            </a:effectLst>
          </p:spPr>
          <p:txBody>
            <a:bodyPr rtlCol="0" anchor="ctr"/>
            <a:lstStyle/>
            <a:p>
              <a:pPr algn="ctr" defTabSz="685800">
                <a:defRPr/>
              </a:pPr>
              <a:endParaRPr lang="fr-FR" sz="2000" kern="0">
                <a:solidFill>
                  <a:prstClr val="white"/>
                </a:solidFill>
                <a:latin typeface="Trebuchet MS"/>
              </a:endParaRPr>
            </a:p>
          </p:txBody>
        </p:sp>
        <p:sp>
          <p:nvSpPr>
            <p:cNvPr id="119" name="Triangle isocèle 118">
              <a:extLst>
                <a:ext uri="{FF2B5EF4-FFF2-40B4-BE49-F238E27FC236}">
                  <a16:creationId xmlns:a16="http://schemas.microsoft.com/office/drawing/2014/main" id="{C36C60E2-C087-5EDE-5BB1-3044DE69183C}"/>
                </a:ext>
              </a:extLst>
            </p:cNvPr>
            <p:cNvSpPr/>
            <p:nvPr/>
          </p:nvSpPr>
          <p:spPr>
            <a:xfrm rot="10800000">
              <a:off x="6662282" y="1972317"/>
              <a:ext cx="1675265" cy="648000"/>
            </a:xfrm>
            <a:prstGeom prst="triangle">
              <a:avLst/>
            </a:prstGeom>
            <a:grpFill/>
            <a:ln w="12700" cap="flat" cmpd="sng" algn="ctr">
              <a:solidFill>
                <a:schemeClr val="tx1">
                  <a:lumMod val="50000"/>
                  <a:lumOff val="50000"/>
                </a:schemeClr>
              </a:solidFill>
              <a:prstDash val="solid"/>
            </a:ln>
            <a:effectLst/>
          </p:spPr>
          <p:txBody>
            <a:bodyPr rtlCol="0" anchor="ctr"/>
            <a:lstStyle/>
            <a:p>
              <a:pPr algn="ctr" defTabSz="685800">
                <a:defRPr/>
              </a:pPr>
              <a:endParaRPr lang="fr-FR" sz="2000" kern="0">
                <a:solidFill>
                  <a:prstClr val="white"/>
                </a:solidFill>
                <a:latin typeface="Trebuchet MS"/>
              </a:endParaRPr>
            </a:p>
          </p:txBody>
        </p:sp>
        <p:sp>
          <p:nvSpPr>
            <p:cNvPr id="120" name="Forme libre 53">
              <a:extLst>
                <a:ext uri="{FF2B5EF4-FFF2-40B4-BE49-F238E27FC236}">
                  <a16:creationId xmlns:a16="http://schemas.microsoft.com/office/drawing/2014/main" id="{3AA0A19E-2FB5-15E7-2008-70E1FB08F187}"/>
                </a:ext>
              </a:extLst>
            </p:cNvPr>
            <p:cNvSpPr/>
            <p:nvPr/>
          </p:nvSpPr>
          <p:spPr>
            <a:xfrm>
              <a:off x="6662282" y="2435524"/>
              <a:ext cx="1675265" cy="463207"/>
            </a:xfrm>
            <a:custGeom>
              <a:avLst/>
              <a:gdLst>
                <a:gd name="connsiteX0" fmla="*/ 1076504 w 1675265"/>
                <a:gd name="connsiteY0" fmla="*/ 0 h 463207"/>
                <a:gd name="connsiteX1" fmla="*/ 1675265 w 1675265"/>
                <a:gd name="connsiteY1" fmla="*/ 463207 h 463207"/>
                <a:gd name="connsiteX2" fmla="*/ 0 w 1675265"/>
                <a:gd name="connsiteY2" fmla="*/ 463207 h 463207"/>
                <a:gd name="connsiteX3" fmla="*/ 598761 w 1675265"/>
                <a:gd name="connsiteY3" fmla="*/ 1 h 463207"/>
                <a:gd name="connsiteX4" fmla="*/ 837632 w 1675265"/>
                <a:gd name="connsiteY4" fmla="*/ 184794 h 463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265" h="463207">
                  <a:moveTo>
                    <a:pt x="1076504" y="0"/>
                  </a:moveTo>
                  <a:lnTo>
                    <a:pt x="1675265" y="463207"/>
                  </a:lnTo>
                  <a:lnTo>
                    <a:pt x="0" y="463207"/>
                  </a:lnTo>
                  <a:lnTo>
                    <a:pt x="598761" y="1"/>
                  </a:lnTo>
                  <a:lnTo>
                    <a:pt x="837632" y="184794"/>
                  </a:lnTo>
                  <a:close/>
                </a:path>
              </a:pathLst>
            </a:custGeom>
            <a:grpFill/>
            <a:ln w="12700" cap="flat" cmpd="sng" algn="ctr">
              <a:solidFill>
                <a:schemeClr val="tx1">
                  <a:lumMod val="50000"/>
                  <a:lumOff val="50000"/>
                </a:schemeClr>
              </a:solidFill>
              <a:prstDash val="solid"/>
            </a:ln>
            <a:effectLst/>
          </p:spPr>
          <p:txBody>
            <a:bodyPr rtlCol="0" anchor="ctr"/>
            <a:lstStyle/>
            <a:p>
              <a:pPr algn="ctr" defTabSz="685800">
                <a:defRPr/>
              </a:pPr>
              <a:endParaRPr lang="fr-FR" sz="2000" kern="0">
                <a:solidFill>
                  <a:prstClr val="white"/>
                </a:solidFill>
                <a:latin typeface="Trebuchet MS"/>
              </a:endParaRPr>
            </a:p>
          </p:txBody>
        </p:sp>
      </p:grpSp>
      <p:sp>
        <p:nvSpPr>
          <p:cNvPr id="113" name="ZoneTexte 112">
            <a:extLst>
              <a:ext uri="{FF2B5EF4-FFF2-40B4-BE49-F238E27FC236}">
                <a16:creationId xmlns:a16="http://schemas.microsoft.com/office/drawing/2014/main" id="{0CBF0D67-84B0-6BDB-655B-F0106A874475}"/>
              </a:ext>
            </a:extLst>
          </p:cNvPr>
          <p:cNvSpPr txBox="1"/>
          <p:nvPr/>
        </p:nvSpPr>
        <p:spPr>
          <a:xfrm>
            <a:off x="2616752" y="5639586"/>
            <a:ext cx="84960" cy="153887"/>
          </a:xfrm>
          <a:prstGeom prst="rect">
            <a:avLst/>
          </a:prstGeom>
          <a:noFill/>
        </p:spPr>
        <p:txBody>
          <a:bodyPr wrap="none" lIns="0" tIns="0" rIns="0" bIns="0" rtlCol="0">
            <a:spAutoFit/>
          </a:bodyPr>
          <a:lstStyle/>
          <a:p>
            <a:pPr defTabSz="685800">
              <a:defRPr/>
            </a:pPr>
            <a:r>
              <a:rPr lang="fr-FR" sz="1000" i="1" kern="0">
                <a:solidFill>
                  <a:prstClr val="black">
                    <a:lumMod val="75000"/>
                    <a:lumOff val="25000"/>
                  </a:prstClr>
                </a:solidFill>
              </a:rPr>
              <a:t>A</a:t>
            </a:r>
          </a:p>
        </p:txBody>
      </p:sp>
      <p:grpSp>
        <p:nvGrpSpPr>
          <p:cNvPr id="114" name="Groupe 113">
            <a:extLst>
              <a:ext uri="{FF2B5EF4-FFF2-40B4-BE49-F238E27FC236}">
                <a16:creationId xmlns:a16="http://schemas.microsoft.com/office/drawing/2014/main" id="{CA54FDCF-383D-6068-605C-735431AFF9EF}"/>
              </a:ext>
            </a:extLst>
          </p:cNvPr>
          <p:cNvGrpSpPr/>
          <p:nvPr/>
        </p:nvGrpSpPr>
        <p:grpSpPr>
          <a:xfrm>
            <a:off x="2261989" y="5634108"/>
            <a:ext cx="145017" cy="55799"/>
            <a:chOff x="6670163" y="3829970"/>
            <a:chExt cx="108000" cy="55799"/>
          </a:xfrm>
          <a:effectLst/>
        </p:grpSpPr>
        <p:cxnSp>
          <p:nvCxnSpPr>
            <p:cNvPr id="115" name="Connecteur droit 114">
              <a:extLst>
                <a:ext uri="{FF2B5EF4-FFF2-40B4-BE49-F238E27FC236}">
                  <a16:creationId xmlns:a16="http://schemas.microsoft.com/office/drawing/2014/main" id="{4CE5466B-701C-9755-09F1-77862E7C183B}"/>
                </a:ext>
              </a:extLst>
            </p:cNvPr>
            <p:cNvCxnSpPr/>
            <p:nvPr/>
          </p:nvCxnSpPr>
          <p:spPr>
            <a:xfrm>
              <a:off x="6670163" y="3829970"/>
              <a:ext cx="108000" cy="0"/>
            </a:xfrm>
            <a:prstGeom prst="line">
              <a:avLst/>
            </a:prstGeom>
            <a:gradFill flip="none" rotWithShape="1">
              <a:gsLst>
                <a:gs pos="0">
                  <a:srgbClr val="E6A500">
                    <a:lumMod val="40000"/>
                    <a:lumOff val="60000"/>
                    <a:tint val="66000"/>
                    <a:satMod val="160000"/>
                  </a:srgbClr>
                </a:gs>
                <a:gs pos="50000">
                  <a:srgbClr val="E6A500">
                    <a:lumMod val="40000"/>
                    <a:lumOff val="60000"/>
                    <a:tint val="44500"/>
                    <a:satMod val="160000"/>
                  </a:srgbClr>
                </a:gs>
                <a:gs pos="100000">
                  <a:srgbClr val="E6A500">
                    <a:lumMod val="40000"/>
                    <a:lumOff val="60000"/>
                    <a:tint val="23500"/>
                    <a:satMod val="160000"/>
                  </a:srgbClr>
                </a:gs>
              </a:gsLst>
              <a:lin ang="5400000" scaled="1"/>
              <a:tileRect/>
            </a:gradFill>
            <a:ln w="12700" cap="flat" cmpd="sng" algn="ctr">
              <a:solidFill>
                <a:schemeClr val="tx1"/>
              </a:solidFill>
              <a:prstDash val="solid"/>
            </a:ln>
            <a:effectLst>
              <a:outerShdw blurRad="40000" dist="23000" dir="5400000" rotWithShape="0">
                <a:srgbClr val="000000">
                  <a:alpha val="35000"/>
                </a:srgbClr>
              </a:outerShdw>
            </a:effectLst>
          </p:spPr>
        </p:cxnSp>
        <p:cxnSp>
          <p:nvCxnSpPr>
            <p:cNvPr id="116" name="Connecteur droit 115">
              <a:extLst>
                <a:ext uri="{FF2B5EF4-FFF2-40B4-BE49-F238E27FC236}">
                  <a16:creationId xmlns:a16="http://schemas.microsoft.com/office/drawing/2014/main" id="{50706134-9022-7E5C-9633-3AE66AF21CCE}"/>
                </a:ext>
              </a:extLst>
            </p:cNvPr>
            <p:cNvCxnSpPr/>
            <p:nvPr/>
          </p:nvCxnSpPr>
          <p:spPr>
            <a:xfrm>
              <a:off x="6706163" y="3857870"/>
              <a:ext cx="72000" cy="0"/>
            </a:xfrm>
            <a:prstGeom prst="line">
              <a:avLst/>
            </a:prstGeom>
            <a:gradFill flip="none" rotWithShape="1">
              <a:gsLst>
                <a:gs pos="0">
                  <a:srgbClr val="E6A500">
                    <a:lumMod val="40000"/>
                    <a:lumOff val="60000"/>
                    <a:tint val="66000"/>
                    <a:satMod val="160000"/>
                  </a:srgbClr>
                </a:gs>
                <a:gs pos="50000">
                  <a:srgbClr val="E6A500">
                    <a:lumMod val="40000"/>
                    <a:lumOff val="60000"/>
                    <a:tint val="44500"/>
                    <a:satMod val="160000"/>
                  </a:srgbClr>
                </a:gs>
                <a:gs pos="100000">
                  <a:srgbClr val="E6A500">
                    <a:lumMod val="40000"/>
                    <a:lumOff val="60000"/>
                    <a:tint val="23500"/>
                    <a:satMod val="160000"/>
                  </a:srgbClr>
                </a:gs>
              </a:gsLst>
              <a:lin ang="5400000" scaled="1"/>
              <a:tileRect/>
            </a:gradFill>
            <a:ln w="12700" cap="flat" cmpd="sng" algn="ctr">
              <a:solidFill>
                <a:schemeClr val="tx1"/>
              </a:solidFill>
              <a:prstDash val="solid"/>
            </a:ln>
            <a:effectLst>
              <a:outerShdw blurRad="40000" dist="23000" dir="5400000" rotWithShape="0">
                <a:srgbClr val="000000">
                  <a:alpha val="35000"/>
                </a:srgbClr>
              </a:outerShdw>
            </a:effectLst>
          </p:spPr>
        </p:cxnSp>
        <p:cxnSp>
          <p:nvCxnSpPr>
            <p:cNvPr id="117" name="Connecteur droit 116">
              <a:extLst>
                <a:ext uri="{FF2B5EF4-FFF2-40B4-BE49-F238E27FC236}">
                  <a16:creationId xmlns:a16="http://schemas.microsoft.com/office/drawing/2014/main" id="{BB11D6A9-4A82-7563-834F-F4AE29520D51}"/>
                </a:ext>
              </a:extLst>
            </p:cNvPr>
            <p:cNvCxnSpPr/>
            <p:nvPr/>
          </p:nvCxnSpPr>
          <p:spPr>
            <a:xfrm>
              <a:off x="6742163" y="3885769"/>
              <a:ext cx="36000" cy="0"/>
            </a:xfrm>
            <a:prstGeom prst="line">
              <a:avLst/>
            </a:prstGeom>
            <a:gradFill flip="none" rotWithShape="1">
              <a:gsLst>
                <a:gs pos="0">
                  <a:srgbClr val="E6A500">
                    <a:lumMod val="40000"/>
                    <a:lumOff val="60000"/>
                    <a:tint val="66000"/>
                    <a:satMod val="160000"/>
                  </a:srgbClr>
                </a:gs>
                <a:gs pos="50000">
                  <a:srgbClr val="E6A500">
                    <a:lumMod val="40000"/>
                    <a:lumOff val="60000"/>
                    <a:tint val="44500"/>
                    <a:satMod val="160000"/>
                  </a:srgbClr>
                </a:gs>
                <a:gs pos="100000">
                  <a:srgbClr val="E6A500">
                    <a:lumMod val="40000"/>
                    <a:lumOff val="60000"/>
                    <a:tint val="23500"/>
                    <a:satMod val="160000"/>
                  </a:srgbClr>
                </a:gs>
              </a:gsLst>
              <a:lin ang="5400000" scaled="1"/>
              <a:tileRect/>
            </a:gradFill>
            <a:ln w="12700" cap="flat" cmpd="sng" algn="ctr">
              <a:solidFill>
                <a:schemeClr val="tx1"/>
              </a:solidFill>
              <a:prstDash val="solid"/>
            </a:ln>
            <a:effectLst>
              <a:outerShdw blurRad="40000" dist="23000" dir="5400000" rotWithShape="0">
                <a:srgbClr val="000000">
                  <a:alpha val="35000"/>
                </a:srgbClr>
              </a:outerShdw>
            </a:effectLst>
          </p:spPr>
        </p:cxnSp>
      </p:grpSp>
      <p:grpSp>
        <p:nvGrpSpPr>
          <p:cNvPr id="13" name="Groupe 12">
            <a:extLst>
              <a:ext uri="{FF2B5EF4-FFF2-40B4-BE49-F238E27FC236}">
                <a16:creationId xmlns:a16="http://schemas.microsoft.com/office/drawing/2014/main" id="{2F818208-75C3-C413-6453-80C3C0DF7A88}"/>
              </a:ext>
            </a:extLst>
          </p:cNvPr>
          <p:cNvGrpSpPr/>
          <p:nvPr/>
        </p:nvGrpSpPr>
        <p:grpSpPr>
          <a:xfrm>
            <a:off x="3641062" y="4172341"/>
            <a:ext cx="290035" cy="181243"/>
            <a:chOff x="3641062" y="4172341"/>
            <a:chExt cx="290035" cy="181243"/>
          </a:xfrm>
        </p:grpSpPr>
        <p:grpSp>
          <p:nvGrpSpPr>
            <p:cNvPr id="122" name="Groupe 121">
              <a:extLst>
                <a:ext uri="{FF2B5EF4-FFF2-40B4-BE49-F238E27FC236}">
                  <a16:creationId xmlns:a16="http://schemas.microsoft.com/office/drawing/2014/main" id="{9CD7C85C-BA6E-932A-63FE-2E485AFA0716}"/>
                </a:ext>
              </a:extLst>
            </p:cNvPr>
            <p:cNvGrpSpPr/>
            <p:nvPr/>
          </p:nvGrpSpPr>
          <p:grpSpPr>
            <a:xfrm>
              <a:off x="3641062" y="4172341"/>
              <a:ext cx="290035" cy="175778"/>
              <a:chOff x="6662282" y="1972317"/>
              <a:chExt cx="1675266" cy="926414"/>
            </a:xfrm>
            <a:solidFill>
              <a:schemeClr val="bg1"/>
            </a:solidFill>
          </p:grpSpPr>
          <p:sp>
            <p:nvSpPr>
              <p:cNvPr id="124" name="Rectangle 123">
                <a:extLst>
                  <a:ext uri="{FF2B5EF4-FFF2-40B4-BE49-F238E27FC236}">
                    <a16:creationId xmlns:a16="http://schemas.microsoft.com/office/drawing/2014/main" id="{0FD7ACC0-FAFD-3D9B-7C99-DE775E366B2A}"/>
                  </a:ext>
                </a:extLst>
              </p:cNvPr>
              <p:cNvSpPr/>
              <p:nvPr/>
            </p:nvSpPr>
            <p:spPr>
              <a:xfrm>
                <a:off x="6662283" y="1974627"/>
                <a:ext cx="1675265" cy="920973"/>
              </a:xfrm>
              <a:prstGeom prst="rect">
                <a:avLst/>
              </a:prstGeom>
              <a:grpFill/>
              <a:ln w="12700" cap="flat" cmpd="sng" algn="ctr">
                <a:solidFill>
                  <a:schemeClr val="tx1">
                    <a:lumMod val="50000"/>
                    <a:lumOff val="50000"/>
                  </a:schemeClr>
                </a:solidFill>
                <a:prstDash val="solid"/>
              </a:ln>
              <a:effectLst>
                <a:outerShdw blurRad="40000" dist="23000" dir="5400000" rotWithShape="0">
                  <a:srgbClr val="000000">
                    <a:alpha val="35000"/>
                  </a:srgbClr>
                </a:outerShdw>
              </a:effectLst>
            </p:spPr>
            <p:txBody>
              <a:bodyPr rtlCol="0" anchor="ctr"/>
              <a:lstStyle/>
              <a:p>
                <a:pPr algn="ctr" defTabSz="685800">
                  <a:defRPr/>
                </a:pPr>
                <a:endParaRPr lang="fr-FR" sz="2000" kern="0">
                  <a:solidFill>
                    <a:prstClr val="white"/>
                  </a:solidFill>
                  <a:latin typeface="Trebuchet MS"/>
                </a:endParaRPr>
              </a:p>
            </p:txBody>
          </p:sp>
          <p:sp>
            <p:nvSpPr>
              <p:cNvPr id="125" name="Triangle isocèle 124">
                <a:extLst>
                  <a:ext uri="{FF2B5EF4-FFF2-40B4-BE49-F238E27FC236}">
                    <a16:creationId xmlns:a16="http://schemas.microsoft.com/office/drawing/2014/main" id="{18587C16-702F-4C05-AAD8-BF4C0EC1F3DE}"/>
                  </a:ext>
                </a:extLst>
              </p:cNvPr>
              <p:cNvSpPr/>
              <p:nvPr/>
            </p:nvSpPr>
            <p:spPr>
              <a:xfrm rot="10800000">
                <a:off x="6662282" y="1972317"/>
                <a:ext cx="1675265" cy="648000"/>
              </a:xfrm>
              <a:prstGeom prst="triangle">
                <a:avLst/>
              </a:prstGeom>
              <a:grpFill/>
              <a:ln w="12700" cap="flat" cmpd="sng" algn="ctr">
                <a:solidFill>
                  <a:schemeClr val="tx1">
                    <a:lumMod val="50000"/>
                    <a:lumOff val="50000"/>
                  </a:schemeClr>
                </a:solidFill>
                <a:prstDash val="solid"/>
              </a:ln>
              <a:effectLst/>
            </p:spPr>
            <p:txBody>
              <a:bodyPr rtlCol="0" anchor="ctr"/>
              <a:lstStyle/>
              <a:p>
                <a:pPr algn="ctr" defTabSz="685800">
                  <a:defRPr/>
                </a:pPr>
                <a:endParaRPr lang="fr-FR" sz="2000" kern="0">
                  <a:solidFill>
                    <a:prstClr val="white"/>
                  </a:solidFill>
                  <a:latin typeface="Trebuchet MS"/>
                </a:endParaRPr>
              </a:p>
            </p:txBody>
          </p:sp>
          <p:sp>
            <p:nvSpPr>
              <p:cNvPr id="126" name="Forme libre 91">
                <a:extLst>
                  <a:ext uri="{FF2B5EF4-FFF2-40B4-BE49-F238E27FC236}">
                    <a16:creationId xmlns:a16="http://schemas.microsoft.com/office/drawing/2014/main" id="{7854A27E-960E-D38E-DE45-337145FCED86}"/>
                  </a:ext>
                </a:extLst>
              </p:cNvPr>
              <p:cNvSpPr/>
              <p:nvPr/>
            </p:nvSpPr>
            <p:spPr>
              <a:xfrm>
                <a:off x="6662282" y="2435524"/>
                <a:ext cx="1675265" cy="463207"/>
              </a:xfrm>
              <a:custGeom>
                <a:avLst/>
                <a:gdLst>
                  <a:gd name="connsiteX0" fmla="*/ 1076504 w 1675265"/>
                  <a:gd name="connsiteY0" fmla="*/ 0 h 463207"/>
                  <a:gd name="connsiteX1" fmla="*/ 1675265 w 1675265"/>
                  <a:gd name="connsiteY1" fmla="*/ 463207 h 463207"/>
                  <a:gd name="connsiteX2" fmla="*/ 0 w 1675265"/>
                  <a:gd name="connsiteY2" fmla="*/ 463207 h 463207"/>
                  <a:gd name="connsiteX3" fmla="*/ 598761 w 1675265"/>
                  <a:gd name="connsiteY3" fmla="*/ 1 h 463207"/>
                  <a:gd name="connsiteX4" fmla="*/ 837632 w 1675265"/>
                  <a:gd name="connsiteY4" fmla="*/ 184794 h 463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265" h="463207">
                    <a:moveTo>
                      <a:pt x="1076504" y="0"/>
                    </a:moveTo>
                    <a:lnTo>
                      <a:pt x="1675265" y="463207"/>
                    </a:lnTo>
                    <a:lnTo>
                      <a:pt x="0" y="463207"/>
                    </a:lnTo>
                    <a:lnTo>
                      <a:pt x="598761" y="1"/>
                    </a:lnTo>
                    <a:lnTo>
                      <a:pt x="837632" y="184794"/>
                    </a:lnTo>
                    <a:close/>
                  </a:path>
                </a:pathLst>
              </a:custGeom>
              <a:grpFill/>
              <a:ln w="12700" cap="flat" cmpd="sng" algn="ctr">
                <a:solidFill>
                  <a:schemeClr val="tx1">
                    <a:lumMod val="50000"/>
                    <a:lumOff val="50000"/>
                  </a:schemeClr>
                </a:solidFill>
                <a:prstDash val="solid"/>
              </a:ln>
              <a:effectLst/>
            </p:spPr>
            <p:txBody>
              <a:bodyPr rtlCol="0" anchor="ctr"/>
              <a:lstStyle/>
              <a:p>
                <a:pPr algn="ctr" defTabSz="685800">
                  <a:defRPr/>
                </a:pPr>
                <a:endParaRPr lang="fr-FR" sz="2000" kern="0">
                  <a:solidFill>
                    <a:prstClr val="white"/>
                  </a:solidFill>
                  <a:latin typeface="Trebuchet MS"/>
                </a:endParaRPr>
              </a:p>
            </p:txBody>
          </p:sp>
        </p:grpSp>
        <p:sp>
          <p:nvSpPr>
            <p:cNvPr id="123" name="ZoneTexte 122">
              <a:extLst>
                <a:ext uri="{FF2B5EF4-FFF2-40B4-BE49-F238E27FC236}">
                  <a16:creationId xmlns:a16="http://schemas.microsoft.com/office/drawing/2014/main" id="{99181084-00EC-2BF0-822E-E8AA5BACC026}"/>
                </a:ext>
              </a:extLst>
            </p:cNvPr>
            <p:cNvSpPr txBox="1"/>
            <p:nvPr/>
          </p:nvSpPr>
          <p:spPr>
            <a:xfrm>
              <a:off x="3829025" y="4199697"/>
              <a:ext cx="84960" cy="153887"/>
            </a:xfrm>
            <a:prstGeom prst="rect">
              <a:avLst/>
            </a:prstGeom>
            <a:noFill/>
          </p:spPr>
          <p:txBody>
            <a:bodyPr wrap="none" lIns="0" tIns="0" rIns="0" bIns="0" rtlCol="0">
              <a:spAutoFit/>
            </a:bodyPr>
            <a:lstStyle/>
            <a:p>
              <a:pPr defTabSz="685800">
                <a:defRPr/>
              </a:pPr>
              <a:r>
                <a:rPr lang="fr-FR" sz="1000" i="1" kern="0">
                  <a:solidFill>
                    <a:prstClr val="black">
                      <a:lumMod val="75000"/>
                      <a:lumOff val="25000"/>
                    </a:prstClr>
                  </a:solidFill>
                </a:rPr>
                <a:t>A</a:t>
              </a:r>
            </a:p>
          </p:txBody>
        </p:sp>
      </p:grpSp>
      <p:sp>
        <p:nvSpPr>
          <p:cNvPr id="133" name="Ellipse 132">
            <a:extLst>
              <a:ext uri="{FF2B5EF4-FFF2-40B4-BE49-F238E27FC236}">
                <a16:creationId xmlns:a16="http://schemas.microsoft.com/office/drawing/2014/main" id="{A0F58EFC-4D59-E423-10AC-3EB00BCCCC67}"/>
              </a:ext>
            </a:extLst>
          </p:cNvPr>
          <p:cNvSpPr/>
          <p:nvPr/>
        </p:nvSpPr>
        <p:spPr>
          <a:xfrm>
            <a:off x="4203695" y="4294471"/>
            <a:ext cx="219724" cy="21972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cxnSp>
        <p:nvCxnSpPr>
          <p:cNvPr id="134" name="Connecteur droit avec flèche 133">
            <a:extLst>
              <a:ext uri="{FF2B5EF4-FFF2-40B4-BE49-F238E27FC236}">
                <a16:creationId xmlns:a16="http://schemas.microsoft.com/office/drawing/2014/main" id="{C713C36D-1AFA-0D98-C9E9-82B1D8B2C592}"/>
              </a:ext>
            </a:extLst>
          </p:cNvPr>
          <p:cNvCxnSpPr>
            <a:cxnSpLocks/>
            <a:endCxn id="133" idx="6"/>
          </p:cNvCxnSpPr>
          <p:nvPr/>
        </p:nvCxnSpPr>
        <p:spPr>
          <a:xfrm flipH="1">
            <a:off x="4423419" y="4400213"/>
            <a:ext cx="274072" cy="4120"/>
          </a:xfrm>
          <a:prstGeom prst="straightConnector1">
            <a:avLst/>
          </a:prstGeom>
          <a:noFill/>
          <a:ln w="19050" cap="flat" cmpd="sng" algn="ctr">
            <a:solidFill>
              <a:srgbClr val="002B41"/>
            </a:solidFill>
            <a:prstDash val="solid"/>
            <a:headEnd type="none" w="med" len="med"/>
            <a:tailEnd type="none" w="med" len="med"/>
          </a:ln>
          <a:effectLst/>
        </p:spPr>
      </p:cxnSp>
      <p:sp>
        <p:nvSpPr>
          <p:cNvPr id="135" name="Ellipse 134">
            <a:extLst>
              <a:ext uri="{FF2B5EF4-FFF2-40B4-BE49-F238E27FC236}">
                <a16:creationId xmlns:a16="http://schemas.microsoft.com/office/drawing/2014/main" id="{05631E0D-FC3C-71B8-84C1-80D4B5A6E59A}"/>
              </a:ext>
            </a:extLst>
          </p:cNvPr>
          <p:cNvSpPr/>
          <p:nvPr/>
        </p:nvSpPr>
        <p:spPr>
          <a:xfrm>
            <a:off x="4203695" y="5437711"/>
            <a:ext cx="219724" cy="21972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cxnSp>
        <p:nvCxnSpPr>
          <p:cNvPr id="136" name="Connecteur droit avec flèche 135">
            <a:extLst>
              <a:ext uri="{FF2B5EF4-FFF2-40B4-BE49-F238E27FC236}">
                <a16:creationId xmlns:a16="http://schemas.microsoft.com/office/drawing/2014/main" id="{23BBCAB5-BCCB-03AF-49AD-E4D0D84D031C}"/>
              </a:ext>
            </a:extLst>
          </p:cNvPr>
          <p:cNvCxnSpPr>
            <a:cxnSpLocks/>
            <a:endCxn id="135" idx="6"/>
          </p:cNvCxnSpPr>
          <p:nvPr/>
        </p:nvCxnSpPr>
        <p:spPr>
          <a:xfrm flipH="1">
            <a:off x="4423419" y="5543453"/>
            <a:ext cx="274072" cy="4120"/>
          </a:xfrm>
          <a:prstGeom prst="straightConnector1">
            <a:avLst/>
          </a:prstGeom>
          <a:noFill/>
          <a:ln w="19050" cap="flat" cmpd="sng" algn="ctr">
            <a:solidFill>
              <a:srgbClr val="002B41"/>
            </a:solidFill>
            <a:prstDash val="solid"/>
            <a:headEnd type="none" w="med" len="med"/>
            <a:tailEnd type="none" w="med" len="med"/>
          </a:ln>
          <a:effectLst/>
        </p:spPr>
      </p:cxnSp>
      <p:sp>
        <p:nvSpPr>
          <p:cNvPr id="137" name="Arc 136">
            <a:extLst>
              <a:ext uri="{FF2B5EF4-FFF2-40B4-BE49-F238E27FC236}">
                <a16:creationId xmlns:a16="http://schemas.microsoft.com/office/drawing/2014/main" id="{39E98B7D-7E00-D745-0970-AC7A8B7F01C8}"/>
              </a:ext>
            </a:extLst>
          </p:cNvPr>
          <p:cNvSpPr/>
          <p:nvPr/>
        </p:nvSpPr>
        <p:spPr>
          <a:xfrm rot="16200000">
            <a:off x="4118559" y="5416837"/>
            <a:ext cx="338374" cy="263668"/>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sp>
        <p:nvSpPr>
          <p:cNvPr id="138" name="Arc 137">
            <a:extLst>
              <a:ext uri="{FF2B5EF4-FFF2-40B4-BE49-F238E27FC236}">
                <a16:creationId xmlns:a16="http://schemas.microsoft.com/office/drawing/2014/main" id="{63FA2771-D1C4-6DC1-914B-B0FAAAAB56CD}"/>
              </a:ext>
            </a:extLst>
          </p:cNvPr>
          <p:cNvSpPr/>
          <p:nvPr/>
        </p:nvSpPr>
        <p:spPr>
          <a:xfrm rot="16200000">
            <a:off x="4118559" y="4281461"/>
            <a:ext cx="338374" cy="263668"/>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cxnSp>
        <p:nvCxnSpPr>
          <p:cNvPr id="139" name="Connecteur droit avec flèche 298">
            <a:extLst>
              <a:ext uri="{FF2B5EF4-FFF2-40B4-BE49-F238E27FC236}">
                <a16:creationId xmlns:a16="http://schemas.microsoft.com/office/drawing/2014/main" id="{EFCC46AA-CDCF-5B16-3F58-6DFFBC5AA014}"/>
              </a:ext>
            </a:extLst>
          </p:cNvPr>
          <p:cNvCxnSpPr>
            <a:cxnSpLocks/>
          </p:cNvCxnSpPr>
          <p:nvPr/>
        </p:nvCxnSpPr>
        <p:spPr>
          <a:xfrm rot="10800000">
            <a:off x="3732608" y="4984454"/>
            <a:ext cx="435052" cy="571281"/>
          </a:xfrm>
          <a:prstGeom prst="bentConnector3">
            <a:avLst>
              <a:gd name="adj1" fmla="val 50000"/>
            </a:avLst>
          </a:prstGeom>
          <a:noFill/>
          <a:ln w="19050" cap="flat" cmpd="sng" algn="ctr">
            <a:solidFill>
              <a:srgbClr val="002B41"/>
            </a:solidFill>
            <a:prstDash val="solid"/>
            <a:headEnd type="none" w="med" len="med"/>
            <a:tailEnd type="none" w="med" len="med"/>
          </a:ln>
          <a:effectLst/>
        </p:spPr>
      </p:cxnSp>
      <p:cxnSp>
        <p:nvCxnSpPr>
          <p:cNvPr id="140" name="Connecteur droit avec flèche 298">
            <a:extLst>
              <a:ext uri="{FF2B5EF4-FFF2-40B4-BE49-F238E27FC236}">
                <a16:creationId xmlns:a16="http://schemas.microsoft.com/office/drawing/2014/main" id="{54FA8B37-55D6-A9F0-BE2E-4288940A2F02}"/>
              </a:ext>
            </a:extLst>
          </p:cNvPr>
          <p:cNvCxnSpPr>
            <a:cxnSpLocks/>
          </p:cNvCxnSpPr>
          <p:nvPr/>
        </p:nvCxnSpPr>
        <p:spPr>
          <a:xfrm rot="10800000" flipV="1">
            <a:off x="3732595" y="4412931"/>
            <a:ext cx="435052" cy="571281"/>
          </a:xfrm>
          <a:prstGeom prst="bentConnector3">
            <a:avLst>
              <a:gd name="adj1" fmla="val 50000"/>
            </a:avLst>
          </a:prstGeom>
          <a:noFill/>
          <a:ln w="19050" cap="flat" cmpd="sng" algn="ctr">
            <a:solidFill>
              <a:srgbClr val="002B41"/>
            </a:solidFill>
            <a:prstDash val="solid"/>
            <a:headEnd type="none" w="med" len="med"/>
            <a:tailEnd type="none" w="med" len="med"/>
          </a:ln>
          <a:effectLst/>
        </p:spPr>
      </p:cxnSp>
      <p:sp>
        <p:nvSpPr>
          <p:cNvPr id="142" name="Ellipse 141">
            <a:extLst>
              <a:ext uri="{FF2B5EF4-FFF2-40B4-BE49-F238E27FC236}">
                <a16:creationId xmlns:a16="http://schemas.microsoft.com/office/drawing/2014/main" id="{F7EA8BD5-AC7C-0E0F-B64E-908AD0CCB36C}"/>
              </a:ext>
            </a:extLst>
          </p:cNvPr>
          <p:cNvSpPr/>
          <p:nvPr/>
        </p:nvSpPr>
        <p:spPr>
          <a:xfrm>
            <a:off x="7030277" y="2004881"/>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143" name="Ellipse 142">
            <a:extLst>
              <a:ext uri="{FF2B5EF4-FFF2-40B4-BE49-F238E27FC236}">
                <a16:creationId xmlns:a16="http://schemas.microsoft.com/office/drawing/2014/main" id="{F9DD6BC4-E134-BEE7-2164-F6DAEC5AA17B}"/>
              </a:ext>
            </a:extLst>
          </p:cNvPr>
          <p:cNvSpPr/>
          <p:nvPr/>
        </p:nvSpPr>
        <p:spPr>
          <a:xfrm>
            <a:off x="7030278" y="1648055"/>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5" name="Rectangle 4">
            <a:extLst>
              <a:ext uri="{FF2B5EF4-FFF2-40B4-BE49-F238E27FC236}">
                <a16:creationId xmlns:a16="http://schemas.microsoft.com/office/drawing/2014/main" id="{8FC009DB-A178-E9CA-6311-5DAFC69AC211}"/>
              </a:ext>
            </a:extLst>
          </p:cNvPr>
          <p:cNvSpPr/>
          <p:nvPr/>
        </p:nvSpPr>
        <p:spPr>
          <a:xfrm>
            <a:off x="596899" y="3899096"/>
            <a:ext cx="5994400" cy="2387600"/>
          </a:xfrm>
          <a:prstGeom prst="rect">
            <a:avLst/>
          </a:prstGeom>
          <a:noFill/>
          <a:ln w="28575">
            <a:solidFill>
              <a:srgbClr val="FF6F2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26" name="Picture 2">
            <a:extLst>
              <a:ext uri="{FF2B5EF4-FFF2-40B4-BE49-F238E27FC236}">
                <a16:creationId xmlns:a16="http://schemas.microsoft.com/office/drawing/2014/main" id="{42D80D59-B960-6624-C149-A3F515D142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686" y="3967806"/>
            <a:ext cx="751592" cy="385778"/>
          </a:xfrm>
          <a:prstGeom prst="rect">
            <a:avLst/>
          </a:prstGeom>
          <a:noFill/>
          <a:extLst>
            <a:ext uri="{909E8E84-426E-40DD-AFC4-6F175D3DCCD1}">
              <a14:hiddenFill xmlns:a14="http://schemas.microsoft.com/office/drawing/2010/main">
                <a:solidFill>
                  <a:srgbClr val="FFFFFF"/>
                </a:solidFill>
              </a14:hiddenFill>
            </a:ext>
          </a:extLst>
        </p:spPr>
      </p:pic>
      <p:sp>
        <p:nvSpPr>
          <p:cNvPr id="3" name="Ellipse 2">
            <a:extLst>
              <a:ext uri="{FF2B5EF4-FFF2-40B4-BE49-F238E27FC236}">
                <a16:creationId xmlns:a16="http://schemas.microsoft.com/office/drawing/2014/main" id="{34DBE88B-99B3-C494-3B0E-2FEA959FDB66}"/>
              </a:ext>
            </a:extLst>
          </p:cNvPr>
          <p:cNvSpPr/>
          <p:nvPr/>
        </p:nvSpPr>
        <p:spPr>
          <a:xfrm>
            <a:off x="7030277" y="2344357"/>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14" name="Rectangle 13">
            <a:extLst>
              <a:ext uri="{FF2B5EF4-FFF2-40B4-BE49-F238E27FC236}">
                <a16:creationId xmlns:a16="http://schemas.microsoft.com/office/drawing/2014/main" id="{3B928A55-7BD5-3531-80C7-67E4E893C7D2}"/>
              </a:ext>
            </a:extLst>
          </p:cNvPr>
          <p:cNvSpPr/>
          <p:nvPr/>
        </p:nvSpPr>
        <p:spPr>
          <a:xfrm>
            <a:off x="429174" y="1324441"/>
            <a:ext cx="6279969" cy="850730"/>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buClr>
                <a:schemeClr val="tx2"/>
              </a:buClr>
            </a:pPr>
            <a:r>
              <a:rPr lang="fr-FR" sz="1400">
                <a:solidFill>
                  <a:schemeClr val="tx1"/>
                </a:solidFill>
              </a:rPr>
              <a:t>Echanges de données asynchrones, dans un contexte:</a:t>
            </a:r>
          </a:p>
          <a:p>
            <a:pPr marL="742950" lvl="1" indent="-285750">
              <a:buClr>
                <a:schemeClr val="tx2"/>
              </a:buClr>
              <a:buFont typeface="Arial" panose="020B0604020202020204" pitchFamily="34" charset="0"/>
              <a:buChar char="•"/>
            </a:pPr>
            <a:r>
              <a:rPr lang="fr-FR" sz="1400">
                <a:solidFill>
                  <a:schemeClr val="tx1"/>
                </a:solidFill>
              </a:rPr>
              <a:t>Architectures micro-services</a:t>
            </a:r>
          </a:p>
          <a:p>
            <a:pPr marL="742950" lvl="1" indent="-285750">
              <a:buClr>
                <a:schemeClr val="tx2"/>
              </a:buClr>
              <a:buFont typeface="Arial" panose="020B0604020202020204" pitchFamily="34" charset="0"/>
              <a:buChar char="•"/>
            </a:pPr>
            <a:r>
              <a:rPr lang="fr-FR" sz="1400">
                <a:solidFill>
                  <a:schemeClr val="tx1"/>
                </a:solidFill>
              </a:rPr>
              <a:t>Echanges normalisés</a:t>
            </a:r>
          </a:p>
        </p:txBody>
      </p:sp>
      <p:sp>
        <p:nvSpPr>
          <p:cNvPr id="15" name="ZoneTexte 14">
            <a:extLst>
              <a:ext uri="{FF2B5EF4-FFF2-40B4-BE49-F238E27FC236}">
                <a16:creationId xmlns:a16="http://schemas.microsoft.com/office/drawing/2014/main" id="{6B03CA71-88D5-C25D-E9A5-15D094A0DDE3}"/>
              </a:ext>
            </a:extLst>
          </p:cNvPr>
          <p:cNvSpPr txBox="1"/>
          <p:nvPr/>
        </p:nvSpPr>
        <p:spPr>
          <a:xfrm>
            <a:off x="753697" y="1211060"/>
            <a:ext cx="1602841" cy="215444"/>
          </a:xfrm>
          <a:prstGeom prst="rect">
            <a:avLst/>
          </a:prstGeom>
          <a:solidFill>
            <a:schemeClr val="bg1"/>
          </a:solidFill>
        </p:spPr>
        <p:txBody>
          <a:bodyPr wrap="square" lIns="27000" tIns="0" rIns="27000" bIns="0" rtlCol="0">
            <a:spAutoFit/>
          </a:bodyPr>
          <a:lstStyle/>
          <a:p>
            <a:pPr algn="ctr"/>
            <a:r>
              <a:rPr lang="en-US" sz="1400" b="1" cap="all">
                <a:solidFill>
                  <a:schemeClr val="tx2"/>
                </a:solidFill>
                <a:latin typeface="+mj-lt"/>
              </a:rPr>
              <a:t>Use case</a:t>
            </a:r>
          </a:p>
        </p:txBody>
      </p:sp>
      <p:sp>
        <p:nvSpPr>
          <p:cNvPr id="16" name="Rectangle 15">
            <a:extLst>
              <a:ext uri="{FF2B5EF4-FFF2-40B4-BE49-F238E27FC236}">
                <a16:creationId xmlns:a16="http://schemas.microsoft.com/office/drawing/2014/main" id="{2B6370C5-00E5-9FA3-9DDA-11DE3CA4036D}"/>
              </a:ext>
            </a:extLst>
          </p:cNvPr>
          <p:cNvSpPr/>
          <p:nvPr/>
        </p:nvSpPr>
        <p:spPr>
          <a:xfrm>
            <a:off x="429174" y="2396753"/>
            <a:ext cx="6279969" cy="975200"/>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Clr>
                <a:schemeClr val="tx2"/>
              </a:buClr>
              <a:buFont typeface="Arial" panose="020B0604020202020204" pitchFamily="34" charset="0"/>
              <a:buChar char="•"/>
            </a:pPr>
            <a:r>
              <a:rPr lang="fr-FR" sz="1400">
                <a:solidFill>
                  <a:schemeClr val="tx1"/>
                </a:solidFill>
              </a:rPr>
              <a:t>Propagation des créations et mises à jour de données depuis et vers des </a:t>
            </a:r>
            <a:r>
              <a:rPr lang="fr-FR" sz="1400" err="1">
                <a:solidFill>
                  <a:schemeClr val="tx1"/>
                </a:solidFill>
              </a:rPr>
              <a:t>microservices</a:t>
            </a:r>
            <a:endParaRPr lang="fr-FR" sz="1400">
              <a:solidFill>
                <a:schemeClr val="tx1"/>
              </a:solidFill>
            </a:endParaRPr>
          </a:p>
          <a:p>
            <a:pPr marL="285750" indent="-285750">
              <a:buClr>
                <a:schemeClr val="tx2"/>
              </a:buClr>
              <a:buFont typeface="Arial" panose="020B0604020202020204" pitchFamily="34" charset="0"/>
              <a:buChar char="•"/>
            </a:pPr>
            <a:r>
              <a:rPr lang="fr-FR" sz="1400">
                <a:solidFill>
                  <a:schemeClr val="tx1"/>
                </a:solidFill>
              </a:rPr>
              <a:t>Emission des données de référence (ex. OIA) vers des applicatifs internes au SI</a:t>
            </a:r>
            <a:endParaRPr lang="fr-FR" sz="1050"/>
          </a:p>
        </p:txBody>
      </p:sp>
      <p:sp>
        <p:nvSpPr>
          <p:cNvPr id="17" name="ZoneTexte 16">
            <a:extLst>
              <a:ext uri="{FF2B5EF4-FFF2-40B4-BE49-F238E27FC236}">
                <a16:creationId xmlns:a16="http://schemas.microsoft.com/office/drawing/2014/main" id="{62B4CD33-3AB8-9AD1-5DFE-F772BD9C0FCD}"/>
              </a:ext>
            </a:extLst>
          </p:cNvPr>
          <p:cNvSpPr txBox="1"/>
          <p:nvPr/>
        </p:nvSpPr>
        <p:spPr>
          <a:xfrm>
            <a:off x="753697" y="2277001"/>
            <a:ext cx="1602841" cy="215444"/>
          </a:xfrm>
          <a:prstGeom prst="rect">
            <a:avLst/>
          </a:prstGeom>
          <a:solidFill>
            <a:schemeClr val="bg1"/>
          </a:solidFill>
        </p:spPr>
        <p:txBody>
          <a:bodyPr wrap="square" lIns="27000" tIns="0" rIns="27000" bIns="0" rtlCol="0">
            <a:spAutoFit/>
          </a:bodyPr>
          <a:lstStyle/>
          <a:p>
            <a:pPr algn="ctr"/>
            <a:r>
              <a:rPr lang="en-US" sz="1400" b="1" cap="all" err="1">
                <a:solidFill>
                  <a:schemeClr val="tx2"/>
                </a:solidFill>
                <a:latin typeface="+mj-lt"/>
              </a:rPr>
              <a:t>Exemple</a:t>
            </a:r>
            <a:endParaRPr lang="en-US" sz="1400" b="1" cap="all">
              <a:solidFill>
                <a:schemeClr val="tx2"/>
              </a:solidFill>
              <a:latin typeface="+mj-lt"/>
            </a:endParaRPr>
          </a:p>
        </p:txBody>
      </p:sp>
      <p:sp>
        <p:nvSpPr>
          <p:cNvPr id="18" name="Rectangle 17">
            <a:extLst>
              <a:ext uri="{FF2B5EF4-FFF2-40B4-BE49-F238E27FC236}">
                <a16:creationId xmlns:a16="http://schemas.microsoft.com/office/drawing/2014/main" id="{ABF56279-72AE-8E22-4B97-25B4FB7E9DEF}"/>
              </a:ext>
            </a:extLst>
          </p:cNvPr>
          <p:cNvSpPr/>
          <p:nvPr/>
        </p:nvSpPr>
        <p:spPr>
          <a:xfrm>
            <a:off x="6881876" y="4444254"/>
            <a:ext cx="2437617" cy="2012503"/>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108000" bIns="34290" numCol="1" spcCol="0" rtlCol="0" fromWordArt="0" anchor="t" anchorCtr="0" forceAA="0" compatLnSpc="1">
            <a:prstTxWarp prst="textNoShape">
              <a:avLst/>
            </a:prstTxWarp>
            <a:noAutofit/>
          </a:bodyPr>
          <a:lstStyle/>
          <a:p>
            <a:pPr marL="184150" marR="0" lvl="0" indent="-184150" algn="l" defTabSz="914400" rtl="0" eaLnBrk="1" fontAlgn="auto" latinLnBrk="0" hangingPunct="1">
              <a:lnSpc>
                <a:spcPct val="100000"/>
              </a:lnSpc>
              <a:spcBef>
                <a:spcPts val="0"/>
              </a:spcBef>
              <a:spcAft>
                <a:spcPts val="0"/>
              </a:spcAft>
              <a:buClr>
                <a:schemeClr val="tx2"/>
              </a:buClr>
              <a:buSzTx/>
              <a:buFont typeface="Arial" panose="020B0604020202020204" pitchFamily="34" charset="0"/>
              <a:buChar char="•"/>
              <a:defRPr/>
            </a:pPr>
            <a:r>
              <a:rPr lang="fr-FR" sz="1400" dirty="0">
                <a:solidFill>
                  <a:schemeClr val="tx1"/>
                </a:solidFill>
              </a:rPr>
              <a:t>La capacité du middleware à traiter</a:t>
            </a:r>
            <a:r>
              <a:rPr lang="fr-FR" sz="1400">
                <a:solidFill>
                  <a:schemeClr val="tx1"/>
                </a:solidFill>
              </a:rPr>
              <a:t>, pour un grand volume</a:t>
            </a:r>
            <a:r>
              <a:rPr lang="fr-FR" sz="1400" dirty="0">
                <a:solidFill>
                  <a:schemeClr val="tx1"/>
                </a:solidFill>
              </a:rPr>
              <a:t> </a:t>
            </a:r>
            <a:r>
              <a:rPr lang="fr-FR" sz="1400">
                <a:solidFill>
                  <a:schemeClr val="tx1"/>
                </a:solidFill>
              </a:rPr>
              <a:t>de messages, </a:t>
            </a:r>
            <a:r>
              <a:rPr lang="fr-FR" sz="1400" dirty="0">
                <a:solidFill>
                  <a:schemeClr val="tx1"/>
                </a:solidFill>
              </a:rPr>
              <a:t>le transport et la distribution</a:t>
            </a:r>
            <a:endParaRPr lang="fr-FR" sz="1400">
              <a:solidFill>
                <a:schemeClr val="tx1"/>
              </a:solidFill>
            </a:endParaRPr>
          </a:p>
        </p:txBody>
      </p:sp>
      <p:sp>
        <p:nvSpPr>
          <p:cNvPr id="19" name="ZoneTexte 18">
            <a:extLst>
              <a:ext uri="{FF2B5EF4-FFF2-40B4-BE49-F238E27FC236}">
                <a16:creationId xmlns:a16="http://schemas.microsoft.com/office/drawing/2014/main" id="{E86140EB-6A7D-0836-FD42-95DE6409762F}"/>
              </a:ext>
            </a:extLst>
          </p:cNvPr>
          <p:cNvSpPr txBox="1"/>
          <p:nvPr/>
        </p:nvSpPr>
        <p:spPr>
          <a:xfrm>
            <a:off x="6965637" y="4348119"/>
            <a:ext cx="1452189" cy="215444"/>
          </a:xfrm>
          <a:prstGeom prst="rect">
            <a:avLst/>
          </a:prstGeom>
          <a:solidFill>
            <a:schemeClr val="bg1"/>
          </a:solidFill>
        </p:spPr>
        <p:txBody>
          <a:bodyPr wrap="square" lIns="27000" tIns="0" rIns="27000" bIns="0" rtlCol="0">
            <a:spAutoFit/>
          </a:bodyPr>
          <a:lstStyle/>
          <a:p>
            <a:pPr algn="ctr"/>
            <a:r>
              <a:rPr lang="fr-FR" sz="1400" b="1" cap="all">
                <a:solidFill>
                  <a:schemeClr val="tx2"/>
                </a:solidFill>
                <a:latin typeface="+mj-lt"/>
              </a:rPr>
              <a:t>Avantages</a:t>
            </a:r>
          </a:p>
        </p:txBody>
      </p:sp>
      <p:sp>
        <p:nvSpPr>
          <p:cNvPr id="23" name="Rectangle 22">
            <a:extLst>
              <a:ext uri="{FF2B5EF4-FFF2-40B4-BE49-F238E27FC236}">
                <a16:creationId xmlns:a16="http://schemas.microsoft.com/office/drawing/2014/main" id="{D702FB36-7BAD-299E-E3FA-DE2D15DC36C2}"/>
              </a:ext>
            </a:extLst>
          </p:cNvPr>
          <p:cNvSpPr/>
          <p:nvPr/>
        </p:nvSpPr>
        <p:spPr>
          <a:xfrm>
            <a:off x="9566540" y="4444253"/>
            <a:ext cx="2437617" cy="2012503"/>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108000" bIns="34290" numCol="1" spcCol="0" rtlCol="0" fromWordArt="0" anchor="t" anchorCtr="0" forceAA="0" compatLnSpc="1">
            <a:prstTxWarp prst="textNoShape">
              <a:avLst/>
            </a:prstTxWarp>
            <a:noAutofit/>
          </a:bodyPr>
          <a:lstStyle/>
          <a:p>
            <a:pPr marL="184150" indent="-184150">
              <a:spcBef>
                <a:spcPts val="900"/>
              </a:spcBef>
              <a:buClr>
                <a:schemeClr val="tx2"/>
              </a:buClr>
              <a:buFont typeface="Arial" panose="020B0604020202020204" pitchFamily="34" charset="0"/>
              <a:buChar char="•"/>
            </a:pPr>
            <a:r>
              <a:rPr lang="fr-FR" sz="1400">
                <a:solidFill>
                  <a:schemeClr val="tx1"/>
                </a:solidFill>
              </a:rPr>
              <a:t>Emetteurs et Abonnés ont en charge la connectivité au middleware</a:t>
            </a:r>
          </a:p>
          <a:p>
            <a:pPr marL="184150" indent="-184150">
              <a:spcBef>
                <a:spcPts val="900"/>
              </a:spcBef>
              <a:buClr>
                <a:schemeClr val="tx2"/>
              </a:buClr>
              <a:buFont typeface="Arial" panose="020B0604020202020204" pitchFamily="34" charset="0"/>
              <a:buChar char="•"/>
            </a:pPr>
            <a:r>
              <a:rPr lang="fr-FR" sz="1400">
                <a:solidFill>
                  <a:schemeClr val="tx1"/>
                </a:solidFill>
              </a:rPr>
              <a:t>Emetteurs et Abonnés s’adaptent au modèle du message</a:t>
            </a:r>
          </a:p>
        </p:txBody>
      </p:sp>
      <p:sp>
        <p:nvSpPr>
          <p:cNvPr id="24" name="ZoneTexte 23">
            <a:extLst>
              <a:ext uri="{FF2B5EF4-FFF2-40B4-BE49-F238E27FC236}">
                <a16:creationId xmlns:a16="http://schemas.microsoft.com/office/drawing/2014/main" id="{9BC892F6-A185-C6C8-75F7-FD95C89D3FC6}"/>
              </a:ext>
            </a:extLst>
          </p:cNvPr>
          <p:cNvSpPr txBox="1"/>
          <p:nvPr/>
        </p:nvSpPr>
        <p:spPr>
          <a:xfrm>
            <a:off x="9646986" y="4348119"/>
            <a:ext cx="1926343" cy="215444"/>
          </a:xfrm>
          <a:prstGeom prst="rect">
            <a:avLst/>
          </a:prstGeom>
          <a:solidFill>
            <a:schemeClr val="bg1"/>
          </a:solidFill>
        </p:spPr>
        <p:txBody>
          <a:bodyPr wrap="square" lIns="27000" tIns="0" rIns="27000" bIns="0" rtlCol="0">
            <a:spAutoFit/>
          </a:bodyPr>
          <a:lstStyle/>
          <a:p>
            <a:pPr algn="ctr"/>
            <a:r>
              <a:rPr lang="fr-FR" sz="1400" b="1" cap="all">
                <a:solidFill>
                  <a:schemeClr val="tx2"/>
                </a:solidFill>
                <a:latin typeface="+mj-lt"/>
              </a:rPr>
              <a:t>Inconvénients</a:t>
            </a:r>
          </a:p>
        </p:txBody>
      </p:sp>
      <p:sp>
        <p:nvSpPr>
          <p:cNvPr id="28" name="Ellipse 27">
            <a:extLst>
              <a:ext uri="{FF2B5EF4-FFF2-40B4-BE49-F238E27FC236}">
                <a16:creationId xmlns:a16="http://schemas.microsoft.com/office/drawing/2014/main" id="{48F7F910-05DD-FB83-6C89-A8677C08D83E}"/>
              </a:ext>
            </a:extLst>
          </p:cNvPr>
          <p:cNvSpPr/>
          <p:nvPr/>
        </p:nvSpPr>
        <p:spPr>
          <a:xfrm>
            <a:off x="4168539" y="4809524"/>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grpSp>
        <p:nvGrpSpPr>
          <p:cNvPr id="20" name="Groupe 19">
            <a:extLst>
              <a:ext uri="{FF2B5EF4-FFF2-40B4-BE49-F238E27FC236}">
                <a16:creationId xmlns:a16="http://schemas.microsoft.com/office/drawing/2014/main" id="{3D42C63E-6232-3437-DB81-CB5C7DCF451B}"/>
              </a:ext>
            </a:extLst>
          </p:cNvPr>
          <p:cNvGrpSpPr/>
          <p:nvPr/>
        </p:nvGrpSpPr>
        <p:grpSpPr>
          <a:xfrm>
            <a:off x="3597336" y="5554344"/>
            <a:ext cx="290035" cy="181243"/>
            <a:chOff x="3641062" y="4172341"/>
            <a:chExt cx="290035" cy="181243"/>
          </a:xfrm>
        </p:grpSpPr>
        <p:grpSp>
          <p:nvGrpSpPr>
            <p:cNvPr id="22" name="Groupe 21">
              <a:extLst>
                <a:ext uri="{FF2B5EF4-FFF2-40B4-BE49-F238E27FC236}">
                  <a16:creationId xmlns:a16="http://schemas.microsoft.com/office/drawing/2014/main" id="{5505DF95-AED3-561D-87C2-7395E44E7D49}"/>
                </a:ext>
              </a:extLst>
            </p:cNvPr>
            <p:cNvGrpSpPr/>
            <p:nvPr/>
          </p:nvGrpSpPr>
          <p:grpSpPr>
            <a:xfrm>
              <a:off x="3641062" y="4172341"/>
              <a:ext cx="290035" cy="175778"/>
              <a:chOff x="6662282" y="1972317"/>
              <a:chExt cx="1675266" cy="926414"/>
            </a:xfrm>
            <a:solidFill>
              <a:schemeClr val="bg1"/>
            </a:solidFill>
          </p:grpSpPr>
          <p:sp>
            <p:nvSpPr>
              <p:cNvPr id="30" name="Rectangle 29">
                <a:extLst>
                  <a:ext uri="{FF2B5EF4-FFF2-40B4-BE49-F238E27FC236}">
                    <a16:creationId xmlns:a16="http://schemas.microsoft.com/office/drawing/2014/main" id="{D6EFB979-AF85-B886-9A13-AA27A647B9A4}"/>
                  </a:ext>
                </a:extLst>
              </p:cNvPr>
              <p:cNvSpPr/>
              <p:nvPr/>
            </p:nvSpPr>
            <p:spPr>
              <a:xfrm>
                <a:off x="6662283" y="1974627"/>
                <a:ext cx="1675265" cy="920973"/>
              </a:xfrm>
              <a:prstGeom prst="rect">
                <a:avLst/>
              </a:prstGeom>
              <a:grpFill/>
              <a:ln w="12700" cap="flat" cmpd="sng" algn="ctr">
                <a:solidFill>
                  <a:schemeClr val="tx1">
                    <a:lumMod val="50000"/>
                    <a:lumOff val="50000"/>
                  </a:schemeClr>
                </a:solidFill>
                <a:prstDash val="solid"/>
              </a:ln>
              <a:effectLst>
                <a:outerShdw blurRad="40000" dist="23000" dir="5400000" rotWithShape="0">
                  <a:srgbClr val="000000">
                    <a:alpha val="35000"/>
                  </a:srgbClr>
                </a:outerShdw>
              </a:effectLst>
            </p:spPr>
            <p:txBody>
              <a:bodyPr rtlCol="0" anchor="ctr"/>
              <a:lstStyle/>
              <a:p>
                <a:pPr algn="ctr" defTabSz="685800">
                  <a:defRPr/>
                </a:pPr>
                <a:endParaRPr lang="fr-FR" sz="2000" kern="0">
                  <a:solidFill>
                    <a:prstClr val="white"/>
                  </a:solidFill>
                  <a:latin typeface="Trebuchet MS"/>
                </a:endParaRPr>
              </a:p>
            </p:txBody>
          </p:sp>
          <p:sp>
            <p:nvSpPr>
              <p:cNvPr id="31" name="Triangle isocèle 124">
                <a:extLst>
                  <a:ext uri="{FF2B5EF4-FFF2-40B4-BE49-F238E27FC236}">
                    <a16:creationId xmlns:a16="http://schemas.microsoft.com/office/drawing/2014/main" id="{5580F703-19D9-B5C1-297E-07ED1165123F}"/>
                  </a:ext>
                </a:extLst>
              </p:cNvPr>
              <p:cNvSpPr/>
              <p:nvPr/>
            </p:nvSpPr>
            <p:spPr>
              <a:xfrm rot="10800000">
                <a:off x="6662282" y="1972317"/>
                <a:ext cx="1675265" cy="648000"/>
              </a:xfrm>
              <a:prstGeom prst="triangle">
                <a:avLst/>
              </a:prstGeom>
              <a:grpFill/>
              <a:ln w="12700" cap="flat" cmpd="sng" algn="ctr">
                <a:solidFill>
                  <a:schemeClr val="tx1">
                    <a:lumMod val="50000"/>
                    <a:lumOff val="50000"/>
                  </a:schemeClr>
                </a:solidFill>
                <a:prstDash val="solid"/>
              </a:ln>
              <a:effectLst/>
            </p:spPr>
            <p:txBody>
              <a:bodyPr rtlCol="0" anchor="ctr"/>
              <a:lstStyle/>
              <a:p>
                <a:pPr algn="ctr" defTabSz="685800">
                  <a:defRPr/>
                </a:pPr>
                <a:endParaRPr lang="fr-FR" sz="2000" kern="0">
                  <a:solidFill>
                    <a:prstClr val="white"/>
                  </a:solidFill>
                  <a:latin typeface="Trebuchet MS"/>
                </a:endParaRPr>
              </a:p>
            </p:txBody>
          </p:sp>
          <p:sp>
            <p:nvSpPr>
              <p:cNvPr id="32" name="Forme libre 91">
                <a:extLst>
                  <a:ext uri="{FF2B5EF4-FFF2-40B4-BE49-F238E27FC236}">
                    <a16:creationId xmlns:a16="http://schemas.microsoft.com/office/drawing/2014/main" id="{44F02740-8BF7-35C9-2EBE-8191755B73D2}"/>
                  </a:ext>
                </a:extLst>
              </p:cNvPr>
              <p:cNvSpPr/>
              <p:nvPr/>
            </p:nvSpPr>
            <p:spPr>
              <a:xfrm>
                <a:off x="6662282" y="2435524"/>
                <a:ext cx="1675265" cy="463207"/>
              </a:xfrm>
              <a:custGeom>
                <a:avLst/>
                <a:gdLst>
                  <a:gd name="connsiteX0" fmla="*/ 1076504 w 1675265"/>
                  <a:gd name="connsiteY0" fmla="*/ 0 h 463207"/>
                  <a:gd name="connsiteX1" fmla="*/ 1675265 w 1675265"/>
                  <a:gd name="connsiteY1" fmla="*/ 463207 h 463207"/>
                  <a:gd name="connsiteX2" fmla="*/ 0 w 1675265"/>
                  <a:gd name="connsiteY2" fmla="*/ 463207 h 463207"/>
                  <a:gd name="connsiteX3" fmla="*/ 598761 w 1675265"/>
                  <a:gd name="connsiteY3" fmla="*/ 1 h 463207"/>
                  <a:gd name="connsiteX4" fmla="*/ 837632 w 1675265"/>
                  <a:gd name="connsiteY4" fmla="*/ 184794 h 463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5265" h="463207">
                    <a:moveTo>
                      <a:pt x="1076504" y="0"/>
                    </a:moveTo>
                    <a:lnTo>
                      <a:pt x="1675265" y="463207"/>
                    </a:lnTo>
                    <a:lnTo>
                      <a:pt x="0" y="463207"/>
                    </a:lnTo>
                    <a:lnTo>
                      <a:pt x="598761" y="1"/>
                    </a:lnTo>
                    <a:lnTo>
                      <a:pt x="837632" y="184794"/>
                    </a:lnTo>
                    <a:close/>
                  </a:path>
                </a:pathLst>
              </a:custGeom>
              <a:grpFill/>
              <a:ln w="12700" cap="flat" cmpd="sng" algn="ctr">
                <a:solidFill>
                  <a:schemeClr val="tx1">
                    <a:lumMod val="50000"/>
                    <a:lumOff val="50000"/>
                  </a:schemeClr>
                </a:solidFill>
                <a:prstDash val="solid"/>
              </a:ln>
              <a:effectLst/>
            </p:spPr>
            <p:txBody>
              <a:bodyPr rtlCol="0" anchor="ctr"/>
              <a:lstStyle/>
              <a:p>
                <a:pPr algn="ctr" defTabSz="685800">
                  <a:defRPr/>
                </a:pPr>
                <a:endParaRPr lang="fr-FR" sz="2000" kern="0">
                  <a:solidFill>
                    <a:prstClr val="white"/>
                  </a:solidFill>
                  <a:latin typeface="Trebuchet MS"/>
                </a:endParaRPr>
              </a:p>
            </p:txBody>
          </p:sp>
        </p:grpSp>
        <p:sp>
          <p:nvSpPr>
            <p:cNvPr id="29" name="ZoneTexte 28">
              <a:extLst>
                <a:ext uri="{FF2B5EF4-FFF2-40B4-BE49-F238E27FC236}">
                  <a16:creationId xmlns:a16="http://schemas.microsoft.com/office/drawing/2014/main" id="{B81CE962-F0AD-A977-7641-10A6758492A3}"/>
                </a:ext>
              </a:extLst>
            </p:cNvPr>
            <p:cNvSpPr txBox="1"/>
            <p:nvPr/>
          </p:nvSpPr>
          <p:spPr>
            <a:xfrm>
              <a:off x="3829025" y="4199697"/>
              <a:ext cx="84960" cy="153887"/>
            </a:xfrm>
            <a:prstGeom prst="rect">
              <a:avLst/>
            </a:prstGeom>
            <a:noFill/>
          </p:spPr>
          <p:txBody>
            <a:bodyPr wrap="none" lIns="0" tIns="0" rIns="0" bIns="0" rtlCol="0">
              <a:spAutoFit/>
            </a:bodyPr>
            <a:lstStyle/>
            <a:p>
              <a:pPr defTabSz="685800">
                <a:defRPr/>
              </a:pPr>
              <a:r>
                <a:rPr lang="fr-FR" sz="1000" i="1" kern="0">
                  <a:solidFill>
                    <a:prstClr val="black">
                      <a:lumMod val="75000"/>
                      <a:lumOff val="25000"/>
                    </a:prstClr>
                  </a:solidFill>
                </a:rPr>
                <a:t>A</a:t>
              </a:r>
            </a:p>
          </p:txBody>
        </p:sp>
      </p:grpSp>
    </p:spTree>
    <p:extLst>
      <p:ext uri="{BB962C8B-B14F-4D97-AF65-F5344CB8AC3E}">
        <p14:creationId xmlns:p14="http://schemas.microsoft.com/office/powerpoint/2010/main" val="3817367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0DB6BCE8-89C3-D763-E048-A9C98A28A6F3}"/>
              </a:ext>
            </a:extLst>
          </p:cNvPr>
          <p:cNvSpPr/>
          <p:nvPr/>
        </p:nvSpPr>
        <p:spPr>
          <a:xfrm>
            <a:off x="6881876" y="1324372"/>
            <a:ext cx="5122281" cy="2978514"/>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16000" tIns="324000" rIns="360000" bIns="34290" numCol="1" spcCol="0" rtlCol="0" fromWordArt="0" anchor="t" anchorCtr="0" forceAA="0" compatLnSpc="1">
            <a:prstTxWarp prst="textNoShape">
              <a:avLst/>
            </a:prstTxWarp>
            <a:noAutofit/>
          </a:bodyPr>
          <a:lstStyle/>
          <a:p>
            <a:pPr marL="285750" indent="-285750" algn="just">
              <a:spcBef>
                <a:spcPts val="900"/>
              </a:spcBef>
              <a:buClr>
                <a:schemeClr val="tx2"/>
              </a:buClr>
              <a:buFont typeface="Arial" panose="020B0604020202020204" pitchFamily="34" charset="0"/>
              <a:buChar char="•"/>
            </a:pPr>
            <a:r>
              <a:rPr lang="fr-FR" sz="1400" dirty="0">
                <a:solidFill>
                  <a:schemeClr val="tx1"/>
                </a:solidFill>
              </a:rPr>
              <a:t>Le consommateur de service appelle l’API normalisée exposée par L’</a:t>
            </a:r>
            <a:r>
              <a:rPr lang="fr-FR" sz="1400" dirty="0" err="1">
                <a:solidFill>
                  <a:schemeClr val="tx1"/>
                </a:solidFill>
              </a:rPr>
              <a:t>APIManagement</a:t>
            </a:r>
            <a:r>
              <a:rPr lang="fr-FR" sz="1400" dirty="0">
                <a:solidFill>
                  <a:schemeClr val="tx1"/>
                </a:solidFill>
              </a:rPr>
              <a:t>.</a:t>
            </a:r>
          </a:p>
          <a:p>
            <a:pPr marL="285750" indent="-285750" algn="just">
              <a:spcBef>
                <a:spcPts val="900"/>
              </a:spcBef>
              <a:buClr>
                <a:schemeClr val="tx2"/>
              </a:buClr>
              <a:buFont typeface="Arial" panose="020B0604020202020204" pitchFamily="34" charset="0"/>
              <a:buChar char="•"/>
            </a:pPr>
            <a:r>
              <a:rPr lang="fr-FR" sz="1400" dirty="0">
                <a:solidFill>
                  <a:schemeClr val="tx1"/>
                </a:solidFill>
              </a:rPr>
              <a:t>L’</a:t>
            </a:r>
            <a:r>
              <a:rPr lang="fr-FR" sz="1400" dirty="0" err="1">
                <a:solidFill>
                  <a:schemeClr val="tx1"/>
                </a:solidFill>
              </a:rPr>
              <a:t>APIManagement</a:t>
            </a:r>
            <a:r>
              <a:rPr lang="fr-FR" sz="1400" dirty="0">
                <a:solidFill>
                  <a:schemeClr val="tx1"/>
                </a:solidFill>
              </a:rPr>
              <a:t> contrôle le droit d’accès à la ressource et transforme la requête (si nécessaire) pour solliciter l’API du fournisseur</a:t>
            </a:r>
          </a:p>
          <a:p>
            <a:pPr marL="285750" indent="-285750" algn="just">
              <a:spcBef>
                <a:spcPts val="900"/>
              </a:spcBef>
              <a:buClr>
                <a:schemeClr val="tx2"/>
              </a:buClr>
              <a:buFont typeface="Arial" panose="020B0604020202020204" pitchFamily="34" charset="0"/>
              <a:buChar char="•"/>
            </a:pPr>
            <a:r>
              <a:rPr lang="fr-FR" sz="1400" dirty="0">
                <a:solidFill>
                  <a:schemeClr val="tx1"/>
                </a:solidFill>
              </a:rPr>
              <a:t>Le service lié à la ressource est exécuté par le fournisseur</a:t>
            </a:r>
          </a:p>
          <a:p>
            <a:pPr marL="285750" indent="-285750" algn="just">
              <a:spcBef>
                <a:spcPts val="900"/>
              </a:spcBef>
              <a:buClr>
                <a:schemeClr val="tx2"/>
              </a:buClr>
              <a:buFont typeface="Arial" panose="020B0604020202020204" pitchFamily="34" charset="0"/>
              <a:buChar char="•"/>
            </a:pPr>
            <a:r>
              <a:rPr lang="fr-FR" sz="1400" dirty="0">
                <a:solidFill>
                  <a:schemeClr val="tx1"/>
                </a:solidFill>
              </a:rPr>
              <a:t>Le résultat est retourné</a:t>
            </a:r>
          </a:p>
          <a:p>
            <a:pPr marL="285750" indent="-285750" algn="just">
              <a:spcBef>
                <a:spcPts val="900"/>
              </a:spcBef>
              <a:buClr>
                <a:schemeClr val="tx2"/>
              </a:buClr>
              <a:buFont typeface="Arial" panose="020B0604020202020204" pitchFamily="34" charset="0"/>
              <a:buChar char="•"/>
            </a:pPr>
            <a:r>
              <a:rPr lang="fr-FR" sz="1400" dirty="0">
                <a:solidFill>
                  <a:schemeClr val="tx1"/>
                </a:solidFill>
              </a:rPr>
              <a:t>L’</a:t>
            </a:r>
            <a:r>
              <a:rPr lang="fr-FR" sz="1400" dirty="0" err="1">
                <a:solidFill>
                  <a:schemeClr val="tx1"/>
                </a:solidFill>
              </a:rPr>
              <a:t>APIManagement</a:t>
            </a:r>
            <a:r>
              <a:rPr lang="fr-FR" sz="1400" dirty="0">
                <a:solidFill>
                  <a:schemeClr val="tx1"/>
                </a:solidFill>
              </a:rPr>
              <a:t> contrôle le retour et normalise la réponse (si nécessaire)</a:t>
            </a:r>
          </a:p>
        </p:txBody>
      </p:sp>
      <p:sp>
        <p:nvSpPr>
          <p:cNvPr id="26" name="ZoneTexte 25">
            <a:extLst>
              <a:ext uri="{FF2B5EF4-FFF2-40B4-BE49-F238E27FC236}">
                <a16:creationId xmlns:a16="http://schemas.microsoft.com/office/drawing/2014/main" id="{E3EED878-BEBE-1F22-7F52-1C8EC9C25A95}"/>
              </a:ext>
            </a:extLst>
          </p:cNvPr>
          <p:cNvSpPr txBox="1"/>
          <p:nvPr/>
        </p:nvSpPr>
        <p:spPr>
          <a:xfrm>
            <a:off x="7175297" y="1243579"/>
            <a:ext cx="1452189"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Déroulé</a:t>
            </a:r>
          </a:p>
        </p:txBody>
      </p:sp>
      <p:sp>
        <p:nvSpPr>
          <p:cNvPr id="11" name="Espace réservé du texte 10">
            <a:extLst>
              <a:ext uri="{FF2B5EF4-FFF2-40B4-BE49-F238E27FC236}">
                <a16:creationId xmlns:a16="http://schemas.microsoft.com/office/drawing/2014/main" id="{CB328C86-B14A-6EFC-D63F-FD0CD1C47D5C}"/>
              </a:ext>
            </a:extLst>
          </p:cNvPr>
          <p:cNvSpPr>
            <a:spLocks noGrp="1"/>
          </p:cNvSpPr>
          <p:nvPr>
            <p:ph type="body" sz="quarter" idx="35"/>
          </p:nvPr>
        </p:nvSpPr>
        <p:spPr/>
        <p:txBody>
          <a:bodyPr/>
          <a:lstStyle/>
          <a:p>
            <a:r>
              <a:rPr lang="fr-FR" dirty="0"/>
              <a:t>Implémentation </a:t>
            </a:r>
            <a:r>
              <a:rPr lang="fr-FR" dirty="0" err="1"/>
              <a:t>APIManagement</a:t>
            </a:r>
            <a:endParaRPr lang="fr-FR" dirty="0"/>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COOKBOOK des systèmes d’échange : Exposition de Service</a:t>
            </a:r>
          </a:p>
        </p:txBody>
      </p:sp>
      <p:sp>
        <p:nvSpPr>
          <p:cNvPr id="90" name="Rectangle 89">
            <a:extLst>
              <a:ext uri="{FF2B5EF4-FFF2-40B4-BE49-F238E27FC236}">
                <a16:creationId xmlns:a16="http://schemas.microsoft.com/office/drawing/2014/main" id="{D5AED041-1C2A-6ADC-C5AB-2ECADB6FBC10}"/>
              </a:ext>
            </a:extLst>
          </p:cNvPr>
          <p:cNvSpPr/>
          <p:nvPr/>
        </p:nvSpPr>
        <p:spPr>
          <a:xfrm>
            <a:off x="429175" y="3429000"/>
            <a:ext cx="6279969" cy="3018118"/>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92" name="ZoneTexte 91">
            <a:extLst>
              <a:ext uri="{FF2B5EF4-FFF2-40B4-BE49-F238E27FC236}">
                <a16:creationId xmlns:a16="http://schemas.microsoft.com/office/drawing/2014/main" id="{457037C8-69C5-E425-A716-48C76CFB7602}"/>
              </a:ext>
            </a:extLst>
          </p:cNvPr>
          <p:cNvSpPr txBox="1"/>
          <p:nvPr/>
        </p:nvSpPr>
        <p:spPr>
          <a:xfrm>
            <a:off x="688858" y="3340021"/>
            <a:ext cx="3829371" cy="215444"/>
          </a:xfrm>
          <a:prstGeom prst="rect">
            <a:avLst/>
          </a:prstGeom>
          <a:solidFill>
            <a:schemeClr val="bg1"/>
          </a:solidFill>
        </p:spPr>
        <p:txBody>
          <a:bodyPr wrap="square" lIns="27000" tIns="0" rIns="27000" bIns="0" rtlCol="0">
            <a:spAutoFit/>
          </a:bodyPr>
          <a:lstStyle/>
          <a:p>
            <a:pPr algn="ctr"/>
            <a:r>
              <a:rPr lang="en-US" sz="1400" b="1" cap="all">
                <a:solidFill>
                  <a:schemeClr val="tx2"/>
                </a:solidFill>
                <a:latin typeface="+mj-lt"/>
              </a:rPr>
              <a:t>Architecture </a:t>
            </a:r>
            <a:r>
              <a:rPr lang="fr-FR" sz="1400" b="1" cap="all">
                <a:solidFill>
                  <a:schemeClr val="tx2"/>
                </a:solidFill>
                <a:latin typeface="+mj-lt"/>
              </a:rPr>
              <a:t>Recommandée</a:t>
            </a:r>
          </a:p>
        </p:txBody>
      </p:sp>
      <p:sp>
        <p:nvSpPr>
          <p:cNvPr id="14" name="Rectangle 13">
            <a:extLst>
              <a:ext uri="{FF2B5EF4-FFF2-40B4-BE49-F238E27FC236}">
                <a16:creationId xmlns:a16="http://schemas.microsoft.com/office/drawing/2014/main" id="{3B928A55-7BD5-3531-80C7-67E4E893C7D2}"/>
              </a:ext>
            </a:extLst>
          </p:cNvPr>
          <p:cNvSpPr/>
          <p:nvPr/>
        </p:nvSpPr>
        <p:spPr>
          <a:xfrm>
            <a:off x="429174" y="1324441"/>
            <a:ext cx="6279969" cy="850730"/>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Clr>
                <a:schemeClr val="tx2"/>
              </a:buClr>
              <a:buFont typeface="Arial" panose="020B0604020202020204" pitchFamily="34" charset="0"/>
              <a:buChar char="•"/>
            </a:pPr>
            <a:r>
              <a:rPr lang="fr-FR" sz="1400" dirty="0">
                <a:solidFill>
                  <a:schemeClr val="tx1"/>
                </a:solidFill>
              </a:rPr>
              <a:t>Exposition sécurisée 1-1 : </a:t>
            </a:r>
            <a:r>
              <a:rPr lang="fr-FR" sz="1400">
                <a:solidFill>
                  <a:schemeClr val="tx1"/>
                </a:solidFill>
              </a:rPr>
              <a:t>Sécuriser &amp; normaliser l’exposition</a:t>
            </a:r>
            <a:r>
              <a:rPr lang="fr-FR" sz="1400" dirty="0">
                <a:solidFill>
                  <a:schemeClr val="tx1"/>
                </a:solidFill>
              </a:rPr>
              <a:t> </a:t>
            </a:r>
            <a:r>
              <a:rPr lang="fr-FR" sz="1400">
                <a:solidFill>
                  <a:schemeClr val="tx1"/>
                </a:solidFill>
              </a:rPr>
              <a:t>d’une API d’un</a:t>
            </a:r>
            <a:r>
              <a:rPr lang="fr-FR" sz="1400" dirty="0">
                <a:solidFill>
                  <a:schemeClr val="tx1"/>
                </a:solidFill>
              </a:rPr>
              <a:t> fournisseur de service</a:t>
            </a:r>
          </a:p>
        </p:txBody>
      </p:sp>
      <p:sp>
        <p:nvSpPr>
          <p:cNvPr id="15" name="ZoneTexte 14">
            <a:extLst>
              <a:ext uri="{FF2B5EF4-FFF2-40B4-BE49-F238E27FC236}">
                <a16:creationId xmlns:a16="http://schemas.microsoft.com/office/drawing/2014/main" id="{6B03CA71-88D5-C25D-E9A5-15D094A0DDE3}"/>
              </a:ext>
            </a:extLst>
          </p:cNvPr>
          <p:cNvSpPr txBox="1"/>
          <p:nvPr/>
        </p:nvSpPr>
        <p:spPr>
          <a:xfrm>
            <a:off x="753697" y="1211060"/>
            <a:ext cx="1602841" cy="215444"/>
          </a:xfrm>
          <a:prstGeom prst="rect">
            <a:avLst/>
          </a:prstGeom>
          <a:solidFill>
            <a:schemeClr val="bg1"/>
          </a:solidFill>
        </p:spPr>
        <p:txBody>
          <a:bodyPr wrap="square" lIns="27000" tIns="0" rIns="27000" bIns="0" rtlCol="0">
            <a:spAutoFit/>
          </a:bodyPr>
          <a:lstStyle/>
          <a:p>
            <a:pPr algn="ctr"/>
            <a:r>
              <a:rPr lang="en-US" sz="1400" b="1" cap="all" dirty="0">
                <a:solidFill>
                  <a:schemeClr val="tx2"/>
                </a:solidFill>
                <a:latin typeface="+mj-lt"/>
              </a:rPr>
              <a:t>Use case</a:t>
            </a:r>
          </a:p>
        </p:txBody>
      </p:sp>
      <p:sp>
        <p:nvSpPr>
          <p:cNvPr id="16" name="Rectangle 15">
            <a:extLst>
              <a:ext uri="{FF2B5EF4-FFF2-40B4-BE49-F238E27FC236}">
                <a16:creationId xmlns:a16="http://schemas.microsoft.com/office/drawing/2014/main" id="{2B6370C5-00E5-9FA3-9DDA-11DE3CA4036D}"/>
              </a:ext>
            </a:extLst>
          </p:cNvPr>
          <p:cNvSpPr/>
          <p:nvPr/>
        </p:nvSpPr>
        <p:spPr>
          <a:xfrm>
            <a:off x="429174" y="2396753"/>
            <a:ext cx="6279969" cy="848142"/>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Clr>
                <a:schemeClr val="tx2"/>
              </a:buClr>
              <a:buFont typeface="Arial" panose="020B0604020202020204" pitchFamily="34" charset="0"/>
              <a:buChar char="•"/>
            </a:pPr>
            <a:r>
              <a:rPr lang="fr-FR" sz="1400" dirty="0">
                <a:solidFill>
                  <a:schemeClr val="tx1"/>
                </a:solidFill>
              </a:rPr>
              <a:t>Accès au catalogue des engins de chantiers</a:t>
            </a:r>
          </a:p>
          <a:p>
            <a:pPr marL="285750" indent="-285750">
              <a:buClr>
                <a:schemeClr val="tx2"/>
              </a:buClr>
              <a:buFont typeface="Arial" panose="020B0604020202020204" pitchFamily="34" charset="0"/>
              <a:buChar char="•"/>
            </a:pPr>
            <a:r>
              <a:rPr lang="fr-FR" sz="1400">
                <a:solidFill>
                  <a:schemeClr val="tx1"/>
                </a:solidFill>
              </a:rPr>
              <a:t>Accès aux données descriptives Client</a:t>
            </a:r>
          </a:p>
        </p:txBody>
      </p:sp>
      <p:sp>
        <p:nvSpPr>
          <p:cNvPr id="17" name="ZoneTexte 16">
            <a:extLst>
              <a:ext uri="{FF2B5EF4-FFF2-40B4-BE49-F238E27FC236}">
                <a16:creationId xmlns:a16="http://schemas.microsoft.com/office/drawing/2014/main" id="{62B4CD33-3AB8-9AD1-5DFE-F772BD9C0FCD}"/>
              </a:ext>
            </a:extLst>
          </p:cNvPr>
          <p:cNvSpPr txBox="1"/>
          <p:nvPr/>
        </p:nvSpPr>
        <p:spPr>
          <a:xfrm>
            <a:off x="753697" y="2277001"/>
            <a:ext cx="1602841" cy="215444"/>
          </a:xfrm>
          <a:prstGeom prst="rect">
            <a:avLst/>
          </a:prstGeom>
          <a:solidFill>
            <a:schemeClr val="bg1"/>
          </a:solidFill>
        </p:spPr>
        <p:txBody>
          <a:bodyPr wrap="square" lIns="27000" tIns="0" rIns="27000" bIns="0" rtlCol="0">
            <a:spAutoFit/>
          </a:bodyPr>
          <a:lstStyle/>
          <a:p>
            <a:pPr algn="ctr"/>
            <a:r>
              <a:rPr lang="en-US" sz="1400" b="1" cap="all" err="1">
                <a:solidFill>
                  <a:schemeClr val="tx2"/>
                </a:solidFill>
                <a:latin typeface="+mj-lt"/>
              </a:rPr>
              <a:t>Exemple</a:t>
            </a:r>
            <a:endParaRPr lang="en-US" sz="1400" b="1" cap="all">
              <a:solidFill>
                <a:schemeClr val="tx2"/>
              </a:solidFill>
              <a:latin typeface="+mj-lt"/>
            </a:endParaRPr>
          </a:p>
        </p:txBody>
      </p:sp>
      <p:sp>
        <p:nvSpPr>
          <p:cNvPr id="18" name="Rectangle 17">
            <a:extLst>
              <a:ext uri="{FF2B5EF4-FFF2-40B4-BE49-F238E27FC236}">
                <a16:creationId xmlns:a16="http://schemas.microsoft.com/office/drawing/2014/main" id="{ABF56279-72AE-8E22-4B97-25B4FB7E9DEF}"/>
              </a:ext>
            </a:extLst>
          </p:cNvPr>
          <p:cNvSpPr/>
          <p:nvPr/>
        </p:nvSpPr>
        <p:spPr>
          <a:xfrm>
            <a:off x="6881876" y="4444254"/>
            <a:ext cx="3028186" cy="2012503"/>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108000" bIns="34290" numCol="1" spcCol="0" rtlCol="0" fromWordArt="0" anchor="t" anchorCtr="0" forceAA="0" compatLnSpc="1">
            <a:prstTxWarp prst="textNoShape">
              <a:avLst/>
            </a:prstTxWarp>
            <a:noAutofit/>
          </a:bodyPr>
          <a:lstStyle/>
          <a:p>
            <a:pPr marL="177800" indent="-177800">
              <a:spcBef>
                <a:spcPts val="600"/>
              </a:spcBef>
              <a:buClr>
                <a:schemeClr val="tx2"/>
              </a:buClr>
              <a:buFont typeface="Arial" panose="020B0604020202020204" pitchFamily="34" charset="0"/>
              <a:buChar char="•"/>
            </a:pPr>
            <a:r>
              <a:rPr lang="fr-FR" sz="1400" dirty="0">
                <a:solidFill>
                  <a:schemeClr val="tx1"/>
                </a:solidFill>
              </a:rPr>
              <a:t>Sécurisation de l’échange</a:t>
            </a:r>
          </a:p>
          <a:p>
            <a:pPr marL="177800" indent="-177800">
              <a:spcBef>
                <a:spcPts val="600"/>
              </a:spcBef>
              <a:buClr>
                <a:schemeClr val="tx2"/>
              </a:buClr>
              <a:buFont typeface="Arial" panose="020B0604020202020204" pitchFamily="34" charset="0"/>
              <a:buChar char="•"/>
            </a:pPr>
            <a:r>
              <a:rPr lang="fr-FR" sz="1400" dirty="0">
                <a:solidFill>
                  <a:schemeClr val="tx1"/>
                </a:solidFill>
              </a:rPr>
              <a:t>Couplage lâche entre API fournisseur et l’API exposée</a:t>
            </a:r>
          </a:p>
          <a:p>
            <a:pPr marL="184150">
              <a:buClr>
                <a:schemeClr val="tx2"/>
              </a:buClr>
            </a:pPr>
            <a:r>
              <a:rPr lang="fr-FR" sz="1000" dirty="0">
                <a:solidFill>
                  <a:schemeClr val="tx1"/>
                </a:solidFill>
              </a:rPr>
              <a:t>Possibilité de réduire le spectre des attributs par exemple</a:t>
            </a:r>
          </a:p>
          <a:p>
            <a:pPr marL="177800" indent="-177800">
              <a:spcBef>
                <a:spcPts val="600"/>
              </a:spcBef>
              <a:buClr>
                <a:schemeClr val="tx2"/>
              </a:buClr>
              <a:buFont typeface="Arial" panose="020B0604020202020204" pitchFamily="34" charset="0"/>
              <a:buChar char="•"/>
            </a:pPr>
            <a:r>
              <a:rPr lang="fr-FR" sz="1400" dirty="0">
                <a:solidFill>
                  <a:schemeClr val="tx1"/>
                </a:solidFill>
              </a:rPr>
              <a:t>Contrôle des accès et des SLA</a:t>
            </a:r>
          </a:p>
          <a:p>
            <a:pPr marL="177800" indent="-177800">
              <a:spcBef>
                <a:spcPts val="600"/>
              </a:spcBef>
              <a:buClr>
                <a:schemeClr val="tx2"/>
              </a:buClr>
              <a:buFont typeface="Arial" panose="020B0604020202020204" pitchFamily="34" charset="0"/>
              <a:buChar char="•"/>
            </a:pPr>
            <a:r>
              <a:rPr lang="fr-FR" sz="1400" dirty="0">
                <a:solidFill>
                  <a:schemeClr val="tx1"/>
                </a:solidFill>
              </a:rPr>
              <a:t>Traçabilité des usages</a:t>
            </a:r>
          </a:p>
        </p:txBody>
      </p:sp>
      <p:sp>
        <p:nvSpPr>
          <p:cNvPr id="19" name="ZoneTexte 18">
            <a:extLst>
              <a:ext uri="{FF2B5EF4-FFF2-40B4-BE49-F238E27FC236}">
                <a16:creationId xmlns:a16="http://schemas.microsoft.com/office/drawing/2014/main" id="{E86140EB-6A7D-0836-FD42-95DE6409762F}"/>
              </a:ext>
            </a:extLst>
          </p:cNvPr>
          <p:cNvSpPr txBox="1"/>
          <p:nvPr/>
        </p:nvSpPr>
        <p:spPr>
          <a:xfrm>
            <a:off x="6965637" y="4348119"/>
            <a:ext cx="1452189"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Avantages</a:t>
            </a:r>
          </a:p>
        </p:txBody>
      </p:sp>
      <p:sp>
        <p:nvSpPr>
          <p:cNvPr id="23" name="Rectangle 22">
            <a:extLst>
              <a:ext uri="{FF2B5EF4-FFF2-40B4-BE49-F238E27FC236}">
                <a16:creationId xmlns:a16="http://schemas.microsoft.com/office/drawing/2014/main" id="{D702FB36-7BAD-299E-E3FA-DE2D15DC36C2}"/>
              </a:ext>
            </a:extLst>
          </p:cNvPr>
          <p:cNvSpPr/>
          <p:nvPr/>
        </p:nvSpPr>
        <p:spPr>
          <a:xfrm>
            <a:off x="10112686" y="4444253"/>
            <a:ext cx="1891471" cy="950197"/>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36000" rIns="108000" bIns="34290" numCol="1" spcCol="0" rtlCol="0" fromWordArt="0" anchor="ctr" anchorCtr="0" forceAA="0" compatLnSpc="1">
            <a:prstTxWarp prst="textNoShape">
              <a:avLst/>
            </a:prstTxWarp>
            <a:noAutofit/>
          </a:bodyPr>
          <a:lstStyle/>
          <a:p>
            <a:pPr algn="ctr">
              <a:spcBef>
                <a:spcPts val="900"/>
              </a:spcBef>
              <a:buClr>
                <a:schemeClr val="tx2"/>
              </a:buClr>
            </a:pPr>
            <a:r>
              <a:rPr lang="fr-FR" sz="4800">
                <a:solidFill>
                  <a:schemeClr val="tx1"/>
                </a:solidFill>
              </a:rPr>
              <a:t>?</a:t>
            </a:r>
          </a:p>
        </p:txBody>
      </p:sp>
      <p:sp>
        <p:nvSpPr>
          <p:cNvPr id="24" name="ZoneTexte 23">
            <a:extLst>
              <a:ext uri="{FF2B5EF4-FFF2-40B4-BE49-F238E27FC236}">
                <a16:creationId xmlns:a16="http://schemas.microsoft.com/office/drawing/2014/main" id="{9BC892F6-A185-C6C8-75F7-FD95C89D3FC6}"/>
              </a:ext>
            </a:extLst>
          </p:cNvPr>
          <p:cNvSpPr txBox="1"/>
          <p:nvPr/>
        </p:nvSpPr>
        <p:spPr>
          <a:xfrm>
            <a:off x="10216042" y="4336531"/>
            <a:ext cx="1684756" cy="215444"/>
          </a:xfrm>
          <a:prstGeom prst="rect">
            <a:avLst/>
          </a:prstGeom>
          <a:solidFill>
            <a:schemeClr val="bg1"/>
          </a:solidFill>
        </p:spPr>
        <p:txBody>
          <a:bodyPr wrap="none" lIns="0" tIns="0" rIns="0" bIns="0" rtlCol="0">
            <a:spAutoFit/>
          </a:bodyPr>
          <a:lstStyle/>
          <a:p>
            <a:pPr algn="ctr"/>
            <a:r>
              <a:rPr lang="fr-FR" sz="1400" b="1" cap="all" dirty="0">
                <a:solidFill>
                  <a:schemeClr val="tx2"/>
                </a:solidFill>
                <a:latin typeface="+mj-lt"/>
              </a:rPr>
              <a:t>Inconvénients</a:t>
            </a:r>
          </a:p>
        </p:txBody>
      </p:sp>
      <p:sp>
        <p:nvSpPr>
          <p:cNvPr id="4" name="Rectangle 3">
            <a:extLst>
              <a:ext uri="{FF2B5EF4-FFF2-40B4-BE49-F238E27FC236}">
                <a16:creationId xmlns:a16="http://schemas.microsoft.com/office/drawing/2014/main" id="{02E1CD9F-2AEE-796C-1AF7-39B8618F3378}"/>
              </a:ext>
            </a:extLst>
          </p:cNvPr>
          <p:cNvSpPr/>
          <p:nvPr/>
        </p:nvSpPr>
        <p:spPr>
          <a:xfrm>
            <a:off x="4800386" y="4378967"/>
            <a:ext cx="1706134" cy="1372447"/>
          </a:xfrm>
          <a:prstGeom prst="rect">
            <a:avLst/>
          </a:prstGeom>
          <a:solidFill>
            <a:schemeClr val="bg1">
              <a:lumMod val="90000"/>
            </a:schemeClr>
          </a:solidFill>
          <a:ln w="9525" cap="flat" cmpd="sng" algn="ctr">
            <a:solidFill>
              <a:schemeClr val="tx1"/>
            </a:solidFill>
            <a:prstDash val="solid"/>
          </a:ln>
          <a:effectLst/>
        </p:spPr>
        <p:txBody>
          <a:bodyPr lIns="432000" tIns="27000" rIns="27000" bIns="27000" rtlCol="0" anchor="ctr"/>
          <a:lstStyle/>
          <a:p>
            <a:pPr algn="ctr" defTabSz="685800"/>
            <a:r>
              <a:rPr lang="en-US" sz="1050" i="1" kern="0" dirty="0" err="1">
                <a:solidFill>
                  <a:prstClr val="black"/>
                </a:solidFill>
              </a:rPr>
              <a:t>Fournisseur</a:t>
            </a:r>
            <a:r>
              <a:rPr lang="en-US" sz="1050" i="1" kern="0" dirty="0">
                <a:solidFill>
                  <a:prstClr val="black"/>
                </a:solidFill>
              </a:rPr>
              <a:t> de service</a:t>
            </a:r>
          </a:p>
          <a:p>
            <a:pPr algn="ctr" defTabSz="685800"/>
            <a:r>
              <a:rPr lang="en-US" sz="1050" b="1" kern="0" dirty="0">
                <a:solidFill>
                  <a:prstClr val="black"/>
                </a:solidFill>
              </a:rPr>
              <a:t>Application A</a:t>
            </a:r>
          </a:p>
        </p:txBody>
      </p:sp>
      <p:sp>
        <p:nvSpPr>
          <p:cNvPr id="9" name="Rectangle 8">
            <a:extLst>
              <a:ext uri="{FF2B5EF4-FFF2-40B4-BE49-F238E27FC236}">
                <a16:creationId xmlns:a16="http://schemas.microsoft.com/office/drawing/2014/main" id="{E40260D7-BF69-C997-8281-7AD881CAE977}"/>
              </a:ext>
            </a:extLst>
          </p:cNvPr>
          <p:cNvSpPr/>
          <p:nvPr/>
        </p:nvSpPr>
        <p:spPr>
          <a:xfrm>
            <a:off x="2697378" y="4316536"/>
            <a:ext cx="1631212" cy="1499659"/>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b"/>
          <a:lstStyle/>
          <a:p>
            <a:pPr algn="ctr" defTabSz="685800"/>
            <a:r>
              <a:rPr lang="en-US" sz="1050" b="1" kern="0">
                <a:solidFill>
                  <a:prstClr val="black"/>
                </a:solidFill>
              </a:rPr>
              <a:t>API Management</a:t>
            </a:r>
          </a:p>
        </p:txBody>
      </p:sp>
      <p:sp>
        <p:nvSpPr>
          <p:cNvPr id="10" name="Rectangle 9">
            <a:extLst>
              <a:ext uri="{FF2B5EF4-FFF2-40B4-BE49-F238E27FC236}">
                <a16:creationId xmlns:a16="http://schemas.microsoft.com/office/drawing/2014/main" id="{19ECA59B-C25B-3581-53E3-5F58E4C4FB5C}"/>
              </a:ext>
            </a:extLst>
          </p:cNvPr>
          <p:cNvSpPr/>
          <p:nvPr/>
        </p:nvSpPr>
        <p:spPr>
          <a:xfrm>
            <a:off x="2988899" y="4424484"/>
            <a:ext cx="1209691" cy="634407"/>
          </a:xfrm>
          <a:prstGeom prst="rect">
            <a:avLst/>
          </a:prstGeom>
          <a:solidFill>
            <a:sysClr val="window" lastClr="FFFFFF"/>
          </a:solidFill>
          <a:ln w="9525" cap="flat" cmpd="sng" algn="ctr">
            <a:solidFill>
              <a:sysClr val="windowText" lastClr="000000">
                <a:shade val="95000"/>
                <a:satMod val="105000"/>
              </a:sysClr>
            </a:solidFill>
            <a:prstDash val="sysDash"/>
          </a:ln>
          <a:effectLst/>
        </p:spPr>
        <p:txBody>
          <a:bodyPr lIns="36000" tIns="36000" rIns="36000" bIns="36000" rtlCol="0" anchor="ctr"/>
          <a:lstStyle/>
          <a:p>
            <a:pPr algn="ctr"/>
            <a:r>
              <a:rPr lang="en-US" sz="1000" b="1" i="1" kern="0" dirty="0" err="1">
                <a:solidFill>
                  <a:prstClr val="black"/>
                </a:solidFill>
                <a:latin typeface="Trebuchet MS"/>
              </a:rPr>
              <a:t>Sécurisation</a:t>
            </a:r>
            <a:r>
              <a:rPr lang="en-US" sz="1000" b="1" i="1" kern="0" dirty="0">
                <a:solidFill>
                  <a:prstClr val="black"/>
                </a:solidFill>
                <a:latin typeface="Trebuchet MS"/>
              </a:rPr>
              <a:t> &amp; (</a:t>
            </a:r>
            <a:r>
              <a:rPr lang="en-US" sz="1000" b="1" i="1" kern="0" dirty="0" err="1">
                <a:solidFill>
                  <a:prstClr val="black"/>
                </a:solidFill>
                <a:latin typeface="Trebuchet MS"/>
              </a:rPr>
              <a:t>Dé</a:t>
            </a:r>
            <a:r>
              <a:rPr lang="en-US" sz="1000" b="1" i="1" kern="0" dirty="0">
                <a:solidFill>
                  <a:prstClr val="black"/>
                </a:solidFill>
                <a:latin typeface="Trebuchet MS"/>
              </a:rPr>
              <a:t>)</a:t>
            </a:r>
            <a:r>
              <a:rPr lang="en-US" sz="1000" b="1" i="1" kern="0" dirty="0" err="1">
                <a:solidFill>
                  <a:prstClr val="black"/>
                </a:solidFill>
                <a:latin typeface="Trebuchet MS"/>
              </a:rPr>
              <a:t>Normalisation</a:t>
            </a:r>
            <a:endParaRPr lang="en-US" sz="1000" b="1" i="1" kern="0" dirty="0">
              <a:solidFill>
                <a:prstClr val="black"/>
              </a:solidFill>
              <a:latin typeface="Trebuchet MS"/>
            </a:endParaRPr>
          </a:p>
        </p:txBody>
      </p:sp>
      <p:cxnSp>
        <p:nvCxnSpPr>
          <p:cNvPr id="13" name="Connecteur droit avec flèche 12">
            <a:extLst>
              <a:ext uri="{FF2B5EF4-FFF2-40B4-BE49-F238E27FC236}">
                <a16:creationId xmlns:a16="http://schemas.microsoft.com/office/drawing/2014/main" id="{89C6A53C-7662-6E45-656B-5288DBBC5798}"/>
              </a:ext>
            </a:extLst>
          </p:cNvPr>
          <p:cNvCxnSpPr>
            <a:cxnSpLocks/>
            <a:stCxn id="9" idx="3"/>
            <a:endCxn id="3" idx="1"/>
          </p:cNvCxnSpPr>
          <p:nvPr/>
        </p:nvCxnSpPr>
        <p:spPr>
          <a:xfrm flipV="1">
            <a:off x="4328590" y="5066365"/>
            <a:ext cx="471796" cy="1"/>
          </a:xfrm>
          <a:prstGeom prst="straightConnector1">
            <a:avLst/>
          </a:prstGeom>
          <a:noFill/>
          <a:ln w="19050" cap="flat" cmpd="sng" algn="ctr">
            <a:solidFill>
              <a:srgbClr val="002B41"/>
            </a:solidFill>
            <a:prstDash val="solid"/>
            <a:headEnd type="none" w="med" len="med"/>
            <a:tailEnd type="triangle" w="med" len="med"/>
          </a:ln>
          <a:effectLst/>
        </p:spPr>
      </p:cxnSp>
      <p:cxnSp>
        <p:nvCxnSpPr>
          <p:cNvPr id="28" name="Connecteur droit avec flèche 27">
            <a:extLst>
              <a:ext uri="{FF2B5EF4-FFF2-40B4-BE49-F238E27FC236}">
                <a16:creationId xmlns:a16="http://schemas.microsoft.com/office/drawing/2014/main" id="{B6CF251D-FD75-ACC2-3B60-6E36E4DD41F8}"/>
              </a:ext>
            </a:extLst>
          </p:cNvPr>
          <p:cNvCxnSpPr>
            <a:cxnSpLocks/>
            <a:stCxn id="29" idx="3"/>
            <a:endCxn id="56" idx="1"/>
          </p:cNvCxnSpPr>
          <p:nvPr/>
        </p:nvCxnSpPr>
        <p:spPr>
          <a:xfrm flipV="1">
            <a:off x="2079314" y="5060391"/>
            <a:ext cx="621167" cy="5974"/>
          </a:xfrm>
          <a:prstGeom prst="straightConnector1">
            <a:avLst/>
          </a:prstGeom>
          <a:noFill/>
          <a:ln w="19050" cap="flat" cmpd="sng" algn="ctr">
            <a:solidFill>
              <a:srgbClr val="002B41"/>
            </a:solidFill>
            <a:prstDash val="solid"/>
            <a:headEnd type="none" w="med" len="med"/>
            <a:tailEnd type="triangle" w="med" len="med"/>
          </a:ln>
          <a:effectLst/>
        </p:spPr>
      </p:cxnSp>
      <p:sp>
        <p:nvSpPr>
          <p:cNvPr id="29" name="Rectangle 28">
            <a:extLst>
              <a:ext uri="{FF2B5EF4-FFF2-40B4-BE49-F238E27FC236}">
                <a16:creationId xmlns:a16="http://schemas.microsoft.com/office/drawing/2014/main" id="{AC6610A0-B15E-0090-45F0-DECE9CB65C3A}"/>
              </a:ext>
            </a:extLst>
          </p:cNvPr>
          <p:cNvSpPr/>
          <p:nvPr/>
        </p:nvSpPr>
        <p:spPr>
          <a:xfrm>
            <a:off x="644406" y="4763605"/>
            <a:ext cx="1434908" cy="605520"/>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ctr"/>
          <a:lstStyle/>
          <a:p>
            <a:pPr algn="ctr" defTabSz="685800"/>
            <a:r>
              <a:rPr lang="en-US" sz="1050" i="1" kern="0" dirty="0" err="1">
                <a:solidFill>
                  <a:prstClr val="black"/>
                </a:solidFill>
              </a:rPr>
              <a:t>Consommateur</a:t>
            </a:r>
            <a:r>
              <a:rPr lang="en-US" sz="1050" i="1" kern="0" dirty="0">
                <a:solidFill>
                  <a:prstClr val="black"/>
                </a:solidFill>
              </a:rPr>
              <a:t> de service </a:t>
            </a:r>
            <a:r>
              <a:rPr lang="en-US" sz="1050" kern="0" dirty="0">
                <a:solidFill>
                  <a:prstClr val="black"/>
                </a:solidFill>
              </a:rPr>
              <a:t>A</a:t>
            </a:r>
          </a:p>
        </p:txBody>
      </p:sp>
      <p:sp>
        <p:nvSpPr>
          <p:cNvPr id="30" name="Ellipse 29">
            <a:extLst>
              <a:ext uri="{FF2B5EF4-FFF2-40B4-BE49-F238E27FC236}">
                <a16:creationId xmlns:a16="http://schemas.microsoft.com/office/drawing/2014/main" id="{429D6641-9A68-7FF7-5406-D904440C454B}"/>
              </a:ext>
            </a:extLst>
          </p:cNvPr>
          <p:cNvSpPr/>
          <p:nvPr/>
        </p:nvSpPr>
        <p:spPr>
          <a:xfrm>
            <a:off x="2123439" y="4708372"/>
            <a:ext cx="290035" cy="290035"/>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31" name="Ellipse 30">
            <a:extLst>
              <a:ext uri="{FF2B5EF4-FFF2-40B4-BE49-F238E27FC236}">
                <a16:creationId xmlns:a16="http://schemas.microsoft.com/office/drawing/2014/main" id="{144106F3-9DC1-3BF1-9B6E-A68D73160D85}"/>
              </a:ext>
            </a:extLst>
          </p:cNvPr>
          <p:cNvSpPr/>
          <p:nvPr/>
        </p:nvSpPr>
        <p:spPr>
          <a:xfrm>
            <a:off x="3448726" y="4107837"/>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32" name="Ellipse 31">
            <a:extLst>
              <a:ext uri="{FF2B5EF4-FFF2-40B4-BE49-F238E27FC236}">
                <a16:creationId xmlns:a16="http://schemas.microsoft.com/office/drawing/2014/main" id="{966B99E3-CFE6-501A-7F11-D31D780A4CE3}"/>
              </a:ext>
            </a:extLst>
          </p:cNvPr>
          <p:cNvSpPr/>
          <p:nvPr/>
        </p:nvSpPr>
        <p:spPr>
          <a:xfrm>
            <a:off x="4798152" y="4465871"/>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49" name="Rectangle 48">
            <a:extLst>
              <a:ext uri="{FF2B5EF4-FFF2-40B4-BE49-F238E27FC236}">
                <a16:creationId xmlns:a16="http://schemas.microsoft.com/office/drawing/2014/main" id="{24F4DBEF-54D6-F253-C327-C36BECC7A94E}"/>
              </a:ext>
            </a:extLst>
          </p:cNvPr>
          <p:cNvSpPr/>
          <p:nvPr/>
        </p:nvSpPr>
        <p:spPr>
          <a:xfrm>
            <a:off x="494728" y="3831771"/>
            <a:ext cx="6083872" cy="2298700"/>
          </a:xfrm>
          <a:prstGeom prst="rect">
            <a:avLst/>
          </a:prstGeom>
          <a:noFill/>
          <a:ln w="28575">
            <a:solidFill>
              <a:srgbClr val="FF6F2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0" name="Picture 2">
            <a:extLst>
              <a:ext uri="{FF2B5EF4-FFF2-40B4-BE49-F238E27FC236}">
                <a16:creationId xmlns:a16="http://schemas.microsoft.com/office/drawing/2014/main" id="{E320CF79-7ABE-C8BE-AD90-FA254FD7B3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227" y="3916394"/>
            <a:ext cx="751592" cy="385778"/>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
            <a:extLst>
              <a:ext uri="{FF2B5EF4-FFF2-40B4-BE49-F238E27FC236}">
                <a16:creationId xmlns:a16="http://schemas.microsoft.com/office/drawing/2014/main" id="{CDE65704-D659-9278-ACB1-0856CCCD56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6207" y="5394450"/>
            <a:ext cx="407936" cy="407936"/>
          </a:xfrm>
          <a:prstGeom prst="rect">
            <a:avLst/>
          </a:prstGeom>
          <a:noFill/>
          <a:extLst>
            <a:ext uri="{909E8E84-426E-40DD-AFC4-6F175D3DCCD1}">
              <a14:hiddenFill xmlns:a14="http://schemas.microsoft.com/office/drawing/2010/main">
                <a:solidFill>
                  <a:srgbClr val="FFFFFF"/>
                </a:solidFill>
              </a14:hiddenFill>
            </a:ext>
          </a:extLst>
        </p:spPr>
      </p:pic>
      <p:sp>
        <p:nvSpPr>
          <p:cNvPr id="52" name="Ellipse 51">
            <a:extLst>
              <a:ext uri="{FF2B5EF4-FFF2-40B4-BE49-F238E27FC236}">
                <a16:creationId xmlns:a16="http://schemas.microsoft.com/office/drawing/2014/main" id="{0853AB8C-7430-F4E2-62BD-4C5594603B23}"/>
              </a:ext>
            </a:extLst>
          </p:cNvPr>
          <p:cNvSpPr/>
          <p:nvPr/>
        </p:nvSpPr>
        <p:spPr>
          <a:xfrm>
            <a:off x="7030279" y="1654324"/>
            <a:ext cx="290035" cy="290035"/>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53" name="Ellipse 52">
            <a:extLst>
              <a:ext uri="{FF2B5EF4-FFF2-40B4-BE49-F238E27FC236}">
                <a16:creationId xmlns:a16="http://schemas.microsoft.com/office/drawing/2014/main" id="{F804E171-4624-CF1D-9310-4E25AB298E54}"/>
              </a:ext>
            </a:extLst>
          </p:cNvPr>
          <p:cNvSpPr/>
          <p:nvPr/>
        </p:nvSpPr>
        <p:spPr>
          <a:xfrm>
            <a:off x="7030278" y="2163131"/>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54" name="Ellipse 53">
            <a:extLst>
              <a:ext uri="{FF2B5EF4-FFF2-40B4-BE49-F238E27FC236}">
                <a16:creationId xmlns:a16="http://schemas.microsoft.com/office/drawing/2014/main" id="{FE6702A7-6067-0D0E-94D4-EC64032DBCF5}"/>
              </a:ext>
            </a:extLst>
          </p:cNvPr>
          <p:cNvSpPr/>
          <p:nvPr/>
        </p:nvSpPr>
        <p:spPr>
          <a:xfrm>
            <a:off x="7030277" y="2936523"/>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3" name="Rectangle : coins arrondis 2">
            <a:extLst>
              <a:ext uri="{FF2B5EF4-FFF2-40B4-BE49-F238E27FC236}">
                <a16:creationId xmlns:a16="http://schemas.microsoft.com/office/drawing/2014/main" id="{2975A2FD-DB98-82DC-5F54-966502A69BB3}"/>
              </a:ext>
            </a:extLst>
          </p:cNvPr>
          <p:cNvSpPr/>
          <p:nvPr/>
        </p:nvSpPr>
        <p:spPr>
          <a:xfrm>
            <a:off x="4800386" y="4815268"/>
            <a:ext cx="182441" cy="502194"/>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fr-FR" sz="1100"/>
              <a:t>API</a:t>
            </a:r>
          </a:p>
        </p:txBody>
      </p:sp>
      <p:sp>
        <p:nvSpPr>
          <p:cNvPr id="56" name="Rectangle : coins arrondis 55">
            <a:extLst>
              <a:ext uri="{FF2B5EF4-FFF2-40B4-BE49-F238E27FC236}">
                <a16:creationId xmlns:a16="http://schemas.microsoft.com/office/drawing/2014/main" id="{EB7DBCCF-1281-F1A3-D88C-F1952D5C2A65}"/>
              </a:ext>
            </a:extLst>
          </p:cNvPr>
          <p:cNvSpPr/>
          <p:nvPr/>
        </p:nvSpPr>
        <p:spPr>
          <a:xfrm>
            <a:off x="2700481" y="4809294"/>
            <a:ext cx="182441" cy="502194"/>
          </a:xfrm>
          <a:prstGeom prst="roundRect">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fr-FR" sz="1100"/>
              <a:t>API</a:t>
            </a:r>
          </a:p>
        </p:txBody>
      </p:sp>
      <p:sp>
        <p:nvSpPr>
          <p:cNvPr id="62" name="Ellipse 61">
            <a:extLst>
              <a:ext uri="{FF2B5EF4-FFF2-40B4-BE49-F238E27FC236}">
                <a16:creationId xmlns:a16="http://schemas.microsoft.com/office/drawing/2014/main" id="{542430F7-834F-EF7E-21D7-573CE96A1454}"/>
              </a:ext>
            </a:extLst>
          </p:cNvPr>
          <p:cNvSpPr/>
          <p:nvPr/>
        </p:nvSpPr>
        <p:spPr>
          <a:xfrm>
            <a:off x="7030276" y="3443993"/>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4</a:t>
            </a:r>
          </a:p>
        </p:txBody>
      </p:sp>
      <p:cxnSp>
        <p:nvCxnSpPr>
          <p:cNvPr id="63" name="Connecteur droit avec flèche 62">
            <a:extLst>
              <a:ext uri="{FF2B5EF4-FFF2-40B4-BE49-F238E27FC236}">
                <a16:creationId xmlns:a16="http://schemas.microsoft.com/office/drawing/2014/main" id="{FC3BA499-C072-90C8-648A-0C608DC3472B}"/>
              </a:ext>
            </a:extLst>
          </p:cNvPr>
          <p:cNvCxnSpPr>
            <a:cxnSpLocks/>
            <a:stCxn id="3" idx="2"/>
          </p:cNvCxnSpPr>
          <p:nvPr/>
        </p:nvCxnSpPr>
        <p:spPr>
          <a:xfrm flipH="1">
            <a:off x="4328590" y="5317462"/>
            <a:ext cx="563017" cy="0"/>
          </a:xfrm>
          <a:prstGeom prst="straightConnector1">
            <a:avLst/>
          </a:prstGeom>
          <a:noFill/>
          <a:ln w="19050" cap="flat" cmpd="sng" algn="ctr">
            <a:solidFill>
              <a:srgbClr val="002B41"/>
            </a:solidFill>
            <a:prstDash val="solid"/>
            <a:headEnd type="none" w="med" len="med"/>
            <a:tailEnd type="triangle" w="med" len="med"/>
          </a:ln>
          <a:effectLst/>
        </p:spPr>
      </p:cxnSp>
      <p:sp>
        <p:nvSpPr>
          <p:cNvPr id="67" name="Ellipse 66">
            <a:extLst>
              <a:ext uri="{FF2B5EF4-FFF2-40B4-BE49-F238E27FC236}">
                <a16:creationId xmlns:a16="http://schemas.microsoft.com/office/drawing/2014/main" id="{7DEB83CE-17C8-22B8-667B-BC0B67F04BAD}"/>
              </a:ext>
            </a:extLst>
          </p:cNvPr>
          <p:cNvSpPr/>
          <p:nvPr/>
        </p:nvSpPr>
        <p:spPr>
          <a:xfrm>
            <a:off x="4798152" y="5347534"/>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4</a:t>
            </a:r>
          </a:p>
        </p:txBody>
      </p:sp>
      <p:sp>
        <p:nvSpPr>
          <p:cNvPr id="55" name="Ellipse 54">
            <a:extLst>
              <a:ext uri="{FF2B5EF4-FFF2-40B4-BE49-F238E27FC236}">
                <a16:creationId xmlns:a16="http://schemas.microsoft.com/office/drawing/2014/main" id="{8CC3B175-D501-16B8-45F0-130243C34762}"/>
              </a:ext>
            </a:extLst>
          </p:cNvPr>
          <p:cNvSpPr/>
          <p:nvPr/>
        </p:nvSpPr>
        <p:spPr>
          <a:xfrm>
            <a:off x="2181343" y="5358114"/>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5</a:t>
            </a:r>
          </a:p>
        </p:txBody>
      </p:sp>
      <p:sp>
        <p:nvSpPr>
          <p:cNvPr id="68" name="Ellipse 67">
            <a:extLst>
              <a:ext uri="{FF2B5EF4-FFF2-40B4-BE49-F238E27FC236}">
                <a16:creationId xmlns:a16="http://schemas.microsoft.com/office/drawing/2014/main" id="{DF1AC17A-4542-FA34-50D2-DDD2AD83D611}"/>
              </a:ext>
            </a:extLst>
          </p:cNvPr>
          <p:cNvSpPr/>
          <p:nvPr/>
        </p:nvSpPr>
        <p:spPr>
          <a:xfrm>
            <a:off x="7030276" y="3800312"/>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5</a:t>
            </a:r>
          </a:p>
        </p:txBody>
      </p:sp>
      <p:cxnSp>
        <p:nvCxnSpPr>
          <p:cNvPr id="57" name="Connecteur droit avec flèche 56">
            <a:extLst>
              <a:ext uri="{FF2B5EF4-FFF2-40B4-BE49-F238E27FC236}">
                <a16:creationId xmlns:a16="http://schemas.microsoft.com/office/drawing/2014/main" id="{940E713F-CA2C-D294-E3E7-CE1990AE5787}"/>
              </a:ext>
            </a:extLst>
          </p:cNvPr>
          <p:cNvCxnSpPr>
            <a:cxnSpLocks/>
          </p:cNvCxnSpPr>
          <p:nvPr/>
        </p:nvCxnSpPr>
        <p:spPr>
          <a:xfrm flipH="1" flipV="1">
            <a:off x="2074659" y="5277456"/>
            <a:ext cx="621167" cy="5974"/>
          </a:xfrm>
          <a:prstGeom prst="straightConnector1">
            <a:avLst/>
          </a:prstGeom>
          <a:noFill/>
          <a:ln w="19050" cap="flat" cmpd="sng" algn="ctr">
            <a:solidFill>
              <a:srgbClr val="002B41"/>
            </a:solidFill>
            <a:prstDash val="solid"/>
            <a:headEnd type="none" w="med" len="med"/>
            <a:tailEnd type="triangle" w="med" len="med"/>
          </a:ln>
          <a:effectLst/>
        </p:spPr>
      </p:cxnSp>
    </p:spTree>
    <p:extLst>
      <p:ext uri="{BB962C8B-B14F-4D97-AF65-F5344CB8AC3E}">
        <p14:creationId xmlns:p14="http://schemas.microsoft.com/office/powerpoint/2010/main" val="33102530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0DB6BCE8-89C3-D763-E048-A9C98A28A6F3}"/>
              </a:ext>
            </a:extLst>
          </p:cNvPr>
          <p:cNvSpPr/>
          <p:nvPr/>
        </p:nvSpPr>
        <p:spPr>
          <a:xfrm>
            <a:off x="6881876" y="1324372"/>
            <a:ext cx="5122281" cy="2978514"/>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216000" bIns="34290" numCol="1" spcCol="0" rtlCol="0" fromWordArt="0" anchor="t" anchorCtr="0" forceAA="0" compatLnSpc="1">
            <a:prstTxWarp prst="textNoShape">
              <a:avLst/>
            </a:prstTxWarp>
            <a:noAutofit/>
          </a:bodyPr>
          <a:lstStyle/>
          <a:p>
            <a:pPr marL="285750" indent="-285750" algn="just">
              <a:spcBef>
                <a:spcPts val="900"/>
              </a:spcBef>
              <a:buClr>
                <a:schemeClr val="tx2"/>
              </a:buClr>
              <a:buFont typeface="Arial" panose="020B0604020202020204" pitchFamily="34" charset="0"/>
              <a:buChar char="•"/>
            </a:pPr>
            <a:r>
              <a:rPr lang="fr-FR" sz="1200" dirty="0">
                <a:solidFill>
                  <a:schemeClr val="tx1"/>
                </a:solidFill>
              </a:rPr>
              <a:t>Le consommateur de service appelle l’API normalisée exposée par L’</a:t>
            </a:r>
            <a:r>
              <a:rPr lang="fr-FR" sz="1200" dirty="0" err="1">
                <a:solidFill>
                  <a:schemeClr val="tx1"/>
                </a:solidFill>
              </a:rPr>
              <a:t>APIManagement</a:t>
            </a:r>
            <a:r>
              <a:rPr lang="fr-FR" sz="1200" dirty="0">
                <a:solidFill>
                  <a:schemeClr val="tx1"/>
                </a:solidFill>
              </a:rPr>
              <a:t>.</a:t>
            </a:r>
          </a:p>
          <a:p>
            <a:pPr marL="285750" indent="-285750" algn="just">
              <a:spcBef>
                <a:spcPts val="900"/>
              </a:spcBef>
              <a:buClr>
                <a:schemeClr val="tx2"/>
              </a:buClr>
              <a:buFont typeface="Arial" panose="020B0604020202020204" pitchFamily="34" charset="0"/>
              <a:buChar char="•"/>
            </a:pPr>
            <a:r>
              <a:rPr lang="fr-FR" sz="1200" dirty="0">
                <a:solidFill>
                  <a:schemeClr val="tx1"/>
                </a:solidFill>
              </a:rPr>
              <a:t>L’</a:t>
            </a:r>
            <a:r>
              <a:rPr lang="fr-FR" sz="1200" dirty="0" err="1">
                <a:solidFill>
                  <a:schemeClr val="tx1"/>
                </a:solidFill>
              </a:rPr>
              <a:t>APIManagement</a:t>
            </a:r>
            <a:r>
              <a:rPr lang="fr-FR" sz="1200" dirty="0">
                <a:solidFill>
                  <a:schemeClr val="tx1"/>
                </a:solidFill>
              </a:rPr>
              <a:t> contrôle le droit d’accès à la ressource et transforme la requête (si nécessaire) pour solliciter l’API du fournisseur</a:t>
            </a:r>
          </a:p>
          <a:p>
            <a:pPr marL="285750" indent="-285750" algn="just">
              <a:spcBef>
                <a:spcPts val="900"/>
              </a:spcBef>
              <a:buClr>
                <a:schemeClr val="tx2"/>
              </a:buClr>
              <a:buFont typeface="Arial" panose="020B0604020202020204" pitchFamily="34" charset="0"/>
              <a:buChar char="•"/>
            </a:pPr>
            <a:r>
              <a:rPr lang="fr-FR" sz="1200" dirty="0">
                <a:solidFill>
                  <a:schemeClr val="tx1"/>
                </a:solidFill>
              </a:rPr>
              <a:t>L’</a:t>
            </a:r>
            <a:r>
              <a:rPr lang="fr-FR" sz="1200" b="1" dirty="0">
                <a:solidFill>
                  <a:schemeClr val="tx1"/>
                </a:solidFill>
              </a:rPr>
              <a:t>ESB</a:t>
            </a:r>
            <a:r>
              <a:rPr lang="fr-FR" sz="1200" dirty="0">
                <a:solidFill>
                  <a:schemeClr val="tx1"/>
                </a:solidFill>
              </a:rPr>
              <a:t> ou le </a:t>
            </a:r>
            <a:r>
              <a:rPr lang="fr-FR" sz="1200" b="1" dirty="0" err="1">
                <a:solidFill>
                  <a:schemeClr val="tx1"/>
                </a:solidFill>
              </a:rPr>
              <a:t>microservice</a:t>
            </a:r>
            <a:r>
              <a:rPr lang="fr-FR" sz="1200" dirty="0">
                <a:solidFill>
                  <a:schemeClr val="tx1"/>
                </a:solidFill>
              </a:rPr>
              <a:t> assure la </a:t>
            </a:r>
            <a:r>
              <a:rPr lang="fr-FR" sz="1200" b="1" dirty="0">
                <a:solidFill>
                  <a:schemeClr val="tx1"/>
                </a:solidFill>
              </a:rPr>
              <a:t>transformation du message </a:t>
            </a:r>
            <a:r>
              <a:rPr lang="fr-FR" sz="1200" dirty="0">
                <a:solidFill>
                  <a:schemeClr val="tx1"/>
                </a:solidFill>
              </a:rPr>
              <a:t>ainsi que le </a:t>
            </a:r>
            <a:r>
              <a:rPr lang="fr-FR" sz="1200" b="1" dirty="0">
                <a:solidFill>
                  <a:schemeClr val="tx1"/>
                </a:solidFill>
              </a:rPr>
              <a:t>routage</a:t>
            </a:r>
            <a:r>
              <a:rPr lang="fr-FR" sz="1200" dirty="0">
                <a:solidFill>
                  <a:schemeClr val="tx1"/>
                </a:solidFill>
              </a:rPr>
              <a:t> vers le fournisseur de service.</a:t>
            </a:r>
          </a:p>
          <a:p>
            <a:pPr marL="285750" indent="-285750" algn="just">
              <a:spcBef>
                <a:spcPts val="900"/>
              </a:spcBef>
              <a:buClr>
                <a:schemeClr val="tx2"/>
              </a:buClr>
              <a:buFont typeface="Arial" panose="020B0604020202020204" pitchFamily="34" charset="0"/>
              <a:buChar char="•"/>
            </a:pPr>
            <a:r>
              <a:rPr lang="fr-FR" sz="1200" dirty="0">
                <a:solidFill>
                  <a:schemeClr val="tx1"/>
                </a:solidFill>
              </a:rPr>
              <a:t>Les services liés à la ressource sont exécutés par l’ESB ou le </a:t>
            </a:r>
            <a:r>
              <a:rPr lang="fr-FR" sz="1200" dirty="0" err="1">
                <a:solidFill>
                  <a:schemeClr val="tx1"/>
                </a:solidFill>
              </a:rPr>
              <a:t>microservice</a:t>
            </a:r>
            <a:endParaRPr lang="fr-FR" sz="1200" dirty="0">
              <a:solidFill>
                <a:schemeClr val="tx1"/>
              </a:solidFill>
            </a:endParaRPr>
          </a:p>
          <a:p>
            <a:pPr marL="285750" indent="-285750" algn="just">
              <a:spcBef>
                <a:spcPts val="900"/>
              </a:spcBef>
              <a:buClr>
                <a:schemeClr val="tx2"/>
              </a:buClr>
              <a:buFont typeface="Arial" panose="020B0604020202020204" pitchFamily="34" charset="0"/>
              <a:buChar char="•"/>
            </a:pPr>
            <a:r>
              <a:rPr lang="fr-FR" sz="1200" dirty="0">
                <a:solidFill>
                  <a:schemeClr val="tx1"/>
                </a:solidFill>
              </a:rPr>
              <a:t>Le résultat est retourné</a:t>
            </a:r>
          </a:p>
          <a:p>
            <a:pPr marL="285750" indent="-285750" algn="just">
              <a:spcBef>
                <a:spcPts val="900"/>
              </a:spcBef>
              <a:buClr>
                <a:schemeClr val="tx2"/>
              </a:buClr>
              <a:buFont typeface="Arial" panose="020B0604020202020204" pitchFamily="34" charset="0"/>
              <a:buChar char="•"/>
            </a:pPr>
            <a:r>
              <a:rPr lang="fr-FR" sz="1200" dirty="0">
                <a:solidFill>
                  <a:schemeClr val="tx1"/>
                </a:solidFill>
              </a:rPr>
              <a:t>L’</a:t>
            </a:r>
            <a:r>
              <a:rPr lang="fr-FR" sz="1200" dirty="0" err="1">
                <a:solidFill>
                  <a:schemeClr val="tx1"/>
                </a:solidFill>
              </a:rPr>
              <a:t>APIManagement</a:t>
            </a:r>
            <a:r>
              <a:rPr lang="fr-FR" sz="1200" dirty="0">
                <a:solidFill>
                  <a:schemeClr val="tx1"/>
                </a:solidFill>
              </a:rPr>
              <a:t> contrôle le retour et normalise la réponse (si nécessaire)</a:t>
            </a:r>
          </a:p>
          <a:p>
            <a:pPr marL="285750" indent="-285750" algn="just">
              <a:spcBef>
                <a:spcPts val="900"/>
              </a:spcBef>
              <a:buClr>
                <a:schemeClr val="tx2"/>
              </a:buClr>
              <a:buFont typeface="Arial" panose="020B0604020202020204" pitchFamily="34" charset="0"/>
              <a:buChar char="•"/>
            </a:pPr>
            <a:endParaRPr lang="fr-FR" sz="1400" dirty="0">
              <a:solidFill>
                <a:schemeClr val="tx1"/>
              </a:solidFill>
            </a:endParaRPr>
          </a:p>
        </p:txBody>
      </p:sp>
      <p:sp>
        <p:nvSpPr>
          <p:cNvPr id="26" name="ZoneTexte 25">
            <a:extLst>
              <a:ext uri="{FF2B5EF4-FFF2-40B4-BE49-F238E27FC236}">
                <a16:creationId xmlns:a16="http://schemas.microsoft.com/office/drawing/2014/main" id="{E3EED878-BEBE-1F22-7F52-1C8EC9C25A95}"/>
              </a:ext>
            </a:extLst>
          </p:cNvPr>
          <p:cNvSpPr txBox="1"/>
          <p:nvPr/>
        </p:nvSpPr>
        <p:spPr>
          <a:xfrm>
            <a:off x="7175297" y="1243579"/>
            <a:ext cx="1452189"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Déroulé</a:t>
            </a:r>
          </a:p>
        </p:txBody>
      </p:sp>
      <p:sp>
        <p:nvSpPr>
          <p:cNvPr id="11" name="Espace réservé du texte 10">
            <a:extLst>
              <a:ext uri="{FF2B5EF4-FFF2-40B4-BE49-F238E27FC236}">
                <a16:creationId xmlns:a16="http://schemas.microsoft.com/office/drawing/2014/main" id="{CB328C86-B14A-6EFC-D63F-FD0CD1C47D5C}"/>
              </a:ext>
            </a:extLst>
          </p:cNvPr>
          <p:cNvSpPr>
            <a:spLocks noGrp="1"/>
          </p:cNvSpPr>
          <p:nvPr>
            <p:ph type="body" sz="quarter" idx="35"/>
          </p:nvPr>
        </p:nvSpPr>
        <p:spPr/>
        <p:txBody>
          <a:bodyPr/>
          <a:lstStyle/>
          <a:p>
            <a:r>
              <a:rPr lang="fr-FR" dirty="0"/>
              <a:t>Implémentation </a:t>
            </a:r>
            <a:r>
              <a:rPr lang="fr-FR" dirty="0" err="1"/>
              <a:t>APIManagement</a:t>
            </a:r>
            <a:r>
              <a:rPr lang="fr-FR" dirty="0"/>
              <a:t> + ESB ou </a:t>
            </a:r>
            <a:r>
              <a:rPr lang="fr-FR" dirty="0" err="1"/>
              <a:t>APIManagement</a:t>
            </a:r>
            <a:r>
              <a:rPr lang="fr-FR" dirty="0"/>
              <a:t> + </a:t>
            </a:r>
            <a:r>
              <a:rPr lang="fr-FR" dirty="0" err="1"/>
              <a:t>Microservice</a:t>
            </a:r>
            <a:endParaRPr lang="fr-FR" dirty="0"/>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COOKBOOK des systèmes d’échange : Exposition de Service</a:t>
            </a:r>
          </a:p>
        </p:txBody>
      </p:sp>
      <p:sp>
        <p:nvSpPr>
          <p:cNvPr id="90" name="Rectangle 89">
            <a:extLst>
              <a:ext uri="{FF2B5EF4-FFF2-40B4-BE49-F238E27FC236}">
                <a16:creationId xmlns:a16="http://schemas.microsoft.com/office/drawing/2014/main" id="{D5AED041-1C2A-6ADC-C5AB-2ECADB6FBC10}"/>
              </a:ext>
            </a:extLst>
          </p:cNvPr>
          <p:cNvSpPr/>
          <p:nvPr/>
        </p:nvSpPr>
        <p:spPr>
          <a:xfrm>
            <a:off x="429175" y="3429000"/>
            <a:ext cx="6279969" cy="3018118"/>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92" name="ZoneTexte 91">
            <a:extLst>
              <a:ext uri="{FF2B5EF4-FFF2-40B4-BE49-F238E27FC236}">
                <a16:creationId xmlns:a16="http://schemas.microsoft.com/office/drawing/2014/main" id="{457037C8-69C5-E425-A716-48C76CFB7602}"/>
              </a:ext>
            </a:extLst>
          </p:cNvPr>
          <p:cNvSpPr txBox="1"/>
          <p:nvPr/>
        </p:nvSpPr>
        <p:spPr>
          <a:xfrm>
            <a:off x="688858" y="3340021"/>
            <a:ext cx="3829371" cy="215444"/>
          </a:xfrm>
          <a:prstGeom prst="rect">
            <a:avLst/>
          </a:prstGeom>
          <a:solidFill>
            <a:schemeClr val="bg1"/>
          </a:solidFill>
        </p:spPr>
        <p:txBody>
          <a:bodyPr wrap="square" lIns="27000" tIns="0" rIns="27000" bIns="0" rtlCol="0">
            <a:spAutoFit/>
          </a:bodyPr>
          <a:lstStyle/>
          <a:p>
            <a:pPr algn="ctr"/>
            <a:r>
              <a:rPr lang="en-US" sz="1400" b="1" cap="all">
                <a:solidFill>
                  <a:schemeClr val="tx2"/>
                </a:solidFill>
                <a:latin typeface="+mj-lt"/>
              </a:rPr>
              <a:t>Architecture </a:t>
            </a:r>
            <a:r>
              <a:rPr lang="fr-FR" sz="1400" b="1" cap="all">
                <a:solidFill>
                  <a:schemeClr val="tx2"/>
                </a:solidFill>
                <a:latin typeface="+mj-lt"/>
              </a:rPr>
              <a:t>Recommandée</a:t>
            </a:r>
          </a:p>
        </p:txBody>
      </p:sp>
      <p:sp>
        <p:nvSpPr>
          <p:cNvPr id="142" name="Ellipse 141">
            <a:extLst>
              <a:ext uri="{FF2B5EF4-FFF2-40B4-BE49-F238E27FC236}">
                <a16:creationId xmlns:a16="http://schemas.microsoft.com/office/drawing/2014/main" id="{F7EA8BD5-AC7C-0E0F-B64E-908AD0CCB36C}"/>
              </a:ext>
            </a:extLst>
          </p:cNvPr>
          <p:cNvSpPr/>
          <p:nvPr/>
        </p:nvSpPr>
        <p:spPr>
          <a:xfrm>
            <a:off x="6940033" y="1970224"/>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2</a:t>
            </a:r>
          </a:p>
        </p:txBody>
      </p:sp>
      <p:sp>
        <p:nvSpPr>
          <p:cNvPr id="143" name="Ellipse 142">
            <a:extLst>
              <a:ext uri="{FF2B5EF4-FFF2-40B4-BE49-F238E27FC236}">
                <a16:creationId xmlns:a16="http://schemas.microsoft.com/office/drawing/2014/main" id="{F9DD6BC4-E134-BEE7-2164-F6DAEC5AA17B}"/>
              </a:ext>
            </a:extLst>
          </p:cNvPr>
          <p:cNvSpPr/>
          <p:nvPr/>
        </p:nvSpPr>
        <p:spPr>
          <a:xfrm>
            <a:off x="6940034" y="1532960"/>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3" name="Ellipse 2">
            <a:extLst>
              <a:ext uri="{FF2B5EF4-FFF2-40B4-BE49-F238E27FC236}">
                <a16:creationId xmlns:a16="http://schemas.microsoft.com/office/drawing/2014/main" id="{34DBE88B-99B3-C494-3B0E-2FEA959FDB66}"/>
              </a:ext>
            </a:extLst>
          </p:cNvPr>
          <p:cNvSpPr/>
          <p:nvPr/>
        </p:nvSpPr>
        <p:spPr>
          <a:xfrm>
            <a:off x="6939828" y="2635242"/>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14" name="Rectangle 13">
            <a:extLst>
              <a:ext uri="{FF2B5EF4-FFF2-40B4-BE49-F238E27FC236}">
                <a16:creationId xmlns:a16="http://schemas.microsoft.com/office/drawing/2014/main" id="{3B928A55-7BD5-3531-80C7-67E4E893C7D2}"/>
              </a:ext>
            </a:extLst>
          </p:cNvPr>
          <p:cNvSpPr/>
          <p:nvPr/>
        </p:nvSpPr>
        <p:spPr>
          <a:xfrm>
            <a:off x="429174" y="1324441"/>
            <a:ext cx="6279969" cy="850730"/>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Clr>
                <a:schemeClr val="tx2"/>
              </a:buClr>
              <a:buFont typeface="Arial" panose="020B0604020202020204" pitchFamily="34" charset="0"/>
              <a:buChar char="•"/>
            </a:pPr>
            <a:r>
              <a:rPr lang="fr-FR" sz="1400" dirty="0">
                <a:solidFill>
                  <a:schemeClr val="tx1"/>
                </a:solidFill>
              </a:rPr>
              <a:t>Exposition sécurisée d’un service correspondant à l’</a:t>
            </a:r>
            <a:r>
              <a:rPr lang="fr-FR" sz="1400" b="1" dirty="0">
                <a:solidFill>
                  <a:schemeClr val="tx1"/>
                </a:solidFill>
              </a:rPr>
              <a:t>orchestration</a:t>
            </a:r>
            <a:r>
              <a:rPr lang="fr-FR" sz="1400" dirty="0">
                <a:solidFill>
                  <a:schemeClr val="tx1"/>
                </a:solidFill>
              </a:rPr>
              <a:t> de plusieurs fournisseurs de services </a:t>
            </a:r>
            <a:r>
              <a:rPr lang="fr-FR" sz="1400" b="1" dirty="0">
                <a:solidFill>
                  <a:schemeClr val="tx1"/>
                </a:solidFill>
              </a:rPr>
              <a:t>à base d’API</a:t>
            </a:r>
          </a:p>
        </p:txBody>
      </p:sp>
      <p:sp>
        <p:nvSpPr>
          <p:cNvPr id="15" name="ZoneTexte 14">
            <a:extLst>
              <a:ext uri="{FF2B5EF4-FFF2-40B4-BE49-F238E27FC236}">
                <a16:creationId xmlns:a16="http://schemas.microsoft.com/office/drawing/2014/main" id="{6B03CA71-88D5-C25D-E9A5-15D094A0DDE3}"/>
              </a:ext>
            </a:extLst>
          </p:cNvPr>
          <p:cNvSpPr txBox="1"/>
          <p:nvPr/>
        </p:nvSpPr>
        <p:spPr>
          <a:xfrm>
            <a:off x="753697" y="1211060"/>
            <a:ext cx="1602841" cy="215444"/>
          </a:xfrm>
          <a:prstGeom prst="rect">
            <a:avLst/>
          </a:prstGeom>
          <a:solidFill>
            <a:schemeClr val="bg1"/>
          </a:solidFill>
        </p:spPr>
        <p:txBody>
          <a:bodyPr wrap="square" lIns="27000" tIns="0" rIns="27000" bIns="0" rtlCol="0">
            <a:spAutoFit/>
          </a:bodyPr>
          <a:lstStyle/>
          <a:p>
            <a:pPr algn="ctr"/>
            <a:r>
              <a:rPr lang="en-US" sz="1400" b="1" cap="all" dirty="0">
                <a:solidFill>
                  <a:schemeClr val="tx2"/>
                </a:solidFill>
                <a:latin typeface="+mj-lt"/>
              </a:rPr>
              <a:t>Use case</a:t>
            </a:r>
          </a:p>
        </p:txBody>
      </p:sp>
      <p:sp>
        <p:nvSpPr>
          <p:cNvPr id="16" name="Rectangle 15">
            <a:extLst>
              <a:ext uri="{FF2B5EF4-FFF2-40B4-BE49-F238E27FC236}">
                <a16:creationId xmlns:a16="http://schemas.microsoft.com/office/drawing/2014/main" id="{2B6370C5-00E5-9FA3-9DDA-11DE3CA4036D}"/>
              </a:ext>
            </a:extLst>
          </p:cNvPr>
          <p:cNvSpPr/>
          <p:nvPr/>
        </p:nvSpPr>
        <p:spPr>
          <a:xfrm>
            <a:off x="429174" y="2396753"/>
            <a:ext cx="6279969" cy="848142"/>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Clr>
                <a:schemeClr val="tx2"/>
              </a:buClr>
              <a:buFont typeface="Arial" panose="020B0604020202020204" pitchFamily="34" charset="0"/>
              <a:buChar char="•"/>
            </a:pPr>
            <a:r>
              <a:rPr lang="fr-FR" sz="1400" dirty="0">
                <a:solidFill>
                  <a:schemeClr val="tx1"/>
                </a:solidFill>
              </a:rPr>
              <a:t>Filtrage, Transformation, Normalisation/Dénormalisation</a:t>
            </a:r>
          </a:p>
        </p:txBody>
      </p:sp>
      <p:sp>
        <p:nvSpPr>
          <p:cNvPr id="17" name="ZoneTexte 16">
            <a:extLst>
              <a:ext uri="{FF2B5EF4-FFF2-40B4-BE49-F238E27FC236}">
                <a16:creationId xmlns:a16="http://schemas.microsoft.com/office/drawing/2014/main" id="{62B4CD33-3AB8-9AD1-5DFE-F772BD9C0FCD}"/>
              </a:ext>
            </a:extLst>
          </p:cNvPr>
          <p:cNvSpPr txBox="1"/>
          <p:nvPr/>
        </p:nvSpPr>
        <p:spPr>
          <a:xfrm>
            <a:off x="753697" y="2277001"/>
            <a:ext cx="1602841" cy="215444"/>
          </a:xfrm>
          <a:prstGeom prst="rect">
            <a:avLst/>
          </a:prstGeom>
          <a:solidFill>
            <a:schemeClr val="bg1"/>
          </a:solidFill>
        </p:spPr>
        <p:txBody>
          <a:bodyPr wrap="square" lIns="27000" tIns="0" rIns="27000" bIns="0" rtlCol="0">
            <a:spAutoFit/>
          </a:bodyPr>
          <a:lstStyle/>
          <a:p>
            <a:pPr algn="ctr"/>
            <a:r>
              <a:rPr lang="en-US" sz="1400" b="1" cap="all" err="1">
                <a:solidFill>
                  <a:schemeClr val="tx2"/>
                </a:solidFill>
                <a:latin typeface="+mj-lt"/>
              </a:rPr>
              <a:t>Exemple</a:t>
            </a:r>
            <a:endParaRPr lang="en-US" sz="1400" b="1" cap="all">
              <a:solidFill>
                <a:schemeClr val="tx2"/>
              </a:solidFill>
              <a:latin typeface="+mj-lt"/>
            </a:endParaRPr>
          </a:p>
        </p:txBody>
      </p:sp>
      <p:sp>
        <p:nvSpPr>
          <p:cNvPr id="18" name="Rectangle 17">
            <a:extLst>
              <a:ext uri="{FF2B5EF4-FFF2-40B4-BE49-F238E27FC236}">
                <a16:creationId xmlns:a16="http://schemas.microsoft.com/office/drawing/2014/main" id="{ABF56279-72AE-8E22-4B97-25B4FB7E9DEF}"/>
              </a:ext>
            </a:extLst>
          </p:cNvPr>
          <p:cNvSpPr/>
          <p:nvPr/>
        </p:nvSpPr>
        <p:spPr>
          <a:xfrm>
            <a:off x="6881876" y="4444254"/>
            <a:ext cx="2437617" cy="2012503"/>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108000" bIns="34290" numCol="1" spcCol="0" rtlCol="0" fromWordArt="0" anchor="t" anchorCtr="0" forceAA="0" compatLnSpc="1">
            <a:prstTxWarp prst="textNoShape">
              <a:avLst/>
            </a:prstTxWarp>
            <a:noAutofit/>
          </a:bodyPr>
          <a:lstStyle/>
          <a:p>
            <a:pPr marL="177800" indent="-177800">
              <a:spcBef>
                <a:spcPts val="900"/>
              </a:spcBef>
              <a:buClr>
                <a:schemeClr val="tx2"/>
              </a:buClr>
              <a:buFont typeface="Arial" panose="020B0604020202020204" pitchFamily="34" charset="0"/>
              <a:buChar char="•"/>
            </a:pPr>
            <a:r>
              <a:rPr lang="fr-FR" sz="1400" dirty="0">
                <a:solidFill>
                  <a:schemeClr val="tx1"/>
                </a:solidFill>
              </a:rPr>
              <a:t>D’autres traitements en parallèles sont possibles</a:t>
            </a:r>
          </a:p>
          <a:p>
            <a:pPr marL="177800" indent="-177800">
              <a:spcBef>
                <a:spcPts val="600"/>
              </a:spcBef>
              <a:buClr>
                <a:schemeClr val="tx2"/>
              </a:buClr>
              <a:buFont typeface="Arial" panose="020B0604020202020204" pitchFamily="34" charset="0"/>
              <a:buChar char="•"/>
            </a:pPr>
            <a:r>
              <a:rPr lang="fr-FR" sz="1400" dirty="0">
                <a:solidFill>
                  <a:schemeClr val="tx1"/>
                </a:solidFill>
              </a:rPr>
              <a:t>Sécurisation de l’échange</a:t>
            </a:r>
          </a:p>
          <a:p>
            <a:pPr marL="177800" indent="-177800">
              <a:spcBef>
                <a:spcPts val="600"/>
              </a:spcBef>
              <a:buClr>
                <a:schemeClr val="tx2"/>
              </a:buClr>
              <a:buFont typeface="Arial" panose="020B0604020202020204" pitchFamily="34" charset="0"/>
              <a:buChar char="•"/>
            </a:pPr>
            <a:r>
              <a:rPr lang="fr-FR" sz="1400" dirty="0">
                <a:solidFill>
                  <a:schemeClr val="tx1"/>
                </a:solidFill>
              </a:rPr>
              <a:t>Couplage lâche entre APIs fournisseur et l’API exposée</a:t>
            </a:r>
          </a:p>
          <a:p>
            <a:pPr marL="177800" indent="-177800">
              <a:spcBef>
                <a:spcPts val="900"/>
              </a:spcBef>
              <a:buClr>
                <a:schemeClr val="tx2"/>
              </a:buClr>
              <a:buFont typeface="Arial" panose="020B0604020202020204" pitchFamily="34" charset="0"/>
              <a:buChar char="•"/>
            </a:pPr>
            <a:endParaRPr lang="fr-FR" sz="1400" dirty="0">
              <a:solidFill>
                <a:schemeClr val="tx1"/>
              </a:solidFill>
            </a:endParaRPr>
          </a:p>
        </p:txBody>
      </p:sp>
      <p:sp>
        <p:nvSpPr>
          <p:cNvPr id="19" name="ZoneTexte 18">
            <a:extLst>
              <a:ext uri="{FF2B5EF4-FFF2-40B4-BE49-F238E27FC236}">
                <a16:creationId xmlns:a16="http://schemas.microsoft.com/office/drawing/2014/main" id="{E86140EB-6A7D-0836-FD42-95DE6409762F}"/>
              </a:ext>
            </a:extLst>
          </p:cNvPr>
          <p:cNvSpPr txBox="1"/>
          <p:nvPr/>
        </p:nvSpPr>
        <p:spPr>
          <a:xfrm>
            <a:off x="6965637" y="4348119"/>
            <a:ext cx="1452189"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Avantages</a:t>
            </a:r>
          </a:p>
        </p:txBody>
      </p:sp>
      <p:sp>
        <p:nvSpPr>
          <p:cNvPr id="23" name="Rectangle 22">
            <a:extLst>
              <a:ext uri="{FF2B5EF4-FFF2-40B4-BE49-F238E27FC236}">
                <a16:creationId xmlns:a16="http://schemas.microsoft.com/office/drawing/2014/main" id="{D702FB36-7BAD-299E-E3FA-DE2D15DC36C2}"/>
              </a:ext>
            </a:extLst>
          </p:cNvPr>
          <p:cNvSpPr/>
          <p:nvPr/>
        </p:nvSpPr>
        <p:spPr>
          <a:xfrm>
            <a:off x="9566540" y="4444253"/>
            <a:ext cx="2437617" cy="2012503"/>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108000" bIns="34290" numCol="1" spcCol="0" rtlCol="0" fromWordArt="0" anchor="t" anchorCtr="0" forceAA="0" compatLnSpc="1">
            <a:prstTxWarp prst="textNoShape">
              <a:avLst/>
            </a:prstTxWarp>
            <a:noAutofit/>
          </a:bodyPr>
          <a:lstStyle/>
          <a:p>
            <a:pPr marL="285750" indent="-285750" algn="just">
              <a:spcBef>
                <a:spcPts val="900"/>
              </a:spcBef>
              <a:buClr>
                <a:schemeClr val="tx2"/>
              </a:buClr>
              <a:buFont typeface="Arial" panose="020B0604020202020204" pitchFamily="34" charset="0"/>
              <a:buChar char="•"/>
            </a:pPr>
            <a:r>
              <a:rPr lang="fr-FR" sz="1400" dirty="0">
                <a:solidFill>
                  <a:schemeClr val="tx1"/>
                </a:solidFill>
              </a:rPr>
              <a:t>Latence possible</a:t>
            </a:r>
          </a:p>
        </p:txBody>
      </p:sp>
      <p:sp>
        <p:nvSpPr>
          <p:cNvPr id="24" name="ZoneTexte 23">
            <a:extLst>
              <a:ext uri="{FF2B5EF4-FFF2-40B4-BE49-F238E27FC236}">
                <a16:creationId xmlns:a16="http://schemas.microsoft.com/office/drawing/2014/main" id="{9BC892F6-A185-C6C8-75F7-FD95C89D3FC6}"/>
              </a:ext>
            </a:extLst>
          </p:cNvPr>
          <p:cNvSpPr txBox="1"/>
          <p:nvPr/>
        </p:nvSpPr>
        <p:spPr>
          <a:xfrm>
            <a:off x="9646986" y="4348119"/>
            <a:ext cx="1926343"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Inconvénients</a:t>
            </a:r>
          </a:p>
        </p:txBody>
      </p:sp>
      <p:sp>
        <p:nvSpPr>
          <p:cNvPr id="6" name="Rectangle 5">
            <a:extLst>
              <a:ext uri="{FF2B5EF4-FFF2-40B4-BE49-F238E27FC236}">
                <a16:creationId xmlns:a16="http://schemas.microsoft.com/office/drawing/2014/main" id="{272748E3-0F12-38ED-E9D8-F5B705364A3C}"/>
              </a:ext>
            </a:extLst>
          </p:cNvPr>
          <p:cNvSpPr/>
          <p:nvPr/>
        </p:nvSpPr>
        <p:spPr>
          <a:xfrm rot="16200000">
            <a:off x="4173884" y="4258532"/>
            <a:ext cx="157642" cy="725709"/>
          </a:xfrm>
          <a:prstGeom prst="rect">
            <a:avLst/>
          </a:prstGeom>
          <a:solidFill>
            <a:schemeClr val="tx2"/>
          </a:solidFill>
          <a:ln w="9525" cap="flat" cmpd="sng" algn="ctr">
            <a:solidFill>
              <a:srgbClr val="003D5E">
                <a:lumMod val="75000"/>
                <a:lumOff val="25000"/>
              </a:srgbClr>
            </a:solidFill>
            <a:prstDash val="solid"/>
          </a:ln>
          <a:effectLst/>
        </p:spPr>
        <p:txBody>
          <a:bodyPr vert="vert" rtlCol="0" anchor="ctr"/>
          <a:lstStyle/>
          <a:p>
            <a:pPr algn="ctr" defTabSz="685800"/>
            <a:r>
              <a:rPr lang="fr-FR" sz="1200" b="1" kern="0">
                <a:solidFill>
                  <a:prstClr val="black"/>
                </a:solidFill>
                <a:latin typeface="Trebuchet MS"/>
              </a:rPr>
              <a:t>ESB</a:t>
            </a:r>
          </a:p>
        </p:txBody>
      </p:sp>
      <p:sp>
        <p:nvSpPr>
          <p:cNvPr id="8" name="Rectangle 7">
            <a:extLst>
              <a:ext uri="{FF2B5EF4-FFF2-40B4-BE49-F238E27FC236}">
                <a16:creationId xmlns:a16="http://schemas.microsoft.com/office/drawing/2014/main" id="{01AE195F-3DDB-7578-7204-CACFA96185F0}"/>
              </a:ext>
            </a:extLst>
          </p:cNvPr>
          <p:cNvSpPr/>
          <p:nvPr/>
        </p:nvSpPr>
        <p:spPr>
          <a:xfrm>
            <a:off x="5385176" y="3929904"/>
            <a:ext cx="1073189" cy="632801"/>
          </a:xfrm>
          <a:prstGeom prst="rect">
            <a:avLst/>
          </a:prstGeom>
          <a:solidFill>
            <a:schemeClr val="bg1">
              <a:lumMod val="90000"/>
            </a:schemeClr>
          </a:solidFill>
          <a:ln w="9525" cap="flat" cmpd="sng" algn="ctr">
            <a:solidFill>
              <a:schemeClr val="tx1"/>
            </a:solidFill>
            <a:prstDash val="solid"/>
          </a:ln>
          <a:effectLst/>
        </p:spPr>
        <p:txBody>
          <a:bodyPr lIns="180000" tIns="27000" rIns="27000" bIns="27000" rtlCol="0" anchor="ctr"/>
          <a:lstStyle/>
          <a:p>
            <a:pPr algn="ctr" defTabSz="685800"/>
            <a:r>
              <a:rPr lang="fr-FR" sz="1050" i="1" kern="0" dirty="0">
                <a:solidFill>
                  <a:prstClr val="black"/>
                </a:solidFill>
              </a:rPr>
              <a:t>Fournisseur de service </a:t>
            </a:r>
            <a:r>
              <a:rPr lang="fr-FR" sz="1050" i="1" kern="0">
                <a:solidFill>
                  <a:prstClr val="black"/>
                </a:solidFill>
              </a:rPr>
              <a:t>A</a:t>
            </a:r>
          </a:p>
        </p:txBody>
      </p:sp>
      <p:sp>
        <p:nvSpPr>
          <p:cNvPr id="36" name="Ellipse 35">
            <a:extLst>
              <a:ext uri="{FF2B5EF4-FFF2-40B4-BE49-F238E27FC236}">
                <a16:creationId xmlns:a16="http://schemas.microsoft.com/office/drawing/2014/main" id="{E38096F4-B3FF-7698-D576-E4073FD27D54}"/>
              </a:ext>
            </a:extLst>
          </p:cNvPr>
          <p:cNvSpPr/>
          <p:nvPr/>
        </p:nvSpPr>
        <p:spPr>
          <a:xfrm>
            <a:off x="4176193" y="5190985"/>
            <a:ext cx="182873" cy="18287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sp>
        <p:nvSpPr>
          <p:cNvPr id="38" name="Arc 37">
            <a:extLst>
              <a:ext uri="{FF2B5EF4-FFF2-40B4-BE49-F238E27FC236}">
                <a16:creationId xmlns:a16="http://schemas.microsoft.com/office/drawing/2014/main" id="{3105549F-554F-4EB2-7A79-6210926384A6}"/>
              </a:ext>
            </a:extLst>
          </p:cNvPr>
          <p:cNvSpPr/>
          <p:nvPr/>
        </p:nvSpPr>
        <p:spPr>
          <a:xfrm rot="16200000">
            <a:off x="4126229" y="5176530"/>
            <a:ext cx="256022" cy="219447"/>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cxnSp>
        <p:nvCxnSpPr>
          <p:cNvPr id="40" name="Connecteur droit avec flèche 298">
            <a:extLst>
              <a:ext uri="{FF2B5EF4-FFF2-40B4-BE49-F238E27FC236}">
                <a16:creationId xmlns:a16="http://schemas.microsoft.com/office/drawing/2014/main" id="{87E300E1-1F2F-5F6E-8EE1-22730AB90741}"/>
              </a:ext>
            </a:extLst>
          </p:cNvPr>
          <p:cNvCxnSpPr>
            <a:cxnSpLocks/>
            <a:endCxn id="6" idx="2"/>
          </p:cNvCxnSpPr>
          <p:nvPr/>
        </p:nvCxnSpPr>
        <p:spPr>
          <a:xfrm rot="10800000">
            <a:off x="4615560" y="4621387"/>
            <a:ext cx="769616" cy="405380"/>
          </a:xfrm>
          <a:prstGeom prst="bentConnector3">
            <a:avLst>
              <a:gd name="adj1" fmla="val 50000"/>
            </a:avLst>
          </a:prstGeom>
          <a:noFill/>
          <a:ln w="19050" cap="flat" cmpd="sng" algn="ctr">
            <a:solidFill>
              <a:srgbClr val="002B41"/>
            </a:solidFill>
            <a:prstDash val="solid"/>
            <a:headEnd type="none" w="med" len="med"/>
            <a:tailEnd type="none" w="med" len="med"/>
          </a:ln>
          <a:effectLst/>
        </p:spPr>
      </p:cxnSp>
      <p:cxnSp>
        <p:nvCxnSpPr>
          <p:cNvPr id="41" name="Connecteur droit avec flèche 298">
            <a:extLst>
              <a:ext uri="{FF2B5EF4-FFF2-40B4-BE49-F238E27FC236}">
                <a16:creationId xmlns:a16="http://schemas.microsoft.com/office/drawing/2014/main" id="{8A1E316C-5433-7FF0-8F87-F55EE437E155}"/>
              </a:ext>
            </a:extLst>
          </p:cNvPr>
          <p:cNvCxnSpPr>
            <a:cxnSpLocks/>
            <a:endCxn id="6" idx="2"/>
          </p:cNvCxnSpPr>
          <p:nvPr/>
        </p:nvCxnSpPr>
        <p:spPr>
          <a:xfrm rot="10800000" flipV="1">
            <a:off x="4615560" y="4144205"/>
            <a:ext cx="776404" cy="477181"/>
          </a:xfrm>
          <a:prstGeom prst="bentConnector3">
            <a:avLst>
              <a:gd name="adj1" fmla="val 50000"/>
            </a:avLst>
          </a:prstGeom>
          <a:noFill/>
          <a:ln w="19050" cap="flat" cmpd="sng" algn="ctr">
            <a:solidFill>
              <a:srgbClr val="002B41"/>
            </a:solidFill>
            <a:prstDash val="solid"/>
            <a:headEnd type="none" w="med" len="med"/>
            <a:tailEnd type="none" w="med" len="med"/>
          </a:ln>
          <a:effectLst/>
        </p:spPr>
      </p:cxnSp>
      <p:sp>
        <p:nvSpPr>
          <p:cNvPr id="42" name="Rectangle 41">
            <a:extLst>
              <a:ext uri="{FF2B5EF4-FFF2-40B4-BE49-F238E27FC236}">
                <a16:creationId xmlns:a16="http://schemas.microsoft.com/office/drawing/2014/main" id="{C789BADF-4748-62DE-BF13-6D2A17E4247B}"/>
              </a:ext>
            </a:extLst>
          </p:cNvPr>
          <p:cNvSpPr/>
          <p:nvPr/>
        </p:nvSpPr>
        <p:spPr>
          <a:xfrm>
            <a:off x="2247364" y="4352573"/>
            <a:ext cx="1121618" cy="1121618"/>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b"/>
          <a:lstStyle/>
          <a:p>
            <a:pPr algn="ctr" defTabSz="685800"/>
            <a:r>
              <a:rPr lang="en-US" sz="1050" b="1" kern="0">
                <a:solidFill>
                  <a:prstClr val="black"/>
                </a:solidFill>
              </a:rPr>
              <a:t>API Management</a:t>
            </a:r>
          </a:p>
        </p:txBody>
      </p:sp>
      <p:sp>
        <p:nvSpPr>
          <p:cNvPr id="43" name="Rectangle 42">
            <a:extLst>
              <a:ext uri="{FF2B5EF4-FFF2-40B4-BE49-F238E27FC236}">
                <a16:creationId xmlns:a16="http://schemas.microsoft.com/office/drawing/2014/main" id="{1351342E-3E01-2821-9A47-8075DFD52699}"/>
              </a:ext>
            </a:extLst>
          </p:cNvPr>
          <p:cNvSpPr/>
          <p:nvPr/>
        </p:nvSpPr>
        <p:spPr>
          <a:xfrm>
            <a:off x="2462183" y="4495627"/>
            <a:ext cx="847500" cy="583178"/>
          </a:xfrm>
          <a:prstGeom prst="rect">
            <a:avLst/>
          </a:prstGeom>
          <a:solidFill>
            <a:sysClr val="window" lastClr="FFFFFF"/>
          </a:solidFill>
          <a:ln w="9525" cap="flat" cmpd="sng" algn="ctr">
            <a:solidFill>
              <a:sysClr val="windowText" lastClr="000000">
                <a:shade val="95000"/>
                <a:satMod val="105000"/>
              </a:sysClr>
            </a:solidFill>
            <a:prstDash val="sysDash"/>
          </a:ln>
          <a:effectLst/>
        </p:spPr>
        <p:txBody>
          <a:bodyPr lIns="36000" tIns="36000" rIns="36000" bIns="36000" rtlCol="0" anchor="ctr"/>
          <a:lstStyle/>
          <a:p>
            <a:pPr algn="ctr"/>
            <a:r>
              <a:rPr lang="en-US" sz="800" b="1" i="1" kern="0" dirty="0" err="1">
                <a:solidFill>
                  <a:prstClr val="black"/>
                </a:solidFill>
                <a:latin typeface="Trebuchet MS"/>
              </a:rPr>
              <a:t>Sécurisation</a:t>
            </a:r>
            <a:r>
              <a:rPr lang="en-US" sz="800" b="1" i="1" kern="0" dirty="0">
                <a:solidFill>
                  <a:prstClr val="black"/>
                </a:solidFill>
                <a:latin typeface="Trebuchet MS"/>
              </a:rPr>
              <a:t> &amp; (</a:t>
            </a:r>
            <a:r>
              <a:rPr lang="en-US" sz="800" b="1" i="1" kern="0" dirty="0" err="1">
                <a:solidFill>
                  <a:prstClr val="black"/>
                </a:solidFill>
                <a:latin typeface="Trebuchet MS"/>
              </a:rPr>
              <a:t>Dé</a:t>
            </a:r>
            <a:r>
              <a:rPr lang="en-US" sz="800" b="1" i="1" kern="0" dirty="0">
                <a:solidFill>
                  <a:prstClr val="black"/>
                </a:solidFill>
                <a:latin typeface="Trebuchet MS"/>
              </a:rPr>
              <a:t>)</a:t>
            </a:r>
            <a:r>
              <a:rPr lang="en-US" sz="800" b="1" i="1" kern="0" dirty="0" err="1">
                <a:solidFill>
                  <a:prstClr val="black"/>
                </a:solidFill>
                <a:latin typeface="Trebuchet MS"/>
              </a:rPr>
              <a:t>Normali-sation</a:t>
            </a:r>
            <a:endParaRPr lang="en-US" sz="800" b="1" i="1" kern="0" dirty="0">
              <a:solidFill>
                <a:prstClr val="black"/>
              </a:solidFill>
              <a:latin typeface="Trebuchet MS"/>
            </a:endParaRPr>
          </a:p>
        </p:txBody>
      </p:sp>
      <p:cxnSp>
        <p:nvCxnSpPr>
          <p:cNvPr id="46" name="Connecteur : en angle 45">
            <a:extLst>
              <a:ext uri="{FF2B5EF4-FFF2-40B4-BE49-F238E27FC236}">
                <a16:creationId xmlns:a16="http://schemas.microsoft.com/office/drawing/2014/main" id="{12E6890E-CE35-FE1B-F9FF-AE37A6C8C714}"/>
              </a:ext>
            </a:extLst>
          </p:cNvPr>
          <p:cNvCxnSpPr>
            <a:cxnSpLocks/>
            <a:stCxn id="42" idx="3"/>
          </p:cNvCxnSpPr>
          <p:nvPr/>
        </p:nvCxnSpPr>
        <p:spPr>
          <a:xfrm>
            <a:off x="3368982" y="4913382"/>
            <a:ext cx="780743" cy="306318"/>
          </a:xfrm>
          <a:prstGeom prst="bentConnector3">
            <a:avLst>
              <a:gd name="adj1" fmla="val 50000"/>
            </a:avLst>
          </a:prstGeom>
          <a:noFill/>
          <a:ln w="19050" cap="flat" cmpd="sng" algn="ctr">
            <a:solidFill>
              <a:srgbClr val="FF6F5F"/>
            </a:solidFill>
            <a:prstDash val="solid"/>
            <a:headEnd type="none" w="med" len="med"/>
            <a:tailEnd type="none" w="med" len="med"/>
          </a:ln>
          <a:effectLst/>
        </p:spPr>
      </p:cxnSp>
      <p:sp>
        <p:nvSpPr>
          <p:cNvPr id="51" name="Ellipse 50">
            <a:extLst>
              <a:ext uri="{FF2B5EF4-FFF2-40B4-BE49-F238E27FC236}">
                <a16:creationId xmlns:a16="http://schemas.microsoft.com/office/drawing/2014/main" id="{6972DDDC-AE38-209A-7178-7584AD291B28}"/>
              </a:ext>
            </a:extLst>
          </p:cNvPr>
          <p:cNvSpPr/>
          <p:nvPr/>
        </p:nvSpPr>
        <p:spPr>
          <a:xfrm>
            <a:off x="1969288" y="4605028"/>
            <a:ext cx="182873" cy="18287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cxnSp>
        <p:nvCxnSpPr>
          <p:cNvPr id="52" name="Connecteur droit avec flèche 51">
            <a:extLst>
              <a:ext uri="{FF2B5EF4-FFF2-40B4-BE49-F238E27FC236}">
                <a16:creationId xmlns:a16="http://schemas.microsoft.com/office/drawing/2014/main" id="{5759CD6E-7CC3-5822-C61A-8D0247BC1927}"/>
              </a:ext>
            </a:extLst>
          </p:cNvPr>
          <p:cNvCxnSpPr>
            <a:cxnSpLocks/>
            <a:endCxn id="51" idx="6"/>
          </p:cNvCxnSpPr>
          <p:nvPr/>
        </p:nvCxnSpPr>
        <p:spPr>
          <a:xfrm flipH="1" flipV="1">
            <a:off x="2152161" y="4696464"/>
            <a:ext cx="94213" cy="366"/>
          </a:xfrm>
          <a:prstGeom prst="straightConnector1">
            <a:avLst/>
          </a:prstGeom>
          <a:noFill/>
          <a:ln w="19050" cap="flat" cmpd="sng" algn="ctr">
            <a:solidFill>
              <a:srgbClr val="002B41"/>
            </a:solidFill>
            <a:prstDash val="solid"/>
            <a:headEnd type="none" w="med" len="med"/>
            <a:tailEnd type="none" w="med" len="med"/>
          </a:ln>
          <a:effectLst/>
        </p:spPr>
      </p:cxnSp>
      <p:sp>
        <p:nvSpPr>
          <p:cNvPr id="56" name="Arc 55">
            <a:extLst>
              <a:ext uri="{FF2B5EF4-FFF2-40B4-BE49-F238E27FC236}">
                <a16:creationId xmlns:a16="http://schemas.microsoft.com/office/drawing/2014/main" id="{936B3743-9C7E-031C-B007-1FC15CCF1C2E}"/>
              </a:ext>
            </a:extLst>
          </p:cNvPr>
          <p:cNvSpPr/>
          <p:nvPr/>
        </p:nvSpPr>
        <p:spPr>
          <a:xfrm rot="16200000">
            <a:off x="1910572" y="4589513"/>
            <a:ext cx="256022" cy="226139"/>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cxnSp>
        <p:nvCxnSpPr>
          <p:cNvPr id="57" name="Connecteur droit avec flèche 56">
            <a:extLst>
              <a:ext uri="{FF2B5EF4-FFF2-40B4-BE49-F238E27FC236}">
                <a16:creationId xmlns:a16="http://schemas.microsoft.com/office/drawing/2014/main" id="{50DB83AD-5DA2-86DC-4411-5B5560D71F83}"/>
              </a:ext>
            </a:extLst>
          </p:cNvPr>
          <p:cNvCxnSpPr>
            <a:cxnSpLocks/>
          </p:cNvCxnSpPr>
          <p:nvPr/>
        </p:nvCxnSpPr>
        <p:spPr>
          <a:xfrm flipH="1" flipV="1">
            <a:off x="1715703" y="4696464"/>
            <a:ext cx="216000" cy="1241"/>
          </a:xfrm>
          <a:prstGeom prst="straightConnector1">
            <a:avLst/>
          </a:prstGeom>
          <a:noFill/>
          <a:ln w="19050" cap="flat" cmpd="sng" algn="ctr">
            <a:solidFill>
              <a:srgbClr val="002B41"/>
            </a:solidFill>
            <a:prstDash val="solid"/>
            <a:headEnd type="none" w="med" len="med"/>
            <a:tailEnd type="none" w="med" len="med"/>
          </a:ln>
          <a:effectLst/>
        </p:spPr>
      </p:cxnSp>
      <p:sp>
        <p:nvSpPr>
          <p:cNvPr id="59" name="Rectangle 58">
            <a:extLst>
              <a:ext uri="{FF2B5EF4-FFF2-40B4-BE49-F238E27FC236}">
                <a16:creationId xmlns:a16="http://schemas.microsoft.com/office/drawing/2014/main" id="{B8D1FA6F-4123-F161-9676-921995A476EE}"/>
              </a:ext>
            </a:extLst>
          </p:cNvPr>
          <p:cNvSpPr/>
          <p:nvPr/>
        </p:nvSpPr>
        <p:spPr>
          <a:xfrm>
            <a:off x="668551" y="4418697"/>
            <a:ext cx="1073189" cy="1013258"/>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ctr"/>
          <a:lstStyle/>
          <a:p>
            <a:pPr algn="ctr" defTabSz="685800"/>
            <a:r>
              <a:rPr lang="en-US" sz="1050" i="1" kern="0" dirty="0" err="1">
                <a:solidFill>
                  <a:prstClr val="black"/>
                </a:solidFill>
              </a:rPr>
              <a:t>Consommateur</a:t>
            </a:r>
            <a:r>
              <a:rPr lang="en-US" sz="1050" i="1" kern="0" dirty="0">
                <a:solidFill>
                  <a:prstClr val="black"/>
                </a:solidFill>
              </a:rPr>
              <a:t> de service</a:t>
            </a:r>
            <a:endParaRPr lang="en-US" sz="1050" kern="0" dirty="0">
              <a:solidFill>
                <a:prstClr val="black"/>
              </a:solidFill>
            </a:endParaRPr>
          </a:p>
        </p:txBody>
      </p:sp>
      <p:sp>
        <p:nvSpPr>
          <p:cNvPr id="93" name="Ellipse 92">
            <a:extLst>
              <a:ext uri="{FF2B5EF4-FFF2-40B4-BE49-F238E27FC236}">
                <a16:creationId xmlns:a16="http://schemas.microsoft.com/office/drawing/2014/main" id="{2829E803-D35B-C5A7-95F5-C40AC2D584AE}"/>
              </a:ext>
            </a:extLst>
          </p:cNvPr>
          <p:cNvSpPr/>
          <p:nvPr/>
        </p:nvSpPr>
        <p:spPr>
          <a:xfrm>
            <a:off x="1877683" y="4223922"/>
            <a:ext cx="290035" cy="290035"/>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94" name="Ellipse 93">
            <a:extLst>
              <a:ext uri="{FF2B5EF4-FFF2-40B4-BE49-F238E27FC236}">
                <a16:creationId xmlns:a16="http://schemas.microsoft.com/office/drawing/2014/main" id="{A2C7E9E7-F76C-610A-7A99-377C390108F8}"/>
              </a:ext>
            </a:extLst>
          </p:cNvPr>
          <p:cNvSpPr/>
          <p:nvPr/>
        </p:nvSpPr>
        <p:spPr>
          <a:xfrm>
            <a:off x="2714243" y="4012371"/>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95" name="Ellipse 94">
            <a:extLst>
              <a:ext uri="{FF2B5EF4-FFF2-40B4-BE49-F238E27FC236}">
                <a16:creationId xmlns:a16="http://schemas.microsoft.com/office/drawing/2014/main" id="{ACD9FEC2-B012-ED4A-01D1-E90B3B5B02FF}"/>
              </a:ext>
            </a:extLst>
          </p:cNvPr>
          <p:cNvSpPr/>
          <p:nvPr/>
        </p:nvSpPr>
        <p:spPr>
          <a:xfrm>
            <a:off x="4232061" y="4746860"/>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96" name="Rectangle 95">
            <a:extLst>
              <a:ext uri="{FF2B5EF4-FFF2-40B4-BE49-F238E27FC236}">
                <a16:creationId xmlns:a16="http://schemas.microsoft.com/office/drawing/2014/main" id="{66DE1366-9192-F091-4A93-DFBCF28E6833}"/>
              </a:ext>
            </a:extLst>
          </p:cNvPr>
          <p:cNvSpPr/>
          <p:nvPr/>
        </p:nvSpPr>
        <p:spPr>
          <a:xfrm>
            <a:off x="494728" y="3820885"/>
            <a:ext cx="6083872" cy="2298700"/>
          </a:xfrm>
          <a:prstGeom prst="rect">
            <a:avLst/>
          </a:prstGeom>
          <a:noFill/>
          <a:ln w="28575">
            <a:solidFill>
              <a:srgbClr val="FF6F2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7" name="Picture 2">
            <a:extLst>
              <a:ext uri="{FF2B5EF4-FFF2-40B4-BE49-F238E27FC236}">
                <a16:creationId xmlns:a16="http://schemas.microsoft.com/office/drawing/2014/main" id="{4F69BE19-9B83-A539-B924-E2E43B9257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227" y="3905508"/>
            <a:ext cx="751592" cy="385778"/>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2">
            <a:extLst>
              <a:ext uri="{FF2B5EF4-FFF2-40B4-BE49-F238E27FC236}">
                <a16:creationId xmlns:a16="http://schemas.microsoft.com/office/drawing/2014/main" id="{592C60EC-5015-8754-8571-581EFECA48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2455" y="4074097"/>
            <a:ext cx="344413" cy="344413"/>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22C625B6-2484-F90D-D930-B54E4E5065DD}"/>
              </a:ext>
            </a:extLst>
          </p:cNvPr>
          <p:cNvSpPr/>
          <p:nvPr/>
        </p:nvSpPr>
        <p:spPr>
          <a:xfrm>
            <a:off x="5385176" y="4862643"/>
            <a:ext cx="1073189" cy="632801"/>
          </a:xfrm>
          <a:prstGeom prst="rect">
            <a:avLst/>
          </a:prstGeom>
          <a:solidFill>
            <a:schemeClr val="bg1">
              <a:lumMod val="90000"/>
            </a:schemeClr>
          </a:solidFill>
          <a:ln w="9525" cap="flat" cmpd="sng" algn="ctr">
            <a:solidFill>
              <a:schemeClr val="tx1"/>
            </a:solidFill>
            <a:prstDash val="solid"/>
          </a:ln>
          <a:effectLst/>
        </p:spPr>
        <p:txBody>
          <a:bodyPr lIns="180000" tIns="27000" rIns="27000" bIns="27000" rtlCol="0" anchor="ctr"/>
          <a:lstStyle/>
          <a:p>
            <a:pPr algn="ctr" defTabSz="685800"/>
            <a:r>
              <a:rPr lang="fr-FR" sz="1050" i="1" kern="0">
                <a:solidFill>
                  <a:prstClr val="black"/>
                </a:solidFill>
              </a:rPr>
              <a:t>Fournisseur de service B</a:t>
            </a:r>
          </a:p>
        </p:txBody>
      </p:sp>
      <p:sp>
        <p:nvSpPr>
          <p:cNvPr id="27" name="Rectangle : coins arrondis 26">
            <a:extLst>
              <a:ext uri="{FF2B5EF4-FFF2-40B4-BE49-F238E27FC236}">
                <a16:creationId xmlns:a16="http://schemas.microsoft.com/office/drawing/2014/main" id="{8296F377-1C1A-DE8C-EA0E-6FB6AC121EE5}"/>
              </a:ext>
            </a:extLst>
          </p:cNvPr>
          <p:cNvSpPr/>
          <p:nvPr/>
        </p:nvSpPr>
        <p:spPr>
          <a:xfrm>
            <a:off x="5386806" y="4927946"/>
            <a:ext cx="182441" cy="502194"/>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fr-FR" sz="1100"/>
              <a:t>API</a:t>
            </a:r>
          </a:p>
        </p:txBody>
      </p:sp>
      <p:sp>
        <p:nvSpPr>
          <p:cNvPr id="99" name="Rectangle : coins arrondis 98">
            <a:extLst>
              <a:ext uri="{FF2B5EF4-FFF2-40B4-BE49-F238E27FC236}">
                <a16:creationId xmlns:a16="http://schemas.microsoft.com/office/drawing/2014/main" id="{740A685A-B589-E429-F465-6819B71BEF21}"/>
              </a:ext>
            </a:extLst>
          </p:cNvPr>
          <p:cNvSpPr/>
          <p:nvPr/>
        </p:nvSpPr>
        <p:spPr>
          <a:xfrm>
            <a:off x="5391964" y="4015400"/>
            <a:ext cx="182441" cy="502194"/>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fr-FR" sz="1100"/>
              <a:t>API</a:t>
            </a:r>
          </a:p>
        </p:txBody>
      </p:sp>
      <p:sp>
        <p:nvSpPr>
          <p:cNvPr id="111" name="Rectangle : coins arrondis 110">
            <a:extLst>
              <a:ext uri="{FF2B5EF4-FFF2-40B4-BE49-F238E27FC236}">
                <a16:creationId xmlns:a16="http://schemas.microsoft.com/office/drawing/2014/main" id="{B83468E8-332B-556F-8D30-EB6614BB9197}"/>
              </a:ext>
            </a:extLst>
          </p:cNvPr>
          <p:cNvSpPr/>
          <p:nvPr/>
        </p:nvSpPr>
        <p:spPr>
          <a:xfrm>
            <a:off x="2230102" y="4524595"/>
            <a:ext cx="196452" cy="676542"/>
          </a:xfrm>
          <a:prstGeom prst="roundRect">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fr-FR" sz="1100" dirty="0"/>
              <a:t>API</a:t>
            </a:r>
          </a:p>
        </p:txBody>
      </p:sp>
      <p:cxnSp>
        <p:nvCxnSpPr>
          <p:cNvPr id="108" name="Connecteur : en angle 45">
            <a:extLst>
              <a:ext uri="{FF2B5EF4-FFF2-40B4-BE49-F238E27FC236}">
                <a16:creationId xmlns:a16="http://schemas.microsoft.com/office/drawing/2014/main" id="{7BACF1A5-0457-3308-2931-BCF203C1B5CF}"/>
              </a:ext>
            </a:extLst>
          </p:cNvPr>
          <p:cNvCxnSpPr>
            <a:cxnSpLocks/>
            <a:endCxn id="36" idx="6"/>
          </p:cNvCxnSpPr>
          <p:nvPr/>
        </p:nvCxnSpPr>
        <p:spPr>
          <a:xfrm rot="10800000" flipV="1">
            <a:off x="4359066" y="5282418"/>
            <a:ext cx="1026110" cy="3"/>
          </a:xfrm>
          <a:prstGeom prst="bentConnector3">
            <a:avLst>
              <a:gd name="adj1" fmla="val 50000"/>
            </a:avLst>
          </a:prstGeom>
          <a:noFill/>
          <a:ln w="19050" cap="flat" cmpd="sng" algn="ctr">
            <a:solidFill>
              <a:srgbClr val="FF6F5F"/>
            </a:solidFill>
            <a:prstDash val="solid"/>
            <a:headEnd type="none" w="med" len="med"/>
            <a:tailEnd type="none" w="med" len="med"/>
          </a:ln>
          <a:effectLst/>
        </p:spPr>
      </p:cxnSp>
      <p:cxnSp>
        <p:nvCxnSpPr>
          <p:cNvPr id="113" name="Connecteur : en angle 45">
            <a:extLst>
              <a:ext uri="{FF2B5EF4-FFF2-40B4-BE49-F238E27FC236}">
                <a16:creationId xmlns:a16="http://schemas.microsoft.com/office/drawing/2014/main" id="{A51A1B51-EDD5-5CA8-A3E7-28EE2A8A43A4}"/>
              </a:ext>
            </a:extLst>
          </p:cNvPr>
          <p:cNvCxnSpPr>
            <a:cxnSpLocks/>
            <a:stCxn id="99" idx="2"/>
          </p:cNvCxnSpPr>
          <p:nvPr/>
        </p:nvCxnSpPr>
        <p:spPr>
          <a:xfrm rot="5400000">
            <a:off x="4790482" y="4589719"/>
            <a:ext cx="764828" cy="620578"/>
          </a:xfrm>
          <a:prstGeom prst="bentConnector3">
            <a:avLst>
              <a:gd name="adj1" fmla="val 36052"/>
            </a:avLst>
          </a:prstGeom>
          <a:noFill/>
          <a:ln w="19050" cap="flat" cmpd="sng" algn="ctr">
            <a:solidFill>
              <a:srgbClr val="FF6F5F"/>
            </a:solidFill>
            <a:prstDash val="solid"/>
            <a:headEnd type="none" w="med" len="med"/>
            <a:tailEnd type="none" w="med" len="med"/>
          </a:ln>
          <a:effectLst/>
        </p:spPr>
      </p:cxnSp>
      <p:sp>
        <p:nvSpPr>
          <p:cNvPr id="146" name="Ellipse 145">
            <a:extLst>
              <a:ext uri="{FF2B5EF4-FFF2-40B4-BE49-F238E27FC236}">
                <a16:creationId xmlns:a16="http://schemas.microsoft.com/office/drawing/2014/main" id="{2075974D-502A-1065-4DF1-867FC2F17F10}"/>
              </a:ext>
            </a:extLst>
          </p:cNvPr>
          <p:cNvSpPr/>
          <p:nvPr/>
        </p:nvSpPr>
        <p:spPr>
          <a:xfrm>
            <a:off x="1944256" y="4972006"/>
            <a:ext cx="182873" cy="18287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cxnSp>
        <p:nvCxnSpPr>
          <p:cNvPr id="147" name="Connecteur droit avec flèche 146">
            <a:extLst>
              <a:ext uri="{FF2B5EF4-FFF2-40B4-BE49-F238E27FC236}">
                <a16:creationId xmlns:a16="http://schemas.microsoft.com/office/drawing/2014/main" id="{C09ED3E6-51D4-5609-33AC-704375279EAB}"/>
              </a:ext>
            </a:extLst>
          </p:cNvPr>
          <p:cNvCxnSpPr>
            <a:cxnSpLocks/>
            <a:endCxn id="146" idx="6"/>
          </p:cNvCxnSpPr>
          <p:nvPr/>
        </p:nvCxnSpPr>
        <p:spPr>
          <a:xfrm flipH="1" flipV="1">
            <a:off x="2127129" y="5063442"/>
            <a:ext cx="94213" cy="366"/>
          </a:xfrm>
          <a:prstGeom prst="straightConnector1">
            <a:avLst/>
          </a:prstGeom>
          <a:noFill/>
          <a:ln w="19050" cap="flat" cmpd="sng" algn="ctr">
            <a:solidFill>
              <a:srgbClr val="002B41"/>
            </a:solidFill>
            <a:prstDash val="solid"/>
            <a:headEnd type="none" w="med" len="med"/>
            <a:tailEnd type="none" w="med" len="med"/>
          </a:ln>
          <a:effectLst/>
        </p:spPr>
      </p:cxnSp>
      <p:sp>
        <p:nvSpPr>
          <p:cNvPr id="148" name="Arc 147">
            <a:extLst>
              <a:ext uri="{FF2B5EF4-FFF2-40B4-BE49-F238E27FC236}">
                <a16:creationId xmlns:a16="http://schemas.microsoft.com/office/drawing/2014/main" id="{703A2FCC-F74F-3736-8720-C9B9FB8075CE}"/>
              </a:ext>
            </a:extLst>
          </p:cNvPr>
          <p:cNvSpPr/>
          <p:nvPr/>
        </p:nvSpPr>
        <p:spPr>
          <a:xfrm rot="16200000">
            <a:off x="1885540" y="4956491"/>
            <a:ext cx="256022" cy="226139"/>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cxnSp>
        <p:nvCxnSpPr>
          <p:cNvPr id="149" name="Connecteur droit avec flèche 148">
            <a:extLst>
              <a:ext uri="{FF2B5EF4-FFF2-40B4-BE49-F238E27FC236}">
                <a16:creationId xmlns:a16="http://schemas.microsoft.com/office/drawing/2014/main" id="{053FC2E1-CEE1-D927-52B2-3C7996024CB9}"/>
              </a:ext>
            </a:extLst>
          </p:cNvPr>
          <p:cNvCxnSpPr>
            <a:cxnSpLocks/>
          </p:cNvCxnSpPr>
          <p:nvPr/>
        </p:nvCxnSpPr>
        <p:spPr>
          <a:xfrm flipH="1">
            <a:off x="1741740" y="5064683"/>
            <a:ext cx="164931" cy="0"/>
          </a:xfrm>
          <a:prstGeom prst="straightConnector1">
            <a:avLst/>
          </a:prstGeom>
          <a:noFill/>
          <a:ln w="19050" cap="flat" cmpd="sng" algn="ctr">
            <a:solidFill>
              <a:srgbClr val="002B41"/>
            </a:solidFill>
            <a:prstDash val="solid"/>
            <a:headEnd type="none" w="med" len="med"/>
            <a:tailEnd type="none" w="med" len="med"/>
          </a:ln>
          <a:effectLst/>
        </p:spPr>
      </p:cxnSp>
      <p:cxnSp>
        <p:nvCxnSpPr>
          <p:cNvPr id="153" name="Connecteur droit avec flèche 152">
            <a:extLst>
              <a:ext uri="{FF2B5EF4-FFF2-40B4-BE49-F238E27FC236}">
                <a16:creationId xmlns:a16="http://schemas.microsoft.com/office/drawing/2014/main" id="{B77448B6-5CFE-91A2-C97F-9865F6C0937E}"/>
              </a:ext>
            </a:extLst>
          </p:cNvPr>
          <p:cNvCxnSpPr>
            <a:cxnSpLocks/>
          </p:cNvCxnSpPr>
          <p:nvPr/>
        </p:nvCxnSpPr>
        <p:spPr>
          <a:xfrm flipH="1" flipV="1">
            <a:off x="3374415" y="4588395"/>
            <a:ext cx="513012" cy="1241"/>
          </a:xfrm>
          <a:prstGeom prst="straightConnector1">
            <a:avLst/>
          </a:prstGeom>
          <a:noFill/>
          <a:ln w="19050" cap="flat" cmpd="sng" algn="ctr">
            <a:solidFill>
              <a:srgbClr val="002B41"/>
            </a:solidFill>
            <a:prstDash val="solid"/>
            <a:headEnd type="none" w="med" len="med"/>
            <a:tailEnd type="none" w="med" len="med"/>
          </a:ln>
          <a:effectLst/>
        </p:spPr>
      </p:cxnSp>
      <p:cxnSp>
        <p:nvCxnSpPr>
          <p:cNvPr id="179" name="Connecteur droit avec flèche 178">
            <a:extLst>
              <a:ext uri="{FF2B5EF4-FFF2-40B4-BE49-F238E27FC236}">
                <a16:creationId xmlns:a16="http://schemas.microsoft.com/office/drawing/2014/main" id="{755A4446-27CE-3801-D352-920B74B9B965}"/>
              </a:ext>
            </a:extLst>
          </p:cNvPr>
          <p:cNvCxnSpPr/>
          <p:nvPr/>
        </p:nvCxnSpPr>
        <p:spPr>
          <a:xfrm flipH="1">
            <a:off x="3368982" y="5308600"/>
            <a:ext cx="77553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1" name="Connecteur droit avec flèche 180">
            <a:extLst>
              <a:ext uri="{FF2B5EF4-FFF2-40B4-BE49-F238E27FC236}">
                <a16:creationId xmlns:a16="http://schemas.microsoft.com/office/drawing/2014/main" id="{4DD8DDBD-6A13-0E60-652C-86F37DCE375F}"/>
              </a:ext>
            </a:extLst>
          </p:cNvPr>
          <p:cNvCxnSpPr>
            <a:cxnSpLocks/>
          </p:cNvCxnSpPr>
          <p:nvPr/>
        </p:nvCxnSpPr>
        <p:spPr>
          <a:xfrm flipH="1">
            <a:off x="3364068" y="4661965"/>
            <a:ext cx="518994" cy="0"/>
          </a:xfrm>
          <a:prstGeom prst="straightConnector1">
            <a:avLst/>
          </a:prstGeom>
          <a:noFill/>
          <a:ln w="19050" cap="flat" cmpd="sng" algn="ctr">
            <a:solidFill>
              <a:srgbClr val="002B41"/>
            </a:solidFill>
            <a:prstDash val="solid"/>
            <a:headEnd type="none" w="med" len="med"/>
            <a:tailEnd type="triangle" w="med" len="med"/>
          </a:ln>
          <a:effectLst/>
        </p:spPr>
      </p:cxnSp>
      <p:sp>
        <p:nvSpPr>
          <p:cNvPr id="183" name="Ellipse 182">
            <a:extLst>
              <a:ext uri="{FF2B5EF4-FFF2-40B4-BE49-F238E27FC236}">
                <a16:creationId xmlns:a16="http://schemas.microsoft.com/office/drawing/2014/main" id="{C9A3DAC7-DEA1-0F5D-E3B0-1D74CB5F59CD}"/>
              </a:ext>
            </a:extLst>
          </p:cNvPr>
          <p:cNvSpPr/>
          <p:nvPr/>
        </p:nvSpPr>
        <p:spPr>
          <a:xfrm>
            <a:off x="5054918" y="4442737"/>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4</a:t>
            </a:r>
          </a:p>
        </p:txBody>
      </p:sp>
      <p:sp>
        <p:nvSpPr>
          <p:cNvPr id="184" name="Ellipse 183">
            <a:extLst>
              <a:ext uri="{FF2B5EF4-FFF2-40B4-BE49-F238E27FC236}">
                <a16:creationId xmlns:a16="http://schemas.microsoft.com/office/drawing/2014/main" id="{AC46634A-95AA-B51C-F689-CAFC3E05E00D}"/>
              </a:ext>
            </a:extLst>
          </p:cNvPr>
          <p:cNvSpPr/>
          <p:nvPr/>
        </p:nvSpPr>
        <p:spPr>
          <a:xfrm>
            <a:off x="3746692" y="5421888"/>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5</a:t>
            </a:r>
          </a:p>
        </p:txBody>
      </p:sp>
      <p:sp>
        <p:nvSpPr>
          <p:cNvPr id="185" name="Ellipse 184">
            <a:extLst>
              <a:ext uri="{FF2B5EF4-FFF2-40B4-BE49-F238E27FC236}">
                <a16:creationId xmlns:a16="http://schemas.microsoft.com/office/drawing/2014/main" id="{29E31D29-6409-C5B7-96A9-3C2AE10919CA}"/>
              </a:ext>
            </a:extLst>
          </p:cNvPr>
          <p:cNvSpPr/>
          <p:nvPr/>
        </p:nvSpPr>
        <p:spPr>
          <a:xfrm>
            <a:off x="1855081" y="5421888"/>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6</a:t>
            </a:r>
          </a:p>
        </p:txBody>
      </p:sp>
      <p:sp>
        <p:nvSpPr>
          <p:cNvPr id="186" name="Ellipse 185">
            <a:extLst>
              <a:ext uri="{FF2B5EF4-FFF2-40B4-BE49-F238E27FC236}">
                <a16:creationId xmlns:a16="http://schemas.microsoft.com/office/drawing/2014/main" id="{CEBCAEC7-9D44-34AF-2A3A-BE9481B27741}"/>
              </a:ext>
            </a:extLst>
          </p:cNvPr>
          <p:cNvSpPr/>
          <p:nvPr/>
        </p:nvSpPr>
        <p:spPr>
          <a:xfrm>
            <a:off x="6939828" y="3114734"/>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4</a:t>
            </a:r>
          </a:p>
        </p:txBody>
      </p:sp>
      <p:sp>
        <p:nvSpPr>
          <p:cNvPr id="187" name="Ellipse 186">
            <a:extLst>
              <a:ext uri="{FF2B5EF4-FFF2-40B4-BE49-F238E27FC236}">
                <a16:creationId xmlns:a16="http://schemas.microsoft.com/office/drawing/2014/main" id="{E75F15AA-6286-6A11-9974-91D3D49874E0}"/>
              </a:ext>
            </a:extLst>
          </p:cNvPr>
          <p:cNvSpPr/>
          <p:nvPr/>
        </p:nvSpPr>
        <p:spPr>
          <a:xfrm>
            <a:off x="6939828" y="3626745"/>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5</a:t>
            </a:r>
          </a:p>
        </p:txBody>
      </p:sp>
      <p:sp>
        <p:nvSpPr>
          <p:cNvPr id="188" name="Ellipse 187">
            <a:extLst>
              <a:ext uri="{FF2B5EF4-FFF2-40B4-BE49-F238E27FC236}">
                <a16:creationId xmlns:a16="http://schemas.microsoft.com/office/drawing/2014/main" id="{504E5AE5-A62C-3AA1-ACC3-72AC6DBCDF1C}"/>
              </a:ext>
            </a:extLst>
          </p:cNvPr>
          <p:cNvSpPr/>
          <p:nvPr/>
        </p:nvSpPr>
        <p:spPr>
          <a:xfrm>
            <a:off x="6934617" y="3903593"/>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6</a:t>
            </a:r>
          </a:p>
        </p:txBody>
      </p:sp>
    </p:spTree>
    <p:extLst>
      <p:ext uri="{BB962C8B-B14F-4D97-AF65-F5344CB8AC3E}">
        <p14:creationId xmlns:p14="http://schemas.microsoft.com/office/powerpoint/2010/main" val="20317514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Rectangle 187">
            <a:extLst>
              <a:ext uri="{FF2B5EF4-FFF2-40B4-BE49-F238E27FC236}">
                <a16:creationId xmlns:a16="http://schemas.microsoft.com/office/drawing/2014/main" id="{0EFD02F5-4D24-B814-9D13-AE117BBD3E6A}"/>
              </a:ext>
            </a:extLst>
          </p:cNvPr>
          <p:cNvSpPr/>
          <p:nvPr/>
        </p:nvSpPr>
        <p:spPr>
          <a:xfrm>
            <a:off x="6881876" y="4444254"/>
            <a:ext cx="2437617" cy="2012503"/>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108000" bIns="34290" numCol="1" spcCol="0" rtlCol="0" fromWordArt="0" anchor="t" anchorCtr="0" forceAA="0" compatLnSpc="1">
            <a:prstTxWarp prst="textNoShape">
              <a:avLst/>
            </a:prstTxWarp>
            <a:noAutofit/>
          </a:bodyPr>
          <a:lstStyle/>
          <a:p>
            <a:pPr marL="177800" indent="-177800">
              <a:spcBef>
                <a:spcPts val="900"/>
              </a:spcBef>
              <a:buClr>
                <a:schemeClr val="tx2"/>
              </a:buClr>
              <a:buFont typeface="Arial" panose="020B0604020202020204" pitchFamily="34" charset="0"/>
              <a:buChar char="•"/>
            </a:pPr>
            <a:r>
              <a:rPr lang="fr-FR" sz="1400" dirty="0">
                <a:solidFill>
                  <a:schemeClr val="tx1"/>
                </a:solidFill>
              </a:rPr>
              <a:t>D’autres traitements en parallèles sont possibles</a:t>
            </a:r>
          </a:p>
          <a:p>
            <a:pPr marL="177800" indent="-177800">
              <a:spcBef>
                <a:spcPts val="600"/>
              </a:spcBef>
              <a:buClr>
                <a:schemeClr val="tx2"/>
              </a:buClr>
              <a:buFont typeface="Arial" panose="020B0604020202020204" pitchFamily="34" charset="0"/>
              <a:buChar char="•"/>
            </a:pPr>
            <a:r>
              <a:rPr lang="fr-FR" sz="1400" dirty="0">
                <a:solidFill>
                  <a:schemeClr val="tx1"/>
                </a:solidFill>
              </a:rPr>
              <a:t>Sécurisation de l’échange</a:t>
            </a:r>
          </a:p>
          <a:p>
            <a:pPr marL="177800" indent="-177800">
              <a:spcBef>
                <a:spcPts val="600"/>
              </a:spcBef>
              <a:buClr>
                <a:schemeClr val="tx2"/>
              </a:buClr>
              <a:buFont typeface="Arial" panose="020B0604020202020204" pitchFamily="34" charset="0"/>
              <a:buChar char="•"/>
            </a:pPr>
            <a:r>
              <a:rPr lang="fr-FR" sz="1400" dirty="0">
                <a:solidFill>
                  <a:schemeClr val="tx1"/>
                </a:solidFill>
              </a:rPr>
              <a:t>Couplage lâche entre API fournisseur et l’API exposée</a:t>
            </a:r>
          </a:p>
          <a:p>
            <a:pPr marL="177800" indent="-177800">
              <a:spcBef>
                <a:spcPts val="900"/>
              </a:spcBef>
              <a:buClr>
                <a:schemeClr val="tx2"/>
              </a:buClr>
              <a:buFont typeface="Arial" panose="020B0604020202020204" pitchFamily="34" charset="0"/>
              <a:buChar char="•"/>
            </a:pPr>
            <a:endParaRPr lang="fr-FR" sz="1400" dirty="0">
              <a:solidFill>
                <a:schemeClr val="tx1"/>
              </a:solidFill>
            </a:endParaRPr>
          </a:p>
        </p:txBody>
      </p:sp>
      <p:sp>
        <p:nvSpPr>
          <p:cNvPr id="189" name="Rectangle 188">
            <a:extLst>
              <a:ext uri="{FF2B5EF4-FFF2-40B4-BE49-F238E27FC236}">
                <a16:creationId xmlns:a16="http://schemas.microsoft.com/office/drawing/2014/main" id="{230ACF2E-EF3E-358D-AA45-B2C32AD34AB7}"/>
              </a:ext>
            </a:extLst>
          </p:cNvPr>
          <p:cNvSpPr/>
          <p:nvPr/>
        </p:nvSpPr>
        <p:spPr>
          <a:xfrm>
            <a:off x="9566540" y="4444253"/>
            <a:ext cx="2437617" cy="2012503"/>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108000" bIns="34290" numCol="1" spcCol="0" rtlCol="0" fromWordArt="0" anchor="t" anchorCtr="0" forceAA="0" compatLnSpc="1">
            <a:prstTxWarp prst="textNoShape">
              <a:avLst/>
            </a:prstTxWarp>
            <a:noAutofit/>
          </a:bodyPr>
          <a:lstStyle/>
          <a:p>
            <a:pPr marL="285750" indent="-285750" algn="just">
              <a:spcBef>
                <a:spcPts val="900"/>
              </a:spcBef>
              <a:buClr>
                <a:schemeClr val="tx2"/>
              </a:buClr>
              <a:buFont typeface="Arial" panose="020B0604020202020204" pitchFamily="34" charset="0"/>
              <a:buChar char="•"/>
            </a:pPr>
            <a:r>
              <a:rPr lang="fr-FR" sz="1400" dirty="0">
                <a:solidFill>
                  <a:schemeClr val="tx1"/>
                </a:solidFill>
              </a:rPr>
              <a:t>Latence possible</a:t>
            </a:r>
          </a:p>
        </p:txBody>
      </p:sp>
      <p:sp>
        <p:nvSpPr>
          <p:cNvPr id="11" name="Espace réservé du texte 10">
            <a:extLst>
              <a:ext uri="{FF2B5EF4-FFF2-40B4-BE49-F238E27FC236}">
                <a16:creationId xmlns:a16="http://schemas.microsoft.com/office/drawing/2014/main" id="{CB328C86-B14A-6EFC-D63F-FD0CD1C47D5C}"/>
              </a:ext>
            </a:extLst>
          </p:cNvPr>
          <p:cNvSpPr>
            <a:spLocks noGrp="1"/>
          </p:cNvSpPr>
          <p:nvPr>
            <p:ph type="body" sz="quarter" idx="35"/>
          </p:nvPr>
        </p:nvSpPr>
        <p:spPr/>
        <p:txBody>
          <a:bodyPr/>
          <a:lstStyle/>
          <a:p>
            <a:r>
              <a:rPr lang="fr-FR" dirty="0"/>
              <a:t>Implémentation </a:t>
            </a:r>
            <a:r>
              <a:rPr lang="fr-FR" dirty="0" err="1"/>
              <a:t>APIManagement</a:t>
            </a:r>
            <a:r>
              <a:rPr lang="fr-FR" dirty="0"/>
              <a:t> + ESB ou </a:t>
            </a:r>
            <a:r>
              <a:rPr lang="fr-FR" dirty="0" err="1"/>
              <a:t>APIManagement</a:t>
            </a:r>
            <a:r>
              <a:rPr lang="fr-FR" dirty="0"/>
              <a:t> + </a:t>
            </a:r>
            <a:r>
              <a:rPr lang="fr-FR" dirty="0" err="1"/>
              <a:t>Microservice</a:t>
            </a:r>
            <a:endParaRPr lang="fr-FR" dirty="0"/>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COOKBOOK des systèmes d’échange : Exposition de Service</a:t>
            </a:r>
          </a:p>
        </p:txBody>
      </p:sp>
      <p:sp>
        <p:nvSpPr>
          <p:cNvPr id="90" name="Rectangle 89">
            <a:extLst>
              <a:ext uri="{FF2B5EF4-FFF2-40B4-BE49-F238E27FC236}">
                <a16:creationId xmlns:a16="http://schemas.microsoft.com/office/drawing/2014/main" id="{D5AED041-1C2A-6ADC-C5AB-2ECADB6FBC10}"/>
              </a:ext>
            </a:extLst>
          </p:cNvPr>
          <p:cNvSpPr/>
          <p:nvPr/>
        </p:nvSpPr>
        <p:spPr>
          <a:xfrm>
            <a:off x="429175" y="3429000"/>
            <a:ext cx="6279969" cy="3018118"/>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92" name="ZoneTexte 91">
            <a:extLst>
              <a:ext uri="{FF2B5EF4-FFF2-40B4-BE49-F238E27FC236}">
                <a16:creationId xmlns:a16="http://schemas.microsoft.com/office/drawing/2014/main" id="{457037C8-69C5-E425-A716-48C76CFB7602}"/>
              </a:ext>
            </a:extLst>
          </p:cNvPr>
          <p:cNvSpPr txBox="1"/>
          <p:nvPr/>
        </p:nvSpPr>
        <p:spPr>
          <a:xfrm>
            <a:off x="688858" y="3340021"/>
            <a:ext cx="3829371" cy="215444"/>
          </a:xfrm>
          <a:prstGeom prst="rect">
            <a:avLst/>
          </a:prstGeom>
          <a:solidFill>
            <a:schemeClr val="bg1"/>
          </a:solidFill>
        </p:spPr>
        <p:txBody>
          <a:bodyPr wrap="square" lIns="27000" tIns="0" rIns="27000" bIns="0" rtlCol="0">
            <a:spAutoFit/>
          </a:bodyPr>
          <a:lstStyle/>
          <a:p>
            <a:pPr algn="ctr"/>
            <a:r>
              <a:rPr lang="en-US" sz="1400" b="1" cap="all">
                <a:solidFill>
                  <a:schemeClr val="tx2"/>
                </a:solidFill>
                <a:latin typeface="+mj-lt"/>
              </a:rPr>
              <a:t>Architecture </a:t>
            </a:r>
            <a:r>
              <a:rPr lang="fr-FR" sz="1400" b="1" cap="all">
                <a:solidFill>
                  <a:schemeClr val="tx2"/>
                </a:solidFill>
                <a:latin typeface="+mj-lt"/>
              </a:rPr>
              <a:t>Recommandée</a:t>
            </a:r>
          </a:p>
        </p:txBody>
      </p:sp>
      <p:sp>
        <p:nvSpPr>
          <p:cNvPr id="14" name="Rectangle 13">
            <a:extLst>
              <a:ext uri="{FF2B5EF4-FFF2-40B4-BE49-F238E27FC236}">
                <a16:creationId xmlns:a16="http://schemas.microsoft.com/office/drawing/2014/main" id="{3B928A55-7BD5-3531-80C7-67E4E893C7D2}"/>
              </a:ext>
            </a:extLst>
          </p:cNvPr>
          <p:cNvSpPr/>
          <p:nvPr/>
        </p:nvSpPr>
        <p:spPr>
          <a:xfrm>
            <a:off x="429174" y="1324441"/>
            <a:ext cx="6279969" cy="850730"/>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Clr>
                <a:schemeClr val="tx2"/>
              </a:buClr>
              <a:buFont typeface="Arial" panose="020B0604020202020204" pitchFamily="34" charset="0"/>
              <a:buChar char="•"/>
            </a:pPr>
            <a:r>
              <a:rPr lang="fr-FR" sz="1400" dirty="0">
                <a:solidFill>
                  <a:schemeClr val="tx1"/>
                </a:solidFill>
              </a:rPr>
              <a:t>Exposition sécurisée d’un service correspondant à l’</a:t>
            </a:r>
            <a:r>
              <a:rPr lang="fr-FR" sz="1400" b="1" dirty="0">
                <a:solidFill>
                  <a:schemeClr val="tx1"/>
                </a:solidFill>
              </a:rPr>
              <a:t>orchestration</a:t>
            </a:r>
            <a:r>
              <a:rPr lang="fr-FR" sz="1400" dirty="0">
                <a:solidFill>
                  <a:schemeClr val="tx1"/>
                </a:solidFill>
              </a:rPr>
              <a:t> de plusieurs fournisseurs de services sur des </a:t>
            </a:r>
            <a:r>
              <a:rPr lang="fr-FR" sz="1400" b="1" dirty="0">
                <a:solidFill>
                  <a:schemeClr val="tx1"/>
                </a:solidFill>
              </a:rPr>
              <a:t>technologies non APIs</a:t>
            </a:r>
          </a:p>
        </p:txBody>
      </p:sp>
      <p:sp>
        <p:nvSpPr>
          <p:cNvPr id="15" name="ZoneTexte 14">
            <a:extLst>
              <a:ext uri="{FF2B5EF4-FFF2-40B4-BE49-F238E27FC236}">
                <a16:creationId xmlns:a16="http://schemas.microsoft.com/office/drawing/2014/main" id="{6B03CA71-88D5-C25D-E9A5-15D094A0DDE3}"/>
              </a:ext>
            </a:extLst>
          </p:cNvPr>
          <p:cNvSpPr txBox="1"/>
          <p:nvPr/>
        </p:nvSpPr>
        <p:spPr>
          <a:xfrm>
            <a:off x="753697" y="1211060"/>
            <a:ext cx="1602841" cy="215444"/>
          </a:xfrm>
          <a:prstGeom prst="rect">
            <a:avLst/>
          </a:prstGeom>
          <a:solidFill>
            <a:schemeClr val="bg1"/>
          </a:solidFill>
        </p:spPr>
        <p:txBody>
          <a:bodyPr wrap="square" lIns="27000" tIns="0" rIns="27000" bIns="0" rtlCol="0">
            <a:spAutoFit/>
          </a:bodyPr>
          <a:lstStyle/>
          <a:p>
            <a:pPr algn="ctr"/>
            <a:r>
              <a:rPr lang="en-US" sz="1400" b="1" cap="all" dirty="0">
                <a:solidFill>
                  <a:schemeClr val="tx2"/>
                </a:solidFill>
                <a:latin typeface="+mj-lt"/>
              </a:rPr>
              <a:t>Use case</a:t>
            </a:r>
          </a:p>
        </p:txBody>
      </p:sp>
      <p:sp>
        <p:nvSpPr>
          <p:cNvPr id="16" name="Rectangle 15">
            <a:extLst>
              <a:ext uri="{FF2B5EF4-FFF2-40B4-BE49-F238E27FC236}">
                <a16:creationId xmlns:a16="http://schemas.microsoft.com/office/drawing/2014/main" id="{2B6370C5-00E5-9FA3-9DDA-11DE3CA4036D}"/>
              </a:ext>
            </a:extLst>
          </p:cNvPr>
          <p:cNvSpPr/>
          <p:nvPr/>
        </p:nvSpPr>
        <p:spPr>
          <a:xfrm>
            <a:off x="429174" y="2396753"/>
            <a:ext cx="6279969" cy="848142"/>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Clr>
                <a:schemeClr val="tx2"/>
              </a:buClr>
              <a:buFont typeface="Arial" panose="020B0604020202020204" pitchFamily="34" charset="0"/>
              <a:buChar char="•"/>
            </a:pPr>
            <a:r>
              <a:rPr lang="fr-FR" sz="1400" dirty="0">
                <a:solidFill>
                  <a:schemeClr val="tx1"/>
                </a:solidFill>
              </a:rPr>
              <a:t>Filtrage, Transformation, Normalisation/Dénormalisation, Connectique</a:t>
            </a:r>
          </a:p>
        </p:txBody>
      </p:sp>
      <p:sp>
        <p:nvSpPr>
          <p:cNvPr id="17" name="ZoneTexte 16">
            <a:extLst>
              <a:ext uri="{FF2B5EF4-FFF2-40B4-BE49-F238E27FC236}">
                <a16:creationId xmlns:a16="http://schemas.microsoft.com/office/drawing/2014/main" id="{62B4CD33-3AB8-9AD1-5DFE-F772BD9C0FCD}"/>
              </a:ext>
            </a:extLst>
          </p:cNvPr>
          <p:cNvSpPr txBox="1"/>
          <p:nvPr/>
        </p:nvSpPr>
        <p:spPr>
          <a:xfrm>
            <a:off x="753697" y="2277001"/>
            <a:ext cx="1602841" cy="215444"/>
          </a:xfrm>
          <a:prstGeom prst="rect">
            <a:avLst/>
          </a:prstGeom>
          <a:solidFill>
            <a:schemeClr val="bg1"/>
          </a:solidFill>
        </p:spPr>
        <p:txBody>
          <a:bodyPr wrap="square" lIns="27000" tIns="0" rIns="27000" bIns="0" rtlCol="0">
            <a:spAutoFit/>
          </a:bodyPr>
          <a:lstStyle/>
          <a:p>
            <a:pPr algn="ctr"/>
            <a:r>
              <a:rPr lang="en-US" sz="1400" b="1" cap="all" err="1">
                <a:solidFill>
                  <a:schemeClr val="tx2"/>
                </a:solidFill>
                <a:latin typeface="+mj-lt"/>
              </a:rPr>
              <a:t>Exemple</a:t>
            </a:r>
            <a:endParaRPr lang="en-US" sz="1400" b="1" cap="all">
              <a:solidFill>
                <a:schemeClr val="tx2"/>
              </a:solidFill>
              <a:latin typeface="+mj-lt"/>
            </a:endParaRPr>
          </a:p>
        </p:txBody>
      </p:sp>
      <p:sp>
        <p:nvSpPr>
          <p:cNvPr id="19" name="ZoneTexte 18">
            <a:extLst>
              <a:ext uri="{FF2B5EF4-FFF2-40B4-BE49-F238E27FC236}">
                <a16:creationId xmlns:a16="http://schemas.microsoft.com/office/drawing/2014/main" id="{E86140EB-6A7D-0836-FD42-95DE6409762F}"/>
              </a:ext>
            </a:extLst>
          </p:cNvPr>
          <p:cNvSpPr txBox="1"/>
          <p:nvPr/>
        </p:nvSpPr>
        <p:spPr>
          <a:xfrm>
            <a:off x="6965637" y="4348119"/>
            <a:ext cx="1452189"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Avantages</a:t>
            </a:r>
          </a:p>
        </p:txBody>
      </p:sp>
      <p:sp>
        <p:nvSpPr>
          <p:cNvPr id="24" name="ZoneTexte 23">
            <a:extLst>
              <a:ext uri="{FF2B5EF4-FFF2-40B4-BE49-F238E27FC236}">
                <a16:creationId xmlns:a16="http://schemas.microsoft.com/office/drawing/2014/main" id="{9BC892F6-A185-C6C8-75F7-FD95C89D3FC6}"/>
              </a:ext>
            </a:extLst>
          </p:cNvPr>
          <p:cNvSpPr txBox="1"/>
          <p:nvPr/>
        </p:nvSpPr>
        <p:spPr>
          <a:xfrm>
            <a:off x="9646986" y="4348119"/>
            <a:ext cx="1926343"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Inconvénients</a:t>
            </a:r>
          </a:p>
        </p:txBody>
      </p:sp>
      <p:sp>
        <p:nvSpPr>
          <p:cNvPr id="111" name="Rectangle 110">
            <a:extLst>
              <a:ext uri="{FF2B5EF4-FFF2-40B4-BE49-F238E27FC236}">
                <a16:creationId xmlns:a16="http://schemas.microsoft.com/office/drawing/2014/main" id="{B725F52A-63A5-4527-27EC-CAE3F8954894}"/>
              </a:ext>
            </a:extLst>
          </p:cNvPr>
          <p:cNvSpPr/>
          <p:nvPr/>
        </p:nvSpPr>
        <p:spPr>
          <a:xfrm rot="16200000">
            <a:off x="4173884" y="4258532"/>
            <a:ext cx="157642" cy="725709"/>
          </a:xfrm>
          <a:prstGeom prst="rect">
            <a:avLst/>
          </a:prstGeom>
          <a:solidFill>
            <a:schemeClr val="tx2"/>
          </a:solidFill>
          <a:ln w="9525" cap="flat" cmpd="sng" algn="ctr">
            <a:solidFill>
              <a:srgbClr val="003D5E">
                <a:lumMod val="75000"/>
                <a:lumOff val="25000"/>
              </a:srgbClr>
            </a:solidFill>
            <a:prstDash val="solid"/>
          </a:ln>
          <a:effectLst/>
        </p:spPr>
        <p:txBody>
          <a:bodyPr vert="vert" rtlCol="0" anchor="ctr"/>
          <a:lstStyle/>
          <a:p>
            <a:pPr algn="ctr" defTabSz="685800"/>
            <a:r>
              <a:rPr lang="fr-FR" sz="1200" b="1" kern="0">
                <a:solidFill>
                  <a:prstClr val="black"/>
                </a:solidFill>
                <a:latin typeface="Trebuchet MS"/>
              </a:rPr>
              <a:t>ESB</a:t>
            </a:r>
          </a:p>
        </p:txBody>
      </p:sp>
      <p:sp>
        <p:nvSpPr>
          <p:cNvPr id="121" name="Rectangle 120">
            <a:extLst>
              <a:ext uri="{FF2B5EF4-FFF2-40B4-BE49-F238E27FC236}">
                <a16:creationId xmlns:a16="http://schemas.microsoft.com/office/drawing/2014/main" id="{66D03248-616D-AFDC-1E00-EA963256EC7E}"/>
              </a:ext>
            </a:extLst>
          </p:cNvPr>
          <p:cNvSpPr/>
          <p:nvPr/>
        </p:nvSpPr>
        <p:spPr>
          <a:xfrm>
            <a:off x="5385176" y="3929904"/>
            <a:ext cx="1073189" cy="632801"/>
          </a:xfrm>
          <a:prstGeom prst="rect">
            <a:avLst/>
          </a:prstGeom>
          <a:solidFill>
            <a:schemeClr val="bg1">
              <a:lumMod val="90000"/>
            </a:schemeClr>
          </a:solidFill>
          <a:ln w="9525" cap="flat" cmpd="sng" algn="ctr">
            <a:solidFill>
              <a:schemeClr val="tx1"/>
            </a:solidFill>
            <a:prstDash val="solid"/>
          </a:ln>
          <a:effectLst/>
        </p:spPr>
        <p:txBody>
          <a:bodyPr lIns="180000" tIns="27000" rIns="27000" bIns="27000" rtlCol="0" anchor="ctr"/>
          <a:lstStyle/>
          <a:p>
            <a:pPr defTabSz="685800"/>
            <a:r>
              <a:rPr lang="fr-FR" sz="1050" i="1" kern="0" dirty="0">
                <a:solidFill>
                  <a:prstClr val="black"/>
                </a:solidFill>
              </a:rPr>
              <a:t>Fournisseur de service A</a:t>
            </a:r>
          </a:p>
        </p:txBody>
      </p:sp>
      <p:sp>
        <p:nvSpPr>
          <p:cNvPr id="127" name="Ellipse 126">
            <a:extLst>
              <a:ext uri="{FF2B5EF4-FFF2-40B4-BE49-F238E27FC236}">
                <a16:creationId xmlns:a16="http://schemas.microsoft.com/office/drawing/2014/main" id="{9C57277C-13F3-CB28-C760-292AEE00C84C}"/>
              </a:ext>
            </a:extLst>
          </p:cNvPr>
          <p:cNvSpPr/>
          <p:nvPr/>
        </p:nvSpPr>
        <p:spPr>
          <a:xfrm>
            <a:off x="4176193" y="5190985"/>
            <a:ext cx="182873" cy="18287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sp>
        <p:nvSpPr>
          <p:cNvPr id="141" name="Arc 140">
            <a:extLst>
              <a:ext uri="{FF2B5EF4-FFF2-40B4-BE49-F238E27FC236}">
                <a16:creationId xmlns:a16="http://schemas.microsoft.com/office/drawing/2014/main" id="{3DFE5489-C78B-5E1D-A771-90DFDE9DB972}"/>
              </a:ext>
            </a:extLst>
          </p:cNvPr>
          <p:cNvSpPr/>
          <p:nvPr/>
        </p:nvSpPr>
        <p:spPr>
          <a:xfrm rot="16200000">
            <a:off x="4126229" y="5176530"/>
            <a:ext cx="256022" cy="219447"/>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cxnSp>
        <p:nvCxnSpPr>
          <p:cNvPr id="144" name="Connecteur droit avec flèche 298">
            <a:extLst>
              <a:ext uri="{FF2B5EF4-FFF2-40B4-BE49-F238E27FC236}">
                <a16:creationId xmlns:a16="http://schemas.microsoft.com/office/drawing/2014/main" id="{73DC0C35-B7FC-4612-88BA-0E73D6823FE1}"/>
              </a:ext>
            </a:extLst>
          </p:cNvPr>
          <p:cNvCxnSpPr>
            <a:cxnSpLocks/>
            <a:endCxn id="111" idx="2"/>
          </p:cNvCxnSpPr>
          <p:nvPr/>
        </p:nvCxnSpPr>
        <p:spPr>
          <a:xfrm rot="10800000">
            <a:off x="4615560" y="4621387"/>
            <a:ext cx="769616" cy="405380"/>
          </a:xfrm>
          <a:prstGeom prst="bentConnector3">
            <a:avLst>
              <a:gd name="adj1" fmla="val 50000"/>
            </a:avLst>
          </a:prstGeom>
          <a:noFill/>
          <a:ln w="19050" cap="flat" cmpd="sng" algn="ctr">
            <a:solidFill>
              <a:srgbClr val="002B41"/>
            </a:solidFill>
            <a:prstDash val="solid"/>
            <a:headEnd type="none" w="med" len="med"/>
            <a:tailEnd type="none" w="med" len="med"/>
          </a:ln>
          <a:effectLst/>
        </p:spPr>
      </p:cxnSp>
      <p:cxnSp>
        <p:nvCxnSpPr>
          <p:cNvPr id="145" name="Connecteur droit avec flèche 298">
            <a:extLst>
              <a:ext uri="{FF2B5EF4-FFF2-40B4-BE49-F238E27FC236}">
                <a16:creationId xmlns:a16="http://schemas.microsoft.com/office/drawing/2014/main" id="{76947013-9BA6-D773-38FE-ADCBD6CBF12F}"/>
              </a:ext>
            </a:extLst>
          </p:cNvPr>
          <p:cNvCxnSpPr>
            <a:cxnSpLocks/>
            <a:endCxn id="111" idx="2"/>
          </p:cNvCxnSpPr>
          <p:nvPr/>
        </p:nvCxnSpPr>
        <p:spPr>
          <a:xfrm rot="10800000" flipV="1">
            <a:off x="4615560" y="4144205"/>
            <a:ext cx="776404" cy="477181"/>
          </a:xfrm>
          <a:prstGeom prst="bentConnector3">
            <a:avLst>
              <a:gd name="adj1" fmla="val 50000"/>
            </a:avLst>
          </a:prstGeom>
          <a:noFill/>
          <a:ln w="19050" cap="flat" cmpd="sng" algn="ctr">
            <a:solidFill>
              <a:srgbClr val="002B41"/>
            </a:solidFill>
            <a:prstDash val="solid"/>
            <a:headEnd type="none" w="med" len="med"/>
            <a:tailEnd type="none" w="med" len="med"/>
          </a:ln>
          <a:effectLst/>
        </p:spPr>
      </p:cxnSp>
      <p:sp>
        <p:nvSpPr>
          <p:cNvPr id="146" name="Rectangle 145">
            <a:extLst>
              <a:ext uri="{FF2B5EF4-FFF2-40B4-BE49-F238E27FC236}">
                <a16:creationId xmlns:a16="http://schemas.microsoft.com/office/drawing/2014/main" id="{5D83965B-0FAF-1FF2-3CA4-8AD287100D1F}"/>
              </a:ext>
            </a:extLst>
          </p:cNvPr>
          <p:cNvSpPr/>
          <p:nvPr/>
        </p:nvSpPr>
        <p:spPr>
          <a:xfrm>
            <a:off x="2247364" y="4352573"/>
            <a:ext cx="1121618" cy="1121618"/>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b"/>
          <a:lstStyle/>
          <a:p>
            <a:pPr algn="ctr" defTabSz="685800"/>
            <a:r>
              <a:rPr lang="en-US" sz="1050" b="1" kern="0">
                <a:solidFill>
                  <a:prstClr val="black"/>
                </a:solidFill>
              </a:rPr>
              <a:t>API Management</a:t>
            </a:r>
          </a:p>
        </p:txBody>
      </p:sp>
      <p:sp>
        <p:nvSpPr>
          <p:cNvPr id="147" name="Rectangle 146">
            <a:extLst>
              <a:ext uri="{FF2B5EF4-FFF2-40B4-BE49-F238E27FC236}">
                <a16:creationId xmlns:a16="http://schemas.microsoft.com/office/drawing/2014/main" id="{7A9008B1-3BD6-BDC3-310F-9D7DA97FD51C}"/>
              </a:ext>
            </a:extLst>
          </p:cNvPr>
          <p:cNvSpPr/>
          <p:nvPr/>
        </p:nvSpPr>
        <p:spPr>
          <a:xfrm>
            <a:off x="2384423" y="4495044"/>
            <a:ext cx="847500" cy="583178"/>
          </a:xfrm>
          <a:prstGeom prst="rect">
            <a:avLst/>
          </a:prstGeom>
          <a:solidFill>
            <a:sysClr val="window" lastClr="FFFFFF"/>
          </a:solidFill>
          <a:ln w="9525" cap="flat" cmpd="sng" algn="ctr">
            <a:solidFill>
              <a:sysClr val="windowText" lastClr="000000">
                <a:shade val="95000"/>
                <a:satMod val="105000"/>
              </a:sysClr>
            </a:solidFill>
            <a:prstDash val="sysDash"/>
          </a:ln>
          <a:effectLst/>
        </p:spPr>
        <p:txBody>
          <a:bodyPr lIns="36000" tIns="36000" rIns="36000" bIns="36000" rtlCol="0" anchor="ctr"/>
          <a:lstStyle/>
          <a:p>
            <a:pPr algn="ctr"/>
            <a:r>
              <a:rPr lang="en-US" sz="800" b="1" i="1" kern="0" dirty="0" err="1">
                <a:solidFill>
                  <a:prstClr val="black"/>
                </a:solidFill>
                <a:latin typeface="Trebuchet MS"/>
              </a:rPr>
              <a:t>Sécurisation</a:t>
            </a:r>
            <a:r>
              <a:rPr lang="en-US" sz="800" b="1" i="1" kern="0" dirty="0">
                <a:solidFill>
                  <a:prstClr val="black"/>
                </a:solidFill>
                <a:latin typeface="Trebuchet MS"/>
              </a:rPr>
              <a:t> &amp; (</a:t>
            </a:r>
            <a:r>
              <a:rPr lang="en-US" sz="800" b="1" i="1" kern="0" dirty="0" err="1">
                <a:solidFill>
                  <a:prstClr val="black"/>
                </a:solidFill>
                <a:latin typeface="Trebuchet MS"/>
              </a:rPr>
              <a:t>Dé</a:t>
            </a:r>
            <a:r>
              <a:rPr lang="en-US" sz="800" b="1" i="1" kern="0" dirty="0">
                <a:solidFill>
                  <a:prstClr val="black"/>
                </a:solidFill>
                <a:latin typeface="Trebuchet MS"/>
              </a:rPr>
              <a:t>)</a:t>
            </a:r>
            <a:r>
              <a:rPr lang="en-US" sz="800" b="1" i="1" kern="0" dirty="0" err="1">
                <a:solidFill>
                  <a:prstClr val="black"/>
                </a:solidFill>
                <a:latin typeface="Trebuchet MS"/>
              </a:rPr>
              <a:t>Normali-sation</a:t>
            </a:r>
            <a:endParaRPr lang="en-US" sz="800" b="1" i="1" kern="0" dirty="0">
              <a:solidFill>
                <a:prstClr val="black"/>
              </a:solidFill>
              <a:latin typeface="Trebuchet MS"/>
            </a:endParaRPr>
          </a:p>
        </p:txBody>
      </p:sp>
      <p:cxnSp>
        <p:nvCxnSpPr>
          <p:cNvPr id="148" name="Connecteur : en angle 147">
            <a:extLst>
              <a:ext uri="{FF2B5EF4-FFF2-40B4-BE49-F238E27FC236}">
                <a16:creationId xmlns:a16="http://schemas.microsoft.com/office/drawing/2014/main" id="{18C50F3B-3B45-F4A0-A653-983800197609}"/>
              </a:ext>
            </a:extLst>
          </p:cNvPr>
          <p:cNvCxnSpPr>
            <a:cxnSpLocks/>
            <a:stCxn id="146" idx="3"/>
          </p:cNvCxnSpPr>
          <p:nvPr/>
        </p:nvCxnSpPr>
        <p:spPr>
          <a:xfrm>
            <a:off x="3368982" y="4913382"/>
            <a:ext cx="780743" cy="306318"/>
          </a:xfrm>
          <a:prstGeom prst="bentConnector3">
            <a:avLst>
              <a:gd name="adj1" fmla="val 50000"/>
            </a:avLst>
          </a:prstGeom>
          <a:noFill/>
          <a:ln w="19050" cap="flat" cmpd="sng" algn="ctr">
            <a:solidFill>
              <a:srgbClr val="FF6F5F"/>
            </a:solidFill>
            <a:prstDash val="solid"/>
            <a:headEnd type="none" w="med" len="med"/>
            <a:tailEnd type="none" w="med" len="med"/>
          </a:ln>
          <a:effectLst/>
        </p:spPr>
      </p:cxnSp>
      <p:sp>
        <p:nvSpPr>
          <p:cNvPr id="149" name="Ellipse 148">
            <a:extLst>
              <a:ext uri="{FF2B5EF4-FFF2-40B4-BE49-F238E27FC236}">
                <a16:creationId xmlns:a16="http://schemas.microsoft.com/office/drawing/2014/main" id="{7DDF8F99-841A-157E-2EF0-50B7359016E8}"/>
              </a:ext>
            </a:extLst>
          </p:cNvPr>
          <p:cNvSpPr/>
          <p:nvPr/>
        </p:nvSpPr>
        <p:spPr>
          <a:xfrm>
            <a:off x="1969288" y="4605028"/>
            <a:ext cx="182873" cy="18287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cxnSp>
        <p:nvCxnSpPr>
          <p:cNvPr id="150" name="Connecteur droit avec flèche 149">
            <a:extLst>
              <a:ext uri="{FF2B5EF4-FFF2-40B4-BE49-F238E27FC236}">
                <a16:creationId xmlns:a16="http://schemas.microsoft.com/office/drawing/2014/main" id="{33108B71-F6FA-476F-6867-79D5772BCA37}"/>
              </a:ext>
            </a:extLst>
          </p:cNvPr>
          <p:cNvCxnSpPr>
            <a:cxnSpLocks/>
            <a:endCxn id="149" idx="6"/>
          </p:cNvCxnSpPr>
          <p:nvPr/>
        </p:nvCxnSpPr>
        <p:spPr>
          <a:xfrm flipH="1" flipV="1">
            <a:off x="2152161" y="4696464"/>
            <a:ext cx="94213" cy="366"/>
          </a:xfrm>
          <a:prstGeom prst="straightConnector1">
            <a:avLst/>
          </a:prstGeom>
          <a:noFill/>
          <a:ln w="19050" cap="flat" cmpd="sng" algn="ctr">
            <a:solidFill>
              <a:srgbClr val="002B41"/>
            </a:solidFill>
            <a:prstDash val="solid"/>
            <a:headEnd type="none" w="med" len="med"/>
            <a:tailEnd type="none" w="med" len="med"/>
          </a:ln>
          <a:effectLst/>
        </p:spPr>
      </p:cxnSp>
      <p:sp>
        <p:nvSpPr>
          <p:cNvPr id="151" name="Arc 150">
            <a:extLst>
              <a:ext uri="{FF2B5EF4-FFF2-40B4-BE49-F238E27FC236}">
                <a16:creationId xmlns:a16="http://schemas.microsoft.com/office/drawing/2014/main" id="{23D9AD07-1628-0EB4-BA9D-05009852EB39}"/>
              </a:ext>
            </a:extLst>
          </p:cNvPr>
          <p:cNvSpPr/>
          <p:nvPr/>
        </p:nvSpPr>
        <p:spPr>
          <a:xfrm rot="16200000">
            <a:off x="1910572" y="4589513"/>
            <a:ext cx="256022" cy="226139"/>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cxnSp>
        <p:nvCxnSpPr>
          <p:cNvPr id="152" name="Connecteur droit avec flèche 151">
            <a:extLst>
              <a:ext uri="{FF2B5EF4-FFF2-40B4-BE49-F238E27FC236}">
                <a16:creationId xmlns:a16="http://schemas.microsoft.com/office/drawing/2014/main" id="{722F52A2-525D-B3EC-4E28-84841B9A86F7}"/>
              </a:ext>
            </a:extLst>
          </p:cNvPr>
          <p:cNvCxnSpPr>
            <a:cxnSpLocks/>
          </p:cNvCxnSpPr>
          <p:nvPr/>
        </p:nvCxnSpPr>
        <p:spPr>
          <a:xfrm flipH="1" flipV="1">
            <a:off x="1715703" y="4696464"/>
            <a:ext cx="216000" cy="1241"/>
          </a:xfrm>
          <a:prstGeom prst="straightConnector1">
            <a:avLst/>
          </a:prstGeom>
          <a:noFill/>
          <a:ln w="19050" cap="flat" cmpd="sng" algn="ctr">
            <a:solidFill>
              <a:srgbClr val="002B41"/>
            </a:solidFill>
            <a:prstDash val="solid"/>
            <a:headEnd type="none" w="med" len="med"/>
            <a:tailEnd type="none" w="med" len="med"/>
          </a:ln>
          <a:effectLst/>
        </p:spPr>
      </p:cxnSp>
      <p:sp>
        <p:nvSpPr>
          <p:cNvPr id="153" name="Rectangle 152">
            <a:extLst>
              <a:ext uri="{FF2B5EF4-FFF2-40B4-BE49-F238E27FC236}">
                <a16:creationId xmlns:a16="http://schemas.microsoft.com/office/drawing/2014/main" id="{1BEB885E-05CB-30CF-76A9-34D0E66C7F87}"/>
              </a:ext>
            </a:extLst>
          </p:cNvPr>
          <p:cNvSpPr/>
          <p:nvPr/>
        </p:nvSpPr>
        <p:spPr>
          <a:xfrm>
            <a:off x="668551" y="4418697"/>
            <a:ext cx="1073189" cy="1013258"/>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ctr"/>
          <a:lstStyle/>
          <a:p>
            <a:pPr algn="ctr" defTabSz="685800"/>
            <a:r>
              <a:rPr lang="en-US" sz="1050" i="1" kern="0" dirty="0" err="1">
                <a:solidFill>
                  <a:prstClr val="black"/>
                </a:solidFill>
              </a:rPr>
              <a:t>Consommateur</a:t>
            </a:r>
            <a:r>
              <a:rPr lang="en-US" sz="1050" i="1" kern="0" dirty="0">
                <a:solidFill>
                  <a:prstClr val="black"/>
                </a:solidFill>
              </a:rPr>
              <a:t> de service</a:t>
            </a:r>
            <a:endParaRPr lang="en-US" sz="1050" kern="0" dirty="0">
              <a:solidFill>
                <a:prstClr val="black"/>
              </a:solidFill>
            </a:endParaRPr>
          </a:p>
        </p:txBody>
      </p:sp>
      <p:sp>
        <p:nvSpPr>
          <p:cNvPr id="154" name="Ellipse 153">
            <a:extLst>
              <a:ext uri="{FF2B5EF4-FFF2-40B4-BE49-F238E27FC236}">
                <a16:creationId xmlns:a16="http://schemas.microsoft.com/office/drawing/2014/main" id="{357F628E-30A7-8C7A-E437-22736F7C2D1F}"/>
              </a:ext>
            </a:extLst>
          </p:cNvPr>
          <p:cNvSpPr/>
          <p:nvPr/>
        </p:nvSpPr>
        <p:spPr>
          <a:xfrm>
            <a:off x="1877683" y="4223922"/>
            <a:ext cx="290035" cy="290035"/>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155" name="Ellipse 154">
            <a:extLst>
              <a:ext uri="{FF2B5EF4-FFF2-40B4-BE49-F238E27FC236}">
                <a16:creationId xmlns:a16="http://schemas.microsoft.com/office/drawing/2014/main" id="{4347BEE5-7FF7-D8D7-8168-999793763B28}"/>
              </a:ext>
            </a:extLst>
          </p:cNvPr>
          <p:cNvSpPr/>
          <p:nvPr/>
        </p:nvSpPr>
        <p:spPr>
          <a:xfrm>
            <a:off x="2714243" y="4012371"/>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156" name="Ellipse 155">
            <a:extLst>
              <a:ext uri="{FF2B5EF4-FFF2-40B4-BE49-F238E27FC236}">
                <a16:creationId xmlns:a16="http://schemas.microsoft.com/office/drawing/2014/main" id="{B33097EF-3DD0-5B95-488C-4F7A0F69D45D}"/>
              </a:ext>
            </a:extLst>
          </p:cNvPr>
          <p:cNvSpPr/>
          <p:nvPr/>
        </p:nvSpPr>
        <p:spPr>
          <a:xfrm>
            <a:off x="4232061" y="4746860"/>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157" name="Rectangle 156">
            <a:extLst>
              <a:ext uri="{FF2B5EF4-FFF2-40B4-BE49-F238E27FC236}">
                <a16:creationId xmlns:a16="http://schemas.microsoft.com/office/drawing/2014/main" id="{62974416-27DF-7FBF-5AB8-5F8FF7D08EF4}"/>
              </a:ext>
            </a:extLst>
          </p:cNvPr>
          <p:cNvSpPr/>
          <p:nvPr/>
        </p:nvSpPr>
        <p:spPr>
          <a:xfrm>
            <a:off x="494728" y="3820885"/>
            <a:ext cx="6083872" cy="2298700"/>
          </a:xfrm>
          <a:prstGeom prst="rect">
            <a:avLst/>
          </a:prstGeom>
          <a:noFill/>
          <a:ln w="28575">
            <a:solidFill>
              <a:srgbClr val="FF6F2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8" name="Picture 2">
            <a:extLst>
              <a:ext uri="{FF2B5EF4-FFF2-40B4-BE49-F238E27FC236}">
                <a16:creationId xmlns:a16="http://schemas.microsoft.com/office/drawing/2014/main" id="{E3BB3DB6-C5E2-AFA6-E7EF-C58ABF7DE0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227" y="3905508"/>
            <a:ext cx="751592" cy="385778"/>
          </a:xfrm>
          <a:prstGeom prst="rect">
            <a:avLst/>
          </a:prstGeom>
          <a:noFill/>
          <a:extLst>
            <a:ext uri="{909E8E84-426E-40DD-AFC4-6F175D3DCCD1}">
              <a14:hiddenFill xmlns:a14="http://schemas.microsoft.com/office/drawing/2010/main">
                <a:solidFill>
                  <a:srgbClr val="FFFFFF"/>
                </a:solidFill>
              </a14:hiddenFill>
            </a:ext>
          </a:extLst>
        </p:spPr>
      </p:pic>
      <p:pic>
        <p:nvPicPr>
          <p:cNvPr id="159" name="Picture 2">
            <a:extLst>
              <a:ext uri="{FF2B5EF4-FFF2-40B4-BE49-F238E27FC236}">
                <a16:creationId xmlns:a16="http://schemas.microsoft.com/office/drawing/2014/main" id="{8CEB7460-F207-20AE-23DD-A0F607675D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2455" y="4074097"/>
            <a:ext cx="344413" cy="344413"/>
          </a:xfrm>
          <a:prstGeom prst="rect">
            <a:avLst/>
          </a:prstGeom>
          <a:noFill/>
          <a:extLst>
            <a:ext uri="{909E8E84-426E-40DD-AFC4-6F175D3DCCD1}">
              <a14:hiddenFill xmlns:a14="http://schemas.microsoft.com/office/drawing/2010/main">
                <a:solidFill>
                  <a:srgbClr val="FFFFFF"/>
                </a:solidFill>
              </a14:hiddenFill>
            </a:ext>
          </a:extLst>
        </p:spPr>
      </p:pic>
      <p:sp>
        <p:nvSpPr>
          <p:cNvPr id="160" name="Rectangle 159">
            <a:extLst>
              <a:ext uri="{FF2B5EF4-FFF2-40B4-BE49-F238E27FC236}">
                <a16:creationId xmlns:a16="http://schemas.microsoft.com/office/drawing/2014/main" id="{B4DD4E9D-D126-6661-15BA-6B576C8A157A}"/>
              </a:ext>
            </a:extLst>
          </p:cNvPr>
          <p:cNvSpPr/>
          <p:nvPr/>
        </p:nvSpPr>
        <p:spPr>
          <a:xfrm>
            <a:off x="5385176" y="4862643"/>
            <a:ext cx="1073189" cy="632801"/>
          </a:xfrm>
          <a:prstGeom prst="rect">
            <a:avLst/>
          </a:prstGeom>
          <a:solidFill>
            <a:schemeClr val="bg1">
              <a:lumMod val="90000"/>
            </a:schemeClr>
          </a:solidFill>
          <a:ln w="9525" cap="flat" cmpd="sng" algn="ctr">
            <a:solidFill>
              <a:schemeClr val="tx1"/>
            </a:solidFill>
            <a:prstDash val="solid"/>
          </a:ln>
          <a:effectLst/>
        </p:spPr>
        <p:txBody>
          <a:bodyPr lIns="180000" tIns="27000" rIns="27000" bIns="27000" rtlCol="0" anchor="ctr"/>
          <a:lstStyle/>
          <a:p>
            <a:pPr defTabSz="685800"/>
            <a:r>
              <a:rPr lang="fr-FR" sz="1050" i="1" kern="0" dirty="0">
                <a:solidFill>
                  <a:prstClr val="black"/>
                </a:solidFill>
              </a:rPr>
              <a:t>Fournisseur de service B</a:t>
            </a:r>
          </a:p>
        </p:txBody>
      </p:sp>
      <p:cxnSp>
        <p:nvCxnSpPr>
          <p:cNvPr id="164" name="Connecteur : en angle 45">
            <a:extLst>
              <a:ext uri="{FF2B5EF4-FFF2-40B4-BE49-F238E27FC236}">
                <a16:creationId xmlns:a16="http://schemas.microsoft.com/office/drawing/2014/main" id="{1E68113F-4B4C-E3CD-0778-3249D86DBED6}"/>
              </a:ext>
            </a:extLst>
          </p:cNvPr>
          <p:cNvCxnSpPr>
            <a:cxnSpLocks/>
            <a:endCxn id="127" idx="6"/>
          </p:cNvCxnSpPr>
          <p:nvPr/>
        </p:nvCxnSpPr>
        <p:spPr>
          <a:xfrm rot="10800000" flipV="1">
            <a:off x="4359066" y="5282418"/>
            <a:ext cx="1026110" cy="3"/>
          </a:xfrm>
          <a:prstGeom prst="bentConnector3">
            <a:avLst>
              <a:gd name="adj1" fmla="val 50000"/>
            </a:avLst>
          </a:prstGeom>
          <a:noFill/>
          <a:ln w="19050" cap="flat" cmpd="sng" algn="ctr">
            <a:solidFill>
              <a:srgbClr val="FF6F5F"/>
            </a:solidFill>
            <a:prstDash val="solid"/>
            <a:headEnd type="none" w="med" len="med"/>
            <a:tailEnd type="none" w="med" len="med"/>
          </a:ln>
          <a:effectLst/>
        </p:spPr>
      </p:cxnSp>
      <p:cxnSp>
        <p:nvCxnSpPr>
          <p:cNvPr id="165" name="Connecteur : en angle 45">
            <a:extLst>
              <a:ext uri="{FF2B5EF4-FFF2-40B4-BE49-F238E27FC236}">
                <a16:creationId xmlns:a16="http://schemas.microsoft.com/office/drawing/2014/main" id="{24D4C6CF-CEDB-243B-ACAC-69867FA9E558}"/>
              </a:ext>
            </a:extLst>
          </p:cNvPr>
          <p:cNvCxnSpPr>
            <a:cxnSpLocks/>
          </p:cNvCxnSpPr>
          <p:nvPr/>
        </p:nvCxnSpPr>
        <p:spPr>
          <a:xfrm rot="5400000">
            <a:off x="4808938" y="4628242"/>
            <a:ext cx="707851" cy="600508"/>
          </a:xfrm>
          <a:prstGeom prst="bentConnector3">
            <a:avLst>
              <a:gd name="adj1" fmla="val 30563"/>
            </a:avLst>
          </a:prstGeom>
          <a:noFill/>
          <a:ln w="19050" cap="flat" cmpd="sng" algn="ctr">
            <a:solidFill>
              <a:srgbClr val="FF6F5F"/>
            </a:solidFill>
            <a:prstDash val="solid"/>
            <a:headEnd type="none" w="med" len="med"/>
            <a:tailEnd type="none" w="med" len="med"/>
          </a:ln>
          <a:effectLst/>
        </p:spPr>
      </p:cxnSp>
      <p:sp>
        <p:nvSpPr>
          <p:cNvPr id="166" name="Ellipse 165">
            <a:extLst>
              <a:ext uri="{FF2B5EF4-FFF2-40B4-BE49-F238E27FC236}">
                <a16:creationId xmlns:a16="http://schemas.microsoft.com/office/drawing/2014/main" id="{541AC7BF-FCEA-3B06-481C-7A0545609BA1}"/>
              </a:ext>
            </a:extLst>
          </p:cNvPr>
          <p:cNvSpPr/>
          <p:nvPr/>
        </p:nvSpPr>
        <p:spPr>
          <a:xfrm>
            <a:off x="1944256" y="4972006"/>
            <a:ext cx="182873" cy="18287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cxnSp>
        <p:nvCxnSpPr>
          <p:cNvPr id="167" name="Connecteur droit avec flèche 166">
            <a:extLst>
              <a:ext uri="{FF2B5EF4-FFF2-40B4-BE49-F238E27FC236}">
                <a16:creationId xmlns:a16="http://schemas.microsoft.com/office/drawing/2014/main" id="{C1562DE8-D82B-1D59-1E01-69328EC1CF16}"/>
              </a:ext>
            </a:extLst>
          </p:cNvPr>
          <p:cNvCxnSpPr>
            <a:cxnSpLocks/>
            <a:endCxn id="166" idx="6"/>
          </p:cNvCxnSpPr>
          <p:nvPr/>
        </p:nvCxnSpPr>
        <p:spPr>
          <a:xfrm flipH="1" flipV="1">
            <a:off x="2127129" y="5063442"/>
            <a:ext cx="94213" cy="366"/>
          </a:xfrm>
          <a:prstGeom prst="straightConnector1">
            <a:avLst/>
          </a:prstGeom>
          <a:noFill/>
          <a:ln w="19050" cap="flat" cmpd="sng" algn="ctr">
            <a:solidFill>
              <a:srgbClr val="002B41"/>
            </a:solidFill>
            <a:prstDash val="solid"/>
            <a:headEnd type="none" w="med" len="med"/>
            <a:tailEnd type="none" w="med" len="med"/>
          </a:ln>
          <a:effectLst/>
        </p:spPr>
      </p:cxnSp>
      <p:sp>
        <p:nvSpPr>
          <p:cNvPr id="168" name="Arc 167">
            <a:extLst>
              <a:ext uri="{FF2B5EF4-FFF2-40B4-BE49-F238E27FC236}">
                <a16:creationId xmlns:a16="http://schemas.microsoft.com/office/drawing/2014/main" id="{9A5133BF-0426-5D4B-EBF1-FD83513E8402}"/>
              </a:ext>
            </a:extLst>
          </p:cNvPr>
          <p:cNvSpPr/>
          <p:nvPr/>
        </p:nvSpPr>
        <p:spPr>
          <a:xfrm rot="16200000">
            <a:off x="1885540" y="4956491"/>
            <a:ext cx="256022" cy="226139"/>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cxnSp>
        <p:nvCxnSpPr>
          <p:cNvPr id="169" name="Connecteur droit avec flèche 168">
            <a:extLst>
              <a:ext uri="{FF2B5EF4-FFF2-40B4-BE49-F238E27FC236}">
                <a16:creationId xmlns:a16="http://schemas.microsoft.com/office/drawing/2014/main" id="{CCAD2BA4-8670-D14D-0B91-C9ADA00462F7}"/>
              </a:ext>
            </a:extLst>
          </p:cNvPr>
          <p:cNvCxnSpPr>
            <a:cxnSpLocks/>
          </p:cNvCxnSpPr>
          <p:nvPr/>
        </p:nvCxnSpPr>
        <p:spPr>
          <a:xfrm flipH="1">
            <a:off x="1741740" y="5064683"/>
            <a:ext cx="164931" cy="0"/>
          </a:xfrm>
          <a:prstGeom prst="straightConnector1">
            <a:avLst/>
          </a:prstGeom>
          <a:noFill/>
          <a:ln w="19050" cap="flat" cmpd="sng" algn="ctr">
            <a:solidFill>
              <a:srgbClr val="002B41"/>
            </a:solidFill>
            <a:prstDash val="solid"/>
            <a:headEnd type="none" w="med" len="med"/>
            <a:tailEnd type="none" w="med" len="med"/>
          </a:ln>
          <a:effectLst/>
        </p:spPr>
      </p:cxnSp>
      <p:cxnSp>
        <p:nvCxnSpPr>
          <p:cNvPr id="170" name="Connecteur droit avec flèche 169">
            <a:extLst>
              <a:ext uri="{FF2B5EF4-FFF2-40B4-BE49-F238E27FC236}">
                <a16:creationId xmlns:a16="http://schemas.microsoft.com/office/drawing/2014/main" id="{E8CD98CD-F443-752E-4391-0FA2BB2BEA24}"/>
              </a:ext>
            </a:extLst>
          </p:cNvPr>
          <p:cNvCxnSpPr>
            <a:cxnSpLocks/>
          </p:cNvCxnSpPr>
          <p:nvPr/>
        </p:nvCxnSpPr>
        <p:spPr>
          <a:xfrm flipH="1" flipV="1">
            <a:off x="3374415" y="4588395"/>
            <a:ext cx="513012" cy="1241"/>
          </a:xfrm>
          <a:prstGeom prst="straightConnector1">
            <a:avLst/>
          </a:prstGeom>
          <a:noFill/>
          <a:ln w="19050" cap="flat" cmpd="sng" algn="ctr">
            <a:solidFill>
              <a:srgbClr val="002B41"/>
            </a:solidFill>
            <a:prstDash val="solid"/>
            <a:headEnd type="none" w="med" len="med"/>
            <a:tailEnd type="none" w="med" len="med"/>
          </a:ln>
          <a:effectLst/>
        </p:spPr>
      </p:cxnSp>
      <p:cxnSp>
        <p:nvCxnSpPr>
          <p:cNvPr id="171" name="Connecteur droit avec flèche 170">
            <a:extLst>
              <a:ext uri="{FF2B5EF4-FFF2-40B4-BE49-F238E27FC236}">
                <a16:creationId xmlns:a16="http://schemas.microsoft.com/office/drawing/2014/main" id="{2E29437F-FACB-6262-B40B-7BABBE608678}"/>
              </a:ext>
            </a:extLst>
          </p:cNvPr>
          <p:cNvCxnSpPr/>
          <p:nvPr/>
        </p:nvCxnSpPr>
        <p:spPr>
          <a:xfrm flipH="1">
            <a:off x="3368982" y="5308600"/>
            <a:ext cx="77553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2" name="Connecteur droit avec flèche 171">
            <a:extLst>
              <a:ext uri="{FF2B5EF4-FFF2-40B4-BE49-F238E27FC236}">
                <a16:creationId xmlns:a16="http://schemas.microsoft.com/office/drawing/2014/main" id="{00E0F67C-995E-870D-BF93-6A3FA98C2013}"/>
              </a:ext>
            </a:extLst>
          </p:cNvPr>
          <p:cNvCxnSpPr>
            <a:cxnSpLocks/>
          </p:cNvCxnSpPr>
          <p:nvPr/>
        </p:nvCxnSpPr>
        <p:spPr>
          <a:xfrm flipH="1">
            <a:off x="3364068" y="4661965"/>
            <a:ext cx="518994" cy="0"/>
          </a:xfrm>
          <a:prstGeom prst="straightConnector1">
            <a:avLst/>
          </a:prstGeom>
          <a:noFill/>
          <a:ln w="19050" cap="flat" cmpd="sng" algn="ctr">
            <a:solidFill>
              <a:srgbClr val="002B41"/>
            </a:solidFill>
            <a:prstDash val="solid"/>
            <a:headEnd type="none" w="med" len="med"/>
            <a:tailEnd type="triangle" w="med" len="med"/>
          </a:ln>
          <a:effectLst/>
        </p:spPr>
      </p:cxnSp>
      <p:sp>
        <p:nvSpPr>
          <p:cNvPr id="173" name="Ellipse 172">
            <a:extLst>
              <a:ext uri="{FF2B5EF4-FFF2-40B4-BE49-F238E27FC236}">
                <a16:creationId xmlns:a16="http://schemas.microsoft.com/office/drawing/2014/main" id="{98A1CA3A-66F7-D1C2-8D94-37217CBB0AF2}"/>
              </a:ext>
            </a:extLst>
          </p:cNvPr>
          <p:cNvSpPr/>
          <p:nvPr/>
        </p:nvSpPr>
        <p:spPr>
          <a:xfrm>
            <a:off x="5054918" y="4442737"/>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4</a:t>
            </a:r>
          </a:p>
        </p:txBody>
      </p:sp>
      <p:sp>
        <p:nvSpPr>
          <p:cNvPr id="174" name="Ellipse 173">
            <a:extLst>
              <a:ext uri="{FF2B5EF4-FFF2-40B4-BE49-F238E27FC236}">
                <a16:creationId xmlns:a16="http://schemas.microsoft.com/office/drawing/2014/main" id="{6867A2C2-7B2C-140C-9BB0-CD1A6057C603}"/>
              </a:ext>
            </a:extLst>
          </p:cNvPr>
          <p:cNvSpPr/>
          <p:nvPr/>
        </p:nvSpPr>
        <p:spPr>
          <a:xfrm>
            <a:off x="3746692" y="5421888"/>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5</a:t>
            </a:r>
          </a:p>
        </p:txBody>
      </p:sp>
      <p:sp>
        <p:nvSpPr>
          <p:cNvPr id="175" name="Ellipse 174">
            <a:extLst>
              <a:ext uri="{FF2B5EF4-FFF2-40B4-BE49-F238E27FC236}">
                <a16:creationId xmlns:a16="http://schemas.microsoft.com/office/drawing/2014/main" id="{A387C5C8-1B85-C400-5BC5-3C22583657CE}"/>
              </a:ext>
            </a:extLst>
          </p:cNvPr>
          <p:cNvSpPr/>
          <p:nvPr/>
        </p:nvSpPr>
        <p:spPr>
          <a:xfrm>
            <a:off x="1855081" y="5421888"/>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6</a:t>
            </a:r>
          </a:p>
        </p:txBody>
      </p:sp>
      <p:sp>
        <p:nvSpPr>
          <p:cNvPr id="1024" name="Rectangle 1023">
            <a:extLst>
              <a:ext uri="{FF2B5EF4-FFF2-40B4-BE49-F238E27FC236}">
                <a16:creationId xmlns:a16="http://schemas.microsoft.com/office/drawing/2014/main" id="{891DE4AC-5105-F603-033F-0D38632367F6}"/>
              </a:ext>
            </a:extLst>
          </p:cNvPr>
          <p:cNvSpPr/>
          <p:nvPr/>
        </p:nvSpPr>
        <p:spPr>
          <a:xfrm>
            <a:off x="6881876" y="1324372"/>
            <a:ext cx="5122281" cy="2978514"/>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216000" bIns="34290" numCol="1" spcCol="0" rtlCol="0" fromWordArt="0" anchor="t" anchorCtr="0" forceAA="0" compatLnSpc="1">
            <a:prstTxWarp prst="textNoShape">
              <a:avLst/>
            </a:prstTxWarp>
            <a:noAutofit/>
          </a:bodyPr>
          <a:lstStyle/>
          <a:p>
            <a:pPr marL="285750" indent="-285750" algn="just">
              <a:spcBef>
                <a:spcPts val="900"/>
              </a:spcBef>
              <a:buClr>
                <a:schemeClr val="tx2"/>
              </a:buClr>
              <a:buFont typeface="Arial" panose="020B0604020202020204" pitchFamily="34" charset="0"/>
              <a:buChar char="•"/>
            </a:pPr>
            <a:r>
              <a:rPr lang="fr-FR" sz="1200" dirty="0">
                <a:solidFill>
                  <a:schemeClr val="tx1"/>
                </a:solidFill>
              </a:rPr>
              <a:t>Le consommateur appelle </a:t>
            </a:r>
            <a:r>
              <a:rPr lang="fr-FR" sz="1200" b="1" dirty="0">
                <a:solidFill>
                  <a:schemeClr val="tx1"/>
                </a:solidFill>
              </a:rPr>
              <a:t>le service exposé par l’API Management</a:t>
            </a:r>
            <a:r>
              <a:rPr lang="fr-FR" sz="1200" dirty="0">
                <a:solidFill>
                  <a:schemeClr val="tx1"/>
                </a:solidFill>
              </a:rPr>
              <a:t>.</a:t>
            </a:r>
          </a:p>
          <a:p>
            <a:pPr marL="285750" indent="-285750" algn="just">
              <a:spcBef>
                <a:spcPts val="900"/>
              </a:spcBef>
              <a:buClr>
                <a:schemeClr val="tx2"/>
              </a:buClr>
              <a:buFont typeface="Arial" panose="020B0604020202020204" pitchFamily="34" charset="0"/>
              <a:buChar char="•"/>
            </a:pPr>
            <a:r>
              <a:rPr lang="fr-FR" sz="1200" dirty="0">
                <a:solidFill>
                  <a:schemeClr val="tx1"/>
                </a:solidFill>
              </a:rPr>
              <a:t>La brique </a:t>
            </a:r>
            <a:r>
              <a:rPr lang="fr-FR" sz="1200" b="1" dirty="0">
                <a:solidFill>
                  <a:schemeClr val="tx1"/>
                </a:solidFill>
              </a:rPr>
              <a:t>API Management </a:t>
            </a:r>
            <a:r>
              <a:rPr lang="fr-FR" sz="1200" dirty="0">
                <a:solidFill>
                  <a:schemeClr val="tx1"/>
                </a:solidFill>
              </a:rPr>
              <a:t>assure la </a:t>
            </a:r>
            <a:r>
              <a:rPr lang="fr-FR" sz="1200" b="1" dirty="0">
                <a:solidFill>
                  <a:schemeClr val="tx1"/>
                </a:solidFill>
              </a:rPr>
              <a:t>sécurité</a:t>
            </a:r>
            <a:r>
              <a:rPr lang="fr-FR" sz="1200" dirty="0">
                <a:solidFill>
                  <a:schemeClr val="tx1"/>
                </a:solidFill>
              </a:rPr>
              <a:t> et la </a:t>
            </a:r>
            <a:r>
              <a:rPr lang="fr-FR" sz="1200" b="1" dirty="0">
                <a:solidFill>
                  <a:schemeClr val="tx1"/>
                </a:solidFill>
              </a:rPr>
              <a:t>transformation</a:t>
            </a:r>
            <a:r>
              <a:rPr lang="fr-FR" sz="1200" dirty="0">
                <a:solidFill>
                  <a:schemeClr val="tx1"/>
                </a:solidFill>
              </a:rPr>
              <a:t> du message si nécessaire.</a:t>
            </a:r>
          </a:p>
          <a:p>
            <a:pPr marL="285750" indent="-285750" algn="just">
              <a:spcBef>
                <a:spcPts val="900"/>
              </a:spcBef>
              <a:buClr>
                <a:schemeClr val="tx2"/>
              </a:buClr>
              <a:buFont typeface="Arial" panose="020B0604020202020204" pitchFamily="34" charset="0"/>
              <a:buChar char="•"/>
            </a:pPr>
            <a:r>
              <a:rPr lang="fr-FR" sz="1200" dirty="0">
                <a:solidFill>
                  <a:schemeClr val="tx1"/>
                </a:solidFill>
              </a:rPr>
              <a:t>L’</a:t>
            </a:r>
            <a:r>
              <a:rPr lang="fr-FR" sz="1200" b="1" dirty="0">
                <a:solidFill>
                  <a:schemeClr val="tx1"/>
                </a:solidFill>
              </a:rPr>
              <a:t>ESB</a:t>
            </a:r>
            <a:r>
              <a:rPr lang="fr-FR" sz="1200" dirty="0">
                <a:solidFill>
                  <a:schemeClr val="tx1"/>
                </a:solidFill>
              </a:rPr>
              <a:t> ou le </a:t>
            </a:r>
            <a:r>
              <a:rPr lang="fr-FR" sz="1200" b="1" dirty="0" err="1">
                <a:solidFill>
                  <a:schemeClr val="tx1"/>
                </a:solidFill>
              </a:rPr>
              <a:t>microservice</a:t>
            </a:r>
            <a:r>
              <a:rPr lang="fr-FR" sz="1200" dirty="0">
                <a:solidFill>
                  <a:schemeClr val="tx1"/>
                </a:solidFill>
              </a:rPr>
              <a:t> assure la </a:t>
            </a:r>
            <a:r>
              <a:rPr lang="fr-FR" sz="1200" b="1" dirty="0">
                <a:solidFill>
                  <a:schemeClr val="tx1"/>
                </a:solidFill>
              </a:rPr>
              <a:t>transformation du message </a:t>
            </a:r>
            <a:r>
              <a:rPr lang="fr-FR" sz="1200" dirty="0">
                <a:solidFill>
                  <a:schemeClr val="tx1"/>
                </a:solidFill>
              </a:rPr>
              <a:t>ainsi que le </a:t>
            </a:r>
            <a:r>
              <a:rPr lang="fr-FR" sz="1200" b="1" dirty="0">
                <a:solidFill>
                  <a:schemeClr val="tx1"/>
                </a:solidFill>
              </a:rPr>
              <a:t>routage</a:t>
            </a:r>
            <a:r>
              <a:rPr lang="fr-FR" sz="1200" dirty="0">
                <a:solidFill>
                  <a:schemeClr val="tx1"/>
                </a:solidFill>
              </a:rPr>
              <a:t> et l’orchestration vers les fournisseurs de service.</a:t>
            </a:r>
          </a:p>
          <a:p>
            <a:pPr marL="285750" indent="-285750" algn="just">
              <a:spcBef>
                <a:spcPts val="900"/>
              </a:spcBef>
              <a:buClr>
                <a:schemeClr val="tx2"/>
              </a:buClr>
              <a:buFont typeface="Arial" panose="020B0604020202020204" pitchFamily="34" charset="0"/>
              <a:buChar char="•"/>
            </a:pPr>
            <a:r>
              <a:rPr lang="fr-FR" sz="1200" dirty="0">
                <a:solidFill>
                  <a:schemeClr val="tx1"/>
                </a:solidFill>
              </a:rPr>
              <a:t>Les services liés à la ressource sont exécutés par l’ESB ou le </a:t>
            </a:r>
            <a:r>
              <a:rPr lang="fr-FR" sz="1200" dirty="0" err="1">
                <a:solidFill>
                  <a:schemeClr val="tx1"/>
                </a:solidFill>
              </a:rPr>
              <a:t>microservice</a:t>
            </a:r>
            <a:endParaRPr lang="fr-FR" sz="1200" dirty="0">
              <a:solidFill>
                <a:schemeClr val="tx1"/>
              </a:solidFill>
            </a:endParaRPr>
          </a:p>
          <a:p>
            <a:pPr marL="285750" indent="-285750" algn="just">
              <a:spcBef>
                <a:spcPts val="900"/>
              </a:spcBef>
              <a:buClr>
                <a:schemeClr val="tx2"/>
              </a:buClr>
              <a:buFont typeface="Arial" panose="020B0604020202020204" pitchFamily="34" charset="0"/>
              <a:buChar char="•"/>
            </a:pPr>
            <a:r>
              <a:rPr lang="fr-FR" sz="1200" dirty="0">
                <a:solidFill>
                  <a:schemeClr val="tx1"/>
                </a:solidFill>
              </a:rPr>
              <a:t>Le résultat est retourné</a:t>
            </a:r>
          </a:p>
          <a:p>
            <a:pPr marL="285750" indent="-285750" algn="just">
              <a:spcBef>
                <a:spcPts val="900"/>
              </a:spcBef>
              <a:buClr>
                <a:schemeClr val="tx2"/>
              </a:buClr>
              <a:buFont typeface="Arial" panose="020B0604020202020204" pitchFamily="34" charset="0"/>
              <a:buChar char="•"/>
            </a:pPr>
            <a:r>
              <a:rPr lang="fr-FR" sz="1200" dirty="0">
                <a:solidFill>
                  <a:schemeClr val="tx1"/>
                </a:solidFill>
              </a:rPr>
              <a:t>L’</a:t>
            </a:r>
            <a:r>
              <a:rPr lang="fr-FR" sz="1200" dirty="0" err="1">
                <a:solidFill>
                  <a:schemeClr val="tx1"/>
                </a:solidFill>
              </a:rPr>
              <a:t>APIManagement</a:t>
            </a:r>
            <a:r>
              <a:rPr lang="fr-FR" sz="1200" dirty="0">
                <a:solidFill>
                  <a:schemeClr val="tx1"/>
                </a:solidFill>
              </a:rPr>
              <a:t> contrôle le retour et normalise la réponse (si nécessaire)</a:t>
            </a:r>
          </a:p>
          <a:p>
            <a:pPr marL="285750" indent="-285750" algn="just">
              <a:spcBef>
                <a:spcPts val="900"/>
              </a:spcBef>
              <a:buClr>
                <a:schemeClr val="tx2"/>
              </a:buClr>
              <a:buFont typeface="Arial" panose="020B0604020202020204" pitchFamily="34" charset="0"/>
              <a:buChar char="•"/>
            </a:pPr>
            <a:endParaRPr lang="fr-FR" sz="1400" dirty="0">
              <a:solidFill>
                <a:schemeClr val="tx1"/>
              </a:solidFill>
            </a:endParaRPr>
          </a:p>
        </p:txBody>
      </p:sp>
      <p:sp>
        <p:nvSpPr>
          <p:cNvPr id="1025" name="ZoneTexte 1024">
            <a:extLst>
              <a:ext uri="{FF2B5EF4-FFF2-40B4-BE49-F238E27FC236}">
                <a16:creationId xmlns:a16="http://schemas.microsoft.com/office/drawing/2014/main" id="{39BD0C77-A260-A243-4B78-15A62A769485}"/>
              </a:ext>
            </a:extLst>
          </p:cNvPr>
          <p:cNvSpPr txBox="1"/>
          <p:nvPr/>
        </p:nvSpPr>
        <p:spPr>
          <a:xfrm>
            <a:off x="7175297" y="1243579"/>
            <a:ext cx="1452189"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Déroulé</a:t>
            </a:r>
          </a:p>
        </p:txBody>
      </p:sp>
      <p:sp>
        <p:nvSpPr>
          <p:cNvPr id="1027" name="Ellipse 1026">
            <a:extLst>
              <a:ext uri="{FF2B5EF4-FFF2-40B4-BE49-F238E27FC236}">
                <a16:creationId xmlns:a16="http://schemas.microsoft.com/office/drawing/2014/main" id="{390399F2-E0A8-203E-50D6-4BBCE310A237}"/>
              </a:ext>
            </a:extLst>
          </p:cNvPr>
          <p:cNvSpPr/>
          <p:nvPr/>
        </p:nvSpPr>
        <p:spPr>
          <a:xfrm>
            <a:off x="6940033" y="2076240"/>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2</a:t>
            </a:r>
          </a:p>
        </p:txBody>
      </p:sp>
      <p:sp>
        <p:nvSpPr>
          <p:cNvPr id="1028" name="Ellipse 1027">
            <a:extLst>
              <a:ext uri="{FF2B5EF4-FFF2-40B4-BE49-F238E27FC236}">
                <a16:creationId xmlns:a16="http://schemas.microsoft.com/office/drawing/2014/main" id="{745878AC-2117-FD2E-1F1B-079C5AF9C1B4}"/>
              </a:ext>
            </a:extLst>
          </p:cNvPr>
          <p:cNvSpPr/>
          <p:nvPr/>
        </p:nvSpPr>
        <p:spPr>
          <a:xfrm>
            <a:off x="6940034" y="1532960"/>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1029" name="Ellipse 1028">
            <a:extLst>
              <a:ext uri="{FF2B5EF4-FFF2-40B4-BE49-F238E27FC236}">
                <a16:creationId xmlns:a16="http://schemas.microsoft.com/office/drawing/2014/main" id="{104DABA7-4605-0F5A-4078-32FCC761A0A2}"/>
              </a:ext>
            </a:extLst>
          </p:cNvPr>
          <p:cNvSpPr/>
          <p:nvPr/>
        </p:nvSpPr>
        <p:spPr>
          <a:xfrm>
            <a:off x="6939828" y="2502722"/>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1030" name="Ellipse 1029">
            <a:extLst>
              <a:ext uri="{FF2B5EF4-FFF2-40B4-BE49-F238E27FC236}">
                <a16:creationId xmlns:a16="http://schemas.microsoft.com/office/drawing/2014/main" id="{F4EEACCE-F409-F707-0D8D-DCD22F516647}"/>
              </a:ext>
            </a:extLst>
          </p:cNvPr>
          <p:cNvSpPr/>
          <p:nvPr/>
        </p:nvSpPr>
        <p:spPr>
          <a:xfrm>
            <a:off x="6939828" y="3107004"/>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4</a:t>
            </a:r>
          </a:p>
        </p:txBody>
      </p:sp>
      <p:sp>
        <p:nvSpPr>
          <p:cNvPr id="1031" name="Ellipse 1030">
            <a:extLst>
              <a:ext uri="{FF2B5EF4-FFF2-40B4-BE49-F238E27FC236}">
                <a16:creationId xmlns:a16="http://schemas.microsoft.com/office/drawing/2014/main" id="{96FC39BE-5449-C29D-692E-91D80502AFBF}"/>
              </a:ext>
            </a:extLst>
          </p:cNvPr>
          <p:cNvSpPr/>
          <p:nvPr/>
        </p:nvSpPr>
        <p:spPr>
          <a:xfrm>
            <a:off x="6939828" y="3591961"/>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5</a:t>
            </a:r>
          </a:p>
        </p:txBody>
      </p:sp>
      <p:sp>
        <p:nvSpPr>
          <p:cNvPr id="1032" name="Ellipse 1031">
            <a:extLst>
              <a:ext uri="{FF2B5EF4-FFF2-40B4-BE49-F238E27FC236}">
                <a16:creationId xmlns:a16="http://schemas.microsoft.com/office/drawing/2014/main" id="{6628BAE1-29AE-13B3-8E99-4CF11EB341D8}"/>
              </a:ext>
            </a:extLst>
          </p:cNvPr>
          <p:cNvSpPr/>
          <p:nvPr/>
        </p:nvSpPr>
        <p:spPr>
          <a:xfrm>
            <a:off x="6939828" y="3884272"/>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6</a:t>
            </a:r>
          </a:p>
        </p:txBody>
      </p:sp>
    </p:spTree>
    <p:extLst>
      <p:ext uri="{BB962C8B-B14F-4D97-AF65-F5344CB8AC3E}">
        <p14:creationId xmlns:p14="http://schemas.microsoft.com/office/powerpoint/2010/main" val="16795422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D5AED041-1C2A-6ADC-C5AB-2ECADB6FBC10}"/>
              </a:ext>
            </a:extLst>
          </p:cNvPr>
          <p:cNvSpPr/>
          <p:nvPr/>
        </p:nvSpPr>
        <p:spPr>
          <a:xfrm>
            <a:off x="429175" y="3429000"/>
            <a:ext cx="6279969" cy="3018118"/>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1072" name="Rectangle 1071">
            <a:extLst>
              <a:ext uri="{FF2B5EF4-FFF2-40B4-BE49-F238E27FC236}">
                <a16:creationId xmlns:a16="http://schemas.microsoft.com/office/drawing/2014/main" id="{233CDE93-E3E8-0FDD-B878-2D032C197161}"/>
              </a:ext>
            </a:extLst>
          </p:cNvPr>
          <p:cNvSpPr/>
          <p:nvPr/>
        </p:nvSpPr>
        <p:spPr>
          <a:xfrm>
            <a:off x="6881876" y="4444254"/>
            <a:ext cx="2437617" cy="2012503"/>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108000" bIns="34290" numCol="1" spcCol="0" rtlCol="0" fromWordArt="0" anchor="t" anchorCtr="0" forceAA="0" compatLnSpc="1">
            <a:prstTxWarp prst="textNoShape">
              <a:avLst/>
            </a:prstTxWarp>
            <a:noAutofit/>
          </a:bodyPr>
          <a:lstStyle/>
          <a:p>
            <a:pPr marL="177800" indent="-177800">
              <a:spcBef>
                <a:spcPts val="900"/>
              </a:spcBef>
              <a:buClr>
                <a:schemeClr val="tx2"/>
              </a:buClr>
              <a:buFont typeface="Arial" panose="020B0604020202020204" pitchFamily="34" charset="0"/>
              <a:buChar char="•"/>
            </a:pPr>
            <a:r>
              <a:rPr lang="fr-FR" sz="1400" dirty="0">
                <a:solidFill>
                  <a:schemeClr val="tx1"/>
                </a:solidFill>
              </a:rPr>
              <a:t>Bon découplage</a:t>
            </a:r>
          </a:p>
          <a:p>
            <a:pPr marL="177800" indent="-177800">
              <a:spcBef>
                <a:spcPts val="900"/>
              </a:spcBef>
              <a:buClr>
                <a:schemeClr val="tx2"/>
              </a:buClr>
              <a:buFont typeface="Arial" panose="020B0604020202020204" pitchFamily="34" charset="0"/>
              <a:buChar char="•"/>
            </a:pPr>
            <a:r>
              <a:rPr lang="fr-FR" sz="1400" dirty="0">
                <a:solidFill>
                  <a:schemeClr val="tx1"/>
                </a:solidFill>
              </a:rPr>
              <a:t>Performance élevée</a:t>
            </a:r>
          </a:p>
        </p:txBody>
      </p:sp>
      <p:sp>
        <p:nvSpPr>
          <p:cNvPr id="1073" name="Rectangle 1072">
            <a:extLst>
              <a:ext uri="{FF2B5EF4-FFF2-40B4-BE49-F238E27FC236}">
                <a16:creationId xmlns:a16="http://schemas.microsoft.com/office/drawing/2014/main" id="{D855C361-F804-ECEF-ED70-B0FFD525E42F}"/>
              </a:ext>
            </a:extLst>
          </p:cNvPr>
          <p:cNvSpPr/>
          <p:nvPr/>
        </p:nvSpPr>
        <p:spPr>
          <a:xfrm>
            <a:off x="9566540" y="4444253"/>
            <a:ext cx="2437617" cy="2012503"/>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108000" bIns="34290" numCol="1" spcCol="0" rtlCol="0" fromWordArt="0" anchor="t" anchorCtr="0" forceAA="0" compatLnSpc="1">
            <a:prstTxWarp prst="textNoShape">
              <a:avLst/>
            </a:prstTxWarp>
            <a:noAutofit/>
          </a:bodyPr>
          <a:lstStyle/>
          <a:p>
            <a:pPr marL="285750" indent="-285750">
              <a:spcBef>
                <a:spcPts val="900"/>
              </a:spcBef>
              <a:buClr>
                <a:schemeClr val="tx2"/>
              </a:buClr>
              <a:buFont typeface="Arial" panose="020B0604020202020204" pitchFamily="34" charset="0"/>
              <a:buChar char="•"/>
            </a:pPr>
            <a:r>
              <a:rPr lang="fr-FR" sz="1400" dirty="0">
                <a:solidFill>
                  <a:schemeClr val="tx1"/>
                </a:solidFill>
              </a:rPr>
              <a:t>Augmentation de la complexité à l'architecture</a:t>
            </a:r>
          </a:p>
          <a:p>
            <a:pPr marL="285750" indent="-285750">
              <a:spcBef>
                <a:spcPts val="900"/>
              </a:spcBef>
              <a:buClr>
                <a:schemeClr val="tx2"/>
              </a:buClr>
              <a:buFont typeface="Arial" panose="020B0604020202020204" pitchFamily="34" charset="0"/>
              <a:buChar char="•"/>
            </a:pPr>
            <a:endParaRPr lang="fr-FR" sz="1400" dirty="0">
              <a:solidFill>
                <a:schemeClr val="tx1"/>
              </a:solidFill>
            </a:endParaRPr>
          </a:p>
        </p:txBody>
      </p:sp>
      <p:sp>
        <p:nvSpPr>
          <p:cNvPr id="11" name="Espace réservé du texte 10">
            <a:extLst>
              <a:ext uri="{FF2B5EF4-FFF2-40B4-BE49-F238E27FC236}">
                <a16:creationId xmlns:a16="http://schemas.microsoft.com/office/drawing/2014/main" id="{CB328C86-B14A-6EFC-D63F-FD0CD1C47D5C}"/>
              </a:ext>
            </a:extLst>
          </p:cNvPr>
          <p:cNvSpPr>
            <a:spLocks noGrp="1"/>
          </p:cNvSpPr>
          <p:nvPr>
            <p:ph type="body" sz="quarter" idx="35"/>
          </p:nvPr>
        </p:nvSpPr>
        <p:spPr/>
        <p:txBody>
          <a:bodyPr/>
          <a:lstStyle/>
          <a:p>
            <a:r>
              <a:rPr lang="fr-FR" dirty="0"/>
              <a:t>Implémentation </a:t>
            </a:r>
            <a:r>
              <a:rPr lang="fr-FR" dirty="0" err="1"/>
              <a:t>APIManagement</a:t>
            </a:r>
            <a:r>
              <a:rPr lang="fr-FR" dirty="0"/>
              <a:t> + ESB ou </a:t>
            </a:r>
            <a:r>
              <a:rPr lang="fr-FR" dirty="0" err="1"/>
              <a:t>APIManagement</a:t>
            </a:r>
            <a:r>
              <a:rPr lang="fr-FR" dirty="0"/>
              <a:t> + Streaming</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COOKBOOK des systèmes d’échange : Exposition de Service</a:t>
            </a:r>
          </a:p>
        </p:txBody>
      </p:sp>
      <p:sp>
        <p:nvSpPr>
          <p:cNvPr id="92" name="ZoneTexte 91">
            <a:extLst>
              <a:ext uri="{FF2B5EF4-FFF2-40B4-BE49-F238E27FC236}">
                <a16:creationId xmlns:a16="http://schemas.microsoft.com/office/drawing/2014/main" id="{457037C8-69C5-E425-A716-48C76CFB7602}"/>
              </a:ext>
            </a:extLst>
          </p:cNvPr>
          <p:cNvSpPr txBox="1"/>
          <p:nvPr/>
        </p:nvSpPr>
        <p:spPr>
          <a:xfrm>
            <a:off x="688858" y="3340021"/>
            <a:ext cx="3829371" cy="215444"/>
          </a:xfrm>
          <a:prstGeom prst="rect">
            <a:avLst/>
          </a:prstGeom>
          <a:solidFill>
            <a:schemeClr val="bg1"/>
          </a:solidFill>
        </p:spPr>
        <p:txBody>
          <a:bodyPr wrap="square" lIns="27000" tIns="0" rIns="27000" bIns="0" rtlCol="0">
            <a:spAutoFit/>
          </a:bodyPr>
          <a:lstStyle/>
          <a:p>
            <a:pPr algn="ctr"/>
            <a:r>
              <a:rPr lang="en-US" sz="1400" b="1" cap="all">
                <a:solidFill>
                  <a:schemeClr val="tx2"/>
                </a:solidFill>
                <a:latin typeface="+mj-lt"/>
              </a:rPr>
              <a:t>Architecture </a:t>
            </a:r>
            <a:r>
              <a:rPr lang="fr-FR" sz="1400" b="1" cap="all">
                <a:solidFill>
                  <a:schemeClr val="tx2"/>
                </a:solidFill>
                <a:latin typeface="+mj-lt"/>
              </a:rPr>
              <a:t>Recommandée</a:t>
            </a:r>
          </a:p>
        </p:txBody>
      </p:sp>
      <p:sp>
        <p:nvSpPr>
          <p:cNvPr id="14" name="Rectangle 13">
            <a:extLst>
              <a:ext uri="{FF2B5EF4-FFF2-40B4-BE49-F238E27FC236}">
                <a16:creationId xmlns:a16="http://schemas.microsoft.com/office/drawing/2014/main" id="{3B928A55-7BD5-3531-80C7-67E4E893C7D2}"/>
              </a:ext>
            </a:extLst>
          </p:cNvPr>
          <p:cNvSpPr/>
          <p:nvPr/>
        </p:nvSpPr>
        <p:spPr>
          <a:xfrm>
            <a:off x="429174" y="1324441"/>
            <a:ext cx="6279969" cy="850730"/>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Clr>
                <a:schemeClr val="tx2"/>
              </a:buClr>
              <a:buFont typeface="Arial" panose="020B0604020202020204" pitchFamily="34" charset="0"/>
              <a:buChar char="•"/>
            </a:pPr>
            <a:r>
              <a:rPr lang="fr-FR" sz="1400" dirty="0">
                <a:solidFill>
                  <a:schemeClr val="tx1"/>
                </a:solidFill>
              </a:rPr>
              <a:t>Exposition sécurisée d’un service en mode </a:t>
            </a:r>
            <a:r>
              <a:rPr lang="fr-FR" sz="1400" b="1" dirty="0">
                <a:solidFill>
                  <a:schemeClr val="tx1"/>
                </a:solidFill>
              </a:rPr>
              <a:t>asynchrone </a:t>
            </a:r>
            <a:r>
              <a:rPr lang="fr-FR" sz="1400" dirty="0">
                <a:solidFill>
                  <a:schemeClr val="tx1"/>
                </a:solidFill>
              </a:rPr>
              <a:t>intégrant ou non de l’</a:t>
            </a:r>
            <a:r>
              <a:rPr lang="fr-FR" sz="1400" b="1" dirty="0">
                <a:solidFill>
                  <a:schemeClr val="tx1"/>
                </a:solidFill>
              </a:rPr>
              <a:t>orchestration</a:t>
            </a:r>
            <a:r>
              <a:rPr lang="fr-FR" sz="1400" dirty="0">
                <a:solidFill>
                  <a:schemeClr val="tx1"/>
                </a:solidFill>
              </a:rPr>
              <a:t> de plusieurs fournisseurs de services sur des </a:t>
            </a:r>
            <a:r>
              <a:rPr lang="fr-FR" sz="1400" b="1" dirty="0">
                <a:solidFill>
                  <a:schemeClr val="tx1"/>
                </a:solidFill>
              </a:rPr>
              <a:t>technologies API ou non APIs</a:t>
            </a:r>
          </a:p>
        </p:txBody>
      </p:sp>
      <p:sp>
        <p:nvSpPr>
          <p:cNvPr id="15" name="ZoneTexte 14">
            <a:extLst>
              <a:ext uri="{FF2B5EF4-FFF2-40B4-BE49-F238E27FC236}">
                <a16:creationId xmlns:a16="http://schemas.microsoft.com/office/drawing/2014/main" id="{6B03CA71-88D5-C25D-E9A5-15D094A0DDE3}"/>
              </a:ext>
            </a:extLst>
          </p:cNvPr>
          <p:cNvSpPr txBox="1"/>
          <p:nvPr/>
        </p:nvSpPr>
        <p:spPr>
          <a:xfrm>
            <a:off x="753697" y="1211060"/>
            <a:ext cx="1602841" cy="215444"/>
          </a:xfrm>
          <a:prstGeom prst="rect">
            <a:avLst/>
          </a:prstGeom>
          <a:solidFill>
            <a:schemeClr val="bg1"/>
          </a:solidFill>
        </p:spPr>
        <p:txBody>
          <a:bodyPr wrap="square" lIns="27000" tIns="0" rIns="27000" bIns="0" rtlCol="0">
            <a:spAutoFit/>
          </a:bodyPr>
          <a:lstStyle/>
          <a:p>
            <a:pPr algn="ctr"/>
            <a:r>
              <a:rPr lang="en-US" sz="1400" b="1" cap="all" dirty="0">
                <a:solidFill>
                  <a:schemeClr val="tx2"/>
                </a:solidFill>
                <a:latin typeface="+mj-lt"/>
              </a:rPr>
              <a:t>Use case</a:t>
            </a:r>
          </a:p>
        </p:txBody>
      </p:sp>
      <p:sp>
        <p:nvSpPr>
          <p:cNvPr id="16" name="Rectangle 15">
            <a:extLst>
              <a:ext uri="{FF2B5EF4-FFF2-40B4-BE49-F238E27FC236}">
                <a16:creationId xmlns:a16="http://schemas.microsoft.com/office/drawing/2014/main" id="{2B6370C5-00E5-9FA3-9DDA-11DE3CA4036D}"/>
              </a:ext>
            </a:extLst>
          </p:cNvPr>
          <p:cNvSpPr/>
          <p:nvPr/>
        </p:nvSpPr>
        <p:spPr>
          <a:xfrm>
            <a:off x="429174" y="2396753"/>
            <a:ext cx="6279969" cy="848142"/>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Clr>
                <a:schemeClr val="tx2"/>
              </a:buClr>
              <a:buFont typeface="Arial" panose="020B0604020202020204" pitchFamily="34" charset="0"/>
              <a:buChar char="•"/>
            </a:pPr>
            <a:r>
              <a:rPr lang="fr-FR" sz="1400" dirty="0">
                <a:solidFill>
                  <a:schemeClr val="tx1"/>
                </a:solidFill>
              </a:rPr>
              <a:t>Filtrage, Transformation, Normalisation/Dénormalisation, Connectique</a:t>
            </a:r>
          </a:p>
        </p:txBody>
      </p:sp>
      <p:sp>
        <p:nvSpPr>
          <p:cNvPr id="17" name="ZoneTexte 16">
            <a:extLst>
              <a:ext uri="{FF2B5EF4-FFF2-40B4-BE49-F238E27FC236}">
                <a16:creationId xmlns:a16="http://schemas.microsoft.com/office/drawing/2014/main" id="{62B4CD33-3AB8-9AD1-5DFE-F772BD9C0FCD}"/>
              </a:ext>
            </a:extLst>
          </p:cNvPr>
          <p:cNvSpPr txBox="1"/>
          <p:nvPr/>
        </p:nvSpPr>
        <p:spPr>
          <a:xfrm>
            <a:off x="753697" y="2277001"/>
            <a:ext cx="1602841" cy="215444"/>
          </a:xfrm>
          <a:prstGeom prst="rect">
            <a:avLst/>
          </a:prstGeom>
          <a:solidFill>
            <a:schemeClr val="bg1"/>
          </a:solidFill>
        </p:spPr>
        <p:txBody>
          <a:bodyPr wrap="square" lIns="27000" tIns="0" rIns="27000" bIns="0" rtlCol="0">
            <a:spAutoFit/>
          </a:bodyPr>
          <a:lstStyle/>
          <a:p>
            <a:pPr algn="ctr"/>
            <a:r>
              <a:rPr lang="en-US" sz="1400" b="1" cap="all" err="1">
                <a:solidFill>
                  <a:schemeClr val="tx2"/>
                </a:solidFill>
                <a:latin typeface="+mj-lt"/>
              </a:rPr>
              <a:t>Exemple</a:t>
            </a:r>
            <a:endParaRPr lang="en-US" sz="1400" b="1" cap="all">
              <a:solidFill>
                <a:schemeClr val="tx2"/>
              </a:solidFill>
              <a:latin typeface="+mj-lt"/>
            </a:endParaRPr>
          </a:p>
        </p:txBody>
      </p:sp>
      <p:sp>
        <p:nvSpPr>
          <p:cNvPr id="19" name="ZoneTexte 18">
            <a:extLst>
              <a:ext uri="{FF2B5EF4-FFF2-40B4-BE49-F238E27FC236}">
                <a16:creationId xmlns:a16="http://schemas.microsoft.com/office/drawing/2014/main" id="{E86140EB-6A7D-0836-FD42-95DE6409762F}"/>
              </a:ext>
            </a:extLst>
          </p:cNvPr>
          <p:cNvSpPr txBox="1"/>
          <p:nvPr/>
        </p:nvSpPr>
        <p:spPr>
          <a:xfrm>
            <a:off x="6965637" y="4348119"/>
            <a:ext cx="1452189"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Avantages</a:t>
            </a:r>
          </a:p>
        </p:txBody>
      </p:sp>
      <p:sp>
        <p:nvSpPr>
          <p:cNvPr id="24" name="ZoneTexte 23">
            <a:extLst>
              <a:ext uri="{FF2B5EF4-FFF2-40B4-BE49-F238E27FC236}">
                <a16:creationId xmlns:a16="http://schemas.microsoft.com/office/drawing/2014/main" id="{9BC892F6-A185-C6C8-75F7-FD95C89D3FC6}"/>
              </a:ext>
            </a:extLst>
          </p:cNvPr>
          <p:cNvSpPr txBox="1"/>
          <p:nvPr/>
        </p:nvSpPr>
        <p:spPr>
          <a:xfrm>
            <a:off x="9646986" y="4348119"/>
            <a:ext cx="1926343"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Inconvénients</a:t>
            </a:r>
          </a:p>
        </p:txBody>
      </p:sp>
      <p:sp>
        <p:nvSpPr>
          <p:cNvPr id="1054" name="Rectangle 1053">
            <a:extLst>
              <a:ext uri="{FF2B5EF4-FFF2-40B4-BE49-F238E27FC236}">
                <a16:creationId xmlns:a16="http://schemas.microsoft.com/office/drawing/2014/main" id="{04039C86-0454-A287-2FB1-3930D14302DA}"/>
              </a:ext>
            </a:extLst>
          </p:cNvPr>
          <p:cNvSpPr/>
          <p:nvPr/>
        </p:nvSpPr>
        <p:spPr>
          <a:xfrm>
            <a:off x="494728" y="3860800"/>
            <a:ext cx="6083872" cy="2298700"/>
          </a:xfrm>
          <a:prstGeom prst="rect">
            <a:avLst/>
          </a:prstGeom>
          <a:noFill/>
          <a:ln w="28575">
            <a:solidFill>
              <a:srgbClr val="FF6F2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35" name="Rectangle 1134">
            <a:extLst>
              <a:ext uri="{FF2B5EF4-FFF2-40B4-BE49-F238E27FC236}">
                <a16:creationId xmlns:a16="http://schemas.microsoft.com/office/drawing/2014/main" id="{BE3CBF0F-3A82-84E3-74BA-6DBF8B2E66B4}"/>
              </a:ext>
            </a:extLst>
          </p:cNvPr>
          <p:cNvSpPr/>
          <p:nvPr/>
        </p:nvSpPr>
        <p:spPr>
          <a:xfrm rot="16200000">
            <a:off x="4173884" y="4499832"/>
            <a:ext cx="157642" cy="725709"/>
          </a:xfrm>
          <a:prstGeom prst="rect">
            <a:avLst/>
          </a:prstGeom>
          <a:solidFill>
            <a:schemeClr val="tx2"/>
          </a:solidFill>
          <a:ln w="9525" cap="flat" cmpd="sng" algn="ctr">
            <a:solidFill>
              <a:srgbClr val="003D5E">
                <a:lumMod val="75000"/>
                <a:lumOff val="25000"/>
              </a:srgbClr>
            </a:solidFill>
            <a:prstDash val="solid"/>
          </a:ln>
          <a:effectLst/>
        </p:spPr>
        <p:txBody>
          <a:bodyPr vert="vert" rtlCol="0" anchor="ctr"/>
          <a:lstStyle/>
          <a:p>
            <a:pPr algn="ctr" defTabSz="685800"/>
            <a:r>
              <a:rPr lang="fr-FR" sz="1200" b="1" kern="0">
                <a:solidFill>
                  <a:prstClr val="black"/>
                </a:solidFill>
                <a:latin typeface="Trebuchet MS"/>
              </a:rPr>
              <a:t>ESB</a:t>
            </a:r>
          </a:p>
        </p:txBody>
      </p:sp>
      <p:sp>
        <p:nvSpPr>
          <p:cNvPr id="1136" name="Rectangle 1135">
            <a:extLst>
              <a:ext uri="{FF2B5EF4-FFF2-40B4-BE49-F238E27FC236}">
                <a16:creationId xmlns:a16="http://schemas.microsoft.com/office/drawing/2014/main" id="{9D52A559-A12D-535F-6F30-3D342591F4F2}"/>
              </a:ext>
            </a:extLst>
          </p:cNvPr>
          <p:cNvSpPr/>
          <p:nvPr/>
        </p:nvSpPr>
        <p:spPr>
          <a:xfrm>
            <a:off x="5385176" y="4171204"/>
            <a:ext cx="1073189" cy="632801"/>
          </a:xfrm>
          <a:prstGeom prst="rect">
            <a:avLst/>
          </a:prstGeom>
          <a:solidFill>
            <a:schemeClr val="bg1">
              <a:lumMod val="90000"/>
            </a:schemeClr>
          </a:solidFill>
          <a:ln w="9525" cap="flat" cmpd="sng" algn="ctr">
            <a:solidFill>
              <a:schemeClr val="tx1"/>
            </a:solidFill>
            <a:prstDash val="solid"/>
          </a:ln>
          <a:effectLst/>
        </p:spPr>
        <p:txBody>
          <a:bodyPr lIns="180000" tIns="27000" rIns="27000" bIns="27000" rtlCol="0" anchor="ctr"/>
          <a:lstStyle/>
          <a:p>
            <a:pPr algn="ctr" defTabSz="685800"/>
            <a:r>
              <a:rPr lang="fr-FR" sz="1050" i="1" kern="0" dirty="0">
                <a:solidFill>
                  <a:prstClr val="black"/>
                </a:solidFill>
              </a:rPr>
              <a:t>Fournisseur de service </a:t>
            </a:r>
            <a:r>
              <a:rPr lang="fr-FR" sz="1050" i="1" kern="0">
                <a:solidFill>
                  <a:prstClr val="black"/>
                </a:solidFill>
              </a:rPr>
              <a:t>A</a:t>
            </a:r>
          </a:p>
        </p:txBody>
      </p:sp>
      <p:cxnSp>
        <p:nvCxnSpPr>
          <p:cNvPr id="1139" name="Connecteur droit avec flèche 298">
            <a:extLst>
              <a:ext uri="{FF2B5EF4-FFF2-40B4-BE49-F238E27FC236}">
                <a16:creationId xmlns:a16="http://schemas.microsoft.com/office/drawing/2014/main" id="{066277C6-5A3D-7629-19F6-F6BA689E54E1}"/>
              </a:ext>
            </a:extLst>
          </p:cNvPr>
          <p:cNvCxnSpPr>
            <a:cxnSpLocks/>
            <a:endCxn id="1135" idx="2"/>
          </p:cNvCxnSpPr>
          <p:nvPr/>
        </p:nvCxnSpPr>
        <p:spPr>
          <a:xfrm rot="10800000">
            <a:off x="4615560" y="4862687"/>
            <a:ext cx="769616" cy="405380"/>
          </a:xfrm>
          <a:prstGeom prst="bentConnector3">
            <a:avLst>
              <a:gd name="adj1" fmla="val 50000"/>
            </a:avLst>
          </a:prstGeom>
          <a:noFill/>
          <a:ln w="19050" cap="flat" cmpd="sng" algn="ctr">
            <a:solidFill>
              <a:srgbClr val="002B41"/>
            </a:solidFill>
            <a:prstDash val="solid"/>
            <a:headEnd type="none" w="med" len="med"/>
            <a:tailEnd type="none" w="med" len="med"/>
          </a:ln>
          <a:effectLst/>
        </p:spPr>
      </p:cxnSp>
      <p:cxnSp>
        <p:nvCxnSpPr>
          <p:cNvPr id="1140" name="Connecteur droit avec flèche 298">
            <a:extLst>
              <a:ext uri="{FF2B5EF4-FFF2-40B4-BE49-F238E27FC236}">
                <a16:creationId xmlns:a16="http://schemas.microsoft.com/office/drawing/2014/main" id="{624A6801-E8B3-EB04-4AFB-8AEBD426C5C5}"/>
              </a:ext>
            </a:extLst>
          </p:cNvPr>
          <p:cNvCxnSpPr>
            <a:cxnSpLocks/>
            <a:endCxn id="1135" idx="2"/>
          </p:cNvCxnSpPr>
          <p:nvPr/>
        </p:nvCxnSpPr>
        <p:spPr>
          <a:xfrm rot="10800000" flipV="1">
            <a:off x="4615560" y="4385505"/>
            <a:ext cx="776404" cy="477181"/>
          </a:xfrm>
          <a:prstGeom prst="bentConnector3">
            <a:avLst>
              <a:gd name="adj1" fmla="val 50000"/>
            </a:avLst>
          </a:prstGeom>
          <a:noFill/>
          <a:ln w="19050" cap="flat" cmpd="sng" algn="ctr">
            <a:solidFill>
              <a:srgbClr val="002B41"/>
            </a:solidFill>
            <a:prstDash val="solid"/>
            <a:headEnd type="none" w="med" len="med"/>
            <a:tailEnd type="none" w="med" len="med"/>
          </a:ln>
          <a:effectLst/>
        </p:spPr>
      </p:cxnSp>
      <p:sp>
        <p:nvSpPr>
          <p:cNvPr id="1141" name="Rectangle 1140">
            <a:extLst>
              <a:ext uri="{FF2B5EF4-FFF2-40B4-BE49-F238E27FC236}">
                <a16:creationId xmlns:a16="http://schemas.microsoft.com/office/drawing/2014/main" id="{648B2235-1CC0-5D6E-630F-9FBAFFDCC8AE}"/>
              </a:ext>
            </a:extLst>
          </p:cNvPr>
          <p:cNvSpPr/>
          <p:nvPr/>
        </p:nvSpPr>
        <p:spPr>
          <a:xfrm>
            <a:off x="2247364" y="4593873"/>
            <a:ext cx="1121618" cy="1121618"/>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b"/>
          <a:lstStyle/>
          <a:p>
            <a:pPr algn="ctr" defTabSz="685800"/>
            <a:r>
              <a:rPr lang="en-US" sz="1050" b="1" kern="0">
                <a:solidFill>
                  <a:prstClr val="black"/>
                </a:solidFill>
              </a:rPr>
              <a:t>API Management</a:t>
            </a:r>
          </a:p>
        </p:txBody>
      </p:sp>
      <p:sp>
        <p:nvSpPr>
          <p:cNvPr id="1142" name="Rectangle 1141">
            <a:extLst>
              <a:ext uri="{FF2B5EF4-FFF2-40B4-BE49-F238E27FC236}">
                <a16:creationId xmlns:a16="http://schemas.microsoft.com/office/drawing/2014/main" id="{4B1E185E-B5B1-D481-E924-07398C14D767}"/>
              </a:ext>
            </a:extLst>
          </p:cNvPr>
          <p:cNvSpPr/>
          <p:nvPr/>
        </p:nvSpPr>
        <p:spPr>
          <a:xfrm>
            <a:off x="2462183" y="4736927"/>
            <a:ext cx="847500" cy="583178"/>
          </a:xfrm>
          <a:prstGeom prst="rect">
            <a:avLst/>
          </a:prstGeom>
          <a:solidFill>
            <a:sysClr val="window" lastClr="FFFFFF"/>
          </a:solidFill>
          <a:ln w="9525" cap="flat" cmpd="sng" algn="ctr">
            <a:solidFill>
              <a:sysClr val="windowText" lastClr="000000">
                <a:shade val="95000"/>
                <a:satMod val="105000"/>
              </a:sysClr>
            </a:solidFill>
            <a:prstDash val="sysDash"/>
          </a:ln>
          <a:effectLst/>
        </p:spPr>
        <p:txBody>
          <a:bodyPr lIns="36000" tIns="36000" rIns="36000" bIns="36000" rtlCol="0" anchor="ctr"/>
          <a:lstStyle/>
          <a:p>
            <a:pPr algn="ctr"/>
            <a:r>
              <a:rPr lang="en-US" sz="800" b="1" i="1" kern="0" dirty="0" err="1">
                <a:solidFill>
                  <a:prstClr val="black"/>
                </a:solidFill>
                <a:latin typeface="Trebuchet MS"/>
              </a:rPr>
              <a:t>Sécurisation</a:t>
            </a:r>
            <a:r>
              <a:rPr lang="en-US" sz="800" b="1" i="1" kern="0" dirty="0">
                <a:solidFill>
                  <a:prstClr val="black"/>
                </a:solidFill>
                <a:latin typeface="Trebuchet MS"/>
              </a:rPr>
              <a:t> &amp; (</a:t>
            </a:r>
            <a:r>
              <a:rPr lang="en-US" sz="800" b="1" i="1" kern="0" dirty="0" err="1">
                <a:solidFill>
                  <a:prstClr val="black"/>
                </a:solidFill>
                <a:latin typeface="Trebuchet MS"/>
              </a:rPr>
              <a:t>Dé</a:t>
            </a:r>
            <a:r>
              <a:rPr lang="en-US" sz="800" b="1" i="1" kern="0" dirty="0">
                <a:solidFill>
                  <a:prstClr val="black"/>
                </a:solidFill>
                <a:latin typeface="Trebuchet MS"/>
              </a:rPr>
              <a:t>)</a:t>
            </a:r>
            <a:r>
              <a:rPr lang="en-US" sz="800" b="1" i="1" kern="0" dirty="0" err="1">
                <a:solidFill>
                  <a:prstClr val="black"/>
                </a:solidFill>
                <a:latin typeface="Trebuchet MS"/>
              </a:rPr>
              <a:t>Normali-sation</a:t>
            </a:r>
            <a:endParaRPr lang="en-US" sz="800" b="1" i="1" kern="0" dirty="0">
              <a:solidFill>
                <a:prstClr val="black"/>
              </a:solidFill>
              <a:latin typeface="Trebuchet MS"/>
            </a:endParaRPr>
          </a:p>
        </p:txBody>
      </p:sp>
      <p:cxnSp>
        <p:nvCxnSpPr>
          <p:cNvPr id="1143" name="Connecteur : en angle 1142">
            <a:extLst>
              <a:ext uri="{FF2B5EF4-FFF2-40B4-BE49-F238E27FC236}">
                <a16:creationId xmlns:a16="http://schemas.microsoft.com/office/drawing/2014/main" id="{F73E3033-4E01-B5FC-9F98-89ED865A77E2}"/>
              </a:ext>
            </a:extLst>
          </p:cNvPr>
          <p:cNvCxnSpPr>
            <a:cxnSpLocks/>
            <a:stCxn id="1141" idx="3"/>
          </p:cNvCxnSpPr>
          <p:nvPr/>
        </p:nvCxnSpPr>
        <p:spPr>
          <a:xfrm>
            <a:off x="3368982" y="5154682"/>
            <a:ext cx="780743" cy="306318"/>
          </a:xfrm>
          <a:prstGeom prst="bentConnector3">
            <a:avLst>
              <a:gd name="adj1" fmla="val 50000"/>
            </a:avLst>
          </a:prstGeom>
          <a:noFill/>
          <a:ln w="19050" cap="flat" cmpd="sng" algn="ctr">
            <a:solidFill>
              <a:srgbClr val="FF6F5F"/>
            </a:solidFill>
            <a:prstDash val="solid"/>
            <a:headEnd type="none" w="med" len="med"/>
            <a:tailEnd type="none" w="med" len="med"/>
          </a:ln>
          <a:effectLst/>
        </p:spPr>
      </p:cxnSp>
      <p:sp>
        <p:nvSpPr>
          <p:cNvPr id="1144" name="Ellipse 1143">
            <a:extLst>
              <a:ext uri="{FF2B5EF4-FFF2-40B4-BE49-F238E27FC236}">
                <a16:creationId xmlns:a16="http://schemas.microsoft.com/office/drawing/2014/main" id="{F6C0C75B-DD6D-6A3B-21D9-2AE0829C96BC}"/>
              </a:ext>
            </a:extLst>
          </p:cNvPr>
          <p:cNvSpPr/>
          <p:nvPr/>
        </p:nvSpPr>
        <p:spPr>
          <a:xfrm>
            <a:off x="1969288" y="4846328"/>
            <a:ext cx="182873" cy="18287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cxnSp>
        <p:nvCxnSpPr>
          <p:cNvPr id="1145" name="Connecteur droit avec flèche 1144">
            <a:extLst>
              <a:ext uri="{FF2B5EF4-FFF2-40B4-BE49-F238E27FC236}">
                <a16:creationId xmlns:a16="http://schemas.microsoft.com/office/drawing/2014/main" id="{B5BB4459-DBA4-EFAA-30ED-BBC301EFE9D9}"/>
              </a:ext>
            </a:extLst>
          </p:cNvPr>
          <p:cNvCxnSpPr>
            <a:cxnSpLocks/>
            <a:endCxn id="1144" idx="6"/>
          </p:cNvCxnSpPr>
          <p:nvPr/>
        </p:nvCxnSpPr>
        <p:spPr>
          <a:xfrm flipH="1" flipV="1">
            <a:off x="2152161" y="4937764"/>
            <a:ext cx="94213" cy="366"/>
          </a:xfrm>
          <a:prstGeom prst="straightConnector1">
            <a:avLst/>
          </a:prstGeom>
          <a:noFill/>
          <a:ln w="19050" cap="flat" cmpd="sng" algn="ctr">
            <a:solidFill>
              <a:srgbClr val="002B41"/>
            </a:solidFill>
            <a:prstDash val="solid"/>
            <a:headEnd type="none" w="med" len="med"/>
            <a:tailEnd type="none" w="med" len="med"/>
          </a:ln>
          <a:effectLst/>
        </p:spPr>
      </p:cxnSp>
      <p:sp>
        <p:nvSpPr>
          <p:cNvPr id="1146" name="Arc 1145">
            <a:extLst>
              <a:ext uri="{FF2B5EF4-FFF2-40B4-BE49-F238E27FC236}">
                <a16:creationId xmlns:a16="http://schemas.microsoft.com/office/drawing/2014/main" id="{6FAD4F07-F88E-9372-105A-674A523A402D}"/>
              </a:ext>
            </a:extLst>
          </p:cNvPr>
          <p:cNvSpPr/>
          <p:nvPr/>
        </p:nvSpPr>
        <p:spPr>
          <a:xfrm rot="16200000">
            <a:off x="1910572" y="4830813"/>
            <a:ext cx="256022" cy="226139"/>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cxnSp>
        <p:nvCxnSpPr>
          <p:cNvPr id="1147" name="Connecteur droit avec flèche 1146">
            <a:extLst>
              <a:ext uri="{FF2B5EF4-FFF2-40B4-BE49-F238E27FC236}">
                <a16:creationId xmlns:a16="http://schemas.microsoft.com/office/drawing/2014/main" id="{1CD3900B-1BA4-6F2F-ACF0-5E068B402046}"/>
              </a:ext>
            </a:extLst>
          </p:cNvPr>
          <p:cNvCxnSpPr>
            <a:cxnSpLocks/>
          </p:cNvCxnSpPr>
          <p:nvPr/>
        </p:nvCxnSpPr>
        <p:spPr>
          <a:xfrm flipH="1" flipV="1">
            <a:off x="1715703" y="4937764"/>
            <a:ext cx="216000" cy="1241"/>
          </a:xfrm>
          <a:prstGeom prst="straightConnector1">
            <a:avLst/>
          </a:prstGeom>
          <a:noFill/>
          <a:ln w="19050" cap="flat" cmpd="sng" algn="ctr">
            <a:solidFill>
              <a:srgbClr val="002B41"/>
            </a:solidFill>
            <a:prstDash val="solid"/>
            <a:headEnd type="none" w="med" len="med"/>
            <a:tailEnd type="none" w="med" len="med"/>
          </a:ln>
          <a:effectLst/>
        </p:spPr>
      </p:cxnSp>
      <p:sp>
        <p:nvSpPr>
          <p:cNvPr id="1148" name="Rectangle 1147">
            <a:extLst>
              <a:ext uri="{FF2B5EF4-FFF2-40B4-BE49-F238E27FC236}">
                <a16:creationId xmlns:a16="http://schemas.microsoft.com/office/drawing/2014/main" id="{6FB5E084-5B55-ABA0-767A-96E10B195C15}"/>
              </a:ext>
            </a:extLst>
          </p:cNvPr>
          <p:cNvSpPr/>
          <p:nvPr/>
        </p:nvSpPr>
        <p:spPr>
          <a:xfrm>
            <a:off x="668551" y="4659997"/>
            <a:ext cx="1073189" cy="1013258"/>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ctr"/>
          <a:lstStyle/>
          <a:p>
            <a:pPr algn="ctr" defTabSz="685800"/>
            <a:r>
              <a:rPr lang="en-US" sz="1050" i="1" kern="0" dirty="0" err="1">
                <a:solidFill>
                  <a:prstClr val="black"/>
                </a:solidFill>
              </a:rPr>
              <a:t>Consommateur</a:t>
            </a:r>
            <a:r>
              <a:rPr lang="en-US" sz="1050" i="1" kern="0" dirty="0">
                <a:solidFill>
                  <a:prstClr val="black"/>
                </a:solidFill>
              </a:rPr>
              <a:t> de service</a:t>
            </a:r>
            <a:endParaRPr lang="en-US" sz="1050" kern="0" dirty="0">
              <a:solidFill>
                <a:prstClr val="black"/>
              </a:solidFill>
            </a:endParaRPr>
          </a:p>
        </p:txBody>
      </p:sp>
      <p:sp>
        <p:nvSpPr>
          <p:cNvPr id="1149" name="Ellipse 1148">
            <a:extLst>
              <a:ext uri="{FF2B5EF4-FFF2-40B4-BE49-F238E27FC236}">
                <a16:creationId xmlns:a16="http://schemas.microsoft.com/office/drawing/2014/main" id="{09013FC1-0F11-E7E5-30B3-C70DE060124C}"/>
              </a:ext>
            </a:extLst>
          </p:cNvPr>
          <p:cNvSpPr/>
          <p:nvPr/>
        </p:nvSpPr>
        <p:spPr>
          <a:xfrm>
            <a:off x="1877683" y="4465222"/>
            <a:ext cx="290035" cy="290035"/>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1150" name="Ellipse 1149">
            <a:extLst>
              <a:ext uri="{FF2B5EF4-FFF2-40B4-BE49-F238E27FC236}">
                <a16:creationId xmlns:a16="http://schemas.microsoft.com/office/drawing/2014/main" id="{FFF7B17B-30F0-ADEF-A127-253F31D09E67}"/>
              </a:ext>
            </a:extLst>
          </p:cNvPr>
          <p:cNvSpPr/>
          <p:nvPr/>
        </p:nvSpPr>
        <p:spPr>
          <a:xfrm>
            <a:off x="2714243" y="4253671"/>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1151" name="Ellipse 1150">
            <a:extLst>
              <a:ext uri="{FF2B5EF4-FFF2-40B4-BE49-F238E27FC236}">
                <a16:creationId xmlns:a16="http://schemas.microsoft.com/office/drawing/2014/main" id="{DD8D3994-F1FD-10DB-52D3-DB4EDD1885B1}"/>
              </a:ext>
            </a:extLst>
          </p:cNvPr>
          <p:cNvSpPr/>
          <p:nvPr/>
        </p:nvSpPr>
        <p:spPr>
          <a:xfrm>
            <a:off x="4232061" y="4988160"/>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pic>
        <p:nvPicPr>
          <p:cNvPr id="1152" name="Picture 2">
            <a:extLst>
              <a:ext uri="{FF2B5EF4-FFF2-40B4-BE49-F238E27FC236}">
                <a16:creationId xmlns:a16="http://schemas.microsoft.com/office/drawing/2014/main" id="{90C23B00-5E94-AE7F-8108-B8B48C41F7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227" y="4146808"/>
            <a:ext cx="751592" cy="385778"/>
          </a:xfrm>
          <a:prstGeom prst="rect">
            <a:avLst/>
          </a:prstGeom>
          <a:noFill/>
          <a:extLst>
            <a:ext uri="{909E8E84-426E-40DD-AFC4-6F175D3DCCD1}">
              <a14:hiddenFill xmlns:a14="http://schemas.microsoft.com/office/drawing/2010/main">
                <a:solidFill>
                  <a:srgbClr val="FFFFFF"/>
                </a:solidFill>
              </a14:hiddenFill>
            </a:ext>
          </a:extLst>
        </p:spPr>
      </p:pic>
      <p:pic>
        <p:nvPicPr>
          <p:cNvPr id="1153" name="Picture 2">
            <a:extLst>
              <a:ext uri="{FF2B5EF4-FFF2-40B4-BE49-F238E27FC236}">
                <a16:creationId xmlns:a16="http://schemas.microsoft.com/office/drawing/2014/main" id="{B4EFC455-1F53-DEFE-ECDA-0A1104BB23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2455" y="4315397"/>
            <a:ext cx="344413" cy="344413"/>
          </a:xfrm>
          <a:prstGeom prst="rect">
            <a:avLst/>
          </a:prstGeom>
          <a:noFill/>
          <a:extLst>
            <a:ext uri="{909E8E84-426E-40DD-AFC4-6F175D3DCCD1}">
              <a14:hiddenFill xmlns:a14="http://schemas.microsoft.com/office/drawing/2010/main">
                <a:solidFill>
                  <a:srgbClr val="FFFFFF"/>
                </a:solidFill>
              </a14:hiddenFill>
            </a:ext>
          </a:extLst>
        </p:spPr>
      </p:pic>
      <p:sp>
        <p:nvSpPr>
          <p:cNvPr id="1154" name="Rectangle 1153">
            <a:extLst>
              <a:ext uri="{FF2B5EF4-FFF2-40B4-BE49-F238E27FC236}">
                <a16:creationId xmlns:a16="http://schemas.microsoft.com/office/drawing/2014/main" id="{FF032FE1-9044-937E-1511-8312322B80E2}"/>
              </a:ext>
            </a:extLst>
          </p:cNvPr>
          <p:cNvSpPr/>
          <p:nvPr/>
        </p:nvSpPr>
        <p:spPr>
          <a:xfrm>
            <a:off x="5385176" y="5103943"/>
            <a:ext cx="1073189" cy="632801"/>
          </a:xfrm>
          <a:prstGeom prst="rect">
            <a:avLst/>
          </a:prstGeom>
          <a:solidFill>
            <a:schemeClr val="bg1">
              <a:lumMod val="90000"/>
            </a:schemeClr>
          </a:solidFill>
          <a:ln w="9525" cap="flat" cmpd="sng" algn="ctr">
            <a:solidFill>
              <a:schemeClr val="tx1"/>
            </a:solidFill>
            <a:prstDash val="solid"/>
          </a:ln>
          <a:effectLst/>
        </p:spPr>
        <p:txBody>
          <a:bodyPr lIns="180000" tIns="27000" rIns="27000" bIns="27000" rtlCol="0" anchor="ctr"/>
          <a:lstStyle/>
          <a:p>
            <a:pPr algn="ctr" defTabSz="685800"/>
            <a:r>
              <a:rPr lang="fr-FR" sz="1050" i="1" kern="0">
                <a:solidFill>
                  <a:prstClr val="black"/>
                </a:solidFill>
              </a:rPr>
              <a:t>Fournisseur de service B</a:t>
            </a:r>
          </a:p>
        </p:txBody>
      </p:sp>
      <p:sp>
        <p:nvSpPr>
          <p:cNvPr id="1156" name="Rectangle : coins arrondis 1155">
            <a:extLst>
              <a:ext uri="{FF2B5EF4-FFF2-40B4-BE49-F238E27FC236}">
                <a16:creationId xmlns:a16="http://schemas.microsoft.com/office/drawing/2014/main" id="{B64A7E46-F422-2F6A-7F2F-2E2807B2ADB2}"/>
              </a:ext>
            </a:extLst>
          </p:cNvPr>
          <p:cNvSpPr/>
          <p:nvPr/>
        </p:nvSpPr>
        <p:spPr>
          <a:xfrm>
            <a:off x="5391964" y="4256700"/>
            <a:ext cx="182441" cy="502194"/>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fr-FR" sz="1100"/>
              <a:t>API</a:t>
            </a:r>
          </a:p>
        </p:txBody>
      </p:sp>
      <p:sp>
        <p:nvSpPr>
          <p:cNvPr id="1157" name="Rectangle : coins arrondis 1156">
            <a:extLst>
              <a:ext uri="{FF2B5EF4-FFF2-40B4-BE49-F238E27FC236}">
                <a16:creationId xmlns:a16="http://schemas.microsoft.com/office/drawing/2014/main" id="{7D5E8314-6DC0-8357-F0D6-8A911B55DD7A}"/>
              </a:ext>
            </a:extLst>
          </p:cNvPr>
          <p:cNvSpPr/>
          <p:nvPr/>
        </p:nvSpPr>
        <p:spPr>
          <a:xfrm>
            <a:off x="2230102" y="4765895"/>
            <a:ext cx="196452" cy="676542"/>
          </a:xfrm>
          <a:prstGeom prst="roundRect">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fr-FR" sz="1100" dirty="0"/>
              <a:t>API</a:t>
            </a:r>
          </a:p>
        </p:txBody>
      </p:sp>
      <p:cxnSp>
        <p:nvCxnSpPr>
          <p:cNvPr id="1158" name="Connecteur : en angle 45">
            <a:extLst>
              <a:ext uri="{FF2B5EF4-FFF2-40B4-BE49-F238E27FC236}">
                <a16:creationId xmlns:a16="http://schemas.microsoft.com/office/drawing/2014/main" id="{05B33266-641E-2FBD-55CD-A62DA3C30E9D}"/>
              </a:ext>
            </a:extLst>
          </p:cNvPr>
          <p:cNvCxnSpPr>
            <a:cxnSpLocks/>
          </p:cNvCxnSpPr>
          <p:nvPr/>
        </p:nvCxnSpPr>
        <p:spPr>
          <a:xfrm rot="10800000" flipV="1">
            <a:off x="4322456" y="5523716"/>
            <a:ext cx="1062720" cy="1"/>
          </a:xfrm>
          <a:prstGeom prst="bentConnector3">
            <a:avLst>
              <a:gd name="adj1" fmla="val 50000"/>
            </a:avLst>
          </a:prstGeom>
          <a:noFill/>
          <a:ln w="19050" cap="flat" cmpd="sng" algn="ctr">
            <a:solidFill>
              <a:srgbClr val="FF6F5F"/>
            </a:solidFill>
            <a:prstDash val="solid"/>
            <a:headEnd type="none" w="med" len="med"/>
            <a:tailEnd type="none" w="med" len="med"/>
          </a:ln>
          <a:effectLst/>
        </p:spPr>
      </p:cxnSp>
      <p:cxnSp>
        <p:nvCxnSpPr>
          <p:cNvPr id="1159" name="Connecteur : en angle 45">
            <a:extLst>
              <a:ext uri="{FF2B5EF4-FFF2-40B4-BE49-F238E27FC236}">
                <a16:creationId xmlns:a16="http://schemas.microsoft.com/office/drawing/2014/main" id="{DBB50602-8E53-6784-0706-D31DCBE3F6EC}"/>
              </a:ext>
            </a:extLst>
          </p:cNvPr>
          <p:cNvCxnSpPr>
            <a:cxnSpLocks/>
            <a:stCxn id="1156" idx="2"/>
          </p:cNvCxnSpPr>
          <p:nvPr/>
        </p:nvCxnSpPr>
        <p:spPr>
          <a:xfrm rot="5400000">
            <a:off x="4790482" y="4831019"/>
            <a:ext cx="764828" cy="620578"/>
          </a:xfrm>
          <a:prstGeom prst="bentConnector3">
            <a:avLst>
              <a:gd name="adj1" fmla="val 36052"/>
            </a:avLst>
          </a:prstGeom>
          <a:noFill/>
          <a:ln w="19050" cap="flat" cmpd="sng" algn="ctr">
            <a:solidFill>
              <a:srgbClr val="FF6F5F"/>
            </a:solidFill>
            <a:prstDash val="solid"/>
            <a:headEnd type="none" w="med" len="med"/>
            <a:tailEnd type="none" w="med" len="med"/>
          </a:ln>
          <a:effectLst/>
        </p:spPr>
      </p:cxnSp>
      <p:sp>
        <p:nvSpPr>
          <p:cNvPr id="1160" name="Ellipse 1159">
            <a:extLst>
              <a:ext uri="{FF2B5EF4-FFF2-40B4-BE49-F238E27FC236}">
                <a16:creationId xmlns:a16="http://schemas.microsoft.com/office/drawing/2014/main" id="{972A0534-31E2-5DD1-5107-5559DF9F226E}"/>
              </a:ext>
            </a:extLst>
          </p:cNvPr>
          <p:cNvSpPr/>
          <p:nvPr/>
        </p:nvSpPr>
        <p:spPr>
          <a:xfrm>
            <a:off x="1944256" y="5213306"/>
            <a:ext cx="182873" cy="18287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cxnSp>
        <p:nvCxnSpPr>
          <p:cNvPr id="1161" name="Connecteur droit avec flèche 1160">
            <a:extLst>
              <a:ext uri="{FF2B5EF4-FFF2-40B4-BE49-F238E27FC236}">
                <a16:creationId xmlns:a16="http://schemas.microsoft.com/office/drawing/2014/main" id="{5AF27488-9872-DBB1-92A9-FE32FB816245}"/>
              </a:ext>
            </a:extLst>
          </p:cNvPr>
          <p:cNvCxnSpPr>
            <a:cxnSpLocks/>
            <a:endCxn id="1160" idx="6"/>
          </p:cNvCxnSpPr>
          <p:nvPr/>
        </p:nvCxnSpPr>
        <p:spPr>
          <a:xfrm flipH="1" flipV="1">
            <a:off x="2127129" y="5304742"/>
            <a:ext cx="94213" cy="366"/>
          </a:xfrm>
          <a:prstGeom prst="straightConnector1">
            <a:avLst/>
          </a:prstGeom>
          <a:noFill/>
          <a:ln w="19050" cap="flat" cmpd="sng" algn="ctr">
            <a:solidFill>
              <a:srgbClr val="002B41"/>
            </a:solidFill>
            <a:prstDash val="solid"/>
            <a:headEnd type="none" w="med" len="med"/>
            <a:tailEnd type="none" w="med" len="med"/>
          </a:ln>
          <a:effectLst/>
        </p:spPr>
      </p:cxnSp>
      <p:sp>
        <p:nvSpPr>
          <p:cNvPr id="1162" name="Arc 1161">
            <a:extLst>
              <a:ext uri="{FF2B5EF4-FFF2-40B4-BE49-F238E27FC236}">
                <a16:creationId xmlns:a16="http://schemas.microsoft.com/office/drawing/2014/main" id="{C360EFF3-DD91-C0F9-F30E-C83F8F04D9AC}"/>
              </a:ext>
            </a:extLst>
          </p:cNvPr>
          <p:cNvSpPr/>
          <p:nvPr/>
        </p:nvSpPr>
        <p:spPr>
          <a:xfrm rot="16200000">
            <a:off x="1885540" y="5197791"/>
            <a:ext cx="256022" cy="226139"/>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cxnSp>
        <p:nvCxnSpPr>
          <p:cNvPr id="1163" name="Connecteur droit avec flèche 1162">
            <a:extLst>
              <a:ext uri="{FF2B5EF4-FFF2-40B4-BE49-F238E27FC236}">
                <a16:creationId xmlns:a16="http://schemas.microsoft.com/office/drawing/2014/main" id="{B3ADB095-F148-FD51-6F7E-169CC79B5270}"/>
              </a:ext>
            </a:extLst>
          </p:cNvPr>
          <p:cNvCxnSpPr>
            <a:cxnSpLocks/>
          </p:cNvCxnSpPr>
          <p:nvPr/>
        </p:nvCxnSpPr>
        <p:spPr>
          <a:xfrm flipH="1">
            <a:off x="1741740" y="5305983"/>
            <a:ext cx="164931" cy="0"/>
          </a:xfrm>
          <a:prstGeom prst="straightConnector1">
            <a:avLst/>
          </a:prstGeom>
          <a:noFill/>
          <a:ln w="19050" cap="flat" cmpd="sng" algn="ctr">
            <a:solidFill>
              <a:srgbClr val="002B41"/>
            </a:solidFill>
            <a:prstDash val="solid"/>
            <a:headEnd type="none" w="med" len="med"/>
            <a:tailEnd type="none" w="med" len="med"/>
          </a:ln>
          <a:effectLst/>
        </p:spPr>
      </p:cxnSp>
      <p:cxnSp>
        <p:nvCxnSpPr>
          <p:cNvPr id="1164" name="Connecteur droit avec flèche 1163">
            <a:extLst>
              <a:ext uri="{FF2B5EF4-FFF2-40B4-BE49-F238E27FC236}">
                <a16:creationId xmlns:a16="http://schemas.microsoft.com/office/drawing/2014/main" id="{F050C9B9-12A2-E260-44B1-F2620A810CA1}"/>
              </a:ext>
            </a:extLst>
          </p:cNvPr>
          <p:cNvCxnSpPr>
            <a:cxnSpLocks/>
          </p:cNvCxnSpPr>
          <p:nvPr/>
        </p:nvCxnSpPr>
        <p:spPr>
          <a:xfrm flipH="1" flipV="1">
            <a:off x="3374415" y="4829695"/>
            <a:ext cx="513012" cy="1241"/>
          </a:xfrm>
          <a:prstGeom prst="straightConnector1">
            <a:avLst/>
          </a:prstGeom>
          <a:noFill/>
          <a:ln w="19050" cap="flat" cmpd="sng" algn="ctr">
            <a:solidFill>
              <a:srgbClr val="002B41"/>
            </a:solidFill>
            <a:prstDash val="solid"/>
            <a:headEnd type="none" w="med" len="med"/>
            <a:tailEnd type="none" w="med" len="med"/>
          </a:ln>
          <a:effectLst/>
        </p:spPr>
      </p:cxnSp>
      <p:cxnSp>
        <p:nvCxnSpPr>
          <p:cNvPr id="1165" name="Connecteur droit avec flèche 1164">
            <a:extLst>
              <a:ext uri="{FF2B5EF4-FFF2-40B4-BE49-F238E27FC236}">
                <a16:creationId xmlns:a16="http://schemas.microsoft.com/office/drawing/2014/main" id="{B7D33EB5-1CDF-5D67-3528-BF1869E088EA}"/>
              </a:ext>
            </a:extLst>
          </p:cNvPr>
          <p:cNvCxnSpPr/>
          <p:nvPr/>
        </p:nvCxnSpPr>
        <p:spPr>
          <a:xfrm flipH="1">
            <a:off x="3368982" y="5549900"/>
            <a:ext cx="775534" cy="0"/>
          </a:xfrm>
          <a:prstGeom prst="straightConnector1">
            <a:avLst/>
          </a:prstGeom>
          <a:ln w="19050">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166" name="Connecteur droit avec flèche 1165">
            <a:extLst>
              <a:ext uri="{FF2B5EF4-FFF2-40B4-BE49-F238E27FC236}">
                <a16:creationId xmlns:a16="http://schemas.microsoft.com/office/drawing/2014/main" id="{F7B1324D-0270-0C35-8487-EDE475BE68A3}"/>
              </a:ext>
            </a:extLst>
          </p:cNvPr>
          <p:cNvCxnSpPr>
            <a:cxnSpLocks/>
          </p:cNvCxnSpPr>
          <p:nvPr/>
        </p:nvCxnSpPr>
        <p:spPr>
          <a:xfrm flipH="1">
            <a:off x="3364068" y="4903265"/>
            <a:ext cx="518994" cy="0"/>
          </a:xfrm>
          <a:prstGeom prst="straightConnector1">
            <a:avLst/>
          </a:prstGeom>
          <a:noFill/>
          <a:ln w="19050" cap="flat" cmpd="sng" algn="ctr">
            <a:solidFill>
              <a:srgbClr val="002B41"/>
            </a:solidFill>
            <a:prstDash val="solid"/>
            <a:headEnd type="triangle" w="med" len="med"/>
            <a:tailEnd type="none" w="med" len="med"/>
          </a:ln>
          <a:effectLst/>
        </p:spPr>
      </p:cxnSp>
      <p:sp>
        <p:nvSpPr>
          <p:cNvPr id="1167" name="Ellipse 1166">
            <a:extLst>
              <a:ext uri="{FF2B5EF4-FFF2-40B4-BE49-F238E27FC236}">
                <a16:creationId xmlns:a16="http://schemas.microsoft.com/office/drawing/2014/main" id="{0BE9020F-1CBB-A8AF-A89E-D9E073761272}"/>
              </a:ext>
            </a:extLst>
          </p:cNvPr>
          <p:cNvSpPr/>
          <p:nvPr/>
        </p:nvSpPr>
        <p:spPr>
          <a:xfrm>
            <a:off x="5054918" y="4684037"/>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4</a:t>
            </a:r>
          </a:p>
        </p:txBody>
      </p:sp>
      <p:sp>
        <p:nvSpPr>
          <p:cNvPr id="1168" name="Ellipse 1167">
            <a:extLst>
              <a:ext uri="{FF2B5EF4-FFF2-40B4-BE49-F238E27FC236}">
                <a16:creationId xmlns:a16="http://schemas.microsoft.com/office/drawing/2014/main" id="{A8F516F6-8209-C93C-F88A-54E6E768B94C}"/>
              </a:ext>
            </a:extLst>
          </p:cNvPr>
          <p:cNvSpPr/>
          <p:nvPr/>
        </p:nvSpPr>
        <p:spPr>
          <a:xfrm>
            <a:off x="3746692" y="5663188"/>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6</a:t>
            </a:r>
          </a:p>
        </p:txBody>
      </p:sp>
      <p:sp>
        <p:nvSpPr>
          <p:cNvPr id="1169" name="Ellipse 1168">
            <a:extLst>
              <a:ext uri="{FF2B5EF4-FFF2-40B4-BE49-F238E27FC236}">
                <a16:creationId xmlns:a16="http://schemas.microsoft.com/office/drawing/2014/main" id="{0D9A8B57-5AE5-3772-28C9-10B0F4B4E756}"/>
              </a:ext>
            </a:extLst>
          </p:cNvPr>
          <p:cNvSpPr/>
          <p:nvPr/>
        </p:nvSpPr>
        <p:spPr>
          <a:xfrm>
            <a:off x="1855081" y="5663188"/>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5</a:t>
            </a:r>
          </a:p>
        </p:txBody>
      </p:sp>
      <p:sp>
        <p:nvSpPr>
          <p:cNvPr id="1178" name="Rectangle 1177">
            <a:extLst>
              <a:ext uri="{FF2B5EF4-FFF2-40B4-BE49-F238E27FC236}">
                <a16:creationId xmlns:a16="http://schemas.microsoft.com/office/drawing/2014/main" id="{C692DDBE-F93D-8BEF-7B3C-509494EA6E01}"/>
              </a:ext>
            </a:extLst>
          </p:cNvPr>
          <p:cNvSpPr/>
          <p:nvPr/>
        </p:nvSpPr>
        <p:spPr>
          <a:xfrm>
            <a:off x="6881876" y="1324372"/>
            <a:ext cx="5122281" cy="2978514"/>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216000" bIns="34290" numCol="1" spcCol="0" rtlCol="0" fromWordArt="0" anchor="t" anchorCtr="0" forceAA="0" compatLnSpc="1">
            <a:prstTxWarp prst="textNoShape">
              <a:avLst/>
            </a:prstTxWarp>
            <a:noAutofit/>
          </a:bodyPr>
          <a:lstStyle/>
          <a:p>
            <a:pPr marL="285750" indent="-285750" algn="just">
              <a:spcBef>
                <a:spcPts val="900"/>
              </a:spcBef>
              <a:buClr>
                <a:schemeClr val="tx2"/>
              </a:buClr>
              <a:buFont typeface="Arial" panose="020B0604020202020204" pitchFamily="34" charset="0"/>
              <a:buChar char="•"/>
            </a:pPr>
            <a:r>
              <a:rPr lang="fr-FR" sz="1100" dirty="0">
                <a:solidFill>
                  <a:schemeClr val="tx1"/>
                </a:solidFill>
              </a:rPr>
              <a:t>Le consommateur appelle </a:t>
            </a:r>
            <a:r>
              <a:rPr lang="fr-FR" sz="1100" b="1" dirty="0">
                <a:solidFill>
                  <a:schemeClr val="tx1"/>
                </a:solidFill>
              </a:rPr>
              <a:t>le service exposé par l’API Management</a:t>
            </a:r>
            <a:r>
              <a:rPr lang="fr-FR" sz="1100" dirty="0">
                <a:solidFill>
                  <a:schemeClr val="tx1"/>
                </a:solidFill>
              </a:rPr>
              <a:t>.</a:t>
            </a:r>
          </a:p>
          <a:p>
            <a:pPr marL="285750" indent="-285750" algn="just">
              <a:spcBef>
                <a:spcPts val="900"/>
              </a:spcBef>
              <a:buClr>
                <a:schemeClr val="tx2"/>
              </a:buClr>
              <a:buFont typeface="Arial" panose="020B0604020202020204" pitchFamily="34" charset="0"/>
              <a:buChar char="•"/>
            </a:pPr>
            <a:r>
              <a:rPr lang="fr-FR" sz="1100" dirty="0">
                <a:solidFill>
                  <a:schemeClr val="tx1"/>
                </a:solidFill>
              </a:rPr>
              <a:t>La brique </a:t>
            </a:r>
            <a:r>
              <a:rPr lang="fr-FR" sz="1100" b="1" dirty="0">
                <a:solidFill>
                  <a:schemeClr val="tx1"/>
                </a:solidFill>
              </a:rPr>
              <a:t>API Management </a:t>
            </a:r>
            <a:r>
              <a:rPr lang="fr-FR" sz="1100" dirty="0">
                <a:solidFill>
                  <a:schemeClr val="tx1"/>
                </a:solidFill>
              </a:rPr>
              <a:t>assure la </a:t>
            </a:r>
            <a:r>
              <a:rPr lang="fr-FR" sz="1100" b="1" dirty="0">
                <a:solidFill>
                  <a:schemeClr val="tx1"/>
                </a:solidFill>
              </a:rPr>
              <a:t>sécurité</a:t>
            </a:r>
            <a:r>
              <a:rPr lang="fr-FR" sz="1100" dirty="0">
                <a:solidFill>
                  <a:schemeClr val="tx1"/>
                </a:solidFill>
              </a:rPr>
              <a:t> et la </a:t>
            </a:r>
            <a:r>
              <a:rPr lang="fr-FR" sz="1100" b="1" dirty="0">
                <a:solidFill>
                  <a:schemeClr val="tx1"/>
                </a:solidFill>
              </a:rPr>
              <a:t>transformation</a:t>
            </a:r>
            <a:r>
              <a:rPr lang="fr-FR" sz="1100" dirty="0">
                <a:solidFill>
                  <a:schemeClr val="tx1"/>
                </a:solidFill>
              </a:rPr>
              <a:t> du message si nécessaire.</a:t>
            </a:r>
          </a:p>
          <a:p>
            <a:pPr marL="285750" indent="-285750" algn="just">
              <a:spcBef>
                <a:spcPts val="900"/>
              </a:spcBef>
              <a:buClr>
                <a:schemeClr val="tx2"/>
              </a:buClr>
              <a:buFont typeface="Arial" panose="020B0604020202020204" pitchFamily="34" charset="0"/>
              <a:buChar char="•"/>
            </a:pPr>
            <a:r>
              <a:rPr lang="fr-FR" sz="1100" dirty="0">
                <a:solidFill>
                  <a:schemeClr val="tx1"/>
                </a:solidFill>
              </a:rPr>
              <a:t>L’</a:t>
            </a:r>
            <a:r>
              <a:rPr lang="fr-FR" sz="1100" b="1" dirty="0">
                <a:solidFill>
                  <a:schemeClr val="tx1"/>
                </a:solidFill>
              </a:rPr>
              <a:t>ESB</a:t>
            </a:r>
            <a:r>
              <a:rPr lang="fr-FR" sz="1100" dirty="0">
                <a:solidFill>
                  <a:schemeClr val="tx1"/>
                </a:solidFill>
              </a:rPr>
              <a:t> ou le service de </a:t>
            </a:r>
            <a:r>
              <a:rPr lang="fr-FR" sz="1100" b="1" dirty="0">
                <a:solidFill>
                  <a:schemeClr val="tx1"/>
                </a:solidFill>
              </a:rPr>
              <a:t>streaming</a:t>
            </a:r>
            <a:r>
              <a:rPr lang="fr-FR" sz="1100" dirty="0">
                <a:solidFill>
                  <a:schemeClr val="tx1"/>
                </a:solidFill>
              </a:rPr>
              <a:t> assure la </a:t>
            </a:r>
            <a:r>
              <a:rPr lang="fr-FR" sz="1100" b="1" dirty="0">
                <a:solidFill>
                  <a:schemeClr val="tx1"/>
                </a:solidFill>
              </a:rPr>
              <a:t>transformation du message </a:t>
            </a:r>
            <a:r>
              <a:rPr lang="fr-FR" sz="1100" dirty="0">
                <a:solidFill>
                  <a:schemeClr val="tx1"/>
                </a:solidFill>
              </a:rPr>
              <a:t>ainsi que le </a:t>
            </a:r>
            <a:r>
              <a:rPr lang="fr-FR" sz="1100" b="1" dirty="0">
                <a:solidFill>
                  <a:schemeClr val="tx1"/>
                </a:solidFill>
              </a:rPr>
              <a:t>routage</a:t>
            </a:r>
            <a:r>
              <a:rPr lang="fr-FR" sz="1100" dirty="0">
                <a:solidFill>
                  <a:schemeClr val="tx1"/>
                </a:solidFill>
              </a:rPr>
              <a:t> et l’orchestration vers les fournisseurs de service.</a:t>
            </a:r>
          </a:p>
          <a:p>
            <a:pPr marL="285750" indent="-285750" algn="just">
              <a:spcBef>
                <a:spcPts val="900"/>
              </a:spcBef>
              <a:buClr>
                <a:schemeClr val="tx2"/>
              </a:buClr>
              <a:buFont typeface="Arial" panose="020B0604020202020204" pitchFamily="34" charset="0"/>
              <a:buChar char="•"/>
            </a:pPr>
            <a:r>
              <a:rPr lang="fr-FR" sz="1100" dirty="0">
                <a:solidFill>
                  <a:schemeClr val="tx1"/>
                </a:solidFill>
              </a:rPr>
              <a:t>Les services liés à la ressource sont exécutés par l’ESB ou le </a:t>
            </a:r>
            <a:r>
              <a:rPr lang="fr-FR" sz="1100" dirty="0" err="1">
                <a:solidFill>
                  <a:schemeClr val="tx1"/>
                </a:solidFill>
              </a:rPr>
              <a:t>microservice</a:t>
            </a:r>
            <a:endParaRPr lang="fr-FR" sz="1100" dirty="0">
              <a:solidFill>
                <a:schemeClr val="tx1"/>
              </a:solidFill>
            </a:endParaRPr>
          </a:p>
          <a:p>
            <a:pPr marL="285750" indent="-285750" algn="just">
              <a:spcBef>
                <a:spcPts val="900"/>
              </a:spcBef>
              <a:buClr>
                <a:schemeClr val="tx2"/>
              </a:buClr>
              <a:buFont typeface="Arial" panose="020B0604020202020204" pitchFamily="34" charset="0"/>
              <a:buChar char="•"/>
            </a:pPr>
            <a:r>
              <a:rPr lang="fr-FR" sz="1100" dirty="0">
                <a:solidFill>
                  <a:schemeClr val="tx1"/>
                </a:solidFill>
              </a:rPr>
              <a:t>Plus tard, le consommateur appelle l’API pour connaitre l’état d’avancement du traitement</a:t>
            </a:r>
          </a:p>
          <a:p>
            <a:pPr marL="285750" indent="-285750" algn="just">
              <a:spcBef>
                <a:spcPts val="900"/>
              </a:spcBef>
              <a:buClr>
                <a:schemeClr val="tx2"/>
              </a:buClr>
              <a:buFont typeface="Arial" panose="020B0604020202020204" pitchFamily="34" charset="0"/>
              <a:buChar char="•"/>
            </a:pPr>
            <a:r>
              <a:rPr lang="fr-FR" sz="1100" dirty="0">
                <a:solidFill>
                  <a:schemeClr val="tx1"/>
                </a:solidFill>
              </a:rPr>
              <a:t>L’</a:t>
            </a:r>
            <a:r>
              <a:rPr lang="fr-FR" sz="1100" dirty="0" err="1">
                <a:solidFill>
                  <a:schemeClr val="tx1"/>
                </a:solidFill>
              </a:rPr>
              <a:t>APIManagement</a:t>
            </a:r>
            <a:r>
              <a:rPr lang="fr-FR" sz="1100" dirty="0">
                <a:solidFill>
                  <a:schemeClr val="tx1"/>
                </a:solidFill>
              </a:rPr>
              <a:t> requête l’ESB ou le service de streaming pour l’état d’avancement et retourne les données au consommateur si l’orchestration est terminée</a:t>
            </a:r>
          </a:p>
          <a:p>
            <a:pPr marL="285750" indent="-285750" algn="just">
              <a:spcBef>
                <a:spcPts val="900"/>
              </a:spcBef>
              <a:buClr>
                <a:schemeClr val="tx2"/>
              </a:buClr>
              <a:buFont typeface="Arial" panose="020B0604020202020204" pitchFamily="34" charset="0"/>
              <a:buChar char="•"/>
            </a:pPr>
            <a:endParaRPr lang="fr-FR" sz="1400" dirty="0">
              <a:solidFill>
                <a:schemeClr val="tx1"/>
              </a:solidFill>
            </a:endParaRPr>
          </a:p>
        </p:txBody>
      </p:sp>
      <p:sp>
        <p:nvSpPr>
          <p:cNvPr id="1179" name="ZoneTexte 1178">
            <a:extLst>
              <a:ext uri="{FF2B5EF4-FFF2-40B4-BE49-F238E27FC236}">
                <a16:creationId xmlns:a16="http://schemas.microsoft.com/office/drawing/2014/main" id="{9A271B26-7BFE-9D2B-7CC9-926BE085145E}"/>
              </a:ext>
            </a:extLst>
          </p:cNvPr>
          <p:cNvSpPr txBox="1"/>
          <p:nvPr/>
        </p:nvSpPr>
        <p:spPr>
          <a:xfrm>
            <a:off x="7175297" y="1243579"/>
            <a:ext cx="1452189"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Déroulé</a:t>
            </a:r>
          </a:p>
        </p:txBody>
      </p:sp>
      <p:sp>
        <p:nvSpPr>
          <p:cNvPr id="1180" name="Ellipse 1179">
            <a:extLst>
              <a:ext uri="{FF2B5EF4-FFF2-40B4-BE49-F238E27FC236}">
                <a16:creationId xmlns:a16="http://schemas.microsoft.com/office/drawing/2014/main" id="{C1844DF9-977B-066D-4F60-5858C8F4577E}"/>
              </a:ext>
            </a:extLst>
          </p:cNvPr>
          <p:cNvSpPr/>
          <p:nvPr/>
        </p:nvSpPr>
        <p:spPr>
          <a:xfrm>
            <a:off x="6940033" y="1775290"/>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2</a:t>
            </a:r>
          </a:p>
        </p:txBody>
      </p:sp>
      <p:sp>
        <p:nvSpPr>
          <p:cNvPr id="1181" name="Ellipse 1180">
            <a:extLst>
              <a:ext uri="{FF2B5EF4-FFF2-40B4-BE49-F238E27FC236}">
                <a16:creationId xmlns:a16="http://schemas.microsoft.com/office/drawing/2014/main" id="{486105B2-9608-23DF-C7E0-7E3B0A9C61C2}"/>
              </a:ext>
            </a:extLst>
          </p:cNvPr>
          <p:cNvSpPr/>
          <p:nvPr/>
        </p:nvSpPr>
        <p:spPr>
          <a:xfrm>
            <a:off x="6940034" y="1498235"/>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1182" name="Ellipse 1181">
            <a:extLst>
              <a:ext uri="{FF2B5EF4-FFF2-40B4-BE49-F238E27FC236}">
                <a16:creationId xmlns:a16="http://schemas.microsoft.com/office/drawing/2014/main" id="{B932C1C5-BE36-683A-9E90-32DD09B93300}"/>
              </a:ext>
            </a:extLst>
          </p:cNvPr>
          <p:cNvSpPr/>
          <p:nvPr/>
        </p:nvSpPr>
        <p:spPr>
          <a:xfrm>
            <a:off x="6939828" y="2224922"/>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1183" name="Ellipse 1182">
            <a:extLst>
              <a:ext uri="{FF2B5EF4-FFF2-40B4-BE49-F238E27FC236}">
                <a16:creationId xmlns:a16="http://schemas.microsoft.com/office/drawing/2014/main" id="{303470B6-B676-EF75-D3DF-E8BEAD28050B}"/>
              </a:ext>
            </a:extLst>
          </p:cNvPr>
          <p:cNvSpPr/>
          <p:nvPr/>
        </p:nvSpPr>
        <p:spPr>
          <a:xfrm>
            <a:off x="6939828" y="2852354"/>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4</a:t>
            </a:r>
          </a:p>
        </p:txBody>
      </p:sp>
      <p:sp>
        <p:nvSpPr>
          <p:cNvPr id="1184" name="Ellipse 1183">
            <a:extLst>
              <a:ext uri="{FF2B5EF4-FFF2-40B4-BE49-F238E27FC236}">
                <a16:creationId xmlns:a16="http://schemas.microsoft.com/office/drawing/2014/main" id="{9216B570-D4CA-22CE-EA2D-09D6B541506F}"/>
              </a:ext>
            </a:extLst>
          </p:cNvPr>
          <p:cNvSpPr/>
          <p:nvPr/>
        </p:nvSpPr>
        <p:spPr>
          <a:xfrm>
            <a:off x="6939828" y="3291011"/>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5</a:t>
            </a:r>
          </a:p>
        </p:txBody>
      </p:sp>
      <p:sp>
        <p:nvSpPr>
          <p:cNvPr id="1185" name="Ellipse 1184">
            <a:extLst>
              <a:ext uri="{FF2B5EF4-FFF2-40B4-BE49-F238E27FC236}">
                <a16:creationId xmlns:a16="http://schemas.microsoft.com/office/drawing/2014/main" id="{B578C5F3-F149-76F3-E426-5AD02B0E7A8F}"/>
              </a:ext>
            </a:extLst>
          </p:cNvPr>
          <p:cNvSpPr/>
          <p:nvPr/>
        </p:nvSpPr>
        <p:spPr>
          <a:xfrm>
            <a:off x="6939828" y="3733797"/>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6</a:t>
            </a:r>
          </a:p>
        </p:txBody>
      </p:sp>
      <p:sp>
        <p:nvSpPr>
          <p:cNvPr id="1186" name="Cylindre 1185">
            <a:extLst>
              <a:ext uri="{FF2B5EF4-FFF2-40B4-BE49-F238E27FC236}">
                <a16:creationId xmlns:a16="http://schemas.microsoft.com/office/drawing/2014/main" id="{CFE718F6-4448-F604-8047-75D19923A715}"/>
              </a:ext>
            </a:extLst>
          </p:cNvPr>
          <p:cNvSpPr/>
          <p:nvPr/>
        </p:nvSpPr>
        <p:spPr>
          <a:xfrm>
            <a:off x="4156420" y="5316862"/>
            <a:ext cx="159341" cy="733531"/>
          </a:xfrm>
          <a:prstGeom prst="can">
            <a:avLst/>
          </a:prstGeom>
          <a:solidFill>
            <a:schemeClr val="tx2"/>
          </a:solidFill>
          <a:ln w="9525" cap="flat" cmpd="sng" algn="ctr">
            <a:solidFill>
              <a:srgbClr val="003D5E">
                <a:lumMod val="75000"/>
                <a:lumOff val="25000"/>
              </a:srgbClr>
            </a:solidFill>
            <a:prstDash val="solid"/>
          </a:ln>
          <a:effectLst/>
        </p:spPr>
        <p:txBody>
          <a:bodyPr vert="vert" rtlCol="0" anchor="ctr"/>
          <a:lstStyle/>
          <a:p>
            <a:pPr algn="ctr" defTabSz="685800">
              <a:defRPr/>
            </a:pPr>
            <a:r>
              <a:rPr lang="fr-FR" sz="900" b="1" kern="0">
                <a:solidFill>
                  <a:prstClr val="black"/>
                </a:solidFill>
                <a:latin typeface="Trebuchet MS"/>
              </a:rPr>
              <a:t>Kafka</a:t>
            </a:r>
          </a:p>
        </p:txBody>
      </p:sp>
    </p:spTree>
    <p:extLst>
      <p:ext uri="{BB962C8B-B14F-4D97-AF65-F5344CB8AC3E}">
        <p14:creationId xmlns:p14="http://schemas.microsoft.com/office/powerpoint/2010/main" val="40194006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6" name="Rectangle 1045">
            <a:extLst>
              <a:ext uri="{FF2B5EF4-FFF2-40B4-BE49-F238E27FC236}">
                <a16:creationId xmlns:a16="http://schemas.microsoft.com/office/drawing/2014/main" id="{3A913C57-4E1A-9522-7081-D829043251C0}"/>
              </a:ext>
            </a:extLst>
          </p:cNvPr>
          <p:cNvSpPr/>
          <p:nvPr/>
        </p:nvSpPr>
        <p:spPr>
          <a:xfrm>
            <a:off x="6881876" y="4444254"/>
            <a:ext cx="2437617" cy="2012503"/>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108000" rIns="108000" bIns="34290" numCol="1" spcCol="0" rtlCol="0" fromWordArt="0" anchor="t" anchorCtr="0" forceAA="0" compatLnSpc="1">
            <a:prstTxWarp prst="textNoShape">
              <a:avLst/>
            </a:prstTxWarp>
            <a:noAutofit/>
          </a:bodyPr>
          <a:lstStyle/>
          <a:p>
            <a:pPr marL="177800" indent="-177800">
              <a:spcBef>
                <a:spcPts val="900"/>
              </a:spcBef>
              <a:buClr>
                <a:schemeClr val="tx2"/>
              </a:buClr>
              <a:buFont typeface="Arial" panose="020B0604020202020204" pitchFamily="34" charset="0"/>
              <a:buChar char="•"/>
            </a:pPr>
            <a:r>
              <a:rPr lang="fr-FR" sz="1400" dirty="0">
                <a:solidFill>
                  <a:schemeClr val="tx1"/>
                </a:solidFill>
              </a:rPr>
              <a:t>Consommateur et fournisseur ne sont pas verrouillés pendant le temps de traitement</a:t>
            </a:r>
          </a:p>
          <a:p>
            <a:pPr marL="177800" indent="-177800">
              <a:spcBef>
                <a:spcPts val="900"/>
              </a:spcBef>
              <a:buClr>
                <a:schemeClr val="tx2"/>
              </a:buClr>
              <a:buFont typeface="Arial" panose="020B0604020202020204" pitchFamily="34" charset="0"/>
              <a:buChar char="•"/>
            </a:pPr>
            <a:r>
              <a:rPr lang="fr-FR" sz="1400" dirty="0">
                <a:solidFill>
                  <a:schemeClr val="tx1"/>
                </a:solidFill>
              </a:rPr>
              <a:t>Moins d’impact sur le consommateur des problèmes de performance</a:t>
            </a:r>
          </a:p>
          <a:p>
            <a:pPr marL="177800" indent="-177800">
              <a:spcBef>
                <a:spcPts val="900"/>
              </a:spcBef>
              <a:buClr>
                <a:schemeClr val="tx2"/>
              </a:buClr>
              <a:buFont typeface="Arial" panose="020B0604020202020204" pitchFamily="34" charset="0"/>
              <a:buChar char="•"/>
            </a:pPr>
            <a:endParaRPr lang="fr-FR" sz="1400" dirty="0">
              <a:solidFill>
                <a:schemeClr val="tx1"/>
              </a:solidFill>
            </a:endParaRPr>
          </a:p>
        </p:txBody>
      </p:sp>
      <p:sp>
        <p:nvSpPr>
          <p:cNvPr id="1047" name="Rectangle 1046">
            <a:extLst>
              <a:ext uri="{FF2B5EF4-FFF2-40B4-BE49-F238E27FC236}">
                <a16:creationId xmlns:a16="http://schemas.microsoft.com/office/drawing/2014/main" id="{B4C3FE84-7A99-F196-E8DC-790DB5B7B1D5}"/>
              </a:ext>
            </a:extLst>
          </p:cNvPr>
          <p:cNvSpPr/>
          <p:nvPr/>
        </p:nvSpPr>
        <p:spPr>
          <a:xfrm>
            <a:off x="9566540" y="4444253"/>
            <a:ext cx="2437617" cy="2012503"/>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108000" bIns="34290" numCol="1" spcCol="0" rtlCol="0" fromWordArt="0" anchor="t" anchorCtr="0" forceAA="0" compatLnSpc="1">
            <a:prstTxWarp prst="textNoShape">
              <a:avLst/>
            </a:prstTxWarp>
            <a:noAutofit/>
          </a:bodyPr>
          <a:lstStyle/>
          <a:p>
            <a:pPr marL="285750" indent="-285750" algn="just">
              <a:spcBef>
                <a:spcPts val="900"/>
              </a:spcBef>
              <a:buClr>
                <a:schemeClr val="tx2"/>
              </a:buClr>
              <a:buFont typeface="Arial" panose="020B0604020202020204" pitchFamily="34" charset="0"/>
              <a:buChar char="•"/>
            </a:pPr>
            <a:r>
              <a:rPr lang="fr-FR" sz="1400" dirty="0">
                <a:solidFill>
                  <a:schemeClr val="tx1"/>
                </a:solidFill>
              </a:rPr>
              <a:t>Plus de complexité pour le consommateur</a:t>
            </a:r>
          </a:p>
          <a:p>
            <a:pPr marL="285750" indent="-285750">
              <a:spcBef>
                <a:spcPts val="900"/>
              </a:spcBef>
              <a:buClr>
                <a:schemeClr val="tx2"/>
              </a:buClr>
              <a:buFont typeface="Arial" panose="020B0604020202020204" pitchFamily="34" charset="0"/>
              <a:buChar char="•"/>
            </a:pPr>
            <a:r>
              <a:rPr lang="fr-FR" sz="1400" dirty="0">
                <a:solidFill>
                  <a:schemeClr val="tx1"/>
                </a:solidFill>
              </a:rPr>
              <a:t>Plus d’échanges réseau et de potentiels problèmes liés</a:t>
            </a:r>
          </a:p>
        </p:txBody>
      </p:sp>
      <p:sp>
        <p:nvSpPr>
          <p:cNvPr id="25" name="Rectangle 24">
            <a:extLst>
              <a:ext uri="{FF2B5EF4-FFF2-40B4-BE49-F238E27FC236}">
                <a16:creationId xmlns:a16="http://schemas.microsoft.com/office/drawing/2014/main" id="{0DB6BCE8-89C3-D763-E048-A9C98A28A6F3}"/>
              </a:ext>
            </a:extLst>
          </p:cNvPr>
          <p:cNvSpPr/>
          <p:nvPr/>
        </p:nvSpPr>
        <p:spPr>
          <a:xfrm>
            <a:off x="6881876" y="1324372"/>
            <a:ext cx="5122281" cy="2978514"/>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16000" tIns="324000" rIns="360000" bIns="34290" numCol="1" spcCol="0" rtlCol="0" fromWordArt="0" anchor="t" anchorCtr="0" forceAA="0" compatLnSpc="1">
            <a:prstTxWarp prst="textNoShape">
              <a:avLst/>
            </a:prstTxWarp>
            <a:noAutofit/>
          </a:bodyPr>
          <a:lstStyle/>
          <a:p>
            <a:pPr marL="285750" indent="-285750" algn="just">
              <a:spcBef>
                <a:spcPts val="900"/>
              </a:spcBef>
              <a:buClr>
                <a:schemeClr val="tx2"/>
              </a:buClr>
              <a:buFont typeface="Arial" panose="020B0604020202020204" pitchFamily="34" charset="0"/>
              <a:buChar char="•"/>
            </a:pPr>
            <a:r>
              <a:rPr lang="fr-FR" sz="1050" dirty="0">
                <a:solidFill>
                  <a:schemeClr val="tx1"/>
                </a:solidFill>
              </a:rPr>
              <a:t>Le consommateur appelle un service A avec une </a:t>
            </a:r>
            <a:r>
              <a:rPr lang="fr-FR" sz="1050" dirty="0" err="1">
                <a:solidFill>
                  <a:schemeClr val="tx1"/>
                </a:solidFill>
              </a:rPr>
              <a:t>AsyncAPI</a:t>
            </a:r>
            <a:endParaRPr lang="fr-FR" sz="1050" dirty="0">
              <a:solidFill>
                <a:schemeClr val="tx1"/>
              </a:solidFill>
            </a:endParaRPr>
          </a:p>
          <a:p>
            <a:pPr marL="285750" indent="-285750" algn="just">
              <a:spcBef>
                <a:spcPts val="900"/>
              </a:spcBef>
              <a:buClr>
                <a:schemeClr val="tx2"/>
              </a:buClr>
              <a:buFont typeface="Arial" panose="020B0604020202020204" pitchFamily="34" charset="0"/>
              <a:buChar char="•"/>
            </a:pPr>
            <a:r>
              <a:rPr lang="fr-FR" sz="1050" dirty="0">
                <a:solidFill>
                  <a:schemeClr val="tx1"/>
                </a:solidFill>
              </a:rPr>
              <a:t>La sécurisation du webservice est faite au moyen de l’API Management qui envoie le message à l’application pour son traitement</a:t>
            </a:r>
          </a:p>
          <a:p>
            <a:pPr marL="285750" indent="-285750" algn="just">
              <a:spcBef>
                <a:spcPts val="900"/>
              </a:spcBef>
              <a:buClr>
                <a:schemeClr val="tx2"/>
              </a:buClr>
              <a:buFont typeface="Arial" panose="020B0604020202020204" pitchFamily="34" charset="0"/>
              <a:buChar char="•"/>
            </a:pPr>
            <a:r>
              <a:rPr lang="fr-FR" sz="1050" dirty="0">
                <a:solidFill>
                  <a:schemeClr val="tx1"/>
                </a:solidFill>
              </a:rPr>
              <a:t>L’</a:t>
            </a:r>
            <a:r>
              <a:rPr lang="fr-FR" sz="1050" dirty="0" err="1">
                <a:solidFill>
                  <a:schemeClr val="tx1"/>
                </a:solidFill>
              </a:rPr>
              <a:t>AsyncAPI</a:t>
            </a:r>
            <a:r>
              <a:rPr lang="fr-FR" sz="1050" dirty="0">
                <a:solidFill>
                  <a:schemeClr val="tx1"/>
                </a:solidFill>
              </a:rPr>
              <a:t> renvoie un identifiant au consommateur de la ressource appelée.</a:t>
            </a:r>
          </a:p>
          <a:p>
            <a:pPr marL="285750" indent="-285750" algn="just">
              <a:spcBef>
                <a:spcPts val="900"/>
              </a:spcBef>
              <a:buClr>
                <a:schemeClr val="tx2"/>
              </a:buClr>
              <a:buFont typeface="Arial" panose="020B0604020202020204" pitchFamily="34" charset="0"/>
              <a:buChar char="•"/>
            </a:pPr>
            <a:r>
              <a:rPr lang="fr-FR" sz="1050" dirty="0">
                <a:solidFill>
                  <a:schemeClr val="tx1"/>
                </a:solidFill>
              </a:rPr>
              <a:t>Plus tard, le consommateur peut faire un polling avec l’identifiant pour connaitre le statut de sa réalisation</a:t>
            </a:r>
          </a:p>
          <a:p>
            <a:pPr marL="285750" indent="-285750" algn="just">
              <a:spcBef>
                <a:spcPts val="900"/>
              </a:spcBef>
              <a:buClr>
                <a:schemeClr val="tx2"/>
              </a:buClr>
              <a:buFont typeface="Arial" panose="020B0604020202020204" pitchFamily="34" charset="0"/>
              <a:buChar char="•"/>
            </a:pPr>
            <a:r>
              <a:rPr lang="fr-FR" sz="1050" dirty="0">
                <a:solidFill>
                  <a:schemeClr val="tx1"/>
                </a:solidFill>
              </a:rPr>
              <a:t>L’</a:t>
            </a:r>
            <a:r>
              <a:rPr lang="fr-FR" sz="1050" dirty="0" err="1">
                <a:solidFill>
                  <a:schemeClr val="tx1"/>
                </a:solidFill>
              </a:rPr>
              <a:t>AsyncAPI</a:t>
            </a:r>
            <a:r>
              <a:rPr lang="fr-FR" sz="1050" dirty="0">
                <a:solidFill>
                  <a:schemeClr val="tx1"/>
                </a:solidFill>
              </a:rPr>
              <a:t> demande au service A l’état d’avancement.</a:t>
            </a:r>
          </a:p>
          <a:p>
            <a:pPr marL="285750" indent="-285750" algn="just">
              <a:spcBef>
                <a:spcPts val="900"/>
              </a:spcBef>
              <a:buClr>
                <a:schemeClr val="tx2"/>
              </a:buClr>
              <a:buFont typeface="Arial" panose="020B0604020202020204" pitchFamily="34" charset="0"/>
              <a:buChar char="•"/>
            </a:pPr>
            <a:r>
              <a:rPr lang="fr-FR" sz="1050" dirty="0">
                <a:solidFill>
                  <a:schemeClr val="tx1"/>
                </a:solidFill>
              </a:rPr>
              <a:t>Le service A renvoie le statut d’avancement de la demande</a:t>
            </a:r>
          </a:p>
          <a:p>
            <a:pPr marL="285750" indent="-285750" algn="just">
              <a:spcBef>
                <a:spcPts val="900"/>
              </a:spcBef>
              <a:buClr>
                <a:schemeClr val="tx2"/>
              </a:buClr>
              <a:buFont typeface="Arial" panose="020B0604020202020204" pitchFamily="34" charset="0"/>
              <a:buChar char="•"/>
            </a:pPr>
            <a:r>
              <a:rPr lang="fr-FR" sz="1050" dirty="0">
                <a:solidFill>
                  <a:schemeClr val="tx1"/>
                </a:solidFill>
              </a:rPr>
              <a:t>L’</a:t>
            </a:r>
            <a:r>
              <a:rPr lang="fr-FR" sz="1050" dirty="0" err="1">
                <a:solidFill>
                  <a:schemeClr val="tx1"/>
                </a:solidFill>
              </a:rPr>
              <a:t>Async</a:t>
            </a:r>
            <a:r>
              <a:rPr lang="fr-FR" sz="1050" dirty="0">
                <a:solidFill>
                  <a:schemeClr val="tx1"/>
                </a:solidFill>
              </a:rPr>
              <a:t> API renvoie au consommateur le statut d’avancement.</a:t>
            </a:r>
            <a:endParaRPr lang="fr-FR" sz="2800" dirty="0">
              <a:solidFill>
                <a:schemeClr val="tx1"/>
              </a:solidFill>
            </a:endParaRPr>
          </a:p>
        </p:txBody>
      </p:sp>
      <p:sp>
        <p:nvSpPr>
          <p:cNvPr id="26" name="ZoneTexte 25">
            <a:extLst>
              <a:ext uri="{FF2B5EF4-FFF2-40B4-BE49-F238E27FC236}">
                <a16:creationId xmlns:a16="http://schemas.microsoft.com/office/drawing/2014/main" id="{E3EED878-BEBE-1F22-7F52-1C8EC9C25A95}"/>
              </a:ext>
            </a:extLst>
          </p:cNvPr>
          <p:cNvSpPr txBox="1"/>
          <p:nvPr/>
        </p:nvSpPr>
        <p:spPr>
          <a:xfrm>
            <a:off x="7175297" y="1243579"/>
            <a:ext cx="1452189"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Déroulé</a:t>
            </a:r>
          </a:p>
        </p:txBody>
      </p:sp>
      <p:sp>
        <p:nvSpPr>
          <p:cNvPr id="11" name="Espace réservé du texte 10">
            <a:extLst>
              <a:ext uri="{FF2B5EF4-FFF2-40B4-BE49-F238E27FC236}">
                <a16:creationId xmlns:a16="http://schemas.microsoft.com/office/drawing/2014/main" id="{CB328C86-B14A-6EFC-D63F-FD0CD1C47D5C}"/>
              </a:ext>
            </a:extLst>
          </p:cNvPr>
          <p:cNvSpPr>
            <a:spLocks noGrp="1"/>
          </p:cNvSpPr>
          <p:nvPr>
            <p:ph type="body" sz="quarter" idx="35"/>
          </p:nvPr>
        </p:nvSpPr>
        <p:spPr/>
        <p:txBody>
          <a:bodyPr/>
          <a:lstStyle/>
          <a:p>
            <a:r>
              <a:rPr lang="fr-FR" dirty="0"/>
              <a:t>Implémentation </a:t>
            </a:r>
            <a:r>
              <a:rPr lang="fr-FR" dirty="0" err="1"/>
              <a:t>APIManagement</a:t>
            </a:r>
            <a:r>
              <a:rPr lang="fr-FR" dirty="0"/>
              <a:t> + </a:t>
            </a:r>
            <a:r>
              <a:rPr lang="fr-FR" dirty="0" err="1"/>
              <a:t>AsyncAPI</a:t>
            </a:r>
            <a:endParaRPr lang="fr-FR" dirty="0"/>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COOKBOOK des systèmes d’échange : Exposition de Service</a:t>
            </a:r>
          </a:p>
        </p:txBody>
      </p:sp>
      <p:sp>
        <p:nvSpPr>
          <p:cNvPr id="90" name="Rectangle 89">
            <a:extLst>
              <a:ext uri="{FF2B5EF4-FFF2-40B4-BE49-F238E27FC236}">
                <a16:creationId xmlns:a16="http://schemas.microsoft.com/office/drawing/2014/main" id="{D5AED041-1C2A-6ADC-C5AB-2ECADB6FBC10}"/>
              </a:ext>
            </a:extLst>
          </p:cNvPr>
          <p:cNvSpPr/>
          <p:nvPr/>
        </p:nvSpPr>
        <p:spPr>
          <a:xfrm>
            <a:off x="429175" y="3429000"/>
            <a:ext cx="6279969" cy="3018118"/>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92" name="ZoneTexte 91">
            <a:extLst>
              <a:ext uri="{FF2B5EF4-FFF2-40B4-BE49-F238E27FC236}">
                <a16:creationId xmlns:a16="http://schemas.microsoft.com/office/drawing/2014/main" id="{457037C8-69C5-E425-A716-48C76CFB7602}"/>
              </a:ext>
            </a:extLst>
          </p:cNvPr>
          <p:cNvSpPr txBox="1"/>
          <p:nvPr/>
        </p:nvSpPr>
        <p:spPr>
          <a:xfrm>
            <a:off x="688858" y="3340021"/>
            <a:ext cx="3829371" cy="215444"/>
          </a:xfrm>
          <a:prstGeom prst="rect">
            <a:avLst/>
          </a:prstGeom>
          <a:solidFill>
            <a:schemeClr val="bg1"/>
          </a:solidFill>
        </p:spPr>
        <p:txBody>
          <a:bodyPr wrap="square" lIns="27000" tIns="0" rIns="27000" bIns="0" rtlCol="0">
            <a:spAutoFit/>
          </a:bodyPr>
          <a:lstStyle/>
          <a:p>
            <a:pPr algn="ctr"/>
            <a:r>
              <a:rPr lang="en-US" sz="1400" b="1" cap="all">
                <a:solidFill>
                  <a:schemeClr val="tx2"/>
                </a:solidFill>
                <a:latin typeface="+mj-lt"/>
              </a:rPr>
              <a:t>Architecture </a:t>
            </a:r>
            <a:r>
              <a:rPr lang="fr-FR" sz="1400" b="1" cap="all">
                <a:solidFill>
                  <a:schemeClr val="tx2"/>
                </a:solidFill>
                <a:latin typeface="+mj-lt"/>
              </a:rPr>
              <a:t>Recommandée</a:t>
            </a:r>
          </a:p>
        </p:txBody>
      </p:sp>
      <p:sp>
        <p:nvSpPr>
          <p:cNvPr id="14" name="Rectangle 13">
            <a:extLst>
              <a:ext uri="{FF2B5EF4-FFF2-40B4-BE49-F238E27FC236}">
                <a16:creationId xmlns:a16="http://schemas.microsoft.com/office/drawing/2014/main" id="{3B928A55-7BD5-3531-80C7-67E4E893C7D2}"/>
              </a:ext>
            </a:extLst>
          </p:cNvPr>
          <p:cNvSpPr/>
          <p:nvPr/>
        </p:nvSpPr>
        <p:spPr>
          <a:xfrm>
            <a:off x="429174" y="1324441"/>
            <a:ext cx="6279969" cy="850730"/>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Clr>
                <a:schemeClr val="tx2"/>
              </a:buClr>
              <a:buFont typeface="Arial" panose="020B0604020202020204" pitchFamily="34" charset="0"/>
              <a:buChar char="•"/>
            </a:pPr>
            <a:r>
              <a:rPr lang="fr-FR" sz="1400" dirty="0">
                <a:solidFill>
                  <a:schemeClr val="tx1"/>
                </a:solidFill>
              </a:rPr>
              <a:t>Exposition sécurisée d’un service en mode asynchrone d’un fournisseur de services sur technologie API</a:t>
            </a:r>
          </a:p>
        </p:txBody>
      </p:sp>
      <p:sp>
        <p:nvSpPr>
          <p:cNvPr id="15" name="ZoneTexte 14">
            <a:extLst>
              <a:ext uri="{FF2B5EF4-FFF2-40B4-BE49-F238E27FC236}">
                <a16:creationId xmlns:a16="http://schemas.microsoft.com/office/drawing/2014/main" id="{6B03CA71-88D5-C25D-E9A5-15D094A0DDE3}"/>
              </a:ext>
            </a:extLst>
          </p:cNvPr>
          <p:cNvSpPr txBox="1"/>
          <p:nvPr/>
        </p:nvSpPr>
        <p:spPr>
          <a:xfrm>
            <a:off x="753697" y="1211060"/>
            <a:ext cx="1602841" cy="215444"/>
          </a:xfrm>
          <a:prstGeom prst="rect">
            <a:avLst/>
          </a:prstGeom>
          <a:solidFill>
            <a:schemeClr val="bg1"/>
          </a:solidFill>
        </p:spPr>
        <p:txBody>
          <a:bodyPr wrap="square" lIns="27000" tIns="0" rIns="27000" bIns="0" rtlCol="0">
            <a:spAutoFit/>
          </a:bodyPr>
          <a:lstStyle/>
          <a:p>
            <a:pPr algn="ctr"/>
            <a:r>
              <a:rPr lang="en-US" sz="1400" b="1" cap="all" dirty="0">
                <a:solidFill>
                  <a:schemeClr val="tx2"/>
                </a:solidFill>
                <a:latin typeface="+mj-lt"/>
              </a:rPr>
              <a:t>Use case</a:t>
            </a:r>
          </a:p>
        </p:txBody>
      </p:sp>
      <p:sp>
        <p:nvSpPr>
          <p:cNvPr id="16" name="Rectangle 15">
            <a:extLst>
              <a:ext uri="{FF2B5EF4-FFF2-40B4-BE49-F238E27FC236}">
                <a16:creationId xmlns:a16="http://schemas.microsoft.com/office/drawing/2014/main" id="{2B6370C5-00E5-9FA3-9DDA-11DE3CA4036D}"/>
              </a:ext>
            </a:extLst>
          </p:cNvPr>
          <p:cNvSpPr/>
          <p:nvPr/>
        </p:nvSpPr>
        <p:spPr>
          <a:xfrm>
            <a:off x="429174" y="2396753"/>
            <a:ext cx="6279969" cy="848142"/>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Clr>
                <a:schemeClr val="tx2"/>
              </a:buClr>
              <a:buFont typeface="Arial" panose="020B0604020202020204" pitchFamily="34" charset="0"/>
              <a:buChar char="•"/>
            </a:pPr>
            <a:r>
              <a:rPr lang="fr-FR" sz="1400" dirty="0">
                <a:solidFill>
                  <a:schemeClr val="tx1"/>
                </a:solidFill>
              </a:rPr>
              <a:t>Filtrage, Transformation, Normalisation/Dénormalisation, Connectique</a:t>
            </a:r>
          </a:p>
        </p:txBody>
      </p:sp>
      <p:sp>
        <p:nvSpPr>
          <p:cNvPr id="17" name="ZoneTexte 16">
            <a:extLst>
              <a:ext uri="{FF2B5EF4-FFF2-40B4-BE49-F238E27FC236}">
                <a16:creationId xmlns:a16="http://schemas.microsoft.com/office/drawing/2014/main" id="{62B4CD33-3AB8-9AD1-5DFE-F772BD9C0FCD}"/>
              </a:ext>
            </a:extLst>
          </p:cNvPr>
          <p:cNvSpPr txBox="1"/>
          <p:nvPr/>
        </p:nvSpPr>
        <p:spPr>
          <a:xfrm>
            <a:off x="753697" y="2277001"/>
            <a:ext cx="1602841" cy="215444"/>
          </a:xfrm>
          <a:prstGeom prst="rect">
            <a:avLst/>
          </a:prstGeom>
          <a:solidFill>
            <a:schemeClr val="bg1"/>
          </a:solidFill>
        </p:spPr>
        <p:txBody>
          <a:bodyPr wrap="square" lIns="27000" tIns="0" rIns="27000" bIns="0" rtlCol="0">
            <a:spAutoFit/>
          </a:bodyPr>
          <a:lstStyle/>
          <a:p>
            <a:pPr algn="ctr"/>
            <a:r>
              <a:rPr lang="en-US" sz="1400" b="1" cap="all" err="1">
                <a:solidFill>
                  <a:schemeClr val="tx2"/>
                </a:solidFill>
                <a:latin typeface="+mj-lt"/>
              </a:rPr>
              <a:t>Exemple</a:t>
            </a:r>
            <a:endParaRPr lang="en-US" sz="1400" b="1" cap="all">
              <a:solidFill>
                <a:schemeClr val="tx2"/>
              </a:solidFill>
              <a:latin typeface="+mj-lt"/>
            </a:endParaRPr>
          </a:p>
        </p:txBody>
      </p:sp>
      <p:sp>
        <p:nvSpPr>
          <p:cNvPr id="19" name="ZoneTexte 18">
            <a:extLst>
              <a:ext uri="{FF2B5EF4-FFF2-40B4-BE49-F238E27FC236}">
                <a16:creationId xmlns:a16="http://schemas.microsoft.com/office/drawing/2014/main" id="{E86140EB-6A7D-0836-FD42-95DE6409762F}"/>
              </a:ext>
            </a:extLst>
          </p:cNvPr>
          <p:cNvSpPr txBox="1"/>
          <p:nvPr/>
        </p:nvSpPr>
        <p:spPr>
          <a:xfrm>
            <a:off x="6965637" y="4348119"/>
            <a:ext cx="1452189"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Avantages</a:t>
            </a:r>
          </a:p>
        </p:txBody>
      </p:sp>
      <p:sp>
        <p:nvSpPr>
          <p:cNvPr id="24" name="ZoneTexte 23">
            <a:extLst>
              <a:ext uri="{FF2B5EF4-FFF2-40B4-BE49-F238E27FC236}">
                <a16:creationId xmlns:a16="http://schemas.microsoft.com/office/drawing/2014/main" id="{9BC892F6-A185-C6C8-75F7-FD95C89D3FC6}"/>
              </a:ext>
            </a:extLst>
          </p:cNvPr>
          <p:cNvSpPr txBox="1"/>
          <p:nvPr/>
        </p:nvSpPr>
        <p:spPr>
          <a:xfrm>
            <a:off x="9646986" y="4348119"/>
            <a:ext cx="1926343"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Inconvénients</a:t>
            </a:r>
          </a:p>
        </p:txBody>
      </p:sp>
      <p:sp>
        <p:nvSpPr>
          <p:cNvPr id="66" name="Rectangle 65">
            <a:extLst>
              <a:ext uri="{FF2B5EF4-FFF2-40B4-BE49-F238E27FC236}">
                <a16:creationId xmlns:a16="http://schemas.microsoft.com/office/drawing/2014/main" id="{56C823CD-C561-9D09-22A0-0583D53108E6}"/>
              </a:ext>
            </a:extLst>
          </p:cNvPr>
          <p:cNvSpPr/>
          <p:nvPr/>
        </p:nvSpPr>
        <p:spPr>
          <a:xfrm>
            <a:off x="5064628" y="4244933"/>
            <a:ext cx="1434908" cy="1372447"/>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ctr"/>
          <a:lstStyle/>
          <a:p>
            <a:pPr algn="ctr" defTabSz="685800"/>
            <a:r>
              <a:rPr lang="en-US" sz="1050" i="1" kern="0" dirty="0" err="1">
                <a:solidFill>
                  <a:prstClr val="black"/>
                </a:solidFill>
              </a:rPr>
              <a:t>Fournisseur</a:t>
            </a:r>
            <a:r>
              <a:rPr lang="en-US" sz="1050" i="1" kern="0" dirty="0">
                <a:solidFill>
                  <a:prstClr val="black"/>
                </a:solidFill>
              </a:rPr>
              <a:t> de </a:t>
            </a:r>
          </a:p>
          <a:p>
            <a:pPr algn="ctr" defTabSz="685800"/>
            <a:r>
              <a:rPr lang="en-US" sz="1050" i="1" kern="0" dirty="0">
                <a:solidFill>
                  <a:prstClr val="black"/>
                </a:solidFill>
              </a:rPr>
              <a:t>Service </a:t>
            </a:r>
            <a:r>
              <a:rPr lang="en-US" sz="1050" kern="0" dirty="0">
                <a:solidFill>
                  <a:prstClr val="black"/>
                </a:solidFill>
              </a:rPr>
              <a:t>A</a:t>
            </a:r>
          </a:p>
        </p:txBody>
      </p:sp>
      <p:sp>
        <p:nvSpPr>
          <p:cNvPr id="67" name="Ellipse 66">
            <a:extLst>
              <a:ext uri="{FF2B5EF4-FFF2-40B4-BE49-F238E27FC236}">
                <a16:creationId xmlns:a16="http://schemas.microsoft.com/office/drawing/2014/main" id="{038F4E58-B5EB-D388-63E7-F92009B04255}"/>
              </a:ext>
            </a:extLst>
          </p:cNvPr>
          <p:cNvSpPr/>
          <p:nvPr/>
        </p:nvSpPr>
        <p:spPr>
          <a:xfrm>
            <a:off x="4533124" y="4421550"/>
            <a:ext cx="244510" cy="244510"/>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cxnSp>
        <p:nvCxnSpPr>
          <p:cNvPr id="68" name="Connecteur droit avec flèche 67">
            <a:extLst>
              <a:ext uri="{FF2B5EF4-FFF2-40B4-BE49-F238E27FC236}">
                <a16:creationId xmlns:a16="http://schemas.microsoft.com/office/drawing/2014/main" id="{59C0C722-7231-839C-00C1-F6269F028407}"/>
              </a:ext>
            </a:extLst>
          </p:cNvPr>
          <p:cNvCxnSpPr>
            <a:cxnSpLocks/>
          </p:cNvCxnSpPr>
          <p:nvPr/>
        </p:nvCxnSpPr>
        <p:spPr>
          <a:xfrm flipH="1">
            <a:off x="4774147" y="4538542"/>
            <a:ext cx="290467" cy="4584"/>
          </a:xfrm>
          <a:prstGeom prst="straightConnector1">
            <a:avLst/>
          </a:prstGeom>
          <a:noFill/>
          <a:ln w="19050" cap="flat" cmpd="sng" algn="ctr">
            <a:solidFill>
              <a:srgbClr val="002B41"/>
            </a:solidFill>
            <a:prstDash val="solid"/>
            <a:headEnd type="none" w="med" len="med"/>
            <a:tailEnd type="none" w="med" len="med"/>
          </a:ln>
          <a:effectLst/>
        </p:spPr>
      </p:cxnSp>
      <p:sp>
        <p:nvSpPr>
          <p:cNvPr id="69" name="Arc 68">
            <a:extLst>
              <a:ext uri="{FF2B5EF4-FFF2-40B4-BE49-F238E27FC236}">
                <a16:creationId xmlns:a16="http://schemas.microsoft.com/office/drawing/2014/main" id="{6F9641A6-A938-233E-3070-39CC004823ED}"/>
              </a:ext>
            </a:extLst>
          </p:cNvPr>
          <p:cNvSpPr/>
          <p:nvPr/>
        </p:nvSpPr>
        <p:spPr>
          <a:xfrm rot="16200000">
            <a:off x="4434489" y="4395056"/>
            <a:ext cx="342314" cy="302359"/>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70" name="Rectangle 69">
            <a:extLst>
              <a:ext uri="{FF2B5EF4-FFF2-40B4-BE49-F238E27FC236}">
                <a16:creationId xmlns:a16="http://schemas.microsoft.com/office/drawing/2014/main" id="{F4F7BC59-B1A2-7B80-014B-6A1816413874}"/>
              </a:ext>
            </a:extLst>
          </p:cNvPr>
          <p:cNvSpPr/>
          <p:nvPr/>
        </p:nvSpPr>
        <p:spPr>
          <a:xfrm>
            <a:off x="2828930" y="4262110"/>
            <a:ext cx="1499659" cy="1499659"/>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b"/>
          <a:lstStyle/>
          <a:p>
            <a:pPr algn="ctr" defTabSz="685800"/>
            <a:r>
              <a:rPr lang="en-US" sz="1050" b="1" kern="0">
                <a:solidFill>
                  <a:prstClr val="black"/>
                </a:solidFill>
              </a:rPr>
              <a:t>API Management</a:t>
            </a:r>
          </a:p>
        </p:txBody>
      </p:sp>
      <p:sp>
        <p:nvSpPr>
          <p:cNvPr id="71" name="Rectangle 70">
            <a:extLst>
              <a:ext uri="{FF2B5EF4-FFF2-40B4-BE49-F238E27FC236}">
                <a16:creationId xmlns:a16="http://schemas.microsoft.com/office/drawing/2014/main" id="{F93855AC-7D9F-7FF3-0F0B-2C60EF85FDAC}"/>
              </a:ext>
            </a:extLst>
          </p:cNvPr>
          <p:cNvSpPr/>
          <p:nvPr/>
        </p:nvSpPr>
        <p:spPr>
          <a:xfrm>
            <a:off x="3222777" y="4370621"/>
            <a:ext cx="1019446" cy="634407"/>
          </a:xfrm>
          <a:prstGeom prst="rect">
            <a:avLst/>
          </a:prstGeom>
          <a:solidFill>
            <a:sysClr val="window" lastClr="FFFFFF"/>
          </a:solidFill>
          <a:ln w="9525" cap="flat" cmpd="sng" algn="ctr">
            <a:solidFill>
              <a:sysClr val="windowText" lastClr="000000">
                <a:shade val="95000"/>
                <a:satMod val="105000"/>
              </a:sysClr>
            </a:solidFill>
            <a:prstDash val="sysDash"/>
          </a:ln>
          <a:effectLst/>
        </p:spPr>
        <p:txBody>
          <a:bodyPr lIns="36000" tIns="36000" rIns="36000" bIns="36000" rtlCol="0" anchor="ctr"/>
          <a:lstStyle/>
          <a:p>
            <a:pPr algn="ctr"/>
            <a:r>
              <a:rPr lang="en-US" sz="1000" b="1" i="1" kern="0" dirty="0" err="1">
                <a:solidFill>
                  <a:prstClr val="black"/>
                </a:solidFill>
                <a:latin typeface="Trebuchet MS"/>
              </a:rPr>
              <a:t>Sécurisation</a:t>
            </a:r>
            <a:r>
              <a:rPr lang="en-US" sz="1000" b="1" i="1" kern="0" dirty="0">
                <a:solidFill>
                  <a:prstClr val="black"/>
                </a:solidFill>
                <a:latin typeface="Trebuchet MS"/>
              </a:rPr>
              <a:t> &amp; (</a:t>
            </a:r>
            <a:r>
              <a:rPr lang="en-US" sz="1000" b="1" i="1" kern="0" dirty="0" err="1">
                <a:solidFill>
                  <a:prstClr val="black"/>
                </a:solidFill>
                <a:latin typeface="Trebuchet MS"/>
              </a:rPr>
              <a:t>Dé</a:t>
            </a:r>
            <a:r>
              <a:rPr lang="en-US" sz="1000" b="1" i="1" kern="0" dirty="0">
                <a:solidFill>
                  <a:prstClr val="black"/>
                </a:solidFill>
                <a:latin typeface="Trebuchet MS"/>
              </a:rPr>
              <a:t>)</a:t>
            </a:r>
            <a:r>
              <a:rPr lang="en-US" sz="1000" b="1" i="1" kern="0" dirty="0" err="1">
                <a:solidFill>
                  <a:prstClr val="black"/>
                </a:solidFill>
                <a:latin typeface="Trebuchet MS"/>
              </a:rPr>
              <a:t>Normali-sation</a:t>
            </a:r>
            <a:endParaRPr lang="en-US" sz="1000" b="1" i="1" kern="0" dirty="0">
              <a:solidFill>
                <a:prstClr val="black"/>
              </a:solidFill>
              <a:latin typeface="Trebuchet MS"/>
            </a:endParaRPr>
          </a:p>
        </p:txBody>
      </p:sp>
      <p:cxnSp>
        <p:nvCxnSpPr>
          <p:cNvPr id="72" name="Connecteur droit avec flèche 71">
            <a:extLst>
              <a:ext uri="{FF2B5EF4-FFF2-40B4-BE49-F238E27FC236}">
                <a16:creationId xmlns:a16="http://schemas.microsoft.com/office/drawing/2014/main" id="{71C4BAAC-3B68-AD2B-178B-1E16F19F7801}"/>
              </a:ext>
            </a:extLst>
          </p:cNvPr>
          <p:cNvCxnSpPr>
            <a:cxnSpLocks/>
          </p:cNvCxnSpPr>
          <p:nvPr/>
        </p:nvCxnSpPr>
        <p:spPr>
          <a:xfrm>
            <a:off x="4328589" y="4538748"/>
            <a:ext cx="116519" cy="2"/>
          </a:xfrm>
          <a:prstGeom prst="straightConnector1">
            <a:avLst/>
          </a:prstGeom>
          <a:noFill/>
          <a:ln w="19050" cap="flat" cmpd="sng" algn="ctr">
            <a:solidFill>
              <a:srgbClr val="002B41"/>
            </a:solidFill>
            <a:prstDash val="solid"/>
            <a:headEnd type="none" w="med" len="med"/>
            <a:tailEnd type="none" w="med" len="med"/>
          </a:ln>
          <a:effectLst/>
        </p:spPr>
      </p:cxnSp>
      <p:sp>
        <p:nvSpPr>
          <p:cNvPr id="73" name="Ellipse 72">
            <a:extLst>
              <a:ext uri="{FF2B5EF4-FFF2-40B4-BE49-F238E27FC236}">
                <a16:creationId xmlns:a16="http://schemas.microsoft.com/office/drawing/2014/main" id="{695BA01E-3049-31E5-EF6F-D2A437D1659C}"/>
              </a:ext>
            </a:extLst>
          </p:cNvPr>
          <p:cNvSpPr/>
          <p:nvPr/>
        </p:nvSpPr>
        <p:spPr>
          <a:xfrm>
            <a:off x="2457128" y="4209378"/>
            <a:ext cx="244510" cy="244510"/>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cxnSp>
        <p:nvCxnSpPr>
          <p:cNvPr id="74" name="Connecteur droit avec flèche 73">
            <a:extLst>
              <a:ext uri="{FF2B5EF4-FFF2-40B4-BE49-F238E27FC236}">
                <a16:creationId xmlns:a16="http://schemas.microsoft.com/office/drawing/2014/main" id="{091EF33F-30E6-E506-6E21-CF648215876D}"/>
              </a:ext>
            </a:extLst>
          </p:cNvPr>
          <p:cNvCxnSpPr>
            <a:cxnSpLocks/>
            <a:endCxn id="73" idx="6"/>
          </p:cNvCxnSpPr>
          <p:nvPr/>
        </p:nvCxnSpPr>
        <p:spPr>
          <a:xfrm flipH="1" flipV="1">
            <a:off x="2701638" y="4331632"/>
            <a:ext cx="125968" cy="489"/>
          </a:xfrm>
          <a:prstGeom prst="straightConnector1">
            <a:avLst/>
          </a:prstGeom>
          <a:noFill/>
          <a:ln w="19050" cap="flat" cmpd="sng" algn="ctr">
            <a:solidFill>
              <a:srgbClr val="002B41"/>
            </a:solidFill>
            <a:prstDash val="solid"/>
            <a:headEnd type="none" w="med" len="med"/>
            <a:tailEnd type="none" w="med" len="med"/>
          </a:ln>
          <a:effectLst/>
        </p:spPr>
      </p:cxnSp>
      <p:sp>
        <p:nvSpPr>
          <p:cNvPr id="75" name="Arc 74">
            <a:extLst>
              <a:ext uri="{FF2B5EF4-FFF2-40B4-BE49-F238E27FC236}">
                <a16:creationId xmlns:a16="http://schemas.microsoft.com/office/drawing/2014/main" id="{44125FE7-AEA9-0948-933C-036D0A1CE28C}"/>
              </a:ext>
            </a:extLst>
          </p:cNvPr>
          <p:cNvSpPr/>
          <p:nvPr/>
        </p:nvSpPr>
        <p:spPr>
          <a:xfrm rot="16200000">
            <a:off x="2378623" y="4188634"/>
            <a:ext cx="342314" cy="302359"/>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cxnSp>
        <p:nvCxnSpPr>
          <p:cNvPr id="76" name="Connecteur droit avec flèche 75">
            <a:extLst>
              <a:ext uri="{FF2B5EF4-FFF2-40B4-BE49-F238E27FC236}">
                <a16:creationId xmlns:a16="http://schemas.microsoft.com/office/drawing/2014/main" id="{BC91DD1F-A5F4-78A0-F773-04406A3408B5}"/>
              </a:ext>
            </a:extLst>
          </p:cNvPr>
          <p:cNvCxnSpPr>
            <a:cxnSpLocks/>
          </p:cNvCxnSpPr>
          <p:nvPr/>
        </p:nvCxnSpPr>
        <p:spPr>
          <a:xfrm flipH="1">
            <a:off x="2056012" y="4331632"/>
            <a:ext cx="310303" cy="0"/>
          </a:xfrm>
          <a:prstGeom prst="straightConnector1">
            <a:avLst/>
          </a:prstGeom>
          <a:noFill/>
          <a:ln w="19050" cap="flat" cmpd="sng" algn="ctr">
            <a:solidFill>
              <a:srgbClr val="002B41"/>
            </a:solidFill>
            <a:prstDash val="solid"/>
            <a:headEnd type="none" w="med" len="med"/>
            <a:tailEnd type="none" w="med" len="med"/>
          </a:ln>
          <a:effectLst/>
        </p:spPr>
      </p:cxnSp>
      <p:sp>
        <p:nvSpPr>
          <p:cNvPr id="77" name="Rectangle 76">
            <a:extLst>
              <a:ext uri="{FF2B5EF4-FFF2-40B4-BE49-F238E27FC236}">
                <a16:creationId xmlns:a16="http://schemas.microsoft.com/office/drawing/2014/main" id="{0048A855-0D4A-86BD-56C2-22EF47E1E7C3}"/>
              </a:ext>
            </a:extLst>
          </p:cNvPr>
          <p:cNvSpPr/>
          <p:nvPr/>
        </p:nvSpPr>
        <p:spPr>
          <a:xfrm>
            <a:off x="626442" y="4262110"/>
            <a:ext cx="1434908" cy="1499659"/>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ctr"/>
          <a:lstStyle/>
          <a:p>
            <a:pPr algn="ctr" defTabSz="685800"/>
            <a:r>
              <a:rPr lang="en-US" sz="1050" i="1" kern="0" err="1">
                <a:solidFill>
                  <a:prstClr val="black"/>
                </a:solidFill>
              </a:rPr>
              <a:t>Consommateur</a:t>
            </a:r>
            <a:r>
              <a:rPr lang="en-US" sz="1050" i="1" kern="0">
                <a:solidFill>
                  <a:prstClr val="black"/>
                </a:solidFill>
              </a:rPr>
              <a:t> de service</a:t>
            </a:r>
          </a:p>
          <a:p>
            <a:pPr algn="ctr" defTabSz="685800"/>
            <a:r>
              <a:rPr lang="en-US" sz="1050" b="1" kern="0">
                <a:solidFill>
                  <a:prstClr val="black"/>
                </a:solidFill>
              </a:rPr>
              <a:t>Front A</a:t>
            </a:r>
          </a:p>
        </p:txBody>
      </p:sp>
      <p:sp>
        <p:nvSpPr>
          <p:cNvPr id="97" name="Rectangle 96">
            <a:extLst>
              <a:ext uri="{FF2B5EF4-FFF2-40B4-BE49-F238E27FC236}">
                <a16:creationId xmlns:a16="http://schemas.microsoft.com/office/drawing/2014/main" id="{7EB3146F-FD10-B586-64A5-DCAC00608723}"/>
              </a:ext>
            </a:extLst>
          </p:cNvPr>
          <p:cNvSpPr/>
          <p:nvPr/>
        </p:nvSpPr>
        <p:spPr>
          <a:xfrm>
            <a:off x="494728" y="3777345"/>
            <a:ext cx="6083872" cy="2298700"/>
          </a:xfrm>
          <a:prstGeom prst="rect">
            <a:avLst/>
          </a:prstGeom>
          <a:noFill/>
          <a:ln w="28575">
            <a:solidFill>
              <a:srgbClr val="FF6F2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8" name="Picture 2">
            <a:extLst>
              <a:ext uri="{FF2B5EF4-FFF2-40B4-BE49-F238E27FC236}">
                <a16:creationId xmlns:a16="http://schemas.microsoft.com/office/drawing/2014/main" id="{5927D4EB-8E88-BE68-095D-5491D8F57F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227" y="3861968"/>
            <a:ext cx="751592" cy="385778"/>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
            <a:extLst>
              <a:ext uri="{FF2B5EF4-FFF2-40B4-BE49-F238E27FC236}">
                <a16:creationId xmlns:a16="http://schemas.microsoft.com/office/drawing/2014/main" id="{26721A57-413D-5174-A0B0-7F27046CA3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9339" y="4948242"/>
            <a:ext cx="553110" cy="553110"/>
          </a:xfrm>
          <a:prstGeom prst="rect">
            <a:avLst/>
          </a:prstGeom>
          <a:noFill/>
          <a:extLst>
            <a:ext uri="{909E8E84-426E-40DD-AFC4-6F175D3DCCD1}">
              <a14:hiddenFill xmlns:a14="http://schemas.microsoft.com/office/drawing/2010/main">
                <a:solidFill>
                  <a:srgbClr val="FFFFFF"/>
                </a:solidFill>
              </a14:hiddenFill>
            </a:ext>
          </a:extLst>
        </p:spPr>
      </p:pic>
      <p:sp>
        <p:nvSpPr>
          <p:cNvPr id="127" name="Ellipse 126">
            <a:extLst>
              <a:ext uri="{FF2B5EF4-FFF2-40B4-BE49-F238E27FC236}">
                <a16:creationId xmlns:a16="http://schemas.microsoft.com/office/drawing/2014/main" id="{FB23B9A1-289C-4A4C-CC54-5A1243C25800}"/>
              </a:ext>
            </a:extLst>
          </p:cNvPr>
          <p:cNvSpPr/>
          <p:nvPr/>
        </p:nvSpPr>
        <p:spPr>
          <a:xfrm>
            <a:off x="4531203" y="5195761"/>
            <a:ext cx="244510" cy="244510"/>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cxnSp>
        <p:nvCxnSpPr>
          <p:cNvPr id="141" name="Connecteur droit avec flèche 140">
            <a:extLst>
              <a:ext uri="{FF2B5EF4-FFF2-40B4-BE49-F238E27FC236}">
                <a16:creationId xmlns:a16="http://schemas.microsoft.com/office/drawing/2014/main" id="{1FEFC02C-894E-81BA-29EF-16EE69629222}"/>
              </a:ext>
            </a:extLst>
          </p:cNvPr>
          <p:cNvCxnSpPr>
            <a:cxnSpLocks/>
          </p:cNvCxnSpPr>
          <p:nvPr/>
        </p:nvCxnSpPr>
        <p:spPr>
          <a:xfrm flipH="1">
            <a:off x="4772226" y="5312753"/>
            <a:ext cx="290467" cy="4584"/>
          </a:xfrm>
          <a:prstGeom prst="straightConnector1">
            <a:avLst/>
          </a:prstGeom>
          <a:noFill/>
          <a:ln w="19050" cap="flat" cmpd="sng" algn="ctr">
            <a:solidFill>
              <a:srgbClr val="002B41"/>
            </a:solidFill>
            <a:prstDash val="solid"/>
            <a:headEnd type="none" w="med" len="med"/>
            <a:tailEnd type="none" w="med" len="med"/>
          </a:ln>
          <a:effectLst/>
        </p:spPr>
      </p:cxnSp>
      <p:cxnSp>
        <p:nvCxnSpPr>
          <p:cNvPr id="144" name="Connecteur droit avec flèche 143">
            <a:extLst>
              <a:ext uri="{FF2B5EF4-FFF2-40B4-BE49-F238E27FC236}">
                <a16:creationId xmlns:a16="http://schemas.microsoft.com/office/drawing/2014/main" id="{A4348642-EC58-FD14-A749-ED39E567C76A}"/>
              </a:ext>
            </a:extLst>
          </p:cNvPr>
          <p:cNvCxnSpPr>
            <a:cxnSpLocks/>
          </p:cNvCxnSpPr>
          <p:nvPr/>
        </p:nvCxnSpPr>
        <p:spPr>
          <a:xfrm>
            <a:off x="4326668" y="5312959"/>
            <a:ext cx="116519" cy="2"/>
          </a:xfrm>
          <a:prstGeom prst="straightConnector1">
            <a:avLst/>
          </a:prstGeom>
          <a:noFill/>
          <a:ln w="19050" cap="flat" cmpd="sng" algn="ctr">
            <a:solidFill>
              <a:srgbClr val="002B41"/>
            </a:solidFill>
            <a:prstDash val="solid"/>
            <a:headEnd type="none" w="med" len="med"/>
            <a:tailEnd type="none" w="med" len="med"/>
          </a:ln>
          <a:effectLst/>
        </p:spPr>
      </p:cxnSp>
      <p:sp>
        <p:nvSpPr>
          <p:cNvPr id="145" name="Ellipse 144">
            <a:extLst>
              <a:ext uri="{FF2B5EF4-FFF2-40B4-BE49-F238E27FC236}">
                <a16:creationId xmlns:a16="http://schemas.microsoft.com/office/drawing/2014/main" id="{B79D5BA9-438A-18FD-3A15-EAC12E7172A4}"/>
              </a:ext>
            </a:extLst>
          </p:cNvPr>
          <p:cNvSpPr/>
          <p:nvPr/>
        </p:nvSpPr>
        <p:spPr>
          <a:xfrm>
            <a:off x="2455207" y="5416228"/>
            <a:ext cx="244510" cy="244510"/>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cxnSp>
        <p:nvCxnSpPr>
          <p:cNvPr id="146" name="Connecteur droit avec flèche 145">
            <a:extLst>
              <a:ext uri="{FF2B5EF4-FFF2-40B4-BE49-F238E27FC236}">
                <a16:creationId xmlns:a16="http://schemas.microsoft.com/office/drawing/2014/main" id="{5B003293-9929-927F-4604-282096B97F3B}"/>
              </a:ext>
            </a:extLst>
          </p:cNvPr>
          <p:cNvCxnSpPr>
            <a:cxnSpLocks/>
            <a:endCxn id="145" idx="6"/>
          </p:cNvCxnSpPr>
          <p:nvPr/>
        </p:nvCxnSpPr>
        <p:spPr>
          <a:xfrm flipH="1" flipV="1">
            <a:off x="2699717" y="5538482"/>
            <a:ext cx="125968" cy="489"/>
          </a:xfrm>
          <a:prstGeom prst="straightConnector1">
            <a:avLst/>
          </a:prstGeom>
          <a:noFill/>
          <a:ln w="19050" cap="flat" cmpd="sng" algn="ctr">
            <a:solidFill>
              <a:srgbClr val="002B41"/>
            </a:solidFill>
            <a:prstDash val="solid"/>
            <a:headEnd type="none" w="med" len="med"/>
            <a:tailEnd type="none" w="med" len="med"/>
          </a:ln>
          <a:effectLst/>
        </p:spPr>
      </p:cxnSp>
      <p:cxnSp>
        <p:nvCxnSpPr>
          <p:cNvPr id="147" name="Connecteur droit avec flèche 146">
            <a:extLst>
              <a:ext uri="{FF2B5EF4-FFF2-40B4-BE49-F238E27FC236}">
                <a16:creationId xmlns:a16="http://schemas.microsoft.com/office/drawing/2014/main" id="{8A5B93FE-BE64-B0C6-42A6-190A735B8158}"/>
              </a:ext>
            </a:extLst>
          </p:cNvPr>
          <p:cNvCxnSpPr>
            <a:cxnSpLocks/>
          </p:cNvCxnSpPr>
          <p:nvPr/>
        </p:nvCxnSpPr>
        <p:spPr>
          <a:xfrm flipH="1">
            <a:off x="2054091" y="5538482"/>
            <a:ext cx="310303" cy="0"/>
          </a:xfrm>
          <a:prstGeom prst="straightConnector1">
            <a:avLst/>
          </a:prstGeom>
          <a:noFill/>
          <a:ln w="19050" cap="flat" cmpd="sng" algn="ctr">
            <a:solidFill>
              <a:srgbClr val="002B41"/>
            </a:solidFill>
            <a:prstDash val="solid"/>
            <a:headEnd type="none" w="med" len="med"/>
            <a:tailEnd type="none" w="med" len="med"/>
          </a:ln>
          <a:effectLst/>
        </p:spPr>
      </p:cxnSp>
      <p:sp>
        <p:nvSpPr>
          <p:cNvPr id="148" name="Arc 147">
            <a:extLst>
              <a:ext uri="{FF2B5EF4-FFF2-40B4-BE49-F238E27FC236}">
                <a16:creationId xmlns:a16="http://schemas.microsoft.com/office/drawing/2014/main" id="{2B7AA52B-8351-70E6-7CAA-2666B2B4539E}"/>
              </a:ext>
            </a:extLst>
          </p:cNvPr>
          <p:cNvSpPr/>
          <p:nvPr/>
        </p:nvSpPr>
        <p:spPr>
          <a:xfrm rot="16200000">
            <a:off x="4451717" y="5163042"/>
            <a:ext cx="342314" cy="302359"/>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149" name="Arc 148">
            <a:extLst>
              <a:ext uri="{FF2B5EF4-FFF2-40B4-BE49-F238E27FC236}">
                <a16:creationId xmlns:a16="http://schemas.microsoft.com/office/drawing/2014/main" id="{FF3A793E-B2CB-C734-14E5-41373CEA578D}"/>
              </a:ext>
            </a:extLst>
          </p:cNvPr>
          <p:cNvSpPr/>
          <p:nvPr/>
        </p:nvSpPr>
        <p:spPr>
          <a:xfrm rot="16200000">
            <a:off x="2395851" y="5389259"/>
            <a:ext cx="342314" cy="302359"/>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sp>
        <p:nvSpPr>
          <p:cNvPr id="166" name="Ellipse 165">
            <a:extLst>
              <a:ext uri="{FF2B5EF4-FFF2-40B4-BE49-F238E27FC236}">
                <a16:creationId xmlns:a16="http://schemas.microsoft.com/office/drawing/2014/main" id="{DB6D580B-682A-41F1-9A12-2BD367672F3A}"/>
              </a:ext>
            </a:extLst>
          </p:cNvPr>
          <p:cNvSpPr/>
          <p:nvPr/>
        </p:nvSpPr>
        <p:spPr>
          <a:xfrm>
            <a:off x="4541148" y="4931814"/>
            <a:ext cx="244510" cy="244510"/>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cxnSp>
        <p:nvCxnSpPr>
          <p:cNvPr id="167" name="Connecteur droit avec flèche 166">
            <a:extLst>
              <a:ext uri="{FF2B5EF4-FFF2-40B4-BE49-F238E27FC236}">
                <a16:creationId xmlns:a16="http://schemas.microsoft.com/office/drawing/2014/main" id="{D3C2133B-797B-83AE-F96F-6FC08AECD6A1}"/>
              </a:ext>
            </a:extLst>
          </p:cNvPr>
          <p:cNvCxnSpPr>
            <a:cxnSpLocks/>
          </p:cNvCxnSpPr>
          <p:nvPr/>
        </p:nvCxnSpPr>
        <p:spPr>
          <a:xfrm flipH="1">
            <a:off x="4782171" y="5048806"/>
            <a:ext cx="290467" cy="4584"/>
          </a:xfrm>
          <a:prstGeom prst="straightConnector1">
            <a:avLst/>
          </a:prstGeom>
          <a:noFill/>
          <a:ln w="19050" cap="flat" cmpd="sng" algn="ctr">
            <a:solidFill>
              <a:srgbClr val="002B41"/>
            </a:solidFill>
            <a:prstDash val="solid"/>
            <a:headEnd type="none" w="med" len="med"/>
            <a:tailEnd type="none" w="med" len="med"/>
          </a:ln>
          <a:effectLst/>
        </p:spPr>
      </p:cxnSp>
      <p:sp>
        <p:nvSpPr>
          <p:cNvPr id="168" name="Arc 167">
            <a:extLst>
              <a:ext uri="{FF2B5EF4-FFF2-40B4-BE49-F238E27FC236}">
                <a16:creationId xmlns:a16="http://schemas.microsoft.com/office/drawing/2014/main" id="{2D234826-5AB8-0954-C980-2E235FDAF8E3}"/>
              </a:ext>
            </a:extLst>
          </p:cNvPr>
          <p:cNvSpPr/>
          <p:nvPr/>
        </p:nvSpPr>
        <p:spPr>
          <a:xfrm rot="16200000">
            <a:off x="4442513" y="4905320"/>
            <a:ext cx="342314" cy="302359"/>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cxnSp>
        <p:nvCxnSpPr>
          <p:cNvPr id="169" name="Connecteur droit avec flèche 168">
            <a:extLst>
              <a:ext uri="{FF2B5EF4-FFF2-40B4-BE49-F238E27FC236}">
                <a16:creationId xmlns:a16="http://schemas.microsoft.com/office/drawing/2014/main" id="{170A4991-6DDD-FCA8-38CA-E976EB19E9C6}"/>
              </a:ext>
            </a:extLst>
          </p:cNvPr>
          <p:cNvCxnSpPr>
            <a:cxnSpLocks/>
          </p:cNvCxnSpPr>
          <p:nvPr/>
        </p:nvCxnSpPr>
        <p:spPr>
          <a:xfrm>
            <a:off x="4336613" y="5049012"/>
            <a:ext cx="116519" cy="2"/>
          </a:xfrm>
          <a:prstGeom prst="straightConnector1">
            <a:avLst/>
          </a:prstGeom>
          <a:noFill/>
          <a:ln w="19050" cap="flat" cmpd="sng" algn="ctr">
            <a:solidFill>
              <a:srgbClr val="002B41"/>
            </a:solidFill>
            <a:prstDash val="solid"/>
            <a:headEnd type="none" w="med" len="med"/>
            <a:tailEnd type="none" w="med" len="med"/>
          </a:ln>
          <a:effectLst/>
        </p:spPr>
      </p:cxnSp>
      <p:sp>
        <p:nvSpPr>
          <p:cNvPr id="170" name="Ellipse 169">
            <a:extLst>
              <a:ext uri="{FF2B5EF4-FFF2-40B4-BE49-F238E27FC236}">
                <a16:creationId xmlns:a16="http://schemas.microsoft.com/office/drawing/2014/main" id="{5E5598CB-3EE7-11A5-A5A7-5865E6350811}"/>
              </a:ext>
            </a:extLst>
          </p:cNvPr>
          <p:cNvSpPr/>
          <p:nvPr/>
        </p:nvSpPr>
        <p:spPr>
          <a:xfrm>
            <a:off x="2465152" y="4611692"/>
            <a:ext cx="244510" cy="244510"/>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cxnSp>
        <p:nvCxnSpPr>
          <p:cNvPr id="171" name="Connecteur droit avec flèche 170">
            <a:extLst>
              <a:ext uri="{FF2B5EF4-FFF2-40B4-BE49-F238E27FC236}">
                <a16:creationId xmlns:a16="http://schemas.microsoft.com/office/drawing/2014/main" id="{7725ECFC-87A8-2D00-9AF4-40062DE093A9}"/>
              </a:ext>
            </a:extLst>
          </p:cNvPr>
          <p:cNvCxnSpPr>
            <a:cxnSpLocks/>
            <a:endCxn id="170" idx="6"/>
          </p:cNvCxnSpPr>
          <p:nvPr/>
        </p:nvCxnSpPr>
        <p:spPr>
          <a:xfrm flipH="1" flipV="1">
            <a:off x="2709662" y="4733946"/>
            <a:ext cx="125968" cy="489"/>
          </a:xfrm>
          <a:prstGeom prst="straightConnector1">
            <a:avLst/>
          </a:prstGeom>
          <a:noFill/>
          <a:ln w="19050" cap="flat" cmpd="sng" algn="ctr">
            <a:solidFill>
              <a:srgbClr val="002B41"/>
            </a:solidFill>
            <a:prstDash val="solid"/>
            <a:headEnd type="none" w="med" len="med"/>
            <a:tailEnd type="none" w="med" len="med"/>
          </a:ln>
          <a:effectLst/>
        </p:spPr>
      </p:cxnSp>
      <p:sp>
        <p:nvSpPr>
          <p:cNvPr id="172" name="Arc 171">
            <a:extLst>
              <a:ext uri="{FF2B5EF4-FFF2-40B4-BE49-F238E27FC236}">
                <a16:creationId xmlns:a16="http://schemas.microsoft.com/office/drawing/2014/main" id="{A3CAA54A-E9BC-6512-A7DD-01CD344BB21E}"/>
              </a:ext>
            </a:extLst>
          </p:cNvPr>
          <p:cNvSpPr/>
          <p:nvPr/>
        </p:nvSpPr>
        <p:spPr>
          <a:xfrm rot="16200000">
            <a:off x="2386647" y="4590948"/>
            <a:ext cx="342314" cy="302359"/>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cxnSp>
        <p:nvCxnSpPr>
          <p:cNvPr id="173" name="Connecteur droit avec flèche 172">
            <a:extLst>
              <a:ext uri="{FF2B5EF4-FFF2-40B4-BE49-F238E27FC236}">
                <a16:creationId xmlns:a16="http://schemas.microsoft.com/office/drawing/2014/main" id="{71927EAD-6A69-3C17-2457-FB1EE84B9A8E}"/>
              </a:ext>
            </a:extLst>
          </p:cNvPr>
          <p:cNvCxnSpPr>
            <a:cxnSpLocks/>
          </p:cNvCxnSpPr>
          <p:nvPr/>
        </p:nvCxnSpPr>
        <p:spPr>
          <a:xfrm flipH="1">
            <a:off x="2064036" y="4733946"/>
            <a:ext cx="310303" cy="0"/>
          </a:xfrm>
          <a:prstGeom prst="straightConnector1">
            <a:avLst/>
          </a:prstGeom>
          <a:noFill/>
          <a:ln w="19050" cap="flat" cmpd="sng" algn="ctr">
            <a:solidFill>
              <a:srgbClr val="002B41"/>
            </a:solidFill>
            <a:prstDash val="solid"/>
            <a:headEnd type="none" w="med" len="med"/>
            <a:tailEnd type="none" w="med" len="med"/>
          </a:ln>
          <a:effectLst/>
        </p:spPr>
      </p:cxnSp>
      <p:sp>
        <p:nvSpPr>
          <p:cNvPr id="190" name="Ellipse 189">
            <a:extLst>
              <a:ext uri="{FF2B5EF4-FFF2-40B4-BE49-F238E27FC236}">
                <a16:creationId xmlns:a16="http://schemas.microsoft.com/office/drawing/2014/main" id="{8571C3D5-66BB-6390-C60A-D7B63A667127}"/>
              </a:ext>
            </a:extLst>
          </p:cNvPr>
          <p:cNvSpPr/>
          <p:nvPr/>
        </p:nvSpPr>
        <p:spPr>
          <a:xfrm>
            <a:off x="4841029" y="3932731"/>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2</a:t>
            </a:r>
          </a:p>
        </p:txBody>
      </p:sp>
      <p:sp>
        <p:nvSpPr>
          <p:cNvPr id="191" name="Ellipse 190">
            <a:extLst>
              <a:ext uri="{FF2B5EF4-FFF2-40B4-BE49-F238E27FC236}">
                <a16:creationId xmlns:a16="http://schemas.microsoft.com/office/drawing/2014/main" id="{B1388B33-5F9F-A365-ABE2-34F0DA64E5F4}"/>
              </a:ext>
            </a:extLst>
          </p:cNvPr>
          <p:cNvSpPr/>
          <p:nvPr/>
        </p:nvSpPr>
        <p:spPr>
          <a:xfrm>
            <a:off x="4731570" y="5341726"/>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6</a:t>
            </a:r>
          </a:p>
        </p:txBody>
      </p:sp>
      <p:sp>
        <p:nvSpPr>
          <p:cNvPr id="1024" name="Ellipse 1023">
            <a:extLst>
              <a:ext uri="{FF2B5EF4-FFF2-40B4-BE49-F238E27FC236}">
                <a16:creationId xmlns:a16="http://schemas.microsoft.com/office/drawing/2014/main" id="{A97C3487-E3F6-24DC-7248-1CB985D914B2}"/>
              </a:ext>
            </a:extLst>
          </p:cNvPr>
          <p:cNvSpPr/>
          <p:nvPr/>
        </p:nvSpPr>
        <p:spPr>
          <a:xfrm>
            <a:off x="2554777" y="5732116"/>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7</a:t>
            </a:r>
          </a:p>
        </p:txBody>
      </p:sp>
      <p:sp>
        <p:nvSpPr>
          <p:cNvPr id="1025" name="Ellipse 1024">
            <a:extLst>
              <a:ext uri="{FF2B5EF4-FFF2-40B4-BE49-F238E27FC236}">
                <a16:creationId xmlns:a16="http://schemas.microsoft.com/office/drawing/2014/main" id="{F098D58A-F161-E6B8-6AB6-571B5B91268D}"/>
              </a:ext>
            </a:extLst>
          </p:cNvPr>
          <p:cNvSpPr/>
          <p:nvPr/>
        </p:nvSpPr>
        <p:spPr>
          <a:xfrm>
            <a:off x="4798448" y="4738029"/>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5</a:t>
            </a:r>
          </a:p>
        </p:txBody>
      </p:sp>
      <p:sp>
        <p:nvSpPr>
          <p:cNvPr id="1027" name="Ellipse 1026">
            <a:extLst>
              <a:ext uri="{FF2B5EF4-FFF2-40B4-BE49-F238E27FC236}">
                <a16:creationId xmlns:a16="http://schemas.microsoft.com/office/drawing/2014/main" id="{B98EEF4D-ED49-0D26-753E-EE7FCA5706B2}"/>
              </a:ext>
            </a:extLst>
          </p:cNvPr>
          <p:cNvSpPr/>
          <p:nvPr/>
        </p:nvSpPr>
        <p:spPr>
          <a:xfrm>
            <a:off x="2087108" y="4416310"/>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3</a:t>
            </a:r>
          </a:p>
        </p:txBody>
      </p:sp>
      <p:sp>
        <p:nvSpPr>
          <p:cNvPr id="78" name="Ellipse 77">
            <a:extLst>
              <a:ext uri="{FF2B5EF4-FFF2-40B4-BE49-F238E27FC236}">
                <a16:creationId xmlns:a16="http://schemas.microsoft.com/office/drawing/2014/main" id="{4212EACE-06EC-42EF-1906-C86D7EB28350}"/>
              </a:ext>
            </a:extLst>
          </p:cNvPr>
          <p:cNvSpPr/>
          <p:nvPr/>
        </p:nvSpPr>
        <p:spPr>
          <a:xfrm>
            <a:off x="1716237" y="3933933"/>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1029" name="Ellipse 1028">
            <a:extLst>
              <a:ext uri="{FF2B5EF4-FFF2-40B4-BE49-F238E27FC236}">
                <a16:creationId xmlns:a16="http://schemas.microsoft.com/office/drawing/2014/main" id="{8F049088-F675-D0FC-7AD1-4EBEFC8F8E42}"/>
              </a:ext>
            </a:extLst>
          </p:cNvPr>
          <p:cNvSpPr/>
          <p:nvPr/>
        </p:nvSpPr>
        <p:spPr>
          <a:xfrm>
            <a:off x="2446134" y="5069323"/>
            <a:ext cx="244510" cy="244510"/>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cxnSp>
        <p:nvCxnSpPr>
          <p:cNvPr id="1030" name="Connecteur droit avec flèche 1029">
            <a:extLst>
              <a:ext uri="{FF2B5EF4-FFF2-40B4-BE49-F238E27FC236}">
                <a16:creationId xmlns:a16="http://schemas.microsoft.com/office/drawing/2014/main" id="{83CC7152-528F-C542-A5BD-024743FB892E}"/>
              </a:ext>
            </a:extLst>
          </p:cNvPr>
          <p:cNvCxnSpPr>
            <a:cxnSpLocks/>
            <a:endCxn id="1029" idx="6"/>
          </p:cNvCxnSpPr>
          <p:nvPr/>
        </p:nvCxnSpPr>
        <p:spPr>
          <a:xfrm flipH="1" flipV="1">
            <a:off x="2690644" y="5191577"/>
            <a:ext cx="125968" cy="489"/>
          </a:xfrm>
          <a:prstGeom prst="straightConnector1">
            <a:avLst/>
          </a:prstGeom>
          <a:noFill/>
          <a:ln w="19050" cap="flat" cmpd="sng" algn="ctr">
            <a:solidFill>
              <a:srgbClr val="002B41"/>
            </a:solidFill>
            <a:prstDash val="solid"/>
            <a:headEnd type="none" w="med" len="med"/>
            <a:tailEnd type="none" w="med" len="med"/>
          </a:ln>
          <a:effectLst/>
        </p:spPr>
      </p:cxnSp>
      <p:sp>
        <p:nvSpPr>
          <p:cNvPr id="1031" name="Arc 1030">
            <a:extLst>
              <a:ext uri="{FF2B5EF4-FFF2-40B4-BE49-F238E27FC236}">
                <a16:creationId xmlns:a16="http://schemas.microsoft.com/office/drawing/2014/main" id="{2328119E-0470-BE0C-FF2B-89D7F0EE946D}"/>
              </a:ext>
            </a:extLst>
          </p:cNvPr>
          <p:cNvSpPr/>
          <p:nvPr/>
        </p:nvSpPr>
        <p:spPr>
          <a:xfrm rot="16200000">
            <a:off x="2367629" y="5048579"/>
            <a:ext cx="342314" cy="302359"/>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cxnSp>
        <p:nvCxnSpPr>
          <p:cNvPr id="1032" name="Connecteur droit avec flèche 1031">
            <a:extLst>
              <a:ext uri="{FF2B5EF4-FFF2-40B4-BE49-F238E27FC236}">
                <a16:creationId xmlns:a16="http://schemas.microsoft.com/office/drawing/2014/main" id="{4DD152EF-E9CF-FAEA-B766-E89F7018A259}"/>
              </a:ext>
            </a:extLst>
          </p:cNvPr>
          <p:cNvCxnSpPr>
            <a:cxnSpLocks/>
          </p:cNvCxnSpPr>
          <p:nvPr/>
        </p:nvCxnSpPr>
        <p:spPr>
          <a:xfrm flipH="1">
            <a:off x="2045018" y="5191577"/>
            <a:ext cx="310303" cy="0"/>
          </a:xfrm>
          <a:prstGeom prst="straightConnector1">
            <a:avLst/>
          </a:prstGeom>
          <a:noFill/>
          <a:ln w="19050" cap="flat" cmpd="sng" algn="ctr">
            <a:solidFill>
              <a:srgbClr val="002B41"/>
            </a:solidFill>
            <a:prstDash val="solid"/>
            <a:headEnd type="none" w="med" len="med"/>
            <a:tailEnd type="none" w="med" len="med"/>
          </a:ln>
          <a:effectLst/>
        </p:spPr>
      </p:cxnSp>
      <p:sp>
        <p:nvSpPr>
          <p:cNvPr id="1033" name="Ellipse 1032">
            <a:extLst>
              <a:ext uri="{FF2B5EF4-FFF2-40B4-BE49-F238E27FC236}">
                <a16:creationId xmlns:a16="http://schemas.microsoft.com/office/drawing/2014/main" id="{E12365CF-417B-37E3-D335-89D4A7643C25}"/>
              </a:ext>
            </a:extLst>
          </p:cNvPr>
          <p:cNvSpPr/>
          <p:nvPr/>
        </p:nvSpPr>
        <p:spPr>
          <a:xfrm>
            <a:off x="2087253" y="4904668"/>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4</a:t>
            </a:r>
          </a:p>
        </p:txBody>
      </p:sp>
      <p:sp>
        <p:nvSpPr>
          <p:cNvPr id="1034" name="Ellipse 1033">
            <a:extLst>
              <a:ext uri="{FF2B5EF4-FFF2-40B4-BE49-F238E27FC236}">
                <a16:creationId xmlns:a16="http://schemas.microsoft.com/office/drawing/2014/main" id="{C4AF78F6-FD99-E5E9-87A0-010ED76F6EF4}"/>
              </a:ext>
            </a:extLst>
          </p:cNvPr>
          <p:cNvSpPr/>
          <p:nvPr/>
        </p:nvSpPr>
        <p:spPr>
          <a:xfrm>
            <a:off x="7030278" y="1888129"/>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1035" name="Ellipse 1034">
            <a:extLst>
              <a:ext uri="{FF2B5EF4-FFF2-40B4-BE49-F238E27FC236}">
                <a16:creationId xmlns:a16="http://schemas.microsoft.com/office/drawing/2014/main" id="{52BE0F3C-4692-E9C8-2C79-0D1A33BCBE28}"/>
              </a:ext>
            </a:extLst>
          </p:cNvPr>
          <p:cNvSpPr/>
          <p:nvPr/>
        </p:nvSpPr>
        <p:spPr>
          <a:xfrm>
            <a:off x="7030278" y="1584555"/>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1036" name="Ellipse 1035">
            <a:extLst>
              <a:ext uri="{FF2B5EF4-FFF2-40B4-BE49-F238E27FC236}">
                <a16:creationId xmlns:a16="http://schemas.microsoft.com/office/drawing/2014/main" id="{D69970F5-3205-EC9C-236E-9BC1CE09F90B}"/>
              </a:ext>
            </a:extLst>
          </p:cNvPr>
          <p:cNvSpPr/>
          <p:nvPr/>
        </p:nvSpPr>
        <p:spPr>
          <a:xfrm>
            <a:off x="7030278" y="2317073"/>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1037" name="Ellipse 1036">
            <a:extLst>
              <a:ext uri="{FF2B5EF4-FFF2-40B4-BE49-F238E27FC236}">
                <a16:creationId xmlns:a16="http://schemas.microsoft.com/office/drawing/2014/main" id="{8C7EE188-B221-BB09-4E06-BFACCEC26A66}"/>
              </a:ext>
            </a:extLst>
          </p:cNvPr>
          <p:cNvSpPr/>
          <p:nvPr/>
        </p:nvSpPr>
        <p:spPr>
          <a:xfrm>
            <a:off x="7030278" y="2728635"/>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4</a:t>
            </a:r>
          </a:p>
        </p:txBody>
      </p:sp>
      <p:sp>
        <p:nvSpPr>
          <p:cNvPr id="1038" name="Ellipse 1037">
            <a:extLst>
              <a:ext uri="{FF2B5EF4-FFF2-40B4-BE49-F238E27FC236}">
                <a16:creationId xmlns:a16="http://schemas.microsoft.com/office/drawing/2014/main" id="{C3077DAB-3368-C23B-E388-9EC451F9F1DA}"/>
              </a:ext>
            </a:extLst>
          </p:cNvPr>
          <p:cNvSpPr/>
          <p:nvPr/>
        </p:nvSpPr>
        <p:spPr>
          <a:xfrm>
            <a:off x="7030277" y="3155694"/>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5</a:t>
            </a:r>
          </a:p>
        </p:txBody>
      </p:sp>
      <p:sp>
        <p:nvSpPr>
          <p:cNvPr id="1040" name="Ellipse 1039">
            <a:extLst>
              <a:ext uri="{FF2B5EF4-FFF2-40B4-BE49-F238E27FC236}">
                <a16:creationId xmlns:a16="http://schemas.microsoft.com/office/drawing/2014/main" id="{212BBD37-0835-A49F-AEE2-E0740869541C}"/>
              </a:ext>
            </a:extLst>
          </p:cNvPr>
          <p:cNvSpPr/>
          <p:nvPr/>
        </p:nvSpPr>
        <p:spPr>
          <a:xfrm>
            <a:off x="7018995" y="3429180"/>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6</a:t>
            </a:r>
          </a:p>
        </p:txBody>
      </p:sp>
      <p:sp>
        <p:nvSpPr>
          <p:cNvPr id="1039" name="Ellipse 1038">
            <a:extLst>
              <a:ext uri="{FF2B5EF4-FFF2-40B4-BE49-F238E27FC236}">
                <a16:creationId xmlns:a16="http://schemas.microsoft.com/office/drawing/2014/main" id="{848D59C2-8C5F-0284-D74D-21317EF787A6}"/>
              </a:ext>
            </a:extLst>
          </p:cNvPr>
          <p:cNvSpPr/>
          <p:nvPr/>
        </p:nvSpPr>
        <p:spPr>
          <a:xfrm>
            <a:off x="7018995" y="3694463"/>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7</a:t>
            </a:r>
          </a:p>
        </p:txBody>
      </p:sp>
      <p:sp>
        <p:nvSpPr>
          <p:cNvPr id="1041" name="Rectangle : coins arrondis 1040">
            <a:extLst>
              <a:ext uri="{FF2B5EF4-FFF2-40B4-BE49-F238E27FC236}">
                <a16:creationId xmlns:a16="http://schemas.microsoft.com/office/drawing/2014/main" id="{9B5D0153-2C35-3DCC-F2F6-7F7631BDD268}"/>
              </a:ext>
            </a:extLst>
          </p:cNvPr>
          <p:cNvSpPr/>
          <p:nvPr/>
        </p:nvSpPr>
        <p:spPr>
          <a:xfrm>
            <a:off x="2826247" y="4281757"/>
            <a:ext cx="196452" cy="1378492"/>
          </a:xfrm>
          <a:prstGeom prst="roundRect">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fr-FR" sz="1100" dirty="0" err="1"/>
              <a:t>AsyncAPI</a:t>
            </a:r>
            <a:endParaRPr lang="fr-FR" sz="1100" dirty="0"/>
          </a:p>
        </p:txBody>
      </p:sp>
      <p:sp>
        <p:nvSpPr>
          <p:cNvPr id="1043" name="Rectangle : coins arrondis 1042">
            <a:extLst>
              <a:ext uri="{FF2B5EF4-FFF2-40B4-BE49-F238E27FC236}">
                <a16:creationId xmlns:a16="http://schemas.microsoft.com/office/drawing/2014/main" id="{1736FCDB-7559-9F89-3C73-00750229B930}"/>
              </a:ext>
            </a:extLst>
          </p:cNvPr>
          <p:cNvSpPr/>
          <p:nvPr/>
        </p:nvSpPr>
        <p:spPr>
          <a:xfrm>
            <a:off x="5071974" y="4380587"/>
            <a:ext cx="182441" cy="1035641"/>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fr-FR" sz="1100"/>
              <a:t>API</a:t>
            </a:r>
          </a:p>
        </p:txBody>
      </p:sp>
    </p:spTree>
    <p:extLst>
      <p:ext uri="{BB962C8B-B14F-4D97-AF65-F5344CB8AC3E}">
        <p14:creationId xmlns:p14="http://schemas.microsoft.com/office/powerpoint/2010/main" val="14288999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CB328C86-B14A-6EFC-D63F-FD0CD1C47D5C}"/>
              </a:ext>
            </a:extLst>
          </p:cNvPr>
          <p:cNvSpPr>
            <a:spLocks noGrp="1"/>
          </p:cNvSpPr>
          <p:nvPr>
            <p:ph type="body" sz="quarter" idx="35"/>
          </p:nvPr>
        </p:nvSpPr>
        <p:spPr/>
        <p:txBody>
          <a:bodyPr/>
          <a:lstStyle/>
          <a:p>
            <a:r>
              <a:rPr lang="fr-FR" dirty="0"/>
              <a:t>Implémentation </a:t>
            </a:r>
            <a:r>
              <a:rPr lang="fr-FR" dirty="0" err="1"/>
              <a:t>APIManagement</a:t>
            </a:r>
            <a:endParaRPr lang="fr-FR" dirty="0"/>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COOKBOOK des systèmes d’échange : Consommation API partenaire</a:t>
            </a:r>
          </a:p>
        </p:txBody>
      </p:sp>
      <p:sp>
        <p:nvSpPr>
          <p:cNvPr id="90" name="Rectangle 89">
            <a:extLst>
              <a:ext uri="{FF2B5EF4-FFF2-40B4-BE49-F238E27FC236}">
                <a16:creationId xmlns:a16="http://schemas.microsoft.com/office/drawing/2014/main" id="{D5AED041-1C2A-6ADC-C5AB-2ECADB6FBC10}"/>
              </a:ext>
            </a:extLst>
          </p:cNvPr>
          <p:cNvSpPr/>
          <p:nvPr/>
        </p:nvSpPr>
        <p:spPr>
          <a:xfrm>
            <a:off x="429174" y="3438639"/>
            <a:ext cx="6279969" cy="3018118"/>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92" name="ZoneTexte 91">
            <a:extLst>
              <a:ext uri="{FF2B5EF4-FFF2-40B4-BE49-F238E27FC236}">
                <a16:creationId xmlns:a16="http://schemas.microsoft.com/office/drawing/2014/main" id="{457037C8-69C5-E425-A716-48C76CFB7602}"/>
              </a:ext>
            </a:extLst>
          </p:cNvPr>
          <p:cNvSpPr txBox="1"/>
          <p:nvPr/>
        </p:nvSpPr>
        <p:spPr>
          <a:xfrm>
            <a:off x="688858" y="3340021"/>
            <a:ext cx="3829371" cy="215444"/>
          </a:xfrm>
          <a:prstGeom prst="rect">
            <a:avLst/>
          </a:prstGeom>
          <a:solidFill>
            <a:schemeClr val="bg1"/>
          </a:solidFill>
        </p:spPr>
        <p:txBody>
          <a:bodyPr wrap="square" lIns="27000" tIns="0" rIns="27000" bIns="0" rtlCol="0">
            <a:spAutoFit/>
          </a:bodyPr>
          <a:lstStyle/>
          <a:p>
            <a:pPr algn="ctr"/>
            <a:r>
              <a:rPr lang="en-US" sz="1400" b="1" cap="all">
                <a:solidFill>
                  <a:schemeClr val="tx2"/>
                </a:solidFill>
                <a:latin typeface="+mj-lt"/>
              </a:rPr>
              <a:t>Architecture </a:t>
            </a:r>
            <a:r>
              <a:rPr lang="fr-FR" sz="1400" b="1" cap="all">
                <a:solidFill>
                  <a:schemeClr val="tx2"/>
                </a:solidFill>
                <a:latin typeface="+mj-lt"/>
              </a:rPr>
              <a:t>Recommandée</a:t>
            </a:r>
          </a:p>
        </p:txBody>
      </p:sp>
      <p:sp>
        <p:nvSpPr>
          <p:cNvPr id="14" name="Rectangle 13">
            <a:extLst>
              <a:ext uri="{FF2B5EF4-FFF2-40B4-BE49-F238E27FC236}">
                <a16:creationId xmlns:a16="http://schemas.microsoft.com/office/drawing/2014/main" id="{3B928A55-7BD5-3531-80C7-67E4E893C7D2}"/>
              </a:ext>
            </a:extLst>
          </p:cNvPr>
          <p:cNvSpPr/>
          <p:nvPr/>
        </p:nvSpPr>
        <p:spPr>
          <a:xfrm>
            <a:off x="429174" y="1324441"/>
            <a:ext cx="6279969" cy="850730"/>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Clr>
                <a:schemeClr val="tx2"/>
              </a:buClr>
              <a:buFont typeface="Arial" panose="020B0604020202020204" pitchFamily="34" charset="0"/>
              <a:buChar char="•"/>
            </a:pPr>
            <a:r>
              <a:rPr lang="fr-FR" sz="1400">
                <a:solidFill>
                  <a:schemeClr val="tx1"/>
                </a:solidFill>
              </a:rPr>
              <a:t>Sécuriser la consommation des services d’un partenaire</a:t>
            </a:r>
            <a:endParaRPr lang="fr-FR" sz="1400" dirty="0">
              <a:solidFill>
                <a:schemeClr val="tx1"/>
              </a:solidFill>
            </a:endParaRPr>
          </a:p>
        </p:txBody>
      </p:sp>
      <p:sp>
        <p:nvSpPr>
          <p:cNvPr id="15" name="ZoneTexte 14">
            <a:extLst>
              <a:ext uri="{FF2B5EF4-FFF2-40B4-BE49-F238E27FC236}">
                <a16:creationId xmlns:a16="http://schemas.microsoft.com/office/drawing/2014/main" id="{6B03CA71-88D5-C25D-E9A5-15D094A0DDE3}"/>
              </a:ext>
            </a:extLst>
          </p:cNvPr>
          <p:cNvSpPr txBox="1"/>
          <p:nvPr/>
        </p:nvSpPr>
        <p:spPr>
          <a:xfrm>
            <a:off x="753697" y="1211060"/>
            <a:ext cx="1602841" cy="215444"/>
          </a:xfrm>
          <a:prstGeom prst="rect">
            <a:avLst/>
          </a:prstGeom>
          <a:solidFill>
            <a:schemeClr val="bg1"/>
          </a:solidFill>
        </p:spPr>
        <p:txBody>
          <a:bodyPr wrap="square" lIns="27000" tIns="0" rIns="27000" bIns="0" rtlCol="0">
            <a:spAutoFit/>
          </a:bodyPr>
          <a:lstStyle/>
          <a:p>
            <a:pPr algn="ctr"/>
            <a:r>
              <a:rPr lang="en-US" sz="1400" b="1" cap="all" dirty="0">
                <a:solidFill>
                  <a:schemeClr val="tx2"/>
                </a:solidFill>
                <a:latin typeface="+mj-lt"/>
              </a:rPr>
              <a:t>Use case</a:t>
            </a:r>
          </a:p>
        </p:txBody>
      </p:sp>
      <p:sp>
        <p:nvSpPr>
          <p:cNvPr id="16" name="Rectangle 15">
            <a:extLst>
              <a:ext uri="{FF2B5EF4-FFF2-40B4-BE49-F238E27FC236}">
                <a16:creationId xmlns:a16="http://schemas.microsoft.com/office/drawing/2014/main" id="{2B6370C5-00E5-9FA3-9DDA-11DE3CA4036D}"/>
              </a:ext>
            </a:extLst>
          </p:cNvPr>
          <p:cNvSpPr/>
          <p:nvPr/>
        </p:nvSpPr>
        <p:spPr>
          <a:xfrm>
            <a:off x="429174" y="2396753"/>
            <a:ext cx="6279969" cy="848142"/>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Clr>
                <a:schemeClr val="tx2"/>
              </a:buClr>
              <a:buFont typeface="Arial" panose="020B0604020202020204" pitchFamily="34" charset="0"/>
              <a:buChar char="•"/>
            </a:pPr>
            <a:r>
              <a:rPr lang="fr-FR" sz="1400" dirty="0">
                <a:solidFill>
                  <a:schemeClr val="tx1"/>
                </a:solidFill>
              </a:rPr>
              <a:t>N consommateurs interne passent par l’APIm pour adresser le partenaire (Filtrage, Transformation, Normalisation/Dénormalisation, Connectique)</a:t>
            </a:r>
          </a:p>
        </p:txBody>
      </p:sp>
      <p:sp>
        <p:nvSpPr>
          <p:cNvPr id="17" name="ZoneTexte 16">
            <a:extLst>
              <a:ext uri="{FF2B5EF4-FFF2-40B4-BE49-F238E27FC236}">
                <a16:creationId xmlns:a16="http://schemas.microsoft.com/office/drawing/2014/main" id="{62B4CD33-3AB8-9AD1-5DFE-F772BD9C0FCD}"/>
              </a:ext>
            </a:extLst>
          </p:cNvPr>
          <p:cNvSpPr txBox="1"/>
          <p:nvPr/>
        </p:nvSpPr>
        <p:spPr>
          <a:xfrm>
            <a:off x="753697" y="2277001"/>
            <a:ext cx="1602841" cy="215444"/>
          </a:xfrm>
          <a:prstGeom prst="rect">
            <a:avLst/>
          </a:prstGeom>
          <a:solidFill>
            <a:schemeClr val="bg1"/>
          </a:solidFill>
        </p:spPr>
        <p:txBody>
          <a:bodyPr wrap="square" lIns="27000" tIns="0" rIns="27000" bIns="0" rtlCol="0">
            <a:spAutoFit/>
          </a:bodyPr>
          <a:lstStyle/>
          <a:p>
            <a:pPr algn="ctr"/>
            <a:r>
              <a:rPr lang="en-US" sz="1400" b="1" cap="all" err="1">
                <a:solidFill>
                  <a:schemeClr val="tx2"/>
                </a:solidFill>
                <a:latin typeface="+mj-lt"/>
              </a:rPr>
              <a:t>Exemple</a:t>
            </a:r>
            <a:endParaRPr lang="en-US" sz="1400" b="1" cap="all">
              <a:solidFill>
                <a:schemeClr val="tx2"/>
              </a:solidFill>
              <a:latin typeface="+mj-lt"/>
            </a:endParaRPr>
          </a:p>
        </p:txBody>
      </p:sp>
      <p:sp>
        <p:nvSpPr>
          <p:cNvPr id="157" name="Rectangle 156">
            <a:extLst>
              <a:ext uri="{FF2B5EF4-FFF2-40B4-BE49-F238E27FC236}">
                <a16:creationId xmlns:a16="http://schemas.microsoft.com/office/drawing/2014/main" id="{0D26BD18-29CF-805D-F849-885F3B138C3B}"/>
              </a:ext>
            </a:extLst>
          </p:cNvPr>
          <p:cNvSpPr/>
          <p:nvPr/>
        </p:nvSpPr>
        <p:spPr>
          <a:xfrm>
            <a:off x="4800386" y="4378967"/>
            <a:ext cx="1706134" cy="1372447"/>
          </a:xfrm>
          <a:prstGeom prst="rect">
            <a:avLst/>
          </a:prstGeom>
          <a:solidFill>
            <a:schemeClr val="bg1">
              <a:lumMod val="90000"/>
            </a:schemeClr>
          </a:solidFill>
          <a:ln w="9525" cap="flat" cmpd="sng" algn="ctr">
            <a:solidFill>
              <a:schemeClr val="tx1"/>
            </a:solidFill>
            <a:prstDash val="solid"/>
          </a:ln>
          <a:effectLst/>
        </p:spPr>
        <p:txBody>
          <a:bodyPr lIns="432000" tIns="27000" rIns="27000" bIns="27000" rtlCol="0" anchor="ctr"/>
          <a:lstStyle/>
          <a:p>
            <a:pPr algn="ctr" defTabSz="685800"/>
            <a:r>
              <a:rPr lang="en-US" sz="1050" i="1" kern="0" dirty="0" err="1">
                <a:solidFill>
                  <a:prstClr val="black"/>
                </a:solidFill>
              </a:rPr>
              <a:t>Fournisseur</a:t>
            </a:r>
            <a:r>
              <a:rPr lang="en-US" sz="1050" i="1" kern="0" dirty="0">
                <a:solidFill>
                  <a:prstClr val="black"/>
                </a:solidFill>
              </a:rPr>
              <a:t> de service</a:t>
            </a:r>
          </a:p>
          <a:p>
            <a:pPr algn="ctr" defTabSz="685800"/>
            <a:r>
              <a:rPr lang="en-US" sz="1050" b="1" kern="0" dirty="0">
                <a:solidFill>
                  <a:prstClr val="black"/>
                </a:solidFill>
              </a:rPr>
              <a:t>Google API</a:t>
            </a:r>
          </a:p>
        </p:txBody>
      </p:sp>
      <p:sp>
        <p:nvSpPr>
          <p:cNvPr id="158" name="Rectangle 157">
            <a:extLst>
              <a:ext uri="{FF2B5EF4-FFF2-40B4-BE49-F238E27FC236}">
                <a16:creationId xmlns:a16="http://schemas.microsoft.com/office/drawing/2014/main" id="{4F11BEE5-26D6-2235-5BD2-996EE095CB8D}"/>
              </a:ext>
            </a:extLst>
          </p:cNvPr>
          <p:cNvSpPr/>
          <p:nvPr/>
        </p:nvSpPr>
        <p:spPr>
          <a:xfrm>
            <a:off x="2697378" y="4316536"/>
            <a:ext cx="1631212" cy="1499659"/>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b"/>
          <a:lstStyle/>
          <a:p>
            <a:pPr algn="ctr" defTabSz="685800"/>
            <a:r>
              <a:rPr lang="en-US" sz="1050" b="1" kern="0">
                <a:solidFill>
                  <a:prstClr val="black"/>
                </a:solidFill>
              </a:rPr>
              <a:t>API Management</a:t>
            </a:r>
          </a:p>
        </p:txBody>
      </p:sp>
      <p:sp>
        <p:nvSpPr>
          <p:cNvPr id="159" name="Rectangle 158">
            <a:extLst>
              <a:ext uri="{FF2B5EF4-FFF2-40B4-BE49-F238E27FC236}">
                <a16:creationId xmlns:a16="http://schemas.microsoft.com/office/drawing/2014/main" id="{892A3CCF-CFAA-6F89-DAD5-E1A03D4AAE64}"/>
              </a:ext>
            </a:extLst>
          </p:cNvPr>
          <p:cNvSpPr/>
          <p:nvPr/>
        </p:nvSpPr>
        <p:spPr>
          <a:xfrm>
            <a:off x="2988899" y="4424484"/>
            <a:ext cx="1209691" cy="634407"/>
          </a:xfrm>
          <a:prstGeom prst="rect">
            <a:avLst/>
          </a:prstGeom>
          <a:solidFill>
            <a:sysClr val="window" lastClr="FFFFFF"/>
          </a:solidFill>
          <a:ln w="9525" cap="flat" cmpd="sng" algn="ctr">
            <a:solidFill>
              <a:sysClr val="windowText" lastClr="000000">
                <a:shade val="95000"/>
                <a:satMod val="105000"/>
              </a:sysClr>
            </a:solidFill>
            <a:prstDash val="sysDash"/>
          </a:ln>
          <a:effectLst/>
        </p:spPr>
        <p:txBody>
          <a:bodyPr lIns="36000" tIns="36000" rIns="36000" bIns="36000" rtlCol="0" anchor="ctr"/>
          <a:lstStyle/>
          <a:p>
            <a:pPr algn="ctr"/>
            <a:r>
              <a:rPr lang="en-US" sz="1000" b="1" i="1" kern="0" dirty="0" err="1">
                <a:solidFill>
                  <a:prstClr val="black"/>
                </a:solidFill>
                <a:latin typeface="Trebuchet MS"/>
              </a:rPr>
              <a:t>Sécurisation</a:t>
            </a:r>
            <a:r>
              <a:rPr lang="en-US" sz="1000" b="1" i="1" kern="0" dirty="0">
                <a:solidFill>
                  <a:prstClr val="black"/>
                </a:solidFill>
                <a:latin typeface="Trebuchet MS"/>
              </a:rPr>
              <a:t> &amp; (</a:t>
            </a:r>
            <a:r>
              <a:rPr lang="en-US" sz="1000" b="1" i="1" kern="0" dirty="0" err="1">
                <a:solidFill>
                  <a:prstClr val="black"/>
                </a:solidFill>
                <a:latin typeface="Trebuchet MS"/>
              </a:rPr>
              <a:t>Dé</a:t>
            </a:r>
            <a:r>
              <a:rPr lang="en-US" sz="1000" b="1" i="1" kern="0" dirty="0">
                <a:solidFill>
                  <a:prstClr val="black"/>
                </a:solidFill>
                <a:latin typeface="Trebuchet MS"/>
              </a:rPr>
              <a:t>)</a:t>
            </a:r>
            <a:r>
              <a:rPr lang="en-US" sz="1000" b="1" i="1" kern="0" dirty="0" err="1">
                <a:solidFill>
                  <a:prstClr val="black"/>
                </a:solidFill>
                <a:latin typeface="Trebuchet MS"/>
              </a:rPr>
              <a:t>Normalisation</a:t>
            </a:r>
            <a:endParaRPr lang="en-US" sz="1000" b="1" i="1" kern="0" dirty="0">
              <a:solidFill>
                <a:prstClr val="black"/>
              </a:solidFill>
              <a:latin typeface="Trebuchet MS"/>
            </a:endParaRPr>
          </a:p>
        </p:txBody>
      </p:sp>
      <p:cxnSp>
        <p:nvCxnSpPr>
          <p:cNvPr id="160" name="Connecteur droit avec flèche 159">
            <a:extLst>
              <a:ext uri="{FF2B5EF4-FFF2-40B4-BE49-F238E27FC236}">
                <a16:creationId xmlns:a16="http://schemas.microsoft.com/office/drawing/2014/main" id="{08B483A4-4F0B-2B72-A3ED-FE719D2551D6}"/>
              </a:ext>
            </a:extLst>
          </p:cNvPr>
          <p:cNvCxnSpPr>
            <a:cxnSpLocks/>
            <a:stCxn id="158" idx="3"/>
            <a:endCxn id="169" idx="1"/>
          </p:cNvCxnSpPr>
          <p:nvPr/>
        </p:nvCxnSpPr>
        <p:spPr>
          <a:xfrm flipV="1">
            <a:off x="4328590" y="5066365"/>
            <a:ext cx="471796" cy="1"/>
          </a:xfrm>
          <a:prstGeom prst="straightConnector1">
            <a:avLst/>
          </a:prstGeom>
          <a:noFill/>
          <a:ln w="19050" cap="flat" cmpd="sng" algn="ctr">
            <a:solidFill>
              <a:srgbClr val="002B41"/>
            </a:solidFill>
            <a:prstDash val="solid"/>
            <a:headEnd type="none" w="med" len="med"/>
            <a:tailEnd type="triangle" w="med" len="med"/>
          </a:ln>
          <a:effectLst/>
        </p:spPr>
      </p:cxnSp>
      <p:cxnSp>
        <p:nvCxnSpPr>
          <p:cNvPr id="161" name="Connecteur droit avec flèche 160">
            <a:extLst>
              <a:ext uri="{FF2B5EF4-FFF2-40B4-BE49-F238E27FC236}">
                <a16:creationId xmlns:a16="http://schemas.microsoft.com/office/drawing/2014/main" id="{86B38FB9-7F6E-52CB-E1C5-CC0DCCA7D6C7}"/>
              </a:ext>
            </a:extLst>
          </p:cNvPr>
          <p:cNvCxnSpPr>
            <a:cxnSpLocks/>
            <a:stCxn id="162" idx="3"/>
            <a:endCxn id="170" idx="1"/>
          </p:cNvCxnSpPr>
          <p:nvPr/>
        </p:nvCxnSpPr>
        <p:spPr>
          <a:xfrm flipV="1">
            <a:off x="2079314" y="5060391"/>
            <a:ext cx="621167" cy="5974"/>
          </a:xfrm>
          <a:prstGeom prst="straightConnector1">
            <a:avLst/>
          </a:prstGeom>
          <a:noFill/>
          <a:ln w="19050" cap="flat" cmpd="sng" algn="ctr">
            <a:solidFill>
              <a:srgbClr val="002B41"/>
            </a:solidFill>
            <a:prstDash val="solid"/>
            <a:headEnd type="none" w="med" len="med"/>
            <a:tailEnd type="triangle" w="med" len="med"/>
          </a:ln>
          <a:effectLst/>
        </p:spPr>
      </p:cxnSp>
      <p:sp>
        <p:nvSpPr>
          <p:cNvPr id="162" name="Rectangle 161">
            <a:extLst>
              <a:ext uri="{FF2B5EF4-FFF2-40B4-BE49-F238E27FC236}">
                <a16:creationId xmlns:a16="http://schemas.microsoft.com/office/drawing/2014/main" id="{FB45D89D-0231-8F83-2EDB-92AE6ACD2A6C}"/>
              </a:ext>
            </a:extLst>
          </p:cNvPr>
          <p:cNvSpPr/>
          <p:nvPr/>
        </p:nvSpPr>
        <p:spPr>
          <a:xfrm>
            <a:off x="644406" y="4763605"/>
            <a:ext cx="1434908" cy="605520"/>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ctr"/>
          <a:lstStyle/>
          <a:p>
            <a:pPr algn="ctr" defTabSz="685800"/>
            <a:r>
              <a:rPr lang="en-US" sz="1050" i="1" kern="0" dirty="0" err="1">
                <a:solidFill>
                  <a:prstClr val="black"/>
                </a:solidFill>
              </a:rPr>
              <a:t>Consommateur</a:t>
            </a:r>
            <a:r>
              <a:rPr lang="en-US" sz="1050" i="1" kern="0" dirty="0">
                <a:solidFill>
                  <a:prstClr val="black"/>
                </a:solidFill>
              </a:rPr>
              <a:t> de service</a:t>
            </a:r>
            <a:endParaRPr lang="en-US" sz="1050" kern="0" dirty="0">
              <a:solidFill>
                <a:prstClr val="black"/>
              </a:solidFill>
            </a:endParaRPr>
          </a:p>
        </p:txBody>
      </p:sp>
      <p:sp>
        <p:nvSpPr>
          <p:cNvPr id="163" name="Ellipse 162">
            <a:extLst>
              <a:ext uri="{FF2B5EF4-FFF2-40B4-BE49-F238E27FC236}">
                <a16:creationId xmlns:a16="http://schemas.microsoft.com/office/drawing/2014/main" id="{36041207-70E5-F712-257D-370F42EDEF0F}"/>
              </a:ext>
            </a:extLst>
          </p:cNvPr>
          <p:cNvSpPr/>
          <p:nvPr/>
        </p:nvSpPr>
        <p:spPr>
          <a:xfrm>
            <a:off x="2123439" y="4708372"/>
            <a:ext cx="290035" cy="290035"/>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164" name="Ellipse 163">
            <a:extLst>
              <a:ext uri="{FF2B5EF4-FFF2-40B4-BE49-F238E27FC236}">
                <a16:creationId xmlns:a16="http://schemas.microsoft.com/office/drawing/2014/main" id="{D11AEDBC-E666-E0F4-95D7-AC8F5DFA304D}"/>
              </a:ext>
            </a:extLst>
          </p:cNvPr>
          <p:cNvSpPr/>
          <p:nvPr/>
        </p:nvSpPr>
        <p:spPr>
          <a:xfrm>
            <a:off x="3448726" y="4107837"/>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165" name="Ellipse 164">
            <a:extLst>
              <a:ext uri="{FF2B5EF4-FFF2-40B4-BE49-F238E27FC236}">
                <a16:creationId xmlns:a16="http://schemas.microsoft.com/office/drawing/2014/main" id="{2FED29C5-1DA8-5ED8-947E-521404DD7E31}"/>
              </a:ext>
            </a:extLst>
          </p:cNvPr>
          <p:cNvSpPr/>
          <p:nvPr/>
        </p:nvSpPr>
        <p:spPr>
          <a:xfrm>
            <a:off x="4798152" y="4465871"/>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166" name="Rectangle 165">
            <a:extLst>
              <a:ext uri="{FF2B5EF4-FFF2-40B4-BE49-F238E27FC236}">
                <a16:creationId xmlns:a16="http://schemas.microsoft.com/office/drawing/2014/main" id="{BCAF73CF-EC63-B074-FB8A-AF88E4EABC52}"/>
              </a:ext>
            </a:extLst>
          </p:cNvPr>
          <p:cNvSpPr/>
          <p:nvPr/>
        </p:nvSpPr>
        <p:spPr>
          <a:xfrm>
            <a:off x="494728" y="3831771"/>
            <a:ext cx="6083872" cy="2298700"/>
          </a:xfrm>
          <a:prstGeom prst="rect">
            <a:avLst/>
          </a:prstGeom>
          <a:noFill/>
          <a:ln w="28575">
            <a:solidFill>
              <a:srgbClr val="FF6F2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7" name="Picture 2">
            <a:extLst>
              <a:ext uri="{FF2B5EF4-FFF2-40B4-BE49-F238E27FC236}">
                <a16:creationId xmlns:a16="http://schemas.microsoft.com/office/drawing/2014/main" id="{A171F1D8-5FA6-96D2-816C-988B98A093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227" y="3916394"/>
            <a:ext cx="751592" cy="385778"/>
          </a:xfrm>
          <a:prstGeom prst="rect">
            <a:avLst/>
          </a:prstGeom>
          <a:noFill/>
          <a:extLst>
            <a:ext uri="{909E8E84-426E-40DD-AFC4-6F175D3DCCD1}">
              <a14:hiddenFill xmlns:a14="http://schemas.microsoft.com/office/drawing/2010/main">
                <a:solidFill>
                  <a:srgbClr val="FFFFFF"/>
                </a:solidFill>
              </a14:hiddenFill>
            </a:ext>
          </a:extLst>
        </p:spPr>
      </p:pic>
      <p:pic>
        <p:nvPicPr>
          <p:cNvPr id="168" name="Picture 2">
            <a:extLst>
              <a:ext uri="{FF2B5EF4-FFF2-40B4-BE49-F238E27FC236}">
                <a16:creationId xmlns:a16="http://schemas.microsoft.com/office/drawing/2014/main" id="{9B3926A0-5214-C4DD-E041-C41D458E8B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6207" y="5394450"/>
            <a:ext cx="407936" cy="407936"/>
          </a:xfrm>
          <a:prstGeom prst="rect">
            <a:avLst/>
          </a:prstGeom>
          <a:noFill/>
          <a:extLst>
            <a:ext uri="{909E8E84-426E-40DD-AFC4-6F175D3DCCD1}">
              <a14:hiddenFill xmlns:a14="http://schemas.microsoft.com/office/drawing/2010/main">
                <a:solidFill>
                  <a:srgbClr val="FFFFFF"/>
                </a:solidFill>
              </a14:hiddenFill>
            </a:ext>
          </a:extLst>
        </p:spPr>
      </p:pic>
      <p:sp>
        <p:nvSpPr>
          <p:cNvPr id="169" name="Rectangle : coins arrondis 168">
            <a:extLst>
              <a:ext uri="{FF2B5EF4-FFF2-40B4-BE49-F238E27FC236}">
                <a16:creationId xmlns:a16="http://schemas.microsoft.com/office/drawing/2014/main" id="{C0BBF91B-F524-C50A-58E3-E5EE8994B867}"/>
              </a:ext>
            </a:extLst>
          </p:cNvPr>
          <p:cNvSpPr/>
          <p:nvPr/>
        </p:nvSpPr>
        <p:spPr>
          <a:xfrm>
            <a:off x="4800386" y="4815268"/>
            <a:ext cx="182441" cy="502194"/>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fr-FR" sz="1100"/>
              <a:t>API</a:t>
            </a:r>
          </a:p>
        </p:txBody>
      </p:sp>
      <p:sp>
        <p:nvSpPr>
          <p:cNvPr id="170" name="Rectangle : coins arrondis 169">
            <a:extLst>
              <a:ext uri="{FF2B5EF4-FFF2-40B4-BE49-F238E27FC236}">
                <a16:creationId xmlns:a16="http://schemas.microsoft.com/office/drawing/2014/main" id="{2360642A-EA2C-E717-9860-7012DCED5D2E}"/>
              </a:ext>
            </a:extLst>
          </p:cNvPr>
          <p:cNvSpPr/>
          <p:nvPr/>
        </p:nvSpPr>
        <p:spPr>
          <a:xfrm>
            <a:off x="2700481" y="4809294"/>
            <a:ext cx="182441" cy="502194"/>
          </a:xfrm>
          <a:prstGeom prst="roundRect">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fr-FR" sz="1100"/>
              <a:t>API</a:t>
            </a:r>
          </a:p>
        </p:txBody>
      </p:sp>
      <p:cxnSp>
        <p:nvCxnSpPr>
          <p:cNvPr id="171" name="Connecteur droit avec flèche 170">
            <a:extLst>
              <a:ext uri="{FF2B5EF4-FFF2-40B4-BE49-F238E27FC236}">
                <a16:creationId xmlns:a16="http://schemas.microsoft.com/office/drawing/2014/main" id="{10712D3C-D6D1-FFD8-5192-A9C4A5088386}"/>
              </a:ext>
            </a:extLst>
          </p:cNvPr>
          <p:cNvCxnSpPr>
            <a:cxnSpLocks/>
            <a:stCxn id="169" idx="2"/>
          </p:cNvCxnSpPr>
          <p:nvPr/>
        </p:nvCxnSpPr>
        <p:spPr>
          <a:xfrm flipH="1">
            <a:off x="4328590" y="5317462"/>
            <a:ext cx="563017" cy="0"/>
          </a:xfrm>
          <a:prstGeom prst="straightConnector1">
            <a:avLst/>
          </a:prstGeom>
          <a:noFill/>
          <a:ln w="19050" cap="flat" cmpd="sng" algn="ctr">
            <a:solidFill>
              <a:srgbClr val="002B41"/>
            </a:solidFill>
            <a:prstDash val="solid"/>
            <a:headEnd type="none" w="med" len="med"/>
            <a:tailEnd type="triangle" w="med" len="med"/>
          </a:ln>
          <a:effectLst/>
        </p:spPr>
      </p:cxnSp>
      <p:sp>
        <p:nvSpPr>
          <p:cNvPr id="172" name="Ellipse 171">
            <a:extLst>
              <a:ext uri="{FF2B5EF4-FFF2-40B4-BE49-F238E27FC236}">
                <a16:creationId xmlns:a16="http://schemas.microsoft.com/office/drawing/2014/main" id="{E2C7128B-4F23-9EA2-8AC1-09A5AB127D87}"/>
              </a:ext>
            </a:extLst>
          </p:cNvPr>
          <p:cNvSpPr/>
          <p:nvPr/>
        </p:nvSpPr>
        <p:spPr>
          <a:xfrm>
            <a:off x="4798152" y="5347534"/>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4</a:t>
            </a:r>
          </a:p>
        </p:txBody>
      </p:sp>
      <p:sp>
        <p:nvSpPr>
          <p:cNvPr id="173" name="Ellipse 172">
            <a:extLst>
              <a:ext uri="{FF2B5EF4-FFF2-40B4-BE49-F238E27FC236}">
                <a16:creationId xmlns:a16="http://schemas.microsoft.com/office/drawing/2014/main" id="{4BD88BFC-B212-457A-93BC-A9A9B4C6A714}"/>
              </a:ext>
            </a:extLst>
          </p:cNvPr>
          <p:cNvSpPr/>
          <p:nvPr/>
        </p:nvSpPr>
        <p:spPr>
          <a:xfrm>
            <a:off x="2181343" y="5358114"/>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5</a:t>
            </a:r>
          </a:p>
        </p:txBody>
      </p:sp>
      <p:cxnSp>
        <p:nvCxnSpPr>
          <p:cNvPr id="174" name="Connecteur droit avec flèche 173">
            <a:extLst>
              <a:ext uri="{FF2B5EF4-FFF2-40B4-BE49-F238E27FC236}">
                <a16:creationId xmlns:a16="http://schemas.microsoft.com/office/drawing/2014/main" id="{72122FB0-C049-CD3E-7302-6AA4D2E217B7}"/>
              </a:ext>
            </a:extLst>
          </p:cNvPr>
          <p:cNvCxnSpPr>
            <a:cxnSpLocks/>
          </p:cNvCxnSpPr>
          <p:nvPr/>
        </p:nvCxnSpPr>
        <p:spPr>
          <a:xfrm flipH="1" flipV="1">
            <a:off x="2074659" y="5277456"/>
            <a:ext cx="621167" cy="5974"/>
          </a:xfrm>
          <a:prstGeom prst="straightConnector1">
            <a:avLst/>
          </a:prstGeom>
          <a:noFill/>
          <a:ln w="19050" cap="flat" cmpd="sng" algn="ctr">
            <a:solidFill>
              <a:srgbClr val="002B41"/>
            </a:solidFill>
            <a:prstDash val="solid"/>
            <a:headEnd type="none" w="med" len="med"/>
            <a:tailEnd type="triangle" w="med" len="med"/>
          </a:ln>
          <a:effectLst/>
        </p:spPr>
      </p:cxnSp>
      <p:sp>
        <p:nvSpPr>
          <p:cNvPr id="175" name="Rectangle 174">
            <a:extLst>
              <a:ext uri="{FF2B5EF4-FFF2-40B4-BE49-F238E27FC236}">
                <a16:creationId xmlns:a16="http://schemas.microsoft.com/office/drawing/2014/main" id="{6C7FC482-75AC-2BCE-CC9A-F5020344219B}"/>
              </a:ext>
            </a:extLst>
          </p:cNvPr>
          <p:cNvSpPr/>
          <p:nvPr/>
        </p:nvSpPr>
        <p:spPr>
          <a:xfrm>
            <a:off x="6881876" y="1324372"/>
            <a:ext cx="5122281" cy="2978514"/>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216000" bIns="34290" numCol="1" spcCol="0" rtlCol="0" fromWordArt="0" anchor="t" anchorCtr="0" forceAA="0" compatLnSpc="1">
            <a:prstTxWarp prst="textNoShape">
              <a:avLst/>
            </a:prstTxWarp>
            <a:noAutofit/>
          </a:bodyPr>
          <a:lstStyle/>
          <a:p>
            <a:pPr marL="285750" indent="-285750" algn="just">
              <a:spcBef>
                <a:spcPts val="900"/>
              </a:spcBef>
              <a:buClr>
                <a:schemeClr val="tx2"/>
              </a:buClr>
              <a:buFont typeface="Arial" panose="020B0604020202020204" pitchFamily="34" charset="0"/>
              <a:buChar char="•"/>
            </a:pPr>
            <a:r>
              <a:rPr lang="fr-FR" sz="1400" dirty="0">
                <a:solidFill>
                  <a:schemeClr val="tx1"/>
                </a:solidFill>
              </a:rPr>
              <a:t>L’application ou le Front consomme </a:t>
            </a:r>
            <a:r>
              <a:rPr lang="fr-FR" sz="1400" b="1" dirty="0">
                <a:solidFill>
                  <a:schemeClr val="tx1"/>
                </a:solidFill>
              </a:rPr>
              <a:t>le service exposé par l’API Management</a:t>
            </a:r>
            <a:r>
              <a:rPr lang="fr-FR" sz="1400" dirty="0">
                <a:solidFill>
                  <a:schemeClr val="tx1"/>
                </a:solidFill>
              </a:rPr>
              <a:t>.</a:t>
            </a:r>
          </a:p>
          <a:p>
            <a:pPr marL="285750" indent="-285750" algn="just">
              <a:spcBef>
                <a:spcPts val="900"/>
              </a:spcBef>
              <a:buClr>
                <a:schemeClr val="tx2"/>
              </a:buClr>
              <a:buFont typeface="Arial" panose="020B0604020202020204" pitchFamily="34" charset="0"/>
              <a:buChar char="•"/>
            </a:pPr>
            <a:r>
              <a:rPr lang="fr-FR" sz="1400" dirty="0">
                <a:solidFill>
                  <a:schemeClr val="tx1"/>
                </a:solidFill>
              </a:rPr>
              <a:t>La brique </a:t>
            </a:r>
            <a:r>
              <a:rPr lang="fr-FR" sz="1400" b="1" dirty="0">
                <a:solidFill>
                  <a:schemeClr val="tx1"/>
                </a:solidFill>
              </a:rPr>
              <a:t>API Management </a:t>
            </a:r>
            <a:r>
              <a:rPr lang="fr-FR" sz="1400" dirty="0">
                <a:solidFill>
                  <a:schemeClr val="tx1"/>
                </a:solidFill>
              </a:rPr>
              <a:t>assure la </a:t>
            </a:r>
            <a:r>
              <a:rPr lang="fr-FR" sz="1400" b="1" dirty="0">
                <a:solidFill>
                  <a:schemeClr val="tx1"/>
                </a:solidFill>
              </a:rPr>
              <a:t>sécurité</a:t>
            </a:r>
            <a:r>
              <a:rPr lang="fr-FR" sz="1400" dirty="0">
                <a:solidFill>
                  <a:schemeClr val="tx1"/>
                </a:solidFill>
              </a:rPr>
              <a:t> et la </a:t>
            </a:r>
            <a:r>
              <a:rPr lang="fr-FR" sz="1400" b="1" dirty="0">
                <a:solidFill>
                  <a:schemeClr val="tx1"/>
                </a:solidFill>
              </a:rPr>
              <a:t>transformation</a:t>
            </a:r>
            <a:r>
              <a:rPr lang="fr-FR" sz="1400" dirty="0">
                <a:solidFill>
                  <a:schemeClr val="tx1"/>
                </a:solidFill>
              </a:rPr>
              <a:t> du message si nécessaire. </a:t>
            </a:r>
          </a:p>
          <a:p>
            <a:pPr marL="285750" indent="-285750" algn="just">
              <a:spcBef>
                <a:spcPts val="900"/>
              </a:spcBef>
              <a:buClr>
                <a:schemeClr val="tx2"/>
              </a:buClr>
              <a:buFont typeface="Arial" panose="020B0604020202020204" pitchFamily="34" charset="0"/>
              <a:buChar char="•"/>
            </a:pPr>
            <a:r>
              <a:rPr lang="fr-FR" sz="1400" dirty="0">
                <a:solidFill>
                  <a:schemeClr val="tx1"/>
                </a:solidFill>
              </a:rPr>
              <a:t>Les services lié à la ressource sont exécutés par le fournisseur partenaire.</a:t>
            </a:r>
          </a:p>
          <a:p>
            <a:pPr marL="285750" indent="-285750" algn="just">
              <a:spcBef>
                <a:spcPts val="900"/>
              </a:spcBef>
              <a:buClr>
                <a:schemeClr val="tx2"/>
              </a:buClr>
              <a:buFont typeface="Arial" panose="020B0604020202020204" pitchFamily="34" charset="0"/>
              <a:buChar char="•"/>
            </a:pPr>
            <a:r>
              <a:rPr lang="fr-FR" sz="1400" dirty="0">
                <a:solidFill>
                  <a:schemeClr val="tx1"/>
                </a:solidFill>
              </a:rPr>
              <a:t>Le résultat retourné</a:t>
            </a:r>
          </a:p>
          <a:p>
            <a:pPr marL="285750" indent="-285750" algn="just">
              <a:spcBef>
                <a:spcPts val="900"/>
              </a:spcBef>
              <a:buClr>
                <a:schemeClr val="tx2"/>
              </a:buClr>
              <a:buFont typeface="Arial" panose="020B0604020202020204" pitchFamily="34" charset="0"/>
              <a:buChar char="•"/>
            </a:pPr>
            <a:r>
              <a:rPr lang="fr-FR" sz="1400" dirty="0">
                <a:solidFill>
                  <a:schemeClr val="tx1"/>
                </a:solidFill>
              </a:rPr>
              <a:t>L’</a:t>
            </a:r>
            <a:r>
              <a:rPr lang="fr-FR" sz="1400" dirty="0" err="1">
                <a:solidFill>
                  <a:schemeClr val="tx1"/>
                </a:solidFill>
              </a:rPr>
              <a:t>APIManagement</a:t>
            </a:r>
            <a:r>
              <a:rPr lang="fr-FR" sz="1400" dirty="0">
                <a:solidFill>
                  <a:schemeClr val="tx1"/>
                </a:solidFill>
              </a:rPr>
              <a:t> contrôle le retour et normalise la réponse (si nécessaire)</a:t>
            </a:r>
          </a:p>
          <a:p>
            <a:pPr marL="285750" indent="-285750" algn="just">
              <a:spcBef>
                <a:spcPts val="900"/>
              </a:spcBef>
              <a:buClr>
                <a:schemeClr val="tx2"/>
              </a:buClr>
              <a:buFont typeface="Arial" panose="020B0604020202020204" pitchFamily="34" charset="0"/>
              <a:buChar char="•"/>
            </a:pPr>
            <a:endParaRPr lang="fr-FR" sz="1400" dirty="0">
              <a:solidFill>
                <a:schemeClr val="tx1"/>
              </a:solidFill>
            </a:endParaRPr>
          </a:p>
        </p:txBody>
      </p:sp>
      <p:sp>
        <p:nvSpPr>
          <p:cNvPr id="176" name="ZoneTexte 175">
            <a:extLst>
              <a:ext uri="{FF2B5EF4-FFF2-40B4-BE49-F238E27FC236}">
                <a16:creationId xmlns:a16="http://schemas.microsoft.com/office/drawing/2014/main" id="{943392FE-7016-DA58-5757-B949E92E0C5F}"/>
              </a:ext>
            </a:extLst>
          </p:cNvPr>
          <p:cNvSpPr txBox="1"/>
          <p:nvPr/>
        </p:nvSpPr>
        <p:spPr>
          <a:xfrm>
            <a:off x="7175297" y="1243579"/>
            <a:ext cx="1452189"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Déroulé</a:t>
            </a:r>
          </a:p>
        </p:txBody>
      </p:sp>
      <p:sp>
        <p:nvSpPr>
          <p:cNvPr id="177" name="Ellipse 176">
            <a:extLst>
              <a:ext uri="{FF2B5EF4-FFF2-40B4-BE49-F238E27FC236}">
                <a16:creationId xmlns:a16="http://schemas.microsoft.com/office/drawing/2014/main" id="{F04761BE-9300-B57C-EA7C-4847F5C33468}"/>
              </a:ext>
            </a:extLst>
          </p:cNvPr>
          <p:cNvSpPr/>
          <p:nvPr/>
        </p:nvSpPr>
        <p:spPr>
          <a:xfrm>
            <a:off x="6940033" y="2076240"/>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2</a:t>
            </a:r>
          </a:p>
        </p:txBody>
      </p:sp>
      <p:sp>
        <p:nvSpPr>
          <p:cNvPr id="178" name="Ellipse 177">
            <a:extLst>
              <a:ext uri="{FF2B5EF4-FFF2-40B4-BE49-F238E27FC236}">
                <a16:creationId xmlns:a16="http://schemas.microsoft.com/office/drawing/2014/main" id="{3ED48C9B-495F-F5DE-A21C-54D516F8C753}"/>
              </a:ext>
            </a:extLst>
          </p:cNvPr>
          <p:cNvSpPr/>
          <p:nvPr/>
        </p:nvSpPr>
        <p:spPr>
          <a:xfrm>
            <a:off x="6940034" y="1532960"/>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179" name="Ellipse 178">
            <a:extLst>
              <a:ext uri="{FF2B5EF4-FFF2-40B4-BE49-F238E27FC236}">
                <a16:creationId xmlns:a16="http://schemas.microsoft.com/office/drawing/2014/main" id="{D612D5A1-8CF3-0347-879A-E994A9279055}"/>
              </a:ext>
            </a:extLst>
          </p:cNvPr>
          <p:cNvSpPr/>
          <p:nvPr/>
        </p:nvSpPr>
        <p:spPr>
          <a:xfrm>
            <a:off x="6939828" y="2594162"/>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180" name="Ellipse 179">
            <a:extLst>
              <a:ext uri="{FF2B5EF4-FFF2-40B4-BE49-F238E27FC236}">
                <a16:creationId xmlns:a16="http://schemas.microsoft.com/office/drawing/2014/main" id="{E47BC61A-829E-AFCB-E03B-ECEDB27130CE}"/>
              </a:ext>
            </a:extLst>
          </p:cNvPr>
          <p:cNvSpPr/>
          <p:nvPr/>
        </p:nvSpPr>
        <p:spPr>
          <a:xfrm>
            <a:off x="6939828" y="3134944"/>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4</a:t>
            </a:r>
          </a:p>
        </p:txBody>
      </p:sp>
      <p:sp>
        <p:nvSpPr>
          <p:cNvPr id="181" name="Ellipse 180">
            <a:extLst>
              <a:ext uri="{FF2B5EF4-FFF2-40B4-BE49-F238E27FC236}">
                <a16:creationId xmlns:a16="http://schemas.microsoft.com/office/drawing/2014/main" id="{87B9325B-CB4D-9A76-49D8-06BB3BA494EE}"/>
              </a:ext>
            </a:extLst>
          </p:cNvPr>
          <p:cNvSpPr/>
          <p:nvPr/>
        </p:nvSpPr>
        <p:spPr>
          <a:xfrm>
            <a:off x="6939828" y="3458611"/>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5</a:t>
            </a:r>
          </a:p>
        </p:txBody>
      </p:sp>
      <p:sp>
        <p:nvSpPr>
          <p:cNvPr id="189" name="Rectangle 188">
            <a:extLst>
              <a:ext uri="{FF2B5EF4-FFF2-40B4-BE49-F238E27FC236}">
                <a16:creationId xmlns:a16="http://schemas.microsoft.com/office/drawing/2014/main" id="{80134B56-8D3A-8887-DB5C-342D11AE1CD1}"/>
              </a:ext>
            </a:extLst>
          </p:cNvPr>
          <p:cNvSpPr/>
          <p:nvPr/>
        </p:nvSpPr>
        <p:spPr>
          <a:xfrm>
            <a:off x="9907040" y="4444253"/>
            <a:ext cx="2097117" cy="2012503"/>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108000" bIns="34290" numCol="1" spcCol="0" rtlCol="0" fromWordArt="0" anchor="t" anchorCtr="0" forceAA="0" compatLnSpc="1">
            <a:prstTxWarp prst="textNoShape">
              <a:avLst/>
            </a:prstTxWarp>
            <a:noAutofit/>
          </a:bodyPr>
          <a:lstStyle/>
          <a:p>
            <a:pPr marL="285750" indent="-285750">
              <a:spcBef>
                <a:spcPts val="900"/>
              </a:spcBef>
              <a:buClr>
                <a:schemeClr val="tx2"/>
              </a:buClr>
              <a:buFont typeface="Arial" panose="020B0604020202020204" pitchFamily="34" charset="0"/>
              <a:buChar char="•"/>
            </a:pPr>
            <a:r>
              <a:rPr lang="fr-FR" sz="1400" dirty="0">
                <a:solidFill>
                  <a:schemeClr val="tx1"/>
                </a:solidFill>
              </a:rPr>
              <a:t>Création de latence</a:t>
            </a:r>
          </a:p>
        </p:txBody>
      </p:sp>
      <p:sp>
        <p:nvSpPr>
          <p:cNvPr id="190" name="ZoneTexte 189">
            <a:extLst>
              <a:ext uri="{FF2B5EF4-FFF2-40B4-BE49-F238E27FC236}">
                <a16:creationId xmlns:a16="http://schemas.microsoft.com/office/drawing/2014/main" id="{8C6EBF7F-4490-6EB5-747B-F992FD5C1422}"/>
              </a:ext>
            </a:extLst>
          </p:cNvPr>
          <p:cNvSpPr txBox="1"/>
          <p:nvPr/>
        </p:nvSpPr>
        <p:spPr>
          <a:xfrm>
            <a:off x="10042417" y="4336531"/>
            <a:ext cx="1684756" cy="215444"/>
          </a:xfrm>
          <a:prstGeom prst="rect">
            <a:avLst/>
          </a:prstGeom>
          <a:solidFill>
            <a:schemeClr val="bg1"/>
          </a:solidFill>
        </p:spPr>
        <p:txBody>
          <a:bodyPr wrap="none" lIns="0" tIns="0" rIns="0" bIns="0" rtlCol="0">
            <a:spAutoFit/>
          </a:bodyPr>
          <a:lstStyle/>
          <a:p>
            <a:pPr algn="ctr"/>
            <a:r>
              <a:rPr lang="fr-FR" sz="1400" b="1" cap="all" dirty="0">
                <a:solidFill>
                  <a:schemeClr val="tx2"/>
                </a:solidFill>
                <a:latin typeface="+mj-lt"/>
              </a:rPr>
              <a:t>Inconvénients</a:t>
            </a:r>
          </a:p>
        </p:txBody>
      </p:sp>
      <p:sp>
        <p:nvSpPr>
          <p:cNvPr id="1025" name="Rectangle 1024">
            <a:extLst>
              <a:ext uri="{FF2B5EF4-FFF2-40B4-BE49-F238E27FC236}">
                <a16:creationId xmlns:a16="http://schemas.microsoft.com/office/drawing/2014/main" id="{FF93602C-8217-0481-071C-D041011C8C43}"/>
              </a:ext>
            </a:extLst>
          </p:cNvPr>
          <p:cNvSpPr/>
          <p:nvPr/>
        </p:nvSpPr>
        <p:spPr>
          <a:xfrm>
            <a:off x="6881875" y="4444254"/>
            <a:ext cx="2852433" cy="2012503"/>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108000" bIns="34290" numCol="1" spcCol="0" rtlCol="0" fromWordArt="0" anchor="t" anchorCtr="0" forceAA="0" compatLnSpc="1">
            <a:prstTxWarp prst="textNoShape">
              <a:avLst/>
            </a:prstTxWarp>
            <a:noAutofit/>
          </a:bodyPr>
          <a:lstStyle/>
          <a:p>
            <a:pPr marL="177800" indent="-177800">
              <a:spcBef>
                <a:spcPts val="600"/>
              </a:spcBef>
              <a:buClr>
                <a:schemeClr val="tx2"/>
              </a:buClr>
              <a:buFont typeface="Arial" panose="020B0604020202020204" pitchFamily="34" charset="0"/>
              <a:buChar char="•"/>
            </a:pPr>
            <a:r>
              <a:rPr lang="fr-FR" sz="1400" dirty="0">
                <a:solidFill>
                  <a:schemeClr val="tx1"/>
                </a:solidFill>
              </a:rPr>
              <a:t>Sécurisation de l’échange</a:t>
            </a:r>
          </a:p>
          <a:p>
            <a:pPr marL="177800" indent="-177800">
              <a:spcBef>
                <a:spcPts val="600"/>
              </a:spcBef>
              <a:buClr>
                <a:schemeClr val="tx2"/>
              </a:buClr>
              <a:buFont typeface="Arial" panose="020B0604020202020204" pitchFamily="34" charset="0"/>
              <a:buChar char="•"/>
            </a:pPr>
            <a:r>
              <a:rPr lang="fr-FR" sz="1400" dirty="0">
                <a:solidFill>
                  <a:schemeClr val="tx1"/>
                </a:solidFill>
              </a:rPr>
              <a:t>Couplage lâche entre API fournisseur et l’API exposée</a:t>
            </a:r>
          </a:p>
          <a:p>
            <a:pPr marL="184150">
              <a:buClr>
                <a:schemeClr val="tx2"/>
              </a:buClr>
            </a:pPr>
            <a:r>
              <a:rPr lang="fr-FR" sz="1000" dirty="0">
                <a:solidFill>
                  <a:schemeClr val="tx1"/>
                </a:solidFill>
              </a:rPr>
              <a:t>Possibilité de réduire le spectre des attributs par exemple</a:t>
            </a:r>
          </a:p>
          <a:p>
            <a:pPr marL="177800" indent="-177800">
              <a:spcBef>
                <a:spcPts val="600"/>
              </a:spcBef>
              <a:buClr>
                <a:schemeClr val="tx2"/>
              </a:buClr>
              <a:buFont typeface="Arial" panose="020B0604020202020204" pitchFamily="34" charset="0"/>
              <a:buChar char="•"/>
            </a:pPr>
            <a:r>
              <a:rPr lang="fr-FR" sz="1400" dirty="0">
                <a:solidFill>
                  <a:schemeClr val="tx1"/>
                </a:solidFill>
              </a:rPr>
              <a:t>Contrôle des accès et des SLA</a:t>
            </a:r>
          </a:p>
          <a:p>
            <a:pPr marL="177800" indent="-177800">
              <a:spcBef>
                <a:spcPts val="600"/>
              </a:spcBef>
              <a:buClr>
                <a:schemeClr val="tx2"/>
              </a:buClr>
              <a:buFont typeface="Arial" panose="020B0604020202020204" pitchFamily="34" charset="0"/>
              <a:buChar char="•"/>
            </a:pPr>
            <a:r>
              <a:rPr lang="fr-FR" sz="1400" dirty="0">
                <a:solidFill>
                  <a:schemeClr val="tx1"/>
                </a:solidFill>
              </a:rPr>
              <a:t>Traçabilité des usages</a:t>
            </a:r>
          </a:p>
        </p:txBody>
      </p:sp>
      <p:sp>
        <p:nvSpPr>
          <p:cNvPr id="1027" name="ZoneTexte 1026">
            <a:extLst>
              <a:ext uri="{FF2B5EF4-FFF2-40B4-BE49-F238E27FC236}">
                <a16:creationId xmlns:a16="http://schemas.microsoft.com/office/drawing/2014/main" id="{D51ED1EF-B9BB-B689-9DF9-0B5BA48F4598}"/>
              </a:ext>
            </a:extLst>
          </p:cNvPr>
          <p:cNvSpPr txBox="1"/>
          <p:nvPr/>
        </p:nvSpPr>
        <p:spPr>
          <a:xfrm>
            <a:off x="6965637" y="4348119"/>
            <a:ext cx="1452189"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Avantages</a:t>
            </a:r>
          </a:p>
        </p:txBody>
      </p:sp>
    </p:spTree>
    <p:extLst>
      <p:ext uri="{BB962C8B-B14F-4D97-AF65-F5344CB8AC3E}">
        <p14:creationId xmlns:p14="http://schemas.microsoft.com/office/powerpoint/2010/main" val="4215167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0DB6BCE8-89C3-D763-E048-A9C98A28A6F3}"/>
              </a:ext>
            </a:extLst>
          </p:cNvPr>
          <p:cNvSpPr/>
          <p:nvPr/>
        </p:nvSpPr>
        <p:spPr>
          <a:xfrm>
            <a:off x="6881876" y="1324372"/>
            <a:ext cx="5122281" cy="2978514"/>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16000" tIns="324000" rIns="360000" bIns="34290" numCol="1" spcCol="0" rtlCol="0" fromWordArt="0" anchor="t" anchorCtr="0" forceAA="0" compatLnSpc="1">
            <a:prstTxWarp prst="textNoShape">
              <a:avLst/>
            </a:prstTxWarp>
            <a:noAutofit/>
          </a:bodyPr>
          <a:lstStyle/>
          <a:p>
            <a:pPr marL="285750" indent="-285750" algn="just">
              <a:spcBef>
                <a:spcPts val="900"/>
              </a:spcBef>
              <a:buClr>
                <a:schemeClr val="tx2"/>
              </a:buClr>
              <a:buFont typeface="Arial" panose="020B0604020202020204" pitchFamily="34" charset="0"/>
              <a:buChar char="•"/>
            </a:pPr>
            <a:r>
              <a:rPr lang="fr-FR" sz="1400" dirty="0">
                <a:solidFill>
                  <a:schemeClr val="tx1"/>
                </a:solidFill>
              </a:rPr>
              <a:t>Les données exportées en interne passent par l’</a:t>
            </a:r>
            <a:r>
              <a:rPr lang="fr-FR" sz="1400" b="1" dirty="0">
                <a:solidFill>
                  <a:schemeClr val="tx1"/>
                </a:solidFill>
              </a:rPr>
              <a:t>ETL </a:t>
            </a:r>
            <a:r>
              <a:rPr lang="fr-FR" sz="1400" dirty="0">
                <a:solidFill>
                  <a:schemeClr val="tx1"/>
                </a:solidFill>
              </a:rPr>
              <a:t>où elles sont</a:t>
            </a:r>
            <a:r>
              <a:rPr lang="fr-FR" sz="1400" b="1" dirty="0">
                <a:solidFill>
                  <a:schemeClr val="tx1"/>
                </a:solidFill>
              </a:rPr>
              <a:t> transformées</a:t>
            </a:r>
            <a:r>
              <a:rPr lang="fr-FR" sz="1400" dirty="0">
                <a:solidFill>
                  <a:schemeClr val="tx1"/>
                </a:solidFill>
              </a:rPr>
              <a:t>.</a:t>
            </a:r>
          </a:p>
          <a:p>
            <a:pPr marL="285750" indent="-285750" algn="just">
              <a:spcBef>
                <a:spcPts val="900"/>
              </a:spcBef>
              <a:buClr>
                <a:schemeClr val="tx2"/>
              </a:buClr>
              <a:buFont typeface="Arial" panose="020B0604020202020204" pitchFamily="34" charset="0"/>
              <a:buChar char="•"/>
            </a:pPr>
            <a:r>
              <a:rPr lang="fr-FR" sz="1400" dirty="0">
                <a:solidFill>
                  <a:schemeClr val="tx1"/>
                </a:solidFill>
              </a:rPr>
              <a:t>L’interface d’intégration est en charge de livrer les fichiers sur un </a:t>
            </a:r>
            <a:r>
              <a:rPr lang="fr-FR" sz="1400" b="1" dirty="0">
                <a:solidFill>
                  <a:schemeClr val="tx1"/>
                </a:solidFill>
              </a:rPr>
              <a:t>quai de livraison sécurisé. </a:t>
            </a:r>
            <a:r>
              <a:rPr lang="fr-FR" sz="1400" dirty="0">
                <a:solidFill>
                  <a:schemeClr val="tx1"/>
                </a:solidFill>
              </a:rPr>
              <a:t>Le fichier stocké dans le quai de livraison peut avoir le </a:t>
            </a:r>
            <a:r>
              <a:rPr lang="fr-FR" sz="1400" b="1" dirty="0">
                <a:solidFill>
                  <a:schemeClr val="tx1"/>
                </a:solidFill>
              </a:rPr>
              <a:t>format cible</a:t>
            </a:r>
            <a:r>
              <a:rPr lang="fr-FR" sz="1400" dirty="0">
                <a:solidFill>
                  <a:schemeClr val="tx1"/>
                </a:solidFill>
              </a:rPr>
              <a:t>.</a:t>
            </a:r>
          </a:p>
          <a:p>
            <a:pPr marL="285750" indent="-285750" algn="just">
              <a:spcBef>
                <a:spcPts val="900"/>
              </a:spcBef>
              <a:buClr>
                <a:schemeClr val="tx2"/>
              </a:buClr>
              <a:buFont typeface="Arial" panose="020B0604020202020204" pitchFamily="34" charset="0"/>
              <a:buChar char="•"/>
            </a:pPr>
            <a:r>
              <a:rPr lang="fr-FR" sz="1400" dirty="0">
                <a:solidFill>
                  <a:schemeClr val="tx1"/>
                </a:solidFill>
              </a:rPr>
              <a:t>Les fichiers sont </a:t>
            </a:r>
            <a:r>
              <a:rPr lang="fr-FR" sz="1400" b="1" dirty="0">
                <a:solidFill>
                  <a:schemeClr val="tx1"/>
                </a:solidFill>
              </a:rPr>
              <a:t>consommés directement depuis le quai de livraison </a:t>
            </a:r>
            <a:r>
              <a:rPr lang="fr-FR" sz="1400" dirty="0">
                <a:solidFill>
                  <a:schemeClr val="tx1"/>
                </a:solidFill>
              </a:rPr>
              <a:t>par l’application externe</a:t>
            </a:r>
          </a:p>
        </p:txBody>
      </p:sp>
      <p:sp>
        <p:nvSpPr>
          <p:cNvPr id="26" name="ZoneTexte 25">
            <a:extLst>
              <a:ext uri="{FF2B5EF4-FFF2-40B4-BE49-F238E27FC236}">
                <a16:creationId xmlns:a16="http://schemas.microsoft.com/office/drawing/2014/main" id="{E3EED878-BEBE-1F22-7F52-1C8EC9C25A95}"/>
              </a:ext>
            </a:extLst>
          </p:cNvPr>
          <p:cNvSpPr txBox="1"/>
          <p:nvPr/>
        </p:nvSpPr>
        <p:spPr>
          <a:xfrm>
            <a:off x="7175297" y="1243579"/>
            <a:ext cx="1452189"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Déroulé</a:t>
            </a:r>
          </a:p>
        </p:txBody>
      </p:sp>
      <p:sp>
        <p:nvSpPr>
          <p:cNvPr id="11" name="Espace réservé du texte 10">
            <a:extLst>
              <a:ext uri="{FF2B5EF4-FFF2-40B4-BE49-F238E27FC236}">
                <a16:creationId xmlns:a16="http://schemas.microsoft.com/office/drawing/2014/main" id="{CB328C86-B14A-6EFC-D63F-FD0CD1C47D5C}"/>
              </a:ext>
            </a:extLst>
          </p:cNvPr>
          <p:cNvSpPr>
            <a:spLocks noGrp="1"/>
          </p:cNvSpPr>
          <p:nvPr>
            <p:ph type="body" sz="quarter" idx="35"/>
          </p:nvPr>
        </p:nvSpPr>
        <p:spPr/>
        <p:txBody>
          <a:bodyPr/>
          <a:lstStyle/>
          <a:p>
            <a:r>
              <a:rPr lang="fr-FR" dirty="0"/>
              <a:t>Implémentation ETL</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COOKBOOK des systèmes d’échange : Setup de données de référence</a:t>
            </a:r>
          </a:p>
        </p:txBody>
      </p:sp>
      <p:sp>
        <p:nvSpPr>
          <p:cNvPr id="90" name="Rectangle 89">
            <a:extLst>
              <a:ext uri="{FF2B5EF4-FFF2-40B4-BE49-F238E27FC236}">
                <a16:creationId xmlns:a16="http://schemas.microsoft.com/office/drawing/2014/main" id="{D5AED041-1C2A-6ADC-C5AB-2ECADB6FBC10}"/>
              </a:ext>
            </a:extLst>
          </p:cNvPr>
          <p:cNvSpPr/>
          <p:nvPr/>
        </p:nvSpPr>
        <p:spPr>
          <a:xfrm>
            <a:off x="429175" y="3429000"/>
            <a:ext cx="6279969" cy="3018118"/>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92" name="ZoneTexte 91">
            <a:extLst>
              <a:ext uri="{FF2B5EF4-FFF2-40B4-BE49-F238E27FC236}">
                <a16:creationId xmlns:a16="http://schemas.microsoft.com/office/drawing/2014/main" id="{457037C8-69C5-E425-A716-48C76CFB7602}"/>
              </a:ext>
            </a:extLst>
          </p:cNvPr>
          <p:cNvSpPr txBox="1"/>
          <p:nvPr/>
        </p:nvSpPr>
        <p:spPr>
          <a:xfrm>
            <a:off x="688858" y="3340021"/>
            <a:ext cx="3829371" cy="215444"/>
          </a:xfrm>
          <a:prstGeom prst="rect">
            <a:avLst/>
          </a:prstGeom>
          <a:solidFill>
            <a:schemeClr val="bg1"/>
          </a:solidFill>
        </p:spPr>
        <p:txBody>
          <a:bodyPr wrap="square" lIns="27000" tIns="0" rIns="27000" bIns="0" rtlCol="0">
            <a:spAutoFit/>
          </a:bodyPr>
          <a:lstStyle/>
          <a:p>
            <a:pPr algn="ctr"/>
            <a:r>
              <a:rPr lang="en-US" sz="1400" b="1" cap="all">
                <a:solidFill>
                  <a:schemeClr val="tx2"/>
                </a:solidFill>
                <a:latin typeface="+mj-lt"/>
              </a:rPr>
              <a:t>Architecture </a:t>
            </a:r>
            <a:r>
              <a:rPr lang="fr-FR" sz="1400" b="1" cap="all">
                <a:solidFill>
                  <a:schemeClr val="tx2"/>
                </a:solidFill>
                <a:latin typeface="+mj-lt"/>
              </a:rPr>
              <a:t>Recommandée</a:t>
            </a:r>
          </a:p>
        </p:txBody>
      </p:sp>
      <p:sp>
        <p:nvSpPr>
          <p:cNvPr id="142" name="Ellipse 141">
            <a:extLst>
              <a:ext uri="{FF2B5EF4-FFF2-40B4-BE49-F238E27FC236}">
                <a16:creationId xmlns:a16="http://schemas.microsoft.com/office/drawing/2014/main" id="{F7EA8BD5-AC7C-0E0F-B64E-908AD0CCB36C}"/>
              </a:ext>
            </a:extLst>
          </p:cNvPr>
          <p:cNvSpPr/>
          <p:nvPr/>
        </p:nvSpPr>
        <p:spPr>
          <a:xfrm>
            <a:off x="7030278" y="2150649"/>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143" name="Ellipse 142">
            <a:extLst>
              <a:ext uri="{FF2B5EF4-FFF2-40B4-BE49-F238E27FC236}">
                <a16:creationId xmlns:a16="http://schemas.microsoft.com/office/drawing/2014/main" id="{F9DD6BC4-E134-BEE7-2164-F6DAEC5AA17B}"/>
              </a:ext>
            </a:extLst>
          </p:cNvPr>
          <p:cNvSpPr/>
          <p:nvPr/>
        </p:nvSpPr>
        <p:spPr>
          <a:xfrm>
            <a:off x="7030278" y="1648055"/>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3" name="Ellipse 2">
            <a:extLst>
              <a:ext uri="{FF2B5EF4-FFF2-40B4-BE49-F238E27FC236}">
                <a16:creationId xmlns:a16="http://schemas.microsoft.com/office/drawing/2014/main" id="{34DBE88B-99B3-C494-3B0E-2FEA959FDB66}"/>
              </a:ext>
            </a:extLst>
          </p:cNvPr>
          <p:cNvSpPr/>
          <p:nvPr/>
        </p:nvSpPr>
        <p:spPr>
          <a:xfrm>
            <a:off x="7030277" y="3113061"/>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14" name="Rectangle 13">
            <a:extLst>
              <a:ext uri="{FF2B5EF4-FFF2-40B4-BE49-F238E27FC236}">
                <a16:creationId xmlns:a16="http://schemas.microsoft.com/office/drawing/2014/main" id="{3B928A55-7BD5-3531-80C7-67E4E893C7D2}"/>
              </a:ext>
            </a:extLst>
          </p:cNvPr>
          <p:cNvSpPr/>
          <p:nvPr/>
        </p:nvSpPr>
        <p:spPr>
          <a:xfrm>
            <a:off x="429174" y="1324441"/>
            <a:ext cx="6279969" cy="850730"/>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Clr>
                <a:schemeClr val="tx2"/>
              </a:buClr>
              <a:buFont typeface="Arial" panose="020B0604020202020204" pitchFamily="34" charset="0"/>
              <a:buChar char="•"/>
            </a:pPr>
            <a:r>
              <a:rPr lang="fr-FR" sz="1400" dirty="0">
                <a:solidFill>
                  <a:schemeClr val="tx1"/>
                </a:solidFill>
              </a:rPr>
              <a:t>Traitement planifié d’une grande quantité de données</a:t>
            </a:r>
          </a:p>
          <a:p>
            <a:pPr marL="285750" indent="-285750">
              <a:buClr>
                <a:schemeClr val="tx2"/>
              </a:buClr>
              <a:buFont typeface="Arial" panose="020B0604020202020204" pitchFamily="34" charset="0"/>
              <a:buChar char="•"/>
            </a:pPr>
            <a:r>
              <a:rPr lang="fr-FR" sz="1400" dirty="0">
                <a:solidFill>
                  <a:schemeClr val="tx1"/>
                </a:solidFill>
              </a:rPr>
              <a:t>Setup des abonnés d’un pub/</a:t>
            </a:r>
            <a:r>
              <a:rPr lang="fr-FR" sz="1400" dirty="0" err="1">
                <a:solidFill>
                  <a:schemeClr val="tx1"/>
                </a:solidFill>
              </a:rPr>
              <a:t>sub</a:t>
            </a:r>
            <a:endParaRPr lang="fr-FR" sz="1400" dirty="0">
              <a:solidFill>
                <a:schemeClr val="tx1"/>
              </a:solidFill>
            </a:endParaRPr>
          </a:p>
        </p:txBody>
      </p:sp>
      <p:sp>
        <p:nvSpPr>
          <p:cNvPr id="15" name="ZoneTexte 14">
            <a:extLst>
              <a:ext uri="{FF2B5EF4-FFF2-40B4-BE49-F238E27FC236}">
                <a16:creationId xmlns:a16="http://schemas.microsoft.com/office/drawing/2014/main" id="{6B03CA71-88D5-C25D-E9A5-15D094A0DDE3}"/>
              </a:ext>
            </a:extLst>
          </p:cNvPr>
          <p:cNvSpPr txBox="1"/>
          <p:nvPr/>
        </p:nvSpPr>
        <p:spPr>
          <a:xfrm>
            <a:off x="753697" y="1211060"/>
            <a:ext cx="1602841" cy="215444"/>
          </a:xfrm>
          <a:prstGeom prst="rect">
            <a:avLst/>
          </a:prstGeom>
          <a:solidFill>
            <a:schemeClr val="bg1"/>
          </a:solidFill>
        </p:spPr>
        <p:txBody>
          <a:bodyPr wrap="square" lIns="27000" tIns="0" rIns="27000" bIns="0" rtlCol="0">
            <a:spAutoFit/>
          </a:bodyPr>
          <a:lstStyle/>
          <a:p>
            <a:pPr algn="ctr"/>
            <a:r>
              <a:rPr lang="en-US" sz="1400" b="1" cap="all" dirty="0">
                <a:solidFill>
                  <a:schemeClr val="tx2"/>
                </a:solidFill>
                <a:latin typeface="+mj-lt"/>
              </a:rPr>
              <a:t>Use case</a:t>
            </a:r>
          </a:p>
        </p:txBody>
      </p:sp>
      <p:sp>
        <p:nvSpPr>
          <p:cNvPr id="16" name="Rectangle 15">
            <a:extLst>
              <a:ext uri="{FF2B5EF4-FFF2-40B4-BE49-F238E27FC236}">
                <a16:creationId xmlns:a16="http://schemas.microsoft.com/office/drawing/2014/main" id="{2B6370C5-00E5-9FA3-9DDA-11DE3CA4036D}"/>
              </a:ext>
            </a:extLst>
          </p:cNvPr>
          <p:cNvSpPr/>
          <p:nvPr/>
        </p:nvSpPr>
        <p:spPr>
          <a:xfrm>
            <a:off x="429174" y="2396753"/>
            <a:ext cx="6279969" cy="848142"/>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Clr>
                <a:schemeClr val="tx2"/>
              </a:buClr>
              <a:buFont typeface="Arial" panose="020B0604020202020204" pitchFamily="34" charset="0"/>
              <a:buChar char="•"/>
            </a:pPr>
            <a:r>
              <a:rPr lang="fr-FR" sz="1400">
                <a:solidFill>
                  <a:schemeClr val="tx1"/>
                </a:solidFill>
              </a:rPr>
              <a:t>Alimentation de la BI (référentiel salesforce)</a:t>
            </a:r>
            <a:endParaRPr lang="fr-FR" sz="1400" dirty="0">
              <a:solidFill>
                <a:schemeClr val="tx1"/>
              </a:solidFill>
            </a:endParaRPr>
          </a:p>
        </p:txBody>
      </p:sp>
      <p:sp>
        <p:nvSpPr>
          <p:cNvPr id="17" name="ZoneTexte 16">
            <a:extLst>
              <a:ext uri="{FF2B5EF4-FFF2-40B4-BE49-F238E27FC236}">
                <a16:creationId xmlns:a16="http://schemas.microsoft.com/office/drawing/2014/main" id="{62B4CD33-3AB8-9AD1-5DFE-F772BD9C0FCD}"/>
              </a:ext>
            </a:extLst>
          </p:cNvPr>
          <p:cNvSpPr txBox="1"/>
          <p:nvPr/>
        </p:nvSpPr>
        <p:spPr>
          <a:xfrm>
            <a:off x="753697" y="2277001"/>
            <a:ext cx="1602841" cy="215444"/>
          </a:xfrm>
          <a:prstGeom prst="rect">
            <a:avLst/>
          </a:prstGeom>
          <a:solidFill>
            <a:schemeClr val="bg1"/>
          </a:solidFill>
        </p:spPr>
        <p:txBody>
          <a:bodyPr wrap="square" lIns="27000" tIns="0" rIns="27000" bIns="0" rtlCol="0">
            <a:spAutoFit/>
          </a:bodyPr>
          <a:lstStyle/>
          <a:p>
            <a:pPr algn="ctr"/>
            <a:r>
              <a:rPr lang="en-US" sz="1400" b="1" cap="all" err="1">
                <a:solidFill>
                  <a:schemeClr val="tx2"/>
                </a:solidFill>
                <a:latin typeface="+mj-lt"/>
              </a:rPr>
              <a:t>Exemple</a:t>
            </a:r>
            <a:endParaRPr lang="en-US" sz="1400" b="1" cap="all">
              <a:solidFill>
                <a:schemeClr val="tx2"/>
              </a:solidFill>
              <a:latin typeface="+mj-lt"/>
            </a:endParaRPr>
          </a:p>
        </p:txBody>
      </p:sp>
      <p:sp>
        <p:nvSpPr>
          <p:cNvPr id="4" name="Rectangle 3">
            <a:extLst>
              <a:ext uri="{FF2B5EF4-FFF2-40B4-BE49-F238E27FC236}">
                <a16:creationId xmlns:a16="http://schemas.microsoft.com/office/drawing/2014/main" id="{852678BA-7238-81A3-40A3-6AE668D5ADBD}"/>
              </a:ext>
            </a:extLst>
          </p:cNvPr>
          <p:cNvSpPr/>
          <p:nvPr/>
        </p:nvSpPr>
        <p:spPr>
          <a:xfrm>
            <a:off x="670052" y="4652698"/>
            <a:ext cx="992251" cy="572453"/>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ctr"/>
          <a:lstStyle/>
          <a:p>
            <a:pPr algn="ctr" defTabSz="685800"/>
            <a:r>
              <a:rPr lang="en-US" sz="1050" b="1" kern="0">
                <a:solidFill>
                  <a:prstClr val="black"/>
                </a:solidFill>
              </a:rPr>
              <a:t>Application interne</a:t>
            </a:r>
          </a:p>
        </p:txBody>
      </p:sp>
      <p:cxnSp>
        <p:nvCxnSpPr>
          <p:cNvPr id="6" name="Connecteur droit avec flèche 149">
            <a:extLst>
              <a:ext uri="{FF2B5EF4-FFF2-40B4-BE49-F238E27FC236}">
                <a16:creationId xmlns:a16="http://schemas.microsoft.com/office/drawing/2014/main" id="{A7CD54C9-1859-ADC5-114B-3E5C6A622396}"/>
              </a:ext>
            </a:extLst>
          </p:cNvPr>
          <p:cNvCxnSpPr>
            <a:cxnSpLocks/>
            <a:stCxn id="4" idx="3"/>
            <a:endCxn id="9" idx="1"/>
          </p:cNvCxnSpPr>
          <p:nvPr/>
        </p:nvCxnSpPr>
        <p:spPr>
          <a:xfrm>
            <a:off x="1662303" y="4938924"/>
            <a:ext cx="651339" cy="0"/>
          </a:xfrm>
          <a:prstGeom prst="bentConnector3">
            <a:avLst>
              <a:gd name="adj1" fmla="val 50000"/>
            </a:avLst>
          </a:prstGeom>
          <a:noFill/>
          <a:ln w="19050" cap="flat" cmpd="sng" algn="ctr">
            <a:solidFill>
              <a:srgbClr val="002B41"/>
            </a:solidFill>
            <a:prstDash val="solid"/>
            <a:headEnd type="triangle" w="med" len="med"/>
            <a:tailEnd type="triangle" w="med" len="med"/>
          </a:ln>
          <a:effectLst>
            <a:outerShdw blurRad="40000" dist="20000" dir="5400000" rotWithShape="0">
              <a:srgbClr val="000000">
                <a:alpha val="38000"/>
              </a:srgbClr>
            </a:outerShdw>
          </a:effectLst>
        </p:spPr>
      </p:cxnSp>
      <p:sp>
        <p:nvSpPr>
          <p:cNvPr id="8" name="Rectangle 7">
            <a:extLst>
              <a:ext uri="{FF2B5EF4-FFF2-40B4-BE49-F238E27FC236}">
                <a16:creationId xmlns:a16="http://schemas.microsoft.com/office/drawing/2014/main" id="{E2DE724B-846D-3DEB-C15D-AD390DE268C6}"/>
              </a:ext>
            </a:extLst>
          </p:cNvPr>
          <p:cNvSpPr/>
          <p:nvPr/>
        </p:nvSpPr>
        <p:spPr>
          <a:xfrm>
            <a:off x="5451479" y="4646213"/>
            <a:ext cx="1119815" cy="585423"/>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ctr"/>
          <a:lstStyle/>
          <a:p>
            <a:pPr algn="ctr" defTabSz="685800"/>
            <a:r>
              <a:rPr lang="en-US" sz="1050" b="1" kern="0">
                <a:solidFill>
                  <a:prstClr val="black"/>
                </a:solidFill>
              </a:rPr>
              <a:t>Application </a:t>
            </a:r>
            <a:r>
              <a:rPr lang="en-US" sz="1050" b="1" kern="0" err="1">
                <a:solidFill>
                  <a:prstClr val="black"/>
                </a:solidFill>
              </a:rPr>
              <a:t>externe</a:t>
            </a:r>
            <a:endParaRPr lang="en-US" sz="1050" b="1" kern="0">
              <a:solidFill>
                <a:prstClr val="black"/>
              </a:solidFill>
            </a:endParaRPr>
          </a:p>
        </p:txBody>
      </p:sp>
      <p:sp>
        <p:nvSpPr>
          <p:cNvPr id="9" name="Rectangle 8">
            <a:extLst>
              <a:ext uri="{FF2B5EF4-FFF2-40B4-BE49-F238E27FC236}">
                <a16:creationId xmlns:a16="http://schemas.microsoft.com/office/drawing/2014/main" id="{961E3BF0-BD42-9813-CEF7-4D8E498FAA06}"/>
              </a:ext>
            </a:extLst>
          </p:cNvPr>
          <p:cNvSpPr/>
          <p:nvPr/>
        </p:nvSpPr>
        <p:spPr>
          <a:xfrm>
            <a:off x="2313641" y="4652698"/>
            <a:ext cx="992251" cy="572453"/>
          </a:xfrm>
          <a:prstGeom prst="rect">
            <a:avLst/>
          </a:prstGeom>
          <a:solidFill>
            <a:sysClr val="window" lastClr="FFFFFF"/>
          </a:solidFill>
          <a:ln w="9525" cap="flat" cmpd="sng" algn="ctr">
            <a:solidFill>
              <a:sysClr val="windowText" lastClr="000000">
                <a:shade val="95000"/>
                <a:satMod val="105000"/>
              </a:sysClr>
            </a:solidFill>
            <a:prstDash val="sysDash"/>
          </a:ln>
          <a:effectLst/>
        </p:spPr>
        <p:txBody>
          <a:bodyPr lIns="36000" tIns="36000" rIns="36000" bIns="36000" rtlCol="0" anchor="ctr"/>
          <a:lstStyle/>
          <a:p>
            <a:pPr algn="ctr"/>
            <a:r>
              <a:rPr lang="en-US" sz="1000" b="1" i="1" kern="0">
                <a:solidFill>
                  <a:prstClr val="black"/>
                </a:solidFill>
                <a:latin typeface="Trebuchet MS"/>
              </a:rPr>
              <a:t>Interface </a:t>
            </a:r>
            <a:r>
              <a:rPr lang="en-US" sz="1000" b="1" i="1" kern="0" err="1">
                <a:solidFill>
                  <a:prstClr val="black"/>
                </a:solidFill>
                <a:latin typeface="Trebuchet MS"/>
              </a:rPr>
              <a:t>d’intégration</a:t>
            </a:r>
            <a:endParaRPr lang="en-US" sz="1000" b="1" i="1" kern="0">
              <a:solidFill>
                <a:prstClr val="black"/>
              </a:solidFill>
              <a:latin typeface="Trebuchet MS"/>
            </a:endParaRPr>
          </a:p>
        </p:txBody>
      </p:sp>
      <p:grpSp>
        <p:nvGrpSpPr>
          <p:cNvPr id="10" name="Groupe 9">
            <a:extLst>
              <a:ext uri="{FF2B5EF4-FFF2-40B4-BE49-F238E27FC236}">
                <a16:creationId xmlns:a16="http://schemas.microsoft.com/office/drawing/2014/main" id="{6DC2D9E1-AD03-87DA-742E-1A11314196AA}"/>
              </a:ext>
            </a:extLst>
          </p:cNvPr>
          <p:cNvGrpSpPr/>
          <p:nvPr/>
        </p:nvGrpSpPr>
        <p:grpSpPr>
          <a:xfrm>
            <a:off x="1863761" y="5067981"/>
            <a:ext cx="190818" cy="228981"/>
            <a:chOff x="7496175" y="2273951"/>
            <a:chExt cx="561964" cy="653059"/>
          </a:xfrm>
        </p:grpSpPr>
        <p:sp>
          <p:nvSpPr>
            <p:cNvPr id="13" name="Carré corné 67">
              <a:extLst>
                <a:ext uri="{FF2B5EF4-FFF2-40B4-BE49-F238E27FC236}">
                  <a16:creationId xmlns:a16="http://schemas.microsoft.com/office/drawing/2014/main" id="{29D18A9A-5491-8E02-7E65-B23D785B54A8}"/>
                </a:ext>
              </a:extLst>
            </p:cNvPr>
            <p:cNvSpPr/>
            <p:nvPr/>
          </p:nvSpPr>
          <p:spPr>
            <a:xfrm rot="10800000">
              <a:off x="7496175" y="2273951"/>
              <a:ext cx="438150" cy="553056"/>
            </a:xfrm>
            <a:prstGeom prst="foldedCorner">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1350"/>
            </a:p>
          </p:txBody>
        </p:sp>
        <p:sp>
          <p:nvSpPr>
            <p:cNvPr id="20" name="Carré corné 68">
              <a:extLst>
                <a:ext uri="{FF2B5EF4-FFF2-40B4-BE49-F238E27FC236}">
                  <a16:creationId xmlns:a16="http://schemas.microsoft.com/office/drawing/2014/main" id="{00CEE8A0-AC77-23EB-7972-EAA5C42B07D2}"/>
                </a:ext>
              </a:extLst>
            </p:cNvPr>
            <p:cNvSpPr/>
            <p:nvPr/>
          </p:nvSpPr>
          <p:spPr>
            <a:xfrm rot="10800000">
              <a:off x="7553320" y="2316809"/>
              <a:ext cx="438150" cy="553056"/>
            </a:xfrm>
            <a:prstGeom prst="foldedCorner">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1350"/>
            </a:p>
          </p:txBody>
        </p:sp>
        <p:sp>
          <p:nvSpPr>
            <p:cNvPr id="21" name="Carré corné 69">
              <a:extLst>
                <a:ext uri="{FF2B5EF4-FFF2-40B4-BE49-F238E27FC236}">
                  <a16:creationId xmlns:a16="http://schemas.microsoft.com/office/drawing/2014/main" id="{B0222CF0-39A8-687D-9FEA-F4A10AA8687E}"/>
                </a:ext>
              </a:extLst>
            </p:cNvPr>
            <p:cNvSpPr/>
            <p:nvPr/>
          </p:nvSpPr>
          <p:spPr>
            <a:xfrm rot="10800000">
              <a:off x="7619989" y="2373954"/>
              <a:ext cx="438150" cy="553056"/>
            </a:xfrm>
            <a:prstGeom prst="foldedCorner">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1350"/>
            </a:p>
          </p:txBody>
        </p:sp>
        <p:cxnSp>
          <p:nvCxnSpPr>
            <p:cNvPr id="22" name="Connecteur droit 21">
              <a:extLst>
                <a:ext uri="{FF2B5EF4-FFF2-40B4-BE49-F238E27FC236}">
                  <a16:creationId xmlns:a16="http://schemas.microsoft.com/office/drawing/2014/main" id="{A1F4033E-28E5-0AA4-F8DC-7F8E6DE081B8}"/>
                </a:ext>
              </a:extLst>
            </p:cNvPr>
            <p:cNvCxnSpPr/>
            <p:nvPr/>
          </p:nvCxnSpPr>
          <p:spPr>
            <a:xfrm>
              <a:off x="7677064" y="2497777"/>
              <a:ext cx="324000" cy="0"/>
            </a:xfrm>
            <a:prstGeom prst="line">
              <a:avLst/>
            </a:prstGeom>
            <a:ln w="12700">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Connecteur droit 27">
              <a:extLst>
                <a:ext uri="{FF2B5EF4-FFF2-40B4-BE49-F238E27FC236}">
                  <a16:creationId xmlns:a16="http://schemas.microsoft.com/office/drawing/2014/main" id="{7CE24CBC-C686-77CE-A7F2-1A9F4091ED86}"/>
                </a:ext>
              </a:extLst>
            </p:cNvPr>
            <p:cNvCxnSpPr/>
            <p:nvPr/>
          </p:nvCxnSpPr>
          <p:spPr>
            <a:xfrm>
              <a:off x="7677064" y="2607670"/>
              <a:ext cx="324000" cy="0"/>
            </a:xfrm>
            <a:prstGeom prst="line">
              <a:avLst/>
            </a:prstGeom>
            <a:ln w="12700">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9" name="Connecteur droit 28">
              <a:extLst>
                <a:ext uri="{FF2B5EF4-FFF2-40B4-BE49-F238E27FC236}">
                  <a16:creationId xmlns:a16="http://schemas.microsoft.com/office/drawing/2014/main" id="{EFFE7ADC-779A-6159-5401-E60A4B87F601}"/>
                </a:ext>
              </a:extLst>
            </p:cNvPr>
            <p:cNvCxnSpPr/>
            <p:nvPr/>
          </p:nvCxnSpPr>
          <p:spPr>
            <a:xfrm>
              <a:off x="7677064" y="2717563"/>
              <a:ext cx="324000" cy="0"/>
            </a:xfrm>
            <a:prstGeom prst="line">
              <a:avLst/>
            </a:prstGeom>
            <a:ln w="12700">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0" name="Connecteur droit 29">
              <a:extLst>
                <a:ext uri="{FF2B5EF4-FFF2-40B4-BE49-F238E27FC236}">
                  <a16:creationId xmlns:a16="http://schemas.microsoft.com/office/drawing/2014/main" id="{1CB2D06D-BC03-7982-56DF-709ABBF5F324}"/>
                </a:ext>
              </a:extLst>
            </p:cNvPr>
            <p:cNvCxnSpPr/>
            <p:nvPr/>
          </p:nvCxnSpPr>
          <p:spPr>
            <a:xfrm>
              <a:off x="7677064" y="2827457"/>
              <a:ext cx="324000" cy="0"/>
            </a:xfrm>
            <a:prstGeom prst="line">
              <a:avLst/>
            </a:prstGeom>
            <a:ln w="12700">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grpSp>
      <p:sp>
        <p:nvSpPr>
          <p:cNvPr id="31" name="Organigramme : Données 30">
            <a:extLst>
              <a:ext uri="{FF2B5EF4-FFF2-40B4-BE49-F238E27FC236}">
                <a16:creationId xmlns:a16="http://schemas.microsoft.com/office/drawing/2014/main" id="{E7796A51-BE97-B406-7CA6-FF5E9AB53E10}"/>
              </a:ext>
            </a:extLst>
          </p:cNvPr>
          <p:cNvSpPr/>
          <p:nvPr/>
        </p:nvSpPr>
        <p:spPr>
          <a:xfrm>
            <a:off x="1771604" y="4839946"/>
            <a:ext cx="419799" cy="190818"/>
          </a:xfrm>
          <a:prstGeom prst="flowChartInputOutput">
            <a:avLst/>
          </a:prstGeom>
          <a:solidFill>
            <a:schemeClr val="bg1"/>
          </a:solidFill>
          <a:ln>
            <a:solidFill>
              <a:schemeClr val="tx1">
                <a:lumMod val="65000"/>
                <a:lumOff val="35000"/>
              </a:schemeClr>
            </a:solidFill>
            <a:prstDash val="sysDash"/>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34290" rIns="0" bIns="34290" numCol="1" spcCol="0" rtlCol="0" fromWordArt="0" anchor="ctr" anchorCtr="0" forceAA="0" compatLnSpc="1">
            <a:prstTxWarp prst="textNoShape">
              <a:avLst/>
            </a:prstTxWarp>
            <a:noAutofit/>
          </a:bodyPr>
          <a:lstStyle/>
          <a:p>
            <a:pPr algn="ctr"/>
            <a:r>
              <a:rPr lang="en-US" sz="675" b="1">
                <a:solidFill>
                  <a:schemeClr val="tx1"/>
                </a:solidFill>
              </a:rPr>
              <a:t>ETL</a:t>
            </a:r>
          </a:p>
        </p:txBody>
      </p:sp>
      <p:sp>
        <p:nvSpPr>
          <p:cNvPr id="32" name="Rectangle 31">
            <a:extLst>
              <a:ext uri="{FF2B5EF4-FFF2-40B4-BE49-F238E27FC236}">
                <a16:creationId xmlns:a16="http://schemas.microsoft.com/office/drawing/2014/main" id="{A30FE67F-E079-C71B-A8B5-C7F767307799}"/>
              </a:ext>
            </a:extLst>
          </p:cNvPr>
          <p:cNvSpPr/>
          <p:nvPr/>
        </p:nvSpPr>
        <p:spPr>
          <a:xfrm>
            <a:off x="3373985" y="4652697"/>
            <a:ext cx="1207485" cy="570827"/>
          </a:xfrm>
          <a:prstGeom prst="rect">
            <a:avLst/>
          </a:prstGeom>
          <a:solidFill>
            <a:sysClr val="window" lastClr="FFFFFF">
              <a:lumMod val="95000"/>
            </a:sysClr>
          </a:solidFill>
          <a:ln w="9525" cap="flat" cmpd="sng" algn="ctr">
            <a:solidFill>
              <a:schemeClr val="tx2"/>
            </a:solidFill>
            <a:prstDash val="solid"/>
          </a:ln>
          <a:effectLst/>
        </p:spPr>
        <p:txBody>
          <a:bodyPr lIns="162000" rIns="0" rtlCol="0" anchor="ctr"/>
          <a:lstStyle/>
          <a:p>
            <a:pPr algn="ctr" defTabSz="685800"/>
            <a:r>
              <a:rPr lang="fr-FR" sz="1050" b="1" kern="0"/>
              <a:t>Delivery dock </a:t>
            </a:r>
            <a:br>
              <a:rPr lang="fr-FR" sz="1050" b="1" kern="0"/>
            </a:br>
            <a:r>
              <a:rPr lang="fr-FR" sz="1050" b="1" kern="0"/>
              <a:t>(SFTP)</a:t>
            </a:r>
          </a:p>
        </p:txBody>
      </p:sp>
      <p:grpSp>
        <p:nvGrpSpPr>
          <p:cNvPr id="33" name="Groupe 32">
            <a:extLst>
              <a:ext uri="{FF2B5EF4-FFF2-40B4-BE49-F238E27FC236}">
                <a16:creationId xmlns:a16="http://schemas.microsoft.com/office/drawing/2014/main" id="{37131EC2-6411-368D-35CB-AF549FEE57F0}"/>
              </a:ext>
            </a:extLst>
          </p:cNvPr>
          <p:cNvGrpSpPr>
            <a:grpSpLocks noChangeAspect="1"/>
          </p:cNvGrpSpPr>
          <p:nvPr/>
        </p:nvGrpSpPr>
        <p:grpSpPr>
          <a:xfrm>
            <a:off x="3410497" y="4783530"/>
            <a:ext cx="148815" cy="126036"/>
            <a:chOff x="9164362" y="4143472"/>
            <a:chExt cx="612443" cy="518700"/>
          </a:xfrm>
          <a:solidFill>
            <a:schemeClr val="tx2"/>
          </a:solidFill>
        </p:grpSpPr>
        <p:sp>
          <p:nvSpPr>
            <p:cNvPr id="34" name="Arrondir un rectangle avec un coin du même côté 488">
              <a:extLst>
                <a:ext uri="{FF2B5EF4-FFF2-40B4-BE49-F238E27FC236}">
                  <a16:creationId xmlns:a16="http://schemas.microsoft.com/office/drawing/2014/main" id="{F8B3E7A7-FA11-B9BA-B08F-561DC64F4D83}"/>
                </a:ext>
              </a:extLst>
            </p:cNvPr>
            <p:cNvSpPr/>
            <p:nvPr/>
          </p:nvSpPr>
          <p:spPr>
            <a:xfrm>
              <a:off x="9229157" y="4146549"/>
              <a:ext cx="545554" cy="207728"/>
            </a:xfrm>
            <a:prstGeom prst="round2SameRect">
              <a:avLst>
                <a:gd name="adj1" fmla="val 27367"/>
                <a:gd name="adj2" fmla="val 0"/>
              </a:avLst>
            </a:prstGeom>
            <a:grpFill/>
            <a:ln w="9525" cap="flat" cmpd="sng" algn="ctr">
              <a:solidFill>
                <a:schemeClr val="tx2"/>
              </a:solidFill>
              <a:prstDash val="solid"/>
            </a:ln>
            <a:effectLst>
              <a:outerShdw blurRad="40000" dist="23000" dir="5400000" rotWithShape="0">
                <a:srgbClr val="000000">
                  <a:alpha val="35000"/>
                </a:srgbClr>
              </a:outerShdw>
            </a:effectLst>
          </p:spPr>
          <p:txBody>
            <a:bodyPr rtlCol="0" anchor="ctr"/>
            <a:lstStyle/>
            <a:p>
              <a:pPr algn="ctr" defTabSz="685800">
                <a:defRPr/>
              </a:pPr>
              <a:endParaRPr lang="fr-FR" sz="1350" kern="0">
                <a:solidFill>
                  <a:prstClr val="black"/>
                </a:solidFill>
                <a:latin typeface="Trebuchet MS"/>
              </a:endParaRPr>
            </a:p>
          </p:txBody>
        </p:sp>
        <p:sp>
          <p:nvSpPr>
            <p:cNvPr id="35" name="Forme libre 486">
              <a:extLst>
                <a:ext uri="{FF2B5EF4-FFF2-40B4-BE49-F238E27FC236}">
                  <a16:creationId xmlns:a16="http://schemas.microsoft.com/office/drawing/2014/main" id="{77C20B9B-14C1-D1C0-FBA4-4B9A9158954A}"/>
                </a:ext>
              </a:extLst>
            </p:cNvPr>
            <p:cNvSpPr/>
            <p:nvPr/>
          </p:nvSpPr>
          <p:spPr>
            <a:xfrm>
              <a:off x="9164362" y="4143472"/>
              <a:ext cx="612443" cy="518700"/>
            </a:xfrm>
            <a:custGeom>
              <a:avLst/>
              <a:gdLst>
                <a:gd name="connsiteX0" fmla="*/ 45561 w 612443"/>
                <a:gd name="connsiteY0" fmla="*/ 0 h 518700"/>
                <a:gd name="connsiteX1" fmla="*/ 175200 w 612443"/>
                <a:gd name="connsiteY1" fmla="*/ 0 h 518700"/>
                <a:gd name="connsiteX2" fmla="*/ 177281 w 612443"/>
                <a:gd name="connsiteY2" fmla="*/ 0 h 518700"/>
                <a:gd name="connsiteX3" fmla="*/ 177281 w 612443"/>
                <a:gd name="connsiteY3" fmla="*/ 3118 h 518700"/>
                <a:gd name="connsiteX4" fmla="*/ 220919 w 612443"/>
                <a:gd name="connsiteY4" fmla="*/ 68493 h 518700"/>
                <a:gd name="connsiteX5" fmla="*/ 284608 w 612443"/>
                <a:gd name="connsiteY5" fmla="*/ 68493 h 518700"/>
                <a:gd name="connsiteX6" fmla="*/ 362356 w 612443"/>
                <a:gd name="connsiteY6" fmla="*/ 68493 h 518700"/>
                <a:gd name="connsiteX7" fmla="*/ 537407 w 612443"/>
                <a:gd name="connsiteY7" fmla="*/ 68493 h 518700"/>
                <a:gd name="connsiteX8" fmla="*/ 612443 w 612443"/>
                <a:gd name="connsiteY8" fmla="*/ 143529 h 518700"/>
                <a:gd name="connsiteX9" fmla="*/ 612443 w 612443"/>
                <a:gd name="connsiteY9" fmla="*/ 443664 h 518700"/>
                <a:gd name="connsiteX10" fmla="*/ 537407 w 612443"/>
                <a:gd name="connsiteY10" fmla="*/ 518700 h 518700"/>
                <a:gd name="connsiteX11" fmla="*/ 75036 w 612443"/>
                <a:gd name="connsiteY11" fmla="*/ 518700 h 518700"/>
                <a:gd name="connsiteX12" fmla="*/ 0 w 612443"/>
                <a:gd name="connsiteY12" fmla="*/ 443664 h 518700"/>
                <a:gd name="connsiteX13" fmla="*/ 0 w 612443"/>
                <a:gd name="connsiteY13" fmla="*/ 227801 h 518700"/>
                <a:gd name="connsiteX14" fmla="*/ 0 w 612443"/>
                <a:gd name="connsiteY14" fmla="*/ 143529 h 518700"/>
                <a:gd name="connsiteX15" fmla="*/ 0 w 612443"/>
                <a:gd name="connsiteY15" fmla="*/ 45561 h 518700"/>
                <a:gd name="connsiteX16" fmla="*/ 45561 w 612443"/>
                <a:gd name="connsiteY16" fmla="*/ 0 h 51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12443" h="518700">
                  <a:moveTo>
                    <a:pt x="45561" y="0"/>
                  </a:moveTo>
                  <a:lnTo>
                    <a:pt x="175200" y="0"/>
                  </a:lnTo>
                  <a:lnTo>
                    <a:pt x="177281" y="0"/>
                  </a:lnTo>
                  <a:lnTo>
                    <a:pt x="177281" y="3118"/>
                  </a:lnTo>
                  <a:lnTo>
                    <a:pt x="220919" y="68493"/>
                  </a:lnTo>
                  <a:lnTo>
                    <a:pt x="284608" y="68493"/>
                  </a:lnTo>
                  <a:lnTo>
                    <a:pt x="362356" y="68493"/>
                  </a:lnTo>
                  <a:lnTo>
                    <a:pt x="537407" y="68493"/>
                  </a:lnTo>
                  <a:cubicBezTo>
                    <a:pt x="578848" y="68493"/>
                    <a:pt x="612443" y="102088"/>
                    <a:pt x="612443" y="143529"/>
                  </a:cubicBezTo>
                  <a:lnTo>
                    <a:pt x="612443" y="443664"/>
                  </a:lnTo>
                  <a:cubicBezTo>
                    <a:pt x="612443" y="485105"/>
                    <a:pt x="578848" y="518700"/>
                    <a:pt x="537407" y="518700"/>
                  </a:cubicBezTo>
                  <a:lnTo>
                    <a:pt x="75036" y="518700"/>
                  </a:lnTo>
                  <a:cubicBezTo>
                    <a:pt x="33595" y="518700"/>
                    <a:pt x="0" y="485105"/>
                    <a:pt x="0" y="443664"/>
                  </a:cubicBezTo>
                  <a:lnTo>
                    <a:pt x="0" y="227801"/>
                  </a:lnTo>
                  <a:lnTo>
                    <a:pt x="0" y="143529"/>
                  </a:lnTo>
                  <a:lnTo>
                    <a:pt x="0" y="45561"/>
                  </a:lnTo>
                  <a:cubicBezTo>
                    <a:pt x="0" y="20398"/>
                    <a:pt x="20398" y="0"/>
                    <a:pt x="45561" y="0"/>
                  </a:cubicBezTo>
                  <a:close/>
                </a:path>
              </a:pathLst>
            </a:custGeom>
            <a:grpFill/>
            <a:ln w="9525" cap="flat" cmpd="sng" algn="ctr">
              <a:solidFill>
                <a:schemeClr val="tx2"/>
              </a:solidFill>
              <a:prstDash val="solid"/>
            </a:ln>
            <a:effectLst>
              <a:outerShdw blurRad="40000" dist="23000" dir="5400000" rotWithShape="0">
                <a:srgbClr val="000000">
                  <a:alpha val="35000"/>
                </a:srgbClr>
              </a:outerShdw>
            </a:effectLst>
          </p:spPr>
          <p:txBody>
            <a:bodyPr rtlCol="0" anchor="ctr"/>
            <a:lstStyle/>
            <a:p>
              <a:pPr algn="ctr" defTabSz="685800">
                <a:defRPr/>
              </a:pPr>
              <a:endParaRPr lang="fr-FR" sz="1350" kern="0">
                <a:solidFill>
                  <a:prstClr val="black"/>
                </a:solidFill>
                <a:latin typeface="Trebuchet MS"/>
              </a:endParaRPr>
            </a:p>
          </p:txBody>
        </p:sp>
      </p:grpSp>
      <p:cxnSp>
        <p:nvCxnSpPr>
          <p:cNvPr id="37" name="Connecteur droit avec flèche 149">
            <a:extLst>
              <a:ext uri="{FF2B5EF4-FFF2-40B4-BE49-F238E27FC236}">
                <a16:creationId xmlns:a16="http://schemas.microsoft.com/office/drawing/2014/main" id="{FC923388-F6AB-A1A1-5CC5-8C95168C57BE}"/>
              </a:ext>
            </a:extLst>
          </p:cNvPr>
          <p:cNvCxnSpPr>
            <a:cxnSpLocks/>
            <a:stCxn id="32" idx="3"/>
            <a:endCxn id="8" idx="1"/>
          </p:cNvCxnSpPr>
          <p:nvPr/>
        </p:nvCxnSpPr>
        <p:spPr>
          <a:xfrm>
            <a:off x="4581470" y="4938112"/>
            <a:ext cx="870009" cy="813"/>
          </a:xfrm>
          <a:prstGeom prst="bentConnector3">
            <a:avLst>
              <a:gd name="adj1" fmla="val 50000"/>
            </a:avLst>
          </a:prstGeom>
          <a:noFill/>
          <a:ln w="19050" cap="flat" cmpd="sng" algn="ctr">
            <a:solidFill>
              <a:srgbClr val="002B41"/>
            </a:solidFill>
            <a:prstDash val="solid"/>
            <a:headEnd type="triangle" w="med" len="med"/>
            <a:tailEnd type="triangle" w="med" len="med"/>
          </a:ln>
          <a:effectLst>
            <a:outerShdw blurRad="40000" dist="20000" dir="5400000" rotWithShape="0">
              <a:srgbClr val="000000">
                <a:alpha val="38000"/>
              </a:srgbClr>
            </a:outerShdw>
          </a:effectLst>
        </p:spPr>
      </p:cxnSp>
      <p:sp>
        <p:nvSpPr>
          <p:cNvPr id="38" name="Ellipse 37">
            <a:extLst>
              <a:ext uri="{FF2B5EF4-FFF2-40B4-BE49-F238E27FC236}">
                <a16:creationId xmlns:a16="http://schemas.microsoft.com/office/drawing/2014/main" id="{DA7376D7-7AC4-07FE-290B-5FBBC4DC8337}"/>
              </a:ext>
            </a:extLst>
          </p:cNvPr>
          <p:cNvSpPr/>
          <p:nvPr/>
        </p:nvSpPr>
        <p:spPr>
          <a:xfrm>
            <a:off x="1809687" y="5353648"/>
            <a:ext cx="290035" cy="290035"/>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39" name="Ellipse 38">
            <a:extLst>
              <a:ext uri="{FF2B5EF4-FFF2-40B4-BE49-F238E27FC236}">
                <a16:creationId xmlns:a16="http://schemas.microsoft.com/office/drawing/2014/main" id="{DB085871-E55B-2AD5-B486-EFE0A59AF54B}"/>
              </a:ext>
            </a:extLst>
          </p:cNvPr>
          <p:cNvSpPr/>
          <p:nvPr/>
        </p:nvSpPr>
        <p:spPr>
          <a:xfrm>
            <a:off x="4067836" y="4172078"/>
            <a:ext cx="290035" cy="290035"/>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40" name="Ellipse 39">
            <a:extLst>
              <a:ext uri="{FF2B5EF4-FFF2-40B4-BE49-F238E27FC236}">
                <a16:creationId xmlns:a16="http://schemas.microsoft.com/office/drawing/2014/main" id="{51D3D78A-6592-2CCB-0D59-8D30DA57DC47}"/>
              </a:ext>
            </a:extLst>
          </p:cNvPr>
          <p:cNvSpPr/>
          <p:nvPr/>
        </p:nvSpPr>
        <p:spPr>
          <a:xfrm>
            <a:off x="5451479" y="5292271"/>
            <a:ext cx="290035" cy="290035"/>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41" name="Rectangle 40">
            <a:extLst>
              <a:ext uri="{FF2B5EF4-FFF2-40B4-BE49-F238E27FC236}">
                <a16:creationId xmlns:a16="http://schemas.microsoft.com/office/drawing/2014/main" id="{0C21542D-A2B4-DC91-860F-C907C1F86EA1}"/>
              </a:ext>
            </a:extLst>
          </p:cNvPr>
          <p:cNvSpPr/>
          <p:nvPr/>
        </p:nvSpPr>
        <p:spPr>
          <a:xfrm>
            <a:off x="581544" y="3832740"/>
            <a:ext cx="4377900" cy="2298700"/>
          </a:xfrm>
          <a:prstGeom prst="rect">
            <a:avLst/>
          </a:prstGeom>
          <a:noFill/>
          <a:ln w="28575">
            <a:solidFill>
              <a:srgbClr val="FF6F2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2" name="Picture 2">
            <a:extLst>
              <a:ext uri="{FF2B5EF4-FFF2-40B4-BE49-F238E27FC236}">
                <a16:creationId xmlns:a16="http://schemas.microsoft.com/office/drawing/2014/main" id="{19DC26B6-906F-B2B6-BDBA-D17D7E19A7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563" y="3917363"/>
            <a:ext cx="751592" cy="385778"/>
          </a:xfrm>
          <a:prstGeom prst="rect">
            <a:avLst/>
          </a:prstGeom>
          <a:noFill/>
          <a:extLst>
            <a:ext uri="{909E8E84-426E-40DD-AFC4-6F175D3DCCD1}">
              <a14:hiddenFill xmlns:a14="http://schemas.microsoft.com/office/drawing/2010/main">
                <a:solidFill>
                  <a:srgbClr val="FFFFFF"/>
                </a:solidFill>
              </a14:hiddenFill>
            </a:ext>
          </a:extLst>
        </p:spPr>
      </p:pic>
      <p:sp>
        <p:nvSpPr>
          <p:cNvPr id="47" name="Rectangle 46">
            <a:extLst>
              <a:ext uri="{FF2B5EF4-FFF2-40B4-BE49-F238E27FC236}">
                <a16:creationId xmlns:a16="http://schemas.microsoft.com/office/drawing/2014/main" id="{5C407F78-099B-8089-C84A-CF930B929AEE}"/>
              </a:ext>
            </a:extLst>
          </p:cNvPr>
          <p:cNvSpPr/>
          <p:nvPr/>
        </p:nvSpPr>
        <p:spPr>
          <a:xfrm>
            <a:off x="6881876" y="4444254"/>
            <a:ext cx="2437617" cy="2012503"/>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108000" bIns="34290" numCol="1" spcCol="0" rtlCol="0" fromWordArt="0" anchor="t" anchorCtr="0" forceAA="0" compatLnSpc="1">
            <a:prstTxWarp prst="textNoShape">
              <a:avLst/>
            </a:prstTxWarp>
            <a:noAutofit/>
          </a:bodyPr>
          <a:lstStyle/>
          <a:p>
            <a:pPr marL="177800" indent="-177800">
              <a:spcBef>
                <a:spcPts val="900"/>
              </a:spcBef>
              <a:buClr>
                <a:schemeClr val="tx2"/>
              </a:buClr>
              <a:buFont typeface="Arial" panose="020B0604020202020204" pitchFamily="34" charset="0"/>
              <a:buChar char="•"/>
            </a:pPr>
            <a:r>
              <a:rPr lang="fr-FR" sz="1400" dirty="0">
                <a:solidFill>
                  <a:schemeClr val="tx1"/>
                </a:solidFill>
              </a:rPr>
              <a:t>Possibilité d’automatisation</a:t>
            </a:r>
          </a:p>
          <a:p>
            <a:pPr marL="177800" indent="-177800">
              <a:spcBef>
                <a:spcPts val="900"/>
              </a:spcBef>
              <a:buClr>
                <a:schemeClr val="tx2"/>
              </a:buClr>
              <a:buFont typeface="Arial" panose="020B0604020202020204" pitchFamily="34" charset="0"/>
              <a:buChar char="•"/>
            </a:pPr>
            <a:r>
              <a:rPr lang="fr-FR" sz="1400" dirty="0">
                <a:solidFill>
                  <a:schemeClr val="tx1"/>
                </a:solidFill>
              </a:rPr>
              <a:t>Traitement de grands volumes de données possible</a:t>
            </a:r>
          </a:p>
        </p:txBody>
      </p:sp>
      <p:sp>
        <p:nvSpPr>
          <p:cNvPr id="48" name="Rectangle 47">
            <a:extLst>
              <a:ext uri="{FF2B5EF4-FFF2-40B4-BE49-F238E27FC236}">
                <a16:creationId xmlns:a16="http://schemas.microsoft.com/office/drawing/2014/main" id="{CA40E32A-C19B-25B0-F6EA-AB4659DEB536}"/>
              </a:ext>
            </a:extLst>
          </p:cNvPr>
          <p:cNvSpPr/>
          <p:nvPr/>
        </p:nvSpPr>
        <p:spPr>
          <a:xfrm>
            <a:off x="9566540" y="4444253"/>
            <a:ext cx="2437617" cy="2012503"/>
          </a:xfrm>
          <a:prstGeom prst="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8000" tIns="216000" rIns="108000" bIns="34290" numCol="1" spcCol="0" rtlCol="0" fromWordArt="0" anchor="t" anchorCtr="0" forceAA="0" compatLnSpc="1">
            <a:prstTxWarp prst="textNoShape">
              <a:avLst/>
            </a:prstTxWarp>
            <a:noAutofit/>
          </a:bodyPr>
          <a:lstStyle/>
          <a:p>
            <a:pPr marL="285750" indent="-285750" algn="just">
              <a:spcBef>
                <a:spcPts val="900"/>
              </a:spcBef>
              <a:buClr>
                <a:schemeClr val="tx2"/>
              </a:buClr>
              <a:buFont typeface="Arial" panose="020B0604020202020204" pitchFamily="34" charset="0"/>
              <a:buChar char="•"/>
            </a:pPr>
            <a:r>
              <a:rPr lang="fr-FR" sz="1400" dirty="0">
                <a:solidFill>
                  <a:schemeClr val="tx1"/>
                </a:solidFill>
              </a:rPr>
              <a:t>Pas en temps réel</a:t>
            </a:r>
          </a:p>
          <a:p>
            <a:pPr marL="285750" indent="-285750">
              <a:spcBef>
                <a:spcPts val="900"/>
              </a:spcBef>
              <a:buClr>
                <a:schemeClr val="tx2"/>
              </a:buClr>
              <a:buFont typeface="Arial" panose="020B0604020202020204" pitchFamily="34" charset="0"/>
              <a:buChar char="•"/>
            </a:pPr>
            <a:r>
              <a:rPr lang="fr-FR" sz="1400" dirty="0">
                <a:solidFill>
                  <a:schemeClr val="tx1"/>
                </a:solidFill>
              </a:rPr>
              <a:t>Fortement dépendant aux technologies des fournisseurs et des consommateurs.</a:t>
            </a:r>
          </a:p>
        </p:txBody>
      </p:sp>
      <p:sp>
        <p:nvSpPr>
          <p:cNvPr id="49" name="ZoneTexte 48">
            <a:extLst>
              <a:ext uri="{FF2B5EF4-FFF2-40B4-BE49-F238E27FC236}">
                <a16:creationId xmlns:a16="http://schemas.microsoft.com/office/drawing/2014/main" id="{05BA9759-596C-B440-F292-68C67B4B5679}"/>
              </a:ext>
            </a:extLst>
          </p:cNvPr>
          <p:cNvSpPr txBox="1"/>
          <p:nvPr/>
        </p:nvSpPr>
        <p:spPr>
          <a:xfrm>
            <a:off x="6965637" y="4348119"/>
            <a:ext cx="1452189"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Avantages</a:t>
            </a:r>
          </a:p>
        </p:txBody>
      </p:sp>
      <p:sp>
        <p:nvSpPr>
          <p:cNvPr id="50" name="ZoneTexte 49">
            <a:extLst>
              <a:ext uri="{FF2B5EF4-FFF2-40B4-BE49-F238E27FC236}">
                <a16:creationId xmlns:a16="http://schemas.microsoft.com/office/drawing/2014/main" id="{C3D0B6BD-F08D-D160-0B01-2B12F0DDC3EF}"/>
              </a:ext>
            </a:extLst>
          </p:cNvPr>
          <p:cNvSpPr txBox="1"/>
          <p:nvPr/>
        </p:nvSpPr>
        <p:spPr>
          <a:xfrm>
            <a:off x="9646986" y="4348119"/>
            <a:ext cx="1926343" cy="215444"/>
          </a:xfrm>
          <a:prstGeom prst="rect">
            <a:avLst/>
          </a:prstGeom>
          <a:solidFill>
            <a:schemeClr val="bg1"/>
          </a:solidFill>
        </p:spPr>
        <p:txBody>
          <a:bodyPr wrap="square" lIns="27000" tIns="0" rIns="27000" bIns="0" rtlCol="0">
            <a:spAutoFit/>
          </a:bodyPr>
          <a:lstStyle/>
          <a:p>
            <a:pPr algn="ctr"/>
            <a:r>
              <a:rPr lang="fr-FR" sz="1400" b="1" cap="all" dirty="0">
                <a:solidFill>
                  <a:schemeClr val="tx2"/>
                </a:solidFill>
                <a:latin typeface="+mj-lt"/>
              </a:rPr>
              <a:t>Inconvénients</a:t>
            </a:r>
          </a:p>
        </p:txBody>
      </p:sp>
    </p:spTree>
    <p:extLst>
      <p:ext uri="{BB962C8B-B14F-4D97-AF65-F5344CB8AC3E}">
        <p14:creationId xmlns:p14="http://schemas.microsoft.com/office/powerpoint/2010/main" val="27153535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Message Queue (MQ) Software: Which solution is best? | IDG Connect">
            <a:extLst>
              <a:ext uri="{FF2B5EF4-FFF2-40B4-BE49-F238E27FC236}">
                <a16:creationId xmlns:a16="http://schemas.microsoft.com/office/drawing/2014/main" id="{BEC6313A-79A9-DFD4-D443-EA04F201513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4473" r="22727"/>
          <a:stretch/>
        </p:blipFill>
        <p:spPr bwMode="auto">
          <a:xfrm>
            <a:off x="5220786" y="0"/>
            <a:ext cx="2980989" cy="685800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20786" y="5721"/>
            <a:ext cx="2980989"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102" name="TextBox 4">
            <a:extLst>
              <a:ext uri="{FF2B5EF4-FFF2-40B4-BE49-F238E27FC236}">
                <a16:creationId xmlns:a16="http://schemas.microsoft.com/office/drawing/2014/main" id="{08EF1DAE-D77A-794C-3B18-C2C6C135E72E}"/>
              </a:ext>
            </a:extLst>
          </p:cNvPr>
          <p:cNvSpPr txBox="1"/>
          <p:nvPr/>
        </p:nvSpPr>
        <p:spPr>
          <a:xfrm>
            <a:off x="8727350" y="3752986"/>
            <a:ext cx="2974400" cy="535531"/>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Cook book des systèmes d’échange</a:t>
            </a:r>
          </a:p>
        </p:txBody>
      </p:sp>
      <p:grpSp>
        <p:nvGrpSpPr>
          <p:cNvPr id="18" name="Groupe 17">
            <a:extLst>
              <a:ext uri="{FF2B5EF4-FFF2-40B4-BE49-F238E27FC236}">
                <a16:creationId xmlns:a16="http://schemas.microsoft.com/office/drawing/2014/main" id="{B9A2B2C0-A17B-F121-AB27-447C02964450}"/>
              </a:ext>
            </a:extLst>
          </p:cNvPr>
          <p:cNvGrpSpPr/>
          <p:nvPr/>
        </p:nvGrpSpPr>
        <p:grpSpPr>
          <a:xfrm>
            <a:off x="7876121" y="3681610"/>
            <a:ext cx="648000" cy="648000"/>
            <a:chOff x="7904206" y="3561035"/>
            <a:chExt cx="648000" cy="648000"/>
          </a:xfrm>
        </p:grpSpPr>
        <p:sp>
          <p:nvSpPr>
            <p:cNvPr id="20" name="Oval 9">
              <a:extLst>
                <a:ext uri="{FF2B5EF4-FFF2-40B4-BE49-F238E27FC236}">
                  <a16:creationId xmlns:a16="http://schemas.microsoft.com/office/drawing/2014/main" id="{A9335042-2588-BB74-C5C1-355F989F082C}"/>
                </a:ext>
              </a:extLst>
            </p:cNvPr>
            <p:cNvSpPr/>
            <p:nvPr/>
          </p:nvSpPr>
          <p:spPr>
            <a:xfrm>
              <a:off x="7904206" y="3561035"/>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21" name="Picture 10" descr="Cookbook - Free food icons">
              <a:extLst>
                <a:ext uri="{FF2B5EF4-FFF2-40B4-BE49-F238E27FC236}">
                  <a16:creationId xmlns:a16="http://schemas.microsoft.com/office/drawing/2014/main" id="{77858F4F-5BCC-B431-5A05-58F63035A2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37706" y="3694535"/>
              <a:ext cx="381000" cy="381000"/>
            </a:xfrm>
            <a:prstGeom prst="rect">
              <a:avLst/>
            </a:prstGeom>
            <a:noFill/>
            <a:extLst>
              <a:ext uri="{909E8E84-426E-40DD-AFC4-6F175D3DCCD1}">
                <a14:hiddenFill xmlns:a14="http://schemas.microsoft.com/office/drawing/2010/main">
                  <a:solidFill>
                    <a:srgbClr val="FFFFFF"/>
                  </a:solidFill>
                </a14:hiddenFill>
              </a:ext>
            </a:extLst>
          </p:spPr>
        </p:pic>
      </p:grpSp>
      <p:sp>
        <p:nvSpPr>
          <p:cNvPr id="36" name="TextBox 4">
            <a:extLst>
              <a:ext uri="{FF2B5EF4-FFF2-40B4-BE49-F238E27FC236}">
                <a16:creationId xmlns:a16="http://schemas.microsoft.com/office/drawing/2014/main" id="{0EE3CCEC-C4DD-276E-0586-816E18291BF8}"/>
              </a:ext>
            </a:extLst>
          </p:cNvPr>
          <p:cNvSpPr txBox="1"/>
          <p:nvPr/>
        </p:nvSpPr>
        <p:spPr>
          <a:xfrm>
            <a:off x="8727350" y="5087815"/>
            <a:ext cx="2974400" cy="313932"/>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cs typeface="Arial" panose="020B0604020202020204" pitchFamily="34" charset="0"/>
              </a:rPr>
              <a:t>Arbres de décision</a:t>
            </a:r>
          </a:p>
        </p:txBody>
      </p:sp>
      <p:grpSp>
        <p:nvGrpSpPr>
          <p:cNvPr id="22" name="Groupe 21">
            <a:extLst>
              <a:ext uri="{FF2B5EF4-FFF2-40B4-BE49-F238E27FC236}">
                <a16:creationId xmlns:a16="http://schemas.microsoft.com/office/drawing/2014/main" id="{CDCE3FAA-FE1C-B735-4C8A-63087B975EEE}"/>
              </a:ext>
            </a:extLst>
          </p:cNvPr>
          <p:cNvGrpSpPr/>
          <p:nvPr/>
        </p:nvGrpSpPr>
        <p:grpSpPr>
          <a:xfrm>
            <a:off x="7882496" y="4920781"/>
            <a:ext cx="648000" cy="648000"/>
            <a:chOff x="7870681" y="5180883"/>
            <a:chExt cx="648000" cy="648000"/>
          </a:xfrm>
        </p:grpSpPr>
        <p:sp>
          <p:nvSpPr>
            <p:cNvPr id="23" name="Oval 9">
              <a:extLst>
                <a:ext uri="{FF2B5EF4-FFF2-40B4-BE49-F238E27FC236}">
                  <a16:creationId xmlns:a16="http://schemas.microsoft.com/office/drawing/2014/main" id="{612F923C-0F2E-9275-1E0E-90C01F663443}"/>
                </a:ext>
              </a:extLst>
            </p:cNvPr>
            <p:cNvSpPr/>
            <p:nvPr/>
          </p:nvSpPr>
          <p:spPr>
            <a:xfrm>
              <a:off x="7870681" y="518088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24" name="Picture 4" descr="Tree : 3 698 336 images et images vectorielles de stock | Shutterstock">
              <a:extLst>
                <a:ext uri="{FF2B5EF4-FFF2-40B4-BE49-F238E27FC236}">
                  <a16:creationId xmlns:a16="http://schemas.microsoft.com/office/drawing/2014/main" id="{94BA2979-2CBF-703B-A5C1-E81EA32CCC2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0059" t="66047" r="5995" b="12257"/>
            <a:stretch/>
          </p:blipFill>
          <p:spPr bwMode="auto">
            <a:xfrm>
              <a:off x="7944076" y="5195655"/>
              <a:ext cx="501211" cy="618457"/>
            </a:xfrm>
            <a:prstGeom prst="ellipse">
              <a:avLst/>
            </a:prstGeom>
            <a:noFill/>
            <a:extLst>
              <a:ext uri="{909E8E84-426E-40DD-AFC4-6F175D3DCCD1}">
                <a14:hiddenFill xmlns:a14="http://schemas.microsoft.com/office/drawing/2010/main">
                  <a:solidFill>
                    <a:srgbClr val="FFFFFF"/>
                  </a:solidFill>
                </a14:hiddenFill>
              </a:ext>
            </a:extLst>
          </p:spPr>
        </p:pic>
      </p:grpSp>
      <p:sp>
        <p:nvSpPr>
          <p:cNvPr id="3" name="TextBox 4">
            <a:extLst>
              <a:ext uri="{FF2B5EF4-FFF2-40B4-BE49-F238E27FC236}">
                <a16:creationId xmlns:a16="http://schemas.microsoft.com/office/drawing/2014/main" id="{8891F023-D7BB-8733-26F3-6B7D06407F45}"/>
              </a:ext>
            </a:extLst>
          </p:cNvPr>
          <p:cNvSpPr txBox="1"/>
          <p:nvPr/>
        </p:nvSpPr>
        <p:spPr>
          <a:xfrm>
            <a:off x="8727350" y="2609472"/>
            <a:ext cx="2974400" cy="535531"/>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Patterns Echanges &amp; Intégration</a:t>
            </a:r>
          </a:p>
        </p:txBody>
      </p:sp>
      <p:grpSp>
        <p:nvGrpSpPr>
          <p:cNvPr id="4" name="Groupe 3">
            <a:extLst>
              <a:ext uri="{FF2B5EF4-FFF2-40B4-BE49-F238E27FC236}">
                <a16:creationId xmlns:a16="http://schemas.microsoft.com/office/drawing/2014/main" id="{487679E6-7F54-9BF3-6FFA-9444DBD8A623}"/>
              </a:ext>
            </a:extLst>
          </p:cNvPr>
          <p:cNvGrpSpPr/>
          <p:nvPr/>
        </p:nvGrpSpPr>
        <p:grpSpPr>
          <a:xfrm>
            <a:off x="7882859" y="2442439"/>
            <a:ext cx="652720" cy="648000"/>
            <a:chOff x="7880947" y="3118867"/>
            <a:chExt cx="652720" cy="648000"/>
          </a:xfrm>
        </p:grpSpPr>
        <p:sp>
          <p:nvSpPr>
            <p:cNvPr id="5" name="Oval 9">
              <a:extLst>
                <a:ext uri="{FF2B5EF4-FFF2-40B4-BE49-F238E27FC236}">
                  <a16:creationId xmlns:a16="http://schemas.microsoft.com/office/drawing/2014/main" id="{AA6AE0BA-E9DA-DB8A-5598-E158FB3B8AE0}"/>
                </a:ext>
              </a:extLst>
            </p:cNvPr>
            <p:cNvSpPr/>
            <p:nvPr/>
          </p:nvSpPr>
          <p:spPr>
            <a:xfrm>
              <a:off x="7880947" y="3118867"/>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 name="Picture 4" descr="Plateforme intégrée ESB, BPM, MDM, API Management">
              <a:extLst>
                <a:ext uri="{FF2B5EF4-FFF2-40B4-BE49-F238E27FC236}">
                  <a16:creationId xmlns:a16="http://schemas.microsoft.com/office/drawing/2014/main" id="{DEDD7781-7914-6565-5FCC-604E6AA2D379}"/>
                </a:ext>
              </a:extLst>
            </p:cNvPr>
            <p:cNvPicPr>
              <a:picLocks noChangeAspect="1" noChangeArrowheads="1"/>
            </p:cNvPicPr>
            <p:nvPr/>
          </p:nvPicPr>
          <p:blipFill rotWithShape="1">
            <a:blip r:embed="rId7">
              <a:grayscl/>
              <a:extLst>
                <a:ext uri="{28A0092B-C50C-407E-A947-70E740481C1C}">
                  <a14:useLocalDpi xmlns:a14="http://schemas.microsoft.com/office/drawing/2010/main" val="0"/>
                </a:ext>
              </a:extLst>
            </a:blip>
            <a:srcRect l="-15391" t="-1" r="-17623" b="-9317"/>
            <a:stretch/>
          </p:blipFill>
          <p:spPr bwMode="auto">
            <a:xfrm>
              <a:off x="7881497" y="3161011"/>
              <a:ext cx="652170" cy="535978"/>
            </a:xfrm>
            <a:prstGeom prst="flowChartConnector">
              <a:avLst/>
            </a:prstGeom>
            <a:noFill/>
            <a:extLst>
              <a:ext uri="{909E8E84-426E-40DD-AFC4-6F175D3DCCD1}">
                <a14:hiddenFill xmlns:a14="http://schemas.microsoft.com/office/drawing/2010/main">
                  <a:solidFill>
                    <a:srgbClr val="FFFFFF"/>
                  </a:solidFill>
                </a14:hiddenFill>
              </a:ext>
            </a:extLst>
          </p:spPr>
        </p:pic>
      </p:grpSp>
      <p:sp>
        <p:nvSpPr>
          <p:cNvPr id="26" name="TextBox 4">
            <a:extLst>
              <a:ext uri="{FF2B5EF4-FFF2-40B4-BE49-F238E27FC236}">
                <a16:creationId xmlns:a16="http://schemas.microsoft.com/office/drawing/2014/main" id="{528504EA-885C-7696-403F-BA4DF6738FE3}"/>
              </a:ext>
            </a:extLst>
          </p:cNvPr>
          <p:cNvSpPr txBox="1"/>
          <p:nvPr/>
        </p:nvSpPr>
        <p:spPr>
          <a:xfrm>
            <a:off x="8727350" y="1371163"/>
            <a:ext cx="2974400"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Eléments conceptuels</a:t>
            </a:r>
          </a:p>
        </p:txBody>
      </p:sp>
      <p:pic>
        <p:nvPicPr>
          <p:cNvPr id="27" name="Picture 2" descr="Icône Linéaire De étude Asynchrone Contour Moderne L Asynchrone  Illustration de Vecteur - Illustration du flèche, texte: 133518351">
            <a:extLst>
              <a:ext uri="{FF2B5EF4-FFF2-40B4-BE49-F238E27FC236}">
                <a16:creationId xmlns:a16="http://schemas.microsoft.com/office/drawing/2014/main" id="{67CBB64F-D50F-B4DE-0D89-1FB54AB43FD8}"/>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7475" t="9827" r="15912" b="23735"/>
          <a:stretch/>
        </p:blipFill>
        <p:spPr bwMode="auto">
          <a:xfrm>
            <a:off x="7870681" y="1204990"/>
            <a:ext cx="648000" cy="646278"/>
          </a:xfrm>
          <a:prstGeom prst="ellipse">
            <a:avLst/>
          </a:prstGeom>
          <a:noFill/>
          <a:extLst>
            <a:ext uri="{909E8E84-426E-40DD-AFC4-6F175D3DCCD1}">
              <a14:hiddenFill xmlns:a14="http://schemas.microsoft.com/office/drawing/2010/main">
                <a:solidFill>
                  <a:srgbClr val="FFFFFF"/>
                </a:solidFill>
              </a14:hiddenFill>
            </a:ext>
          </a:extLst>
        </p:spPr>
      </p:pic>
      <p:pic>
        <p:nvPicPr>
          <p:cNvPr id="19" name="Picture 2">
            <a:extLst>
              <a:ext uri="{FF2B5EF4-FFF2-40B4-BE49-F238E27FC236}">
                <a16:creationId xmlns:a16="http://schemas.microsoft.com/office/drawing/2014/main" id="{1DDCB8C3-792A-0094-E57C-D059D26FAC6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92611" y="5380824"/>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CD6C54C-608D-E6B1-E46E-156149294C60}"/>
              </a:ext>
            </a:extLst>
          </p:cNvPr>
          <p:cNvSpPr/>
          <p:nvPr/>
        </p:nvSpPr>
        <p:spPr>
          <a:xfrm>
            <a:off x="0" y="2464323"/>
            <a:ext cx="5150050"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Patterns &amp; Arbres de décision</a:t>
            </a:r>
          </a:p>
        </p:txBody>
      </p:sp>
      <p:sp>
        <p:nvSpPr>
          <p:cNvPr id="8" name="Rectangle 7">
            <a:extLst>
              <a:ext uri="{FF2B5EF4-FFF2-40B4-BE49-F238E27FC236}">
                <a16:creationId xmlns:a16="http://schemas.microsoft.com/office/drawing/2014/main" id="{E19034A8-2230-7AEC-F1B1-7FA0AD16BEAE}"/>
              </a:ext>
            </a:extLst>
          </p:cNvPr>
          <p:cNvSpPr/>
          <p:nvPr/>
        </p:nvSpPr>
        <p:spPr>
          <a:xfrm>
            <a:off x="4988435" y="2464323"/>
            <a:ext cx="238158" cy="1929355"/>
          </a:xfrm>
          <a:prstGeom prst="rect">
            <a:avLst/>
          </a:prstGeom>
          <a:solidFill>
            <a:srgbClr val="F3F672">
              <a:alpha val="8235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7BB83A"/>
              </a:solidFill>
              <a:effectLst/>
              <a:uLnTx/>
              <a:uFillTx/>
              <a:latin typeface="Arial"/>
              <a:ea typeface="+mn-ea"/>
              <a:cs typeface="+mn-cs"/>
            </a:endParaRPr>
          </a:p>
        </p:txBody>
      </p:sp>
      <p:grpSp>
        <p:nvGrpSpPr>
          <p:cNvPr id="15" name="Groupe 14">
            <a:extLst>
              <a:ext uri="{FF2B5EF4-FFF2-40B4-BE49-F238E27FC236}">
                <a16:creationId xmlns:a16="http://schemas.microsoft.com/office/drawing/2014/main" id="{FC20CF6B-426A-5155-C9E2-04F250ED774C}"/>
              </a:ext>
            </a:extLst>
          </p:cNvPr>
          <p:cNvGrpSpPr/>
          <p:nvPr/>
        </p:nvGrpSpPr>
        <p:grpSpPr>
          <a:xfrm>
            <a:off x="62893" y="3054876"/>
            <a:ext cx="713656" cy="748248"/>
            <a:chOff x="7840593" y="1956699"/>
            <a:chExt cx="748248" cy="748248"/>
          </a:xfrm>
        </p:grpSpPr>
        <p:sp>
          <p:nvSpPr>
            <p:cNvPr id="16" name="Oval 9">
              <a:extLst>
                <a:ext uri="{FF2B5EF4-FFF2-40B4-BE49-F238E27FC236}">
                  <a16:creationId xmlns:a16="http://schemas.microsoft.com/office/drawing/2014/main" id="{F6396938-DCDE-9BD8-E889-2FA7BA65AB14}"/>
                </a:ext>
              </a:extLst>
            </p:cNvPr>
            <p:cNvSpPr/>
            <p:nvPr/>
          </p:nvSpPr>
          <p:spPr>
            <a:xfrm>
              <a:off x="7840593" y="1956699"/>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7" name="Picture 2">
              <a:extLst>
                <a:ext uri="{FF2B5EF4-FFF2-40B4-BE49-F238E27FC236}">
                  <a16:creationId xmlns:a16="http://schemas.microsoft.com/office/drawing/2014/main" id="{9BF9105A-5C94-41F3-8783-B8B70939CDB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56649" y="2090120"/>
              <a:ext cx="508469" cy="50846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12016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FAADD2C8-73AB-DAE8-A747-B583E1693461}"/>
              </a:ext>
            </a:extLst>
          </p:cNvPr>
          <p:cNvSpPr>
            <a:spLocks noGrp="1"/>
          </p:cNvSpPr>
          <p:nvPr>
            <p:ph type="body" sz="quarter" idx="35"/>
          </p:nvPr>
        </p:nvSpPr>
        <p:spPr/>
        <p:txBody>
          <a:bodyPr/>
          <a:lstStyle/>
          <a:p>
            <a:r>
              <a:rPr lang="fr-FR" dirty="0"/>
              <a:t>Les questions/réponses</a:t>
            </a:r>
          </a:p>
        </p:txBody>
      </p:sp>
      <p:sp>
        <p:nvSpPr>
          <p:cNvPr id="5" name="Espace réservé du texte 4">
            <a:extLst>
              <a:ext uri="{FF2B5EF4-FFF2-40B4-BE49-F238E27FC236}">
                <a16:creationId xmlns:a16="http://schemas.microsoft.com/office/drawing/2014/main" id="{8E4BEC0F-5740-05A4-D6CF-ED73C864538C}"/>
              </a:ext>
            </a:extLst>
          </p:cNvPr>
          <p:cNvSpPr>
            <a:spLocks noGrp="1"/>
          </p:cNvSpPr>
          <p:nvPr>
            <p:ph type="body" sz="quarter" idx="10"/>
          </p:nvPr>
        </p:nvSpPr>
        <p:spPr/>
        <p:txBody>
          <a:bodyPr/>
          <a:lstStyle/>
          <a:p>
            <a:r>
              <a:rPr lang="fr-FR" dirty="0"/>
              <a:t>Définition du contexte – VISION CONSOMMATEUR</a:t>
            </a:r>
          </a:p>
        </p:txBody>
      </p:sp>
      <p:sp>
        <p:nvSpPr>
          <p:cNvPr id="7" name="Rectangle 6">
            <a:extLst>
              <a:ext uri="{FF2B5EF4-FFF2-40B4-BE49-F238E27FC236}">
                <a16:creationId xmlns:a16="http://schemas.microsoft.com/office/drawing/2014/main" id="{C16B3C90-4564-D52E-EBA0-5B4DC76C0018}"/>
              </a:ext>
            </a:extLst>
          </p:cNvPr>
          <p:cNvSpPr/>
          <p:nvPr/>
        </p:nvSpPr>
        <p:spPr>
          <a:xfrm>
            <a:off x="439943" y="2332559"/>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U</a:t>
            </a:r>
            <a:endParaRPr lang="fr-FR" dirty="0">
              <a:solidFill>
                <a:sysClr val="windowText" lastClr="000000"/>
              </a:solidFill>
            </a:endParaRPr>
          </a:p>
          <a:p>
            <a:pPr algn="ctr"/>
            <a:r>
              <a:rPr lang="fr-FR" sz="1400" dirty="0">
                <a:solidFill>
                  <a:sysClr val="windowText" lastClr="000000"/>
                </a:solidFill>
              </a:rPr>
              <a:t>S</a:t>
            </a:r>
            <a:br>
              <a:rPr lang="fr-FR" sz="1400" dirty="0">
                <a:solidFill>
                  <a:sysClr val="windowText" lastClr="000000"/>
                </a:solidFill>
              </a:rPr>
            </a:br>
            <a:r>
              <a:rPr lang="fr-FR" sz="1400" dirty="0">
                <a:solidFill>
                  <a:sysClr val="windowText" lastClr="000000"/>
                </a:solidFill>
              </a:rPr>
              <a:t>A</a:t>
            </a:r>
            <a:br>
              <a:rPr lang="fr-FR" sz="1400" dirty="0">
                <a:solidFill>
                  <a:sysClr val="windowText" lastClr="000000"/>
                </a:solidFill>
              </a:rPr>
            </a:br>
            <a:r>
              <a:rPr lang="fr-FR" sz="1400" dirty="0">
                <a:solidFill>
                  <a:sysClr val="windowText" lastClr="000000"/>
                </a:solidFill>
              </a:rPr>
              <a:t>G</a:t>
            </a:r>
            <a:br>
              <a:rPr lang="fr-FR" sz="1400" dirty="0">
                <a:solidFill>
                  <a:sysClr val="windowText" lastClr="000000"/>
                </a:solidFill>
              </a:rPr>
            </a:br>
            <a:r>
              <a:rPr lang="fr-FR" sz="1400" dirty="0">
                <a:solidFill>
                  <a:sysClr val="windowText" lastClr="000000"/>
                </a:solidFill>
              </a:rPr>
              <a:t>E</a:t>
            </a:r>
          </a:p>
        </p:txBody>
      </p:sp>
      <p:sp>
        <p:nvSpPr>
          <p:cNvPr id="8" name="Rectangle 7">
            <a:extLst>
              <a:ext uri="{FF2B5EF4-FFF2-40B4-BE49-F238E27FC236}">
                <a16:creationId xmlns:a16="http://schemas.microsoft.com/office/drawing/2014/main" id="{3A8FE59A-2069-F20C-7D0B-CC63DDF44356}"/>
              </a:ext>
            </a:extLst>
          </p:cNvPr>
          <p:cNvSpPr/>
          <p:nvPr/>
        </p:nvSpPr>
        <p:spPr>
          <a:xfrm>
            <a:off x="9491596" y="822241"/>
            <a:ext cx="330678" cy="2705100"/>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S</a:t>
            </a:r>
          </a:p>
          <a:p>
            <a:pPr algn="ctr"/>
            <a:r>
              <a:rPr lang="fr-FR" sz="1400" dirty="0">
                <a:solidFill>
                  <a:sysClr val="windowText" lastClr="000000"/>
                </a:solidFill>
              </a:rPr>
              <a:t>T</a:t>
            </a:r>
          </a:p>
          <a:p>
            <a:pPr algn="ctr"/>
            <a:r>
              <a:rPr lang="fr-FR" sz="1400" dirty="0">
                <a:solidFill>
                  <a:sysClr val="windowText" lastClr="000000"/>
                </a:solidFill>
              </a:rPr>
              <a:t>A</a:t>
            </a:r>
          </a:p>
          <a:p>
            <a:pPr algn="ctr"/>
            <a:r>
              <a:rPr lang="fr-FR" sz="1400" dirty="0">
                <a:solidFill>
                  <a:sysClr val="windowText" lastClr="000000"/>
                </a:solidFill>
              </a:rPr>
              <a:t>N</a:t>
            </a:r>
          </a:p>
          <a:p>
            <a:pPr algn="ctr"/>
            <a:r>
              <a:rPr lang="fr-FR" sz="1400" dirty="0">
                <a:solidFill>
                  <a:sysClr val="windowText" lastClr="000000"/>
                </a:solidFill>
              </a:rPr>
              <a:t>D</a:t>
            </a:r>
          </a:p>
          <a:p>
            <a:pPr algn="ctr"/>
            <a:r>
              <a:rPr lang="fr-FR" sz="1400" dirty="0">
                <a:solidFill>
                  <a:sysClr val="windowText" lastClr="000000"/>
                </a:solidFill>
              </a:rPr>
              <a:t>A</a:t>
            </a:r>
          </a:p>
          <a:p>
            <a:pPr algn="ctr"/>
            <a:r>
              <a:rPr lang="fr-FR" sz="1400" dirty="0">
                <a:solidFill>
                  <a:sysClr val="windowText" lastClr="000000"/>
                </a:solidFill>
              </a:rPr>
              <a:t>R</a:t>
            </a:r>
          </a:p>
          <a:p>
            <a:pPr algn="ctr"/>
            <a:r>
              <a:rPr lang="fr-FR" sz="1400" dirty="0">
                <a:solidFill>
                  <a:sysClr val="windowText" lastClr="000000"/>
                </a:solidFill>
              </a:rPr>
              <a:t>D</a:t>
            </a:r>
            <a:endParaRPr lang="fr-FR" dirty="0">
              <a:solidFill>
                <a:sysClr val="windowText" lastClr="000000"/>
              </a:solidFill>
            </a:endParaRPr>
          </a:p>
        </p:txBody>
      </p:sp>
      <p:sp>
        <p:nvSpPr>
          <p:cNvPr id="9" name="Rectangle 8">
            <a:extLst>
              <a:ext uri="{FF2B5EF4-FFF2-40B4-BE49-F238E27FC236}">
                <a16:creationId xmlns:a16="http://schemas.microsoft.com/office/drawing/2014/main" id="{84A3099F-B386-C626-E523-1E683D7589F9}"/>
              </a:ext>
            </a:extLst>
          </p:cNvPr>
          <p:cNvSpPr/>
          <p:nvPr/>
        </p:nvSpPr>
        <p:spPr>
          <a:xfrm>
            <a:off x="9491596" y="3588878"/>
            <a:ext cx="330678" cy="2705100"/>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C</a:t>
            </a:r>
          </a:p>
          <a:p>
            <a:pPr algn="ctr"/>
            <a:r>
              <a:rPr lang="fr-FR" sz="1400" dirty="0">
                <a:solidFill>
                  <a:sysClr val="windowText" lastClr="000000"/>
                </a:solidFill>
              </a:rPr>
              <a:t>O</a:t>
            </a:r>
          </a:p>
          <a:p>
            <a:pPr algn="ctr"/>
            <a:r>
              <a:rPr lang="fr-FR" sz="1400" dirty="0">
                <a:solidFill>
                  <a:sysClr val="windowText" lastClr="000000"/>
                </a:solidFill>
              </a:rPr>
              <a:t>N</a:t>
            </a:r>
          </a:p>
          <a:p>
            <a:pPr algn="ctr"/>
            <a:r>
              <a:rPr lang="fr-FR" sz="1400" dirty="0">
                <a:solidFill>
                  <a:sysClr val="windowText" lastClr="000000"/>
                </a:solidFill>
              </a:rPr>
              <a:t>N</a:t>
            </a:r>
          </a:p>
          <a:p>
            <a:pPr algn="ctr"/>
            <a:r>
              <a:rPr lang="fr-FR" sz="1400" dirty="0">
                <a:solidFill>
                  <a:sysClr val="windowText" lastClr="000000"/>
                </a:solidFill>
              </a:rPr>
              <a:t>E</a:t>
            </a:r>
          </a:p>
          <a:p>
            <a:pPr algn="ctr"/>
            <a:r>
              <a:rPr lang="fr-FR" sz="1400" dirty="0">
                <a:solidFill>
                  <a:sysClr val="windowText" lastClr="000000"/>
                </a:solidFill>
              </a:rPr>
              <a:t>C</a:t>
            </a:r>
          </a:p>
          <a:p>
            <a:pPr algn="ctr"/>
            <a:r>
              <a:rPr lang="fr-FR" sz="1400" dirty="0">
                <a:solidFill>
                  <a:sysClr val="windowText" lastClr="000000"/>
                </a:solidFill>
              </a:rPr>
              <a:t>T</a:t>
            </a:r>
          </a:p>
          <a:p>
            <a:pPr algn="ctr"/>
            <a:r>
              <a:rPr lang="fr-FR" sz="1400" dirty="0">
                <a:solidFill>
                  <a:sysClr val="windowText" lastClr="000000"/>
                </a:solidFill>
              </a:rPr>
              <a:t>I</a:t>
            </a:r>
          </a:p>
          <a:p>
            <a:pPr algn="ctr"/>
            <a:r>
              <a:rPr lang="fr-FR" sz="1400" dirty="0">
                <a:solidFill>
                  <a:sysClr val="windowText" lastClr="000000"/>
                </a:solidFill>
              </a:rPr>
              <a:t>V</a:t>
            </a:r>
          </a:p>
          <a:p>
            <a:pPr algn="ctr"/>
            <a:r>
              <a:rPr lang="fr-FR" sz="1400" dirty="0">
                <a:solidFill>
                  <a:sysClr val="windowText" lastClr="000000"/>
                </a:solidFill>
              </a:rPr>
              <a:t>I</a:t>
            </a:r>
          </a:p>
          <a:p>
            <a:pPr algn="ctr"/>
            <a:r>
              <a:rPr lang="fr-FR" sz="1400" dirty="0">
                <a:solidFill>
                  <a:sysClr val="windowText" lastClr="000000"/>
                </a:solidFill>
              </a:rPr>
              <a:t>T</a:t>
            </a:r>
          </a:p>
          <a:p>
            <a:pPr algn="ctr"/>
            <a:r>
              <a:rPr lang="fr-FR" sz="1400" dirty="0">
                <a:solidFill>
                  <a:sysClr val="windowText" lastClr="000000"/>
                </a:solidFill>
              </a:rPr>
              <a:t>E</a:t>
            </a:r>
          </a:p>
        </p:txBody>
      </p:sp>
      <p:sp>
        <p:nvSpPr>
          <p:cNvPr id="10" name="Rectangle 9">
            <a:extLst>
              <a:ext uri="{FF2B5EF4-FFF2-40B4-BE49-F238E27FC236}">
                <a16:creationId xmlns:a16="http://schemas.microsoft.com/office/drawing/2014/main" id="{664FCADB-D317-101B-A9C1-8937D7FDDEA3}"/>
              </a:ext>
            </a:extLst>
          </p:cNvPr>
          <p:cNvSpPr/>
          <p:nvPr/>
        </p:nvSpPr>
        <p:spPr>
          <a:xfrm>
            <a:off x="7681267" y="2332559"/>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I</a:t>
            </a:r>
          </a:p>
          <a:p>
            <a:pPr algn="ctr"/>
            <a:r>
              <a:rPr lang="fr-FR" sz="1400" dirty="0">
                <a:solidFill>
                  <a:sysClr val="windowText" lastClr="000000"/>
                </a:solidFill>
              </a:rPr>
              <a:t>N</a:t>
            </a:r>
          </a:p>
          <a:p>
            <a:pPr algn="ctr"/>
            <a:r>
              <a:rPr lang="fr-FR" sz="1400" dirty="0">
                <a:solidFill>
                  <a:sysClr val="windowText" lastClr="000000"/>
                </a:solidFill>
              </a:rPr>
              <a:t>T</a:t>
            </a:r>
          </a:p>
          <a:p>
            <a:pPr algn="ctr"/>
            <a:r>
              <a:rPr lang="fr-FR" sz="1400" dirty="0">
                <a:solidFill>
                  <a:sysClr val="windowText" lastClr="000000"/>
                </a:solidFill>
              </a:rPr>
              <a:t>E</a:t>
            </a:r>
          </a:p>
          <a:p>
            <a:pPr algn="ctr"/>
            <a:r>
              <a:rPr lang="fr-FR" sz="1400" dirty="0">
                <a:solidFill>
                  <a:sysClr val="windowText" lastClr="000000"/>
                </a:solidFill>
              </a:rPr>
              <a:t>G</a:t>
            </a:r>
          </a:p>
          <a:p>
            <a:pPr algn="ctr"/>
            <a:r>
              <a:rPr lang="fr-FR" sz="1400" dirty="0">
                <a:solidFill>
                  <a:sysClr val="windowText" lastClr="000000"/>
                </a:solidFill>
              </a:rPr>
              <a:t>R</a:t>
            </a:r>
          </a:p>
          <a:p>
            <a:pPr algn="ctr"/>
            <a:r>
              <a:rPr lang="fr-FR" sz="1400" dirty="0">
                <a:solidFill>
                  <a:sysClr val="windowText" lastClr="000000"/>
                </a:solidFill>
              </a:rPr>
              <a:t>A</a:t>
            </a:r>
          </a:p>
          <a:p>
            <a:pPr algn="ctr"/>
            <a:r>
              <a:rPr lang="fr-FR" sz="1400" dirty="0">
                <a:solidFill>
                  <a:sysClr val="windowText" lastClr="000000"/>
                </a:solidFill>
              </a:rPr>
              <a:t>T</a:t>
            </a:r>
          </a:p>
          <a:p>
            <a:pPr algn="ctr"/>
            <a:r>
              <a:rPr lang="fr-FR" sz="1400" dirty="0">
                <a:solidFill>
                  <a:sysClr val="windowText" lastClr="000000"/>
                </a:solidFill>
              </a:rPr>
              <a:t>I</a:t>
            </a:r>
          </a:p>
          <a:p>
            <a:pPr algn="ctr"/>
            <a:r>
              <a:rPr lang="fr-FR" sz="1400" dirty="0">
                <a:solidFill>
                  <a:sysClr val="windowText" lastClr="000000"/>
                </a:solidFill>
              </a:rPr>
              <a:t>O</a:t>
            </a:r>
          </a:p>
          <a:p>
            <a:pPr algn="ctr"/>
            <a:r>
              <a:rPr lang="fr-FR" sz="1400" dirty="0">
                <a:solidFill>
                  <a:sysClr val="windowText" lastClr="000000"/>
                </a:solidFill>
              </a:rPr>
              <a:t>N</a:t>
            </a:r>
            <a:endParaRPr lang="fr-FR" dirty="0">
              <a:solidFill>
                <a:sysClr val="windowText" lastClr="000000"/>
              </a:solidFill>
            </a:endParaRPr>
          </a:p>
        </p:txBody>
      </p:sp>
      <p:sp>
        <p:nvSpPr>
          <p:cNvPr id="11" name="Rectangle 10">
            <a:extLst>
              <a:ext uri="{FF2B5EF4-FFF2-40B4-BE49-F238E27FC236}">
                <a16:creationId xmlns:a16="http://schemas.microsoft.com/office/drawing/2014/main" id="{960CACB6-9CAC-B991-D64E-BA15D8745775}"/>
              </a:ext>
            </a:extLst>
          </p:cNvPr>
          <p:cNvSpPr/>
          <p:nvPr/>
        </p:nvSpPr>
        <p:spPr>
          <a:xfrm>
            <a:off x="2250274" y="2332559"/>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E</a:t>
            </a:r>
          </a:p>
          <a:p>
            <a:pPr algn="ctr"/>
            <a:r>
              <a:rPr lang="fr-FR" sz="1400" dirty="0">
                <a:solidFill>
                  <a:sysClr val="windowText" lastClr="000000"/>
                </a:solidFill>
              </a:rPr>
              <a:t>C</a:t>
            </a:r>
          </a:p>
          <a:p>
            <a:pPr algn="ctr"/>
            <a:r>
              <a:rPr lang="fr-FR" sz="1400" dirty="0">
                <a:solidFill>
                  <a:sysClr val="windowText" lastClr="000000"/>
                </a:solidFill>
              </a:rPr>
              <a:t>H</a:t>
            </a:r>
          </a:p>
          <a:p>
            <a:pPr algn="ctr"/>
            <a:r>
              <a:rPr lang="fr-FR" sz="1400" dirty="0">
                <a:solidFill>
                  <a:sysClr val="windowText" lastClr="000000"/>
                </a:solidFill>
              </a:rPr>
              <a:t>E</a:t>
            </a:r>
          </a:p>
          <a:p>
            <a:pPr algn="ctr"/>
            <a:r>
              <a:rPr lang="fr-FR" sz="1400" dirty="0">
                <a:solidFill>
                  <a:sysClr val="windowText" lastClr="000000"/>
                </a:solidFill>
              </a:rPr>
              <a:t>L</a:t>
            </a:r>
          </a:p>
          <a:p>
            <a:pPr algn="ctr"/>
            <a:r>
              <a:rPr lang="fr-FR" sz="1400" dirty="0">
                <a:solidFill>
                  <a:sysClr val="windowText" lastClr="000000"/>
                </a:solidFill>
              </a:rPr>
              <a:t>L</a:t>
            </a:r>
          </a:p>
          <a:p>
            <a:pPr algn="ctr"/>
            <a:r>
              <a:rPr lang="fr-FR" sz="1400" dirty="0">
                <a:solidFill>
                  <a:sysClr val="windowText" lastClr="000000"/>
                </a:solidFill>
              </a:rPr>
              <a:t>E</a:t>
            </a:r>
            <a:endParaRPr lang="fr-FR" dirty="0">
              <a:solidFill>
                <a:sysClr val="windowText" lastClr="000000"/>
              </a:solidFill>
            </a:endParaRPr>
          </a:p>
        </p:txBody>
      </p:sp>
      <p:sp>
        <p:nvSpPr>
          <p:cNvPr id="12" name="Rectangle 11">
            <a:extLst>
              <a:ext uri="{FF2B5EF4-FFF2-40B4-BE49-F238E27FC236}">
                <a16:creationId xmlns:a16="http://schemas.microsoft.com/office/drawing/2014/main" id="{3B5BAB8C-17D1-24E8-6854-9B7998860152}"/>
              </a:ext>
            </a:extLst>
          </p:cNvPr>
          <p:cNvSpPr/>
          <p:nvPr/>
        </p:nvSpPr>
        <p:spPr>
          <a:xfrm>
            <a:off x="4060605" y="2332559"/>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F</a:t>
            </a:r>
          </a:p>
          <a:p>
            <a:pPr algn="ctr"/>
            <a:r>
              <a:rPr lang="fr-FR" sz="1400" dirty="0">
                <a:solidFill>
                  <a:sysClr val="windowText" lastClr="000000"/>
                </a:solidFill>
              </a:rPr>
              <a:t>R</a:t>
            </a:r>
          </a:p>
          <a:p>
            <a:pPr algn="ctr"/>
            <a:r>
              <a:rPr lang="fr-FR" sz="1400" dirty="0">
                <a:solidFill>
                  <a:sysClr val="windowText" lastClr="000000"/>
                </a:solidFill>
              </a:rPr>
              <a:t>E</a:t>
            </a:r>
          </a:p>
          <a:p>
            <a:pPr algn="ctr"/>
            <a:r>
              <a:rPr lang="fr-FR" sz="1400" dirty="0">
                <a:solidFill>
                  <a:sysClr val="windowText" lastClr="000000"/>
                </a:solidFill>
              </a:rPr>
              <a:t>Q</a:t>
            </a:r>
          </a:p>
          <a:p>
            <a:pPr algn="ctr"/>
            <a:r>
              <a:rPr lang="fr-FR" sz="1400" dirty="0">
                <a:solidFill>
                  <a:sysClr val="windowText" lastClr="000000"/>
                </a:solidFill>
              </a:rPr>
              <a:t>U</a:t>
            </a:r>
          </a:p>
          <a:p>
            <a:pPr algn="ctr"/>
            <a:r>
              <a:rPr lang="fr-FR" sz="1400" dirty="0">
                <a:solidFill>
                  <a:sysClr val="windowText" lastClr="000000"/>
                </a:solidFill>
              </a:rPr>
              <a:t>E</a:t>
            </a:r>
          </a:p>
          <a:p>
            <a:pPr algn="ctr"/>
            <a:r>
              <a:rPr lang="fr-FR" sz="1400" dirty="0">
                <a:solidFill>
                  <a:sysClr val="windowText" lastClr="000000"/>
                </a:solidFill>
              </a:rPr>
              <a:t>N</a:t>
            </a:r>
          </a:p>
          <a:p>
            <a:pPr algn="ctr"/>
            <a:r>
              <a:rPr lang="fr-FR" sz="1400" dirty="0">
                <a:solidFill>
                  <a:sysClr val="windowText" lastClr="000000"/>
                </a:solidFill>
              </a:rPr>
              <a:t>C</a:t>
            </a:r>
          </a:p>
          <a:p>
            <a:pPr algn="ctr"/>
            <a:r>
              <a:rPr lang="fr-FR" sz="1400" dirty="0">
                <a:solidFill>
                  <a:sysClr val="windowText" lastClr="000000"/>
                </a:solidFill>
              </a:rPr>
              <a:t>E</a:t>
            </a:r>
          </a:p>
        </p:txBody>
      </p:sp>
      <p:sp>
        <p:nvSpPr>
          <p:cNvPr id="13" name="Rectangle 12">
            <a:extLst>
              <a:ext uri="{FF2B5EF4-FFF2-40B4-BE49-F238E27FC236}">
                <a16:creationId xmlns:a16="http://schemas.microsoft.com/office/drawing/2014/main" id="{C29118E4-7177-BAB7-C76B-215D58DE0D5F}"/>
              </a:ext>
            </a:extLst>
          </p:cNvPr>
          <p:cNvSpPr/>
          <p:nvPr/>
        </p:nvSpPr>
        <p:spPr>
          <a:xfrm>
            <a:off x="5870936" y="2332559"/>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M</a:t>
            </a:r>
          </a:p>
          <a:p>
            <a:pPr algn="ctr"/>
            <a:r>
              <a:rPr lang="fr-FR" sz="1400" dirty="0">
                <a:solidFill>
                  <a:sysClr val="windowText" lastClr="000000"/>
                </a:solidFill>
              </a:rPr>
              <a:t>O</a:t>
            </a:r>
          </a:p>
          <a:p>
            <a:pPr algn="ctr"/>
            <a:r>
              <a:rPr lang="fr-FR" sz="1400" dirty="0">
                <a:solidFill>
                  <a:sysClr val="windowText" lastClr="000000"/>
                </a:solidFill>
              </a:rPr>
              <a:t>D</a:t>
            </a:r>
          </a:p>
          <a:p>
            <a:pPr algn="ctr"/>
            <a:r>
              <a:rPr lang="fr-FR" sz="1400" dirty="0">
                <a:solidFill>
                  <a:sysClr val="windowText" lastClr="000000"/>
                </a:solidFill>
              </a:rPr>
              <a:t>E</a:t>
            </a:r>
            <a:endParaRPr lang="fr-FR" dirty="0">
              <a:solidFill>
                <a:sysClr val="windowText" lastClr="000000"/>
              </a:solidFill>
            </a:endParaRPr>
          </a:p>
        </p:txBody>
      </p:sp>
      <p:cxnSp>
        <p:nvCxnSpPr>
          <p:cNvPr id="20" name="Connecteur droit avec flèche 19">
            <a:extLst>
              <a:ext uri="{FF2B5EF4-FFF2-40B4-BE49-F238E27FC236}">
                <a16:creationId xmlns:a16="http://schemas.microsoft.com/office/drawing/2014/main" id="{8D08AC6B-4283-E6EA-2D01-3593D4D02FEB}"/>
              </a:ext>
            </a:extLst>
          </p:cNvPr>
          <p:cNvCxnSpPr>
            <a:cxnSpLocks/>
            <a:endCxn id="7" idx="1"/>
          </p:cNvCxnSpPr>
          <p:nvPr/>
        </p:nvCxnSpPr>
        <p:spPr>
          <a:xfrm>
            <a:off x="-330267" y="3527341"/>
            <a:ext cx="7702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C6B7E4FB-B276-5790-7036-5C8FE0EA2DD5}"/>
              </a:ext>
            </a:extLst>
          </p:cNvPr>
          <p:cNvCxnSpPr>
            <a:cxnSpLocks/>
          </p:cNvCxnSpPr>
          <p:nvPr/>
        </p:nvCxnSpPr>
        <p:spPr>
          <a:xfrm>
            <a:off x="770621" y="2892341"/>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3">
            <a:extLst>
              <a:ext uri="{FF2B5EF4-FFF2-40B4-BE49-F238E27FC236}">
                <a16:creationId xmlns:a16="http://schemas.microsoft.com/office/drawing/2014/main" id="{2E1EA953-DE38-18FC-6CAB-71122AFCAC7D}"/>
              </a:ext>
            </a:extLst>
          </p:cNvPr>
          <p:cNvCxnSpPr>
            <a:cxnSpLocks/>
          </p:cNvCxnSpPr>
          <p:nvPr/>
        </p:nvCxnSpPr>
        <p:spPr>
          <a:xfrm>
            <a:off x="770621" y="4149641"/>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eur droit avec flèche 33">
            <a:extLst>
              <a:ext uri="{FF2B5EF4-FFF2-40B4-BE49-F238E27FC236}">
                <a16:creationId xmlns:a16="http://schemas.microsoft.com/office/drawing/2014/main" id="{9A9051F3-DA17-20AE-5C8A-B1AB4D5C8B6F}"/>
              </a:ext>
            </a:extLst>
          </p:cNvPr>
          <p:cNvCxnSpPr>
            <a:cxnSpLocks/>
          </p:cNvCxnSpPr>
          <p:nvPr/>
        </p:nvCxnSpPr>
        <p:spPr>
          <a:xfrm>
            <a:off x="9822274" y="2479574"/>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C9690663-B814-894F-3031-A6F31221E840}"/>
              </a:ext>
            </a:extLst>
          </p:cNvPr>
          <p:cNvCxnSpPr>
            <a:cxnSpLocks/>
          </p:cNvCxnSpPr>
          <p:nvPr/>
        </p:nvCxnSpPr>
        <p:spPr>
          <a:xfrm>
            <a:off x="9822274" y="1841258"/>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56D79E04-78AB-73DD-6D04-228B2A16E05D}"/>
              </a:ext>
            </a:extLst>
          </p:cNvPr>
          <p:cNvCxnSpPr>
            <a:cxnSpLocks/>
          </p:cNvCxnSpPr>
          <p:nvPr/>
        </p:nvCxnSpPr>
        <p:spPr>
          <a:xfrm>
            <a:off x="2580952" y="2892341"/>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41">
            <a:extLst>
              <a:ext uri="{FF2B5EF4-FFF2-40B4-BE49-F238E27FC236}">
                <a16:creationId xmlns:a16="http://schemas.microsoft.com/office/drawing/2014/main" id="{D227D95E-BEE7-DB18-259B-4EBFDA9A522C}"/>
              </a:ext>
            </a:extLst>
          </p:cNvPr>
          <p:cNvCxnSpPr>
            <a:cxnSpLocks/>
          </p:cNvCxnSpPr>
          <p:nvPr/>
        </p:nvCxnSpPr>
        <p:spPr>
          <a:xfrm>
            <a:off x="2580952" y="4149641"/>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eur droit avec flèche 42">
            <a:extLst>
              <a:ext uri="{FF2B5EF4-FFF2-40B4-BE49-F238E27FC236}">
                <a16:creationId xmlns:a16="http://schemas.microsoft.com/office/drawing/2014/main" id="{2970FF51-8C7A-97FA-043F-27BCD99A4296}"/>
              </a:ext>
            </a:extLst>
          </p:cNvPr>
          <p:cNvCxnSpPr>
            <a:cxnSpLocks/>
          </p:cNvCxnSpPr>
          <p:nvPr/>
        </p:nvCxnSpPr>
        <p:spPr>
          <a:xfrm>
            <a:off x="4391283" y="2892341"/>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061848A9-8A19-9F8B-213F-DA78A2BF65FA}"/>
              </a:ext>
            </a:extLst>
          </p:cNvPr>
          <p:cNvCxnSpPr>
            <a:cxnSpLocks/>
          </p:cNvCxnSpPr>
          <p:nvPr/>
        </p:nvCxnSpPr>
        <p:spPr>
          <a:xfrm>
            <a:off x="4391283" y="4149641"/>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44">
            <a:extLst>
              <a:ext uri="{FF2B5EF4-FFF2-40B4-BE49-F238E27FC236}">
                <a16:creationId xmlns:a16="http://schemas.microsoft.com/office/drawing/2014/main" id="{1CB10815-1EC5-8810-D1FF-73A89A19B890}"/>
              </a:ext>
            </a:extLst>
          </p:cNvPr>
          <p:cNvCxnSpPr>
            <a:cxnSpLocks/>
          </p:cNvCxnSpPr>
          <p:nvPr/>
        </p:nvCxnSpPr>
        <p:spPr>
          <a:xfrm>
            <a:off x="6201614" y="2892341"/>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A120066E-F870-5842-DB5D-D02C739972B4}"/>
              </a:ext>
            </a:extLst>
          </p:cNvPr>
          <p:cNvCxnSpPr>
            <a:cxnSpLocks/>
          </p:cNvCxnSpPr>
          <p:nvPr/>
        </p:nvCxnSpPr>
        <p:spPr>
          <a:xfrm>
            <a:off x="6201614" y="4149641"/>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828555B3-084F-DF17-9073-B5C3B6ADD63E}"/>
              </a:ext>
            </a:extLst>
          </p:cNvPr>
          <p:cNvCxnSpPr>
            <a:cxnSpLocks/>
          </p:cNvCxnSpPr>
          <p:nvPr/>
        </p:nvCxnSpPr>
        <p:spPr>
          <a:xfrm>
            <a:off x="8011945" y="2892341"/>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B736BB69-32EE-6544-CB39-EC2AD371347C}"/>
              </a:ext>
            </a:extLst>
          </p:cNvPr>
          <p:cNvCxnSpPr>
            <a:cxnSpLocks/>
          </p:cNvCxnSpPr>
          <p:nvPr/>
        </p:nvCxnSpPr>
        <p:spPr>
          <a:xfrm>
            <a:off x="8011945" y="4149641"/>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ZoneTexte 48">
            <a:extLst>
              <a:ext uri="{FF2B5EF4-FFF2-40B4-BE49-F238E27FC236}">
                <a16:creationId xmlns:a16="http://schemas.microsoft.com/office/drawing/2014/main" id="{0ADEA9E6-BDAF-4EF7-3A3D-51FDEDF6BD3B}"/>
              </a:ext>
            </a:extLst>
          </p:cNvPr>
          <p:cNvSpPr txBox="1"/>
          <p:nvPr/>
        </p:nvSpPr>
        <p:spPr>
          <a:xfrm>
            <a:off x="1073996" y="2585981"/>
            <a:ext cx="1295993"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Consommation</a:t>
            </a:r>
          </a:p>
        </p:txBody>
      </p:sp>
      <p:sp>
        <p:nvSpPr>
          <p:cNvPr id="50" name="ZoneTexte 49">
            <a:extLst>
              <a:ext uri="{FF2B5EF4-FFF2-40B4-BE49-F238E27FC236}">
                <a16:creationId xmlns:a16="http://schemas.microsoft.com/office/drawing/2014/main" id="{FFC1EF07-448F-CD81-BD7B-A45BECACA07D}"/>
              </a:ext>
            </a:extLst>
          </p:cNvPr>
          <p:cNvSpPr txBox="1"/>
          <p:nvPr/>
        </p:nvSpPr>
        <p:spPr>
          <a:xfrm>
            <a:off x="1099396" y="3825029"/>
            <a:ext cx="1295993"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Transactionnel</a:t>
            </a:r>
          </a:p>
        </p:txBody>
      </p:sp>
      <p:sp>
        <p:nvSpPr>
          <p:cNvPr id="51" name="ZoneTexte 50">
            <a:extLst>
              <a:ext uri="{FF2B5EF4-FFF2-40B4-BE49-F238E27FC236}">
                <a16:creationId xmlns:a16="http://schemas.microsoft.com/office/drawing/2014/main" id="{BF4F5E19-3D5F-5784-6DAE-B0D0A3AA93F7}"/>
              </a:ext>
            </a:extLst>
          </p:cNvPr>
          <p:cNvSpPr txBox="1"/>
          <p:nvPr/>
        </p:nvSpPr>
        <p:spPr>
          <a:xfrm>
            <a:off x="3374757" y="2585981"/>
            <a:ext cx="764945" cy="276998"/>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Unitaire</a:t>
            </a:r>
          </a:p>
        </p:txBody>
      </p:sp>
      <p:sp>
        <p:nvSpPr>
          <p:cNvPr id="52" name="ZoneTexte 51">
            <a:extLst>
              <a:ext uri="{FF2B5EF4-FFF2-40B4-BE49-F238E27FC236}">
                <a16:creationId xmlns:a16="http://schemas.microsoft.com/office/drawing/2014/main" id="{754AA075-EFBA-68E3-7F0F-7003ABF06E21}"/>
              </a:ext>
            </a:extLst>
          </p:cNvPr>
          <p:cNvSpPr txBox="1"/>
          <p:nvPr/>
        </p:nvSpPr>
        <p:spPr>
          <a:xfrm>
            <a:off x="3678130" y="3851783"/>
            <a:ext cx="764945" cy="276998"/>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Lot</a:t>
            </a:r>
          </a:p>
        </p:txBody>
      </p:sp>
      <p:sp>
        <p:nvSpPr>
          <p:cNvPr id="53" name="ZoneTexte 52">
            <a:extLst>
              <a:ext uri="{FF2B5EF4-FFF2-40B4-BE49-F238E27FC236}">
                <a16:creationId xmlns:a16="http://schemas.microsoft.com/office/drawing/2014/main" id="{001CA8FD-A74B-BCEB-2D29-E776B4ED925E}"/>
              </a:ext>
            </a:extLst>
          </p:cNvPr>
          <p:cNvSpPr txBox="1"/>
          <p:nvPr/>
        </p:nvSpPr>
        <p:spPr>
          <a:xfrm>
            <a:off x="4799886" y="2585981"/>
            <a:ext cx="1186403"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A la demande</a:t>
            </a:r>
          </a:p>
        </p:txBody>
      </p:sp>
      <p:sp>
        <p:nvSpPr>
          <p:cNvPr id="54" name="ZoneTexte 53">
            <a:extLst>
              <a:ext uri="{FF2B5EF4-FFF2-40B4-BE49-F238E27FC236}">
                <a16:creationId xmlns:a16="http://schemas.microsoft.com/office/drawing/2014/main" id="{AB01F885-E28B-E037-080B-C019317FCD92}"/>
              </a:ext>
            </a:extLst>
          </p:cNvPr>
          <p:cNvSpPr txBox="1"/>
          <p:nvPr/>
        </p:nvSpPr>
        <p:spPr>
          <a:xfrm>
            <a:off x="5201554" y="3851782"/>
            <a:ext cx="76494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Planifié</a:t>
            </a:r>
          </a:p>
        </p:txBody>
      </p:sp>
      <p:sp>
        <p:nvSpPr>
          <p:cNvPr id="55" name="ZoneTexte 54">
            <a:extLst>
              <a:ext uri="{FF2B5EF4-FFF2-40B4-BE49-F238E27FC236}">
                <a16:creationId xmlns:a16="http://schemas.microsoft.com/office/drawing/2014/main" id="{C690E4DC-5346-4B7A-1AC9-6393735E2011}"/>
              </a:ext>
            </a:extLst>
          </p:cNvPr>
          <p:cNvSpPr txBox="1"/>
          <p:nvPr/>
        </p:nvSpPr>
        <p:spPr>
          <a:xfrm>
            <a:off x="6804427" y="2585981"/>
            <a:ext cx="930284"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Synchrone</a:t>
            </a:r>
          </a:p>
        </p:txBody>
      </p:sp>
      <p:sp>
        <p:nvSpPr>
          <p:cNvPr id="56" name="ZoneTexte 55">
            <a:extLst>
              <a:ext uri="{FF2B5EF4-FFF2-40B4-BE49-F238E27FC236}">
                <a16:creationId xmlns:a16="http://schemas.microsoft.com/office/drawing/2014/main" id="{C7520387-6B94-0E30-04C9-DD1A81E1B064}"/>
              </a:ext>
            </a:extLst>
          </p:cNvPr>
          <p:cNvSpPr txBox="1"/>
          <p:nvPr/>
        </p:nvSpPr>
        <p:spPr>
          <a:xfrm>
            <a:off x="6724978" y="3856169"/>
            <a:ext cx="106177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Asynchrone</a:t>
            </a:r>
          </a:p>
        </p:txBody>
      </p:sp>
      <p:sp>
        <p:nvSpPr>
          <p:cNvPr id="57" name="ZoneTexte 56">
            <a:extLst>
              <a:ext uri="{FF2B5EF4-FFF2-40B4-BE49-F238E27FC236}">
                <a16:creationId xmlns:a16="http://schemas.microsoft.com/office/drawing/2014/main" id="{28378504-7D5B-1BA6-9701-5BF944FB1115}"/>
              </a:ext>
            </a:extLst>
          </p:cNvPr>
          <p:cNvSpPr txBox="1"/>
          <p:nvPr/>
        </p:nvSpPr>
        <p:spPr>
          <a:xfrm>
            <a:off x="8709127" y="2585981"/>
            <a:ext cx="106177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Standard</a:t>
            </a:r>
          </a:p>
        </p:txBody>
      </p:sp>
      <p:sp>
        <p:nvSpPr>
          <p:cNvPr id="58" name="ZoneTexte 57">
            <a:extLst>
              <a:ext uri="{FF2B5EF4-FFF2-40B4-BE49-F238E27FC236}">
                <a16:creationId xmlns:a16="http://schemas.microsoft.com/office/drawing/2014/main" id="{CC19AF29-4E80-1F96-DA33-5CD96906A397}"/>
              </a:ext>
            </a:extLst>
          </p:cNvPr>
          <p:cNvSpPr txBox="1"/>
          <p:nvPr/>
        </p:nvSpPr>
        <p:spPr>
          <a:xfrm>
            <a:off x="8572049" y="3825028"/>
            <a:ext cx="106177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Propriétaire</a:t>
            </a:r>
          </a:p>
        </p:txBody>
      </p:sp>
      <p:sp>
        <p:nvSpPr>
          <p:cNvPr id="59" name="ZoneTexte 58">
            <a:extLst>
              <a:ext uri="{FF2B5EF4-FFF2-40B4-BE49-F238E27FC236}">
                <a16:creationId xmlns:a16="http://schemas.microsoft.com/office/drawing/2014/main" id="{30AC661D-BE87-F7F6-7250-F681AB03C6F7}"/>
              </a:ext>
            </a:extLst>
          </p:cNvPr>
          <p:cNvSpPr txBox="1"/>
          <p:nvPr/>
        </p:nvSpPr>
        <p:spPr>
          <a:xfrm>
            <a:off x="10555871" y="966959"/>
            <a:ext cx="557604" cy="275852"/>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API</a:t>
            </a:r>
          </a:p>
        </p:txBody>
      </p:sp>
      <p:sp>
        <p:nvSpPr>
          <p:cNvPr id="60" name="ZoneTexte 59">
            <a:extLst>
              <a:ext uri="{FF2B5EF4-FFF2-40B4-BE49-F238E27FC236}">
                <a16:creationId xmlns:a16="http://schemas.microsoft.com/office/drawing/2014/main" id="{0FF51523-FD05-2F25-A8DA-C88989B6B0D8}"/>
              </a:ext>
            </a:extLst>
          </p:cNvPr>
          <p:cNvSpPr txBox="1"/>
          <p:nvPr/>
        </p:nvSpPr>
        <p:spPr>
          <a:xfrm>
            <a:off x="10457269" y="1600260"/>
            <a:ext cx="557604" cy="275852"/>
          </a:xfrm>
          <a:prstGeom prst="rect">
            <a:avLst/>
          </a:prstGeom>
          <a:noFill/>
        </p:spPr>
        <p:txBody>
          <a:bodyPr wrap="square" rtlCol="0">
            <a:spAutoFit/>
          </a:bodyPr>
          <a:lstStyle/>
          <a:p>
            <a:pPr algn="r"/>
            <a:r>
              <a:rPr lang="fr-FR" sz="1200" dirty="0">
                <a:latin typeface="Arial" panose="020B0604020202020204" pitchFamily="34" charset="0"/>
                <a:cs typeface="Arial" panose="020B0604020202020204" pitchFamily="34" charset="0"/>
              </a:rPr>
              <a:t>JMS</a:t>
            </a:r>
          </a:p>
        </p:txBody>
      </p:sp>
      <p:sp>
        <p:nvSpPr>
          <p:cNvPr id="61" name="ZoneTexte 60">
            <a:extLst>
              <a:ext uri="{FF2B5EF4-FFF2-40B4-BE49-F238E27FC236}">
                <a16:creationId xmlns:a16="http://schemas.microsoft.com/office/drawing/2014/main" id="{4BF965E6-C651-97D8-CEBC-5C5E6E35D4D2}"/>
              </a:ext>
            </a:extLst>
          </p:cNvPr>
          <p:cNvSpPr txBox="1"/>
          <p:nvPr/>
        </p:nvSpPr>
        <p:spPr>
          <a:xfrm>
            <a:off x="10503997" y="3950240"/>
            <a:ext cx="557604" cy="275852"/>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BDD</a:t>
            </a:r>
          </a:p>
        </p:txBody>
      </p:sp>
      <p:sp>
        <p:nvSpPr>
          <p:cNvPr id="62" name="ZoneTexte 61">
            <a:extLst>
              <a:ext uri="{FF2B5EF4-FFF2-40B4-BE49-F238E27FC236}">
                <a16:creationId xmlns:a16="http://schemas.microsoft.com/office/drawing/2014/main" id="{6872361F-1300-E3E2-C5D3-B12A41EBE88B}"/>
              </a:ext>
            </a:extLst>
          </p:cNvPr>
          <p:cNvSpPr txBox="1"/>
          <p:nvPr/>
        </p:nvSpPr>
        <p:spPr>
          <a:xfrm>
            <a:off x="10393988" y="4664988"/>
            <a:ext cx="684159"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Fichier</a:t>
            </a:r>
          </a:p>
        </p:txBody>
      </p:sp>
      <p:sp>
        <p:nvSpPr>
          <p:cNvPr id="64" name="ZoneTexte 63">
            <a:extLst>
              <a:ext uri="{FF2B5EF4-FFF2-40B4-BE49-F238E27FC236}">
                <a16:creationId xmlns:a16="http://schemas.microsoft.com/office/drawing/2014/main" id="{B9AF0DC9-5A62-8EC2-F614-80E358096363}"/>
              </a:ext>
            </a:extLst>
          </p:cNvPr>
          <p:cNvSpPr txBox="1"/>
          <p:nvPr/>
        </p:nvSpPr>
        <p:spPr>
          <a:xfrm>
            <a:off x="9770902" y="2209174"/>
            <a:ext cx="1246173" cy="276999"/>
          </a:xfrm>
          <a:prstGeom prst="rect">
            <a:avLst/>
          </a:prstGeom>
          <a:noFill/>
        </p:spPr>
        <p:txBody>
          <a:bodyPr wrap="square" rtlCol="0">
            <a:spAutoFit/>
          </a:bodyPr>
          <a:lstStyle/>
          <a:p>
            <a:pPr algn="r"/>
            <a:r>
              <a:rPr lang="fr-FR" sz="1200" dirty="0">
                <a:latin typeface="Arial" panose="020B0604020202020204" pitchFamily="34" charset="0"/>
                <a:cs typeface="Arial" panose="020B0604020202020204" pitchFamily="34" charset="0"/>
              </a:rPr>
              <a:t>SOAP/WSDL</a:t>
            </a:r>
          </a:p>
        </p:txBody>
      </p:sp>
      <p:grpSp>
        <p:nvGrpSpPr>
          <p:cNvPr id="111" name="Groupe 110">
            <a:extLst>
              <a:ext uri="{FF2B5EF4-FFF2-40B4-BE49-F238E27FC236}">
                <a16:creationId xmlns:a16="http://schemas.microsoft.com/office/drawing/2014/main" id="{07B867AA-C0DE-E14A-61F7-AD6FFE2C9F6D}"/>
              </a:ext>
            </a:extLst>
          </p:cNvPr>
          <p:cNvGrpSpPr/>
          <p:nvPr/>
        </p:nvGrpSpPr>
        <p:grpSpPr>
          <a:xfrm>
            <a:off x="11113475" y="3070969"/>
            <a:ext cx="949299" cy="892558"/>
            <a:chOff x="11113475" y="3070969"/>
            <a:chExt cx="949299" cy="892558"/>
          </a:xfrm>
        </p:grpSpPr>
        <p:grpSp>
          <p:nvGrpSpPr>
            <p:cNvPr id="109" name="Groupe 108">
              <a:extLst>
                <a:ext uri="{FF2B5EF4-FFF2-40B4-BE49-F238E27FC236}">
                  <a16:creationId xmlns:a16="http://schemas.microsoft.com/office/drawing/2014/main" id="{E974483A-9C7C-3816-A40B-F8EAA9772211}"/>
                </a:ext>
              </a:extLst>
            </p:cNvPr>
            <p:cNvGrpSpPr>
              <a:grpSpLocks noChangeAspect="1"/>
            </p:cNvGrpSpPr>
            <p:nvPr/>
          </p:nvGrpSpPr>
          <p:grpSpPr>
            <a:xfrm>
              <a:off x="11330213" y="3070969"/>
              <a:ext cx="404403" cy="543236"/>
              <a:chOff x="1209570" y="5066905"/>
              <a:chExt cx="687799" cy="881601"/>
            </a:xfrm>
          </p:grpSpPr>
          <p:sp>
            <p:nvSpPr>
              <p:cNvPr id="71" name="Forme libre : forme 70">
                <a:extLst>
                  <a:ext uri="{FF2B5EF4-FFF2-40B4-BE49-F238E27FC236}">
                    <a16:creationId xmlns:a16="http://schemas.microsoft.com/office/drawing/2014/main" id="{11028B1F-0508-641F-E0D0-E9FE175CB341}"/>
                  </a:ext>
                </a:extLst>
              </p:cNvPr>
              <p:cNvSpPr/>
              <p:nvPr/>
            </p:nvSpPr>
            <p:spPr>
              <a:xfrm>
                <a:off x="1209570" y="5066905"/>
                <a:ext cx="687799" cy="881601"/>
              </a:xfrm>
              <a:custGeom>
                <a:avLst/>
                <a:gdLst>
                  <a:gd name="connsiteX0" fmla="*/ 687797 w 687799"/>
                  <a:gd name="connsiteY0" fmla="*/ 262781 h 881601"/>
                  <a:gd name="connsiteX1" fmla="*/ 687797 w 687799"/>
                  <a:gd name="connsiteY1" fmla="*/ 262781 h 881601"/>
                  <a:gd name="connsiteX2" fmla="*/ 687518 w 687799"/>
                  <a:gd name="connsiteY2" fmla="*/ 260576 h 881601"/>
                  <a:gd name="connsiteX3" fmla="*/ 687105 w 687799"/>
                  <a:gd name="connsiteY3" fmla="*/ 259056 h 881601"/>
                  <a:gd name="connsiteX4" fmla="*/ 686969 w 687799"/>
                  <a:gd name="connsiteY4" fmla="*/ 258364 h 881601"/>
                  <a:gd name="connsiteX5" fmla="*/ 686141 w 687799"/>
                  <a:gd name="connsiteY5" fmla="*/ 256844 h 881601"/>
                  <a:gd name="connsiteX6" fmla="*/ 685863 w 687799"/>
                  <a:gd name="connsiteY6" fmla="*/ 256430 h 881601"/>
                  <a:gd name="connsiteX7" fmla="*/ 684486 w 687799"/>
                  <a:gd name="connsiteY7" fmla="*/ 254640 h 881601"/>
                  <a:gd name="connsiteX8" fmla="*/ 612071 w 687799"/>
                  <a:gd name="connsiteY8" fmla="*/ 182079 h 881601"/>
                  <a:gd name="connsiteX9" fmla="*/ 612061 w 687799"/>
                  <a:gd name="connsiteY9" fmla="*/ 11449 h 881601"/>
                  <a:gd name="connsiteX10" fmla="*/ 600612 w 687799"/>
                  <a:gd name="connsiteY10" fmla="*/ 0 h 881601"/>
                  <a:gd name="connsiteX11" fmla="*/ 11449 w 687799"/>
                  <a:gd name="connsiteY11" fmla="*/ 0 h 881601"/>
                  <a:gd name="connsiteX12" fmla="*/ 0 w 687799"/>
                  <a:gd name="connsiteY12" fmla="*/ 11449 h 881601"/>
                  <a:gd name="connsiteX13" fmla="*/ 0 w 687799"/>
                  <a:gd name="connsiteY13" fmla="*/ 794963 h 881601"/>
                  <a:gd name="connsiteX14" fmla="*/ 11449 w 687799"/>
                  <a:gd name="connsiteY14" fmla="*/ 806415 h 881601"/>
                  <a:gd name="connsiteX15" fmla="*/ 75735 w 687799"/>
                  <a:gd name="connsiteY15" fmla="*/ 806415 h 881601"/>
                  <a:gd name="connsiteX16" fmla="*/ 75735 w 687799"/>
                  <a:gd name="connsiteY16" fmla="*/ 870142 h 881601"/>
                  <a:gd name="connsiteX17" fmla="*/ 87185 w 687799"/>
                  <a:gd name="connsiteY17" fmla="*/ 881591 h 881601"/>
                  <a:gd name="connsiteX18" fmla="*/ 676348 w 687799"/>
                  <a:gd name="connsiteY18" fmla="*/ 881601 h 881601"/>
                  <a:gd name="connsiteX19" fmla="*/ 687799 w 687799"/>
                  <a:gd name="connsiteY19" fmla="*/ 870152 h 881601"/>
                  <a:gd name="connsiteX20" fmla="*/ 512329 w 687799"/>
                  <a:gd name="connsiteY20" fmla="*/ 114359 h 881601"/>
                  <a:gd name="connsiteX21" fmla="*/ 648894 w 687799"/>
                  <a:gd name="connsiteY21" fmla="*/ 251339 h 881601"/>
                  <a:gd name="connsiteX22" fmla="*/ 512329 w 687799"/>
                  <a:gd name="connsiteY22" fmla="*/ 251339 h 881601"/>
                  <a:gd name="connsiteX23" fmla="*/ 22903 w 687799"/>
                  <a:gd name="connsiteY23" fmla="*/ 783652 h 881601"/>
                  <a:gd name="connsiteX24" fmla="*/ 22903 w 687799"/>
                  <a:gd name="connsiteY24" fmla="*/ 22898 h 881601"/>
                  <a:gd name="connsiteX25" fmla="*/ 589158 w 687799"/>
                  <a:gd name="connsiteY25" fmla="*/ 22898 h 881601"/>
                  <a:gd name="connsiteX26" fmla="*/ 589158 w 687799"/>
                  <a:gd name="connsiteY26" fmla="*/ 159050 h 881601"/>
                  <a:gd name="connsiteX27" fmla="*/ 508870 w 687799"/>
                  <a:gd name="connsiteY27" fmla="*/ 78494 h 881601"/>
                  <a:gd name="connsiteX28" fmla="*/ 507080 w 687799"/>
                  <a:gd name="connsiteY28" fmla="*/ 77117 h 881601"/>
                  <a:gd name="connsiteX29" fmla="*/ 506533 w 687799"/>
                  <a:gd name="connsiteY29" fmla="*/ 76839 h 881601"/>
                  <a:gd name="connsiteX30" fmla="*/ 505013 w 687799"/>
                  <a:gd name="connsiteY30" fmla="*/ 76011 h 881601"/>
                  <a:gd name="connsiteX31" fmla="*/ 504318 w 687799"/>
                  <a:gd name="connsiteY31" fmla="*/ 75733 h 881601"/>
                  <a:gd name="connsiteX32" fmla="*/ 502944 w 687799"/>
                  <a:gd name="connsiteY32" fmla="*/ 75319 h 881601"/>
                  <a:gd name="connsiteX33" fmla="*/ 500739 w 687799"/>
                  <a:gd name="connsiteY33" fmla="*/ 75041 h 881601"/>
                  <a:gd name="connsiteX34" fmla="*/ 87182 w 687799"/>
                  <a:gd name="connsiteY34" fmla="*/ 75041 h 881601"/>
                  <a:gd name="connsiteX35" fmla="*/ 75733 w 687799"/>
                  <a:gd name="connsiteY35" fmla="*/ 86490 h 881601"/>
                  <a:gd name="connsiteX36" fmla="*/ 75733 w 687799"/>
                  <a:gd name="connsiteY36" fmla="*/ 783371 h 881601"/>
                  <a:gd name="connsiteX37" fmla="*/ 22898 w 687799"/>
                  <a:gd name="connsiteY37" fmla="*/ 783371 h 881601"/>
                  <a:gd name="connsiteX38" fmla="*/ 98639 w 687799"/>
                  <a:gd name="connsiteY38" fmla="*/ 858831 h 881601"/>
                  <a:gd name="connsiteX39" fmla="*/ 98639 w 687799"/>
                  <a:gd name="connsiteY39" fmla="*/ 98077 h 881601"/>
                  <a:gd name="connsiteX40" fmla="*/ 489435 w 687799"/>
                  <a:gd name="connsiteY40" fmla="*/ 98077 h 881601"/>
                  <a:gd name="connsiteX41" fmla="*/ 489435 w 687799"/>
                  <a:gd name="connsiteY41" fmla="*/ 262645 h 881601"/>
                  <a:gd name="connsiteX42" fmla="*/ 500885 w 687799"/>
                  <a:gd name="connsiteY42" fmla="*/ 274095 h 881601"/>
                  <a:gd name="connsiteX43" fmla="*/ 664903 w 687799"/>
                  <a:gd name="connsiteY43" fmla="*/ 274095 h 881601"/>
                  <a:gd name="connsiteX44" fmla="*/ 664893 w 687799"/>
                  <a:gd name="connsiteY44" fmla="*/ 858824 h 88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87799" h="881601">
                    <a:moveTo>
                      <a:pt x="687797" y="262781"/>
                    </a:moveTo>
                    <a:lnTo>
                      <a:pt x="687797" y="262781"/>
                    </a:lnTo>
                    <a:cubicBezTo>
                      <a:pt x="687797" y="261953"/>
                      <a:pt x="687661" y="261261"/>
                      <a:pt x="687518" y="260576"/>
                    </a:cubicBezTo>
                    <a:cubicBezTo>
                      <a:pt x="687383" y="260029"/>
                      <a:pt x="687238" y="259615"/>
                      <a:pt x="687105" y="259056"/>
                    </a:cubicBezTo>
                    <a:cubicBezTo>
                      <a:pt x="686969" y="258778"/>
                      <a:pt x="686969" y="258642"/>
                      <a:pt x="686969" y="258364"/>
                    </a:cubicBezTo>
                    <a:cubicBezTo>
                      <a:pt x="686691" y="257815"/>
                      <a:pt x="686420" y="257258"/>
                      <a:pt x="686141" y="256844"/>
                    </a:cubicBezTo>
                    <a:cubicBezTo>
                      <a:pt x="686006" y="256709"/>
                      <a:pt x="686006" y="256566"/>
                      <a:pt x="685863" y="256430"/>
                    </a:cubicBezTo>
                    <a:cubicBezTo>
                      <a:pt x="685449" y="255738"/>
                      <a:pt x="684900" y="255189"/>
                      <a:pt x="684486" y="254640"/>
                    </a:cubicBezTo>
                    <a:lnTo>
                      <a:pt x="612071" y="182079"/>
                    </a:lnTo>
                    <a:lnTo>
                      <a:pt x="612061" y="11449"/>
                    </a:lnTo>
                    <a:cubicBezTo>
                      <a:pt x="612061" y="5109"/>
                      <a:pt x="606962" y="0"/>
                      <a:pt x="600612" y="0"/>
                    </a:cubicBezTo>
                    <a:lnTo>
                      <a:pt x="11449" y="0"/>
                    </a:lnTo>
                    <a:cubicBezTo>
                      <a:pt x="5109" y="0"/>
                      <a:pt x="0" y="5099"/>
                      <a:pt x="0" y="11449"/>
                    </a:cubicBezTo>
                    <a:lnTo>
                      <a:pt x="0" y="794963"/>
                    </a:lnTo>
                    <a:cubicBezTo>
                      <a:pt x="0" y="801306"/>
                      <a:pt x="5099" y="806415"/>
                      <a:pt x="11449" y="806415"/>
                    </a:cubicBezTo>
                    <a:lnTo>
                      <a:pt x="75735" y="806415"/>
                    </a:lnTo>
                    <a:lnTo>
                      <a:pt x="75735" y="870142"/>
                    </a:lnTo>
                    <a:cubicBezTo>
                      <a:pt x="75735" y="876483"/>
                      <a:pt x="80834" y="881591"/>
                      <a:pt x="87185" y="881591"/>
                    </a:cubicBezTo>
                    <a:lnTo>
                      <a:pt x="676348" y="881601"/>
                    </a:lnTo>
                    <a:cubicBezTo>
                      <a:pt x="682690" y="881601"/>
                      <a:pt x="687799" y="876502"/>
                      <a:pt x="687799" y="870152"/>
                    </a:cubicBezTo>
                    <a:close/>
                    <a:moveTo>
                      <a:pt x="512329" y="114359"/>
                    </a:moveTo>
                    <a:lnTo>
                      <a:pt x="648894" y="251339"/>
                    </a:lnTo>
                    <a:lnTo>
                      <a:pt x="512329" y="251339"/>
                    </a:lnTo>
                    <a:close/>
                    <a:moveTo>
                      <a:pt x="22903" y="783652"/>
                    </a:moveTo>
                    <a:lnTo>
                      <a:pt x="22903" y="22898"/>
                    </a:lnTo>
                    <a:lnTo>
                      <a:pt x="589158" y="22898"/>
                    </a:lnTo>
                    <a:lnTo>
                      <a:pt x="589158" y="159050"/>
                    </a:lnTo>
                    <a:lnTo>
                      <a:pt x="508870" y="78494"/>
                    </a:lnTo>
                    <a:cubicBezTo>
                      <a:pt x="508321" y="77945"/>
                      <a:pt x="507764" y="77531"/>
                      <a:pt x="507080" y="77117"/>
                    </a:cubicBezTo>
                    <a:cubicBezTo>
                      <a:pt x="506947" y="76984"/>
                      <a:pt x="506801" y="76984"/>
                      <a:pt x="506533" y="76839"/>
                    </a:cubicBezTo>
                    <a:cubicBezTo>
                      <a:pt x="506119" y="76561"/>
                      <a:pt x="505570" y="76290"/>
                      <a:pt x="505013" y="76011"/>
                    </a:cubicBezTo>
                    <a:cubicBezTo>
                      <a:pt x="504732" y="75878"/>
                      <a:pt x="504464" y="75878"/>
                      <a:pt x="504318" y="75733"/>
                    </a:cubicBezTo>
                    <a:cubicBezTo>
                      <a:pt x="503904" y="75598"/>
                      <a:pt x="503358" y="75455"/>
                      <a:pt x="502944" y="75319"/>
                    </a:cubicBezTo>
                    <a:cubicBezTo>
                      <a:pt x="502249" y="75184"/>
                      <a:pt x="501424" y="75041"/>
                      <a:pt x="500739" y="75041"/>
                    </a:cubicBezTo>
                    <a:lnTo>
                      <a:pt x="87182" y="75041"/>
                    </a:lnTo>
                    <a:cubicBezTo>
                      <a:pt x="80842" y="75041"/>
                      <a:pt x="75733" y="80140"/>
                      <a:pt x="75733" y="86490"/>
                    </a:cubicBezTo>
                    <a:lnTo>
                      <a:pt x="75733" y="783371"/>
                    </a:lnTo>
                    <a:lnTo>
                      <a:pt x="22898" y="783371"/>
                    </a:lnTo>
                    <a:close/>
                    <a:moveTo>
                      <a:pt x="98639" y="858831"/>
                    </a:moveTo>
                    <a:lnTo>
                      <a:pt x="98639" y="98077"/>
                    </a:lnTo>
                    <a:lnTo>
                      <a:pt x="489435" y="98077"/>
                    </a:lnTo>
                    <a:lnTo>
                      <a:pt x="489435" y="262645"/>
                    </a:lnTo>
                    <a:cubicBezTo>
                      <a:pt x="489435" y="268986"/>
                      <a:pt x="494534" y="274095"/>
                      <a:pt x="500885" y="274095"/>
                    </a:cubicBezTo>
                    <a:lnTo>
                      <a:pt x="664903" y="274095"/>
                    </a:lnTo>
                    <a:lnTo>
                      <a:pt x="664893" y="858824"/>
                    </a:lnTo>
                    <a:close/>
                  </a:path>
                </a:pathLst>
              </a:custGeom>
              <a:solidFill>
                <a:srgbClr val="000000"/>
              </a:solidFill>
              <a:ln w="2463" cap="flat">
                <a:noFill/>
                <a:prstDash val="solid"/>
                <a:miter/>
              </a:ln>
            </p:spPr>
            <p:txBody>
              <a:bodyPr rtlCol="0" anchor="ctr"/>
              <a:lstStyle/>
              <a:p>
                <a:endParaRPr lang="fr-FR"/>
              </a:p>
            </p:txBody>
          </p:sp>
          <p:sp>
            <p:nvSpPr>
              <p:cNvPr id="72" name="Forme libre : forme 71">
                <a:extLst>
                  <a:ext uri="{FF2B5EF4-FFF2-40B4-BE49-F238E27FC236}">
                    <a16:creationId xmlns:a16="http://schemas.microsoft.com/office/drawing/2014/main" id="{1ADC5250-1A16-B8AB-1C3E-272C6470B768}"/>
                  </a:ext>
                </a:extLst>
              </p:cNvPr>
              <p:cNvSpPr/>
              <p:nvPr/>
            </p:nvSpPr>
            <p:spPr>
              <a:xfrm>
                <a:off x="1390433" y="5318239"/>
                <a:ext cx="232017" cy="22900"/>
              </a:xfrm>
              <a:custGeom>
                <a:avLst/>
                <a:gdLst>
                  <a:gd name="connsiteX0" fmla="*/ 11449 w 232017"/>
                  <a:gd name="connsiteY0" fmla="*/ 22901 h 22900"/>
                  <a:gd name="connsiteX1" fmla="*/ 220568 w 232017"/>
                  <a:gd name="connsiteY1" fmla="*/ 22901 h 22900"/>
                  <a:gd name="connsiteX2" fmla="*/ 232017 w 232017"/>
                  <a:gd name="connsiteY2" fmla="*/ 11452 h 22900"/>
                  <a:gd name="connsiteX3" fmla="*/ 220568 w 232017"/>
                  <a:gd name="connsiteY3" fmla="*/ 0 h 22900"/>
                  <a:gd name="connsiteX4" fmla="*/ 11449 w 232017"/>
                  <a:gd name="connsiteY4" fmla="*/ 0 h 22900"/>
                  <a:gd name="connsiteX5" fmla="*/ 0 w 232017"/>
                  <a:gd name="connsiteY5" fmla="*/ 11452 h 22900"/>
                  <a:gd name="connsiteX6" fmla="*/ 11449 w 232017"/>
                  <a:gd name="connsiteY6" fmla="*/ 22901 h 2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17" h="22900">
                    <a:moveTo>
                      <a:pt x="11449" y="22901"/>
                    </a:moveTo>
                    <a:lnTo>
                      <a:pt x="220568" y="22901"/>
                    </a:lnTo>
                    <a:cubicBezTo>
                      <a:pt x="226908" y="22901"/>
                      <a:pt x="232017" y="17802"/>
                      <a:pt x="232017" y="11452"/>
                    </a:cubicBezTo>
                    <a:cubicBezTo>
                      <a:pt x="232017" y="5109"/>
                      <a:pt x="226918" y="0"/>
                      <a:pt x="220568" y="0"/>
                    </a:cubicBezTo>
                    <a:lnTo>
                      <a:pt x="11449" y="0"/>
                    </a:lnTo>
                    <a:cubicBezTo>
                      <a:pt x="5109" y="0"/>
                      <a:pt x="0" y="5101"/>
                      <a:pt x="0" y="11452"/>
                    </a:cubicBezTo>
                    <a:cubicBezTo>
                      <a:pt x="133" y="17802"/>
                      <a:pt x="5242" y="22901"/>
                      <a:pt x="11449" y="22901"/>
                    </a:cubicBezTo>
                    <a:close/>
                  </a:path>
                </a:pathLst>
              </a:custGeom>
              <a:solidFill>
                <a:srgbClr val="000000"/>
              </a:solidFill>
              <a:ln w="2463" cap="flat">
                <a:noFill/>
                <a:prstDash val="solid"/>
                <a:miter/>
              </a:ln>
            </p:spPr>
            <p:txBody>
              <a:bodyPr rtlCol="0" anchor="ctr"/>
              <a:lstStyle/>
              <a:p>
                <a:endParaRPr lang="fr-FR"/>
              </a:p>
            </p:txBody>
          </p:sp>
          <p:sp>
            <p:nvSpPr>
              <p:cNvPr id="73" name="Forme libre : forme 72">
                <a:extLst>
                  <a:ext uri="{FF2B5EF4-FFF2-40B4-BE49-F238E27FC236}">
                    <a16:creationId xmlns:a16="http://schemas.microsoft.com/office/drawing/2014/main" id="{9B6F4527-D13B-B387-8ABF-8272CE3805DC}"/>
                  </a:ext>
                </a:extLst>
              </p:cNvPr>
              <p:cNvSpPr/>
              <p:nvPr/>
            </p:nvSpPr>
            <p:spPr>
              <a:xfrm>
                <a:off x="1390433" y="5776497"/>
                <a:ext cx="401698" cy="22900"/>
              </a:xfrm>
              <a:custGeom>
                <a:avLst/>
                <a:gdLst>
                  <a:gd name="connsiteX0" fmla="*/ 390373 w 401698"/>
                  <a:gd name="connsiteY0" fmla="*/ 0 h 22900"/>
                  <a:gd name="connsiteX1" fmla="*/ 11449 w 401698"/>
                  <a:gd name="connsiteY1" fmla="*/ 0 h 22900"/>
                  <a:gd name="connsiteX2" fmla="*/ 0 w 401698"/>
                  <a:gd name="connsiteY2" fmla="*/ 11449 h 22900"/>
                  <a:gd name="connsiteX3" fmla="*/ 11449 w 401698"/>
                  <a:gd name="connsiteY3" fmla="*/ 22901 h 22900"/>
                  <a:gd name="connsiteX4" fmla="*/ 390250 w 401698"/>
                  <a:gd name="connsiteY4" fmla="*/ 22901 h 22900"/>
                  <a:gd name="connsiteX5" fmla="*/ 401699 w 401698"/>
                  <a:gd name="connsiteY5" fmla="*/ 11449 h 22900"/>
                  <a:gd name="connsiteX6" fmla="*/ 390385 w 401698"/>
                  <a:gd name="connsiteY6" fmla="*/ 0 h 2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1698" h="22900">
                    <a:moveTo>
                      <a:pt x="390373" y="0"/>
                    </a:moveTo>
                    <a:lnTo>
                      <a:pt x="11449" y="0"/>
                    </a:lnTo>
                    <a:cubicBezTo>
                      <a:pt x="5109" y="0"/>
                      <a:pt x="0" y="5099"/>
                      <a:pt x="0" y="11449"/>
                    </a:cubicBezTo>
                    <a:cubicBezTo>
                      <a:pt x="0" y="17792"/>
                      <a:pt x="5099" y="22901"/>
                      <a:pt x="11449" y="22901"/>
                    </a:cubicBezTo>
                    <a:lnTo>
                      <a:pt x="390250" y="22901"/>
                    </a:lnTo>
                    <a:cubicBezTo>
                      <a:pt x="396590" y="22901"/>
                      <a:pt x="401699" y="17800"/>
                      <a:pt x="401699" y="11449"/>
                    </a:cubicBezTo>
                    <a:cubicBezTo>
                      <a:pt x="401689" y="5099"/>
                      <a:pt x="396590" y="0"/>
                      <a:pt x="390385" y="0"/>
                    </a:cubicBezTo>
                    <a:close/>
                  </a:path>
                </a:pathLst>
              </a:custGeom>
              <a:solidFill>
                <a:srgbClr val="000000"/>
              </a:solidFill>
              <a:ln w="2463" cap="flat">
                <a:noFill/>
                <a:prstDash val="solid"/>
                <a:miter/>
              </a:ln>
            </p:spPr>
            <p:txBody>
              <a:bodyPr rtlCol="0" anchor="ctr"/>
              <a:lstStyle/>
              <a:p>
                <a:endParaRPr lang="fr-FR"/>
              </a:p>
            </p:txBody>
          </p:sp>
          <p:sp>
            <p:nvSpPr>
              <p:cNvPr id="74" name="Forme libre : forme 73">
                <a:extLst>
                  <a:ext uri="{FF2B5EF4-FFF2-40B4-BE49-F238E27FC236}">
                    <a16:creationId xmlns:a16="http://schemas.microsoft.com/office/drawing/2014/main" id="{520130A5-3A37-8E66-6A77-F4A871F16A08}"/>
                  </a:ext>
                </a:extLst>
              </p:cNvPr>
              <p:cNvSpPr/>
              <p:nvPr/>
            </p:nvSpPr>
            <p:spPr>
              <a:xfrm>
                <a:off x="1390433" y="5623652"/>
                <a:ext cx="401698" cy="22900"/>
              </a:xfrm>
              <a:custGeom>
                <a:avLst/>
                <a:gdLst>
                  <a:gd name="connsiteX0" fmla="*/ 390373 w 401698"/>
                  <a:gd name="connsiteY0" fmla="*/ 0 h 22900"/>
                  <a:gd name="connsiteX1" fmla="*/ 11449 w 401698"/>
                  <a:gd name="connsiteY1" fmla="*/ 0 h 22900"/>
                  <a:gd name="connsiteX2" fmla="*/ 0 w 401698"/>
                  <a:gd name="connsiteY2" fmla="*/ 11449 h 22900"/>
                  <a:gd name="connsiteX3" fmla="*/ 11449 w 401698"/>
                  <a:gd name="connsiteY3" fmla="*/ 22901 h 22900"/>
                  <a:gd name="connsiteX4" fmla="*/ 390250 w 401698"/>
                  <a:gd name="connsiteY4" fmla="*/ 22901 h 22900"/>
                  <a:gd name="connsiteX5" fmla="*/ 401699 w 401698"/>
                  <a:gd name="connsiteY5" fmla="*/ 11449 h 22900"/>
                  <a:gd name="connsiteX6" fmla="*/ 390385 w 401698"/>
                  <a:gd name="connsiteY6" fmla="*/ 0 h 2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1698" h="22900">
                    <a:moveTo>
                      <a:pt x="390373" y="0"/>
                    </a:moveTo>
                    <a:lnTo>
                      <a:pt x="11449" y="0"/>
                    </a:lnTo>
                    <a:cubicBezTo>
                      <a:pt x="5109" y="0"/>
                      <a:pt x="0" y="5099"/>
                      <a:pt x="0" y="11449"/>
                    </a:cubicBezTo>
                    <a:cubicBezTo>
                      <a:pt x="0" y="17792"/>
                      <a:pt x="5099" y="22901"/>
                      <a:pt x="11449" y="22901"/>
                    </a:cubicBezTo>
                    <a:lnTo>
                      <a:pt x="390250" y="22901"/>
                    </a:lnTo>
                    <a:cubicBezTo>
                      <a:pt x="396590" y="22901"/>
                      <a:pt x="401699" y="17802"/>
                      <a:pt x="401699" y="11449"/>
                    </a:cubicBezTo>
                    <a:cubicBezTo>
                      <a:pt x="401689" y="5244"/>
                      <a:pt x="396590" y="0"/>
                      <a:pt x="390385" y="0"/>
                    </a:cubicBezTo>
                    <a:close/>
                  </a:path>
                </a:pathLst>
              </a:custGeom>
              <a:solidFill>
                <a:srgbClr val="000000"/>
              </a:solidFill>
              <a:ln w="2463" cap="flat">
                <a:noFill/>
                <a:prstDash val="solid"/>
                <a:miter/>
              </a:ln>
            </p:spPr>
            <p:txBody>
              <a:bodyPr rtlCol="0" anchor="ctr"/>
              <a:lstStyle/>
              <a:p>
                <a:endParaRPr lang="fr-FR"/>
              </a:p>
            </p:txBody>
          </p:sp>
          <p:sp>
            <p:nvSpPr>
              <p:cNvPr id="75" name="Forme libre : forme 74">
                <a:extLst>
                  <a:ext uri="{FF2B5EF4-FFF2-40B4-BE49-F238E27FC236}">
                    <a16:creationId xmlns:a16="http://schemas.microsoft.com/office/drawing/2014/main" id="{7A248375-4B38-6E24-97CA-8261FB1A2241}"/>
                  </a:ext>
                </a:extLst>
              </p:cNvPr>
              <p:cNvSpPr/>
              <p:nvPr/>
            </p:nvSpPr>
            <p:spPr>
              <a:xfrm>
                <a:off x="1390433" y="5470954"/>
                <a:ext cx="401698" cy="22900"/>
              </a:xfrm>
              <a:custGeom>
                <a:avLst/>
                <a:gdLst>
                  <a:gd name="connsiteX0" fmla="*/ 390373 w 401698"/>
                  <a:gd name="connsiteY0" fmla="*/ 0 h 22900"/>
                  <a:gd name="connsiteX1" fmla="*/ 11449 w 401698"/>
                  <a:gd name="connsiteY1" fmla="*/ 0 h 22900"/>
                  <a:gd name="connsiteX2" fmla="*/ 0 w 401698"/>
                  <a:gd name="connsiteY2" fmla="*/ 11449 h 22900"/>
                  <a:gd name="connsiteX3" fmla="*/ 11449 w 401698"/>
                  <a:gd name="connsiteY3" fmla="*/ 22901 h 22900"/>
                  <a:gd name="connsiteX4" fmla="*/ 390250 w 401698"/>
                  <a:gd name="connsiteY4" fmla="*/ 22901 h 22900"/>
                  <a:gd name="connsiteX5" fmla="*/ 401699 w 401698"/>
                  <a:gd name="connsiteY5" fmla="*/ 11449 h 22900"/>
                  <a:gd name="connsiteX6" fmla="*/ 390385 w 401698"/>
                  <a:gd name="connsiteY6" fmla="*/ 0 h 2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1698" h="22900">
                    <a:moveTo>
                      <a:pt x="390373" y="0"/>
                    </a:moveTo>
                    <a:lnTo>
                      <a:pt x="11449" y="0"/>
                    </a:lnTo>
                    <a:cubicBezTo>
                      <a:pt x="5109" y="0"/>
                      <a:pt x="0" y="5099"/>
                      <a:pt x="0" y="11449"/>
                    </a:cubicBezTo>
                    <a:cubicBezTo>
                      <a:pt x="0" y="17792"/>
                      <a:pt x="5099" y="22901"/>
                      <a:pt x="11449" y="22901"/>
                    </a:cubicBezTo>
                    <a:lnTo>
                      <a:pt x="390250" y="22901"/>
                    </a:lnTo>
                    <a:cubicBezTo>
                      <a:pt x="396590" y="22901"/>
                      <a:pt x="401699" y="17800"/>
                      <a:pt x="401699" y="11449"/>
                    </a:cubicBezTo>
                    <a:cubicBezTo>
                      <a:pt x="401689" y="5109"/>
                      <a:pt x="396590" y="0"/>
                      <a:pt x="390385" y="0"/>
                    </a:cubicBezTo>
                    <a:close/>
                  </a:path>
                </a:pathLst>
              </a:custGeom>
              <a:solidFill>
                <a:srgbClr val="000000"/>
              </a:solidFill>
              <a:ln w="2463" cap="flat">
                <a:noFill/>
                <a:prstDash val="solid"/>
                <a:miter/>
              </a:ln>
            </p:spPr>
            <p:txBody>
              <a:bodyPr rtlCol="0" anchor="ctr"/>
              <a:lstStyle/>
              <a:p>
                <a:endParaRPr lang="fr-FR"/>
              </a:p>
            </p:txBody>
          </p:sp>
        </p:grpSp>
        <p:sp>
          <p:nvSpPr>
            <p:cNvPr id="110" name="ZoneTexte 109">
              <a:extLst>
                <a:ext uri="{FF2B5EF4-FFF2-40B4-BE49-F238E27FC236}">
                  <a16:creationId xmlns:a16="http://schemas.microsoft.com/office/drawing/2014/main" id="{BF6D6AB8-0A84-64FD-2F49-786AAD02B464}"/>
                </a:ext>
              </a:extLst>
            </p:cNvPr>
            <p:cNvSpPr txBox="1"/>
            <p:nvPr/>
          </p:nvSpPr>
          <p:spPr>
            <a:xfrm>
              <a:off x="11113475" y="3655750"/>
              <a:ext cx="949299" cy="307777"/>
            </a:xfrm>
            <a:prstGeom prst="rect">
              <a:avLst/>
            </a:prstGeom>
            <a:noFill/>
          </p:spPr>
          <p:txBody>
            <a:bodyPr wrap="none" rtlCol="0">
              <a:spAutoFit/>
            </a:bodyPr>
            <a:lstStyle/>
            <a:p>
              <a:r>
                <a:rPr lang="fr-FR" sz="1400" b="1" dirty="0">
                  <a:latin typeface="Arial" panose="020B0604020202020204" pitchFamily="34" charset="0"/>
                  <a:cs typeface="Arial" panose="020B0604020202020204" pitchFamily="34" charset="0"/>
                </a:rPr>
                <a:t>Contexte</a:t>
              </a:r>
            </a:p>
          </p:txBody>
        </p:sp>
      </p:grpSp>
      <p:cxnSp>
        <p:nvCxnSpPr>
          <p:cNvPr id="114" name="Connecteur droit avec flèche 113">
            <a:extLst>
              <a:ext uri="{FF2B5EF4-FFF2-40B4-BE49-F238E27FC236}">
                <a16:creationId xmlns:a16="http://schemas.microsoft.com/office/drawing/2014/main" id="{5D218E26-E316-7889-379D-BC2A0697216D}"/>
              </a:ext>
            </a:extLst>
          </p:cNvPr>
          <p:cNvCxnSpPr>
            <a:cxnSpLocks/>
          </p:cNvCxnSpPr>
          <p:nvPr/>
        </p:nvCxnSpPr>
        <p:spPr>
          <a:xfrm>
            <a:off x="9822274" y="1202942"/>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Connecteur droit avec flèche 114">
            <a:extLst>
              <a:ext uri="{FF2B5EF4-FFF2-40B4-BE49-F238E27FC236}">
                <a16:creationId xmlns:a16="http://schemas.microsoft.com/office/drawing/2014/main" id="{81D95A63-5BA2-01E1-C4FE-A6AA45F1724D}"/>
              </a:ext>
            </a:extLst>
          </p:cNvPr>
          <p:cNvCxnSpPr>
            <a:cxnSpLocks/>
          </p:cNvCxnSpPr>
          <p:nvPr/>
        </p:nvCxnSpPr>
        <p:spPr>
          <a:xfrm>
            <a:off x="9822274" y="3117889"/>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Connecteur droit avec flèche 118">
            <a:extLst>
              <a:ext uri="{FF2B5EF4-FFF2-40B4-BE49-F238E27FC236}">
                <a16:creationId xmlns:a16="http://schemas.microsoft.com/office/drawing/2014/main" id="{6D6B7F4E-6C3F-25D9-68C6-0CA25E8B44C5}"/>
              </a:ext>
            </a:extLst>
          </p:cNvPr>
          <p:cNvCxnSpPr>
            <a:cxnSpLocks/>
          </p:cNvCxnSpPr>
          <p:nvPr/>
        </p:nvCxnSpPr>
        <p:spPr>
          <a:xfrm>
            <a:off x="9822274" y="4214915"/>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Connecteur droit avec flèche 119">
            <a:extLst>
              <a:ext uri="{FF2B5EF4-FFF2-40B4-BE49-F238E27FC236}">
                <a16:creationId xmlns:a16="http://schemas.microsoft.com/office/drawing/2014/main" id="{C61A601D-2580-1C39-877A-E75EBD730898}"/>
              </a:ext>
            </a:extLst>
          </p:cNvPr>
          <p:cNvCxnSpPr>
            <a:cxnSpLocks/>
          </p:cNvCxnSpPr>
          <p:nvPr/>
        </p:nvCxnSpPr>
        <p:spPr>
          <a:xfrm>
            <a:off x="9832597" y="4941428"/>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Connecteur droit avec flèche 120">
            <a:extLst>
              <a:ext uri="{FF2B5EF4-FFF2-40B4-BE49-F238E27FC236}">
                <a16:creationId xmlns:a16="http://schemas.microsoft.com/office/drawing/2014/main" id="{7BCBBFB8-4E6E-AC3D-E84F-F17C1D2608CA}"/>
              </a:ext>
            </a:extLst>
          </p:cNvPr>
          <p:cNvCxnSpPr>
            <a:cxnSpLocks/>
          </p:cNvCxnSpPr>
          <p:nvPr/>
        </p:nvCxnSpPr>
        <p:spPr>
          <a:xfrm>
            <a:off x="9832597" y="5695989"/>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50548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FAADD2C8-73AB-DAE8-A747-B583E1693461}"/>
              </a:ext>
            </a:extLst>
          </p:cNvPr>
          <p:cNvSpPr>
            <a:spLocks noGrp="1"/>
          </p:cNvSpPr>
          <p:nvPr>
            <p:ph type="body" sz="quarter" idx="35"/>
          </p:nvPr>
        </p:nvSpPr>
        <p:spPr/>
        <p:txBody>
          <a:bodyPr/>
          <a:lstStyle/>
          <a:p>
            <a:r>
              <a:rPr lang="fr-FR"/>
              <a:t>Les questions/réponses</a:t>
            </a:r>
          </a:p>
        </p:txBody>
      </p:sp>
      <p:sp>
        <p:nvSpPr>
          <p:cNvPr id="5" name="Espace réservé du texte 4">
            <a:extLst>
              <a:ext uri="{FF2B5EF4-FFF2-40B4-BE49-F238E27FC236}">
                <a16:creationId xmlns:a16="http://schemas.microsoft.com/office/drawing/2014/main" id="{8E4BEC0F-5740-05A4-D6CF-ED73C864538C}"/>
              </a:ext>
            </a:extLst>
          </p:cNvPr>
          <p:cNvSpPr>
            <a:spLocks noGrp="1"/>
          </p:cNvSpPr>
          <p:nvPr>
            <p:ph type="body" sz="quarter" idx="10"/>
          </p:nvPr>
        </p:nvSpPr>
        <p:spPr/>
        <p:txBody>
          <a:bodyPr/>
          <a:lstStyle/>
          <a:p>
            <a:r>
              <a:rPr lang="fr-FR"/>
              <a:t>ARBRES DE DECISION – VISION CONSOMMATEUR</a:t>
            </a:r>
          </a:p>
        </p:txBody>
      </p:sp>
      <p:cxnSp>
        <p:nvCxnSpPr>
          <p:cNvPr id="20" name="Connecteur droit avec flèche 19">
            <a:extLst>
              <a:ext uri="{FF2B5EF4-FFF2-40B4-BE49-F238E27FC236}">
                <a16:creationId xmlns:a16="http://schemas.microsoft.com/office/drawing/2014/main" id="{8D08AC6B-4283-E6EA-2D01-3593D4D02FEB}"/>
              </a:ext>
            </a:extLst>
          </p:cNvPr>
          <p:cNvCxnSpPr>
            <a:cxnSpLocks/>
          </p:cNvCxnSpPr>
          <p:nvPr/>
        </p:nvCxnSpPr>
        <p:spPr>
          <a:xfrm>
            <a:off x="2285851" y="2156857"/>
            <a:ext cx="7702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Losange 2">
            <a:extLst>
              <a:ext uri="{FF2B5EF4-FFF2-40B4-BE49-F238E27FC236}">
                <a16:creationId xmlns:a16="http://schemas.microsoft.com/office/drawing/2014/main" id="{19707F36-A901-1F73-65F4-F637E0E2D9B9}"/>
              </a:ext>
            </a:extLst>
          </p:cNvPr>
          <p:cNvSpPr/>
          <p:nvPr/>
        </p:nvSpPr>
        <p:spPr>
          <a:xfrm>
            <a:off x="3056061" y="1360916"/>
            <a:ext cx="2244659" cy="1591882"/>
          </a:xfrm>
          <a:prstGeom prst="diamond">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400">
                <a:solidFill>
                  <a:sysClr val="windowText" lastClr="000000"/>
                </a:solidFill>
              </a:rPr>
              <a:t>Le service existe-il ?</a:t>
            </a:r>
          </a:p>
        </p:txBody>
      </p:sp>
      <p:sp>
        <p:nvSpPr>
          <p:cNvPr id="6" name="Losange 5">
            <a:extLst>
              <a:ext uri="{FF2B5EF4-FFF2-40B4-BE49-F238E27FC236}">
                <a16:creationId xmlns:a16="http://schemas.microsoft.com/office/drawing/2014/main" id="{4C4CC52C-78DB-0D26-31B6-527ED262A0FD}"/>
              </a:ext>
            </a:extLst>
          </p:cNvPr>
          <p:cNvSpPr/>
          <p:nvPr/>
        </p:nvSpPr>
        <p:spPr>
          <a:xfrm>
            <a:off x="3053384" y="3342344"/>
            <a:ext cx="2244659" cy="1591882"/>
          </a:xfrm>
          <a:prstGeom prst="diamond">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400" dirty="0">
                <a:solidFill>
                  <a:sysClr val="windowText" lastClr="000000"/>
                </a:solidFill>
              </a:rPr>
              <a:t>S’agit-il d’une composition de services ?</a:t>
            </a:r>
          </a:p>
        </p:txBody>
      </p:sp>
      <p:sp>
        <p:nvSpPr>
          <p:cNvPr id="14" name="Losange 13">
            <a:extLst>
              <a:ext uri="{FF2B5EF4-FFF2-40B4-BE49-F238E27FC236}">
                <a16:creationId xmlns:a16="http://schemas.microsoft.com/office/drawing/2014/main" id="{0049180F-8C16-BE14-4A3B-3B227CC048BD}"/>
              </a:ext>
            </a:extLst>
          </p:cNvPr>
          <p:cNvSpPr/>
          <p:nvPr/>
        </p:nvSpPr>
        <p:spPr>
          <a:xfrm>
            <a:off x="6776392" y="1360916"/>
            <a:ext cx="3141687" cy="1591882"/>
          </a:xfrm>
          <a:prstGeom prst="diamond">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a:solidFill>
                  <a:sysClr val="windowText" lastClr="000000"/>
                </a:solidFill>
              </a:rPr>
              <a:t>Le service est-il conforme aux exigences (Structures, Interfaces, SLA)?</a:t>
            </a:r>
          </a:p>
        </p:txBody>
      </p:sp>
      <p:sp>
        <p:nvSpPr>
          <p:cNvPr id="15" name="Losange 14">
            <a:extLst>
              <a:ext uri="{FF2B5EF4-FFF2-40B4-BE49-F238E27FC236}">
                <a16:creationId xmlns:a16="http://schemas.microsoft.com/office/drawing/2014/main" id="{B0B9FE26-6FB2-B6DF-4753-03CF8B80D454}"/>
              </a:ext>
            </a:extLst>
          </p:cNvPr>
          <p:cNvSpPr/>
          <p:nvPr/>
        </p:nvSpPr>
        <p:spPr>
          <a:xfrm>
            <a:off x="7224906" y="3334016"/>
            <a:ext cx="2244659" cy="1591882"/>
          </a:xfrm>
          <a:prstGeom prst="diamond">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400">
                <a:solidFill>
                  <a:sysClr val="windowText" lastClr="000000"/>
                </a:solidFill>
              </a:rPr>
              <a:t>Doit-on adapter le service exposé ?</a:t>
            </a:r>
          </a:p>
        </p:txBody>
      </p:sp>
      <p:cxnSp>
        <p:nvCxnSpPr>
          <p:cNvPr id="17" name="Connecteur droit avec flèche 16">
            <a:extLst>
              <a:ext uri="{FF2B5EF4-FFF2-40B4-BE49-F238E27FC236}">
                <a16:creationId xmlns:a16="http://schemas.microsoft.com/office/drawing/2014/main" id="{7036EAFF-6FF7-5CB4-CBB6-173DC8761E05}"/>
              </a:ext>
            </a:extLst>
          </p:cNvPr>
          <p:cNvCxnSpPr>
            <a:cxnSpLocks/>
            <a:stCxn id="3" idx="2"/>
            <a:endCxn id="6" idx="0"/>
          </p:cNvCxnSpPr>
          <p:nvPr/>
        </p:nvCxnSpPr>
        <p:spPr>
          <a:xfrm flipH="1">
            <a:off x="4175714" y="2952798"/>
            <a:ext cx="2677" cy="3895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a:extLst>
              <a:ext uri="{FF2B5EF4-FFF2-40B4-BE49-F238E27FC236}">
                <a16:creationId xmlns:a16="http://schemas.microsoft.com/office/drawing/2014/main" id="{F22AF3C1-E6AE-BA31-2A2F-17EE8329256B}"/>
              </a:ext>
            </a:extLst>
          </p:cNvPr>
          <p:cNvCxnSpPr>
            <a:cxnSpLocks/>
            <a:stCxn id="3" idx="3"/>
            <a:endCxn id="14" idx="1"/>
          </p:cNvCxnSpPr>
          <p:nvPr/>
        </p:nvCxnSpPr>
        <p:spPr>
          <a:xfrm>
            <a:off x="5300720" y="2156857"/>
            <a:ext cx="14756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eur droit avec flèche 20">
            <a:extLst>
              <a:ext uri="{FF2B5EF4-FFF2-40B4-BE49-F238E27FC236}">
                <a16:creationId xmlns:a16="http://schemas.microsoft.com/office/drawing/2014/main" id="{FD5386E3-336A-096C-0AE9-825F3B82A51D}"/>
              </a:ext>
            </a:extLst>
          </p:cNvPr>
          <p:cNvCxnSpPr>
            <a:cxnSpLocks/>
            <a:stCxn id="14" idx="2"/>
            <a:endCxn id="15" idx="0"/>
          </p:cNvCxnSpPr>
          <p:nvPr/>
        </p:nvCxnSpPr>
        <p:spPr>
          <a:xfrm>
            <a:off x="8347236" y="2952798"/>
            <a:ext cx="0" cy="381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A788099C-9FAD-35E0-6D83-9CF6A82426B2}"/>
              </a:ext>
            </a:extLst>
          </p:cNvPr>
          <p:cNvCxnSpPr>
            <a:cxnSpLocks/>
          </p:cNvCxnSpPr>
          <p:nvPr/>
        </p:nvCxnSpPr>
        <p:spPr>
          <a:xfrm>
            <a:off x="9918079" y="2156857"/>
            <a:ext cx="7702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6ECFCCA2-28F8-8889-C2B8-BEFA0B122CEE}"/>
              </a:ext>
            </a:extLst>
          </p:cNvPr>
          <p:cNvCxnSpPr>
            <a:cxnSpLocks/>
            <a:stCxn id="15" idx="3"/>
          </p:cNvCxnSpPr>
          <p:nvPr/>
        </p:nvCxnSpPr>
        <p:spPr>
          <a:xfrm>
            <a:off x="9469565" y="4129957"/>
            <a:ext cx="8068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eur : en angle 31">
            <a:extLst>
              <a:ext uri="{FF2B5EF4-FFF2-40B4-BE49-F238E27FC236}">
                <a16:creationId xmlns:a16="http://schemas.microsoft.com/office/drawing/2014/main" id="{060A8AB8-49F2-CCC5-B2D2-8CF7CE456850}"/>
              </a:ext>
            </a:extLst>
          </p:cNvPr>
          <p:cNvCxnSpPr>
            <a:cxnSpLocks/>
            <a:stCxn id="6" idx="3"/>
            <a:endCxn id="14" idx="1"/>
          </p:cNvCxnSpPr>
          <p:nvPr/>
        </p:nvCxnSpPr>
        <p:spPr>
          <a:xfrm flipV="1">
            <a:off x="5298043" y="2156857"/>
            <a:ext cx="1478349" cy="198142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ZoneTexte 38">
            <a:extLst>
              <a:ext uri="{FF2B5EF4-FFF2-40B4-BE49-F238E27FC236}">
                <a16:creationId xmlns:a16="http://schemas.microsoft.com/office/drawing/2014/main" id="{A714C62C-3940-A014-45B5-512B7AEA3B07}"/>
              </a:ext>
            </a:extLst>
          </p:cNvPr>
          <p:cNvSpPr txBox="1"/>
          <p:nvPr/>
        </p:nvSpPr>
        <p:spPr>
          <a:xfrm>
            <a:off x="5300720" y="1836380"/>
            <a:ext cx="770210" cy="307777"/>
          </a:xfrm>
          <a:prstGeom prst="rect">
            <a:avLst/>
          </a:prstGeom>
          <a:noFill/>
        </p:spPr>
        <p:txBody>
          <a:bodyPr wrap="square" rtlCol="0">
            <a:spAutoFit/>
          </a:bodyPr>
          <a:lstStyle/>
          <a:p>
            <a:r>
              <a:rPr lang="fr-FR" sz="1400">
                <a:latin typeface="Arial" panose="020B0604020202020204" pitchFamily="34" charset="0"/>
                <a:cs typeface="Arial" panose="020B0604020202020204" pitchFamily="34" charset="0"/>
              </a:rPr>
              <a:t>Oui</a:t>
            </a:r>
          </a:p>
        </p:txBody>
      </p:sp>
      <p:sp>
        <p:nvSpPr>
          <p:cNvPr id="40" name="ZoneTexte 39">
            <a:extLst>
              <a:ext uri="{FF2B5EF4-FFF2-40B4-BE49-F238E27FC236}">
                <a16:creationId xmlns:a16="http://schemas.microsoft.com/office/drawing/2014/main" id="{9095CAD1-37F3-96AE-0093-B6A50984481B}"/>
              </a:ext>
            </a:extLst>
          </p:cNvPr>
          <p:cNvSpPr txBox="1"/>
          <p:nvPr/>
        </p:nvSpPr>
        <p:spPr>
          <a:xfrm>
            <a:off x="10109642" y="1842007"/>
            <a:ext cx="770210" cy="307777"/>
          </a:xfrm>
          <a:prstGeom prst="rect">
            <a:avLst/>
          </a:prstGeom>
          <a:noFill/>
        </p:spPr>
        <p:txBody>
          <a:bodyPr wrap="square" rtlCol="0">
            <a:spAutoFit/>
          </a:bodyPr>
          <a:lstStyle/>
          <a:p>
            <a:r>
              <a:rPr lang="fr-FR" sz="1400">
                <a:latin typeface="Arial" panose="020B0604020202020204" pitchFamily="34" charset="0"/>
                <a:cs typeface="Arial" panose="020B0604020202020204" pitchFamily="34" charset="0"/>
              </a:rPr>
              <a:t>Oui</a:t>
            </a:r>
          </a:p>
        </p:txBody>
      </p:sp>
      <p:sp>
        <p:nvSpPr>
          <p:cNvPr id="63" name="ZoneTexte 62">
            <a:extLst>
              <a:ext uri="{FF2B5EF4-FFF2-40B4-BE49-F238E27FC236}">
                <a16:creationId xmlns:a16="http://schemas.microsoft.com/office/drawing/2014/main" id="{19240ED0-8F35-093E-5CC8-14963A2A69F1}"/>
              </a:ext>
            </a:extLst>
          </p:cNvPr>
          <p:cNvSpPr txBox="1"/>
          <p:nvPr/>
        </p:nvSpPr>
        <p:spPr>
          <a:xfrm>
            <a:off x="9586800" y="4178754"/>
            <a:ext cx="770210" cy="307777"/>
          </a:xfrm>
          <a:prstGeom prst="rect">
            <a:avLst/>
          </a:prstGeom>
          <a:noFill/>
        </p:spPr>
        <p:txBody>
          <a:bodyPr wrap="square" rtlCol="0">
            <a:spAutoFit/>
          </a:bodyPr>
          <a:lstStyle/>
          <a:p>
            <a:r>
              <a:rPr lang="fr-FR" sz="1400">
                <a:latin typeface="Arial" panose="020B0604020202020204" pitchFamily="34" charset="0"/>
                <a:cs typeface="Arial" panose="020B0604020202020204" pitchFamily="34" charset="0"/>
              </a:rPr>
              <a:t>Non</a:t>
            </a:r>
          </a:p>
        </p:txBody>
      </p:sp>
      <p:sp>
        <p:nvSpPr>
          <p:cNvPr id="65" name="ZoneTexte 64">
            <a:extLst>
              <a:ext uri="{FF2B5EF4-FFF2-40B4-BE49-F238E27FC236}">
                <a16:creationId xmlns:a16="http://schemas.microsoft.com/office/drawing/2014/main" id="{B48999CE-E279-F264-D2DB-D0BCA647FA23}"/>
              </a:ext>
            </a:extLst>
          </p:cNvPr>
          <p:cNvSpPr txBox="1"/>
          <p:nvPr/>
        </p:nvSpPr>
        <p:spPr>
          <a:xfrm>
            <a:off x="5298043" y="3830507"/>
            <a:ext cx="770210" cy="307777"/>
          </a:xfrm>
          <a:prstGeom prst="rect">
            <a:avLst/>
          </a:prstGeom>
          <a:noFill/>
        </p:spPr>
        <p:txBody>
          <a:bodyPr wrap="square" rtlCol="0">
            <a:spAutoFit/>
          </a:bodyPr>
          <a:lstStyle/>
          <a:p>
            <a:r>
              <a:rPr lang="fr-FR" sz="1400">
                <a:latin typeface="Arial" panose="020B0604020202020204" pitchFamily="34" charset="0"/>
                <a:cs typeface="Arial" panose="020B0604020202020204" pitchFamily="34" charset="0"/>
              </a:rPr>
              <a:t>Oui</a:t>
            </a:r>
          </a:p>
        </p:txBody>
      </p:sp>
      <p:cxnSp>
        <p:nvCxnSpPr>
          <p:cNvPr id="72" name="Connecteur : en angle 71">
            <a:extLst>
              <a:ext uri="{FF2B5EF4-FFF2-40B4-BE49-F238E27FC236}">
                <a16:creationId xmlns:a16="http://schemas.microsoft.com/office/drawing/2014/main" id="{6783B816-B07D-88E9-CC81-982AF1A3BB59}"/>
              </a:ext>
            </a:extLst>
          </p:cNvPr>
          <p:cNvCxnSpPr>
            <a:cxnSpLocks/>
            <a:stCxn id="6" idx="2"/>
          </p:cNvCxnSpPr>
          <p:nvPr/>
        </p:nvCxnSpPr>
        <p:spPr>
          <a:xfrm rot="5400000">
            <a:off x="3779310" y="5330630"/>
            <a:ext cx="792809" cy="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ZoneTexte 72">
            <a:extLst>
              <a:ext uri="{FF2B5EF4-FFF2-40B4-BE49-F238E27FC236}">
                <a16:creationId xmlns:a16="http://schemas.microsoft.com/office/drawing/2014/main" id="{5BBDC225-F5CB-2B6A-062D-BCAE46218632}"/>
              </a:ext>
            </a:extLst>
          </p:cNvPr>
          <p:cNvSpPr txBox="1"/>
          <p:nvPr/>
        </p:nvSpPr>
        <p:spPr>
          <a:xfrm>
            <a:off x="4183745" y="2920495"/>
            <a:ext cx="770210" cy="307777"/>
          </a:xfrm>
          <a:prstGeom prst="rect">
            <a:avLst/>
          </a:prstGeom>
          <a:noFill/>
        </p:spPr>
        <p:txBody>
          <a:bodyPr wrap="square" rtlCol="0">
            <a:spAutoFit/>
          </a:bodyPr>
          <a:lstStyle/>
          <a:p>
            <a:r>
              <a:rPr lang="fr-FR" sz="1400">
                <a:latin typeface="Arial" panose="020B0604020202020204" pitchFamily="34" charset="0"/>
                <a:cs typeface="Arial" panose="020B0604020202020204" pitchFamily="34" charset="0"/>
              </a:rPr>
              <a:t>Non</a:t>
            </a:r>
          </a:p>
        </p:txBody>
      </p:sp>
      <p:sp>
        <p:nvSpPr>
          <p:cNvPr id="74" name="ZoneTexte 73">
            <a:extLst>
              <a:ext uri="{FF2B5EF4-FFF2-40B4-BE49-F238E27FC236}">
                <a16:creationId xmlns:a16="http://schemas.microsoft.com/office/drawing/2014/main" id="{C7C970EC-7B71-408A-4F29-9E2C294FA2E5}"/>
              </a:ext>
            </a:extLst>
          </p:cNvPr>
          <p:cNvSpPr txBox="1"/>
          <p:nvPr/>
        </p:nvSpPr>
        <p:spPr>
          <a:xfrm>
            <a:off x="4183745" y="5189307"/>
            <a:ext cx="770210" cy="307777"/>
          </a:xfrm>
          <a:prstGeom prst="rect">
            <a:avLst/>
          </a:prstGeom>
          <a:noFill/>
        </p:spPr>
        <p:txBody>
          <a:bodyPr wrap="square" rtlCol="0">
            <a:spAutoFit/>
          </a:bodyPr>
          <a:lstStyle/>
          <a:p>
            <a:r>
              <a:rPr lang="fr-FR" sz="1400">
                <a:latin typeface="Arial" panose="020B0604020202020204" pitchFamily="34" charset="0"/>
                <a:cs typeface="Arial" panose="020B0604020202020204" pitchFamily="34" charset="0"/>
              </a:rPr>
              <a:t>Non</a:t>
            </a:r>
          </a:p>
        </p:txBody>
      </p:sp>
      <p:sp>
        <p:nvSpPr>
          <p:cNvPr id="75" name="ZoneTexte 74">
            <a:extLst>
              <a:ext uri="{FF2B5EF4-FFF2-40B4-BE49-F238E27FC236}">
                <a16:creationId xmlns:a16="http://schemas.microsoft.com/office/drawing/2014/main" id="{E00BDD46-5238-2747-813E-446E8EED5AD7}"/>
              </a:ext>
            </a:extLst>
          </p:cNvPr>
          <p:cNvSpPr txBox="1"/>
          <p:nvPr/>
        </p:nvSpPr>
        <p:spPr>
          <a:xfrm>
            <a:off x="8416632" y="2930632"/>
            <a:ext cx="770210" cy="307777"/>
          </a:xfrm>
          <a:prstGeom prst="rect">
            <a:avLst/>
          </a:prstGeom>
          <a:noFill/>
        </p:spPr>
        <p:txBody>
          <a:bodyPr wrap="square" rtlCol="0">
            <a:spAutoFit/>
          </a:bodyPr>
          <a:lstStyle/>
          <a:p>
            <a:r>
              <a:rPr lang="fr-FR" sz="1400">
                <a:latin typeface="Arial" panose="020B0604020202020204" pitchFamily="34" charset="0"/>
                <a:cs typeface="Arial" panose="020B0604020202020204" pitchFamily="34" charset="0"/>
              </a:rPr>
              <a:t>Non</a:t>
            </a:r>
          </a:p>
        </p:txBody>
      </p:sp>
      <p:sp>
        <p:nvSpPr>
          <p:cNvPr id="88" name="ZoneTexte 87">
            <a:extLst>
              <a:ext uri="{FF2B5EF4-FFF2-40B4-BE49-F238E27FC236}">
                <a16:creationId xmlns:a16="http://schemas.microsoft.com/office/drawing/2014/main" id="{0403A886-CC01-227D-92DA-DB81A317617C}"/>
              </a:ext>
            </a:extLst>
          </p:cNvPr>
          <p:cNvSpPr txBox="1"/>
          <p:nvPr/>
        </p:nvSpPr>
        <p:spPr>
          <a:xfrm>
            <a:off x="8431481" y="4934226"/>
            <a:ext cx="770210" cy="307777"/>
          </a:xfrm>
          <a:prstGeom prst="rect">
            <a:avLst/>
          </a:prstGeom>
          <a:noFill/>
        </p:spPr>
        <p:txBody>
          <a:bodyPr wrap="square" rtlCol="0">
            <a:spAutoFit/>
          </a:bodyPr>
          <a:lstStyle/>
          <a:p>
            <a:r>
              <a:rPr lang="fr-FR" sz="1400">
                <a:latin typeface="Arial" panose="020B0604020202020204" pitchFamily="34" charset="0"/>
                <a:cs typeface="Arial" panose="020B0604020202020204" pitchFamily="34" charset="0"/>
              </a:rPr>
              <a:t>Oui</a:t>
            </a:r>
          </a:p>
        </p:txBody>
      </p:sp>
      <p:grpSp>
        <p:nvGrpSpPr>
          <p:cNvPr id="89" name="Groupe 88">
            <a:extLst>
              <a:ext uri="{FF2B5EF4-FFF2-40B4-BE49-F238E27FC236}">
                <a16:creationId xmlns:a16="http://schemas.microsoft.com/office/drawing/2014/main" id="{AAD755BB-E2F9-8E50-6A8C-E4F72219EDA5}"/>
              </a:ext>
            </a:extLst>
          </p:cNvPr>
          <p:cNvGrpSpPr/>
          <p:nvPr/>
        </p:nvGrpSpPr>
        <p:grpSpPr>
          <a:xfrm>
            <a:off x="1515641" y="1826915"/>
            <a:ext cx="949299" cy="892558"/>
            <a:chOff x="11113475" y="3070969"/>
            <a:chExt cx="949299" cy="892558"/>
          </a:xfrm>
        </p:grpSpPr>
        <p:grpSp>
          <p:nvGrpSpPr>
            <p:cNvPr id="90" name="Groupe 89">
              <a:extLst>
                <a:ext uri="{FF2B5EF4-FFF2-40B4-BE49-F238E27FC236}">
                  <a16:creationId xmlns:a16="http://schemas.microsoft.com/office/drawing/2014/main" id="{66FCC47F-172A-340E-23EA-8A9737DA7CC7}"/>
                </a:ext>
              </a:extLst>
            </p:cNvPr>
            <p:cNvGrpSpPr>
              <a:grpSpLocks noChangeAspect="1"/>
            </p:cNvGrpSpPr>
            <p:nvPr/>
          </p:nvGrpSpPr>
          <p:grpSpPr>
            <a:xfrm>
              <a:off x="11330213" y="3070969"/>
              <a:ext cx="404403" cy="543236"/>
              <a:chOff x="1209570" y="5066905"/>
              <a:chExt cx="687799" cy="881601"/>
            </a:xfrm>
          </p:grpSpPr>
          <p:sp>
            <p:nvSpPr>
              <p:cNvPr id="92" name="Forme libre : forme 91">
                <a:extLst>
                  <a:ext uri="{FF2B5EF4-FFF2-40B4-BE49-F238E27FC236}">
                    <a16:creationId xmlns:a16="http://schemas.microsoft.com/office/drawing/2014/main" id="{9A7D12B3-139A-9B54-1DFA-982295525F21}"/>
                  </a:ext>
                </a:extLst>
              </p:cNvPr>
              <p:cNvSpPr/>
              <p:nvPr/>
            </p:nvSpPr>
            <p:spPr>
              <a:xfrm>
                <a:off x="1209570" y="5066905"/>
                <a:ext cx="687799" cy="881601"/>
              </a:xfrm>
              <a:custGeom>
                <a:avLst/>
                <a:gdLst>
                  <a:gd name="connsiteX0" fmla="*/ 687797 w 687799"/>
                  <a:gd name="connsiteY0" fmla="*/ 262781 h 881601"/>
                  <a:gd name="connsiteX1" fmla="*/ 687797 w 687799"/>
                  <a:gd name="connsiteY1" fmla="*/ 262781 h 881601"/>
                  <a:gd name="connsiteX2" fmla="*/ 687518 w 687799"/>
                  <a:gd name="connsiteY2" fmla="*/ 260576 h 881601"/>
                  <a:gd name="connsiteX3" fmla="*/ 687105 w 687799"/>
                  <a:gd name="connsiteY3" fmla="*/ 259056 h 881601"/>
                  <a:gd name="connsiteX4" fmla="*/ 686969 w 687799"/>
                  <a:gd name="connsiteY4" fmla="*/ 258364 h 881601"/>
                  <a:gd name="connsiteX5" fmla="*/ 686141 w 687799"/>
                  <a:gd name="connsiteY5" fmla="*/ 256844 h 881601"/>
                  <a:gd name="connsiteX6" fmla="*/ 685863 w 687799"/>
                  <a:gd name="connsiteY6" fmla="*/ 256430 h 881601"/>
                  <a:gd name="connsiteX7" fmla="*/ 684486 w 687799"/>
                  <a:gd name="connsiteY7" fmla="*/ 254640 h 881601"/>
                  <a:gd name="connsiteX8" fmla="*/ 612071 w 687799"/>
                  <a:gd name="connsiteY8" fmla="*/ 182079 h 881601"/>
                  <a:gd name="connsiteX9" fmla="*/ 612061 w 687799"/>
                  <a:gd name="connsiteY9" fmla="*/ 11449 h 881601"/>
                  <a:gd name="connsiteX10" fmla="*/ 600612 w 687799"/>
                  <a:gd name="connsiteY10" fmla="*/ 0 h 881601"/>
                  <a:gd name="connsiteX11" fmla="*/ 11449 w 687799"/>
                  <a:gd name="connsiteY11" fmla="*/ 0 h 881601"/>
                  <a:gd name="connsiteX12" fmla="*/ 0 w 687799"/>
                  <a:gd name="connsiteY12" fmla="*/ 11449 h 881601"/>
                  <a:gd name="connsiteX13" fmla="*/ 0 w 687799"/>
                  <a:gd name="connsiteY13" fmla="*/ 794963 h 881601"/>
                  <a:gd name="connsiteX14" fmla="*/ 11449 w 687799"/>
                  <a:gd name="connsiteY14" fmla="*/ 806415 h 881601"/>
                  <a:gd name="connsiteX15" fmla="*/ 75735 w 687799"/>
                  <a:gd name="connsiteY15" fmla="*/ 806415 h 881601"/>
                  <a:gd name="connsiteX16" fmla="*/ 75735 w 687799"/>
                  <a:gd name="connsiteY16" fmla="*/ 870142 h 881601"/>
                  <a:gd name="connsiteX17" fmla="*/ 87185 w 687799"/>
                  <a:gd name="connsiteY17" fmla="*/ 881591 h 881601"/>
                  <a:gd name="connsiteX18" fmla="*/ 676348 w 687799"/>
                  <a:gd name="connsiteY18" fmla="*/ 881601 h 881601"/>
                  <a:gd name="connsiteX19" fmla="*/ 687799 w 687799"/>
                  <a:gd name="connsiteY19" fmla="*/ 870152 h 881601"/>
                  <a:gd name="connsiteX20" fmla="*/ 512329 w 687799"/>
                  <a:gd name="connsiteY20" fmla="*/ 114359 h 881601"/>
                  <a:gd name="connsiteX21" fmla="*/ 648894 w 687799"/>
                  <a:gd name="connsiteY21" fmla="*/ 251339 h 881601"/>
                  <a:gd name="connsiteX22" fmla="*/ 512329 w 687799"/>
                  <a:gd name="connsiteY22" fmla="*/ 251339 h 881601"/>
                  <a:gd name="connsiteX23" fmla="*/ 22903 w 687799"/>
                  <a:gd name="connsiteY23" fmla="*/ 783652 h 881601"/>
                  <a:gd name="connsiteX24" fmla="*/ 22903 w 687799"/>
                  <a:gd name="connsiteY24" fmla="*/ 22898 h 881601"/>
                  <a:gd name="connsiteX25" fmla="*/ 589158 w 687799"/>
                  <a:gd name="connsiteY25" fmla="*/ 22898 h 881601"/>
                  <a:gd name="connsiteX26" fmla="*/ 589158 w 687799"/>
                  <a:gd name="connsiteY26" fmla="*/ 159050 h 881601"/>
                  <a:gd name="connsiteX27" fmla="*/ 508870 w 687799"/>
                  <a:gd name="connsiteY27" fmla="*/ 78494 h 881601"/>
                  <a:gd name="connsiteX28" fmla="*/ 507080 w 687799"/>
                  <a:gd name="connsiteY28" fmla="*/ 77117 h 881601"/>
                  <a:gd name="connsiteX29" fmla="*/ 506533 w 687799"/>
                  <a:gd name="connsiteY29" fmla="*/ 76839 h 881601"/>
                  <a:gd name="connsiteX30" fmla="*/ 505013 w 687799"/>
                  <a:gd name="connsiteY30" fmla="*/ 76011 h 881601"/>
                  <a:gd name="connsiteX31" fmla="*/ 504318 w 687799"/>
                  <a:gd name="connsiteY31" fmla="*/ 75733 h 881601"/>
                  <a:gd name="connsiteX32" fmla="*/ 502944 w 687799"/>
                  <a:gd name="connsiteY32" fmla="*/ 75319 h 881601"/>
                  <a:gd name="connsiteX33" fmla="*/ 500739 w 687799"/>
                  <a:gd name="connsiteY33" fmla="*/ 75041 h 881601"/>
                  <a:gd name="connsiteX34" fmla="*/ 87182 w 687799"/>
                  <a:gd name="connsiteY34" fmla="*/ 75041 h 881601"/>
                  <a:gd name="connsiteX35" fmla="*/ 75733 w 687799"/>
                  <a:gd name="connsiteY35" fmla="*/ 86490 h 881601"/>
                  <a:gd name="connsiteX36" fmla="*/ 75733 w 687799"/>
                  <a:gd name="connsiteY36" fmla="*/ 783371 h 881601"/>
                  <a:gd name="connsiteX37" fmla="*/ 22898 w 687799"/>
                  <a:gd name="connsiteY37" fmla="*/ 783371 h 881601"/>
                  <a:gd name="connsiteX38" fmla="*/ 98639 w 687799"/>
                  <a:gd name="connsiteY38" fmla="*/ 858831 h 881601"/>
                  <a:gd name="connsiteX39" fmla="*/ 98639 w 687799"/>
                  <a:gd name="connsiteY39" fmla="*/ 98077 h 881601"/>
                  <a:gd name="connsiteX40" fmla="*/ 489435 w 687799"/>
                  <a:gd name="connsiteY40" fmla="*/ 98077 h 881601"/>
                  <a:gd name="connsiteX41" fmla="*/ 489435 w 687799"/>
                  <a:gd name="connsiteY41" fmla="*/ 262645 h 881601"/>
                  <a:gd name="connsiteX42" fmla="*/ 500885 w 687799"/>
                  <a:gd name="connsiteY42" fmla="*/ 274095 h 881601"/>
                  <a:gd name="connsiteX43" fmla="*/ 664903 w 687799"/>
                  <a:gd name="connsiteY43" fmla="*/ 274095 h 881601"/>
                  <a:gd name="connsiteX44" fmla="*/ 664893 w 687799"/>
                  <a:gd name="connsiteY44" fmla="*/ 858824 h 88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87799" h="881601">
                    <a:moveTo>
                      <a:pt x="687797" y="262781"/>
                    </a:moveTo>
                    <a:lnTo>
                      <a:pt x="687797" y="262781"/>
                    </a:lnTo>
                    <a:cubicBezTo>
                      <a:pt x="687797" y="261953"/>
                      <a:pt x="687661" y="261261"/>
                      <a:pt x="687518" y="260576"/>
                    </a:cubicBezTo>
                    <a:cubicBezTo>
                      <a:pt x="687383" y="260029"/>
                      <a:pt x="687238" y="259615"/>
                      <a:pt x="687105" y="259056"/>
                    </a:cubicBezTo>
                    <a:cubicBezTo>
                      <a:pt x="686969" y="258778"/>
                      <a:pt x="686969" y="258642"/>
                      <a:pt x="686969" y="258364"/>
                    </a:cubicBezTo>
                    <a:cubicBezTo>
                      <a:pt x="686691" y="257815"/>
                      <a:pt x="686420" y="257258"/>
                      <a:pt x="686141" y="256844"/>
                    </a:cubicBezTo>
                    <a:cubicBezTo>
                      <a:pt x="686006" y="256709"/>
                      <a:pt x="686006" y="256566"/>
                      <a:pt x="685863" y="256430"/>
                    </a:cubicBezTo>
                    <a:cubicBezTo>
                      <a:pt x="685449" y="255738"/>
                      <a:pt x="684900" y="255189"/>
                      <a:pt x="684486" y="254640"/>
                    </a:cubicBezTo>
                    <a:lnTo>
                      <a:pt x="612071" y="182079"/>
                    </a:lnTo>
                    <a:lnTo>
                      <a:pt x="612061" y="11449"/>
                    </a:lnTo>
                    <a:cubicBezTo>
                      <a:pt x="612061" y="5109"/>
                      <a:pt x="606962" y="0"/>
                      <a:pt x="600612" y="0"/>
                    </a:cubicBezTo>
                    <a:lnTo>
                      <a:pt x="11449" y="0"/>
                    </a:lnTo>
                    <a:cubicBezTo>
                      <a:pt x="5109" y="0"/>
                      <a:pt x="0" y="5099"/>
                      <a:pt x="0" y="11449"/>
                    </a:cubicBezTo>
                    <a:lnTo>
                      <a:pt x="0" y="794963"/>
                    </a:lnTo>
                    <a:cubicBezTo>
                      <a:pt x="0" y="801306"/>
                      <a:pt x="5099" y="806415"/>
                      <a:pt x="11449" y="806415"/>
                    </a:cubicBezTo>
                    <a:lnTo>
                      <a:pt x="75735" y="806415"/>
                    </a:lnTo>
                    <a:lnTo>
                      <a:pt x="75735" y="870142"/>
                    </a:lnTo>
                    <a:cubicBezTo>
                      <a:pt x="75735" y="876483"/>
                      <a:pt x="80834" y="881591"/>
                      <a:pt x="87185" y="881591"/>
                    </a:cubicBezTo>
                    <a:lnTo>
                      <a:pt x="676348" y="881601"/>
                    </a:lnTo>
                    <a:cubicBezTo>
                      <a:pt x="682690" y="881601"/>
                      <a:pt x="687799" y="876502"/>
                      <a:pt x="687799" y="870152"/>
                    </a:cubicBezTo>
                    <a:close/>
                    <a:moveTo>
                      <a:pt x="512329" y="114359"/>
                    </a:moveTo>
                    <a:lnTo>
                      <a:pt x="648894" y="251339"/>
                    </a:lnTo>
                    <a:lnTo>
                      <a:pt x="512329" y="251339"/>
                    </a:lnTo>
                    <a:close/>
                    <a:moveTo>
                      <a:pt x="22903" y="783652"/>
                    </a:moveTo>
                    <a:lnTo>
                      <a:pt x="22903" y="22898"/>
                    </a:lnTo>
                    <a:lnTo>
                      <a:pt x="589158" y="22898"/>
                    </a:lnTo>
                    <a:lnTo>
                      <a:pt x="589158" y="159050"/>
                    </a:lnTo>
                    <a:lnTo>
                      <a:pt x="508870" y="78494"/>
                    </a:lnTo>
                    <a:cubicBezTo>
                      <a:pt x="508321" y="77945"/>
                      <a:pt x="507764" y="77531"/>
                      <a:pt x="507080" y="77117"/>
                    </a:cubicBezTo>
                    <a:cubicBezTo>
                      <a:pt x="506947" y="76984"/>
                      <a:pt x="506801" y="76984"/>
                      <a:pt x="506533" y="76839"/>
                    </a:cubicBezTo>
                    <a:cubicBezTo>
                      <a:pt x="506119" y="76561"/>
                      <a:pt x="505570" y="76290"/>
                      <a:pt x="505013" y="76011"/>
                    </a:cubicBezTo>
                    <a:cubicBezTo>
                      <a:pt x="504732" y="75878"/>
                      <a:pt x="504464" y="75878"/>
                      <a:pt x="504318" y="75733"/>
                    </a:cubicBezTo>
                    <a:cubicBezTo>
                      <a:pt x="503904" y="75598"/>
                      <a:pt x="503358" y="75455"/>
                      <a:pt x="502944" y="75319"/>
                    </a:cubicBezTo>
                    <a:cubicBezTo>
                      <a:pt x="502249" y="75184"/>
                      <a:pt x="501424" y="75041"/>
                      <a:pt x="500739" y="75041"/>
                    </a:cubicBezTo>
                    <a:lnTo>
                      <a:pt x="87182" y="75041"/>
                    </a:lnTo>
                    <a:cubicBezTo>
                      <a:pt x="80842" y="75041"/>
                      <a:pt x="75733" y="80140"/>
                      <a:pt x="75733" y="86490"/>
                    </a:cubicBezTo>
                    <a:lnTo>
                      <a:pt x="75733" y="783371"/>
                    </a:lnTo>
                    <a:lnTo>
                      <a:pt x="22898" y="783371"/>
                    </a:lnTo>
                    <a:close/>
                    <a:moveTo>
                      <a:pt x="98639" y="858831"/>
                    </a:moveTo>
                    <a:lnTo>
                      <a:pt x="98639" y="98077"/>
                    </a:lnTo>
                    <a:lnTo>
                      <a:pt x="489435" y="98077"/>
                    </a:lnTo>
                    <a:lnTo>
                      <a:pt x="489435" y="262645"/>
                    </a:lnTo>
                    <a:cubicBezTo>
                      <a:pt x="489435" y="268986"/>
                      <a:pt x="494534" y="274095"/>
                      <a:pt x="500885" y="274095"/>
                    </a:cubicBezTo>
                    <a:lnTo>
                      <a:pt x="664903" y="274095"/>
                    </a:lnTo>
                    <a:lnTo>
                      <a:pt x="664893" y="858824"/>
                    </a:lnTo>
                    <a:close/>
                  </a:path>
                </a:pathLst>
              </a:custGeom>
              <a:solidFill>
                <a:srgbClr val="000000"/>
              </a:solidFill>
              <a:ln w="2463" cap="flat">
                <a:noFill/>
                <a:prstDash val="solid"/>
                <a:miter/>
              </a:ln>
            </p:spPr>
            <p:txBody>
              <a:bodyPr rtlCol="0" anchor="ctr"/>
              <a:lstStyle/>
              <a:p>
                <a:endParaRPr lang="fr-FR"/>
              </a:p>
            </p:txBody>
          </p:sp>
          <p:sp>
            <p:nvSpPr>
              <p:cNvPr id="93" name="Forme libre : forme 92">
                <a:extLst>
                  <a:ext uri="{FF2B5EF4-FFF2-40B4-BE49-F238E27FC236}">
                    <a16:creationId xmlns:a16="http://schemas.microsoft.com/office/drawing/2014/main" id="{CCD5E401-8C4E-19E8-658B-5B6BAC620577}"/>
                  </a:ext>
                </a:extLst>
              </p:cNvPr>
              <p:cNvSpPr/>
              <p:nvPr/>
            </p:nvSpPr>
            <p:spPr>
              <a:xfrm>
                <a:off x="1390433" y="5318239"/>
                <a:ext cx="232017" cy="22900"/>
              </a:xfrm>
              <a:custGeom>
                <a:avLst/>
                <a:gdLst>
                  <a:gd name="connsiteX0" fmla="*/ 11449 w 232017"/>
                  <a:gd name="connsiteY0" fmla="*/ 22901 h 22900"/>
                  <a:gd name="connsiteX1" fmla="*/ 220568 w 232017"/>
                  <a:gd name="connsiteY1" fmla="*/ 22901 h 22900"/>
                  <a:gd name="connsiteX2" fmla="*/ 232017 w 232017"/>
                  <a:gd name="connsiteY2" fmla="*/ 11452 h 22900"/>
                  <a:gd name="connsiteX3" fmla="*/ 220568 w 232017"/>
                  <a:gd name="connsiteY3" fmla="*/ 0 h 22900"/>
                  <a:gd name="connsiteX4" fmla="*/ 11449 w 232017"/>
                  <a:gd name="connsiteY4" fmla="*/ 0 h 22900"/>
                  <a:gd name="connsiteX5" fmla="*/ 0 w 232017"/>
                  <a:gd name="connsiteY5" fmla="*/ 11452 h 22900"/>
                  <a:gd name="connsiteX6" fmla="*/ 11449 w 232017"/>
                  <a:gd name="connsiteY6" fmla="*/ 22901 h 2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17" h="22900">
                    <a:moveTo>
                      <a:pt x="11449" y="22901"/>
                    </a:moveTo>
                    <a:lnTo>
                      <a:pt x="220568" y="22901"/>
                    </a:lnTo>
                    <a:cubicBezTo>
                      <a:pt x="226908" y="22901"/>
                      <a:pt x="232017" y="17802"/>
                      <a:pt x="232017" y="11452"/>
                    </a:cubicBezTo>
                    <a:cubicBezTo>
                      <a:pt x="232017" y="5109"/>
                      <a:pt x="226918" y="0"/>
                      <a:pt x="220568" y="0"/>
                    </a:cubicBezTo>
                    <a:lnTo>
                      <a:pt x="11449" y="0"/>
                    </a:lnTo>
                    <a:cubicBezTo>
                      <a:pt x="5109" y="0"/>
                      <a:pt x="0" y="5101"/>
                      <a:pt x="0" y="11452"/>
                    </a:cubicBezTo>
                    <a:cubicBezTo>
                      <a:pt x="133" y="17802"/>
                      <a:pt x="5242" y="22901"/>
                      <a:pt x="11449" y="22901"/>
                    </a:cubicBezTo>
                    <a:close/>
                  </a:path>
                </a:pathLst>
              </a:custGeom>
              <a:solidFill>
                <a:srgbClr val="000000"/>
              </a:solidFill>
              <a:ln w="2463" cap="flat">
                <a:noFill/>
                <a:prstDash val="solid"/>
                <a:miter/>
              </a:ln>
            </p:spPr>
            <p:txBody>
              <a:bodyPr rtlCol="0" anchor="ctr"/>
              <a:lstStyle/>
              <a:p>
                <a:endParaRPr lang="fr-FR"/>
              </a:p>
            </p:txBody>
          </p:sp>
          <p:sp>
            <p:nvSpPr>
              <p:cNvPr id="94" name="Forme libre : forme 93">
                <a:extLst>
                  <a:ext uri="{FF2B5EF4-FFF2-40B4-BE49-F238E27FC236}">
                    <a16:creationId xmlns:a16="http://schemas.microsoft.com/office/drawing/2014/main" id="{A9C78040-761D-FD36-7139-8BA7603F44ED}"/>
                  </a:ext>
                </a:extLst>
              </p:cNvPr>
              <p:cNvSpPr/>
              <p:nvPr/>
            </p:nvSpPr>
            <p:spPr>
              <a:xfrm>
                <a:off x="1390433" y="5776497"/>
                <a:ext cx="401698" cy="22900"/>
              </a:xfrm>
              <a:custGeom>
                <a:avLst/>
                <a:gdLst>
                  <a:gd name="connsiteX0" fmla="*/ 390373 w 401698"/>
                  <a:gd name="connsiteY0" fmla="*/ 0 h 22900"/>
                  <a:gd name="connsiteX1" fmla="*/ 11449 w 401698"/>
                  <a:gd name="connsiteY1" fmla="*/ 0 h 22900"/>
                  <a:gd name="connsiteX2" fmla="*/ 0 w 401698"/>
                  <a:gd name="connsiteY2" fmla="*/ 11449 h 22900"/>
                  <a:gd name="connsiteX3" fmla="*/ 11449 w 401698"/>
                  <a:gd name="connsiteY3" fmla="*/ 22901 h 22900"/>
                  <a:gd name="connsiteX4" fmla="*/ 390250 w 401698"/>
                  <a:gd name="connsiteY4" fmla="*/ 22901 h 22900"/>
                  <a:gd name="connsiteX5" fmla="*/ 401699 w 401698"/>
                  <a:gd name="connsiteY5" fmla="*/ 11449 h 22900"/>
                  <a:gd name="connsiteX6" fmla="*/ 390385 w 401698"/>
                  <a:gd name="connsiteY6" fmla="*/ 0 h 2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1698" h="22900">
                    <a:moveTo>
                      <a:pt x="390373" y="0"/>
                    </a:moveTo>
                    <a:lnTo>
                      <a:pt x="11449" y="0"/>
                    </a:lnTo>
                    <a:cubicBezTo>
                      <a:pt x="5109" y="0"/>
                      <a:pt x="0" y="5099"/>
                      <a:pt x="0" y="11449"/>
                    </a:cubicBezTo>
                    <a:cubicBezTo>
                      <a:pt x="0" y="17792"/>
                      <a:pt x="5099" y="22901"/>
                      <a:pt x="11449" y="22901"/>
                    </a:cubicBezTo>
                    <a:lnTo>
                      <a:pt x="390250" y="22901"/>
                    </a:lnTo>
                    <a:cubicBezTo>
                      <a:pt x="396590" y="22901"/>
                      <a:pt x="401699" y="17800"/>
                      <a:pt x="401699" y="11449"/>
                    </a:cubicBezTo>
                    <a:cubicBezTo>
                      <a:pt x="401689" y="5099"/>
                      <a:pt x="396590" y="0"/>
                      <a:pt x="390385" y="0"/>
                    </a:cubicBezTo>
                    <a:close/>
                  </a:path>
                </a:pathLst>
              </a:custGeom>
              <a:solidFill>
                <a:srgbClr val="000000"/>
              </a:solidFill>
              <a:ln w="2463" cap="flat">
                <a:noFill/>
                <a:prstDash val="solid"/>
                <a:miter/>
              </a:ln>
            </p:spPr>
            <p:txBody>
              <a:bodyPr rtlCol="0" anchor="ctr"/>
              <a:lstStyle/>
              <a:p>
                <a:endParaRPr lang="fr-FR"/>
              </a:p>
            </p:txBody>
          </p:sp>
          <p:sp>
            <p:nvSpPr>
              <p:cNvPr id="95" name="Forme libre : forme 94">
                <a:extLst>
                  <a:ext uri="{FF2B5EF4-FFF2-40B4-BE49-F238E27FC236}">
                    <a16:creationId xmlns:a16="http://schemas.microsoft.com/office/drawing/2014/main" id="{30512062-013A-54BC-00C2-A1C49BC91205}"/>
                  </a:ext>
                </a:extLst>
              </p:cNvPr>
              <p:cNvSpPr/>
              <p:nvPr/>
            </p:nvSpPr>
            <p:spPr>
              <a:xfrm>
                <a:off x="1390433" y="5623652"/>
                <a:ext cx="401698" cy="22900"/>
              </a:xfrm>
              <a:custGeom>
                <a:avLst/>
                <a:gdLst>
                  <a:gd name="connsiteX0" fmla="*/ 390373 w 401698"/>
                  <a:gd name="connsiteY0" fmla="*/ 0 h 22900"/>
                  <a:gd name="connsiteX1" fmla="*/ 11449 w 401698"/>
                  <a:gd name="connsiteY1" fmla="*/ 0 h 22900"/>
                  <a:gd name="connsiteX2" fmla="*/ 0 w 401698"/>
                  <a:gd name="connsiteY2" fmla="*/ 11449 h 22900"/>
                  <a:gd name="connsiteX3" fmla="*/ 11449 w 401698"/>
                  <a:gd name="connsiteY3" fmla="*/ 22901 h 22900"/>
                  <a:gd name="connsiteX4" fmla="*/ 390250 w 401698"/>
                  <a:gd name="connsiteY4" fmla="*/ 22901 h 22900"/>
                  <a:gd name="connsiteX5" fmla="*/ 401699 w 401698"/>
                  <a:gd name="connsiteY5" fmla="*/ 11449 h 22900"/>
                  <a:gd name="connsiteX6" fmla="*/ 390385 w 401698"/>
                  <a:gd name="connsiteY6" fmla="*/ 0 h 2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1698" h="22900">
                    <a:moveTo>
                      <a:pt x="390373" y="0"/>
                    </a:moveTo>
                    <a:lnTo>
                      <a:pt x="11449" y="0"/>
                    </a:lnTo>
                    <a:cubicBezTo>
                      <a:pt x="5109" y="0"/>
                      <a:pt x="0" y="5099"/>
                      <a:pt x="0" y="11449"/>
                    </a:cubicBezTo>
                    <a:cubicBezTo>
                      <a:pt x="0" y="17792"/>
                      <a:pt x="5099" y="22901"/>
                      <a:pt x="11449" y="22901"/>
                    </a:cubicBezTo>
                    <a:lnTo>
                      <a:pt x="390250" y="22901"/>
                    </a:lnTo>
                    <a:cubicBezTo>
                      <a:pt x="396590" y="22901"/>
                      <a:pt x="401699" y="17802"/>
                      <a:pt x="401699" y="11449"/>
                    </a:cubicBezTo>
                    <a:cubicBezTo>
                      <a:pt x="401689" y="5244"/>
                      <a:pt x="396590" y="0"/>
                      <a:pt x="390385" y="0"/>
                    </a:cubicBezTo>
                    <a:close/>
                  </a:path>
                </a:pathLst>
              </a:custGeom>
              <a:solidFill>
                <a:srgbClr val="000000"/>
              </a:solidFill>
              <a:ln w="2463" cap="flat">
                <a:noFill/>
                <a:prstDash val="solid"/>
                <a:miter/>
              </a:ln>
            </p:spPr>
            <p:txBody>
              <a:bodyPr rtlCol="0" anchor="ctr"/>
              <a:lstStyle/>
              <a:p>
                <a:endParaRPr lang="fr-FR"/>
              </a:p>
            </p:txBody>
          </p:sp>
          <p:sp>
            <p:nvSpPr>
              <p:cNvPr id="96" name="Forme libre : forme 95">
                <a:extLst>
                  <a:ext uri="{FF2B5EF4-FFF2-40B4-BE49-F238E27FC236}">
                    <a16:creationId xmlns:a16="http://schemas.microsoft.com/office/drawing/2014/main" id="{3DF7DAF7-A00E-A5CD-4CE3-8C95E1056F0C}"/>
                  </a:ext>
                </a:extLst>
              </p:cNvPr>
              <p:cNvSpPr/>
              <p:nvPr/>
            </p:nvSpPr>
            <p:spPr>
              <a:xfrm>
                <a:off x="1390433" y="5470954"/>
                <a:ext cx="401698" cy="22900"/>
              </a:xfrm>
              <a:custGeom>
                <a:avLst/>
                <a:gdLst>
                  <a:gd name="connsiteX0" fmla="*/ 390373 w 401698"/>
                  <a:gd name="connsiteY0" fmla="*/ 0 h 22900"/>
                  <a:gd name="connsiteX1" fmla="*/ 11449 w 401698"/>
                  <a:gd name="connsiteY1" fmla="*/ 0 h 22900"/>
                  <a:gd name="connsiteX2" fmla="*/ 0 w 401698"/>
                  <a:gd name="connsiteY2" fmla="*/ 11449 h 22900"/>
                  <a:gd name="connsiteX3" fmla="*/ 11449 w 401698"/>
                  <a:gd name="connsiteY3" fmla="*/ 22901 h 22900"/>
                  <a:gd name="connsiteX4" fmla="*/ 390250 w 401698"/>
                  <a:gd name="connsiteY4" fmla="*/ 22901 h 22900"/>
                  <a:gd name="connsiteX5" fmla="*/ 401699 w 401698"/>
                  <a:gd name="connsiteY5" fmla="*/ 11449 h 22900"/>
                  <a:gd name="connsiteX6" fmla="*/ 390385 w 401698"/>
                  <a:gd name="connsiteY6" fmla="*/ 0 h 2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1698" h="22900">
                    <a:moveTo>
                      <a:pt x="390373" y="0"/>
                    </a:moveTo>
                    <a:lnTo>
                      <a:pt x="11449" y="0"/>
                    </a:lnTo>
                    <a:cubicBezTo>
                      <a:pt x="5109" y="0"/>
                      <a:pt x="0" y="5099"/>
                      <a:pt x="0" y="11449"/>
                    </a:cubicBezTo>
                    <a:cubicBezTo>
                      <a:pt x="0" y="17792"/>
                      <a:pt x="5099" y="22901"/>
                      <a:pt x="11449" y="22901"/>
                    </a:cubicBezTo>
                    <a:lnTo>
                      <a:pt x="390250" y="22901"/>
                    </a:lnTo>
                    <a:cubicBezTo>
                      <a:pt x="396590" y="22901"/>
                      <a:pt x="401699" y="17800"/>
                      <a:pt x="401699" y="11449"/>
                    </a:cubicBezTo>
                    <a:cubicBezTo>
                      <a:pt x="401689" y="5109"/>
                      <a:pt x="396590" y="0"/>
                      <a:pt x="390385" y="0"/>
                    </a:cubicBezTo>
                    <a:close/>
                  </a:path>
                </a:pathLst>
              </a:custGeom>
              <a:solidFill>
                <a:srgbClr val="000000"/>
              </a:solidFill>
              <a:ln w="2463" cap="flat">
                <a:noFill/>
                <a:prstDash val="solid"/>
                <a:miter/>
              </a:ln>
            </p:spPr>
            <p:txBody>
              <a:bodyPr rtlCol="0" anchor="ctr"/>
              <a:lstStyle/>
              <a:p>
                <a:endParaRPr lang="fr-FR"/>
              </a:p>
            </p:txBody>
          </p:sp>
        </p:grpSp>
        <p:sp>
          <p:nvSpPr>
            <p:cNvPr id="91" name="ZoneTexte 90">
              <a:extLst>
                <a:ext uri="{FF2B5EF4-FFF2-40B4-BE49-F238E27FC236}">
                  <a16:creationId xmlns:a16="http://schemas.microsoft.com/office/drawing/2014/main" id="{5C61D8E0-107B-5C05-D29D-2B47470BFFF4}"/>
                </a:ext>
              </a:extLst>
            </p:cNvPr>
            <p:cNvSpPr txBox="1"/>
            <p:nvPr/>
          </p:nvSpPr>
          <p:spPr>
            <a:xfrm>
              <a:off x="11113475" y="3655750"/>
              <a:ext cx="949299" cy="307777"/>
            </a:xfrm>
            <a:prstGeom prst="rect">
              <a:avLst/>
            </a:prstGeom>
            <a:noFill/>
          </p:spPr>
          <p:txBody>
            <a:bodyPr wrap="none" rtlCol="0">
              <a:spAutoFit/>
            </a:bodyPr>
            <a:lstStyle/>
            <a:p>
              <a:r>
                <a:rPr lang="fr-FR" sz="1400" b="1">
                  <a:latin typeface="Arial" panose="020B0604020202020204" pitchFamily="34" charset="0"/>
                  <a:cs typeface="Arial" panose="020B0604020202020204" pitchFamily="34" charset="0"/>
                </a:rPr>
                <a:t>Contexte</a:t>
              </a:r>
            </a:p>
          </p:txBody>
        </p:sp>
      </p:grpSp>
      <p:cxnSp>
        <p:nvCxnSpPr>
          <p:cNvPr id="69" name="Connecteur droit avec flèche 68">
            <a:extLst>
              <a:ext uri="{FF2B5EF4-FFF2-40B4-BE49-F238E27FC236}">
                <a16:creationId xmlns:a16="http://schemas.microsoft.com/office/drawing/2014/main" id="{549DC72B-AE03-F6FB-6E76-A8C3D0FDB9A0}"/>
              </a:ext>
            </a:extLst>
          </p:cNvPr>
          <p:cNvCxnSpPr>
            <a:cxnSpLocks/>
            <a:stCxn id="15" idx="2"/>
            <a:endCxn id="57" idx="0"/>
          </p:cNvCxnSpPr>
          <p:nvPr/>
        </p:nvCxnSpPr>
        <p:spPr>
          <a:xfrm flipH="1">
            <a:off x="8336792" y="4925898"/>
            <a:ext cx="10444" cy="4119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9" name="Groupe 108">
            <a:extLst>
              <a:ext uri="{FF2B5EF4-FFF2-40B4-BE49-F238E27FC236}">
                <a16:creationId xmlns:a16="http://schemas.microsoft.com/office/drawing/2014/main" id="{3E7645D7-0FE4-D103-23A5-236C6927A328}"/>
              </a:ext>
            </a:extLst>
          </p:cNvPr>
          <p:cNvGrpSpPr/>
          <p:nvPr/>
        </p:nvGrpSpPr>
        <p:grpSpPr>
          <a:xfrm>
            <a:off x="6964890" y="5337833"/>
            <a:ext cx="2903484" cy="884533"/>
            <a:chOff x="7026525" y="5319716"/>
            <a:chExt cx="2903484" cy="884533"/>
          </a:xfrm>
        </p:grpSpPr>
        <p:sp>
          <p:nvSpPr>
            <p:cNvPr id="57" name="Rectangle 56">
              <a:extLst>
                <a:ext uri="{FF2B5EF4-FFF2-40B4-BE49-F238E27FC236}">
                  <a16:creationId xmlns:a16="http://schemas.microsoft.com/office/drawing/2014/main" id="{9ACB5C2C-8D36-DB2E-E0F4-251782C08DDC}"/>
                </a:ext>
              </a:extLst>
            </p:cNvPr>
            <p:cNvSpPr/>
            <p:nvPr/>
          </p:nvSpPr>
          <p:spPr>
            <a:xfrm>
              <a:off x="7493628" y="5319716"/>
              <a:ext cx="1809598" cy="256257"/>
            </a:xfrm>
            <a:prstGeom prst="rect">
              <a:avLst/>
            </a:prstGeom>
          </p:spPr>
          <p:style>
            <a:lnRef idx="2">
              <a:schemeClr val="accent6"/>
            </a:lnRef>
            <a:fillRef idx="1">
              <a:schemeClr val="lt1"/>
            </a:fillRef>
            <a:effectRef idx="0">
              <a:schemeClr val="accent6"/>
            </a:effectRef>
            <a:fontRef idx="minor">
              <a:schemeClr val="dk1"/>
            </a:fontRef>
          </p:style>
          <p:txBody>
            <a:bodyPr vert="horz" rtlCol="0" anchor="ctr"/>
            <a:lstStyle/>
            <a:p>
              <a:pPr algn="ctr"/>
              <a:r>
                <a:rPr lang="fr-FR" sz="1050"/>
                <a:t>Périmètre</a:t>
              </a:r>
            </a:p>
          </p:txBody>
        </p:sp>
        <p:grpSp>
          <p:nvGrpSpPr>
            <p:cNvPr id="80" name="Groupe 79">
              <a:extLst>
                <a:ext uri="{FF2B5EF4-FFF2-40B4-BE49-F238E27FC236}">
                  <a16:creationId xmlns:a16="http://schemas.microsoft.com/office/drawing/2014/main" id="{D2E23B71-6A3A-03CE-8CD3-B0CB2E7A1A01}"/>
                </a:ext>
              </a:extLst>
            </p:cNvPr>
            <p:cNvGrpSpPr/>
            <p:nvPr/>
          </p:nvGrpSpPr>
          <p:grpSpPr>
            <a:xfrm>
              <a:off x="9159799" y="5593340"/>
              <a:ext cx="770210" cy="346942"/>
              <a:chOff x="9159799" y="5593340"/>
              <a:chExt cx="770210" cy="346942"/>
            </a:xfrm>
          </p:grpSpPr>
          <p:cxnSp>
            <p:nvCxnSpPr>
              <p:cNvPr id="58" name="Connecteur droit avec flèche 57">
                <a:extLst>
                  <a:ext uri="{FF2B5EF4-FFF2-40B4-BE49-F238E27FC236}">
                    <a16:creationId xmlns:a16="http://schemas.microsoft.com/office/drawing/2014/main" id="{90FE4EEF-BAC0-FD68-E8DA-AEFA0B80C758}"/>
                  </a:ext>
                </a:extLst>
              </p:cNvPr>
              <p:cNvCxnSpPr>
                <a:cxnSpLocks/>
              </p:cNvCxnSpPr>
              <p:nvPr/>
            </p:nvCxnSpPr>
            <p:spPr>
              <a:xfrm>
                <a:off x="9186842" y="5593340"/>
                <a:ext cx="0" cy="3469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ZoneTexte 58">
                <a:extLst>
                  <a:ext uri="{FF2B5EF4-FFF2-40B4-BE49-F238E27FC236}">
                    <a16:creationId xmlns:a16="http://schemas.microsoft.com/office/drawing/2014/main" id="{F44A7084-6FFB-5E63-C5D9-DBA2F584F31B}"/>
                  </a:ext>
                </a:extLst>
              </p:cNvPr>
              <p:cNvSpPr txBox="1"/>
              <p:nvPr/>
            </p:nvSpPr>
            <p:spPr>
              <a:xfrm>
                <a:off x="9159799" y="5593340"/>
                <a:ext cx="770210" cy="261610"/>
              </a:xfrm>
              <a:prstGeom prst="rect">
                <a:avLst/>
              </a:prstGeom>
              <a:noFill/>
            </p:spPr>
            <p:txBody>
              <a:bodyPr wrap="square" rtlCol="0">
                <a:spAutoFit/>
              </a:bodyPr>
              <a:lstStyle/>
              <a:p>
                <a:r>
                  <a:rPr lang="fr-FR" sz="1100">
                    <a:latin typeface="Arial" panose="020B0604020202020204" pitchFamily="34" charset="0"/>
                    <a:cs typeface="Arial" panose="020B0604020202020204" pitchFamily="34" charset="0"/>
                  </a:rPr>
                  <a:t>Data</a:t>
                </a:r>
              </a:p>
            </p:txBody>
          </p:sp>
        </p:grpSp>
        <p:grpSp>
          <p:nvGrpSpPr>
            <p:cNvPr id="81" name="Groupe 80">
              <a:extLst>
                <a:ext uri="{FF2B5EF4-FFF2-40B4-BE49-F238E27FC236}">
                  <a16:creationId xmlns:a16="http://schemas.microsoft.com/office/drawing/2014/main" id="{8B4227E9-3A85-9737-707D-888B8D2875BA}"/>
                </a:ext>
              </a:extLst>
            </p:cNvPr>
            <p:cNvGrpSpPr/>
            <p:nvPr/>
          </p:nvGrpSpPr>
          <p:grpSpPr>
            <a:xfrm>
              <a:off x="8575802" y="5602910"/>
              <a:ext cx="770210" cy="346942"/>
              <a:chOff x="9159799" y="5593340"/>
              <a:chExt cx="770210" cy="346942"/>
            </a:xfrm>
          </p:grpSpPr>
          <p:cxnSp>
            <p:nvCxnSpPr>
              <p:cNvPr id="82" name="Connecteur droit avec flèche 81">
                <a:extLst>
                  <a:ext uri="{FF2B5EF4-FFF2-40B4-BE49-F238E27FC236}">
                    <a16:creationId xmlns:a16="http://schemas.microsoft.com/office/drawing/2014/main" id="{98521417-2E7F-02A5-5317-8B0C6E177C7F}"/>
                  </a:ext>
                </a:extLst>
              </p:cNvPr>
              <p:cNvCxnSpPr>
                <a:cxnSpLocks/>
              </p:cNvCxnSpPr>
              <p:nvPr/>
            </p:nvCxnSpPr>
            <p:spPr>
              <a:xfrm>
                <a:off x="9186842" y="5593340"/>
                <a:ext cx="0" cy="3469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ZoneTexte 82">
                <a:extLst>
                  <a:ext uri="{FF2B5EF4-FFF2-40B4-BE49-F238E27FC236}">
                    <a16:creationId xmlns:a16="http://schemas.microsoft.com/office/drawing/2014/main" id="{6512E515-F6F8-1579-7CDF-A35FAE32D789}"/>
                  </a:ext>
                </a:extLst>
              </p:cNvPr>
              <p:cNvSpPr txBox="1"/>
              <p:nvPr/>
            </p:nvSpPr>
            <p:spPr>
              <a:xfrm>
                <a:off x="9159799" y="5593340"/>
                <a:ext cx="770210" cy="261610"/>
              </a:xfrm>
              <a:prstGeom prst="rect">
                <a:avLst/>
              </a:prstGeom>
              <a:noFill/>
            </p:spPr>
            <p:txBody>
              <a:bodyPr wrap="square" rtlCol="0">
                <a:spAutoFit/>
              </a:bodyPr>
              <a:lstStyle/>
              <a:p>
                <a:r>
                  <a:rPr lang="fr-FR" sz="1100">
                    <a:latin typeface="Arial" panose="020B0604020202020204" pitchFamily="34" charset="0"/>
                    <a:cs typeface="Arial" panose="020B0604020202020204" pitchFamily="34" charset="0"/>
                  </a:rPr>
                  <a:t>Interco</a:t>
                </a:r>
              </a:p>
            </p:txBody>
          </p:sp>
        </p:grpSp>
        <p:grpSp>
          <p:nvGrpSpPr>
            <p:cNvPr id="84" name="Groupe 83">
              <a:extLst>
                <a:ext uri="{FF2B5EF4-FFF2-40B4-BE49-F238E27FC236}">
                  <a16:creationId xmlns:a16="http://schemas.microsoft.com/office/drawing/2014/main" id="{1ED1BF70-1CAC-1197-B00C-698E5B7E48FC}"/>
                </a:ext>
              </a:extLst>
            </p:cNvPr>
            <p:cNvGrpSpPr/>
            <p:nvPr/>
          </p:nvGrpSpPr>
          <p:grpSpPr>
            <a:xfrm>
              <a:off x="8135660" y="5593340"/>
              <a:ext cx="770210" cy="346942"/>
              <a:chOff x="9159799" y="5593340"/>
              <a:chExt cx="770210" cy="346942"/>
            </a:xfrm>
          </p:grpSpPr>
          <p:cxnSp>
            <p:nvCxnSpPr>
              <p:cNvPr id="85" name="Connecteur droit avec flèche 84">
                <a:extLst>
                  <a:ext uri="{FF2B5EF4-FFF2-40B4-BE49-F238E27FC236}">
                    <a16:creationId xmlns:a16="http://schemas.microsoft.com/office/drawing/2014/main" id="{BC31FF60-672F-78C1-BA5A-EAAB35CB7E59}"/>
                  </a:ext>
                </a:extLst>
              </p:cNvPr>
              <p:cNvCxnSpPr>
                <a:cxnSpLocks/>
              </p:cNvCxnSpPr>
              <p:nvPr/>
            </p:nvCxnSpPr>
            <p:spPr>
              <a:xfrm>
                <a:off x="9186842" y="5593340"/>
                <a:ext cx="0" cy="3469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ZoneTexte 85">
                <a:extLst>
                  <a:ext uri="{FF2B5EF4-FFF2-40B4-BE49-F238E27FC236}">
                    <a16:creationId xmlns:a16="http://schemas.microsoft.com/office/drawing/2014/main" id="{2C25D56D-9466-3CB5-11AB-686028901A07}"/>
                  </a:ext>
                </a:extLst>
              </p:cNvPr>
              <p:cNvSpPr txBox="1"/>
              <p:nvPr/>
            </p:nvSpPr>
            <p:spPr>
              <a:xfrm>
                <a:off x="9159799" y="5593340"/>
                <a:ext cx="770210" cy="261610"/>
              </a:xfrm>
              <a:prstGeom prst="rect">
                <a:avLst/>
              </a:prstGeom>
              <a:noFill/>
            </p:spPr>
            <p:txBody>
              <a:bodyPr wrap="square" rtlCol="0">
                <a:spAutoFit/>
              </a:bodyPr>
              <a:lstStyle/>
              <a:p>
                <a:r>
                  <a:rPr lang="fr-FR" sz="1100">
                    <a:latin typeface="Arial" panose="020B0604020202020204" pitchFamily="34" charset="0"/>
                    <a:cs typeface="Arial" panose="020B0604020202020204" pitchFamily="34" charset="0"/>
                  </a:rPr>
                  <a:t>SLA</a:t>
                </a:r>
              </a:p>
            </p:txBody>
          </p:sp>
        </p:grpSp>
        <p:grpSp>
          <p:nvGrpSpPr>
            <p:cNvPr id="97" name="Groupe 96">
              <a:extLst>
                <a:ext uri="{FF2B5EF4-FFF2-40B4-BE49-F238E27FC236}">
                  <a16:creationId xmlns:a16="http://schemas.microsoft.com/office/drawing/2014/main" id="{7531941D-204A-A9E9-7CF3-CF87E224BC5B}"/>
                </a:ext>
              </a:extLst>
            </p:cNvPr>
            <p:cNvGrpSpPr/>
            <p:nvPr/>
          </p:nvGrpSpPr>
          <p:grpSpPr>
            <a:xfrm>
              <a:off x="7026525" y="5602910"/>
              <a:ext cx="989762" cy="346942"/>
              <a:chOff x="8394253" y="5593340"/>
              <a:chExt cx="989762" cy="346942"/>
            </a:xfrm>
          </p:grpSpPr>
          <p:cxnSp>
            <p:nvCxnSpPr>
              <p:cNvPr id="98" name="Connecteur droit avec flèche 97">
                <a:extLst>
                  <a:ext uri="{FF2B5EF4-FFF2-40B4-BE49-F238E27FC236}">
                    <a16:creationId xmlns:a16="http://schemas.microsoft.com/office/drawing/2014/main" id="{CE634C3B-3987-2164-F43C-AD2FE8489F4A}"/>
                  </a:ext>
                </a:extLst>
              </p:cNvPr>
              <p:cNvCxnSpPr>
                <a:cxnSpLocks/>
              </p:cNvCxnSpPr>
              <p:nvPr/>
            </p:nvCxnSpPr>
            <p:spPr>
              <a:xfrm>
                <a:off x="9186842" y="5593340"/>
                <a:ext cx="0" cy="3469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9" name="ZoneTexte 98">
                <a:extLst>
                  <a:ext uri="{FF2B5EF4-FFF2-40B4-BE49-F238E27FC236}">
                    <a16:creationId xmlns:a16="http://schemas.microsoft.com/office/drawing/2014/main" id="{171292C9-FF88-1D3A-B1B4-3F78418B512D}"/>
                  </a:ext>
                </a:extLst>
              </p:cNvPr>
              <p:cNvSpPr txBox="1"/>
              <p:nvPr/>
            </p:nvSpPr>
            <p:spPr>
              <a:xfrm>
                <a:off x="8394253" y="5594675"/>
                <a:ext cx="989762" cy="261610"/>
              </a:xfrm>
              <a:prstGeom prst="rect">
                <a:avLst/>
              </a:prstGeom>
              <a:noFill/>
            </p:spPr>
            <p:txBody>
              <a:bodyPr wrap="square" rtlCol="0">
                <a:spAutoFit/>
              </a:bodyPr>
              <a:lstStyle/>
              <a:p>
                <a:r>
                  <a:rPr lang="fr-FR" sz="1100">
                    <a:latin typeface="Arial" panose="020B0604020202020204" pitchFamily="34" charset="0"/>
                    <a:cs typeface="Arial" panose="020B0604020202020204" pitchFamily="34" charset="0"/>
                  </a:rPr>
                  <a:t>Traitement</a:t>
                </a:r>
              </a:p>
            </p:txBody>
          </p:sp>
        </p:grpSp>
        <p:sp>
          <p:nvSpPr>
            <p:cNvPr id="100" name="ZoneTexte 99">
              <a:extLst>
                <a:ext uri="{FF2B5EF4-FFF2-40B4-BE49-F238E27FC236}">
                  <a16:creationId xmlns:a16="http://schemas.microsoft.com/office/drawing/2014/main" id="{63174610-3666-52FD-CEC2-CD3B86DB8219}"/>
                </a:ext>
              </a:extLst>
            </p:cNvPr>
            <p:cNvSpPr txBox="1"/>
            <p:nvPr/>
          </p:nvSpPr>
          <p:spPr>
            <a:xfrm>
              <a:off x="7756774" y="5950333"/>
              <a:ext cx="1527982" cy="253916"/>
            </a:xfrm>
            <a:prstGeom prst="rect">
              <a:avLst/>
            </a:prstGeom>
            <a:noFill/>
          </p:spPr>
          <p:txBody>
            <a:bodyPr wrap="none" rtlCol="0">
              <a:spAutoFit/>
            </a:bodyPr>
            <a:lstStyle/>
            <a:p>
              <a:r>
                <a:rPr lang="fr-FR" sz="1050" b="1">
                  <a:latin typeface="Arial" panose="020B0604020202020204" pitchFamily="34" charset="0"/>
                  <a:cs typeface="Arial" panose="020B0604020202020204" pitchFamily="34" charset="0"/>
                </a:rPr>
                <a:t>Ou une combinatoire</a:t>
              </a:r>
            </a:p>
          </p:txBody>
        </p:sp>
      </p:grpSp>
      <p:sp>
        <p:nvSpPr>
          <p:cNvPr id="2" name="Rectangle : coins arrondis 1">
            <a:extLst>
              <a:ext uri="{FF2B5EF4-FFF2-40B4-BE49-F238E27FC236}">
                <a16:creationId xmlns:a16="http://schemas.microsoft.com/office/drawing/2014/main" id="{592B8923-039F-8DED-60C3-298873A4AAB9}"/>
              </a:ext>
            </a:extLst>
          </p:cNvPr>
          <p:cNvSpPr/>
          <p:nvPr/>
        </p:nvSpPr>
        <p:spPr>
          <a:xfrm>
            <a:off x="3488220" y="5736634"/>
            <a:ext cx="1465735" cy="7104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Création de service</a:t>
            </a:r>
          </a:p>
        </p:txBody>
      </p:sp>
      <p:sp>
        <p:nvSpPr>
          <p:cNvPr id="7" name="Rectangle : coins arrondis 6">
            <a:extLst>
              <a:ext uri="{FF2B5EF4-FFF2-40B4-BE49-F238E27FC236}">
                <a16:creationId xmlns:a16="http://schemas.microsoft.com/office/drawing/2014/main" id="{23E84C4E-0702-7E8C-9918-38E620C80019}"/>
              </a:ext>
            </a:extLst>
          </p:cNvPr>
          <p:cNvSpPr/>
          <p:nvPr/>
        </p:nvSpPr>
        <p:spPr>
          <a:xfrm>
            <a:off x="10688290" y="1788933"/>
            <a:ext cx="1291508" cy="7104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Souscription au service</a:t>
            </a:r>
          </a:p>
        </p:txBody>
      </p:sp>
      <p:sp>
        <p:nvSpPr>
          <p:cNvPr id="8" name="Rectangle : coins arrondis 7">
            <a:extLst>
              <a:ext uri="{FF2B5EF4-FFF2-40B4-BE49-F238E27FC236}">
                <a16:creationId xmlns:a16="http://schemas.microsoft.com/office/drawing/2014/main" id="{8A40CD6B-804E-59A0-C441-51F4FD906747}"/>
              </a:ext>
            </a:extLst>
          </p:cNvPr>
          <p:cNvSpPr/>
          <p:nvPr/>
        </p:nvSpPr>
        <p:spPr>
          <a:xfrm>
            <a:off x="10280205" y="3783060"/>
            <a:ext cx="1465735" cy="7104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Le consommateur s’adapte</a:t>
            </a:r>
          </a:p>
        </p:txBody>
      </p:sp>
    </p:spTree>
    <p:extLst>
      <p:ext uri="{BB962C8B-B14F-4D97-AF65-F5344CB8AC3E}">
        <p14:creationId xmlns:p14="http://schemas.microsoft.com/office/powerpoint/2010/main" val="36290136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8E4BEC0F-5740-05A4-D6CF-ED73C864538C}"/>
              </a:ext>
            </a:extLst>
          </p:cNvPr>
          <p:cNvSpPr>
            <a:spLocks noGrp="1"/>
          </p:cNvSpPr>
          <p:nvPr>
            <p:ph type="body" sz="quarter" idx="10"/>
          </p:nvPr>
        </p:nvSpPr>
        <p:spPr/>
        <p:txBody>
          <a:bodyPr/>
          <a:lstStyle/>
          <a:p>
            <a:r>
              <a:rPr lang="fr-FR" dirty="0"/>
              <a:t>Définition du contexte – VISION CONSOMMATEUR</a:t>
            </a:r>
          </a:p>
        </p:txBody>
      </p:sp>
      <p:sp>
        <p:nvSpPr>
          <p:cNvPr id="7" name="Rectangle 6">
            <a:extLst>
              <a:ext uri="{FF2B5EF4-FFF2-40B4-BE49-F238E27FC236}">
                <a16:creationId xmlns:a16="http://schemas.microsoft.com/office/drawing/2014/main" id="{C16B3C90-4564-D52E-EBA0-5B4DC76C0018}"/>
              </a:ext>
            </a:extLst>
          </p:cNvPr>
          <p:cNvSpPr/>
          <p:nvPr/>
        </p:nvSpPr>
        <p:spPr>
          <a:xfrm>
            <a:off x="433387" y="2267931"/>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U</a:t>
            </a:r>
            <a:endParaRPr lang="fr-FR" dirty="0">
              <a:solidFill>
                <a:sysClr val="windowText" lastClr="000000"/>
              </a:solidFill>
            </a:endParaRPr>
          </a:p>
          <a:p>
            <a:pPr algn="ctr"/>
            <a:r>
              <a:rPr lang="fr-FR" sz="1400" dirty="0">
                <a:solidFill>
                  <a:sysClr val="windowText" lastClr="000000"/>
                </a:solidFill>
              </a:rPr>
              <a:t>S</a:t>
            </a:r>
            <a:br>
              <a:rPr lang="fr-FR" sz="1400" dirty="0">
                <a:solidFill>
                  <a:sysClr val="windowText" lastClr="000000"/>
                </a:solidFill>
              </a:rPr>
            </a:br>
            <a:r>
              <a:rPr lang="fr-FR" sz="1400" dirty="0">
                <a:solidFill>
                  <a:sysClr val="windowText" lastClr="000000"/>
                </a:solidFill>
              </a:rPr>
              <a:t>A</a:t>
            </a:r>
            <a:br>
              <a:rPr lang="fr-FR" sz="1400" dirty="0">
                <a:solidFill>
                  <a:sysClr val="windowText" lastClr="000000"/>
                </a:solidFill>
              </a:rPr>
            </a:br>
            <a:r>
              <a:rPr lang="fr-FR" sz="1400" dirty="0">
                <a:solidFill>
                  <a:sysClr val="windowText" lastClr="000000"/>
                </a:solidFill>
              </a:rPr>
              <a:t>G</a:t>
            </a:r>
            <a:br>
              <a:rPr lang="fr-FR" sz="1400" dirty="0">
                <a:solidFill>
                  <a:sysClr val="windowText" lastClr="000000"/>
                </a:solidFill>
              </a:rPr>
            </a:br>
            <a:r>
              <a:rPr lang="fr-FR" sz="1400" dirty="0">
                <a:solidFill>
                  <a:sysClr val="windowText" lastClr="000000"/>
                </a:solidFill>
              </a:rPr>
              <a:t>E</a:t>
            </a:r>
          </a:p>
        </p:txBody>
      </p:sp>
      <p:sp>
        <p:nvSpPr>
          <p:cNvPr id="8" name="Rectangle 7">
            <a:extLst>
              <a:ext uri="{FF2B5EF4-FFF2-40B4-BE49-F238E27FC236}">
                <a16:creationId xmlns:a16="http://schemas.microsoft.com/office/drawing/2014/main" id="{3A8FE59A-2069-F20C-7D0B-CC63DDF44356}"/>
              </a:ext>
            </a:extLst>
          </p:cNvPr>
          <p:cNvSpPr/>
          <p:nvPr/>
        </p:nvSpPr>
        <p:spPr>
          <a:xfrm>
            <a:off x="9485040" y="757613"/>
            <a:ext cx="330678" cy="2705100"/>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S</a:t>
            </a:r>
          </a:p>
          <a:p>
            <a:pPr algn="ctr"/>
            <a:r>
              <a:rPr lang="fr-FR" sz="1400" dirty="0">
                <a:solidFill>
                  <a:sysClr val="windowText" lastClr="000000"/>
                </a:solidFill>
              </a:rPr>
              <a:t>T</a:t>
            </a:r>
          </a:p>
          <a:p>
            <a:pPr algn="ctr"/>
            <a:r>
              <a:rPr lang="fr-FR" sz="1400" dirty="0">
                <a:solidFill>
                  <a:sysClr val="windowText" lastClr="000000"/>
                </a:solidFill>
              </a:rPr>
              <a:t>A</a:t>
            </a:r>
          </a:p>
          <a:p>
            <a:pPr algn="ctr"/>
            <a:r>
              <a:rPr lang="fr-FR" sz="1400" dirty="0">
                <a:solidFill>
                  <a:sysClr val="windowText" lastClr="000000"/>
                </a:solidFill>
              </a:rPr>
              <a:t>N</a:t>
            </a:r>
          </a:p>
          <a:p>
            <a:pPr algn="ctr"/>
            <a:r>
              <a:rPr lang="fr-FR" sz="1400" dirty="0">
                <a:solidFill>
                  <a:sysClr val="windowText" lastClr="000000"/>
                </a:solidFill>
              </a:rPr>
              <a:t>D</a:t>
            </a:r>
          </a:p>
          <a:p>
            <a:pPr algn="ctr"/>
            <a:r>
              <a:rPr lang="fr-FR" sz="1400" dirty="0">
                <a:solidFill>
                  <a:sysClr val="windowText" lastClr="000000"/>
                </a:solidFill>
              </a:rPr>
              <a:t>A</a:t>
            </a:r>
          </a:p>
          <a:p>
            <a:pPr algn="ctr"/>
            <a:r>
              <a:rPr lang="fr-FR" sz="1400" dirty="0">
                <a:solidFill>
                  <a:sysClr val="windowText" lastClr="000000"/>
                </a:solidFill>
              </a:rPr>
              <a:t>R</a:t>
            </a:r>
          </a:p>
          <a:p>
            <a:pPr algn="ctr"/>
            <a:r>
              <a:rPr lang="fr-FR" sz="1400" dirty="0">
                <a:solidFill>
                  <a:sysClr val="windowText" lastClr="000000"/>
                </a:solidFill>
              </a:rPr>
              <a:t>D</a:t>
            </a:r>
            <a:endParaRPr lang="fr-FR" dirty="0">
              <a:solidFill>
                <a:sysClr val="windowText" lastClr="000000"/>
              </a:solidFill>
            </a:endParaRPr>
          </a:p>
        </p:txBody>
      </p:sp>
      <p:sp>
        <p:nvSpPr>
          <p:cNvPr id="9" name="Rectangle 8">
            <a:extLst>
              <a:ext uri="{FF2B5EF4-FFF2-40B4-BE49-F238E27FC236}">
                <a16:creationId xmlns:a16="http://schemas.microsoft.com/office/drawing/2014/main" id="{84A3099F-B386-C626-E523-1E683D7589F9}"/>
              </a:ext>
            </a:extLst>
          </p:cNvPr>
          <p:cNvSpPr/>
          <p:nvPr/>
        </p:nvSpPr>
        <p:spPr>
          <a:xfrm>
            <a:off x="9485040" y="3524250"/>
            <a:ext cx="330678" cy="2705100"/>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C</a:t>
            </a:r>
          </a:p>
          <a:p>
            <a:pPr algn="ctr"/>
            <a:r>
              <a:rPr lang="fr-FR" sz="1400" dirty="0">
                <a:solidFill>
                  <a:sysClr val="windowText" lastClr="000000"/>
                </a:solidFill>
              </a:rPr>
              <a:t>O</a:t>
            </a:r>
          </a:p>
          <a:p>
            <a:pPr algn="ctr"/>
            <a:r>
              <a:rPr lang="fr-FR" sz="1400" dirty="0">
                <a:solidFill>
                  <a:sysClr val="windowText" lastClr="000000"/>
                </a:solidFill>
              </a:rPr>
              <a:t>N</a:t>
            </a:r>
          </a:p>
          <a:p>
            <a:pPr algn="ctr"/>
            <a:r>
              <a:rPr lang="fr-FR" sz="1400" dirty="0">
                <a:solidFill>
                  <a:sysClr val="windowText" lastClr="000000"/>
                </a:solidFill>
              </a:rPr>
              <a:t>N</a:t>
            </a:r>
          </a:p>
          <a:p>
            <a:pPr algn="ctr"/>
            <a:r>
              <a:rPr lang="fr-FR" sz="1400" dirty="0">
                <a:solidFill>
                  <a:sysClr val="windowText" lastClr="000000"/>
                </a:solidFill>
              </a:rPr>
              <a:t>E</a:t>
            </a:r>
          </a:p>
          <a:p>
            <a:pPr algn="ctr"/>
            <a:r>
              <a:rPr lang="fr-FR" sz="1400" dirty="0">
                <a:solidFill>
                  <a:sysClr val="windowText" lastClr="000000"/>
                </a:solidFill>
              </a:rPr>
              <a:t>C</a:t>
            </a:r>
          </a:p>
          <a:p>
            <a:pPr algn="ctr"/>
            <a:r>
              <a:rPr lang="fr-FR" sz="1400" dirty="0">
                <a:solidFill>
                  <a:sysClr val="windowText" lastClr="000000"/>
                </a:solidFill>
              </a:rPr>
              <a:t>T</a:t>
            </a:r>
          </a:p>
          <a:p>
            <a:pPr algn="ctr"/>
            <a:r>
              <a:rPr lang="fr-FR" sz="1400" dirty="0">
                <a:solidFill>
                  <a:sysClr val="windowText" lastClr="000000"/>
                </a:solidFill>
              </a:rPr>
              <a:t>I</a:t>
            </a:r>
          </a:p>
          <a:p>
            <a:pPr algn="ctr"/>
            <a:r>
              <a:rPr lang="fr-FR" sz="1400" dirty="0">
                <a:solidFill>
                  <a:sysClr val="windowText" lastClr="000000"/>
                </a:solidFill>
              </a:rPr>
              <a:t>V</a:t>
            </a:r>
          </a:p>
          <a:p>
            <a:pPr algn="ctr"/>
            <a:r>
              <a:rPr lang="fr-FR" sz="1400" dirty="0">
                <a:solidFill>
                  <a:sysClr val="windowText" lastClr="000000"/>
                </a:solidFill>
              </a:rPr>
              <a:t>I</a:t>
            </a:r>
          </a:p>
          <a:p>
            <a:pPr algn="ctr"/>
            <a:r>
              <a:rPr lang="fr-FR" sz="1400" dirty="0">
                <a:solidFill>
                  <a:sysClr val="windowText" lastClr="000000"/>
                </a:solidFill>
              </a:rPr>
              <a:t>T</a:t>
            </a:r>
          </a:p>
          <a:p>
            <a:pPr algn="ctr"/>
            <a:r>
              <a:rPr lang="fr-FR" sz="1400" dirty="0">
                <a:solidFill>
                  <a:sysClr val="windowText" lastClr="000000"/>
                </a:solidFill>
              </a:rPr>
              <a:t>E</a:t>
            </a:r>
          </a:p>
        </p:txBody>
      </p:sp>
      <p:sp>
        <p:nvSpPr>
          <p:cNvPr id="10" name="Rectangle 9">
            <a:extLst>
              <a:ext uri="{FF2B5EF4-FFF2-40B4-BE49-F238E27FC236}">
                <a16:creationId xmlns:a16="http://schemas.microsoft.com/office/drawing/2014/main" id="{664FCADB-D317-101B-A9C1-8937D7FDDEA3}"/>
              </a:ext>
            </a:extLst>
          </p:cNvPr>
          <p:cNvSpPr/>
          <p:nvPr/>
        </p:nvSpPr>
        <p:spPr>
          <a:xfrm>
            <a:off x="7674711" y="2267931"/>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I</a:t>
            </a:r>
          </a:p>
          <a:p>
            <a:pPr algn="ctr"/>
            <a:r>
              <a:rPr lang="fr-FR" sz="1400" dirty="0">
                <a:solidFill>
                  <a:sysClr val="windowText" lastClr="000000"/>
                </a:solidFill>
              </a:rPr>
              <a:t>N</a:t>
            </a:r>
          </a:p>
          <a:p>
            <a:pPr algn="ctr"/>
            <a:r>
              <a:rPr lang="fr-FR" sz="1400" dirty="0">
                <a:solidFill>
                  <a:sysClr val="windowText" lastClr="000000"/>
                </a:solidFill>
              </a:rPr>
              <a:t>T</a:t>
            </a:r>
          </a:p>
          <a:p>
            <a:pPr algn="ctr"/>
            <a:r>
              <a:rPr lang="fr-FR" sz="1400" dirty="0">
                <a:solidFill>
                  <a:sysClr val="windowText" lastClr="000000"/>
                </a:solidFill>
              </a:rPr>
              <a:t>E</a:t>
            </a:r>
          </a:p>
          <a:p>
            <a:pPr algn="ctr"/>
            <a:r>
              <a:rPr lang="fr-FR" sz="1400" dirty="0">
                <a:solidFill>
                  <a:sysClr val="windowText" lastClr="000000"/>
                </a:solidFill>
              </a:rPr>
              <a:t>G</a:t>
            </a:r>
          </a:p>
          <a:p>
            <a:pPr algn="ctr"/>
            <a:r>
              <a:rPr lang="fr-FR" sz="1400" dirty="0">
                <a:solidFill>
                  <a:sysClr val="windowText" lastClr="000000"/>
                </a:solidFill>
              </a:rPr>
              <a:t>R</a:t>
            </a:r>
          </a:p>
          <a:p>
            <a:pPr algn="ctr"/>
            <a:r>
              <a:rPr lang="fr-FR" sz="1400" dirty="0">
                <a:solidFill>
                  <a:sysClr val="windowText" lastClr="000000"/>
                </a:solidFill>
              </a:rPr>
              <a:t>A</a:t>
            </a:r>
          </a:p>
          <a:p>
            <a:pPr algn="ctr"/>
            <a:r>
              <a:rPr lang="fr-FR" sz="1400" dirty="0">
                <a:solidFill>
                  <a:sysClr val="windowText" lastClr="000000"/>
                </a:solidFill>
              </a:rPr>
              <a:t>T</a:t>
            </a:r>
          </a:p>
          <a:p>
            <a:pPr algn="ctr"/>
            <a:r>
              <a:rPr lang="fr-FR" sz="1400" dirty="0">
                <a:solidFill>
                  <a:sysClr val="windowText" lastClr="000000"/>
                </a:solidFill>
              </a:rPr>
              <a:t>I</a:t>
            </a:r>
          </a:p>
          <a:p>
            <a:pPr algn="ctr"/>
            <a:r>
              <a:rPr lang="fr-FR" sz="1400" dirty="0">
                <a:solidFill>
                  <a:sysClr val="windowText" lastClr="000000"/>
                </a:solidFill>
              </a:rPr>
              <a:t>O</a:t>
            </a:r>
          </a:p>
          <a:p>
            <a:pPr algn="ctr"/>
            <a:r>
              <a:rPr lang="fr-FR" sz="1400" dirty="0">
                <a:solidFill>
                  <a:sysClr val="windowText" lastClr="000000"/>
                </a:solidFill>
              </a:rPr>
              <a:t>N</a:t>
            </a:r>
            <a:endParaRPr lang="fr-FR" dirty="0">
              <a:solidFill>
                <a:sysClr val="windowText" lastClr="000000"/>
              </a:solidFill>
            </a:endParaRPr>
          </a:p>
        </p:txBody>
      </p:sp>
      <p:sp>
        <p:nvSpPr>
          <p:cNvPr id="11" name="Rectangle 10">
            <a:extLst>
              <a:ext uri="{FF2B5EF4-FFF2-40B4-BE49-F238E27FC236}">
                <a16:creationId xmlns:a16="http://schemas.microsoft.com/office/drawing/2014/main" id="{960CACB6-9CAC-B991-D64E-BA15D8745775}"/>
              </a:ext>
            </a:extLst>
          </p:cNvPr>
          <p:cNvSpPr/>
          <p:nvPr/>
        </p:nvSpPr>
        <p:spPr>
          <a:xfrm>
            <a:off x="2243718" y="2267931"/>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E</a:t>
            </a:r>
          </a:p>
          <a:p>
            <a:pPr algn="ctr"/>
            <a:r>
              <a:rPr lang="fr-FR" sz="1400" dirty="0">
                <a:solidFill>
                  <a:sysClr val="windowText" lastClr="000000"/>
                </a:solidFill>
              </a:rPr>
              <a:t>C</a:t>
            </a:r>
          </a:p>
          <a:p>
            <a:pPr algn="ctr"/>
            <a:r>
              <a:rPr lang="fr-FR" sz="1400" dirty="0">
                <a:solidFill>
                  <a:sysClr val="windowText" lastClr="000000"/>
                </a:solidFill>
              </a:rPr>
              <a:t>H</a:t>
            </a:r>
          </a:p>
          <a:p>
            <a:pPr algn="ctr"/>
            <a:r>
              <a:rPr lang="fr-FR" sz="1400" dirty="0">
                <a:solidFill>
                  <a:sysClr val="windowText" lastClr="000000"/>
                </a:solidFill>
              </a:rPr>
              <a:t>E</a:t>
            </a:r>
          </a:p>
          <a:p>
            <a:pPr algn="ctr"/>
            <a:r>
              <a:rPr lang="fr-FR" sz="1400" dirty="0">
                <a:solidFill>
                  <a:sysClr val="windowText" lastClr="000000"/>
                </a:solidFill>
              </a:rPr>
              <a:t>L</a:t>
            </a:r>
          </a:p>
          <a:p>
            <a:pPr algn="ctr"/>
            <a:r>
              <a:rPr lang="fr-FR" sz="1400" dirty="0">
                <a:solidFill>
                  <a:sysClr val="windowText" lastClr="000000"/>
                </a:solidFill>
              </a:rPr>
              <a:t>L</a:t>
            </a:r>
          </a:p>
          <a:p>
            <a:pPr algn="ctr"/>
            <a:r>
              <a:rPr lang="fr-FR" sz="1400" dirty="0">
                <a:solidFill>
                  <a:sysClr val="windowText" lastClr="000000"/>
                </a:solidFill>
              </a:rPr>
              <a:t>E</a:t>
            </a:r>
            <a:endParaRPr lang="fr-FR" dirty="0">
              <a:solidFill>
                <a:sysClr val="windowText" lastClr="000000"/>
              </a:solidFill>
            </a:endParaRPr>
          </a:p>
        </p:txBody>
      </p:sp>
      <p:sp>
        <p:nvSpPr>
          <p:cNvPr id="12" name="Rectangle 11">
            <a:extLst>
              <a:ext uri="{FF2B5EF4-FFF2-40B4-BE49-F238E27FC236}">
                <a16:creationId xmlns:a16="http://schemas.microsoft.com/office/drawing/2014/main" id="{3B5BAB8C-17D1-24E8-6854-9B7998860152}"/>
              </a:ext>
            </a:extLst>
          </p:cNvPr>
          <p:cNvSpPr/>
          <p:nvPr/>
        </p:nvSpPr>
        <p:spPr>
          <a:xfrm>
            <a:off x="4054049" y="2267931"/>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F</a:t>
            </a:r>
          </a:p>
          <a:p>
            <a:pPr algn="ctr"/>
            <a:r>
              <a:rPr lang="fr-FR" sz="1400" dirty="0">
                <a:solidFill>
                  <a:sysClr val="windowText" lastClr="000000"/>
                </a:solidFill>
              </a:rPr>
              <a:t>R</a:t>
            </a:r>
          </a:p>
          <a:p>
            <a:pPr algn="ctr"/>
            <a:r>
              <a:rPr lang="fr-FR" sz="1400" dirty="0">
                <a:solidFill>
                  <a:sysClr val="windowText" lastClr="000000"/>
                </a:solidFill>
              </a:rPr>
              <a:t>E</a:t>
            </a:r>
          </a:p>
          <a:p>
            <a:pPr algn="ctr"/>
            <a:r>
              <a:rPr lang="fr-FR" sz="1400" dirty="0">
                <a:solidFill>
                  <a:sysClr val="windowText" lastClr="000000"/>
                </a:solidFill>
              </a:rPr>
              <a:t>Q</a:t>
            </a:r>
          </a:p>
          <a:p>
            <a:pPr algn="ctr"/>
            <a:r>
              <a:rPr lang="fr-FR" sz="1400" dirty="0">
                <a:solidFill>
                  <a:sysClr val="windowText" lastClr="000000"/>
                </a:solidFill>
              </a:rPr>
              <a:t>U</a:t>
            </a:r>
          </a:p>
          <a:p>
            <a:pPr algn="ctr"/>
            <a:r>
              <a:rPr lang="fr-FR" sz="1400" dirty="0">
                <a:solidFill>
                  <a:sysClr val="windowText" lastClr="000000"/>
                </a:solidFill>
              </a:rPr>
              <a:t>E</a:t>
            </a:r>
          </a:p>
          <a:p>
            <a:pPr algn="ctr"/>
            <a:r>
              <a:rPr lang="fr-FR" sz="1400" dirty="0">
                <a:solidFill>
                  <a:sysClr val="windowText" lastClr="000000"/>
                </a:solidFill>
              </a:rPr>
              <a:t>N</a:t>
            </a:r>
          </a:p>
          <a:p>
            <a:pPr algn="ctr"/>
            <a:r>
              <a:rPr lang="fr-FR" sz="1400" dirty="0">
                <a:solidFill>
                  <a:sysClr val="windowText" lastClr="000000"/>
                </a:solidFill>
              </a:rPr>
              <a:t>C</a:t>
            </a:r>
          </a:p>
          <a:p>
            <a:pPr algn="ctr"/>
            <a:r>
              <a:rPr lang="fr-FR" sz="1400" dirty="0">
                <a:solidFill>
                  <a:sysClr val="windowText" lastClr="000000"/>
                </a:solidFill>
              </a:rPr>
              <a:t>E</a:t>
            </a:r>
          </a:p>
        </p:txBody>
      </p:sp>
      <p:sp>
        <p:nvSpPr>
          <p:cNvPr id="13" name="Rectangle 12">
            <a:extLst>
              <a:ext uri="{FF2B5EF4-FFF2-40B4-BE49-F238E27FC236}">
                <a16:creationId xmlns:a16="http://schemas.microsoft.com/office/drawing/2014/main" id="{C29118E4-7177-BAB7-C76B-215D58DE0D5F}"/>
              </a:ext>
            </a:extLst>
          </p:cNvPr>
          <p:cNvSpPr/>
          <p:nvPr/>
        </p:nvSpPr>
        <p:spPr>
          <a:xfrm>
            <a:off x="5864380" y="2267931"/>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M</a:t>
            </a:r>
          </a:p>
          <a:p>
            <a:pPr algn="ctr"/>
            <a:r>
              <a:rPr lang="fr-FR" sz="1400" dirty="0">
                <a:solidFill>
                  <a:sysClr val="windowText" lastClr="000000"/>
                </a:solidFill>
              </a:rPr>
              <a:t>O</a:t>
            </a:r>
          </a:p>
          <a:p>
            <a:pPr algn="ctr"/>
            <a:r>
              <a:rPr lang="fr-FR" sz="1400" dirty="0">
                <a:solidFill>
                  <a:sysClr val="windowText" lastClr="000000"/>
                </a:solidFill>
              </a:rPr>
              <a:t>D</a:t>
            </a:r>
          </a:p>
          <a:p>
            <a:pPr algn="ctr"/>
            <a:r>
              <a:rPr lang="fr-FR" sz="1400" dirty="0">
                <a:solidFill>
                  <a:sysClr val="windowText" lastClr="000000"/>
                </a:solidFill>
              </a:rPr>
              <a:t>E</a:t>
            </a:r>
            <a:endParaRPr lang="fr-FR" dirty="0">
              <a:solidFill>
                <a:sysClr val="windowText" lastClr="000000"/>
              </a:solidFill>
            </a:endParaRPr>
          </a:p>
        </p:txBody>
      </p:sp>
      <p:cxnSp>
        <p:nvCxnSpPr>
          <p:cNvPr id="20" name="Connecteur droit avec flèche 19">
            <a:extLst>
              <a:ext uri="{FF2B5EF4-FFF2-40B4-BE49-F238E27FC236}">
                <a16:creationId xmlns:a16="http://schemas.microsoft.com/office/drawing/2014/main" id="{8D08AC6B-4283-E6EA-2D01-3593D4D02FEB}"/>
              </a:ext>
            </a:extLst>
          </p:cNvPr>
          <p:cNvCxnSpPr>
            <a:cxnSpLocks/>
            <a:endCxn id="7" idx="1"/>
          </p:cNvCxnSpPr>
          <p:nvPr/>
        </p:nvCxnSpPr>
        <p:spPr>
          <a:xfrm>
            <a:off x="-336823" y="3462713"/>
            <a:ext cx="770210" cy="0"/>
          </a:xfrm>
          <a:prstGeom prst="straightConnector1">
            <a:avLst/>
          </a:prstGeom>
          <a:ln>
            <a:solidFill>
              <a:srgbClr val="007EB9"/>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C6B7E4FB-B276-5790-7036-5C8FE0EA2DD5}"/>
              </a:ext>
            </a:extLst>
          </p:cNvPr>
          <p:cNvCxnSpPr>
            <a:cxnSpLocks/>
          </p:cNvCxnSpPr>
          <p:nvPr/>
        </p:nvCxnSpPr>
        <p:spPr>
          <a:xfrm>
            <a:off x="764065" y="28277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3">
            <a:extLst>
              <a:ext uri="{FF2B5EF4-FFF2-40B4-BE49-F238E27FC236}">
                <a16:creationId xmlns:a16="http://schemas.microsoft.com/office/drawing/2014/main" id="{2E1EA953-DE38-18FC-6CAB-71122AFCAC7D}"/>
              </a:ext>
            </a:extLst>
          </p:cNvPr>
          <p:cNvCxnSpPr>
            <a:cxnSpLocks/>
          </p:cNvCxnSpPr>
          <p:nvPr/>
        </p:nvCxnSpPr>
        <p:spPr>
          <a:xfrm>
            <a:off x="764065" y="40850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56D79E04-78AB-73DD-6D04-228B2A16E05D}"/>
              </a:ext>
            </a:extLst>
          </p:cNvPr>
          <p:cNvCxnSpPr>
            <a:cxnSpLocks/>
          </p:cNvCxnSpPr>
          <p:nvPr/>
        </p:nvCxnSpPr>
        <p:spPr>
          <a:xfrm>
            <a:off x="2574396" y="28277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41">
            <a:extLst>
              <a:ext uri="{FF2B5EF4-FFF2-40B4-BE49-F238E27FC236}">
                <a16:creationId xmlns:a16="http://schemas.microsoft.com/office/drawing/2014/main" id="{D227D95E-BEE7-DB18-259B-4EBFDA9A522C}"/>
              </a:ext>
            </a:extLst>
          </p:cNvPr>
          <p:cNvCxnSpPr>
            <a:cxnSpLocks/>
          </p:cNvCxnSpPr>
          <p:nvPr/>
        </p:nvCxnSpPr>
        <p:spPr>
          <a:xfrm>
            <a:off x="2574396" y="40850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eur droit avec flèche 42">
            <a:extLst>
              <a:ext uri="{FF2B5EF4-FFF2-40B4-BE49-F238E27FC236}">
                <a16:creationId xmlns:a16="http://schemas.microsoft.com/office/drawing/2014/main" id="{2970FF51-8C7A-97FA-043F-27BCD99A4296}"/>
              </a:ext>
            </a:extLst>
          </p:cNvPr>
          <p:cNvCxnSpPr>
            <a:cxnSpLocks/>
          </p:cNvCxnSpPr>
          <p:nvPr/>
        </p:nvCxnSpPr>
        <p:spPr>
          <a:xfrm>
            <a:off x="4384727" y="28277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061848A9-8A19-9F8B-213F-DA78A2BF65FA}"/>
              </a:ext>
            </a:extLst>
          </p:cNvPr>
          <p:cNvCxnSpPr>
            <a:cxnSpLocks/>
          </p:cNvCxnSpPr>
          <p:nvPr/>
        </p:nvCxnSpPr>
        <p:spPr>
          <a:xfrm>
            <a:off x="4384727" y="40850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44">
            <a:extLst>
              <a:ext uri="{FF2B5EF4-FFF2-40B4-BE49-F238E27FC236}">
                <a16:creationId xmlns:a16="http://schemas.microsoft.com/office/drawing/2014/main" id="{1CB10815-1EC5-8810-D1FF-73A89A19B890}"/>
              </a:ext>
            </a:extLst>
          </p:cNvPr>
          <p:cNvCxnSpPr>
            <a:cxnSpLocks/>
          </p:cNvCxnSpPr>
          <p:nvPr/>
        </p:nvCxnSpPr>
        <p:spPr>
          <a:xfrm>
            <a:off x="6195058" y="28277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A120066E-F870-5842-DB5D-D02C739972B4}"/>
              </a:ext>
            </a:extLst>
          </p:cNvPr>
          <p:cNvCxnSpPr>
            <a:cxnSpLocks/>
          </p:cNvCxnSpPr>
          <p:nvPr/>
        </p:nvCxnSpPr>
        <p:spPr>
          <a:xfrm>
            <a:off x="6195058" y="40850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828555B3-084F-DF17-9073-B5C3B6ADD63E}"/>
              </a:ext>
            </a:extLst>
          </p:cNvPr>
          <p:cNvCxnSpPr>
            <a:cxnSpLocks/>
          </p:cNvCxnSpPr>
          <p:nvPr/>
        </p:nvCxnSpPr>
        <p:spPr>
          <a:xfrm>
            <a:off x="8005389" y="28277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B736BB69-32EE-6544-CB39-EC2AD371347C}"/>
              </a:ext>
            </a:extLst>
          </p:cNvPr>
          <p:cNvCxnSpPr>
            <a:cxnSpLocks/>
          </p:cNvCxnSpPr>
          <p:nvPr/>
        </p:nvCxnSpPr>
        <p:spPr>
          <a:xfrm>
            <a:off x="8005389" y="40850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ZoneTexte 48">
            <a:extLst>
              <a:ext uri="{FF2B5EF4-FFF2-40B4-BE49-F238E27FC236}">
                <a16:creationId xmlns:a16="http://schemas.microsoft.com/office/drawing/2014/main" id="{0ADEA9E6-BDAF-4EF7-3A3D-51FDEDF6BD3B}"/>
              </a:ext>
            </a:extLst>
          </p:cNvPr>
          <p:cNvSpPr txBox="1"/>
          <p:nvPr/>
        </p:nvSpPr>
        <p:spPr>
          <a:xfrm>
            <a:off x="1067440" y="2521353"/>
            <a:ext cx="1295993"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Consommation</a:t>
            </a:r>
          </a:p>
        </p:txBody>
      </p:sp>
      <p:sp>
        <p:nvSpPr>
          <p:cNvPr id="50" name="ZoneTexte 49">
            <a:extLst>
              <a:ext uri="{FF2B5EF4-FFF2-40B4-BE49-F238E27FC236}">
                <a16:creationId xmlns:a16="http://schemas.microsoft.com/office/drawing/2014/main" id="{FFC1EF07-448F-CD81-BD7B-A45BECACA07D}"/>
              </a:ext>
            </a:extLst>
          </p:cNvPr>
          <p:cNvSpPr txBox="1"/>
          <p:nvPr/>
        </p:nvSpPr>
        <p:spPr>
          <a:xfrm>
            <a:off x="1092840" y="3760401"/>
            <a:ext cx="1295993"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Transactionnel</a:t>
            </a:r>
          </a:p>
        </p:txBody>
      </p:sp>
      <p:sp>
        <p:nvSpPr>
          <p:cNvPr id="51" name="ZoneTexte 50">
            <a:extLst>
              <a:ext uri="{FF2B5EF4-FFF2-40B4-BE49-F238E27FC236}">
                <a16:creationId xmlns:a16="http://schemas.microsoft.com/office/drawing/2014/main" id="{BF4F5E19-3D5F-5784-6DAE-B0D0A3AA93F7}"/>
              </a:ext>
            </a:extLst>
          </p:cNvPr>
          <p:cNvSpPr txBox="1"/>
          <p:nvPr/>
        </p:nvSpPr>
        <p:spPr>
          <a:xfrm>
            <a:off x="3368201" y="2521353"/>
            <a:ext cx="764945" cy="276998"/>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Unitaire</a:t>
            </a:r>
          </a:p>
        </p:txBody>
      </p:sp>
      <p:sp>
        <p:nvSpPr>
          <p:cNvPr id="52" name="ZoneTexte 51">
            <a:extLst>
              <a:ext uri="{FF2B5EF4-FFF2-40B4-BE49-F238E27FC236}">
                <a16:creationId xmlns:a16="http://schemas.microsoft.com/office/drawing/2014/main" id="{754AA075-EFBA-68E3-7F0F-7003ABF06E21}"/>
              </a:ext>
            </a:extLst>
          </p:cNvPr>
          <p:cNvSpPr txBox="1"/>
          <p:nvPr/>
        </p:nvSpPr>
        <p:spPr>
          <a:xfrm>
            <a:off x="3671574" y="3787155"/>
            <a:ext cx="764945" cy="276998"/>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Lot</a:t>
            </a:r>
          </a:p>
        </p:txBody>
      </p:sp>
      <p:sp>
        <p:nvSpPr>
          <p:cNvPr id="53" name="ZoneTexte 52">
            <a:extLst>
              <a:ext uri="{FF2B5EF4-FFF2-40B4-BE49-F238E27FC236}">
                <a16:creationId xmlns:a16="http://schemas.microsoft.com/office/drawing/2014/main" id="{001CA8FD-A74B-BCEB-2D29-E776B4ED925E}"/>
              </a:ext>
            </a:extLst>
          </p:cNvPr>
          <p:cNvSpPr txBox="1"/>
          <p:nvPr/>
        </p:nvSpPr>
        <p:spPr>
          <a:xfrm>
            <a:off x="4793330" y="2521353"/>
            <a:ext cx="1186403"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A la demande</a:t>
            </a:r>
          </a:p>
        </p:txBody>
      </p:sp>
      <p:sp>
        <p:nvSpPr>
          <p:cNvPr id="54" name="ZoneTexte 53">
            <a:extLst>
              <a:ext uri="{FF2B5EF4-FFF2-40B4-BE49-F238E27FC236}">
                <a16:creationId xmlns:a16="http://schemas.microsoft.com/office/drawing/2014/main" id="{AB01F885-E28B-E037-080B-C019317FCD92}"/>
              </a:ext>
            </a:extLst>
          </p:cNvPr>
          <p:cNvSpPr txBox="1"/>
          <p:nvPr/>
        </p:nvSpPr>
        <p:spPr>
          <a:xfrm>
            <a:off x="5194998" y="3787154"/>
            <a:ext cx="76494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Planifié</a:t>
            </a:r>
          </a:p>
        </p:txBody>
      </p:sp>
      <p:sp>
        <p:nvSpPr>
          <p:cNvPr id="55" name="ZoneTexte 54">
            <a:extLst>
              <a:ext uri="{FF2B5EF4-FFF2-40B4-BE49-F238E27FC236}">
                <a16:creationId xmlns:a16="http://schemas.microsoft.com/office/drawing/2014/main" id="{C690E4DC-5346-4B7A-1AC9-6393735E2011}"/>
              </a:ext>
            </a:extLst>
          </p:cNvPr>
          <p:cNvSpPr txBox="1"/>
          <p:nvPr/>
        </p:nvSpPr>
        <p:spPr>
          <a:xfrm>
            <a:off x="6797871" y="2521353"/>
            <a:ext cx="930284"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Synchrone</a:t>
            </a:r>
          </a:p>
        </p:txBody>
      </p:sp>
      <p:sp>
        <p:nvSpPr>
          <p:cNvPr id="56" name="ZoneTexte 55">
            <a:extLst>
              <a:ext uri="{FF2B5EF4-FFF2-40B4-BE49-F238E27FC236}">
                <a16:creationId xmlns:a16="http://schemas.microsoft.com/office/drawing/2014/main" id="{C7520387-6B94-0E30-04C9-DD1A81E1B064}"/>
              </a:ext>
            </a:extLst>
          </p:cNvPr>
          <p:cNvSpPr txBox="1"/>
          <p:nvPr/>
        </p:nvSpPr>
        <p:spPr>
          <a:xfrm>
            <a:off x="6718422" y="3791541"/>
            <a:ext cx="106177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Asynchrone</a:t>
            </a:r>
          </a:p>
        </p:txBody>
      </p:sp>
      <p:sp>
        <p:nvSpPr>
          <p:cNvPr id="57" name="ZoneTexte 56">
            <a:extLst>
              <a:ext uri="{FF2B5EF4-FFF2-40B4-BE49-F238E27FC236}">
                <a16:creationId xmlns:a16="http://schemas.microsoft.com/office/drawing/2014/main" id="{28378504-7D5B-1BA6-9701-5BF944FB1115}"/>
              </a:ext>
            </a:extLst>
          </p:cNvPr>
          <p:cNvSpPr txBox="1"/>
          <p:nvPr/>
        </p:nvSpPr>
        <p:spPr>
          <a:xfrm>
            <a:off x="8702571" y="2521353"/>
            <a:ext cx="106177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Standard</a:t>
            </a:r>
          </a:p>
        </p:txBody>
      </p:sp>
      <p:sp>
        <p:nvSpPr>
          <p:cNvPr id="58" name="ZoneTexte 57">
            <a:extLst>
              <a:ext uri="{FF2B5EF4-FFF2-40B4-BE49-F238E27FC236}">
                <a16:creationId xmlns:a16="http://schemas.microsoft.com/office/drawing/2014/main" id="{CC19AF29-4E80-1F96-DA33-5CD96906A397}"/>
              </a:ext>
            </a:extLst>
          </p:cNvPr>
          <p:cNvSpPr txBox="1"/>
          <p:nvPr/>
        </p:nvSpPr>
        <p:spPr>
          <a:xfrm>
            <a:off x="8565493" y="3760400"/>
            <a:ext cx="106177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Propriétaire</a:t>
            </a:r>
          </a:p>
        </p:txBody>
      </p:sp>
      <p:sp>
        <p:nvSpPr>
          <p:cNvPr id="3" name="Rectangle : coins arrondis 2">
            <a:extLst>
              <a:ext uri="{FF2B5EF4-FFF2-40B4-BE49-F238E27FC236}">
                <a16:creationId xmlns:a16="http://schemas.microsoft.com/office/drawing/2014/main" id="{C9FBC9A8-80AD-3CCB-4F09-36132E17D178}"/>
              </a:ext>
            </a:extLst>
          </p:cNvPr>
          <p:cNvSpPr/>
          <p:nvPr/>
        </p:nvSpPr>
        <p:spPr>
          <a:xfrm>
            <a:off x="11004550" y="955352"/>
            <a:ext cx="648983" cy="46068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solidFill>
                  <a:schemeClr val="tx1"/>
                </a:solidFill>
              </a:rPr>
              <a:t>UC1</a:t>
            </a:r>
          </a:p>
        </p:txBody>
      </p:sp>
      <p:sp>
        <p:nvSpPr>
          <p:cNvPr id="14" name="Espace réservé du texte 13">
            <a:extLst>
              <a:ext uri="{FF2B5EF4-FFF2-40B4-BE49-F238E27FC236}">
                <a16:creationId xmlns:a16="http://schemas.microsoft.com/office/drawing/2014/main" id="{7812FD79-5B47-7461-3AA1-53FF69D1DE92}"/>
              </a:ext>
            </a:extLst>
          </p:cNvPr>
          <p:cNvSpPr>
            <a:spLocks noGrp="1"/>
          </p:cNvSpPr>
          <p:nvPr>
            <p:ph type="body" sz="quarter" idx="35"/>
          </p:nvPr>
        </p:nvSpPr>
        <p:spPr>
          <a:xfrm>
            <a:off x="337931" y="922713"/>
            <a:ext cx="11433654" cy="273879"/>
          </a:xfrm>
        </p:spPr>
        <p:txBody>
          <a:bodyPr/>
          <a:lstStyle/>
          <a:p>
            <a:r>
              <a:rPr lang="fr-FR" dirty="0"/>
              <a:t>Exemple 1 : Consultation de tiers synchrone</a:t>
            </a:r>
          </a:p>
        </p:txBody>
      </p:sp>
      <p:cxnSp>
        <p:nvCxnSpPr>
          <p:cNvPr id="70" name="Connecteur droit avec flèche 69">
            <a:extLst>
              <a:ext uri="{FF2B5EF4-FFF2-40B4-BE49-F238E27FC236}">
                <a16:creationId xmlns:a16="http://schemas.microsoft.com/office/drawing/2014/main" id="{2277DD3B-9EF4-DB17-C4C1-C1D9D9A269E8}"/>
              </a:ext>
            </a:extLst>
          </p:cNvPr>
          <p:cNvCxnSpPr>
            <a:cxnSpLocks/>
          </p:cNvCxnSpPr>
          <p:nvPr/>
        </p:nvCxnSpPr>
        <p:spPr>
          <a:xfrm>
            <a:off x="9822274" y="2479574"/>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necteur droit avec flèche 70">
            <a:extLst>
              <a:ext uri="{FF2B5EF4-FFF2-40B4-BE49-F238E27FC236}">
                <a16:creationId xmlns:a16="http://schemas.microsoft.com/office/drawing/2014/main" id="{919780F1-3264-9CA1-35BA-B964518F4FF5}"/>
              </a:ext>
            </a:extLst>
          </p:cNvPr>
          <p:cNvCxnSpPr>
            <a:cxnSpLocks/>
          </p:cNvCxnSpPr>
          <p:nvPr/>
        </p:nvCxnSpPr>
        <p:spPr>
          <a:xfrm>
            <a:off x="9822274" y="1841258"/>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ZoneTexte 71">
            <a:extLst>
              <a:ext uri="{FF2B5EF4-FFF2-40B4-BE49-F238E27FC236}">
                <a16:creationId xmlns:a16="http://schemas.microsoft.com/office/drawing/2014/main" id="{F543BF2C-C4E6-883D-80C2-D97FE0A62D7B}"/>
              </a:ext>
            </a:extLst>
          </p:cNvPr>
          <p:cNvSpPr txBox="1"/>
          <p:nvPr/>
        </p:nvSpPr>
        <p:spPr>
          <a:xfrm>
            <a:off x="10555871" y="966959"/>
            <a:ext cx="557604" cy="275852"/>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API</a:t>
            </a:r>
          </a:p>
        </p:txBody>
      </p:sp>
      <p:sp>
        <p:nvSpPr>
          <p:cNvPr id="73" name="ZoneTexte 72">
            <a:extLst>
              <a:ext uri="{FF2B5EF4-FFF2-40B4-BE49-F238E27FC236}">
                <a16:creationId xmlns:a16="http://schemas.microsoft.com/office/drawing/2014/main" id="{4A446AEB-834D-C704-0772-90A64783E6A2}"/>
              </a:ext>
            </a:extLst>
          </p:cNvPr>
          <p:cNvSpPr txBox="1"/>
          <p:nvPr/>
        </p:nvSpPr>
        <p:spPr>
          <a:xfrm>
            <a:off x="10457269" y="1600260"/>
            <a:ext cx="557604" cy="275852"/>
          </a:xfrm>
          <a:prstGeom prst="rect">
            <a:avLst/>
          </a:prstGeom>
          <a:noFill/>
        </p:spPr>
        <p:txBody>
          <a:bodyPr wrap="square" rtlCol="0">
            <a:spAutoFit/>
          </a:bodyPr>
          <a:lstStyle/>
          <a:p>
            <a:pPr algn="r"/>
            <a:r>
              <a:rPr lang="fr-FR" sz="1200" dirty="0">
                <a:latin typeface="Arial" panose="020B0604020202020204" pitchFamily="34" charset="0"/>
                <a:cs typeface="Arial" panose="020B0604020202020204" pitchFamily="34" charset="0"/>
              </a:rPr>
              <a:t>JMS</a:t>
            </a:r>
          </a:p>
        </p:txBody>
      </p:sp>
      <p:sp>
        <p:nvSpPr>
          <p:cNvPr id="74" name="ZoneTexte 73">
            <a:extLst>
              <a:ext uri="{FF2B5EF4-FFF2-40B4-BE49-F238E27FC236}">
                <a16:creationId xmlns:a16="http://schemas.microsoft.com/office/drawing/2014/main" id="{F44E265A-C3E9-94A0-2B44-DA649DAAA29B}"/>
              </a:ext>
            </a:extLst>
          </p:cNvPr>
          <p:cNvSpPr txBox="1"/>
          <p:nvPr/>
        </p:nvSpPr>
        <p:spPr>
          <a:xfrm>
            <a:off x="10503997" y="3950240"/>
            <a:ext cx="557604" cy="275852"/>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BDD</a:t>
            </a:r>
          </a:p>
        </p:txBody>
      </p:sp>
      <p:sp>
        <p:nvSpPr>
          <p:cNvPr id="75" name="ZoneTexte 74">
            <a:extLst>
              <a:ext uri="{FF2B5EF4-FFF2-40B4-BE49-F238E27FC236}">
                <a16:creationId xmlns:a16="http://schemas.microsoft.com/office/drawing/2014/main" id="{BE88337E-D5A8-0D08-A0A6-0A06B651E9A6}"/>
              </a:ext>
            </a:extLst>
          </p:cNvPr>
          <p:cNvSpPr txBox="1"/>
          <p:nvPr/>
        </p:nvSpPr>
        <p:spPr>
          <a:xfrm>
            <a:off x="10393988" y="4664988"/>
            <a:ext cx="684159"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Fichier</a:t>
            </a:r>
          </a:p>
        </p:txBody>
      </p:sp>
      <p:sp>
        <p:nvSpPr>
          <p:cNvPr id="76" name="ZoneTexte 75">
            <a:extLst>
              <a:ext uri="{FF2B5EF4-FFF2-40B4-BE49-F238E27FC236}">
                <a16:creationId xmlns:a16="http://schemas.microsoft.com/office/drawing/2014/main" id="{B440CCDF-45A5-6C84-4D3D-046563A9CE59}"/>
              </a:ext>
            </a:extLst>
          </p:cNvPr>
          <p:cNvSpPr txBox="1"/>
          <p:nvPr/>
        </p:nvSpPr>
        <p:spPr>
          <a:xfrm>
            <a:off x="9770902" y="2209174"/>
            <a:ext cx="1246173" cy="276999"/>
          </a:xfrm>
          <a:prstGeom prst="rect">
            <a:avLst/>
          </a:prstGeom>
          <a:noFill/>
        </p:spPr>
        <p:txBody>
          <a:bodyPr wrap="square" rtlCol="0">
            <a:spAutoFit/>
          </a:bodyPr>
          <a:lstStyle/>
          <a:p>
            <a:pPr algn="r"/>
            <a:r>
              <a:rPr lang="fr-FR" sz="1200" dirty="0">
                <a:latin typeface="Arial" panose="020B0604020202020204" pitchFamily="34" charset="0"/>
                <a:cs typeface="Arial" panose="020B0604020202020204" pitchFamily="34" charset="0"/>
              </a:rPr>
              <a:t>SOAP/WSDL</a:t>
            </a:r>
          </a:p>
        </p:txBody>
      </p:sp>
      <p:cxnSp>
        <p:nvCxnSpPr>
          <p:cNvPr id="77" name="Connecteur droit avec flèche 76">
            <a:extLst>
              <a:ext uri="{FF2B5EF4-FFF2-40B4-BE49-F238E27FC236}">
                <a16:creationId xmlns:a16="http://schemas.microsoft.com/office/drawing/2014/main" id="{69E0614A-D1AC-679A-C167-DE9235FD6F60}"/>
              </a:ext>
            </a:extLst>
          </p:cNvPr>
          <p:cNvCxnSpPr>
            <a:cxnSpLocks/>
          </p:cNvCxnSpPr>
          <p:nvPr/>
        </p:nvCxnSpPr>
        <p:spPr>
          <a:xfrm>
            <a:off x="9822274" y="1202942"/>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Connecteur droit avec flèche 77">
            <a:extLst>
              <a:ext uri="{FF2B5EF4-FFF2-40B4-BE49-F238E27FC236}">
                <a16:creationId xmlns:a16="http://schemas.microsoft.com/office/drawing/2014/main" id="{26DA926F-FCA0-2D70-0320-1D8F4E83452F}"/>
              </a:ext>
            </a:extLst>
          </p:cNvPr>
          <p:cNvCxnSpPr>
            <a:cxnSpLocks/>
          </p:cNvCxnSpPr>
          <p:nvPr/>
        </p:nvCxnSpPr>
        <p:spPr>
          <a:xfrm>
            <a:off x="9822274" y="3117889"/>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Connecteur droit avec flèche 78">
            <a:extLst>
              <a:ext uri="{FF2B5EF4-FFF2-40B4-BE49-F238E27FC236}">
                <a16:creationId xmlns:a16="http://schemas.microsoft.com/office/drawing/2014/main" id="{AA41D7FF-104E-EFC0-7E52-750C5CD760EA}"/>
              </a:ext>
            </a:extLst>
          </p:cNvPr>
          <p:cNvCxnSpPr>
            <a:cxnSpLocks/>
          </p:cNvCxnSpPr>
          <p:nvPr/>
        </p:nvCxnSpPr>
        <p:spPr>
          <a:xfrm>
            <a:off x="9822274" y="4214915"/>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Connecteur droit avec flèche 79">
            <a:extLst>
              <a:ext uri="{FF2B5EF4-FFF2-40B4-BE49-F238E27FC236}">
                <a16:creationId xmlns:a16="http://schemas.microsoft.com/office/drawing/2014/main" id="{FB2175DD-34E4-71DB-00BF-EBB6F3AEBB55}"/>
              </a:ext>
            </a:extLst>
          </p:cNvPr>
          <p:cNvCxnSpPr>
            <a:cxnSpLocks/>
          </p:cNvCxnSpPr>
          <p:nvPr/>
        </p:nvCxnSpPr>
        <p:spPr>
          <a:xfrm>
            <a:off x="9832597" y="4941428"/>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Connecteur droit avec flèche 80">
            <a:extLst>
              <a:ext uri="{FF2B5EF4-FFF2-40B4-BE49-F238E27FC236}">
                <a16:creationId xmlns:a16="http://schemas.microsoft.com/office/drawing/2014/main" id="{F43B4351-7016-4C18-F0FA-674B7A68E852}"/>
              </a:ext>
            </a:extLst>
          </p:cNvPr>
          <p:cNvCxnSpPr>
            <a:cxnSpLocks/>
          </p:cNvCxnSpPr>
          <p:nvPr/>
        </p:nvCxnSpPr>
        <p:spPr>
          <a:xfrm>
            <a:off x="9832597" y="5695989"/>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29339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mph" presetSubtype="0" fill="hold" grpId="0" nodeType="clickEffect">
                                  <p:stCondLst>
                                    <p:cond delay="0"/>
                                  </p:stCondLst>
                                  <p:childTnLst>
                                    <p:animClr clrSpc="hsl" dir="cw">
                                      <p:cBhvr override="childStyle">
                                        <p:cTn id="6" dur="500" fill="hold"/>
                                        <p:tgtEl>
                                          <p:spTgt spid="49"/>
                                        </p:tgtEl>
                                        <p:attrNameLst>
                                          <p:attrName>style.color</p:attrName>
                                        </p:attrNameLst>
                                      </p:cBhvr>
                                      <p:by>
                                        <p:hsl h="7200000" s="0" l="0"/>
                                      </p:by>
                                    </p:animClr>
                                    <p:animClr clrSpc="hsl" dir="cw">
                                      <p:cBhvr>
                                        <p:cTn id="7" dur="500" fill="hold"/>
                                        <p:tgtEl>
                                          <p:spTgt spid="49"/>
                                        </p:tgtEl>
                                        <p:attrNameLst>
                                          <p:attrName>fillcolor</p:attrName>
                                        </p:attrNameLst>
                                      </p:cBhvr>
                                      <p:by>
                                        <p:hsl h="7200000" s="0" l="0"/>
                                      </p:by>
                                    </p:animClr>
                                    <p:animClr clrSpc="hsl" dir="cw">
                                      <p:cBhvr>
                                        <p:cTn id="8" dur="500" fill="hold"/>
                                        <p:tgtEl>
                                          <p:spTgt spid="49"/>
                                        </p:tgtEl>
                                        <p:attrNameLst>
                                          <p:attrName>stroke.color</p:attrName>
                                        </p:attrNameLst>
                                      </p:cBhvr>
                                      <p:by>
                                        <p:hsl h="7200000" s="0" l="0"/>
                                      </p:by>
                                    </p:animClr>
                                    <p:set>
                                      <p:cBhvr>
                                        <p:cTn id="9" dur="500" fill="hold"/>
                                        <p:tgtEl>
                                          <p:spTgt spid="49"/>
                                        </p:tgtEl>
                                        <p:attrNameLst>
                                          <p:attrName>fill.type</p:attrName>
                                        </p:attrNameLst>
                                      </p:cBhvr>
                                      <p:to>
                                        <p:strVal val="solid"/>
                                      </p:to>
                                    </p:set>
                                  </p:childTnLst>
                                  <p:subTnLst>
                                    <p:animClr clrSpc="rgb" dir="cw">
                                      <p:cBhvr override="childStyle">
                                        <p:cTn dur="1" fill="hold" display="0" masterRel="nextClick" afterEffect="1"/>
                                        <p:tgtEl>
                                          <p:spTgt spid="49"/>
                                        </p:tgtEl>
                                        <p:attrNameLst>
                                          <p:attrName>ppt_c</p:attrName>
                                        </p:attrNameLst>
                                      </p:cBhvr>
                                      <p:to>
                                        <a:srgbClr val="007EB9"/>
                                      </p:to>
                                    </p:animClr>
                                  </p:subTnLst>
                                </p:cTn>
                              </p:par>
                              <p:par>
                                <p:cTn id="10" presetID="19" presetClass="emph" presetSubtype="0" fill="hold" nodeType="withEffect">
                                  <p:stCondLst>
                                    <p:cond delay="0"/>
                                  </p:stCondLst>
                                  <p:childTnLst>
                                    <p:animClr clrSpc="rgb" dir="cw">
                                      <p:cBhvr override="childStyle">
                                        <p:cTn id="11" dur="500" fill="hold"/>
                                        <p:tgtEl>
                                          <p:spTgt spid="22"/>
                                        </p:tgtEl>
                                        <p:attrNameLst>
                                          <p:attrName>style.color</p:attrName>
                                        </p:attrNameLst>
                                      </p:cBhvr>
                                      <p:to>
                                        <a:srgbClr val="007EB9"/>
                                      </p:to>
                                    </p:animClr>
                                    <p:animClr clrSpc="rgb" dir="cw">
                                      <p:cBhvr>
                                        <p:cTn id="12" dur="500" fill="hold"/>
                                        <p:tgtEl>
                                          <p:spTgt spid="22"/>
                                        </p:tgtEl>
                                        <p:attrNameLst>
                                          <p:attrName>fillcolor</p:attrName>
                                        </p:attrNameLst>
                                      </p:cBhvr>
                                      <p:to>
                                        <a:srgbClr val="007EB9"/>
                                      </p:to>
                                    </p:animClr>
                                    <p:set>
                                      <p:cBhvr>
                                        <p:cTn id="13" dur="500" fill="hold"/>
                                        <p:tgtEl>
                                          <p:spTgt spid="22"/>
                                        </p:tgtEl>
                                        <p:attrNameLst>
                                          <p:attrName>fill.type</p:attrName>
                                        </p:attrNameLst>
                                      </p:cBhvr>
                                      <p:to>
                                        <p:strVal val="solid"/>
                                      </p:to>
                                    </p:set>
                                    <p:set>
                                      <p:cBhvr>
                                        <p:cTn id="14" dur="500" fill="hold"/>
                                        <p:tgtEl>
                                          <p:spTgt spid="22"/>
                                        </p:tgtEl>
                                        <p:attrNameLst>
                                          <p:attrName>fill.on</p:attrName>
                                        </p:attrNameLst>
                                      </p:cBhvr>
                                      <p:to>
                                        <p:strVal val="true"/>
                                      </p:to>
                                    </p:set>
                                  </p:childTnLst>
                                  <p:subTnLst>
                                    <p:animClr clrSpc="rgb" dir="cw">
                                      <p:cBhvr override="childStyle">
                                        <p:cTn dur="1" fill="hold" display="0" masterRel="nextClick" afterEffect="1"/>
                                        <p:tgtEl>
                                          <p:spTgt spid="22"/>
                                        </p:tgtEl>
                                        <p:attrNameLst>
                                          <p:attrName>ppt_c</p:attrName>
                                        </p:attrNameLst>
                                      </p:cBhvr>
                                      <p:to>
                                        <a:srgbClr val="007EB9"/>
                                      </p:to>
                                    </p:animClr>
                                  </p:subTnLst>
                                </p:cTn>
                              </p:par>
                            </p:childTnLst>
                          </p:cTn>
                        </p:par>
                      </p:childTnLst>
                    </p:cTn>
                  </p:par>
                  <p:par>
                    <p:cTn id="15" fill="hold">
                      <p:stCondLst>
                        <p:cond delay="indefinite"/>
                      </p:stCondLst>
                      <p:childTnLst>
                        <p:par>
                          <p:cTn id="16" fill="hold">
                            <p:stCondLst>
                              <p:cond delay="0"/>
                            </p:stCondLst>
                            <p:childTnLst>
                              <p:par>
                                <p:cTn id="17" presetID="21" presetClass="emph" presetSubtype="0" fill="hold" grpId="0" nodeType="clickEffect">
                                  <p:stCondLst>
                                    <p:cond delay="0"/>
                                  </p:stCondLst>
                                  <p:childTnLst>
                                    <p:animClr clrSpc="hsl" dir="cw">
                                      <p:cBhvr override="childStyle">
                                        <p:cTn id="18" dur="500" fill="hold"/>
                                        <p:tgtEl>
                                          <p:spTgt spid="51"/>
                                        </p:tgtEl>
                                        <p:attrNameLst>
                                          <p:attrName>style.color</p:attrName>
                                        </p:attrNameLst>
                                      </p:cBhvr>
                                      <p:by>
                                        <p:hsl h="7200000" s="0" l="0"/>
                                      </p:by>
                                    </p:animClr>
                                    <p:animClr clrSpc="hsl" dir="cw">
                                      <p:cBhvr>
                                        <p:cTn id="19" dur="500" fill="hold"/>
                                        <p:tgtEl>
                                          <p:spTgt spid="51"/>
                                        </p:tgtEl>
                                        <p:attrNameLst>
                                          <p:attrName>fillcolor</p:attrName>
                                        </p:attrNameLst>
                                      </p:cBhvr>
                                      <p:by>
                                        <p:hsl h="7200000" s="0" l="0"/>
                                      </p:by>
                                    </p:animClr>
                                    <p:animClr clrSpc="hsl" dir="cw">
                                      <p:cBhvr>
                                        <p:cTn id="20" dur="500" fill="hold"/>
                                        <p:tgtEl>
                                          <p:spTgt spid="51"/>
                                        </p:tgtEl>
                                        <p:attrNameLst>
                                          <p:attrName>stroke.color</p:attrName>
                                        </p:attrNameLst>
                                      </p:cBhvr>
                                      <p:by>
                                        <p:hsl h="7200000" s="0" l="0"/>
                                      </p:by>
                                    </p:animClr>
                                    <p:set>
                                      <p:cBhvr>
                                        <p:cTn id="21" dur="500" fill="hold"/>
                                        <p:tgtEl>
                                          <p:spTgt spid="51"/>
                                        </p:tgtEl>
                                        <p:attrNameLst>
                                          <p:attrName>fill.type</p:attrName>
                                        </p:attrNameLst>
                                      </p:cBhvr>
                                      <p:to>
                                        <p:strVal val="solid"/>
                                      </p:to>
                                    </p:set>
                                  </p:childTnLst>
                                  <p:subTnLst>
                                    <p:animClr clrSpc="rgb" dir="cw">
                                      <p:cBhvr override="childStyle">
                                        <p:cTn dur="1" fill="hold" display="0" masterRel="nextClick" afterEffect="1"/>
                                        <p:tgtEl>
                                          <p:spTgt spid="51"/>
                                        </p:tgtEl>
                                        <p:attrNameLst>
                                          <p:attrName>ppt_c</p:attrName>
                                        </p:attrNameLst>
                                      </p:cBhvr>
                                      <p:to>
                                        <a:srgbClr val="007EB9"/>
                                      </p:to>
                                    </p:animClr>
                                  </p:subTnLst>
                                </p:cTn>
                              </p:par>
                              <p:par>
                                <p:cTn id="22" presetID="19" presetClass="emph" presetSubtype="0" fill="hold" nodeType="withEffect">
                                  <p:stCondLst>
                                    <p:cond delay="0"/>
                                  </p:stCondLst>
                                  <p:childTnLst>
                                    <p:animClr clrSpc="rgb" dir="cw">
                                      <p:cBhvr override="childStyle">
                                        <p:cTn id="23" dur="500" fill="hold"/>
                                        <p:tgtEl>
                                          <p:spTgt spid="41"/>
                                        </p:tgtEl>
                                        <p:attrNameLst>
                                          <p:attrName>style.color</p:attrName>
                                        </p:attrNameLst>
                                      </p:cBhvr>
                                      <p:to>
                                        <a:srgbClr val="007EB9"/>
                                      </p:to>
                                    </p:animClr>
                                    <p:animClr clrSpc="rgb" dir="cw">
                                      <p:cBhvr>
                                        <p:cTn id="24" dur="500" fill="hold"/>
                                        <p:tgtEl>
                                          <p:spTgt spid="41"/>
                                        </p:tgtEl>
                                        <p:attrNameLst>
                                          <p:attrName>fillcolor</p:attrName>
                                        </p:attrNameLst>
                                      </p:cBhvr>
                                      <p:to>
                                        <a:srgbClr val="007EB9"/>
                                      </p:to>
                                    </p:animClr>
                                    <p:set>
                                      <p:cBhvr>
                                        <p:cTn id="25" dur="500" fill="hold"/>
                                        <p:tgtEl>
                                          <p:spTgt spid="41"/>
                                        </p:tgtEl>
                                        <p:attrNameLst>
                                          <p:attrName>fill.type</p:attrName>
                                        </p:attrNameLst>
                                      </p:cBhvr>
                                      <p:to>
                                        <p:strVal val="solid"/>
                                      </p:to>
                                    </p:set>
                                    <p:set>
                                      <p:cBhvr>
                                        <p:cTn id="26" dur="500" fill="hold"/>
                                        <p:tgtEl>
                                          <p:spTgt spid="41"/>
                                        </p:tgtEl>
                                        <p:attrNameLst>
                                          <p:attrName>fill.on</p:attrName>
                                        </p:attrNameLst>
                                      </p:cBhvr>
                                      <p:to>
                                        <p:strVal val="true"/>
                                      </p:to>
                                    </p:set>
                                  </p:childTnLst>
                                  <p:subTnLst>
                                    <p:animClr clrSpc="rgb" dir="cw">
                                      <p:cBhvr override="childStyle">
                                        <p:cTn dur="1" fill="hold" display="0" masterRel="nextClick" afterEffect="1"/>
                                        <p:tgtEl>
                                          <p:spTgt spid="41"/>
                                        </p:tgtEl>
                                        <p:attrNameLst>
                                          <p:attrName>ppt_c</p:attrName>
                                        </p:attrNameLst>
                                      </p:cBhvr>
                                      <p:to>
                                        <a:srgbClr val="007EB9"/>
                                      </p:to>
                                    </p:animClr>
                                  </p:subTnLst>
                                </p:cTn>
                              </p:par>
                            </p:childTnLst>
                          </p:cTn>
                        </p:par>
                      </p:childTnLst>
                    </p:cTn>
                  </p:par>
                  <p:par>
                    <p:cTn id="27" fill="hold">
                      <p:stCondLst>
                        <p:cond delay="indefinite"/>
                      </p:stCondLst>
                      <p:childTnLst>
                        <p:par>
                          <p:cTn id="28" fill="hold">
                            <p:stCondLst>
                              <p:cond delay="0"/>
                            </p:stCondLst>
                            <p:childTnLst>
                              <p:par>
                                <p:cTn id="29" presetID="21" presetClass="emph" presetSubtype="0" fill="hold" grpId="0" nodeType="clickEffect">
                                  <p:stCondLst>
                                    <p:cond delay="0"/>
                                  </p:stCondLst>
                                  <p:childTnLst>
                                    <p:animClr clrSpc="hsl" dir="cw">
                                      <p:cBhvr override="childStyle">
                                        <p:cTn id="30" dur="500" fill="hold"/>
                                        <p:tgtEl>
                                          <p:spTgt spid="53"/>
                                        </p:tgtEl>
                                        <p:attrNameLst>
                                          <p:attrName>style.color</p:attrName>
                                        </p:attrNameLst>
                                      </p:cBhvr>
                                      <p:by>
                                        <p:hsl h="7200000" s="0" l="0"/>
                                      </p:by>
                                    </p:animClr>
                                    <p:animClr clrSpc="hsl" dir="cw">
                                      <p:cBhvr>
                                        <p:cTn id="31" dur="500" fill="hold"/>
                                        <p:tgtEl>
                                          <p:spTgt spid="53"/>
                                        </p:tgtEl>
                                        <p:attrNameLst>
                                          <p:attrName>fillcolor</p:attrName>
                                        </p:attrNameLst>
                                      </p:cBhvr>
                                      <p:by>
                                        <p:hsl h="7200000" s="0" l="0"/>
                                      </p:by>
                                    </p:animClr>
                                    <p:animClr clrSpc="hsl" dir="cw">
                                      <p:cBhvr>
                                        <p:cTn id="32" dur="500" fill="hold"/>
                                        <p:tgtEl>
                                          <p:spTgt spid="53"/>
                                        </p:tgtEl>
                                        <p:attrNameLst>
                                          <p:attrName>stroke.color</p:attrName>
                                        </p:attrNameLst>
                                      </p:cBhvr>
                                      <p:by>
                                        <p:hsl h="7200000" s="0" l="0"/>
                                      </p:by>
                                    </p:animClr>
                                    <p:set>
                                      <p:cBhvr>
                                        <p:cTn id="33" dur="500" fill="hold"/>
                                        <p:tgtEl>
                                          <p:spTgt spid="53"/>
                                        </p:tgtEl>
                                        <p:attrNameLst>
                                          <p:attrName>fill.type</p:attrName>
                                        </p:attrNameLst>
                                      </p:cBhvr>
                                      <p:to>
                                        <p:strVal val="solid"/>
                                      </p:to>
                                    </p:set>
                                  </p:childTnLst>
                                  <p:subTnLst>
                                    <p:animClr clrSpc="rgb" dir="cw">
                                      <p:cBhvr override="childStyle">
                                        <p:cTn dur="1" fill="hold" display="0" masterRel="nextClick" afterEffect="1"/>
                                        <p:tgtEl>
                                          <p:spTgt spid="53"/>
                                        </p:tgtEl>
                                        <p:attrNameLst>
                                          <p:attrName>ppt_c</p:attrName>
                                        </p:attrNameLst>
                                      </p:cBhvr>
                                      <p:to>
                                        <a:srgbClr val="007EB9"/>
                                      </p:to>
                                    </p:animClr>
                                  </p:subTnLst>
                                </p:cTn>
                              </p:par>
                              <p:par>
                                <p:cTn id="34" presetID="19" presetClass="emph" presetSubtype="0" fill="hold" nodeType="withEffect">
                                  <p:stCondLst>
                                    <p:cond delay="0"/>
                                  </p:stCondLst>
                                  <p:childTnLst>
                                    <p:animClr clrSpc="rgb" dir="cw">
                                      <p:cBhvr override="childStyle">
                                        <p:cTn id="35" dur="500" fill="hold"/>
                                        <p:tgtEl>
                                          <p:spTgt spid="43"/>
                                        </p:tgtEl>
                                        <p:attrNameLst>
                                          <p:attrName>style.color</p:attrName>
                                        </p:attrNameLst>
                                      </p:cBhvr>
                                      <p:to>
                                        <a:srgbClr val="007EB9"/>
                                      </p:to>
                                    </p:animClr>
                                    <p:animClr clrSpc="rgb" dir="cw">
                                      <p:cBhvr>
                                        <p:cTn id="36" dur="500" fill="hold"/>
                                        <p:tgtEl>
                                          <p:spTgt spid="43"/>
                                        </p:tgtEl>
                                        <p:attrNameLst>
                                          <p:attrName>fillcolor</p:attrName>
                                        </p:attrNameLst>
                                      </p:cBhvr>
                                      <p:to>
                                        <a:srgbClr val="007EB9"/>
                                      </p:to>
                                    </p:animClr>
                                    <p:set>
                                      <p:cBhvr>
                                        <p:cTn id="37" dur="500" fill="hold"/>
                                        <p:tgtEl>
                                          <p:spTgt spid="43"/>
                                        </p:tgtEl>
                                        <p:attrNameLst>
                                          <p:attrName>fill.type</p:attrName>
                                        </p:attrNameLst>
                                      </p:cBhvr>
                                      <p:to>
                                        <p:strVal val="solid"/>
                                      </p:to>
                                    </p:set>
                                    <p:set>
                                      <p:cBhvr>
                                        <p:cTn id="38" dur="500" fill="hold"/>
                                        <p:tgtEl>
                                          <p:spTgt spid="43"/>
                                        </p:tgtEl>
                                        <p:attrNameLst>
                                          <p:attrName>fill.on</p:attrName>
                                        </p:attrNameLst>
                                      </p:cBhvr>
                                      <p:to>
                                        <p:strVal val="true"/>
                                      </p:to>
                                    </p:set>
                                  </p:childTnLst>
                                  <p:subTnLst>
                                    <p:animClr clrSpc="rgb" dir="cw">
                                      <p:cBhvr override="childStyle">
                                        <p:cTn dur="1" fill="hold" display="0" masterRel="nextClick" afterEffect="1"/>
                                        <p:tgtEl>
                                          <p:spTgt spid="43"/>
                                        </p:tgtEl>
                                        <p:attrNameLst>
                                          <p:attrName>ppt_c</p:attrName>
                                        </p:attrNameLst>
                                      </p:cBhvr>
                                      <p:to>
                                        <a:srgbClr val="007EB9"/>
                                      </p:to>
                                    </p:animClr>
                                  </p:subTnLst>
                                </p:cTn>
                              </p:par>
                            </p:childTnLst>
                          </p:cTn>
                        </p:par>
                      </p:childTnLst>
                    </p:cTn>
                  </p:par>
                  <p:par>
                    <p:cTn id="39" fill="hold">
                      <p:stCondLst>
                        <p:cond delay="indefinite"/>
                      </p:stCondLst>
                      <p:childTnLst>
                        <p:par>
                          <p:cTn id="40" fill="hold">
                            <p:stCondLst>
                              <p:cond delay="0"/>
                            </p:stCondLst>
                            <p:childTnLst>
                              <p:par>
                                <p:cTn id="41" presetID="21" presetClass="emph" presetSubtype="0" fill="hold" grpId="0" nodeType="clickEffect">
                                  <p:stCondLst>
                                    <p:cond delay="0"/>
                                  </p:stCondLst>
                                  <p:childTnLst>
                                    <p:animClr clrSpc="hsl" dir="cw">
                                      <p:cBhvr override="childStyle">
                                        <p:cTn id="42" dur="500" fill="hold"/>
                                        <p:tgtEl>
                                          <p:spTgt spid="55"/>
                                        </p:tgtEl>
                                        <p:attrNameLst>
                                          <p:attrName>style.color</p:attrName>
                                        </p:attrNameLst>
                                      </p:cBhvr>
                                      <p:by>
                                        <p:hsl h="7200000" s="0" l="0"/>
                                      </p:by>
                                    </p:animClr>
                                    <p:animClr clrSpc="hsl" dir="cw">
                                      <p:cBhvr>
                                        <p:cTn id="43" dur="500" fill="hold"/>
                                        <p:tgtEl>
                                          <p:spTgt spid="55"/>
                                        </p:tgtEl>
                                        <p:attrNameLst>
                                          <p:attrName>fillcolor</p:attrName>
                                        </p:attrNameLst>
                                      </p:cBhvr>
                                      <p:by>
                                        <p:hsl h="7200000" s="0" l="0"/>
                                      </p:by>
                                    </p:animClr>
                                    <p:animClr clrSpc="hsl" dir="cw">
                                      <p:cBhvr>
                                        <p:cTn id="44" dur="500" fill="hold"/>
                                        <p:tgtEl>
                                          <p:spTgt spid="55"/>
                                        </p:tgtEl>
                                        <p:attrNameLst>
                                          <p:attrName>stroke.color</p:attrName>
                                        </p:attrNameLst>
                                      </p:cBhvr>
                                      <p:by>
                                        <p:hsl h="7200000" s="0" l="0"/>
                                      </p:by>
                                    </p:animClr>
                                    <p:set>
                                      <p:cBhvr>
                                        <p:cTn id="45" dur="500" fill="hold"/>
                                        <p:tgtEl>
                                          <p:spTgt spid="55"/>
                                        </p:tgtEl>
                                        <p:attrNameLst>
                                          <p:attrName>fill.type</p:attrName>
                                        </p:attrNameLst>
                                      </p:cBhvr>
                                      <p:to>
                                        <p:strVal val="solid"/>
                                      </p:to>
                                    </p:set>
                                  </p:childTnLst>
                                  <p:subTnLst>
                                    <p:animClr clrSpc="rgb" dir="cw">
                                      <p:cBhvr override="childStyle">
                                        <p:cTn dur="1" fill="hold" display="0" masterRel="nextClick" afterEffect="1"/>
                                        <p:tgtEl>
                                          <p:spTgt spid="55"/>
                                        </p:tgtEl>
                                        <p:attrNameLst>
                                          <p:attrName>ppt_c</p:attrName>
                                        </p:attrNameLst>
                                      </p:cBhvr>
                                      <p:to>
                                        <a:srgbClr val="007EB9"/>
                                      </p:to>
                                    </p:animClr>
                                  </p:subTnLst>
                                </p:cTn>
                              </p:par>
                              <p:par>
                                <p:cTn id="46" presetID="19" presetClass="emph" presetSubtype="0" fill="hold" nodeType="withEffect">
                                  <p:stCondLst>
                                    <p:cond delay="0"/>
                                  </p:stCondLst>
                                  <p:childTnLst>
                                    <p:animClr clrSpc="rgb" dir="cw">
                                      <p:cBhvr override="childStyle">
                                        <p:cTn id="47" dur="500" fill="hold"/>
                                        <p:tgtEl>
                                          <p:spTgt spid="45"/>
                                        </p:tgtEl>
                                        <p:attrNameLst>
                                          <p:attrName>style.color</p:attrName>
                                        </p:attrNameLst>
                                      </p:cBhvr>
                                      <p:to>
                                        <a:srgbClr val="007EB9"/>
                                      </p:to>
                                    </p:animClr>
                                    <p:animClr clrSpc="rgb" dir="cw">
                                      <p:cBhvr>
                                        <p:cTn id="48" dur="500" fill="hold"/>
                                        <p:tgtEl>
                                          <p:spTgt spid="45"/>
                                        </p:tgtEl>
                                        <p:attrNameLst>
                                          <p:attrName>fillcolor</p:attrName>
                                        </p:attrNameLst>
                                      </p:cBhvr>
                                      <p:to>
                                        <a:srgbClr val="007EB9"/>
                                      </p:to>
                                    </p:animClr>
                                    <p:set>
                                      <p:cBhvr>
                                        <p:cTn id="49" dur="500" fill="hold"/>
                                        <p:tgtEl>
                                          <p:spTgt spid="45"/>
                                        </p:tgtEl>
                                        <p:attrNameLst>
                                          <p:attrName>fill.type</p:attrName>
                                        </p:attrNameLst>
                                      </p:cBhvr>
                                      <p:to>
                                        <p:strVal val="solid"/>
                                      </p:to>
                                    </p:set>
                                    <p:set>
                                      <p:cBhvr>
                                        <p:cTn id="50" dur="500" fill="hold"/>
                                        <p:tgtEl>
                                          <p:spTgt spid="45"/>
                                        </p:tgtEl>
                                        <p:attrNameLst>
                                          <p:attrName>fill.on</p:attrName>
                                        </p:attrNameLst>
                                      </p:cBhvr>
                                      <p:to>
                                        <p:strVal val="true"/>
                                      </p:to>
                                    </p:set>
                                  </p:childTnLst>
                                  <p:subTnLst>
                                    <p:animClr clrSpc="rgb" dir="cw">
                                      <p:cBhvr override="childStyle">
                                        <p:cTn dur="1" fill="hold" display="0" masterRel="nextClick" afterEffect="1"/>
                                        <p:tgtEl>
                                          <p:spTgt spid="45"/>
                                        </p:tgtEl>
                                        <p:attrNameLst>
                                          <p:attrName>ppt_c</p:attrName>
                                        </p:attrNameLst>
                                      </p:cBhvr>
                                      <p:to>
                                        <a:srgbClr val="007EB9"/>
                                      </p:to>
                                    </p:animClr>
                                  </p:subTnLst>
                                </p:cTn>
                              </p:par>
                            </p:childTnLst>
                          </p:cTn>
                        </p:par>
                      </p:childTnLst>
                    </p:cTn>
                  </p:par>
                  <p:par>
                    <p:cTn id="51" fill="hold">
                      <p:stCondLst>
                        <p:cond delay="indefinite"/>
                      </p:stCondLst>
                      <p:childTnLst>
                        <p:par>
                          <p:cTn id="52" fill="hold">
                            <p:stCondLst>
                              <p:cond delay="0"/>
                            </p:stCondLst>
                            <p:childTnLst>
                              <p:par>
                                <p:cTn id="53" presetID="21" presetClass="emph" presetSubtype="0" fill="hold" grpId="0" nodeType="clickEffect">
                                  <p:stCondLst>
                                    <p:cond delay="0"/>
                                  </p:stCondLst>
                                  <p:childTnLst>
                                    <p:animClr clrSpc="hsl" dir="cw">
                                      <p:cBhvr override="childStyle">
                                        <p:cTn id="54" dur="500" fill="hold"/>
                                        <p:tgtEl>
                                          <p:spTgt spid="57"/>
                                        </p:tgtEl>
                                        <p:attrNameLst>
                                          <p:attrName>style.color</p:attrName>
                                        </p:attrNameLst>
                                      </p:cBhvr>
                                      <p:by>
                                        <p:hsl h="7200000" s="0" l="0"/>
                                      </p:by>
                                    </p:animClr>
                                    <p:animClr clrSpc="hsl" dir="cw">
                                      <p:cBhvr>
                                        <p:cTn id="55" dur="500" fill="hold"/>
                                        <p:tgtEl>
                                          <p:spTgt spid="57"/>
                                        </p:tgtEl>
                                        <p:attrNameLst>
                                          <p:attrName>fillcolor</p:attrName>
                                        </p:attrNameLst>
                                      </p:cBhvr>
                                      <p:by>
                                        <p:hsl h="7200000" s="0" l="0"/>
                                      </p:by>
                                    </p:animClr>
                                    <p:animClr clrSpc="hsl" dir="cw">
                                      <p:cBhvr>
                                        <p:cTn id="56" dur="500" fill="hold"/>
                                        <p:tgtEl>
                                          <p:spTgt spid="57"/>
                                        </p:tgtEl>
                                        <p:attrNameLst>
                                          <p:attrName>stroke.color</p:attrName>
                                        </p:attrNameLst>
                                      </p:cBhvr>
                                      <p:by>
                                        <p:hsl h="7200000" s="0" l="0"/>
                                      </p:by>
                                    </p:animClr>
                                    <p:set>
                                      <p:cBhvr>
                                        <p:cTn id="57" dur="500" fill="hold"/>
                                        <p:tgtEl>
                                          <p:spTgt spid="57"/>
                                        </p:tgtEl>
                                        <p:attrNameLst>
                                          <p:attrName>fill.type</p:attrName>
                                        </p:attrNameLst>
                                      </p:cBhvr>
                                      <p:to>
                                        <p:strVal val="solid"/>
                                      </p:to>
                                    </p:set>
                                  </p:childTnLst>
                                  <p:subTnLst>
                                    <p:animClr clrSpc="rgb" dir="cw">
                                      <p:cBhvr override="childStyle">
                                        <p:cTn dur="1" fill="hold" display="0" masterRel="nextClick" afterEffect="1"/>
                                        <p:tgtEl>
                                          <p:spTgt spid="57"/>
                                        </p:tgtEl>
                                        <p:attrNameLst>
                                          <p:attrName>ppt_c</p:attrName>
                                        </p:attrNameLst>
                                      </p:cBhvr>
                                      <p:to>
                                        <a:srgbClr val="007EB9"/>
                                      </p:to>
                                    </p:animClr>
                                  </p:subTnLst>
                                </p:cTn>
                              </p:par>
                              <p:par>
                                <p:cTn id="58" presetID="19" presetClass="emph" presetSubtype="0" fill="hold" nodeType="withEffect">
                                  <p:stCondLst>
                                    <p:cond delay="0"/>
                                  </p:stCondLst>
                                  <p:childTnLst>
                                    <p:animClr clrSpc="rgb" dir="cw">
                                      <p:cBhvr override="childStyle">
                                        <p:cTn id="59" dur="500" fill="hold"/>
                                        <p:tgtEl>
                                          <p:spTgt spid="47"/>
                                        </p:tgtEl>
                                        <p:attrNameLst>
                                          <p:attrName>style.color</p:attrName>
                                        </p:attrNameLst>
                                      </p:cBhvr>
                                      <p:to>
                                        <a:srgbClr val="007EB9"/>
                                      </p:to>
                                    </p:animClr>
                                    <p:animClr clrSpc="rgb" dir="cw">
                                      <p:cBhvr>
                                        <p:cTn id="60" dur="500" fill="hold"/>
                                        <p:tgtEl>
                                          <p:spTgt spid="47"/>
                                        </p:tgtEl>
                                        <p:attrNameLst>
                                          <p:attrName>fillcolor</p:attrName>
                                        </p:attrNameLst>
                                      </p:cBhvr>
                                      <p:to>
                                        <a:srgbClr val="007EB9"/>
                                      </p:to>
                                    </p:animClr>
                                    <p:set>
                                      <p:cBhvr>
                                        <p:cTn id="61" dur="500" fill="hold"/>
                                        <p:tgtEl>
                                          <p:spTgt spid="47"/>
                                        </p:tgtEl>
                                        <p:attrNameLst>
                                          <p:attrName>fill.type</p:attrName>
                                        </p:attrNameLst>
                                      </p:cBhvr>
                                      <p:to>
                                        <p:strVal val="solid"/>
                                      </p:to>
                                    </p:set>
                                    <p:set>
                                      <p:cBhvr>
                                        <p:cTn id="62" dur="500" fill="hold"/>
                                        <p:tgtEl>
                                          <p:spTgt spid="47"/>
                                        </p:tgtEl>
                                        <p:attrNameLst>
                                          <p:attrName>fill.on</p:attrName>
                                        </p:attrNameLst>
                                      </p:cBhvr>
                                      <p:to>
                                        <p:strVal val="true"/>
                                      </p:to>
                                    </p:set>
                                  </p:childTnLst>
                                  <p:subTnLst>
                                    <p:animClr clrSpc="rgb" dir="cw">
                                      <p:cBhvr override="childStyle">
                                        <p:cTn dur="1" fill="hold" display="0" masterRel="nextClick" afterEffect="1"/>
                                        <p:tgtEl>
                                          <p:spTgt spid="47"/>
                                        </p:tgtEl>
                                        <p:attrNameLst>
                                          <p:attrName>ppt_c</p:attrName>
                                        </p:attrNameLst>
                                      </p:cBhvr>
                                      <p:to>
                                        <a:srgbClr val="007EB9"/>
                                      </p:to>
                                    </p:animClr>
                                  </p:subTnLst>
                                </p:cTn>
                              </p:par>
                            </p:childTnLst>
                          </p:cTn>
                        </p:par>
                      </p:childTnLst>
                    </p:cTn>
                  </p:par>
                  <p:par>
                    <p:cTn id="63" fill="hold">
                      <p:stCondLst>
                        <p:cond delay="indefinite"/>
                      </p:stCondLst>
                      <p:childTnLst>
                        <p:par>
                          <p:cTn id="64" fill="hold">
                            <p:stCondLst>
                              <p:cond delay="0"/>
                            </p:stCondLst>
                            <p:childTnLst>
                              <p:par>
                                <p:cTn id="65" presetID="21" presetClass="emph" presetSubtype="0" fill="hold" grpId="0" nodeType="clickEffect">
                                  <p:stCondLst>
                                    <p:cond delay="0"/>
                                  </p:stCondLst>
                                  <p:childTnLst>
                                    <p:animClr clrSpc="hsl" dir="cw">
                                      <p:cBhvr override="childStyle">
                                        <p:cTn id="66" dur="500" fill="hold"/>
                                        <p:tgtEl>
                                          <p:spTgt spid="72"/>
                                        </p:tgtEl>
                                        <p:attrNameLst>
                                          <p:attrName>style.color</p:attrName>
                                        </p:attrNameLst>
                                      </p:cBhvr>
                                      <p:by>
                                        <p:hsl h="7200000" s="0" l="0"/>
                                      </p:by>
                                    </p:animClr>
                                    <p:animClr clrSpc="hsl" dir="cw">
                                      <p:cBhvr>
                                        <p:cTn id="67" dur="500" fill="hold"/>
                                        <p:tgtEl>
                                          <p:spTgt spid="72"/>
                                        </p:tgtEl>
                                        <p:attrNameLst>
                                          <p:attrName>fillcolor</p:attrName>
                                        </p:attrNameLst>
                                      </p:cBhvr>
                                      <p:by>
                                        <p:hsl h="7200000" s="0" l="0"/>
                                      </p:by>
                                    </p:animClr>
                                    <p:animClr clrSpc="hsl" dir="cw">
                                      <p:cBhvr>
                                        <p:cTn id="68" dur="500" fill="hold"/>
                                        <p:tgtEl>
                                          <p:spTgt spid="72"/>
                                        </p:tgtEl>
                                        <p:attrNameLst>
                                          <p:attrName>stroke.color</p:attrName>
                                        </p:attrNameLst>
                                      </p:cBhvr>
                                      <p:by>
                                        <p:hsl h="7200000" s="0" l="0"/>
                                      </p:by>
                                    </p:animClr>
                                    <p:set>
                                      <p:cBhvr>
                                        <p:cTn id="69" dur="500" fill="hold"/>
                                        <p:tgtEl>
                                          <p:spTgt spid="72"/>
                                        </p:tgtEl>
                                        <p:attrNameLst>
                                          <p:attrName>fill.type</p:attrName>
                                        </p:attrNameLst>
                                      </p:cBhvr>
                                      <p:to>
                                        <p:strVal val="solid"/>
                                      </p:to>
                                    </p:set>
                                  </p:childTnLst>
                                  <p:subTnLst>
                                    <p:animClr clrSpc="rgb" dir="cw">
                                      <p:cBhvr override="childStyle">
                                        <p:cTn dur="1" fill="hold" display="0" masterRel="nextClick" afterEffect="1"/>
                                        <p:tgtEl>
                                          <p:spTgt spid="72"/>
                                        </p:tgtEl>
                                        <p:attrNameLst>
                                          <p:attrName>ppt_c</p:attrName>
                                        </p:attrNameLst>
                                      </p:cBhvr>
                                      <p:to>
                                        <a:srgbClr val="007EB9"/>
                                      </p:to>
                                    </p:animClr>
                                  </p:subTnLst>
                                </p:cTn>
                              </p:par>
                              <p:par>
                                <p:cTn id="70" presetID="19" presetClass="emph" presetSubtype="0" fill="hold" nodeType="withEffect">
                                  <p:stCondLst>
                                    <p:cond delay="0"/>
                                  </p:stCondLst>
                                  <p:childTnLst>
                                    <p:animClr clrSpc="rgb" dir="cw">
                                      <p:cBhvr override="childStyle">
                                        <p:cTn id="71" dur="500" fill="hold"/>
                                        <p:tgtEl>
                                          <p:spTgt spid="77"/>
                                        </p:tgtEl>
                                        <p:attrNameLst>
                                          <p:attrName>style.color</p:attrName>
                                        </p:attrNameLst>
                                      </p:cBhvr>
                                      <p:to>
                                        <a:srgbClr val="007EB9"/>
                                      </p:to>
                                    </p:animClr>
                                    <p:animClr clrSpc="rgb" dir="cw">
                                      <p:cBhvr>
                                        <p:cTn id="72" dur="500" fill="hold"/>
                                        <p:tgtEl>
                                          <p:spTgt spid="77"/>
                                        </p:tgtEl>
                                        <p:attrNameLst>
                                          <p:attrName>fillcolor</p:attrName>
                                        </p:attrNameLst>
                                      </p:cBhvr>
                                      <p:to>
                                        <a:srgbClr val="007EB9"/>
                                      </p:to>
                                    </p:animClr>
                                    <p:set>
                                      <p:cBhvr>
                                        <p:cTn id="73" dur="500" fill="hold"/>
                                        <p:tgtEl>
                                          <p:spTgt spid="77"/>
                                        </p:tgtEl>
                                        <p:attrNameLst>
                                          <p:attrName>fill.type</p:attrName>
                                        </p:attrNameLst>
                                      </p:cBhvr>
                                      <p:to>
                                        <p:strVal val="solid"/>
                                      </p:to>
                                    </p:set>
                                    <p:set>
                                      <p:cBhvr>
                                        <p:cTn id="74" dur="500" fill="hold"/>
                                        <p:tgtEl>
                                          <p:spTgt spid="77"/>
                                        </p:tgtEl>
                                        <p:attrNameLst>
                                          <p:attrName>fill.on</p:attrName>
                                        </p:attrNameLst>
                                      </p:cBhvr>
                                      <p:to>
                                        <p:strVal val="true"/>
                                      </p:to>
                                    </p:set>
                                  </p:childTnLst>
                                  <p:subTnLst>
                                    <p:animClr clrSpc="rgb" dir="cw">
                                      <p:cBhvr override="childStyle">
                                        <p:cTn dur="1" fill="hold" display="0" masterRel="nextClick" afterEffect="1"/>
                                        <p:tgtEl>
                                          <p:spTgt spid="77"/>
                                        </p:tgtEl>
                                        <p:attrNameLst>
                                          <p:attrName>ppt_c</p:attrName>
                                        </p:attrNameLst>
                                      </p:cBhvr>
                                      <p:to>
                                        <a:srgbClr val="007EB9"/>
                                      </p:to>
                                    </p:animClr>
                                  </p:sub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3"/>
                                        </p:tgtEl>
                                        <p:attrNameLst>
                                          <p:attrName>style.visibility</p:attrName>
                                        </p:attrNameLst>
                                      </p:cBhvr>
                                      <p:to>
                                        <p:strVal val="visible"/>
                                      </p:to>
                                    </p:set>
                                    <p:animEffect transition="in" filter="wipe(left)">
                                      <p:cBhvr>
                                        <p:cTn id="7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1" grpId="0"/>
      <p:bldP spid="53" grpId="0"/>
      <p:bldP spid="55" grpId="0"/>
      <p:bldP spid="57" grpId="0"/>
      <p:bldP spid="3" grpId="0" animBg="1"/>
      <p:bldP spid="72" grpId="0"/>
    </p:bldLst>
  </p:timing>
  <p:extLst>
    <p:ext uri="{6950BFC3-D8DA-4A85-94F7-54DA5524770B}">
      <p188:commentRel xmlns:p188="http://schemas.microsoft.com/office/powerpoint/2018/8/main" r:id="rId3"/>
    </p:ext>
  </p:extLs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e 49">
            <a:extLst>
              <a:ext uri="{FF2B5EF4-FFF2-40B4-BE49-F238E27FC236}">
                <a16:creationId xmlns:a16="http://schemas.microsoft.com/office/drawing/2014/main" id="{1F03C493-D228-8F12-77B8-B7FA34A49BAF}"/>
              </a:ext>
            </a:extLst>
          </p:cNvPr>
          <p:cNvGrpSpPr/>
          <p:nvPr/>
        </p:nvGrpSpPr>
        <p:grpSpPr>
          <a:xfrm>
            <a:off x="8353378" y="5698804"/>
            <a:ext cx="611039" cy="346942"/>
            <a:chOff x="9159799" y="5593340"/>
            <a:chExt cx="770210" cy="346942"/>
          </a:xfrm>
        </p:grpSpPr>
        <p:sp>
          <p:nvSpPr>
            <p:cNvPr id="59" name="ZoneTexte 58">
              <a:extLst>
                <a:ext uri="{FF2B5EF4-FFF2-40B4-BE49-F238E27FC236}">
                  <a16:creationId xmlns:a16="http://schemas.microsoft.com/office/drawing/2014/main" id="{60558701-C5E5-988B-D56D-8504EBAA04AF}"/>
                </a:ext>
              </a:extLst>
            </p:cNvPr>
            <p:cNvSpPr txBox="1"/>
            <p:nvPr/>
          </p:nvSpPr>
          <p:spPr>
            <a:xfrm>
              <a:off x="9159799" y="5593340"/>
              <a:ext cx="770210" cy="261610"/>
            </a:xfrm>
            <a:prstGeom prst="rect">
              <a:avLst/>
            </a:prstGeom>
            <a:noFill/>
          </p:spPr>
          <p:txBody>
            <a:bodyPr wrap="square" rtlCol="0">
              <a:spAutoFit/>
            </a:bodyPr>
            <a:lstStyle/>
            <a:p>
              <a:r>
                <a:rPr lang="fr-FR" sz="1100" dirty="0">
                  <a:latin typeface="Arial" panose="020B0604020202020204" pitchFamily="34" charset="0"/>
                  <a:cs typeface="Arial" panose="020B0604020202020204" pitchFamily="34" charset="0"/>
                </a:rPr>
                <a:t>Interco</a:t>
              </a:r>
            </a:p>
          </p:txBody>
        </p:sp>
        <p:cxnSp>
          <p:nvCxnSpPr>
            <p:cNvPr id="58" name="Connecteur droit avec flèche 57">
              <a:extLst>
                <a:ext uri="{FF2B5EF4-FFF2-40B4-BE49-F238E27FC236}">
                  <a16:creationId xmlns:a16="http://schemas.microsoft.com/office/drawing/2014/main" id="{28AC03A0-DAD4-546C-FDDA-E4E5BDBAC1FA}"/>
                </a:ext>
              </a:extLst>
            </p:cNvPr>
            <p:cNvCxnSpPr>
              <a:cxnSpLocks/>
            </p:cNvCxnSpPr>
            <p:nvPr/>
          </p:nvCxnSpPr>
          <p:spPr>
            <a:xfrm>
              <a:off x="9186842" y="5593340"/>
              <a:ext cx="0" cy="3469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 name="Espace réservé du texte 4">
            <a:extLst>
              <a:ext uri="{FF2B5EF4-FFF2-40B4-BE49-F238E27FC236}">
                <a16:creationId xmlns:a16="http://schemas.microsoft.com/office/drawing/2014/main" id="{8E4BEC0F-5740-05A4-D6CF-ED73C864538C}"/>
              </a:ext>
            </a:extLst>
          </p:cNvPr>
          <p:cNvSpPr>
            <a:spLocks noGrp="1"/>
          </p:cNvSpPr>
          <p:nvPr>
            <p:ph type="body" sz="quarter" idx="10"/>
          </p:nvPr>
        </p:nvSpPr>
        <p:spPr/>
        <p:txBody>
          <a:bodyPr/>
          <a:lstStyle/>
          <a:p>
            <a:r>
              <a:rPr lang="fr-FR" dirty="0"/>
              <a:t>ARBRES DE DECISION – VISION CONSOMMATEUR</a:t>
            </a:r>
          </a:p>
        </p:txBody>
      </p:sp>
      <p:cxnSp>
        <p:nvCxnSpPr>
          <p:cNvPr id="20" name="Connecteur droit avec flèche 19">
            <a:extLst>
              <a:ext uri="{FF2B5EF4-FFF2-40B4-BE49-F238E27FC236}">
                <a16:creationId xmlns:a16="http://schemas.microsoft.com/office/drawing/2014/main" id="{8D08AC6B-4283-E6EA-2D01-3593D4D02FEB}"/>
              </a:ext>
            </a:extLst>
          </p:cNvPr>
          <p:cNvCxnSpPr>
            <a:cxnSpLocks/>
          </p:cNvCxnSpPr>
          <p:nvPr/>
        </p:nvCxnSpPr>
        <p:spPr>
          <a:xfrm>
            <a:off x="2154031" y="2243513"/>
            <a:ext cx="7702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Losange 2">
            <a:extLst>
              <a:ext uri="{FF2B5EF4-FFF2-40B4-BE49-F238E27FC236}">
                <a16:creationId xmlns:a16="http://schemas.microsoft.com/office/drawing/2014/main" id="{19707F36-A901-1F73-65F4-F637E0E2D9B9}"/>
              </a:ext>
            </a:extLst>
          </p:cNvPr>
          <p:cNvSpPr/>
          <p:nvPr/>
        </p:nvSpPr>
        <p:spPr>
          <a:xfrm>
            <a:off x="2924241" y="1447572"/>
            <a:ext cx="2244659" cy="1591882"/>
          </a:xfrm>
          <a:prstGeom prst="diamond">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400" dirty="0">
                <a:solidFill>
                  <a:sysClr val="windowText" lastClr="000000"/>
                </a:solidFill>
              </a:rPr>
              <a:t>Le service existe-il ?</a:t>
            </a:r>
          </a:p>
        </p:txBody>
      </p:sp>
      <p:sp>
        <p:nvSpPr>
          <p:cNvPr id="6" name="Losange 5">
            <a:extLst>
              <a:ext uri="{FF2B5EF4-FFF2-40B4-BE49-F238E27FC236}">
                <a16:creationId xmlns:a16="http://schemas.microsoft.com/office/drawing/2014/main" id="{4C4CC52C-78DB-0D26-31B6-527ED262A0FD}"/>
              </a:ext>
            </a:extLst>
          </p:cNvPr>
          <p:cNvSpPr/>
          <p:nvPr/>
        </p:nvSpPr>
        <p:spPr>
          <a:xfrm>
            <a:off x="2921564" y="3429000"/>
            <a:ext cx="2244659" cy="1591882"/>
          </a:xfrm>
          <a:prstGeom prst="diamond">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400" dirty="0">
                <a:solidFill>
                  <a:sysClr val="windowText" lastClr="000000"/>
                </a:solidFill>
              </a:rPr>
              <a:t>S’agit-il d’une composition de services ?</a:t>
            </a:r>
          </a:p>
        </p:txBody>
      </p:sp>
      <p:sp>
        <p:nvSpPr>
          <p:cNvPr id="14" name="Losange 13">
            <a:extLst>
              <a:ext uri="{FF2B5EF4-FFF2-40B4-BE49-F238E27FC236}">
                <a16:creationId xmlns:a16="http://schemas.microsoft.com/office/drawing/2014/main" id="{0049180F-8C16-BE14-4A3B-3B227CC048BD}"/>
              </a:ext>
            </a:extLst>
          </p:cNvPr>
          <p:cNvSpPr/>
          <p:nvPr/>
        </p:nvSpPr>
        <p:spPr>
          <a:xfrm>
            <a:off x="6632641" y="1447572"/>
            <a:ext cx="3095559" cy="1591882"/>
          </a:xfrm>
          <a:prstGeom prst="diamond">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dirty="0">
                <a:solidFill>
                  <a:sysClr val="windowText" lastClr="000000"/>
                </a:solidFill>
              </a:rPr>
              <a:t>Le service est-il conforme aux exigences (Structures, Interfaces, SLA)?</a:t>
            </a:r>
          </a:p>
        </p:txBody>
      </p:sp>
      <p:cxnSp>
        <p:nvCxnSpPr>
          <p:cNvPr id="17" name="Connecteur droit avec flèche 16">
            <a:extLst>
              <a:ext uri="{FF2B5EF4-FFF2-40B4-BE49-F238E27FC236}">
                <a16:creationId xmlns:a16="http://schemas.microsoft.com/office/drawing/2014/main" id="{7036EAFF-6FF7-5CB4-CBB6-173DC8761E05}"/>
              </a:ext>
            </a:extLst>
          </p:cNvPr>
          <p:cNvCxnSpPr>
            <a:cxnSpLocks/>
            <a:stCxn id="3" idx="2"/>
            <a:endCxn id="6" idx="0"/>
          </p:cNvCxnSpPr>
          <p:nvPr/>
        </p:nvCxnSpPr>
        <p:spPr>
          <a:xfrm flipH="1">
            <a:off x="4043894" y="3039454"/>
            <a:ext cx="2677" cy="3895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A788099C-9FAD-35E0-6D83-9CF6A82426B2}"/>
              </a:ext>
            </a:extLst>
          </p:cNvPr>
          <p:cNvCxnSpPr>
            <a:cxnSpLocks/>
          </p:cNvCxnSpPr>
          <p:nvPr/>
        </p:nvCxnSpPr>
        <p:spPr>
          <a:xfrm>
            <a:off x="9707111" y="2245090"/>
            <a:ext cx="7194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eur : en angle 31">
            <a:extLst>
              <a:ext uri="{FF2B5EF4-FFF2-40B4-BE49-F238E27FC236}">
                <a16:creationId xmlns:a16="http://schemas.microsoft.com/office/drawing/2014/main" id="{060A8AB8-49F2-CCC5-B2D2-8CF7CE456850}"/>
              </a:ext>
            </a:extLst>
          </p:cNvPr>
          <p:cNvCxnSpPr>
            <a:cxnSpLocks/>
            <a:stCxn id="6" idx="3"/>
            <a:endCxn id="14" idx="1"/>
          </p:cNvCxnSpPr>
          <p:nvPr/>
        </p:nvCxnSpPr>
        <p:spPr>
          <a:xfrm flipV="1">
            <a:off x="5166223" y="2243513"/>
            <a:ext cx="1466418" cy="1981428"/>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ZoneTexte 38">
            <a:extLst>
              <a:ext uri="{FF2B5EF4-FFF2-40B4-BE49-F238E27FC236}">
                <a16:creationId xmlns:a16="http://schemas.microsoft.com/office/drawing/2014/main" id="{A714C62C-3940-A014-45B5-512B7AEA3B07}"/>
              </a:ext>
            </a:extLst>
          </p:cNvPr>
          <p:cNvSpPr txBox="1"/>
          <p:nvPr/>
        </p:nvSpPr>
        <p:spPr>
          <a:xfrm>
            <a:off x="5168900" y="1923036"/>
            <a:ext cx="770210" cy="307777"/>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Oui</a:t>
            </a:r>
          </a:p>
        </p:txBody>
      </p:sp>
      <p:sp>
        <p:nvSpPr>
          <p:cNvPr id="40" name="ZoneTexte 39">
            <a:extLst>
              <a:ext uri="{FF2B5EF4-FFF2-40B4-BE49-F238E27FC236}">
                <a16:creationId xmlns:a16="http://schemas.microsoft.com/office/drawing/2014/main" id="{9095CAD1-37F3-96AE-0093-B6A50984481B}"/>
              </a:ext>
            </a:extLst>
          </p:cNvPr>
          <p:cNvSpPr txBox="1"/>
          <p:nvPr/>
        </p:nvSpPr>
        <p:spPr>
          <a:xfrm>
            <a:off x="9619256" y="1913571"/>
            <a:ext cx="770210" cy="307777"/>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Oui</a:t>
            </a:r>
          </a:p>
        </p:txBody>
      </p:sp>
      <p:sp>
        <p:nvSpPr>
          <p:cNvPr id="65" name="ZoneTexte 64">
            <a:extLst>
              <a:ext uri="{FF2B5EF4-FFF2-40B4-BE49-F238E27FC236}">
                <a16:creationId xmlns:a16="http://schemas.microsoft.com/office/drawing/2014/main" id="{B48999CE-E279-F264-D2DB-D0BCA647FA23}"/>
              </a:ext>
            </a:extLst>
          </p:cNvPr>
          <p:cNvSpPr txBox="1"/>
          <p:nvPr/>
        </p:nvSpPr>
        <p:spPr>
          <a:xfrm>
            <a:off x="5166223" y="3917163"/>
            <a:ext cx="770210" cy="307777"/>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Oui</a:t>
            </a:r>
          </a:p>
        </p:txBody>
      </p:sp>
      <p:sp>
        <p:nvSpPr>
          <p:cNvPr id="73" name="ZoneTexte 72">
            <a:extLst>
              <a:ext uri="{FF2B5EF4-FFF2-40B4-BE49-F238E27FC236}">
                <a16:creationId xmlns:a16="http://schemas.microsoft.com/office/drawing/2014/main" id="{5BBDC225-F5CB-2B6A-062D-BCAE46218632}"/>
              </a:ext>
            </a:extLst>
          </p:cNvPr>
          <p:cNvSpPr txBox="1"/>
          <p:nvPr/>
        </p:nvSpPr>
        <p:spPr>
          <a:xfrm>
            <a:off x="4051925" y="3007151"/>
            <a:ext cx="770210" cy="307777"/>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Non</a:t>
            </a:r>
          </a:p>
        </p:txBody>
      </p:sp>
      <p:sp>
        <p:nvSpPr>
          <p:cNvPr id="74" name="ZoneTexte 73">
            <a:extLst>
              <a:ext uri="{FF2B5EF4-FFF2-40B4-BE49-F238E27FC236}">
                <a16:creationId xmlns:a16="http://schemas.microsoft.com/office/drawing/2014/main" id="{C7C970EC-7B71-408A-4F29-9E2C294FA2E5}"/>
              </a:ext>
            </a:extLst>
          </p:cNvPr>
          <p:cNvSpPr txBox="1"/>
          <p:nvPr/>
        </p:nvSpPr>
        <p:spPr>
          <a:xfrm>
            <a:off x="4051925" y="5012628"/>
            <a:ext cx="770210" cy="307777"/>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Non</a:t>
            </a:r>
          </a:p>
        </p:txBody>
      </p:sp>
      <p:sp>
        <p:nvSpPr>
          <p:cNvPr id="2" name="Rectangle : coins arrondis 1">
            <a:extLst>
              <a:ext uri="{FF2B5EF4-FFF2-40B4-BE49-F238E27FC236}">
                <a16:creationId xmlns:a16="http://schemas.microsoft.com/office/drawing/2014/main" id="{25240027-08AA-8973-519D-D21BB673A4B0}"/>
              </a:ext>
            </a:extLst>
          </p:cNvPr>
          <p:cNvSpPr/>
          <p:nvPr/>
        </p:nvSpPr>
        <p:spPr>
          <a:xfrm>
            <a:off x="8397669" y="6020754"/>
            <a:ext cx="1210724" cy="597248"/>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Filtrage d’API</a:t>
            </a:r>
          </a:p>
        </p:txBody>
      </p:sp>
      <p:sp>
        <p:nvSpPr>
          <p:cNvPr id="7" name="Rectangle : coins arrondis 6">
            <a:extLst>
              <a:ext uri="{FF2B5EF4-FFF2-40B4-BE49-F238E27FC236}">
                <a16:creationId xmlns:a16="http://schemas.microsoft.com/office/drawing/2014/main" id="{4DB12E8A-5B52-A5FF-CCB6-306F7770ECF9}"/>
              </a:ext>
            </a:extLst>
          </p:cNvPr>
          <p:cNvSpPr/>
          <p:nvPr/>
        </p:nvSpPr>
        <p:spPr>
          <a:xfrm>
            <a:off x="1575892" y="2013169"/>
            <a:ext cx="648983" cy="46068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UC1</a:t>
            </a:r>
          </a:p>
        </p:txBody>
      </p:sp>
      <p:cxnSp>
        <p:nvCxnSpPr>
          <p:cNvPr id="19" name="Connecteur droit avec flèche 18">
            <a:extLst>
              <a:ext uri="{FF2B5EF4-FFF2-40B4-BE49-F238E27FC236}">
                <a16:creationId xmlns:a16="http://schemas.microsoft.com/office/drawing/2014/main" id="{F22AF3C1-E6AE-BA31-2A2F-17EE8329256B}"/>
              </a:ext>
            </a:extLst>
          </p:cNvPr>
          <p:cNvCxnSpPr>
            <a:cxnSpLocks/>
            <a:stCxn id="3" idx="3"/>
            <a:endCxn id="14" idx="1"/>
          </p:cNvCxnSpPr>
          <p:nvPr/>
        </p:nvCxnSpPr>
        <p:spPr>
          <a:xfrm>
            <a:off x="5168900" y="2243513"/>
            <a:ext cx="146374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Espace réservé du texte 3">
            <a:extLst>
              <a:ext uri="{FF2B5EF4-FFF2-40B4-BE49-F238E27FC236}">
                <a16:creationId xmlns:a16="http://schemas.microsoft.com/office/drawing/2014/main" id="{FE0128EB-6E2A-89BB-AC46-62FC7A3C5FCA}"/>
              </a:ext>
            </a:extLst>
          </p:cNvPr>
          <p:cNvSpPr>
            <a:spLocks noGrp="1"/>
          </p:cNvSpPr>
          <p:nvPr>
            <p:ph type="body" sz="quarter" idx="35"/>
          </p:nvPr>
        </p:nvSpPr>
        <p:spPr>
          <a:xfrm>
            <a:off x="337931" y="922713"/>
            <a:ext cx="11433654" cy="273879"/>
          </a:xfrm>
        </p:spPr>
        <p:txBody>
          <a:bodyPr/>
          <a:lstStyle/>
          <a:p>
            <a:r>
              <a:rPr lang="fr-FR" dirty="0"/>
              <a:t>Exemple 1 : Consultation de tiers synchrone</a:t>
            </a:r>
          </a:p>
        </p:txBody>
      </p:sp>
      <p:cxnSp>
        <p:nvCxnSpPr>
          <p:cNvPr id="13" name="Connecteur droit avec flèche 12">
            <a:extLst>
              <a:ext uri="{FF2B5EF4-FFF2-40B4-BE49-F238E27FC236}">
                <a16:creationId xmlns:a16="http://schemas.microsoft.com/office/drawing/2014/main" id="{D746B97A-4DE6-5C1E-C6F7-E6CA780C2759}"/>
              </a:ext>
            </a:extLst>
          </p:cNvPr>
          <p:cNvCxnSpPr>
            <a:cxnSpLocks/>
            <a:stCxn id="6" idx="2"/>
          </p:cNvCxnSpPr>
          <p:nvPr/>
        </p:nvCxnSpPr>
        <p:spPr>
          <a:xfrm flipH="1">
            <a:off x="4041216" y="5020882"/>
            <a:ext cx="2678" cy="5629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Losange 37">
            <a:extLst>
              <a:ext uri="{FF2B5EF4-FFF2-40B4-BE49-F238E27FC236}">
                <a16:creationId xmlns:a16="http://schemas.microsoft.com/office/drawing/2014/main" id="{576B7707-5AE0-BD70-9FE7-F3FBBD3CCAE8}"/>
              </a:ext>
            </a:extLst>
          </p:cNvPr>
          <p:cNvSpPr/>
          <p:nvPr/>
        </p:nvSpPr>
        <p:spPr>
          <a:xfrm>
            <a:off x="7064117" y="3411793"/>
            <a:ext cx="2244659" cy="1591882"/>
          </a:xfrm>
          <a:prstGeom prst="diamond">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400" dirty="0">
                <a:solidFill>
                  <a:sysClr val="windowText" lastClr="000000"/>
                </a:solidFill>
              </a:rPr>
              <a:t>Doit-on adapter le service exposé ?</a:t>
            </a:r>
          </a:p>
        </p:txBody>
      </p:sp>
      <p:cxnSp>
        <p:nvCxnSpPr>
          <p:cNvPr id="41" name="Connecteur droit avec flèche 40">
            <a:extLst>
              <a:ext uri="{FF2B5EF4-FFF2-40B4-BE49-F238E27FC236}">
                <a16:creationId xmlns:a16="http://schemas.microsoft.com/office/drawing/2014/main" id="{5937BA3B-6D56-0385-E133-5FEE224C4EE0}"/>
              </a:ext>
            </a:extLst>
          </p:cNvPr>
          <p:cNvCxnSpPr>
            <a:cxnSpLocks/>
            <a:endCxn id="38" idx="0"/>
          </p:cNvCxnSpPr>
          <p:nvPr/>
        </p:nvCxnSpPr>
        <p:spPr>
          <a:xfrm>
            <a:off x="8186447" y="3030575"/>
            <a:ext cx="0" cy="381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41">
            <a:extLst>
              <a:ext uri="{FF2B5EF4-FFF2-40B4-BE49-F238E27FC236}">
                <a16:creationId xmlns:a16="http://schemas.microsoft.com/office/drawing/2014/main" id="{13F9286A-FA7F-C1A8-85A7-7299D88FF040}"/>
              </a:ext>
            </a:extLst>
          </p:cNvPr>
          <p:cNvCxnSpPr>
            <a:cxnSpLocks/>
            <a:stCxn id="38" idx="3"/>
          </p:cNvCxnSpPr>
          <p:nvPr/>
        </p:nvCxnSpPr>
        <p:spPr>
          <a:xfrm>
            <a:off x="9308776" y="4207734"/>
            <a:ext cx="8068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ZoneTexte 42">
            <a:extLst>
              <a:ext uri="{FF2B5EF4-FFF2-40B4-BE49-F238E27FC236}">
                <a16:creationId xmlns:a16="http://schemas.microsoft.com/office/drawing/2014/main" id="{E05E8B35-9C49-B7F7-FC71-2E981BF1209D}"/>
              </a:ext>
            </a:extLst>
          </p:cNvPr>
          <p:cNvSpPr txBox="1"/>
          <p:nvPr/>
        </p:nvSpPr>
        <p:spPr>
          <a:xfrm>
            <a:off x="9426011" y="4256531"/>
            <a:ext cx="770210" cy="307777"/>
          </a:xfrm>
          <a:prstGeom prst="rect">
            <a:avLst/>
          </a:prstGeom>
          <a:noFill/>
        </p:spPr>
        <p:txBody>
          <a:bodyPr wrap="square" rtlCol="0">
            <a:spAutoFit/>
          </a:bodyPr>
          <a:lstStyle/>
          <a:p>
            <a:r>
              <a:rPr lang="fr-FR" sz="1400">
                <a:latin typeface="Arial" panose="020B0604020202020204" pitchFamily="34" charset="0"/>
                <a:cs typeface="Arial" panose="020B0604020202020204" pitchFamily="34" charset="0"/>
              </a:rPr>
              <a:t>Non</a:t>
            </a:r>
          </a:p>
        </p:txBody>
      </p:sp>
      <p:sp>
        <p:nvSpPr>
          <p:cNvPr id="44" name="ZoneTexte 43">
            <a:extLst>
              <a:ext uri="{FF2B5EF4-FFF2-40B4-BE49-F238E27FC236}">
                <a16:creationId xmlns:a16="http://schemas.microsoft.com/office/drawing/2014/main" id="{1F034F14-41F5-E026-FD87-CC4B3101A095}"/>
              </a:ext>
            </a:extLst>
          </p:cNvPr>
          <p:cNvSpPr txBox="1"/>
          <p:nvPr/>
        </p:nvSpPr>
        <p:spPr>
          <a:xfrm>
            <a:off x="8255843" y="3008409"/>
            <a:ext cx="770210" cy="307777"/>
          </a:xfrm>
          <a:prstGeom prst="rect">
            <a:avLst/>
          </a:prstGeom>
          <a:noFill/>
        </p:spPr>
        <p:txBody>
          <a:bodyPr wrap="square" rtlCol="0">
            <a:spAutoFit/>
          </a:bodyPr>
          <a:lstStyle/>
          <a:p>
            <a:r>
              <a:rPr lang="fr-FR" sz="1400">
                <a:latin typeface="Arial" panose="020B0604020202020204" pitchFamily="34" charset="0"/>
                <a:cs typeface="Arial" panose="020B0604020202020204" pitchFamily="34" charset="0"/>
              </a:rPr>
              <a:t>Non</a:t>
            </a:r>
          </a:p>
        </p:txBody>
      </p:sp>
      <p:sp>
        <p:nvSpPr>
          <p:cNvPr id="45" name="ZoneTexte 44">
            <a:extLst>
              <a:ext uri="{FF2B5EF4-FFF2-40B4-BE49-F238E27FC236}">
                <a16:creationId xmlns:a16="http://schemas.microsoft.com/office/drawing/2014/main" id="{9F4E167D-9945-D688-AFD8-EE145FBB0A8A}"/>
              </a:ext>
            </a:extLst>
          </p:cNvPr>
          <p:cNvSpPr txBox="1"/>
          <p:nvPr/>
        </p:nvSpPr>
        <p:spPr>
          <a:xfrm>
            <a:off x="8270692" y="5012003"/>
            <a:ext cx="770210" cy="307777"/>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Oui</a:t>
            </a:r>
          </a:p>
        </p:txBody>
      </p:sp>
      <p:cxnSp>
        <p:nvCxnSpPr>
          <p:cNvPr id="46" name="Connecteur droit avec flèche 45">
            <a:extLst>
              <a:ext uri="{FF2B5EF4-FFF2-40B4-BE49-F238E27FC236}">
                <a16:creationId xmlns:a16="http://schemas.microsoft.com/office/drawing/2014/main" id="{9396F403-3BF7-5090-91FE-5496861ABF47}"/>
              </a:ext>
            </a:extLst>
          </p:cNvPr>
          <p:cNvCxnSpPr>
            <a:cxnSpLocks/>
            <a:stCxn id="38" idx="2"/>
            <a:endCxn id="48" idx="0"/>
          </p:cNvCxnSpPr>
          <p:nvPr/>
        </p:nvCxnSpPr>
        <p:spPr>
          <a:xfrm flipH="1">
            <a:off x="8176003" y="5003675"/>
            <a:ext cx="10444" cy="4119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CE2EAA70-727A-AD8D-78B0-8620D86A9AD9}"/>
              </a:ext>
            </a:extLst>
          </p:cNvPr>
          <p:cNvSpPr/>
          <p:nvPr/>
        </p:nvSpPr>
        <p:spPr>
          <a:xfrm>
            <a:off x="7271204" y="5415610"/>
            <a:ext cx="1809598" cy="256257"/>
          </a:xfrm>
          <a:prstGeom prst="rect">
            <a:avLst/>
          </a:prstGeom>
        </p:spPr>
        <p:style>
          <a:lnRef idx="2">
            <a:schemeClr val="accent6"/>
          </a:lnRef>
          <a:fillRef idx="1">
            <a:schemeClr val="lt1"/>
          </a:fillRef>
          <a:effectRef idx="0">
            <a:schemeClr val="accent6"/>
          </a:effectRef>
          <a:fontRef idx="minor">
            <a:schemeClr val="dk1"/>
          </a:fontRef>
        </p:style>
        <p:txBody>
          <a:bodyPr vert="horz" rtlCol="0" anchor="ctr"/>
          <a:lstStyle/>
          <a:p>
            <a:pPr algn="ctr"/>
            <a:r>
              <a:rPr lang="fr-FR" sz="1050"/>
              <a:t>Périmètre</a:t>
            </a:r>
          </a:p>
        </p:txBody>
      </p:sp>
      <p:cxnSp>
        <p:nvCxnSpPr>
          <p:cNvPr id="60" name="Connecteur droit avec flèche 59">
            <a:extLst>
              <a:ext uri="{FF2B5EF4-FFF2-40B4-BE49-F238E27FC236}">
                <a16:creationId xmlns:a16="http://schemas.microsoft.com/office/drawing/2014/main" id="{5A292807-E194-A748-F350-4D5E77448EFF}"/>
              </a:ext>
            </a:extLst>
          </p:cNvPr>
          <p:cNvCxnSpPr>
            <a:cxnSpLocks/>
          </p:cNvCxnSpPr>
          <p:nvPr/>
        </p:nvCxnSpPr>
        <p:spPr>
          <a:xfrm>
            <a:off x="8964418" y="5689234"/>
            <a:ext cx="0" cy="3469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ZoneTexte 60">
            <a:extLst>
              <a:ext uri="{FF2B5EF4-FFF2-40B4-BE49-F238E27FC236}">
                <a16:creationId xmlns:a16="http://schemas.microsoft.com/office/drawing/2014/main" id="{774A162F-9B57-EB1A-6A9F-6018BC0BC0B4}"/>
              </a:ext>
            </a:extLst>
          </p:cNvPr>
          <p:cNvSpPr txBox="1"/>
          <p:nvPr/>
        </p:nvSpPr>
        <p:spPr>
          <a:xfrm>
            <a:off x="8937375" y="5689234"/>
            <a:ext cx="770210" cy="261610"/>
          </a:xfrm>
          <a:prstGeom prst="rect">
            <a:avLst/>
          </a:prstGeom>
          <a:noFill/>
        </p:spPr>
        <p:txBody>
          <a:bodyPr wrap="square" rtlCol="0">
            <a:spAutoFit/>
          </a:bodyPr>
          <a:lstStyle/>
          <a:p>
            <a:r>
              <a:rPr lang="fr-FR" sz="1100">
                <a:latin typeface="Arial" panose="020B0604020202020204" pitchFamily="34" charset="0"/>
                <a:cs typeface="Arial" panose="020B0604020202020204" pitchFamily="34" charset="0"/>
              </a:rPr>
              <a:t>Data</a:t>
            </a:r>
          </a:p>
        </p:txBody>
      </p:sp>
      <p:grpSp>
        <p:nvGrpSpPr>
          <p:cNvPr id="51" name="Groupe 50">
            <a:extLst>
              <a:ext uri="{FF2B5EF4-FFF2-40B4-BE49-F238E27FC236}">
                <a16:creationId xmlns:a16="http://schemas.microsoft.com/office/drawing/2014/main" id="{60047935-28D4-52B7-B040-F73596BAD4C1}"/>
              </a:ext>
            </a:extLst>
          </p:cNvPr>
          <p:cNvGrpSpPr/>
          <p:nvPr/>
        </p:nvGrpSpPr>
        <p:grpSpPr>
          <a:xfrm>
            <a:off x="7913236" y="5689234"/>
            <a:ext cx="770210" cy="346942"/>
            <a:chOff x="9159799" y="5593340"/>
            <a:chExt cx="770210" cy="346942"/>
          </a:xfrm>
        </p:grpSpPr>
        <p:cxnSp>
          <p:nvCxnSpPr>
            <p:cNvPr id="56" name="Connecteur droit avec flèche 55">
              <a:extLst>
                <a:ext uri="{FF2B5EF4-FFF2-40B4-BE49-F238E27FC236}">
                  <a16:creationId xmlns:a16="http://schemas.microsoft.com/office/drawing/2014/main" id="{171E72F1-6094-AFEB-6D65-C7524A6F62F4}"/>
                </a:ext>
              </a:extLst>
            </p:cNvPr>
            <p:cNvCxnSpPr>
              <a:cxnSpLocks/>
            </p:cNvCxnSpPr>
            <p:nvPr/>
          </p:nvCxnSpPr>
          <p:spPr>
            <a:xfrm>
              <a:off x="9186842" y="5593340"/>
              <a:ext cx="0" cy="3469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ZoneTexte 56">
              <a:extLst>
                <a:ext uri="{FF2B5EF4-FFF2-40B4-BE49-F238E27FC236}">
                  <a16:creationId xmlns:a16="http://schemas.microsoft.com/office/drawing/2014/main" id="{FA806053-F021-5FD4-AA64-1EACC780E99E}"/>
                </a:ext>
              </a:extLst>
            </p:cNvPr>
            <p:cNvSpPr txBox="1"/>
            <p:nvPr/>
          </p:nvSpPr>
          <p:spPr>
            <a:xfrm>
              <a:off x="9159799" y="5593340"/>
              <a:ext cx="770210" cy="261610"/>
            </a:xfrm>
            <a:prstGeom prst="rect">
              <a:avLst/>
            </a:prstGeom>
            <a:noFill/>
          </p:spPr>
          <p:txBody>
            <a:bodyPr wrap="square" rtlCol="0">
              <a:spAutoFit/>
            </a:bodyPr>
            <a:lstStyle/>
            <a:p>
              <a:r>
                <a:rPr lang="fr-FR" sz="1100">
                  <a:latin typeface="Arial" panose="020B0604020202020204" pitchFamily="34" charset="0"/>
                  <a:cs typeface="Arial" panose="020B0604020202020204" pitchFamily="34" charset="0"/>
                </a:rPr>
                <a:t>SLA</a:t>
              </a:r>
            </a:p>
          </p:txBody>
        </p:sp>
      </p:grpSp>
      <p:grpSp>
        <p:nvGrpSpPr>
          <p:cNvPr id="52" name="Groupe 51">
            <a:extLst>
              <a:ext uri="{FF2B5EF4-FFF2-40B4-BE49-F238E27FC236}">
                <a16:creationId xmlns:a16="http://schemas.microsoft.com/office/drawing/2014/main" id="{0F18DE1A-B6A6-7E85-C28B-4C6DA623D902}"/>
              </a:ext>
            </a:extLst>
          </p:cNvPr>
          <p:cNvGrpSpPr/>
          <p:nvPr/>
        </p:nvGrpSpPr>
        <p:grpSpPr>
          <a:xfrm>
            <a:off x="6804101" y="5698804"/>
            <a:ext cx="989762" cy="346942"/>
            <a:chOff x="8394253" y="5593340"/>
            <a:chExt cx="989762" cy="346942"/>
          </a:xfrm>
        </p:grpSpPr>
        <p:cxnSp>
          <p:nvCxnSpPr>
            <p:cNvPr id="54" name="Connecteur droit avec flèche 53">
              <a:extLst>
                <a:ext uri="{FF2B5EF4-FFF2-40B4-BE49-F238E27FC236}">
                  <a16:creationId xmlns:a16="http://schemas.microsoft.com/office/drawing/2014/main" id="{B371A7EB-5614-AA06-3D8B-D36B7F44A017}"/>
                </a:ext>
              </a:extLst>
            </p:cNvPr>
            <p:cNvCxnSpPr>
              <a:cxnSpLocks/>
            </p:cNvCxnSpPr>
            <p:nvPr/>
          </p:nvCxnSpPr>
          <p:spPr>
            <a:xfrm>
              <a:off x="9186842" y="5593340"/>
              <a:ext cx="0" cy="3469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ZoneTexte 54">
              <a:extLst>
                <a:ext uri="{FF2B5EF4-FFF2-40B4-BE49-F238E27FC236}">
                  <a16:creationId xmlns:a16="http://schemas.microsoft.com/office/drawing/2014/main" id="{5E36801C-CECE-0FC9-1D6B-93283329A4F3}"/>
                </a:ext>
              </a:extLst>
            </p:cNvPr>
            <p:cNvSpPr txBox="1"/>
            <p:nvPr/>
          </p:nvSpPr>
          <p:spPr>
            <a:xfrm>
              <a:off x="8394253" y="5594675"/>
              <a:ext cx="989762" cy="261610"/>
            </a:xfrm>
            <a:prstGeom prst="rect">
              <a:avLst/>
            </a:prstGeom>
            <a:noFill/>
          </p:spPr>
          <p:txBody>
            <a:bodyPr wrap="square" rtlCol="0">
              <a:spAutoFit/>
            </a:bodyPr>
            <a:lstStyle/>
            <a:p>
              <a:r>
                <a:rPr lang="fr-FR" sz="1100">
                  <a:latin typeface="Arial" panose="020B0604020202020204" pitchFamily="34" charset="0"/>
                  <a:cs typeface="Arial" panose="020B0604020202020204" pitchFamily="34" charset="0"/>
                </a:rPr>
                <a:t>Traitement</a:t>
              </a:r>
            </a:p>
          </p:txBody>
        </p:sp>
      </p:grpSp>
    </p:spTree>
    <p:extLst>
      <p:ext uri="{BB962C8B-B14F-4D97-AF65-F5344CB8AC3E}">
        <p14:creationId xmlns:p14="http://schemas.microsoft.com/office/powerpoint/2010/main" val="15426402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mph" presetSubtype="0" fill="hold" nodeType="withEffect">
                                  <p:stCondLst>
                                    <p:cond delay="0"/>
                                  </p:stCondLst>
                                  <p:childTnLst>
                                    <p:animClr clrSpc="hsl" dir="cw">
                                      <p:cBhvr override="childStyle">
                                        <p:cTn id="6" dur="500" fill="hold"/>
                                        <p:tgtEl>
                                          <p:spTgt spid="20"/>
                                        </p:tgtEl>
                                        <p:attrNameLst>
                                          <p:attrName>style.color</p:attrName>
                                        </p:attrNameLst>
                                      </p:cBhvr>
                                      <p:by>
                                        <p:hsl h="7200000" s="0" l="0"/>
                                      </p:by>
                                    </p:animClr>
                                    <p:animClr clrSpc="hsl" dir="cw">
                                      <p:cBhvr>
                                        <p:cTn id="7" dur="500" fill="hold"/>
                                        <p:tgtEl>
                                          <p:spTgt spid="20"/>
                                        </p:tgtEl>
                                        <p:attrNameLst>
                                          <p:attrName>fillcolor</p:attrName>
                                        </p:attrNameLst>
                                      </p:cBhvr>
                                      <p:by>
                                        <p:hsl h="7200000" s="0" l="0"/>
                                      </p:by>
                                    </p:animClr>
                                    <p:animClr clrSpc="hsl" dir="cw">
                                      <p:cBhvr>
                                        <p:cTn id="8" dur="500" fill="hold"/>
                                        <p:tgtEl>
                                          <p:spTgt spid="20"/>
                                        </p:tgtEl>
                                        <p:attrNameLst>
                                          <p:attrName>stroke.color</p:attrName>
                                        </p:attrNameLst>
                                      </p:cBhvr>
                                      <p:by>
                                        <p:hsl h="7200000" s="0" l="0"/>
                                      </p:by>
                                    </p:animClr>
                                    <p:set>
                                      <p:cBhvr>
                                        <p:cTn id="9" dur="500" fill="hold"/>
                                        <p:tgtEl>
                                          <p:spTgt spid="20"/>
                                        </p:tgtEl>
                                        <p:attrNameLst>
                                          <p:attrName>fill.type</p:attrName>
                                        </p:attrNameLst>
                                      </p:cBhvr>
                                      <p:to>
                                        <p:strVal val="solid"/>
                                      </p:to>
                                    </p:set>
                                  </p:childTnLst>
                                  <p:subTnLst>
                                    <p:animClr clrSpc="rgb" dir="cw">
                                      <p:cBhvr override="childStyle">
                                        <p:cTn dur="1" fill="hold" display="0" masterRel="nextClick" afterEffect="1"/>
                                        <p:tgtEl>
                                          <p:spTgt spid="20"/>
                                        </p:tgtEl>
                                        <p:attrNameLst>
                                          <p:attrName>ppt_c</p:attrName>
                                        </p:attrNameLst>
                                      </p:cBhvr>
                                      <p:to>
                                        <a:srgbClr val="007EB9"/>
                                      </p:to>
                                    </p:animClr>
                                  </p:subTnLst>
                                </p:cTn>
                              </p:par>
                            </p:childTnLst>
                          </p:cTn>
                        </p:par>
                      </p:childTnLst>
                    </p:cTn>
                  </p:par>
                  <p:par>
                    <p:cTn id="10" fill="hold">
                      <p:stCondLst>
                        <p:cond delay="indefinite"/>
                      </p:stCondLst>
                      <p:childTnLst>
                        <p:par>
                          <p:cTn id="11" fill="hold">
                            <p:stCondLst>
                              <p:cond delay="0"/>
                            </p:stCondLst>
                            <p:childTnLst>
                              <p:par>
                                <p:cTn id="12" presetID="21" presetClass="emph" presetSubtype="0" fill="hold" nodeType="clickEffect">
                                  <p:stCondLst>
                                    <p:cond delay="0"/>
                                  </p:stCondLst>
                                  <p:childTnLst>
                                    <p:animClr clrSpc="hsl" dir="cw">
                                      <p:cBhvr override="childStyle">
                                        <p:cTn id="13" dur="500" fill="hold"/>
                                        <p:tgtEl>
                                          <p:spTgt spid="19"/>
                                        </p:tgtEl>
                                        <p:attrNameLst>
                                          <p:attrName>style.color</p:attrName>
                                        </p:attrNameLst>
                                      </p:cBhvr>
                                      <p:by>
                                        <p:hsl h="7200000" s="0" l="0"/>
                                      </p:by>
                                    </p:animClr>
                                    <p:animClr clrSpc="hsl" dir="cw">
                                      <p:cBhvr>
                                        <p:cTn id="14" dur="500" fill="hold"/>
                                        <p:tgtEl>
                                          <p:spTgt spid="19"/>
                                        </p:tgtEl>
                                        <p:attrNameLst>
                                          <p:attrName>fillcolor</p:attrName>
                                        </p:attrNameLst>
                                      </p:cBhvr>
                                      <p:by>
                                        <p:hsl h="7200000" s="0" l="0"/>
                                      </p:by>
                                    </p:animClr>
                                    <p:animClr clrSpc="hsl" dir="cw">
                                      <p:cBhvr>
                                        <p:cTn id="15" dur="500" fill="hold"/>
                                        <p:tgtEl>
                                          <p:spTgt spid="19"/>
                                        </p:tgtEl>
                                        <p:attrNameLst>
                                          <p:attrName>stroke.color</p:attrName>
                                        </p:attrNameLst>
                                      </p:cBhvr>
                                      <p:by>
                                        <p:hsl h="7200000" s="0" l="0"/>
                                      </p:by>
                                    </p:animClr>
                                    <p:set>
                                      <p:cBhvr>
                                        <p:cTn id="16" dur="500" fill="hold"/>
                                        <p:tgtEl>
                                          <p:spTgt spid="19"/>
                                        </p:tgtEl>
                                        <p:attrNameLst>
                                          <p:attrName>fill.type</p:attrName>
                                        </p:attrNameLst>
                                      </p:cBhvr>
                                      <p:to>
                                        <p:strVal val="solid"/>
                                      </p:to>
                                    </p:set>
                                  </p:childTnLst>
                                  <p:subTnLst>
                                    <p:animClr clrSpc="rgb" dir="cw">
                                      <p:cBhvr override="childStyle">
                                        <p:cTn dur="1" fill="hold" display="0" masterRel="nextClick" afterEffect="1"/>
                                        <p:tgtEl>
                                          <p:spTgt spid="19"/>
                                        </p:tgtEl>
                                        <p:attrNameLst>
                                          <p:attrName>ppt_c</p:attrName>
                                        </p:attrNameLst>
                                      </p:cBhvr>
                                      <p:to>
                                        <a:srgbClr val="007EB9"/>
                                      </p:to>
                                    </p:animClr>
                                  </p:subTnLst>
                                </p:cTn>
                              </p:par>
                              <p:par>
                                <p:cTn id="17" presetID="21" presetClass="emph" presetSubtype="0" fill="hold" grpId="0" nodeType="withEffect">
                                  <p:stCondLst>
                                    <p:cond delay="0"/>
                                  </p:stCondLst>
                                  <p:childTnLst>
                                    <p:animClr clrSpc="hsl" dir="cw">
                                      <p:cBhvr override="childStyle">
                                        <p:cTn id="18" dur="500" fill="hold"/>
                                        <p:tgtEl>
                                          <p:spTgt spid="39"/>
                                        </p:tgtEl>
                                        <p:attrNameLst>
                                          <p:attrName>style.color</p:attrName>
                                        </p:attrNameLst>
                                      </p:cBhvr>
                                      <p:by>
                                        <p:hsl h="7200000" s="0" l="0"/>
                                      </p:by>
                                    </p:animClr>
                                    <p:animClr clrSpc="hsl" dir="cw">
                                      <p:cBhvr>
                                        <p:cTn id="19" dur="500" fill="hold"/>
                                        <p:tgtEl>
                                          <p:spTgt spid="39"/>
                                        </p:tgtEl>
                                        <p:attrNameLst>
                                          <p:attrName>fillcolor</p:attrName>
                                        </p:attrNameLst>
                                      </p:cBhvr>
                                      <p:by>
                                        <p:hsl h="7200000" s="0" l="0"/>
                                      </p:by>
                                    </p:animClr>
                                    <p:animClr clrSpc="hsl" dir="cw">
                                      <p:cBhvr>
                                        <p:cTn id="20" dur="500" fill="hold"/>
                                        <p:tgtEl>
                                          <p:spTgt spid="39"/>
                                        </p:tgtEl>
                                        <p:attrNameLst>
                                          <p:attrName>stroke.color</p:attrName>
                                        </p:attrNameLst>
                                      </p:cBhvr>
                                      <p:by>
                                        <p:hsl h="7200000" s="0" l="0"/>
                                      </p:by>
                                    </p:animClr>
                                    <p:set>
                                      <p:cBhvr>
                                        <p:cTn id="21" dur="500" fill="hold"/>
                                        <p:tgtEl>
                                          <p:spTgt spid="39"/>
                                        </p:tgtEl>
                                        <p:attrNameLst>
                                          <p:attrName>fill.type</p:attrName>
                                        </p:attrNameLst>
                                      </p:cBhvr>
                                      <p:to>
                                        <p:strVal val="solid"/>
                                      </p:to>
                                    </p:set>
                                  </p:childTnLst>
                                  <p:subTnLst>
                                    <p:animClr clrSpc="rgb" dir="cw">
                                      <p:cBhvr override="childStyle">
                                        <p:cTn dur="1" fill="hold" display="0" masterRel="nextClick" afterEffect="1"/>
                                        <p:tgtEl>
                                          <p:spTgt spid="39"/>
                                        </p:tgtEl>
                                        <p:attrNameLst>
                                          <p:attrName>ppt_c</p:attrName>
                                        </p:attrNameLst>
                                      </p:cBhvr>
                                      <p:to>
                                        <a:srgbClr val="007EB9"/>
                                      </p:to>
                                    </p:animClr>
                                  </p:subTnLst>
                                </p:cTn>
                              </p:par>
                            </p:childTnLst>
                          </p:cTn>
                        </p:par>
                      </p:childTnLst>
                    </p:cTn>
                  </p:par>
                  <p:par>
                    <p:cTn id="22" fill="hold">
                      <p:stCondLst>
                        <p:cond delay="indefinite"/>
                      </p:stCondLst>
                      <p:childTnLst>
                        <p:par>
                          <p:cTn id="23" fill="hold">
                            <p:stCondLst>
                              <p:cond delay="0"/>
                            </p:stCondLst>
                            <p:childTnLst>
                              <p:par>
                                <p:cTn id="24" presetID="19" presetClass="emph" presetSubtype="0" fill="hold" nodeType="clickEffect">
                                  <p:stCondLst>
                                    <p:cond delay="0"/>
                                  </p:stCondLst>
                                  <p:childTnLst>
                                    <p:animClr clrSpc="rgb" dir="cw">
                                      <p:cBhvr override="childStyle">
                                        <p:cTn id="25" dur="500" fill="hold"/>
                                        <p:tgtEl>
                                          <p:spTgt spid="41"/>
                                        </p:tgtEl>
                                        <p:attrNameLst>
                                          <p:attrName>style.color</p:attrName>
                                        </p:attrNameLst>
                                      </p:cBhvr>
                                      <p:to>
                                        <a:schemeClr val="accent2"/>
                                      </p:to>
                                    </p:animClr>
                                    <p:animClr clrSpc="rgb" dir="cw">
                                      <p:cBhvr>
                                        <p:cTn id="26" dur="500" fill="hold"/>
                                        <p:tgtEl>
                                          <p:spTgt spid="41"/>
                                        </p:tgtEl>
                                        <p:attrNameLst>
                                          <p:attrName>fillcolor</p:attrName>
                                        </p:attrNameLst>
                                      </p:cBhvr>
                                      <p:to>
                                        <a:schemeClr val="accent2"/>
                                      </p:to>
                                    </p:animClr>
                                    <p:set>
                                      <p:cBhvr>
                                        <p:cTn id="27" dur="500" fill="hold"/>
                                        <p:tgtEl>
                                          <p:spTgt spid="41"/>
                                        </p:tgtEl>
                                        <p:attrNameLst>
                                          <p:attrName>fill.type</p:attrName>
                                        </p:attrNameLst>
                                      </p:cBhvr>
                                      <p:to>
                                        <p:strVal val="solid"/>
                                      </p:to>
                                    </p:set>
                                    <p:set>
                                      <p:cBhvr>
                                        <p:cTn id="28" dur="500" fill="hold"/>
                                        <p:tgtEl>
                                          <p:spTgt spid="41"/>
                                        </p:tgtEl>
                                        <p:attrNameLst>
                                          <p:attrName>fill.on</p:attrName>
                                        </p:attrNameLst>
                                      </p:cBhvr>
                                      <p:to>
                                        <p:strVal val="true"/>
                                      </p:to>
                                    </p:set>
                                  </p:childTnLst>
                                  <p:subTnLst>
                                    <p:animClr clrSpc="rgb" dir="cw">
                                      <p:cBhvr override="childStyle">
                                        <p:cTn dur="1" fill="hold" display="0" masterRel="nextClick" afterEffect="1"/>
                                        <p:tgtEl>
                                          <p:spTgt spid="41"/>
                                        </p:tgtEl>
                                        <p:attrNameLst>
                                          <p:attrName>ppt_c</p:attrName>
                                        </p:attrNameLst>
                                      </p:cBhvr>
                                      <p:to>
                                        <a:srgbClr val="007EB9"/>
                                      </p:to>
                                    </p:animClr>
                                  </p:subTnLst>
                                </p:cTn>
                              </p:par>
                              <p:par>
                                <p:cTn id="29" presetID="21" presetClass="emph" presetSubtype="0" fill="hold" grpId="0" nodeType="withEffect">
                                  <p:stCondLst>
                                    <p:cond delay="0"/>
                                  </p:stCondLst>
                                  <p:childTnLst>
                                    <p:animClr clrSpc="hsl" dir="cw">
                                      <p:cBhvr override="childStyle">
                                        <p:cTn id="30" dur="500" fill="hold"/>
                                        <p:tgtEl>
                                          <p:spTgt spid="44"/>
                                        </p:tgtEl>
                                        <p:attrNameLst>
                                          <p:attrName>style.color</p:attrName>
                                        </p:attrNameLst>
                                      </p:cBhvr>
                                      <p:by>
                                        <p:hsl h="7200000" s="0" l="0"/>
                                      </p:by>
                                    </p:animClr>
                                    <p:animClr clrSpc="hsl" dir="cw">
                                      <p:cBhvr>
                                        <p:cTn id="31" dur="500" fill="hold"/>
                                        <p:tgtEl>
                                          <p:spTgt spid="44"/>
                                        </p:tgtEl>
                                        <p:attrNameLst>
                                          <p:attrName>fillcolor</p:attrName>
                                        </p:attrNameLst>
                                      </p:cBhvr>
                                      <p:by>
                                        <p:hsl h="7200000" s="0" l="0"/>
                                      </p:by>
                                    </p:animClr>
                                    <p:animClr clrSpc="hsl" dir="cw">
                                      <p:cBhvr>
                                        <p:cTn id="32" dur="500" fill="hold"/>
                                        <p:tgtEl>
                                          <p:spTgt spid="44"/>
                                        </p:tgtEl>
                                        <p:attrNameLst>
                                          <p:attrName>stroke.color</p:attrName>
                                        </p:attrNameLst>
                                      </p:cBhvr>
                                      <p:by>
                                        <p:hsl h="7200000" s="0" l="0"/>
                                      </p:by>
                                    </p:animClr>
                                    <p:set>
                                      <p:cBhvr>
                                        <p:cTn id="33" dur="500" fill="hold"/>
                                        <p:tgtEl>
                                          <p:spTgt spid="44"/>
                                        </p:tgtEl>
                                        <p:attrNameLst>
                                          <p:attrName>fill.type</p:attrName>
                                        </p:attrNameLst>
                                      </p:cBhvr>
                                      <p:to>
                                        <p:strVal val="solid"/>
                                      </p:to>
                                    </p:set>
                                  </p:childTnLst>
                                  <p:subTnLst>
                                    <p:animClr clrSpc="rgb" dir="cw">
                                      <p:cBhvr override="childStyle">
                                        <p:cTn dur="1" fill="hold" display="0" masterRel="nextClick" afterEffect="1"/>
                                        <p:tgtEl>
                                          <p:spTgt spid="44"/>
                                        </p:tgtEl>
                                        <p:attrNameLst>
                                          <p:attrName>ppt_c</p:attrName>
                                        </p:attrNameLst>
                                      </p:cBhvr>
                                      <p:to>
                                        <a:srgbClr val="007EB9"/>
                                      </p:to>
                                    </p:animClr>
                                  </p:subTnLst>
                                </p:cTn>
                              </p:par>
                            </p:childTnLst>
                          </p:cTn>
                        </p:par>
                      </p:childTnLst>
                    </p:cTn>
                  </p:par>
                  <p:par>
                    <p:cTn id="34" fill="hold">
                      <p:stCondLst>
                        <p:cond delay="indefinite"/>
                      </p:stCondLst>
                      <p:childTnLst>
                        <p:par>
                          <p:cTn id="35" fill="hold">
                            <p:stCondLst>
                              <p:cond delay="0"/>
                            </p:stCondLst>
                            <p:childTnLst>
                              <p:par>
                                <p:cTn id="36" presetID="19" presetClass="emph" presetSubtype="0" fill="hold" nodeType="clickEffect">
                                  <p:stCondLst>
                                    <p:cond delay="0"/>
                                  </p:stCondLst>
                                  <p:childTnLst>
                                    <p:animClr clrSpc="rgb" dir="cw">
                                      <p:cBhvr override="childStyle">
                                        <p:cTn id="37" dur="500" fill="hold"/>
                                        <p:tgtEl>
                                          <p:spTgt spid="46"/>
                                        </p:tgtEl>
                                        <p:attrNameLst>
                                          <p:attrName>style.color</p:attrName>
                                        </p:attrNameLst>
                                      </p:cBhvr>
                                      <p:to>
                                        <a:schemeClr val="accent2"/>
                                      </p:to>
                                    </p:animClr>
                                    <p:animClr clrSpc="rgb" dir="cw">
                                      <p:cBhvr>
                                        <p:cTn id="38" dur="500" fill="hold"/>
                                        <p:tgtEl>
                                          <p:spTgt spid="46"/>
                                        </p:tgtEl>
                                        <p:attrNameLst>
                                          <p:attrName>fillcolor</p:attrName>
                                        </p:attrNameLst>
                                      </p:cBhvr>
                                      <p:to>
                                        <a:schemeClr val="accent2"/>
                                      </p:to>
                                    </p:animClr>
                                    <p:set>
                                      <p:cBhvr>
                                        <p:cTn id="39" dur="500" fill="hold"/>
                                        <p:tgtEl>
                                          <p:spTgt spid="46"/>
                                        </p:tgtEl>
                                        <p:attrNameLst>
                                          <p:attrName>fill.type</p:attrName>
                                        </p:attrNameLst>
                                      </p:cBhvr>
                                      <p:to>
                                        <p:strVal val="solid"/>
                                      </p:to>
                                    </p:set>
                                    <p:set>
                                      <p:cBhvr>
                                        <p:cTn id="40" dur="500" fill="hold"/>
                                        <p:tgtEl>
                                          <p:spTgt spid="46"/>
                                        </p:tgtEl>
                                        <p:attrNameLst>
                                          <p:attrName>fill.on</p:attrName>
                                        </p:attrNameLst>
                                      </p:cBhvr>
                                      <p:to>
                                        <p:strVal val="true"/>
                                      </p:to>
                                    </p:set>
                                  </p:childTnLst>
                                  <p:subTnLst>
                                    <p:animClr clrSpc="rgb" dir="cw">
                                      <p:cBhvr override="childStyle">
                                        <p:cTn dur="1" fill="hold" display="0" masterRel="nextClick" afterEffect="1"/>
                                        <p:tgtEl>
                                          <p:spTgt spid="46"/>
                                        </p:tgtEl>
                                        <p:attrNameLst>
                                          <p:attrName>ppt_c</p:attrName>
                                        </p:attrNameLst>
                                      </p:cBhvr>
                                      <p:to>
                                        <a:srgbClr val="007EB9"/>
                                      </p:to>
                                    </p:animClr>
                                  </p:subTnLst>
                                </p:cTn>
                              </p:par>
                              <p:par>
                                <p:cTn id="41" presetID="21" presetClass="emph" presetSubtype="0" fill="hold" grpId="0" nodeType="withEffect">
                                  <p:stCondLst>
                                    <p:cond delay="0"/>
                                  </p:stCondLst>
                                  <p:childTnLst>
                                    <p:animClr clrSpc="hsl" dir="cw">
                                      <p:cBhvr override="childStyle">
                                        <p:cTn id="42" dur="500" fill="hold"/>
                                        <p:tgtEl>
                                          <p:spTgt spid="45"/>
                                        </p:tgtEl>
                                        <p:attrNameLst>
                                          <p:attrName>style.color</p:attrName>
                                        </p:attrNameLst>
                                      </p:cBhvr>
                                      <p:by>
                                        <p:hsl h="7200000" s="0" l="0"/>
                                      </p:by>
                                    </p:animClr>
                                    <p:animClr clrSpc="hsl" dir="cw">
                                      <p:cBhvr>
                                        <p:cTn id="43" dur="500" fill="hold"/>
                                        <p:tgtEl>
                                          <p:spTgt spid="45"/>
                                        </p:tgtEl>
                                        <p:attrNameLst>
                                          <p:attrName>fillcolor</p:attrName>
                                        </p:attrNameLst>
                                      </p:cBhvr>
                                      <p:by>
                                        <p:hsl h="7200000" s="0" l="0"/>
                                      </p:by>
                                    </p:animClr>
                                    <p:animClr clrSpc="hsl" dir="cw">
                                      <p:cBhvr>
                                        <p:cTn id="44" dur="500" fill="hold"/>
                                        <p:tgtEl>
                                          <p:spTgt spid="45"/>
                                        </p:tgtEl>
                                        <p:attrNameLst>
                                          <p:attrName>stroke.color</p:attrName>
                                        </p:attrNameLst>
                                      </p:cBhvr>
                                      <p:by>
                                        <p:hsl h="7200000" s="0" l="0"/>
                                      </p:by>
                                    </p:animClr>
                                    <p:set>
                                      <p:cBhvr>
                                        <p:cTn id="45" dur="500" fill="hold"/>
                                        <p:tgtEl>
                                          <p:spTgt spid="45"/>
                                        </p:tgtEl>
                                        <p:attrNameLst>
                                          <p:attrName>fill.type</p:attrName>
                                        </p:attrNameLst>
                                      </p:cBhvr>
                                      <p:to>
                                        <p:strVal val="solid"/>
                                      </p:to>
                                    </p:set>
                                  </p:childTnLst>
                                  <p:subTnLst>
                                    <p:animClr clrSpc="rgb" dir="cw">
                                      <p:cBhvr override="childStyle">
                                        <p:cTn dur="1" fill="hold" display="0" masterRel="nextClick" afterEffect="1"/>
                                        <p:tgtEl>
                                          <p:spTgt spid="45"/>
                                        </p:tgtEl>
                                        <p:attrNameLst>
                                          <p:attrName>ppt_c</p:attrName>
                                        </p:attrNameLst>
                                      </p:cBhvr>
                                      <p:to>
                                        <a:srgbClr val="007EB9"/>
                                      </p:to>
                                    </p:animClr>
                                  </p:subTnLst>
                                </p:cTn>
                              </p:par>
                            </p:childTnLst>
                          </p:cTn>
                        </p:par>
                      </p:childTnLst>
                    </p:cTn>
                  </p:par>
                  <p:par>
                    <p:cTn id="46" fill="hold">
                      <p:stCondLst>
                        <p:cond delay="indefinite"/>
                      </p:stCondLst>
                      <p:childTnLst>
                        <p:par>
                          <p:cTn id="47" fill="hold">
                            <p:stCondLst>
                              <p:cond delay="0"/>
                            </p:stCondLst>
                            <p:childTnLst>
                              <p:par>
                                <p:cTn id="48" presetID="19" presetClass="emph" presetSubtype="0" fill="hold" nodeType="clickEffect">
                                  <p:stCondLst>
                                    <p:cond delay="0"/>
                                  </p:stCondLst>
                                  <p:childTnLst>
                                    <p:animClr clrSpc="rgb" dir="cw">
                                      <p:cBhvr override="childStyle">
                                        <p:cTn id="49" dur="500" fill="hold"/>
                                        <p:tgtEl>
                                          <p:spTgt spid="60"/>
                                        </p:tgtEl>
                                        <p:attrNameLst>
                                          <p:attrName>style.color</p:attrName>
                                        </p:attrNameLst>
                                      </p:cBhvr>
                                      <p:to>
                                        <a:schemeClr val="accent2"/>
                                      </p:to>
                                    </p:animClr>
                                    <p:animClr clrSpc="rgb" dir="cw">
                                      <p:cBhvr>
                                        <p:cTn id="50" dur="500" fill="hold"/>
                                        <p:tgtEl>
                                          <p:spTgt spid="60"/>
                                        </p:tgtEl>
                                        <p:attrNameLst>
                                          <p:attrName>fillcolor</p:attrName>
                                        </p:attrNameLst>
                                      </p:cBhvr>
                                      <p:to>
                                        <a:schemeClr val="accent2"/>
                                      </p:to>
                                    </p:animClr>
                                    <p:set>
                                      <p:cBhvr>
                                        <p:cTn id="51" dur="500" fill="hold"/>
                                        <p:tgtEl>
                                          <p:spTgt spid="60"/>
                                        </p:tgtEl>
                                        <p:attrNameLst>
                                          <p:attrName>fill.type</p:attrName>
                                        </p:attrNameLst>
                                      </p:cBhvr>
                                      <p:to>
                                        <p:strVal val="solid"/>
                                      </p:to>
                                    </p:set>
                                    <p:set>
                                      <p:cBhvr>
                                        <p:cTn id="52" dur="500" fill="hold"/>
                                        <p:tgtEl>
                                          <p:spTgt spid="60"/>
                                        </p:tgtEl>
                                        <p:attrNameLst>
                                          <p:attrName>fill.on</p:attrName>
                                        </p:attrNameLst>
                                      </p:cBhvr>
                                      <p:to>
                                        <p:strVal val="true"/>
                                      </p:to>
                                    </p:set>
                                  </p:childTnLst>
                                  <p:subTnLst>
                                    <p:animClr clrSpc="rgb" dir="cw">
                                      <p:cBhvr override="childStyle">
                                        <p:cTn dur="1" fill="hold" display="0" masterRel="nextClick" afterEffect="1"/>
                                        <p:tgtEl>
                                          <p:spTgt spid="60"/>
                                        </p:tgtEl>
                                        <p:attrNameLst>
                                          <p:attrName>ppt_c</p:attrName>
                                        </p:attrNameLst>
                                      </p:cBhvr>
                                      <p:to>
                                        <a:srgbClr val="007EB9"/>
                                      </p:to>
                                    </p:animClr>
                                  </p:subTnLst>
                                </p:cTn>
                              </p:par>
                              <p:par>
                                <p:cTn id="53" presetID="21" presetClass="emph" presetSubtype="0" fill="hold" grpId="0" nodeType="withEffect">
                                  <p:stCondLst>
                                    <p:cond delay="0"/>
                                  </p:stCondLst>
                                  <p:childTnLst>
                                    <p:animClr clrSpc="hsl" dir="cw">
                                      <p:cBhvr override="childStyle">
                                        <p:cTn id="54" dur="500" fill="hold"/>
                                        <p:tgtEl>
                                          <p:spTgt spid="61"/>
                                        </p:tgtEl>
                                        <p:attrNameLst>
                                          <p:attrName>style.color</p:attrName>
                                        </p:attrNameLst>
                                      </p:cBhvr>
                                      <p:by>
                                        <p:hsl h="7200000" s="0" l="0"/>
                                      </p:by>
                                    </p:animClr>
                                    <p:animClr clrSpc="hsl" dir="cw">
                                      <p:cBhvr>
                                        <p:cTn id="55" dur="500" fill="hold"/>
                                        <p:tgtEl>
                                          <p:spTgt spid="61"/>
                                        </p:tgtEl>
                                        <p:attrNameLst>
                                          <p:attrName>fillcolor</p:attrName>
                                        </p:attrNameLst>
                                      </p:cBhvr>
                                      <p:by>
                                        <p:hsl h="7200000" s="0" l="0"/>
                                      </p:by>
                                    </p:animClr>
                                    <p:animClr clrSpc="hsl" dir="cw">
                                      <p:cBhvr>
                                        <p:cTn id="56" dur="500" fill="hold"/>
                                        <p:tgtEl>
                                          <p:spTgt spid="61"/>
                                        </p:tgtEl>
                                        <p:attrNameLst>
                                          <p:attrName>stroke.color</p:attrName>
                                        </p:attrNameLst>
                                      </p:cBhvr>
                                      <p:by>
                                        <p:hsl h="7200000" s="0" l="0"/>
                                      </p:by>
                                    </p:animClr>
                                    <p:set>
                                      <p:cBhvr>
                                        <p:cTn id="57" dur="500" fill="hold"/>
                                        <p:tgtEl>
                                          <p:spTgt spid="61"/>
                                        </p:tgtEl>
                                        <p:attrNameLst>
                                          <p:attrName>fill.type</p:attrName>
                                        </p:attrNameLst>
                                      </p:cBhvr>
                                      <p:to>
                                        <p:strVal val="solid"/>
                                      </p:to>
                                    </p:set>
                                  </p:childTnLst>
                                  <p:subTnLst>
                                    <p:animClr clrSpc="rgb" dir="cw">
                                      <p:cBhvr override="childStyle">
                                        <p:cTn dur="1" fill="hold" display="0" masterRel="nextClick" afterEffect="1"/>
                                        <p:tgtEl>
                                          <p:spTgt spid="61"/>
                                        </p:tgtEl>
                                        <p:attrNameLst>
                                          <p:attrName>ppt_c</p:attrName>
                                        </p:attrNameLst>
                                      </p:cBhvr>
                                      <p:to>
                                        <a:srgbClr val="007EB9"/>
                                      </p:to>
                                    </p:animClr>
                                  </p:sub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wipe(left)">
                                      <p:cBhvr>
                                        <p:cTn id="6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2" grpId="0" animBg="1"/>
      <p:bldP spid="44" grpId="0"/>
      <p:bldP spid="45" grpId="0"/>
      <p:bldP spid="61"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FAADD2C8-73AB-DAE8-A747-B583E1693461}"/>
              </a:ext>
            </a:extLst>
          </p:cNvPr>
          <p:cNvSpPr>
            <a:spLocks noGrp="1"/>
          </p:cNvSpPr>
          <p:nvPr>
            <p:ph type="body" sz="quarter" idx="35"/>
          </p:nvPr>
        </p:nvSpPr>
        <p:spPr/>
        <p:txBody>
          <a:bodyPr/>
          <a:lstStyle/>
          <a:p>
            <a:r>
              <a:rPr lang="fr-FR" dirty="0"/>
              <a:t>Exemple 2 : Consultation de tiers asynchrone</a:t>
            </a:r>
          </a:p>
        </p:txBody>
      </p:sp>
      <p:sp>
        <p:nvSpPr>
          <p:cNvPr id="5" name="Espace réservé du texte 4">
            <a:extLst>
              <a:ext uri="{FF2B5EF4-FFF2-40B4-BE49-F238E27FC236}">
                <a16:creationId xmlns:a16="http://schemas.microsoft.com/office/drawing/2014/main" id="{8E4BEC0F-5740-05A4-D6CF-ED73C864538C}"/>
              </a:ext>
            </a:extLst>
          </p:cNvPr>
          <p:cNvSpPr>
            <a:spLocks noGrp="1"/>
          </p:cNvSpPr>
          <p:nvPr>
            <p:ph type="body" sz="quarter" idx="10"/>
          </p:nvPr>
        </p:nvSpPr>
        <p:spPr/>
        <p:txBody>
          <a:bodyPr/>
          <a:lstStyle/>
          <a:p>
            <a:r>
              <a:rPr lang="fr-FR" dirty="0"/>
              <a:t>Définition du contexte – VISION CONSOMMATEUR</a:t>
            </a:r>
          </a:p>
        </p:txBody>
      </p:sp>
      <p:sp>
        <p:nvSpPr>
          <p:cNvPr id="7" name="Rectangle 6">
            <a:extLst>
              <a:ext uri="{FF2B5EF4-FFF2-40B4-BE49-F238E27FC236}">
                <a16:creationId xmlns:a16="http://schemas.microsoft.com/office/drawing/2014/main" id="{C16B3C90-4564-D52E-EBA0-5B4DC76C0018}"/>
              </a:ext>
            </a:extLst>
          </p:cNvPr>
          <p:cNvSpPr/>
          <p:nvPr/>
        </p:nvSpPr>
        <p:spPr>
          <a:xfrm>
            <a:off x="460441" y="2433031"/>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U</a:t>
            </a:r>
            <a:endParaRPr lang="fr-FR" dirty="0">
              <a:solidFill>
                <a:sysClr val="windowText" lastClr="000000"/>
              </a:solidFill>
            </a:endParaRPr>
          </a:p>
          <a:p>
            <a:pPr algn="ctr"/>
            <a:r>
              <a:rPr lang="fr-FR" sz="1400" dirty="0">
                <a:solidFill>
                  <a:sysClr val="windowText" lastClr="000000"/>
                </a:solidFill>
              </a:rPr>
              <a:t>S</a:t>
            </a:r>
            <a:br>
              <a:rPr lang="fr-FR" sz="1400" dirty="0">
                <a:solidFill>
                  <a:sysClr val="windowText" lastClr="000000"/>
                </a:solidFill>
              </a:rPr>
            </a:br>
            <a:r>
              <a:rPr lang="fr-FR" sz="1400" dirty="0">
                <a:solidFill>
                  <a:sysClr val="windowText" lastClr="000000"/>
                </a:solidFill>
              </a:rPr>
              <a:t>A</a:t>
            </a:r>
            <a:br>
              <a:rPr lang="fr-FR" sz="1400" dirty="0">
                <a:solidFill>
                  <a:sysClr val="windowText" lastClr="000000"/>
                </a:solidFill>
              </a:rPr>
            </a:br>
            <a:r>
              <a:rPr lang="fr-FR" sz="1400" dirty="0">
                <a:solidFill>
                  <a:sysClr val="windowText" lastClr="000000"/>
                </a:solidFill>
              </a:rPr>
              <a:t>G</a:t>
            </a:r>
            <a:br>
              <a:rPr lang="fr-FR" sz="1400" dirty="0">
                <a:solidFill>
                  <a:sysClr val="windowText" lastClr="000000"/>
                </a:solidFill>
              </a:rPr>
            </a:br>
            <a:r>
              <a:rPr lang="fr-FR" sz="1400" dirty="0">
                <a:solidFill>
                  <a:sysClr val="windowText" lastClr="000000"/>
                </a:solidFill>
              </a:rPr>
              <a:t>E</a:t>
            </a:r>
          </a:p>
        </p:txBody>
      </p:sp>
      <p:sp>
        <p:nvSpPr>
          <p:cNvPr id="8" name="Rectangle 7">
            <a:extLst>
              <a:ext uri="{FF2B5EF4-FFF2-40B4-BE49-F238E27FC236}">
                <a16:creationId xmlns:a16="http://schemas.microsoft.com/office/drawing/2014/main" id="{3A8FE59A-2069-F20C-7D0B-CC63DDF44356}"/>
              </a:ext>
            </a:extLst>
          </p:cNvPr>
          <p:cNvSpPr/>
          <p:nvPr/>
        </p:nvSpPr>
        <p:spPr>
          <a:xfrm>
            <a:off x="9512094" y="922713"/>
            <a:ext cx="330678" cy="2705100"/>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S</a:t>
            </a:r>
          </a:p>
          <a:p>
            <a:pPr algn="ctr"/>
            <a:r>
              <a:rPr lang="fr-FR" sz="1400" dirty="0">
                <a:solidFill>
                  <a:sysClr val="windowText" lastClr="000000"/>
                </a:solidFill>
              </a:rPr>
              <a:t>T</a:t>
            </a:r>
          </a:p>
          <a:p>
            <a:pPr algn="ctr"/>
            <a:r>
              <a:rPr lang="fr-FR" sz="1400" dirty="0">
                <a:solidFill>
                  <a:sysClr val="windowText" lastClr="000000"/>
                </a:solidFill>
              </a:rPr>
              <a:t>A</a:t>
            </a:r>
          </a:p>
          <a:p>
            <a:pPr algn="ctr"/>
            <a:r>
              <a:rPr lang="fr-FR" sz="1400" dirty="0">
                <a:solidFill>
                  <a:sysClr val="windowText" lastClr="000000"/>
                </a:solidFill>
              </a:rPr>
              <a:t>N</a:t>
            </a:r>
          </a:p>
          <a:p>
            <a:pPr algn="ctr"/>
            <a:r>
              <a:rPr lang="fr-FR" sz="1400" dirty="0">
                <a:solidFill>
                  <a:sysClr val="windowText" lastClr="000000"/>
                </a:solidFill>
              </a:rPr>
              <a:t>D</a:t>
            </a:r>
          </a:p>
          <a:p>
            <a:pPr algn="ctr"/>
            <a:r>
              <a:rPr lang="fr-FR" sz="1400" dirty="0">
                <a:solidFill>
                  <a:sysClr val="windowText" lastClr="000000"/>
                </a:solidFill>
              </a:rPr>
              <a:t>A</a:t>
            </a:r>
          </a:p>
          <a:p>
            <a:pPr algn="ctr"/>
            <a:r>
              <a:rPr lang="fr-FR" sz="1400" dirty="0">
                <a:solidFill>
                  <a:sysClr val="windowText" lastClr="000000"/>
                </a:solidFill>
              </a:rPr>
              <a:t>R</a:t>
            </a:r>
          </a:p>
          <a:p>
            <a:pPr algn="ctr"/>
            <a:r>
              <a:rPr lang="fr-FR" sz="1400" dirty="0">
                <a:solidFill>
                  <a:sysClr val="windowText" lastClr="000000"/>
                </a:solidFill>
              </a:rPr>
              <a:t>D</a:t>
            </a:r>
            <a:endParaRPr lang="fr-FR" dirty="0">
              <a:solidFill>
                <a:sysClr val="windowText" lastClr="000000"/>
              </a:solidFill>
            </a:endParaRPr>
          </a:p>
        </p:txBody>
      </p:sp>
      <p:sp>
        <p:nvSpPr>
          <p:cNvPr id="9" name="Rectangle 8">
            <a:extLst>
              <a:ext uri="{FF2B5EF4-FFF2-40B4-BE49-F238E27FC236}">
                <a16:creationId xmlns:a16="http://schemas.microsoft.com/office/drawing/2014/main" id="{84A3099F-B386-C626-E523-1E683D7589F9}"/>
              </a:ext>
            </a:extLst>
          </p:cNvPr>
          <p:cNvSpPr/>
          <p:nvPr/>
        </p:nvSpPr>
        <p:spPr>
          <a:xfrm>
            <a:off x="9512094" y="3689350"/>
            <a:ext cx="330678" cy="2705100"/>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C</a:t>
            </a:r>
          </a:p>
          <a:p>
            <a:pPr algn="ctr"/>
            <a:r>
              <a:rPr lang="fr-FR" sz="1400" dirty="0">
                <a:solidFill>
                  <a:sysClr val="windowText" lastClr="000000"/>
                </a:solidFill>
              </a:rPr>
              <a:t>O</a:t>
            </a:r>
          </a:p>
          <a:p>
            <a:pPr algn="ctr"/>
            <a:r>
              <a:rPr lang="fr-FR" sz="1400" dirty="0">
                <a:solidFill>
                  <a:sysClr val="windowText" lastClr="000000"/>
                </a:solidFill>
              </a:rPr>
              <a:t>N</a:t>
            </a:r>
          </a:p>
          <a:p>
            <a:pPr algn="ctr"/>
            <a:r>
              <a:rPr lang="fr-FR" sz="1400" dirty="0">
                <a:solidFill>
                  <a:sysClr val="windowText" lastClr="000000"/>
                </a:solidFill>
              </a:rPr>
              <a:t>N</a:t>
            </a:r>
          </a:p>
          <a:p>
            <a:pPr algn="ctr"/>
            <a:r>
              <a:rPr lang="fr-FR" sz="1400" dirty="0">
                <a:solidFill>
                  <a:sysClr val="windowText" lastClr="000000"/>
                </a:solidFill>
              </a:rPr>
              <a:t>E</a:t>
            </a:r>
          </a:p>
          <a:p>
            <a:pPr algn="ctr"/>
            <a:r>
              <a:rPr lang="fr-FR" sz="1400" dirty="0">
                <a:solidFill>
                  <a:sysClr val="windowText" lastClr="000000"/>
                </a:solidFill>
              </a:rPr>
              <a:t>C</a:t>
            </a:r>
          </a:p>
          <a:p>
            <a:pPr algn="ctr"/>
            <a:r>
              <a:rPr lang="fr-FR" sz="1400" dirty="0">
                <a:solidFill>
                  <a:sysClr val="windowText" lastClr="000000"/>
                </a:solidFill>
              </a:rPr>
              <a:t>T</a:t>
            </a:r>
          </a:p>
          <a:p>
            <a:pPr algn="ctr"/>
            <a:r>
              <a:rPr lang="fr-FR" sz="1400" dirty="0">
                <a:solidFill>
                  <a:sysClr val="windowText" lastClr="000000"/>
                </a:solidFill>
              </a:rPr>
              <a:t>I</a:t>
            </a:r>
          </a:p>
          <a:p>
            <a:pPr algn="ctr"/>
            <a:r>
              <a:rPr lang="fr-FR" sz="1400" dirty="0">
                <a:solidFill>
                  <a:sysClr val="windowText" lastClr="000000"/>
                </a:solidFill>
              </a:rPr>
              <a:t>V</a:t>
            </a:r>
          </a:p>
          <a:p>
            <a:pPr algn="ctr"/>
            <a:r>
              <a:rPr lang="fr-FR" sz="1400" dirty="0">
                <a:solidFill>
                  <a:sysClr val="windowText" lastClr="000000"/>
                </a:solidFill>
              </a:rPr>
              <a:t>I</a:t>
            </a:r>
          </a:p>
          <a:p>
            <a:pPr algn="ctr"/>
            <a:r>
              <a:rPr lang="fr-FR" sz="1400" dirty="0">
                <a:solidFill>
                  <a:sysClr val="windowText" lastClr="000000"/>
                </a:solidFill>
              </a:rPr>
              <a:t>T</a:t>
            </a:r>
          </a:p>
          <a:p>
            <a:pPr algn="ctr"/>
            <a:r>
              <a:rPr lang="fr-FR" sz="1400" dirty="0">
                <a:solidFill>
                  <a:sysClr val="windowText" lastClr="000000"/>
                </a:solidFill>
              </a:rPr>
              <a:t>E</a:t>
            </a:r>
          </a:p>
        </p:txBody>
      </p:sp>
      <p:sp>
        <p:nvSpPr>
          <p:cNvPr id="10" name="Rectangle 9">
            <a:extLst>
              <a:ext uri="{FF2B5EF4-FFF2-40B4-BE49-F238E27FC236}">
                <a16:creationId xmlns:a16="http://schemas.microsoft.com/office/drawing/2014/main" id="{664FCADB-D317-101B-A9C1-8937D7FDDEA3}"/>
              </a:ext>
            </a:extLst>
          </p:cNvPr>
          <p:cNvSpPr/>
          <p:nvPr/>
        </p:nvSpPr>
        <p:spPr>
          <a:xfrm>
            <a:off x="7701765" y="2433031"/>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I</a:t>
            </a:r>
          </a:p>
          <a:p>
            <a:pPr algn="ctr"/>
            <a:r>
              <a:rPr lang="fr-FR" sz="1400" dirty="0">
                <a:solidFill>
                  <a:sysClr val="windowText" lastClr="000000"/>
                </a:solidFill>
              </a:rPr>
              <a:t>N</a:t>
            </a:r>
          </a:p>
          <a:p>
            <a:pPr algn="ctr"/>
            <a:r>
              <a:rPr lang="fr-FR" sz="1400" dirty="0">
                <a:solidFill>
                  <a:sysClr val="windowText" lastClr="000000"/>
                </a:solidFill>
              </a:rPr>
              <a:t>T</a:t>
            </a:r>
          </a:p>
          <a:p>
            <a:pPr algn="ctr"/>
            <a:r>
              <a:rPr lang="fr-FR" sz="1400" dirty="0">
                <a:solidFill>
                  <a:sysClr val="windowText" lastClr="000000"/>
                </a:solidFill>
              </a:rPr>
              <a:t>E</a:t>
            </a:r>
          </a:p>
          <a:p>
            <a:pPr algn="ctr"/>
            <a:r>
              <a:rPr lang="fr-FR" sz="1400" dirty="0">
                <a:solidFill>
                  <a:sysClr val="windowText" lastClr="000000"/>
                </a:solidFill>
              </a:rPr>
              <a:t>G</a:t>
            </a:r>
          </a:p>
          <a:p>
            <a:pPr algn="ctr"/>
            <a:r>
              <a:rPr lang="fr-FR" sz="1400" dirty="0">
                <a:solidFill>
                  <a:sysClr val="windowText" lastClr="000000"/>
                </a:solidFill>
              </a:rPr>
              <a:t>R</a:t>
            </a:r>
          </a:p>
          <a:p>
            <a:pPr algn="ctr"/>
            <a:r>
              <a:rPr lang="fr-FR" sz="1400" dirty="0">
                <a:solidFill>
                  <a:sysClr val="windowText" lastClr="000000"/>
                </a:solidFill>
              </a:rPr>
              <a:t>A</a:t>
            </a:r>
          </a:p>
          <a:p>
            <a:pPr algn="ctr"/>
            <a:r>
              <a:rPr lang="fr-FR" sz="1400" dirty="0">
                <a:solidFill>
                  <a:sysClr val="windowText" lastClr="000000"/>
                </a:solidFill>
              </a:rPr>
              <a:t>T</a:t>
            </a:r>
          </a:p>
          <a:p>
            <a:pPr algn="ctr"/>
            <a:r>
              <a:rPr lang="fr-FR" sz="1400" dirty="0">
                <a:solidFill>
                  <a:sysClr val="windowText" lastClr="000000"/>
                </a:solidFill>
              </a:rPr>
              <a:t>I</a:t>
            </a:r>
          </a:p>
          <a:p>
            <a:pPr algn="ctr"/>
            <a:r>
              <a:rPr lang="fr-FR" sz="1400" dirty="0">
                <a:solidFill>
                  <a:sysClr val="windowText" lastClr="000000"/>
                </a:solidFill>
              </a:rPr>
              <a:t>O</a:t>
            </a:r>
          </a:p>
          <a:p>
            <a:pPr algn="ctr"/>
            <a:r>
              <a:rPr lang="fr-FR" sz="1400" dirty="0">
                <a:solidFill>
                  <a:sysClr val="windowText" lastClr="000000"/>
                </a:solidFill>
              </a:rPr>
              <a:t>N</a:t>
            </a:r>
            <a:endParaRPr lang="fr-FR" dirty="0">
              <a:solidFill>
                <a:sysClr val="windowText" lastClr="000000"/>
              </a:solidFill>
            </a:endParaRPr>
          </a:p>
        </p:txBody>
      </p:sp>
      <p:sp>
        <p:nvSpPr>
          <p:cNvPr id="11" name="Rectangle 10">
            <a:extLst>
              <a:ext uri="{FF2B5EF4-FFF2-40B4-BE49-F238E27FC236}">
                <a16:creationId xmlns:a16="http://schemas.microsoft.com/office/drawing/2014/main" id="{960CACB6-9CAC-B991-D64E-BA15D8745775}"/>
              </a:ext>
            </a:extLst>
          </p:cNvPr>
          <p:cNvSpPr/>
          <p:nvPr/>
        </p:nvSpPr>
        <p:spPr>
          <a:xfrm>
            <a:off x="2270772" y="2433031"/>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E</a:t>
            </a:r>
          </a:p>
          <a:p>
            <a:pPr algn="ctr"/>
            <a:r>
              <a:rPr lang="fr-FR" sz="1400" dirty="0">
                <a:solidFill>
                  <a:sysClr val="windowText" lastClr="000000"/>
                </a:solidFill>
              </a:rPr>
              <a:t>C</a:t>
            </a:r>
          </a:p>
          <a:p>
            <a:pPr algn="ctr"/>
            <a:r>
              <a:rPr lang="fr-FR" sz="1400" dirty="0">
                <a:solidFill>
                  <a:sysClr val="windowText" lastClr="000000"/>
                </a:solidFill>
              </a:rPr>
              <a:t>H</a:t>
            </a:r>
          </a:p>
          <a:p>
            <a:pPr algn="ctr"/>
            <a:r>
              <a:rPr lang="fr-FR" sz="1400" dirty="0">
                <a:solidFill>
                  <a:sysClr val="windowText" lastClr="000000"/>
                </a:solidFill>
              </a:rPr>
              <a:t>E</a:t>
            </a:r>
          </a:p>
          <a:p>
            <a:pPr algn="ctr"/>
            <a:r>
              <a:rPr lang="fr-FR" sz="1400" dirty="0">
                <a:solidFill>
                  <a:sysClr val="windowText" lastClr="000000"/>
                </a:solidFill>
              </a:rPr>
              <a:t>L</a:t>
            </a:r>
          </a:p>
          <a:p>
            <a:pPr algn="ctr"/>
            <a:r>
              <a:rPr lang="fr-FR" sz="1400" dirty="0">
                <a:solidFill>
                  <a:sysClr val="windowText" lastClr="000000"/>
                </a:solidFill>
              </a:rPr>
              <a:t>L</a:t>
            </a:r>
          </a:p>
          <a:p>
            <a:pPr algn="ctr"/>
            <a:r>
              <a:rPr lang="fr-FR" sz="1400" dirty="0">
                <a:solidFill>
                  <a:sysClr val="windowText" lastClr="000000"/>
                </a:solidFill>
              </a:rPr>
              <a:t>E</a:t>
            </a:r>
            <a:endParaRPr lang="fr-FR" dirty="0">
              <a:solidFill>
                <a:sysClr val="windowText" lastClr="000000"/>
              </a:solidFill>
            </a:endParaRPr>
          </a:p>
        </p:txBody>
      </p:sp>
      <p:sp>
        <p:nvSpPr>
          <p:cNvPr id="12" name="Rectangle 11">
            <a:extLst>
              <a:ext uri="{FF2B5EF4-FFF2-40B4-BE49-F238E27FC236}">
                <a16:creationId xmlns:a16="http://schemas.microsoft.com/office/drawing/2014/main" id="{3B5BAB8C-17D1-24E8-6854-9B7998860152}"/>
              </a:ext>
            </a:extLst>
          </p:cNvPr>
          <p:cNvSpPr/>
          <p:nvPr/>
        </p:nvSpPr>
        <p:spPr>
          <a:xfrm>
            <a:off x="4081103" y="2433031"/>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F</a:t>
            </a:r>
          </a:p>
          <a:p>
            <a:pPr algn="ctr"/>
            <a:r>
              <a:rPr lang="fr-FR" sz="1400" dirty="0">
                <a:solidFill>
                  <a:sysClr val="windowText" lastClr="000000"/>
                </a:solidFill>
              </a:rPr>
              <a:t>R</a:t>
            </a:r>
          </a:p>
          <a:p>
            <a:pPr algn="ctr"/>
            <a:r>
              <a:rPr lang="fr-FR" sz="1400" dirty="0">
                <a:solidFill>
                  <a:sysClr val="windowText" lastClr="000000"/>
                </a:solidFill>
              </a:rPr>
              <a:t>E</a:t>
            </a:r>
          </a:p>
          <a:p>
            <a:pPr algn="ctr"/>
            <a:r>
              <a:rPr lang="fr-FR" sz="1400" dirty="0">
                <a:solidFill>
                  <a:sysClr val="windowText" lastClr="000000"/>
                </a:solidFill>
              </a:rPr>
              <a:t>Q</a:t>
            </a:r>
          </a:p>
          <a:p>
            <a:pPr algn="ctr"/>
            <a:r>
              <a:rPr lang="fr-FR" sz="1400" dirty="0">
                <a:solidFill>
                  <a:sysClr val="windowText" lastClr="000000"/>
                </a:solidFill>
              </a:rPr>
              <a:t>U</a:t>
            </a:r>
          </a:p>
          <a:p>
            <a:pPr algn="ctr"/>
            <a:r>
              <a:rPr lang="fr-FR" sz="1400" dirty="0">
                <a:solidFill>
                  <a:sysClr val="windowText" lastClr="000000"/>
                </a:solidFill>
              </a:rPr>
              <a:t>E</a:t>
            </a:r>
          </a:p>
          <a:p>
            <a:pPr algn="ctr"/>
            <a:r>
              <a:rPr lang="fr-FR" sz="1400" dirty="0">
                <a:solidFill>
                  <a:sysClr val="windowText" lastClr="000000"/>
                </a:solidFill>
              </a:rPr>
              <a:t>N</a:t>
            </a:r>
          </a:p>
          <a:p>
            <a:pPr algn="ctr"/>
            <a:r>
              <a:rPr lang="fr-FR" sz="1400" dirty="0">
                <a:solidFill>
                  <a:sysClr val="windowText" lastClr="000000"/>
                </a:solidFill>
              </a:rPr>
              <a:t>C</a:t>
            </a:r>
          </a:p>
          <a:p>
            <a:pPr algn="ctr"/>
            <a:r>
              <a:rPr lang="fr-FR" sz="1400" dirty="0">
                <a:solidFill>
                  <a:sysClr val="windowText" lastClr="000000"/>
                </a:solidFill>
              </a:rPr>
              <a:t>E</a:t>
            </a:r>
          </a:p>
        </p:txBody>
      </p:sp>
      <p:sp>
        <p:nvSpPr>
          <p:cNvPr id="13" name="Rectangle 12">
            <a:extLst>
              <a:ext uri="{FF2B5EF4-FFF2-40B4-BE49-F238E27FC236}">
                <a16:creationId xmlns:a16="http://schemas.microsoft.com/office/drawing/2014/main" id="{C29118E4-7177-BAB7-C76B-215D58DE0D5F}"/>
              </a:ext>
            </a:extLst>
          </p:cNvPr>
          <p:cNvSpPr/>
          <p:nvPr/>
        </p:nvSpPr>
        <p:spPr>
          <a:xfrm>
            <a:off x="5891434" y="2433031"/>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M</a:t>
            </a:r>
          </a:p>
          <a:p>
            <a:pPr algn="ctr"/>
            <a:r>
              <a:rPr lang="fr-FR" sz="1400" dirty="0">
                <a:solidFill>
                  <a:sysClr val="windowText" lastClr="000000"/>
                </a:solidFill>
              </a:rPr>
              <a:t>O</a:t>
            </a:r>
          </a:p>
          <a:p>
            <a:pPr algn="ctr"/>
            <a:r>
              <a:rPr lang="fr-FR" sz="1400" dirty="0">
                <a:solidFill>
                  <a:sysClr val="windowText" lastClr="000000"/>
                </a:solidFill>
              </a:rPr>
              <a:t>D</a:t>
            </a:r>
          </a:p>
          <a:p>
            <a:pPr algn="ctr"/>
            <a:r>
              <a:rPr lang="fr-FR" sz="1400" dirty="0">
                <a:solidFill>
                  <a:sysClr val="windowText" lastClr="000000"/>
                </a:solidFill>
              </a:rPr>
              <a:t>E</a:t>
            </a:r>
            <a:endParaRPr lang="fr-FR" dirty="0">
              <a:solidFill>
                <a:sysClr val="windowText" lastClr="000000"/>
              </a:solidFill>
            </a:endParaRPr>
          </a:p>
        </p:txBody>
      </p:sp>
      <p:cxnSp>
        <p:nvCxnSpPr>
          <p:cNvPr id="20" name="Connecteur droit avec flèche 19">
            <a:extLst>
              <a:ext uri="{FF2B5EF4-FFF2-40B4-BE49-F238E27FC236}">
                <a16:creationId xmlns:a16="http://schemas.microsoft.com/office/drawing/2014/main" id="{8D08AC6B-4283-E6EA-2D01-3593D4D02FEB}"/>
              </a:ext>
            </a:extLst>
          </p:cNvPr>
          <p:cNvCxnSpPr>
            <a:cxnSpLocks/>
            <a:endCxn id="7" idx="1"/>
          </p:cNvCxnSpPr>
          <p:nvPr/>
        </p:nvCxnSpPr>
        <p:spPr>
          <a:xfrm>
            <a:off x="-309769" y="3627813"/>
            <a:ext cx="770210" cy="0"/>
          </a:xfrm>
          <a:prstGeom prst="straightConnector1">
            <a:avLst/>
          </a:prstGeom>
          <a:ln>
            <a:solidFill>
              <a:srgbClr val="007EB9"/>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C6B7E4FB-B276-5790-7036-5C8FE0EA2DD5}"/>
              </a:ext>
            </a:extLst>
          </p:cNvPr>
          <p:cNvCxnSpPr>
            <a:cxnSpLocks/>
          </p:cNvCxnSpPr>
          <p:nvPr/>
        </p:nvCxnSpPr>
        <p:spPr>
          <a:xfrm>
            <a:off x="791119" y="29928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3">
            <a:extLst>
              <a:ext uri="{FF2B5EF4-FFF2-40B4-BE49-F238E27FC236}">
                <a16:creationId xmlns:a16="http://schemas.microsoft.com/office/drawing/2014/main" id="{2E1EA953-DE38-18FC-6CAB-71122AFCAC7D}"/>
              </a:ext>
            </a:extLst>
          </p:cNvPr>
          <p:cNvCxnSpPr>
            <a:cxnSpLocks/>
          </p:cNvCxnSpPr>
          <p:nvPr/>
        </p:nvCxnSpPr>
        <p:spPr>
          <a:xfrm>
            <a:off x="791119" y="42501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56D79E04-78AB-73DD-6D04-228B2A16E05D}"/>
              </a:ext>
            </a:extLst>
          </p:cNvPr>
          <p:cNvCxnSpPr>
            <a:cxnSpLocks/>
          </p:cNvCxnSpPr>
          <p:nvPr/>
        </p:nvCxnSpPr>
        <p:spPr>
          <a:xfrm>
            <a:off x="2601450" y="29928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41">
            <a:extLst>
              <a:ext uri="{FF2B5EF4-FFF2-40B4-BE49-F238E27FC236}">
                <a16:creationId xmlns:a16="http://schemas.microsoft.com/office/drawing/2014/main" id="{D227D95E-BEE7-DB18-259B-4EBFDA9A522C}"/>
              </a:ext>
            </a:extLst>
          </p:cNvPr>
          <p:cNvCxnSpPr>
            <a:cxnSpLocks/>
          </p:cNvCxnSpPr>
          <p:nvPr/>
        </p:nvCxnSpPr>
        <p:spPr>
          <a:xfrm>
            <a:off x="2601450" y="42501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eur droit avec flèche 42">
            <a:extLst>
              <a:ext uri="{FF2B5EF4-FFF2-40B4-BE49-F238E27FC236}">
                <a16:creationId xmlns:a16="http://schemas.microsoft.com/office/drawing/2014/main" id="{2970FF51-8C7A-97FA-043F-27BCD99A4296}"/>
              </a:ext>
            </a:extLst>
          </p:cNvPr>
          <p:cNvCxnSpPr>
            <a:cxnSpLocks/>
          </p:cNvCxnSpPr>
          <p:nvPr/>
        </p:nvCxnSpPr>
        <p:spPr>
          <a:xfrm>
            <a:off x="4411781" y="29928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061848A9-8A19-9F8B-213F-DA78A2BF65FA}"/>
              </a:ext>
            </a:extLst>
          </p:cNvPr>
          <p:cNvCxnSpPr>
            <a:cxnSpLocks/>
          </p:cNvCxnSpPr>
          <p:nvPr/>
        </p:nvCxnSpPr>
        <p:spPr>
          <a:xfrm>
            <a:off x="4411781" y="42501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44">
            <a:extLst>
              <a:ext uri="{FF2B5EF4-FFF2-40B4-BE49-F238E27FC236}">
                <a16:creationId xmlns:a16="http://schemas.microsoft.com/office/drawing/2014/main" id="{1CB10815-1EC5-8810-D1FF-73A89A19B890}"/>
              </a:ext>
            </a:extLst>
          </p:cNvPr>
          <p:cNvCxnSpPr>
            <a:cxnSpLocks/>
          </p:cNvCxnSpPr>
          <p:nvPr/>
        </p:nvCxnSpPr>
        <p:spPr>
          <a:xfrm>
            <a:off x="6222112" y="29928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A120066E-F870-5842-DB5D-D02C739972B4}"/>
              </a:ext>
            </a:extLst>
          </p:cNvPr>
          <p:cNvCxnSpPr>
            <a:cxnSpLocks/>
          </p:cNvCxnSpPr>
          <p:nvPr/>
        </p:nvCxnSpPr>
        <p:spPr>
          <a:xfrm>
            <a:off x="6222112" y="42501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828555B3-084F-DF17-9073-B5C3B6ADD63E}"/>
              </a:ext>
            </a:extLst>
          </p:cNvPr>
          <p:cNvCxnSpPr>
            <a:cxnSpLocks/>
          </p:cNvCxnSpPr>
          <p:nvPr/>
        </p:nvCxnSpPr>
        <p:spPr>
          <a:xfrm>
            <a:off x="8032443" y="29928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B736BB69-32EE-6544-CB39-EC2AD371347C}"/>
              </a:ext>
            </a:extLst>
          </p:cNvPr>
          <p:cNvCxnSpPr>
            <a:cxnSpLocks/>
          </p:cNvCxnSpPr>
          <p:nvPr/>
        </p:nvCxnSpPr>
        <p:spPr>
          <a:xfrm>
            <a:off x="8032443" y="4250113"/>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ZoneTexte 48">
            <a:extLst>
              <a:ext uri="{FF2B5EF4-FFF2-40B4-BE49-F238E27FC236}">
                <a16:creationId xmlns:a16="http://schemas.microsoft.com/office/drawing/2014/main" id="{0ADEA9E6-BDAF-4EF7-3A3D-51FDEDF6BD3B}"/>
              </a:ext>
            </a:extLst>
          </p:cNvPr>
          <p:cNvSpPr txBox="1"/>
          <p:nvPr/>
        </p:nvSpPr>
        <p:spPr>
          <a:xfrm>
            <a:off x="1094494" y="2686453"/>
            <a:ext cx="1295993"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Consommation</a:t>
            </a:r>
          </a:p>
        </p:txBody>
      </p:sp>
      <p:sp>
        <p:nvSpPr>
          <p:cNvPr id="50" name="ZoneTexte 49">
            <a:extLst>
              <a:ext uri="{FF2B5EF4-FFF2-40B4-BE49-F238E27FC236}">
                <a16:creationId xmlns:a16="http://schemas.microsoft.com/office/drawing/2014/main" id="{FFC1EF07-448F-CD81-BD7B-A45BECACA07D}"/>
              </a:ext>
            </a:extLst>
          </p:cNvPr>
          <p:cNvSpPr txBox="1"/>
          <p:nvPr/>
        </p:nvSpPr>
        <p:spPr>
          <a:xfrm>
            <a:off x="1119894" y="3925501"/>
            <a:ext cx="1295993"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Transactionnel</a:t>
            </a:r>
          </a:p>
        </p:txBody>
      </p:sp>
      <p:sp>
        <p:nvSpPr>
          <p:cNvPr id="51" name="ZoneTexte 50">
            <a:extLst>
              <a:ext uri="{FF2B5EF4-FFF2-40B4-BE49-F238E27FC236}">
                <a16:creationId xmlns:a16="http://schemas.microsoft.com/office/drawing/2014/main" id="{BF4F5E19-3D5F-5784-6DAE-B0D0A3AA93F7}"/>
              </a:ext>
            </a:extLst>
          </p:cNvPr>
          <p:cNvSpPr txBox="1"/>
          <p:nvPr/>
        </p:nvSpPr>
        <p:spPr>
          <a:xfrm>
            <a:off x="3395255" y="2686453"/>
            <a:ext cx="764945" cy="276998"/>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Unitaire</a:t>
            </a:r>
          </a:p>
        </p:txBody>
      </p:sp>
      <p:sp>
        <p:nvSpPr>
          <p:cNvPr id="52" name="ZoneTexte 51">
            <a:extLst>
              <a:ext uri="{FF2B5EF4-FFF2-40B4-BE49-F238E27FC236}">
                <a16:creationId xmlns:a16="http://schemas.microsoft.com/office/drawing/2014/main" id="{754AA075-EFBA-68E3-7F0F-7003ABF06E21}"/>
              </a:ext>
            </a:extLst>
          </p:cNvPr>
          <p:cNvSpPr txBox="1"/>
          <p:nvPr/>
        </p:nvSpPr>
        <p:spPr>
          <a:xfrm>
            <a:off x="3698628" y="3952255"/>
            <a:ext cx="764945" cy="276998"/>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Lot</a:t>
            </a:r>
          </a:p>
        </p:txBody>
      </p:sp>
      <p:sp>
        <p:nvSpPr>
          <p:cNvPr id="53" name="ZoneTexte 52">
            <a:extLst>
              <a:ext uri="{FF2B5EF4-FFF2-40B4-BE49-F238E27FC236}">
                <a16:creationId xmlns:a16="http://schemas.microsoft.com/office/drawing/2014/main" id="{001CA8FD-A74B-BCEB-2D29-E776B4ED925E}"/>
              </a:ext>
            </a:extLst>
          </p:cNvPr>
          <p:cNvSpPr txBox="1"/>
          <p:nvPr/>
        </p:nvSpPr>
        <p:spPr>
          <a:xfrm>
            <a:off x="4820384" y="2686453"/>
            <a:ext cx="1186403"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A la demande</a:t>
            </a:r>
          </a:p>
        </p:txBody>
      </p:sp>
      <p:sp>
        <p:nvSpPr>
          <p:cNvPr id="54" name="ZoneTexte 53">
            <a:extLst>
              <a:ext uri="{FF2B5EF4-FFF2-40B4-BE49-F238E27FC236}">
                <a16:creationId xmlns:a16="http://schemas.microsoft.com/office/drawing/2014/main" id="{AB01F885-E28B-E037-080B-C019317FCD92}"/>
              </a:ext>
            </a:extLst>
          </p:cNvPr>
          <p:cNvSpPr txBox="1"/>
          <p:nvPr/>
        </p:nvSpPr>
        <p:spPr>
          <a:xfrm>
            <a:off x="5222052" y="3952254"/>
            <a:ext cx="76494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Planifié</a:t>
            </a:r>
          </a:p>
        </p:txBody>
      </p:sp>
      <p:sp>
        <p:nvSpPr>
          <p:cNvPr id="55" name="ZoneTexte 54">
            <a:extLst>
              <a:ext uri="{FF2B5EF4-FFF2-40B4-BE49-F238E27FC236}">
                <a16:creationId xmlns:a16="http://schemas.microsoft.com/office/drawing/2014/main" id="{C690E4DC-5346-4B7A-1AC9-6393735E2011}"/>
              </a:ext>
            </a:extLst>
          </p:cNvPr>
          <p:cNvSpPr txBox="1"/>
          <p:nvPr/>
        </p:nvSpPr>
        <p:spPr>
          <a:xfrm>
            <a:off x="6824925" y="2686453"/>
            <a:ext cx="930284"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Synchrone</a:t>
            </a:r>
          </a:p>
        </p:txBody>
      </p:sp>
      <p:sp>
        <p:nvSpPr>
          <p:cNvPr id="56" name="ZoneTexte 55">
            <a:extLst>
              <a:ext uri="{FF2B5EF4-FFF2-40B4-BE49-F238E27FC236}">
                <a16:creationId xmlns:a16="http://schemas.microsoft.com/office/drawing/2014/main" id="{C7520387-6B94-0E30-04C9-DD1A81E1B064}"/>
              </a:ext>
            </a:extLst>
          </p:cNvPr>
          <p:cNvSpPr txBox="1"/>
          <p:nvPr/>
        </p:nvSpPr>
        <p:spPr>
          <a:xfrm>
            <a:off x="6745476" y="3956641"/>
            <a:ext cx="106177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Asynchrone</a:t>
            </a:r>
          </a:p>
        </p:txBody>
      </p:sp>
      <p:sp>
        <p:nvSpPr>
          <p:cNvPr id="57" name="ZoneTexte 56">
            <a:extLst>
              <a:ext uri="{FF2B5EF4-FFF2-40B4-BE49-F238E27FC236}">
                <a16:creationId xmlns:a16="http://schemas.microsoft.com/office/drawing/2014/main" id="{28378504-7D5B-1BA6-9701-5BF944FB1115}"/>
              </a:ext>
            </a:extLst>
          </p:cNvPr>
          <p:cNvSpPr txBox="1"/>
          <p:nvPr/>
        </p:nvSpPr>
        <p:spPr>
          <a:xfrm>
            <a:off x="8729625" y="2686453"/>
            <a:ext cx="106177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Standard</a:t>
            </a:r>
          </a:p>
        </p:txBody>
      </p:sp>
      <p:sp>
        <p:nvSpPr>
          <p:cNvPr id="58" name="ZoneTexte 57">
            <a:extLst>
              <a:ext uri="{FF2B5EF4-FFF2-40B4-BE49-F238E27FC236}">
                <a16:creationId xmlns:a16="http://schemas.microsoft.com/office/drawing/2014/main" id="{CC19AF29-4E80-1F96-DA33-5CD96906A397}"/>
              </a:ext>
            </a:extLst>
          </p:cNvPr>
          <p:cNvSpPr txBox="1"/>
          <p:nvPr/>
        </p:nvSpPr>
        <p:spPr>
          <a:xfrm>
            <a:off x="8592547" y="3925500"/>
            <a:ext cx="106177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Propriétaire</a:t>
            </a:r>
          </a:p>
        </p:txBody>
      </p:sp>
      <p:sp>
        <p:nvSpPr>
          <p:cNvPr id="3" name="Rectangle : coins arrondis 2">
            <a:extLst>
              <a:ext uri="{FF2B5EF4-FFF2-40B4-BE49-F238E27FC236}">
                <a16:creationId xmlns:a16="http://schemas.microsoft.com/office/drawing/2014/main" id="{C9FBC9A8-80AD-3CCB-4F09-36132E17D178}"/>
              </a:ext>
            </a:extLst>
          </p:cNvPr>
          <p:cNvSpPr/>
          <p:nvPr/>
        </p:nvSpPr>
        <p:spPr>
          <a:xfrm>
            <a:off x="10997931" y="3987386"/>
            <a:ext cx="648983" cy="46068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UC2</a:t>
            </a:r>
          </a:p>
        </p:txBody>
      </p:sp>
      <p:cxnSp>
        <p:nvCxnSpPr>
          <p:cNvPr id="6" name="Connecteur droit avec flèche 5">
            <a:extLst>
              <a:ext uri="{FF2B5EF4-FFF2-40B4-BE49-F238E27FC236}">
                <a16:creationId xmlns:a16="http://schemas.microsoft.com/office/drawing/2014/main" id="{3F6F276C-FD5B-A03C-ED6F-F9A1E3E54302}"/>
              </a:ext>
            </a:extLst>
          </p:cNvPr>
          <p:cNvCxnSpPr>
            <a:cxnSpLocks/>
          </p:cNvCxnSpPr>
          <p:nvPr/>
        </p:nvCxnSpPr>
        <p:spPr>
          <a:xfrm>
            <a:off x="9822274" y="2479574"/>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61B7CD77-30D9-C0D8-C308-E43F881068D7}"/>
              </a:ext>
            </a:extLst>
          </p:cNvPr>
          <p:cNvCxnSpPr>
            <a:cxnSpLocks/>
          </p:cNvCxnSpPr>
          <p:nvPr/>
        </p:nvCxnSpPr>
        <p:spPr>
          <a:xfrm>
            <a:off x="9822274" y="1841258"/>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ZoneTexte 14">
            <a:extLst>
              <a:ext uri="{FF2B5EF4-FFF2-40B4-BE49-F238E27FC236}">
                <a16:creationId xmlns:a16="http://schemas.microsoft.com/office/drawing/2014/main" id="{6B59B353-54C2-BAB7-3B23-E5FAAEB21614}"/>
              </a:ext>
            </a:extLst>
          </p:cNvPr>
          <p:cNvSpPr txBox="1"/>
          <p:nvPr/>
        </p:nvSpPr>
        <p:spPr>
          <a:xfrm>
            <a:off x="10555871" y="966959"/>
            <a:ext cx="557604" cy="275852"/>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API</a:t>
            </a:r>
          </a:p>
        </p:txBody>
      </p:sp>
      <p:sp>
        <p:nvSpPr>
          <p:cNvPr id="16" name="ZoneTexte 15">
            <a:extLst>
              <a:ext uri="{FF2B5EF4-FFF2-40B4-BE49-F238E27FC236}">
                <a16:creationId xmlns:a16="http://schemas.microsoft.com/office/drawing/2014/main" id="{428B71FF-D0F5-1753-9B65-CA62703C12C5}"/>
              </a:ext>
            </a:extLst>
          </p:cNvPr>
          <p:cNvSpPr txBox="1"/>
          <p:nvPr/>
        </p:nvSpPr>
        <p:spPr>
          <a:xfrm>
            <a:off x="10457269" y="1600260"/>
            <a:ext cx="557604" cy="275852"/>
          </a:xfrm>
          <a:prstGeom prst="rect">
            <a:avLst/>
          </a:prstGeom>
          <a:noFill/>
        </p:spPr>
        <p:txBody>
          <a:bodyPr wrap="square" rtlCol="0">
            <a:spAutoFit/>
          </a:bodyPr>
          <a:lstStyle/>
          <a:p>
            <a:pPr algn="r"/>
            <a:r>
              <a:rPr lang="fr-FR" sz="1200" dirty="0">
                <a:latin typeface="Arial" panose="020B0604020202020204" pitchFamily="34" charset="0"/>
                <a:cs typeface="Arial" panose="020B0604020202020204" pitchFamily="34" charset="0"/>
              </a:rPr>
              <a:t>JMS</a:t>
            </a:r>
          </a:p>
        </p:txBody>
      </p:sp>
      <p:sp>
        <p:nvSpPr>
          <p:cNvPr id="17" name="ZoneTexte 16">
            <a:extLst>
              <a:ext uri="{FF2B5EF4-FFF2-40B4-BE49-F238E27FC236}">
                <a16:creationId xmlns:a16="http://schemas.microsoft.com/office/drawing/2014/main" id="{B778C9FB-09C2-5754-719B-DE3D14D0B0C7}"/>
              </a:ext>
            </a:extLst>
          </p:cNvPr>
          <p:cNvSpPr txBox="1"/>
          <p:nvPr/>
        </p:nvSpPr>
        <p:spPr>
          <a:xfrm>
            <a:off x="10503997" y="3950240"/>
            <a:ext cx="557604" cy="275852"/>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BDD</a:t>
            </a:r>
          </a:p>
        </p:txBody>
      </p:sp>
      <p:sp>
        <p:nvSpPr>
          <p:cNvPr id="18" name="ZoneTexte 17">
            <a:extLst>
              <a:ext uri="{FF2B5EF4-FFF2-40B4-BE49-F238E27FC236}">
                <a16:creationId xmlns:a16="http://schemas.microsoft.com/office/drawing/2014/main" id="{6E7FBB59-C0DA-7888-6B55-8FE9517E6713}"/>
              </a:ext>
            </a:extLst>
          </p:cNvPr>
          <p:cNvSpPr txBox="1"/>
          <p:nvPr/>
        </p:nvSpPr>
        <p:spPr>
          <a:xfrm>
            <a:off x="10393988" y="4664988"/>
            <a:ext cx="684159"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Fichier</a:t>
            </a:r>
          </a:p>
        </p:txBody>
      </p:sp>
      <p:sp>
        <p:nvSpPr>
          <p:cNvPr id="19" name="ZoneTexte 18">
            <a:extLst>
              <a:ext uri="{FF2B5EF4-FFF2-40B4-BE49-F238E27FC236}">
                <a16:creationId xmlns:a16="http://schemas.microsoft.com/office/drawing/2014/main" id="{AD9F12BC-4D1F-517F-1D28-56A2A224541B}"/>
              </a:ext>
            </a:extLst>
          </p:cNvPr>
          <p:cNvSpPr txBox="1"/>
          <p:nvPr/>
        </p:nvSpPr>
        <p:spPr>
          <a:xfrm>
            <a:off x="9770902" y="2209174"/>
            <a:ext cx="1246173" cy="276999"/>
          </a:xfrm>
          <a:prstGeom prst="rect">
            <a:avLst/>
          </a:prstGeom>
          <a:noFill/>
        </p:spPr>
        <p:txBody>
          <a:bodyPr wrap="square" rtlCol="0">
            <a:spAutoFit/>
          </a:bodyPr>
          <a:lstStyle/>
          <a:p>
            <a:pPr algn="r"/>
            <a:r>
              <a:rPr lang="fr-FR" sz="1200" dirty="0">
                <a:latin typeface="Arial" panose="020B0604020202020204" pitchFamily="34" charset="0"/>
                <a:cs typeface="Arial" panose="020B0604020202020204" pitchFamily="34" charset="0"/>
              </a:rPr>
              <a:t>SOAP/WSDL</a:t>
            </a:r>
          </a:p>
        </p:txBody>
      </p:sp>
      <p:cxnSp>
        <p:nvCxnSpPr>
          <p:cNvPr id="21" name="Connecteur droit avec flèche 20">
            <a:extLst>
              <a:ext uri="{FF2B5EF4-FFF2-40B4-BE49-F238E27FC236}">
                <a16:creationId xmlns:a16="http://schemas.microsoft.com/office/drawing/2014/main" id="{20E9A82A-4EFA-01F3-E033-EED5FD9E10FD}"/>
              </a:ext>
            </a:extLst>
          </p:cNvPr>
          <p:cNvCxnSpPr>
            <a:cxnSpLocks/>
          </p:cNvCxnSpPr>
          <p:nvPr/>
        </p:nvCxnSpPr>
        <p:spPr>
          <a:xfrm>
            <a:off x="9822274" y="1202942"/>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2">
            <a:extLst>
              <a:ext uri="{FF2B5EF4-FFF2-40B4-BE49-F238E27FC236}">
                <a16:creationId xmlns:a16="http://schemas.microsoft.com/office/drawing/2014/main" id="{574325A6-C6C5-C51A-D9C7-55C6EE3B47BB}"/>
              </a:ext>
            </a:extLst>
          </p:cNvPr>
          <p:cNvCxnSpPr>
            <a:cxnSpLocks/>
          </p:cNvCxnSpPr>
          <p:nvPr/>
        </p:nvCxnSpPr>
        <p:spPr>
          <a:xfrm>
            <a:off x="9822274" y="3117889"/>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4">
            <a:extLst>
              <a:ext uri="{FF2B5EF4-FFF2-40B4-BE49-F238E27FC236}">
                <a16:creationId xmlns:a16="http://schemas.microsoft.com/office/drawing/2014/main" id="{B147E8DE-4FA9-75D6-0D0C-8CC3697F843E}"/>
              </a:ext>
            </a:extLst>
          </p:cNvPr>
          <p:cNvCxnSpPr>
            <a:cxnSpLocks/>
          </p:cNvCxnSpPr>
          <p:nvPr/>
        </p:nvCxnSpPr>
        <p:spPr>
          <a:xfrm>
            <a:off x="9822274" y="4214915"/>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5">
            <a:extLst>
              <a:ext uri="{FF2B5EF4-FFF2-40B4-BE49-F238E27FC236}">
                <a16:creationId xmlns:a16="http://schemas.microsoft.com/office/drawing/2014/main" id="{0E27F80F-0358-80BB-DEAA-41CDF0755C2E}"/>
              </a:ext>
            </a:extLst>
          </p:cNvPr>
          <p:cNvCxnSpPr>
            <a:cxnSpLocks/>
          </p:cNvCxnSpPr>
          <p:nvPr/>
        </p:nvCxnSpPr>
        <p:spPr>
          <a:xfrm>
            <a:off x="9832597" y="4941428"/>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eur droit avec flèche 26">
            <a:extLst>
              <a:ext uri="{FF2B5EF4-FFF2-40B4-BE49-F238E27FC236}">
                <a16:creationId xmlns:a16="http://schemas.microsoft.com/office/drawing/2014/main" id="{F7790599-8E6F-F956-2143-800A302EB647}"/>
              </a:ext>
            </a:extLst>
          </p:cNvPr>
          <p:cNvCxnSpPr>
            <a:cxnSpLocks/>
          </p:cNvCxnSpPr>
          <p:nvPr/>
        </p:nvCxnSpPr>
        <p:spPr>
          <a:xfrm>
            <a:off x="9832597" y="5695989"/>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61569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mph" presetSubtype="0" fill="hold" grpId="0" nodeType="withEffect">
                                  <p:stCondLst>
                                    <p:cond delay="0"/>
                                  </p:stCondLst>
                                  <p:childTnLst>
                                    <p:animClr clrSpc="hsl" dir="cw">
                                      <p:cBhvr override="childStyle">
                                        <p:cTn id="6" dur="500" fill="hold"/>
                                        <p:tgtEl>
                                          <p:spTgt spid="49"/>
                                        </p:tgtEl>
                                        <p:attrNameLst>
                                          <p:attrName>style.color</p:attrName>
                                        </p:attrNameLst>
                                      </p:cBhvr>
                                      <p:by>
                                        <p:hsl h="7200000" s="0" l="0"/>
                                      </p:by>
                                    </p:animClr>
                                    <p:animClr clrSpc="hsl" dir="cw">
                                      <p:cBhvr>
                                        <p:cTn id="7" dur="500" fill="hold"/>
                                        <p:tgtEl>
                                          <p:spTgt spid="49"/>
                                        </p:tgtEl>
                                        <p:attrNameLst>
                                          <p:attrName>fillcolor</p:attrName>
                                        </p:attrNameLst>
                                      </p:cBhvr>
                                      <p:by>
                                        <p:hsl h="7200000" s="0" l="0"/>
                                      </p:by>
                                    </p:animClr>
                                    <p:animClr clrSpc="hsl" dir="cw">
                                      <p:cBhvr>
                                        <p:cTn id="8" dur="500" fill="hold"/>
                                        <p:tgtEl>
                                          <p:spTgt spid="49"/>
                                        </p:tgtEl>
                                        <p:attrNameLst>
                                          <p:attrName>stroke.color</p:attrName>
                                        </p:attrNameLst>
                                      </p:cBhvr>
                                      <p:by>
                                        <p:hsl h="7200000" s="0" l="0"/>
                                      </p:by>
                                    </p:animClr>
                                    <p:set>
                                      <p:cBhvr>
                                        <p:cTn id="9" dur="500" fill="hold"/>
                                        <p:tgtEl>
                                          <p:spTgt spid="49"/>
                                        </p:tgtEl>
                                        <p:attrNameLst>
                                          <p:attrName>fill.type</p:attrName>
                                        </p:attrNameLst>
                                      </p:cBhvr>
                                      <p:to>
                                        <p:strVal val="solid"/>
                                      </p:to>
                                    </p:set>
                                  </p:childTnLst>
                                  <p:subTnLst>
                                    <p:animClr clrSpc="rgb" dir="cw">
                                      <p:cBhvr override="childStyle">
                                        <p:cTn dur="1" fill="hold" display="0" masterRel="nextClick" afterEffect="1"/>
                                        <p:tgtEl>
                                          <p:spTgt spid="49"/>
                                        </p:tgtEl>
                                        <p:attrNameLst>
                                          <p:attrName>ppt_c</p:attrName>
                                        </p:attrNameLst>
                                      </p:cBhvr>
                                      <p:to>
                                        <a:srgbClr val="007EB9"/>
                                      </p:to>
                                    </p:animClr>
                                  </p:subTnLst>
                                </p:cTn>
                              </p:par>
                              <p:par>
                                <p:cTn id="10" presetID="19" presetClass="emph" presetSubtype="0" fill="hold" nodeType="withEffect">
                                  <p:stCondLst>
                                    <p:cond delay="0"/>
                                  </p:stCondLst>
                                  <p:childTnLst>
                                    <p:animClr clrSpc="rgb" dir="cw">
                                      <p:cBhvr override="childStyle">
                                        <p:cTn id="11" dur="500" fill="hold"/>
                                        <p:tgtEl>
                                          <p:spTgt spid="22"/>
                                        </p:tgtEl>
                                        <p:attrNameLst>
                                          <p:attrName>style.color</p:attrName>
                                        </p:attrNameLst>
                                      </p:cBhvr>
                                      <p:to>
                                        <a:srgbClr val="007EB9"/>
                                      </p:to>
                                    </p:animClr>
                                    <p:animClr clrSpc="rgb" dir="cw">
                                      <p:cBhvr>
                                        <p:cTn id="12" dur="500" fill="hold"/>
                                        <p:tgtEl>
                                          <p:spTgt spid="22"/>
                                        </p:tgtEl>
                                        <p:attrNameLst>
                                          <p:attrName>fillcolor</p:attrName>
                                        </p:attrNameLst>
                                      </p:cBhvr>
                                      <p:to>
                                        <a:srgbClr val="007EB9"/>
                                      </p:to>
                                    </p:animClr>
                                    <p:set>
                                      <p:cBhvr>
                                        <p:cTn id="13" dur="500" fill="hold"/>
                                        <p:tgtEl>
                                          <p:spTgt spid="22"/>
                                        </p:tgtEl>
                                        <p:attrNameLst>
                                          <p:attrName>fill.type</p:attrName>
                                        </p:attrNameLst>
                                      </p:cBhvr>
                                      <p:to>
                                        <p:strVal val="solid"/>
                                      </p:to>
                                    </p:set>
                                    <p:set>
                                      <p:cBhvr>
                                        <p:cTn id="14" dur="500" fill="hold"/>
                                        <p:tgtEl>
                                          <p:spTgt spid="22"/>
                                        </p:tgtEl>
                                        <p:attrNameLst>
                                          <p:attrName>fill.on</p:attrName>
                                        </p:attrNameLst>
                                      </p:cBhvr>
                                      <p:to>
                                        <p:strVal val="true"/>
                                      </p:to>
                                    </p:set>
                                  </p:childTnLst>
                                  <p:subTnLst>
                                    <p:animClr clrSpc="rgb" dir="cw">
                                      <p:cBhvr override="childStyle">
                                        <p:cTn dur="1" fill="hold" display="0" masterRel="nextClick" afterEffect="1"/>
                                        <p:tgtEl>
                                          <p:spTgt spid="22"/>
                                        </p:tgtEl>
                                        <p:attrNameLst>
                                          <p:attrName>ppt_c</p:attrName>
                                        </p:attrNameLst>
                                      </p:cBhvr>
                                      <p:to>
                                        <a:srgbClr val="007EB9"/>
                                      </p:to>
                                    </p:animClr>
                                  </p:subTnLst>
                                </p:cTn>
                              </p:par>
                            </p:childTnLst>
                          </p:cTn>
                        </p:par>
                      </p:childTnLst>
                    </p:cTn>
                  </p:par>
                  <p:par>
                    <p:cTn id="15" fill="hold">
                      <p:stCondLst>
                        <p:cond delay="indefinite"/>
                      </p:stCondLst>
                      <p:childTnLst>
                        <p:par>
                          <p:cTn id="16" fill="hold">
                            <p:stCondLst>
                              <p:cond delay="0"/>
                            </p:stCondLst>
                            <p:childTnLst>
                              <p:par>
                                <p:cTn id="17" presetID="19" presetClass="emph" presetSubtype="0" fill="hold" nodeType="clickEffect">
                                  <p:stCondLst>
                                    <p:cond delay="0"/>
                                  </p:stCondLst>
                                  <p:childTnLst>
                                    <p:animClr clrSpc="rgb" dir="cw">
                                      <p:cBhvr override="childStyle">
                                        <p:cTn id="18" dur="500" fill="hold"/>
                                        <p:tgtEl>
                                          <p:spTgt spid="42"/>
                                        </p:tgtEl>
                                        <p:attrNameLst>
                                          <p:attrName>style.color</p:attrName>
                                        </p:attrNameLst>
                                      </p:cBhvr>
                                      <p:to>
                                        <a:srgbClr val="007EB9"/>
                                      </p:to>
                                    </p:animClr>
                                    <p:animClr clrSpc="rgb" dir="cw">
                                      <p:cBhvr>
                                        <p:cTn id="19" dur="500" fill="hold"/>
                                        <p:tgtEl>
                                          <p:spTgt spid="42"/>
                                        </p:tgtEl>
                                        <p:attrNameLst>
                                          <p:attrName>fillcolor</p:attrName>
                                        </p:attrNameLst>
                                      </p:cBhvr>
                                      <p:to>
                                        <a:srgbClr val="007EB9"/>
                                      </p:to>
                                    </p:animClr>
                                    <p:set>
                                      <p:cBhvr>
                                        <p:cTn id="20" dur="500" fill="hold"/>
                                        <p:tgtEl>
                                          <p:spTgt spid="42"/>
                                        </p:tgtEl>
                                        <p:attrNameLst>
                                          <p:attrName>fill.type</p:attrName>
                                        </p:attrNameLst>
                                      </p:cBhvr>
                                      <p:to>
                                        <p:strVal val="solid"/>
                                      </p:to>
                                    </p:set>
                                    <p:set>
                                      <p:cBhvr>
                                        <p:cTn id="21" dur="500" fill="hold"/>
                                        <p:tgtEl>
                                          <p:spTgt spid="42"/>
                                        </p:tgtEl>
                                        <p:attrNameLst>
                                          <p:attrName>fill.on</p:attrName>
                                        </p:attrNameLst>
                                      </p:cBhvr>
                                      <p:to>
                                        <p:strVal val="true"/>
                                      </p:to>
                                    </p:set>
                                  </p:childTnLst>
                                  <p:subTnLst>
                                    <p:animClr clrSpc="rgb" dir="cw">
                                      <p:cBhvr override="childStyle">
                                        <p:cTn dur="1" fill="hold" display="0" masterRel="nextClick" afterEffect="1"/>
                                        <p:tgtEl>
                                          <p:spTgt spid="42"/>
                                        </p:tgtEl>
                                        <p:attrNameLst>
                                          <p:attrName>ppt_c</p:attrName>
                                        </p:attrNameLst>
                                      </p:cBhvr>
                                      <p:to>
                                        <a:srgbClr val="007EB9"/>
                                      </p:to>
                                    </p:animClr>
                                  </p:subTnLst>
                                </p:cTn>
                              </p:par>
                              <p:par>
                                <p:cTn id="22" presetID="21" presetClass="emph" presetSubtype="0" fill="hold" grpId="0" nodeType="withEffect">
                                  <p:stCondLst>
                                    <p:cond delay="0"/>
                                  </p:stCondLst>
                                  <p:childTnLst>
                                    <p:animClr clrSpc="hsl" dir="cw">
                                      <p:cBhvr override="childStyle">
                                        <p:cTn id="23" dur="500" fill="hold"/>
                                        <p:tgtEl>
                                          <p:spTgt spid="52"/>
                                        </p:tgtEl>
                                        <p:attrNameLst>
                                          <p:attrName>style.color</p:attrName>
                                        </p:attrNameLst>
                                      </p:cBhvr>
                                      <p:by>
                                        <p:hsl h="7200000" s="0" l="0"/>
                                      </p:by>
                                    </p:animClr>
                                    <p:animClr clrSpc="hsl" dir="cw">
                                      <p:cBhvr>
                                        <p:cTn id="24" dur="500" fill="hold"/>
                                        <p:tgtEl>
                                          <p:spTgt spid="52"/>
                                        </p:tgtEl>
                                        <p:attrNameLst>
                                          <p:attrName>fillcolor</p:attrName>
                                        </p:attrNameLst>
                                      </p:cBhvr>
                                      <p:by>
                                        <p:hsl h="7200000" s="0" l="0"/>
                                      </p:by>
                                    </p:animClr>
                                    <p:animClr clrSpc="hsl" dir="cw">
                                      <p:cBhvr>
                                        <p:cTn id="25" dur="500" fill="hold"/>
                                        <p:tgtEl>
                                          <p:spTgt spid="52"/>
                                        </p:tgtEl>
                                        <p:attrNameLst>
                                          <p:attrName>stroke.color</p:attrName>
                                        </p:attrNameLst>
                                      </p:cBhvr>
                                      <p:by>
                                        <p:hsl h="7200000" s="0" l="0"/>
                                      </p:by>
                                    </p:animClr>
                                    <p:set>
                                      <p:cBhvr>
                                        <p:cTn id="26" dur="500" fill="hold"/>
                                        <p:tgtEl>
                                          <p:spTgt spid="52"/>
                                        </p:tgtEl>
                                        <p:attrNameLst>
                                          <p:attrName>fill.type</p:attrName>
                                        </p:attrNameLst>
                                      </p:cBhvr>
                                      <p:to>
                                        <p:strVal val="solid"/>
                                      </p:to>
                                    </p:set>
                                  </p:childTnLst>
                                  <p:subTnLst>
                                    <p:animClr clrSpc="rgb" dir="cw">
                                      <p:cBhvr override="childStyle">
                                        <p:cTn dur="1" fill="hold" display="0" masterRel="nextClick" afterEffect="1"/>
                                        <p:tgtEl>
                                          <p:spTgt spid="52"/>
                                        </p:tgtEl>
                                        <p:attrNameLst>
                                          <p:attrName>ppt_c</p:attrName>
                                        </p:attrNameLst>
                                      </p:cBhvr>
                                      <p:to>
                                        <a:srgbClr val="007EB9"/>
                                      </p:to>
                                    </p:animClr>
                                  </p:subTnLst>
                                </p:cTn>
                              </p:par>
                            </p:childTnLst>
                          </p:cTn>
                        </p:par>
                      </p:childTnLst>
                    </p:cTn>
                  </p:par>
                  <p:par>
                    <p:cTn id="27" fill="hold">
                      <p:stCondLst>
                        <p:cond delay="indefinite"/>
                      </p:stCondLst>
                      <p:childTnLst>
                        <p:par>
                          <p:cTn id="28" fill="hold">
                            <p:stCondLst>
                              <p:cond delay="0"/>
                            </p:stCondLst>
                            <p:childTnLst>
                              <p:par>
                                <p:cTn id="29" presetID="19" presetClass="emph" presetSubtype="0" fill="hold" nodeType="clickEffect">
                                  <p:stCondLst>
                                    <p:cond delay="0"/>
                                  </p:stCondLst>
                                  <p:childTnLst>
                                    <p:animClr clrSpc="rgb" dir="cw">
                                      <p:cBhvr override="childStyle">
                                        <p:cTn id="30" dur="500" fill="hold"/>
                                        <p:tgtEl>
                                          <p:spTgt spid="44"/>
                                        </p:tgtEl>
                                        <p:attrNameLst>
                                          <p:attrName>style.color</p:attrName>
                                        </p:attrNameLst>
                                      </p:cBhvr>
                                      <p:to>
                                        <a:srgbClr val="007EB9"/>
                                      </p:to>
                                    </p:animClr>
                                    <p:animClr clrSpc="rgb" dir="cw">
                                      <p:cBhvr>
                                        <p:cTn id="31" dur="500" fill="hold"/>
                                        <p:tgtEl>
                                          <p:spTgt spid="44"/>
                                        </p:tgtEl>
                                        <p:attrNameLst>
                                          <p:attrName>fillcolor</p:attrName>
                                        </p:attrNameLst>
                                      </p:cBhvr>
                                      <p:to>
                                        <a:srgbClr val="007EB9"/>
                                      </p:to>
                                    </p:animClr>
                                    <p:set>
                                      <p:cBhvr>
                                        <p:cTn id="32" dur="500" fill="hold"/>
                                        <p:tgtEl>
                                          <p:spTgt spid="44"/>
                                        </p:tgtEl>
                                        <p:attrNameLst>
                                          <p:attrName>fill.type</p:attrName>
                                        </p:attrNameLst>
                                      </p:cBhvr>
                                      <p:to>
                                        <p:strVal val="solid"/>
                                      </p:to>
                                    </p:set>
                                    <p:set>
                                      <p:cBhvr>
                                        <p:cTn id="33" dur="500" fill="hold"/>
                                        <p:tgtEl>
                                          <p:spTgt spid="44"/>
                                        </p:tgtEl>
                                        <p:attrNameLst>
                                          <p:attrName>fill.on</p:attrName>
                                        </p:attrNameLst>
                                      </p:cBhvr>
                                      <p:to>
                                        <p:strVal val="true"/>
                                      </p:to>
                                    </p:set>
                                  </p:childTnLst>
                                  <p:subTnLst>
                                    <p:animClr clrSpc="rgb" dir="cw">
                                      <p:cBhvr override="childStyle">
                                        <p:cTn dur="1" fill="hold" display="0" masterRel="nextClick" afterEffect="1"/>
                                        <p:tgtEl>
                                          <p:spTgt spid="44"/>
                                        </p:tgtEl>
                                        <p:attrNameLst>
                                          <p:attrName>ppt_c</p:attrName>
                                        </p:attrNameLst>
                                      </p:cBhvr>
                                      <p:to>
                                        <a:srgbClr val="007EB9"/>
                                      </p:to>
                                    </p:animClr>
                                  </p:subTnLst>
                                </p:cTn>
                              </p:par>
                              <p:par>
                                <p:cTn id="34" presetID="21" presetClass="emph" presetSubtype="0" fill="hold" grpId="0" nodeType="withEffect">
                                  <p:stCondLst>
                                    <p:cond delay="0"/>
                                  </p:stCondLst>
                                  <p:childTnLst>
                                    <p:animClr clrSpc="hsl" dir="cw">
                                      <p:cBhvr override="childStyle">
                                        <p:cTn id="35" dur="500" fill="hold"/>
                                        <p:tgtEl>
                                          <p:spTgt spid="54"/>
                                        </p:tgtEl>
                                        <p:attrNameLst>
                                          <p:attrName>style.color</p:attrName>
                                        </p:attrNameLst>
                                      </p:cBhvr>
                                      <p:by>
                                        <p:hsl h="7200000" s="0" l="0"/>
                                      </p:by>
                                    </p:animClr>
                                    <p:animClr clrSpc="hsl" dir="cw">
                                      <p:cBhvr>
                                        <p:cTn id="36" dur="500" fill="hold"/>
                                        <p:tgtEl>
                                          <p:spTgt spid="54"/>
                                        </p:tgtEl>
                                        <p:attrNameLst>
                                          <p:attrName>fillcolor</p:attrName>
                                        </p:attrNameLst>
                                      </p:cBhvr>
                                      <p:by>
                                        <p:hsl h="7200000" s="0" l="0"/>
                                      </p:by>
                                    </p:animClr>
                                    <p:animClr clrSpc="hsl" dir="cw">
                                      <p:cBhvr>
                                        <p:cTn id="37" dur="500" fill="hold"/>
                                        <p:tgtEl>
                                          <p:spTgt spid="54"/>
                                        </p:tgtEl>
                                        <p:attrNameLst>
                                          <p:attrName>stroke.color</p:attrName>
                                        </p:attrNameLst>
                                      </p:cBhvr>
                                      <p:by>
                                        <p:hsl h="7200000" s="0" l="0"/>
                                      </p:by>
                                    </p:animClr>
                                    <p:set>
                                      <p:cBhvr>
                                        <p:cTn id="38" dur="500" fill="hold"/>
                                        <p:tgtEl>
                                          <p:spTgt spid="54"/>
                                        </p:tgtEl>
                                        <p:attrNameLst>
                                          <p:attrName>fill.type</p:attrName>
                                        </p:attrNameLst>
                                      </p:cBhvr>
                                      <p:to>
                                        <p:strVal val="solid"/>
                                      </p:to>
                                    </p:set>
                                  </p:childTnLst>
                                  <p:subTnLst>
                                    <p:animClr clrSpc="rgb" dir="cw">
                                      <p:cBhvr override="childStyle">
                                        <p:cTn dur="1" fill="hold" display="0" masterRel="nextClick" afterEffect="1"/>
                                        <p:tgtEl>
                                          <p:spTgt spid="54"/>
                                        </p:tgtEl>
                                        <p:attrNameLst>
                                          <p:attrName>ppt_c</p:attrName>
                                        </p:attrNameLst>
                                      </p:cBhvr>
                                      <p:to>
                                        <a:srgbClr val="007EB9"/>
                                      </p:to>
                                    </p:animClr>
                                  </p:subTnLst>
                                </p:cTn>
                              </p:par>
                            </p:childTnLst>
                          </p:cTn>
                        </p:par>
                      </p:childTnLst>
                    </p:cTn>
                  </p:par>
                  <p:par>
                    <p:cTn id="39" fill="hold">
                      <p:stCondLst>
                        <p:cond delay="indefinite"/>
                      </p:stCondLst>
                      <p:childTnLst>
                        <p:par>
                          <p:cTn id="40" fill="hold">
                            <p:stCondLst>
                              <p:cond delay="0"/>
                            </p:stCondLst>
                            <p:childTnLst>
                              <p:par>
                                <p:cTn id="41" presetID="19" presetClass="emph" presetSubtype="0" fill="hold" nodeType="clickEffect">
                                  <p:stCondLst>
                                    <p:cond delay="0"/>
                                  </p:stCondLst>
                                  <p:childTnLst>
                                    <p:animClr clrSpc="rgb" dir="cw">
                                      <p:cBhvr override="childStyle">
                                        <p:cTn id="42" dur="500" fill="hold"/>
                                        <p:tgtEl>
                                          <p:spTgt spid="46"/>
                                        </p:tgtEl>
                                        <p:attrNameLst>
                                          <p:attrName>style.color</p:attrName>
                                        </p:attrNameLst>
                                      </p:cBhvr>
                                      <p:to>
                                        <a:srgbClr val="007EB9"/>
                                      </p:to>
                                    </p:animClr>
                                    <p:animClr clrSpc="rgb" dir="cw">
                                      <p:cBhvr>
                                        <p:cTn id="43" dur="500" fill="hold"/>
                                        <p:tgtEl>
                                          <p:spTgt spid="46"/>
                                        </p:tgtEl>
                                        <p:attrNameLst>
                                          <p:attrName>fillcolor</p:attrName>
                                        </p:attrNameLst>
                                      </p:cBhvr>
                                      <p:to>
                                        <a:srgbClr val="007EB9"/>
                                      </p:to>
                                    </p:animClr>
                                    <p:set>
                                      <p:cBhvr>
                                        <p:cTn id="44" dur="500" fill="hold"/>
                                        <p:tgtEl>
                                          <p:spTgt spid="46"/>
                                        </p:tgtEl>
                                        <p:attrNameLst>
                                          <p:attrName>fill.type</p:attrName>
                                        </p:attrNameLst>
                                      </p:cBhvr>
                                      <p:to>
                                        <p:strVal val="solid"/>
                                      </p:to>
                                    </p:set>
                                    <p:set>
                                      <p:cBhvr>
                                        <p:cTn id="45" dur="500" fill="hold"/>
                                        <p:tgtEl>
                                          <p:spTgt spid="46"/>
                                        </p:tgtEl>
                                        <p:attrNameLst>
                                          <p:attrName>fill.on</p:attrName>
                                        </p:attrNameLst>
                                      </p:cBhvr>
                                      <p:to>
                                        <p:strVal val="true"/>
                                      </p:to>
                                    </p:set>
                                  </p:childTnLst>
                                  <p:subTnLst>
                                    <p:animClr clrSpc="rgb" dir="cw">
                                      <p:cBhvr override="childStyle">
                                        <p:cTn dur="1" fill="hold" display="0" masterRel="nextClick" afterEffect="1"/>
                                        <p:tgtEl>
                                          <p:spTgt spid="46"/>
                                        </p:tgtEl>
                                        <p:attrNameLst>
                                          <p:attrName>ppt_c</p:attrName>
                                        </p:attrNameLst>
                                      </p:cBhvr>
                                      <p:to>
                                        <a:srgbClr val="007EB9"/>
                                      </p:to>
                                    </p:animClr>
                                  </p:subTnLst>
                                </p:cTn>
                              </p:par>
                              <p:par>
                                <p:cTn id="46" presetID="21" presetClass="emph" presetSubtype="0" fill="hold" grpId="0" nodeType="withEffect">
                                  <p:stCondLst>
                                    <p:cond delay="0"/>
                                  </p:stCondLst>
                                  <p:childTnLst>
                                    <p:animClr clrSpc="hsl" dir="cw">
                                      <p:cBhvr override="childStyle">
                                        <p:cTn id="47" dur="500" fill="hold"/>
                                        <p:tgtEl>
                                          <p:spTgt spid="56"/>
                                        </p:tgtEl>
                                        <p:attrNameLst>
                                          <p:attrName>style.color</p:attrName>
                                        </p:attrNameLst>
                                      </p:cBhvr>
                                      <p:by>
                                        <p:hsl h="7200000" s="0" l="0"/>
                                      </p:by>
                                    </p:animClr>
                                    <p:animClr clrSpc="hsl" dir="cw">
                                      <p:cBhvr>
                                        <p:cTn id="48" dur="500" fill="hold"/>
                                        <p:tgtEl>
                                          <p:spTgt spid="56"/>
                                        </p:tgtEl>
                                        <p:attrNameLst>
                                          <p:attrName>fillcolor</p:attrName>
                                        </p:attrNameLst>
                                      </p:cBhvr>
                                      <p:by>
                                        <p:hsl h="7200000" s="0" l="0"/>
                                      </p:by>
                                    </p:animClr>
                                    <p:animClr clrSpc="hsl" dir="cw">
                                      <p:cBhvr>
                                        <p:cTn id="49" dur="500" fill="hold"/>
                                        <p:tgtEl>
                                          <p:spTgt spid="56"/>
                                        </p:tgtEl>
                                        <p:attrNameLst>
                                          <p:attrName>stroke.color</p:attrName>
                                        </p:attrNameLst>
                                      </p:cBhvr>
                                      <p:by>
                                        <p:hsl h="7200000" s="0" l="0"/>
                                      </p:by>
                                    </p:animClr>
                                    <p:set>
                                      <p:cBhvr>
                                        <p:cTn id="50" dur="500" fill="hold"/>
                                        <p:tgtEl>
                                          <p:spTgt spid="56"/>
                                        </p:tgtEl>
                                        <p:attrNameLst>
                                          <p:attrName>fill.type</p:attrName>
                                        </p:attrNameLst>
                                      </p:cBhvr>
                                      <p:to>
                                        <p:strVal val="solid"/>
                                      </p:to>
                                    </p:set>
                                  </p:childTnLst>
                                  <p:subTnLst>
                                    <p:animClr clrSpc="rgb" dir="cw">
                                      <p:cBhvr override="childStyle">
                                        <p:cTn dur="1" fill="hold" display="0" masterRel="nextClick" afterEffect="1"/>
                                        <p:tgtEl>
                                          <p:spTgt spid="56"/>
                                        </p:tgtEl>
                                        <p:attrNameLst>
                                          <p:attrName>ppt_c</p:attrName>
                                        </p:attrNameLst>
                                      </p:cBhvr>
                                      <p:to>
                                        <a:srgbClr val="007EB9"/>
                                      </p:to>
                                    </p:animClr>
                                  </p:subTnLst>
                                </p:cTn>
                              </p:par>
                            </p:childTnLst>
                          </p:cTn>
                        </p:par>
                      </p:childTnLst>
                    </p:cTn>
                  </p:par>
                  <p:par>
                    <p:cTn id="51" fill="hold">
                      <p:stCondLst>
                        <p:cond delay="indefinite"/>
                      </p:stCondLst>
                      <p:childTnLst>
                        <p:par>
                          <p:cTn id="52" fill="hold">
                            <p:stCondLst>
                              <p:cond delay="0"/>
                            </p:stCondLst>
                            <p:childTnLst>
                              <p:par>
                                <p:cTn id="53" presetID="19" presetClass="emph" presetSubtype="0" fill="hold" nodeType="clickEffect">
                                  <p:stCondLst>
                                    <p:cond delay="0"/>
                                  </p:stCondLst>
                                  <p:childTnLst>
                                    <p:animClr clrSpc="rgb" dir="cw">
                                      <p:cBhvr override="childStyle">
                                        <p:cTn id="54" dur="500" fill="hold"/>
                                        <p:tgtEl>
                                          <p:spTgt spid="48"/>
                                        </p:tgtEl>
                                        <p:attrNameLst>
                                          <p:attrName>style.color</p:attrName>
                                        </p:attrNameLst>
                                      </p:cBhvr>
                                      <p:to>
                                        <a:srgbClr val="007EB9"/>
                                      </p:to>
                                    </p:animClr>
                                    <p:animClr clrSpc="rgb" dir="cw">
                                      <p:cBhvr>
                                        <p:cTn id="55" dur="500" fill="hold"/>
                                        <p:tgtEl>
                                          <p:spTgt spid="48"/>
                                        </p:tgtEl>
                                        <p:attrNameLst>
                                          <p:attrName>fillcolor</p:attrName>
                                        </p:attrNameLst>
                                      </p:cBhvr>
                                      <p:to>
                                        <a:srgbClr val="007EB9"/>
                                      </p:to>
                                    </p:animClr>
                                    <p:set>
                                      <p:cBhvr>
                                        <p:cTn id="56" dur="500" fill="hold"/>
                                        <p:tgtEl>
                                          <p:spTgt spid="48"/>
                                        </p:tgtEl>
                                        <p:attrNameLst>
                                          <p:attrName>fill.type</p:attrName>
                                        </p:attrNameLst>
                                      </p:cBhvr>
                                      <p:to>
                                        <p:strVal val="solid"/>
                                      </p:to>
                                    </p:set>
                                    <p:set>
                                      <p:cBhvr>
                                        <p:cTn id="57" dur="500" fill="hold"/>
                                        <p:tgtEl>
                                          <p:spTgt spid="48"/>
                                        </p:tgtEl>
                                        <p:attrNameLst>
                                          <p:attrName>fill.on</p:attrName>
                                        </p:attrNameLst>
                                      </p:cBhvr>
                                      <p:to>
                                        <p:strVal val="true"/>
                                      </p:to>
                                    </p:set>
                                  </p:childTnLst>
                                  <p:subTnLst>
                                    <p:animClr clrSpc="rgb" dir="cw">
                                      <p:cBhvr override="childStyle">
                                        <p:cTn dur="1" fill="hold" display="0" masterRel="nextClick" afterEffect="1"/>
                                        <p:tgtEl>
                                          <p:spTgt spid="48"/>
                                        </p:tgtEl>
                                        <p:attrNameLst>
                                          <p:attrName>ppt_c</p:attrName>
                                        </p:attrNameLst>
                                      </p:cBhvr>
                                      <p:to>
                                        <a:srgbClr val="007EB9"/>
                                      </p:to>
                                    </p:animClr>
                                  </p:subTnLst>
                                </p:cTn>
                              </p:par>
                              <p:par>
                                <p:cTn id="58" presetID="21" presetClass="emph" presetSubtype="0" fill="hold" grpId="0" nodeType="withEffect">
                                  <p:stCondLst>
                                    <p:cond delay="0"/>
                                  </p:stCondLst>
                                  <p:childTnLst>
                                    <p:animClr clrSpc="hsl" dir="cw">
                                      <p:cBhvr override="childStyle">
                                        <p:cTn id="59" dur="500" fill="hold"/>
                                        <p:tgtEl>
                                          <p:spTgt spid="58"/>
                                        </p:tgtEl>
                                        <p:attrNameLst>
                                          <p:attrName>style.color</p:attrName>
                                        </p:attrNameLst>
                                      </p:cBhvr>
                                      <p:by>
                                        <p:hsl h="7200000" s="0" l="0"/>
                                      </p:by>
                                    </p:animClr>
                                    <p:animClr clrSpc="hsl" dir="cw">
                                      <p:cBhvr>
                                        <p:cTn id="60" dur="500" fill="hold"/>
                                        <p:tgtEl>
                                          <p:spTgt spid="58"/>
                                        </p:tgtEl>
                                        <p:attrNameLst>
                                          <p:attrName>fillcolor</p:attrName>
                                        </p:attrNameLst>
                                      </p:cBhvr>
                                      <p:by>
                                        <p:hsl h="7200000" s="0" l="0"/>
                                      </p:by>
                                    </p:animClr>
                                    <p:animClr clrSpc="hsl" dir="cw">
                                      <p:cBhvr>
                                        <p:cTn id="61" dur="500" fill="hold"/>
                                        <p:tgtEl>
                                          <p:spTgt spid="58"/>
                                        </p:tgtEl>
                                        <p:attrNameLst>
                                          <p:attrName>stroke.color</p:attrName>
                                        </p:attrNameLst>
                                      </p:cBhvr>
                                      <p:by>
                                        <p:hsl h="7200000" s="0" l="0"/>
                                      </p:by>
                                    </p:animClr>
                                    <p:set>
                                      <p:cBhvr>
                                        <p:cTn id="62" dur="500" fill="hold"/>
                                        <p:tgtEl>
                                          <p:spTgt spid="58"/>
                                        </p:tgtEl>
                                        <p:attrNameLst>
                                          <p:attrName>fill.type</p:attrName>
                                        </p:attrNameLst>
                                      </p:cBhvr>
                                      <p:to>
                                        <p:strVal val="solid"/>
                                      </p:to>
                                    </p:set>
                                  </p:childTnLst>
                                  <p:subTnLst>
                                    <p:animClr clrSpc="rgb" dir="cw">
                                      <p:cBhvr override="childStyle">
                                        <p:cTn dur="1" fill="hold" display="0" masterRel="nextClick" afterEffect="1"/>
                                        <p:tgtEl>
                                          <p:spTgt spid="58"/>
                                        </p:tgtEl>
                                        <p:attrNameLst>
                                          <p:attrName>ppt_c</p:attrName>
                                        </p:attrNameLst>
                                      </p:cBhvr>
                                      <p:to>
                                        <a:srgbClr val="007EB9"/>
                                      </p:to>
                                    </p:animClr>
                                  </p:subTnLst>
                                </p:cTn>
                              </p:par>
                            </p:childTnLst>
                          </p:cTn>
                        </p:par>
                      </p:childTnLst>
                    </p:cTn>
                  </p:par>
                  <p:par>
                    <p:cTn id="63" fill="hold">
                      <p:stCondLst>
                        <p:cond delay="indefinite"/>
                      </p:stCondLst>
                      <p:childTnLst>
                        <p:par>
                          <p:cTn id="64" fill="hold">
                            <p:stCondLst>
                              <p:cond delay="0"/>
                            </p:stCondLst>
                            <p:childTnLst>
                              <p:par>
                                <p:cTn id="65" presetID="21" presetClass="emph" presetSubtype="0" fill="hold" grpId="0" nodeType="clickEffect">
                                  <p:stCondLst>
                                    <p:cond delay="0"/>
                                  </p:stCondLst>
                                  <p:childTnLst>
                                    <p:animClr clrSpc="hsl" dir="cw">
                                      <p:cBhvr override="childStyle">
                                        <p:cTn id="66" dur="500" fill="hold"/>
                                        <p:tgtEl>
                                          <p:spTgt spid="17"/>
                                        </p:tgtEl>
                                        <p:attrNameLst>
                                          <p:attrName>style.color</p:attrName>
                                        </p:attrNameLst>
                                      </p:cBhvr>
                                      <p:by>
                                        <p:hsl h="7200000" s="0" l="0"/>
                                      </p:by>
                                    </p:animClr>
                                    <p:animClr clrSpc="hsl" dir="cw">
                                      <p:cBhvr>
                                        <p:cTn id="67" dur="500" fill="hold"/>
                                        <p:tgtEl>
                                          <p:spTgt spid="17"/>
                                        </p:tgtEl>
                                        <p:attrNameLst>
                                          <p:attrName>fillcolor</p:attrName>
                                        </p:attrNameLst>
                                      </p:cBhvr>
                                      <p:by>
                                        <p:hsl h="7200000" s="0" l="0"/>
                                      </p:by>
                                    </p:animClr>
                                    <p:animClr clrSpc="hsl" dir="cw">
                                      <p:cBhvr>
                                        <p:cTn id="68" dur="500" fill="hold"/>
                                        <p:tgtEl>
                                          <p:spTgt spid="17"/>
                                        </p:tgtEl>
                                        <p:attrNameLst>
                                          <p:attrName>stroke.color</p:attrName>
                                        </p:attrNameLst>
                                      </p:cBhvr>
                                      <p:by>
                                        <p:hsl h="7200000" s="0" l="0"/>
                                      </p:by>
                                    </p:animClr>
                                    <p:set>
                                      <p:cBhvr>
                                        <p:cTn id="69" dur="500" fill="hold"/>
                                        <p:tgtEl>
                                          <p:spTgt spid="17"/>
                                        </p:tgtEl>
                                        <p:attrNameLst>
                                          <p:attrName>fill.type</p:attrName>
                                        </p:attrNameLst>
                                      </p:cBhvr>
                                      <p:to>
                                        <p:strVal val="solid"/>
                                      </p:to>
                                    </p:set>
                                  </p:childTnLst>
                                  <p:subTnLst>
                                    <p:animClr clrSpc="rgb" dir="cw">
                                      <p:cBhvr override="childStyle">
                                        <p:cTn dur="1" fill="hold" display="0" masterRel="nextClick" afterEffect="1"/>
                                        <p:tgtEl>
                                          <p:spTgt spid="17"/>
                                        </p:tgtEl>
                                        <p:attrNameLst>
                                          <p:attrName>ppt_c</p:attrName>
                                        </p:attrNameLst>
                                      </p:cBhvr>
                                      <p:to>
                                        <a:srgbClr val="007EB9"/>
                                      </p:to>
                                    </p:animClr>
                                  </p:subTnLst>
                                </p:cTn>
                              </p:par>
                              <p:par>
                                <p:cTn id="70" presetID="19" presetClass="emph" presetSubtype="0" fill="hold" nodeType="withEffect">
                                  <p:stCondLst>
                                    <p:cond delay="0"/>
                                  </p:stCondLst>
                                  <p:childTnLst>
                                    <p:animClr clrSpc="rgb" dir="cw">
                                      <p:cBhvr override="childStyle">
                                        <p:cTn id="71" dur="500" fill="hold"/>
                                        <p:tgtEl>
                                          <p:spTgt spid="25"/>
                                        </p:tgtEl>
                                        <p:attrNameLst>
                                          <p:attrName>style.color</p:attrName>
                                        </p:attrNameLst>
                                      </p:cBhvr>
                                      <p:to>
                                        <a:srgbClr val="007EB9"/>
                                      </p:to>
                                    </p:animClr>
                                    <p:animClr clrSpc="rgb" dir="cw">
                                      <p:cBhvr>
                                        <p:cTn id="72" dur="500" fill="hold"/>
                                        <p:tgtEl>
                                          <p:spTgt spid="25"/>
                                        </p:tgtEl>
                                        <p:attrNameLst>
                                          <p:attrName>fillcolor</p:attrName>
                                        </p:attrNameLst>
                                      </p:cBhvr>
                                      <p:to>
                                        <a:srgbClr val="007EB9"/>
                                      </p:to>
                                    </p:animClr>
                                    <p:set>
                                      <p:cBhvr>
                                        <p:cTn id="73" dur="500" fill="hold"/>
                                        <p:tgtEl>
                                          <p:spTgt spid="25"/>
                                        </p:tgtEl>
                                        <p:attrNameLst>
                                          <p:attrName>fill.type</p:attrName>
                                        </p:attrNameLst>
                                      </p:cBhvr>
                                      <p:to>
                                        <p:strVal val="solid"/>
                                      </p:to>
                                    </p:set>
                                    <p:set>
                                      <p:cBhvr>
                                        <p:cTn id="74" dur="500" fill="hold"/>
                                        <p:tgtEl>
                                          <p:spTgt spid="25"/>
                                        </p:tgtEl>
                                        <p:attrNameLst>
                                          <p:attrName>fill.on</p:attrName>
                                        </p:attrNameLst>
                                      </p:cBhvr>
                                      <p:to>
                                        <p:strVal val="true"/>
                                      </p:to>
                                    </p:set>
                                  </p:childTnLst>
                                  <p:subTnLst>
                                    <p:animClr clrSpc="rgb" dir="cw">
                                      <p:cBhvr override="childStyle">
                                        <p:cTn dur="1" fill="hold" display="0" masterRel="nextClick" afterEffect="1"/>
                                        <p:tgtEl>
                                          <p:spTgt spid="25"/>
                                        </p:tgtEl>
                                        <p:attrNameLst>
                                          <p:attrName>ppt_c</p:attrName>
                                        </p:attrNameLst>
                                      </p:cBhvr>
                                      <p:to>
                                        <a:srgbClr val="007EB9"/>
                                      </p:to>
                                    </p:animClr>
                                  </p:sub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3"/>
                                        </p:tgtEl>
                                        <p:attrNameLst>
                                          <p:attrName>style.visibility</p:attrName>
                                        </p:attrNameLst>
                                      </p:cBhvr>
                                      <p:to>
                                        <p:strVal val="visible"/>
                                      </p:to>
                                    </p:set>
                                    <p:animEffect transition="in" filter="wipe(left)">
                                      <p:cBhvr>
                                        <p:cTn id="7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2" grpId="0"/>
      <p:bldP spid="54" grpId="0"/>
      <p:bldP spid="56" grpId="0"/>
      <p:bldP spid="58" grpId="0"/>
      <p:bldP spid="3" grpId="0" animBg="1"/>
      <p:bldP spid="17"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8E4BEC0F-5740-05A4-D6CF-ED73C864538C}"/>
              </a:ext>
            </a:extLst>
          </p:cNvPr>
          <p:cNvSpPr>
            <a:spLocks noGrp="1"/>
          </p:cNvSpPr>
          <p:nvPr>
            <p:ph type="body" sz="quarter" idx="10"/>
          </p:nvPr>
        </p:nvSpPr>
        <p:spPr/>
        <p:txBody>
          <a:bodyPr/>
          <a:lstStyle/>
          <a:p>
            <a:r>
              <a:rPr lang="fr-FR" dirty="0"/>
              <a:t>ARBRES DE DECISION – VISION CONSOMMATEUR</a:t>
            </a:r>
          </a:p>
        </p:txBody>
      </p:sp>
      <p:cxnSp>
        <p:nvCxnSpPr>
          <p:cNvPr id="20" name="Connecteur droit avec flèche 19">
            <a:extLst>
              <a:ext uri="{FF2B5EF4-FFF2-40B4-BE49-F238E27FC236}">
                <a16:creationId xmlns:a16="http://schemas.microsoft.com/office/drawing/2014/main" id="{8D08AC6B-4283-E6EA-2D01-3593D4D02FEB}"/>
              </a:ext>
            </a:extLst>
          </p:cNvPr>
          <p:cNvCxnSpPr>
            <a:cxnSpLocks/>
          </p:cNvCxnSpPr>
          <p:nvPr/>
        </p:nvCxnSpPr>
        <p:spPr>
          <a:xfrm>
            <a:off x="2154031" y="2243513"/>
            <a:ext cx="7702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Losange 2">
            <a:extLst>
              <a:ext uri="{FF2B5EF4-FFF2-40B4-BE49-F238E27FC236}">
                <a16:creationId xmlns:a16="http://schemas.microsoft.com/office/drawing/2014/main" id="{19707F36-A901-1F73-65F4-F637E0E2D9B9}"/>
              </a:ext>
            </a:extLst>
          </p:cNvPr>
          <p:cNvSpPr/>
          <p:nvPr/>
        </p:nvSpPr>
        <p:spPr>
          <a:xfrm>
            <a:off x="2924241" y="1447572"/>
            <a:ext cx="2244659" cy="1591882"/>
          </a:xfrm>
          <a:prstGeom prst="diamond">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400" dirty="0">
                <a:solidFill>
                  <a:sysClr val="windowText" lastClr="000000"/>
                </a:solidFill>
              </a:rPr>
              <a:t>Le service existe-il ?</a:t>
            </a:r>
          </a:p>
        </p:txBody>
      </p:sp>
      <p:sp>
        <p:nvSpPr>
          <p:cNvPr id="6" name="Losange 5">
            <a:extLst>
              <a:ext uri="{FF2B5EF4-FFF2-40B4-BE49-F238E27FC236}">
                <a16:creationId xmlns:a16="http://schemas.microsoft.com/office/drawing/2014/main" id="{4C4CC52C-78DB-0D26-31B6-527ED262A0FD}"/>
              </a:ext>
            </a:extLst>
          </p:cNvPr>
          <p:cNvSpPr/>
          <p:nvPr/>
        </p:nvSpPr>
        <p:spPr>
          <a:xfrm>
            <a:off x="2921564" y="3429000"/>
            <a:ext cx="2244659" cy="1591882"/>
          </a:xfrm>
          <a:prstGeom prst="diamond">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400" dirty="0">
                <a:solidFill>
                  <a:sysClr val="windowText" lastClr="000000"/>
                </a:solidFill>
              </a:rPr>
              <a:t>S’agit-il d’une composition de services ?</a:t>
            </a:r>
          </a:p>
        </p:txBody>
      </p:sp>
      <p:sp>
        <p:nvSpPr>
          <p:cNvPr id="14" name="Losange 13">
            <a:extLst>
              <a:ext uri="{FF2B5EF4-FFF2-40B4-BE49-F238E27FC236}">
                <a16:creationId xmlns:a16="http://schemas.microsoft.com/office/drawing/2014/main" id="{0049180F-8C16-BE14-4A3B-3B227CC048BD}"/>
              </a:ext>
            </a:extLst>
          </p:cNvPr>
          <p:cNvSpPr/>
          <p:nvPr/>
        </p:nvSpPr>
        <p:spPr>
          <a:xfrm>
            <a:off x="6632642" y="1447572"/>
            <a:ext cx="3171758" cy="1591882"/>
          </a:xfrm>
          <a:prstGeom prst="diamond">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200" dirty="0">
                <a:solidFill>
                  <a:sysClr val="windowText" lastClr="000000"/>
                </a:solidFill>
              </a:rPr>
              <a:t>Le service est-il conforme aux exigences (Structures, Interfaces, SLA)?</a:t>
            </a:r>
          </a:p>
        </p:txBody>
      </p:sp>
      <p:cxnSp>
        <p:nvCxnSpPr>
          <p:cNvPr id="17" name="Connecteur droit avec flèche 16">
            <a:extLst>
              <a:ext uri="{FF2B5EF4-FFF2-40B4-BE49-F238E27FC236}">
                <a16:creationId xmlns:a16="http://schemas.microsoft.com/office/drawing/2014/main" id="{7036EAFF-6FF7-5CB4-CBB6-173DC8761E05}"/>
              </a:ext>
            </a:extLst>
          </p:cNvPr>
          <p:cNvCxnSpPr>
            <a:cxnSpLocks/>
            <a:stCxn id="3" idx="2"/>
            <a:endCxn id="6" idx="0"/>
          </p:cNvCxnSpPr>
          <p:nvPr/>
        </p:nvCxnSpPr>
        <p:spPr>
          <a:xfrm flipH="1">
            <a:off x="4043894" y="3039454"/>
            <a:ext cx="2677" cy="3895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A788099C-9FAD-35E0-6D83-9CF6A82426B2}"/>
              </a:ext>
            </a:extLst>
          </p:cNvPr>
          <p:cNvCxnSpPr>
            <a:cxnSpLocks/>
          </p:cNvCxnSpPr>
          <p:nvPr/>
        </p:nvCxnSpPr>
        <p:spPr>
          <a:xfrm>
            <a:off x="9792566" y="2243513"/>
            <a:ext cx="7702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eur : en angle 31">
            <a:extLst>
              <a:ext uri="{FF2B5EF4-FFF2-40B4-BE49-F238E27FC236}">
                <a16:creationId xmlns:a16="http://schemas.microsoft.com/office/drawing/2014/main" id="{060A8AB8-49F2-CCC5-B2D2-8CF7CE456850}"/>
              </a:ext>
            </a:extLst>
          </p:cNvPr>
          <p:cNvCxnSpPr>
            <a:cxnSpLocks/>
            <a:stCxn id="6" idx="3"/>
            <a:endCxn id="14" idx="1"/>
          </p:cNvCxnSpPr>
          <p:nvPr/>
        </p:nvCxnSpPr>
        <p:spPr>
          <a:xfrm flipV="1">
            <a:off x="5166223" y="2243513"/>
            <a:ext cx="1466419" cy="1981428"/>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ZoneTexte 38">
            <a:extLst>
              <a:ext uri="{FF2B5EF4-FFF2-40B4-BE49-F238E27FC236}">
                <a16:creationId xmlns:a16="http://schemas.microsoft.com/office/drawing/2014/main" id="{A714C62C-3940-A014-45B5-512B7AEA3B07}"/>
              </a:ext>
            </a:extLst>
          </p:cNvPr>
          <p:cNvSpPr txBox="1"/>
          <p:nvPr/>
        </p:nvSpPr>
        <p:spPr>
          <a:xfrm>
            <a:off x="5168900" y="1923036"/>
            <a:ext cx="770210" cy="307777"/>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Oui</a:t>
            </a:r>
          </a:p>
        </p:txBody>
      </p:sp>
      <p:sp>
        <p:nvSpPr>
          <p:cNvPr id="40" name="ZoneTexte 39">
            <a:extLst>
              <a:ext uri="{FF2B5EF4-FFF2-40B4-BE49-F238E27FC236}">
                <a16:creationId xmlns:a16="http://schemas.microsoft.com/office/drawing/2014/main" id="{9095CAD1-37F3-96AE-0093-B6A50984481B}"/>
              </a:ext>
            </a:extLst>
          </p:cNvPr>
          <p:cNvSpPr txBox="1"/>
          <p:nvPr/>
        </p:nvSpPr>
        <p:spPr>
          <a:xfrm>
            <a:off x="9504956" y="1913571"/>
            <a:ext cx="770210" cy="307777"/>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Oui</a:t>
            </a:r>
          </a:p>
        </p:txBody>
      </p:sp>
      <p:sp>
        <p:nvSpPr>
          <p:cNvPr id="65" name="ZoneTexte 64">
            <a:extLst>
              <a:ext uri="{FF2B5EF4-FFF2-40B4-BE49-F238E27FC236}">
                <a16:creationId xmlns:a16="http://schemas.microsoft.com/office/drawing/2014/main" id="{B48999CE-E279-F264-D2DB-D0BCA647FA23}"/>
              </a:ext>
            </a:extLst>
          </p:cNvPr>
          <p:cNvSpPr txBox="1"/>
          <p:nvPr/>
        </p:nvSpPr>
        <p:spPr>
          <a:xfrm>
            <a:off x="5166223" y="3917163"/>
            <a:ext cx="770210" cy="307777"/>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Oui</a:t>
            </a:r>
          </a:p>
        </p:txBody>
      </p:sp>
      <p:sp>
        <p:nvSpPr>
          <p:cNvPr id="73" name="ZoneTexte 72">
            <a:extLst>
              <a:ext uri="{FF2B5EF4-FFF2-40B4-BE49-F238E27FC236}">
                <a16:creationId xmlns:a16="http://schemas.microsoft.com/office/drawing/2014/main" id="{5BBDC225-F5CB-2B6A-062D-BCAE46218632}"/>
              </a:ext>
            </a:extLst>
          </p:cNvPr>
          <p:cNvSpPr txBox="1"/>
          <p:nvPr/>
        </p:nvSpPr>
        <p:spPr>
          <a:xfrm>
            <a:off x="4051925" y="3007151"/>
            <a:ext cx="770210" cy="307777"/>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Non</a:t>
            </a:r>
          </a:p>
        </p:txBody>
      </p:sp>
      <p:sp>
        <p:nvSpPr>
          <p:cNvPr id="74" name="ZoneTexte 73">
            <a:extLst>
              <a:ext uri="{FF2B5EF4-FFF2-40B4-BE49-F238E27FC236}">
                <a16:creationId xmlns:a16="http://schemas.microsoft.com/office/drawing/2014/main" id="{C7C970EC-7B71-408A-4F29-9E2C294FA2E5}"/>
              </a:ext>
            </a:extLst>
          </p:cNvPr>
          <p:cNvSpPr txBox="1"/>
          <p:nvPr/>
        </p:nvSpPr>
        <p:spPr>
          <a:xfrm>
            <a:off x="4051925" y="5012628"/>
            <a:ext cx="770210" cy="307777"/>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Non</a:t>
            </a:r>
          </a:p>
        </p:txBody>
      </p:sp>
      <p:sp>
        <p:nvSpPr>
          <p:cNvPr id="2" name="Rectangle : coins arrondis 1">
            <a:extLst>
              <a:ext uri="{FF2B5EF4-FFF2-40B4-BE49-F238E27FC236}">
                <a16:creationId xmlns:a16="http://schemas.microsoft.com/office/drawing/2014/main" id="{25240027-08AA-8973-519D-D21BB673A4B0}"/>
              </a:ext>
            </a:extLst>
          </p:cNvPr>
          <p:cNvSpPr/>
          <p:nvPr/>
        </p:nvSpPr>
        <p:spPr>
          <a:xfrm>
            <a:off x="3435854" y="5583801"/>
            <a:ext cx="1210724" cy="597248"/>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Middleware avec demi-flux</a:t>
            </a:r>
          </a:p>
        </p:txBody>
      </p:sp>
      <p:sp>
        <p:nvSpPr>
          <p:cNvPr id="7" name="Rectangle : coins arrondis 6">
            <a:extLst>
              <a:ext uri="{FF2B5EF4-FFF2-40B4-BE49-F238E27FC236}">
                <a16:creationId xmlns:a16="http://schemas.microsoft.com/office/drawing/2014/main" id="{4DB12E8A-5B52-A5FF-CCB6-306F7770ECF9}"/>
              </a:ext>
            </a:extLst>
          </p:cNvPr>
          <p:cNvSpPr/>
          <p:nvPr/>
        </p:nvSpPr>
        <p:spPr>
          <a:xfrm>
            <a:off x="1575892" y="2013169"/>
            <a:ext cx="648983" cy="46068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UC2</a:t>
            </a:r>
          </a:p>
        </p:txBody>
      </p:sp>
      <p:cxnSp>
        <p:nvCxnSpPr>
          <p:cNvPr id="19" name="Connecteur droit avec flèche 18">
            <a:extLst>
              <a:ext uri="{FF2B5EF4-FFF2-40B4-BE49-F238E27FC236}">
                <a16:creationId xmlns:a16="http://schemas.microsoft.com/office/drawing/2014/main" id="{F22AF3C1-E6AE-BA31-2A2F-17EE8329256B}"/>
              </a:ext>
            </a:extLst>
          </p:cNvPr>
          <p:cNvCxnSpPr>
            <a:cxnSpLocks/>
            <a:stCxn id="3" idx="3"/>
            <a:endCxn id="14" idx="1"/>
          </p:cNvCxnSpPr>
          <p:nvPr/>
        </p:nvCxnSpPr>
        <p:spPr>
          <a:xfrm>
            <a:off x="5168900" y="2243513"/>
            <a:ext cx="146374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Espace réservé du texte 3">
            <a:extLst>
              <a:ext uri="{FF2B5EF4-FFF2-40B4-BE49-F238E27FC236}">
                <a16:creationId xmlns:a16="http://schemas.microsoft.com/office/drawing/2014/main" id="{FE0128EB-6E2A-89BB-AC46-62FC7A3C5FCA}"/>
              </a:ext>
            </a:extLst>
          </p:cNvPr>
          <p:cNvSpPr>
            <a:spLocks noGrp="1"/>
          </p:cNvSpPr>
          <p:nvPr>
            <p:ph type="body" sz="quarter" idx="35"/>
          </p:nvPr>
        </p:nvSpPr>
        <p:spPr>
          <a:xfrm>
            <a:off x="337931" y="922713"/>
            <a:ext cx="11433654" cy="273879"/>
          </a:xfrm>
        </p:spPr>
        <p:txBody>
          <a:bodyPr/>
          <a:lstStyle/>
          <a:p>
            <a:r>
              <a:rPr lang="fr-FR" dirty="0"/>
              <a:t>Exemple 2 : Consultation de tiers asynchrone</a:t>
            </a:r>
          </a:p>
        </p:txBody>
      </p:sp>
      <p:cxnSp>
        <p:nvCxnSpPr>
          <p:cNvPr id="4" name="Connecteur droit avec flèche 3">
            <a:extLst>
              <a:ext uri="{FF2B5EF4-FFF2-40B4-BE49-F238E27FC236}">
                <a16:creationId xmlns:a16="http://schemas.microsoft.com/office/drawing/2014/main" id="{E367E3C1-ADD2-DC83-0629-F8F2B25F8906}"/>
              </a:ext>
            </a:extLst>
          </p:cNvPr>
          <p:cNvCxnSpPr>
            <a:cxnSpLocks/>
          </p:cNvCxnSpPr>
          <p:nvPr/>
        </p:nvCxnSpPr>
        <p:spPr>
          <a:xfrm flipH="1">
            <a:off x="4041216" y="5020882"/>
            <a:ext cx="2678" cy="5629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Losange 53">
            <a:extLst>
              <a:ext uri="{FF2B5EF4-FFF2-40B4-BE49-F238E27FC236}">
                <a16:creationId xmlns:a16="http://schemas.microsoft.com/office/drawing/2014/main" id="{6B4F0954-4FC0-5FDE-89A0-CBF25DA0793B}"/>
              </a:ext>
            </a:extLst>
          </p:cNvPr>
          <p:cNvSpPr/>
          <p:nvPr/>
        </p:nvSpPr>
        <p:spPr>
          <a:xfrm>
            <a:off x="7097906" y="3384816"/>
            <a:ext cx="2244659" cy="1591882"/>
          </a:xfrm>
          <a:prstGeom prst="diamond">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fr-FR" sz="1400" dirty="0">
                <a:solidFill>
                  <a:sysClr val="windowText" lastClr="000000"/>
                </a:solidFill>
              </a:rPr>
              <a:t>Doit-on adapter le service exposé ?</a:t>
            </a:r>
          </a:p>
        </p:txBody>
      </p:sp>
      <p:cxnSp>
        <p:nvCxnSpPr>
          <p:cNvPr id="55" name="Connecteur droit avec flèche 54">
            <a:extLst>
              <a:ext uri="{FF2B5EF4-FFF2-40B4-BE49-F238E27FC236}">
                <a16:creationId xmlns:a16="http://schemas.microsoft.com/office/drawing/2014/main" id="{0996BCD1-4ABD-00B5-162F-85C8AC492CA1}"/>
              </a:ext>
            </a:extLst>
          </p:cNvPr>
          <p:cNvCxnSpPr>
            <a:cxnSpLocks/>
            <a:endCxn id="54" idx="0"/>
          </p:cNvCxnSpPr>
          <p:nvPr/>
        </p:nvCxnSpPr>
        <p:spPr>
          <a:xfrm>
            <a:off x="8220236" y="3003598"/>
            <a:ext cx="0" cy="381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necteur droit avec flèche 55">
            <a:extLst>
              <a:ext uri="{FF2B5EF4-FFF2-40B4-BE49-F238E27FC236}">
                <a16:creationId xmlns:a16="http://schemas.microsoft.com/office/drawing/2014/main" id="{FA87F036-8BD3-38DF-36F7-D12B984E249D}"/>
              </a:ext>
            </a:extLst>
          </p:cNvPr>
          <p:cNvCxnSpPr>
            <a:cxnSpLocks/>
            <a:stCxn id="54" idx="3"/>
          </p:cNvCxnSpPr>
          <p:nvPr/>
        </p:nvCxnSpPr>
        <p:spPr>
          <a:xfrm>
            <a:off x="9342565" y="4180757"/>
            <a:ext cx="8068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ZoneTexte 56">
            <a:extLst>
              <a:ext uri="{FF2B5EF4-FFF2-40B4-BE49-F238E27FC236}">
                <a16:creationId xmlns:a16="http://schemas.microsoft.com/office/drawing/2014/main" id="{82FC99CF-6725-C334-C9AC-217FC601C41A}"/>
              </a:ext>
            </a:extLst>
          </p:cNvPr>
          <p:cNvSpPr txBox="1"/>
          <p:nvPr/>
        </p:nvSpPr>
        <p:spPr>
          <a:xfrm>
            <a:off x="9459800" y="4229554"/>
            <a:ext cx="770210" cy="307777"/>
          </a:xfrm>
          <a:prstGeom prst="rect">
            <a:avLst/>
          </a:prstGeom>
          <a:noFill/>
        </p:spPr>
        <p:txBody>
          <a:bodyPr wrap="square" rtlCol="0">
            <a:spAutoFit/>
          </a:bodyPr>
          <a:lstStyle/>
          <a:p>
            <a:r>
              <a:rPr lang="fr-FR" sz="1400">
                <a:latin typeface="Arial" panose="020B0604020202020204" pitchFamily="34" charset="0"/>
                <a:cs typeface="Arial" panose="020B0604020202020204" pitchFamily="34" charset="0"/>
              </a:rPr>
              <a:t>Non</a:t>
            </a:r>
          </a:p>
        </p:txBody>
      </p:sp>
      <p:sp>
        <p:nvSpPr>
          <p:cNvPr id="58" name="ZoneTexte 57">
            <a:extLst>
              <a:ext uri="{FF2B5EF4-FFF2-40B4-BE49-F238E27FC236}">
                <a16:creationId xmlns:a16="http://schemas.microsoft.com/office/drawing/2014/main" id="{07FA03ED-3E76-8D17-0990-537FBDA79FEB}"/>
              </a:ext>
            </a:extLst>
          </p:cNvPr>
          <p:cNvSpPr txBox="1"/>
          <p:nvPr/>
        </p:nvSpPr>
        <p:spPr>
          <a:xfrm>
            <a:off x="8289632" y="2981432"/>
            <a:ext cx="770210" cy="307777"/>
          </a:xfrm>
          <a:prstGeom prst="rect">
            <a:avLst/>
          </a:prstGeom>
          <a:noFill/>
        </p:spPr>
        <p:txBody>
          <a:bodyPr wrap="square" rtlCol="0">
            <a:spAutoFit/>
          </a:bodyPr>
          <a:lstStyle/>
          <a:p>
            <a:r>
              <a:rPr lang="fr-FR" sz="1400">
                <a:latin typeface="Arial" panose="020B0604020202020204" pitchFamily="34" charset="0"/>
                <a:cs typeface="Arial" panose="020B0604020202020204" pitchFamily="34" charset="0"/>
              </a:rPr>
              <a:t>Non</a:t>
            </a:r>
          </a:p>
        </p:txBody>
      </p:sp>
      <p:sp>
        <p:nvSpPr>
          <p:cNvPr id="59" name="ZoneTexte 58">
            <a:extLst>
              <a:ext uri="{FF2B5EF4-FFF2-40B4-BE49-F238E27FC236}">
                <a16:creationId xmlns:a16="http://schemas.microsoft.com/office/drawing/2014/main" id="{BB9B140B-A1E6-E66C-75F5-81BE185560AE}"/>
              </a:ext>
            </a:extLst>
          </p:cNvPr>
          <p:cNvSpPr txBox="1"/>
          <p:nvPr/>
        </p:nvSpPr>
        <p:spPr>
          <a:xfrm>
            <a:off x="8304481" y="4985026"/>
            <a:ext cx="770210" cy="307777"/>
          </a:xfrm>
          <a:prstGeom prst="rect">
            <a:avLst/>
          </a:prstGeom>
          <a:noFill/>
        </p:spPr>
        <p:txBody>
          <a:bodyPr wrap="square" rtlCol="0">
            <a:spAutoFit/>
          </a:bodyPr>
          <a:lstStyle/>
          <a:p>
            <a:r>
              <a:rPr lang="fr-FR" sz="1400">
                <a:latin typeface="Arial" panose="020B0604020202020204" pitchFamily="34" charset="0"/>
                <a:cs typeface="Arial" panose="020B0604020202020204" pitchFamily="34" charset="0"/>
              </a:rPr>
              <a:t>Oui</a:t>
            </a:r>
          </a:p>
        </p:txBody>
      </p:sp>
      <p:cxnSp>
        <p:nvCxnSpPr>
          <p:cNvPr id="60" name="Connecteur droit avec flèche 59">
            <a:extLst>
              <a:ext uri="{FF2B5EF4-FFF2-40B4-BE49-F238E27FC236}">
                <a16:creationId xmlns:a16="http://schemas.microsoft.com/office/drawing/2014/main" id="{814BBBF4-D438-E27E-E115-62BFB7F9E4F1}"/>
              </a:ext>
            </a:extLst>
          </p:cNvPr>
          <p:cNvCxnSpPr>
            <a:cxnSpLocks/>
            <a:stCxn id="54" idx="2"/>
            <a:endCxn id="62" idx="0"/>
          </p:cNvCxnSpPr>
          <p:nvPr/>
        </p:nvCxnSpPr>
        <p:spPr>
          <a:xfrm flipH="1">
            <a:off x="8209792" y="4976698"/>
            <a:ext cx="10444" cy="4119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1" name="Groupe 60">
            <a:extLst>
              <a:ext uri="{FF2B5EF4-FFF2-40B4-BE49-F238E27FC236}">
                <a16:creationId xmlns:a16="http://schemas.microsoft.com/office/drawing/2014/main" id="{05AADA67-9E66-D901-9CF1-33604F8D81BC}"/>
              </a:ext>
            </a:extLst>
          </p:cNvPr>
          <p:cNvGrpSpPr/>
          <p:nvPr/>
        </p:nvGrpSpPr>
        <p:grpSpPr>
          <a:xfrm>
            <a:off x="6837890" y="5388633"/>
            <a:ext cx="2903484" cy="630136"/>
            <a:chOff x="7026525" y="5319716"/>
            <a:chExt cx="2903484" cy="630136"/>
          </a:xfrm>
        </p:grpSpPr>
        <p:sp>
          <p:nvSpPr>
            <p:cNvPr id="62" name="Rectangle 61">
              <a:extLst>
                <a:ext uri="{FF2B5EF4-FFF2-40B4-BE49-F238E27FC236}">
                  <a16:creationId xmlns:a16="http://schemas.microsoft.com/office/drawing/2014/main" id="{33B610CC-CEC9-6D8F-A22A-684F45086291}"/>
                </a:ext>
              </a:extLst>
            </p:cNvPr>
            <p:cNvSpPr/>
            <p:nvPr/>
          </p:nvSpPr>
          <p:spPr>
            <a:xfrm>
              <a:off x="7493628" y="5319716"/>
              <a:ext cx="1809598" cy="256257"/>
            </a:xfrm>
            <a:prstGeom prst="rect">
              <a:avLst/>
            </a:prstGeom>
          </p:spPr>
          <p:style>
            <a:lnRef idx="2">
              <a:schemeClr val="accent6"/>
            </a:lnRef>
            <a:fillRef idx="1">
              <a:schemeClr val="lt1"/>
            </a:fillRef>
            <a:effectRef idx="0">
              <a:schemeClr val="accent6"/>
            </a:effectRef>
            <a:fontRef idx="minor">
              <a:schemeClr val="dk1"/>
            </a:fontRef>
          </p:style>
          <p:txBody>
            <a:bodyPr vert="horz" rtlCol="0" anchor="ctr"/>
            <a:lstStyle/>
            <a:p>
              <a:pPr algn="ctr"/>
              <a:r>
                <a:rPr lang="fr-FR" sz="1050"/>
                <a:t>Périmètre</a:t>
              </a:r>
            </a:p>
          </p:txBody>
        </p:sp>
        <p:grpSp>
          <p:nvGrpSpPr>
            <p:cNvPr id="64" name="Groupe 63">
              <a:extLst>
                <a:ext uri="{FF2B5EF4-FFF2-40B4-BE49-F238E27FC236}">
                  <a16:creationId xmlns:a16="http://schemas.microsoft.com/office/drawing/2014/main" id="{008C0D91-779C-FBB6-C4F9-409D9F7A78AB}"/>
                </a:ext>
              </a:extLst>
            </p:cNvPr>
            <p:cNvGrpSpPr/>
            <p:nvPr/>
          </p:nvGrpSpPr>
          <p:grpSpPr>
            <a:xfrm>
              <a:off x="9159799" y="5593340"/>
              <a:ext cx="770210" cy="346942"/>
              <a:chOff x="9159799" y="5593340"/>
              <a:chExt cx="770210" cy="346942"/>
            </a:xfrm>
          </p:grpSpPr>
          <p:cxnSp>
            <p:nvCxnSpPr>
              <p:cNvPr id="80" name="Connecteur droit avec flèche 79">
                <a:extLst>
                  <a:ext uri="{FF2B5EF4-FFF2-40B4-BE49-F238E27FC236}">
                    <a16:creationId xmlns:a16="http://schemas.microsoft.com/office/drawing/2014/main" id="{0CAD284A-FEDB-15C0-93DF-A8654D6FB7D9}"/>
                  </a:ext>
                </a:extLst>
              </p:cNvPr>
              <p:cNvCxnSpPr>
                <a:cxnSpLocks/>
              </p:cNvCxnSpPr>
              <p:nvPr/>
            </p:nvCxnSpPr>
            <p:spPr>
              <a:xfrm>
                <a:off x="9186842" y="5593340"/>
                <a:ext cx="0" cy="3469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ZoneTexte 80">
                <a:extLst>
                  <a:ext uri="{FF2B5EF4-FFF2-40B4-BE49-F238E27FC236}">
                    <a16:creationId xmlns:a16="http://schemas.microsoft.com/office/drawing/2014/main" id="{96BAEEDA-1A9A-17E7-1CB9-EEF32A0E4B4F}"/>
                  </a:ext>
                </a:extLst>
              </p:cNvPr>
              <p:cNvSpPr txBox="1"/>
              <p:nvPr/>
            </p:nvSpPr>
            <p:spPr>
              <a:xfrm>
                <a:off x="9159799" y="5593340"/>
                <a:ext cx="770210" cy="261610"/>
              </a:xfrm>
              <a:prstGeom prst="rect">
                <a:avLst/>
              </a:prstGeom>
              <a:noFill/>
            </p:spPr>
            <p:txBody>
              <a:bodyPr wrap="square" rtlCol="0">
                <a:spAutoFit/>
              </a:bodyPr>
              <a:lstStyle/>
              <a:p>
                <a:r>
                  <a:rPr lang="fr-FR" sz="1100">
                    <a:latin typeface="Arial" panose="020B0604020202020204" pitchFamily="34" charset="0"/>
                    <a:cs typeface="Arial" panose="020B0604020202020204" pitchFamily="34" charset="0"/>
                  </a:rPr>
                  <a:t>Data</a:t>
                </a:r>
              </a:p>
            </p:txBody>
          </p:sp>
        </p:grpSp>
        <p:grpSp>
          <p:nvGrpSpPr>
            <p:cNvPr id="66" name="Groupe 65">
              <a:extLst>
                <a:ext uri="{FF2B5EF4-FFF2-40B4-BE49-F238E27FC236}">
                  <a16:creationId xmlns:a16="http://schemas.microsoft.com/office/drawing/2014/main" id="{4ECBA5A0-8E5B-1E8D-39B1-49EB1BBE9981}"/>
                </a:ext>
              </a:extLst>
            </p:cNvPr>
            <p:cNvGrpSpPr/>
            <p:nvPr/>
          </p:nvGrpSpPr>
          <p:grpSpPr>
            <a:xfrm>
              <a:off x="8575802" y="5602910"/>
              <a:ext cx="770210" cy="346942"/>
              <a:chOff x="9159799" y="5593340"/>
              <a:chExt cx="770210" cy="346942"/>
            </a:xfrm>
          </p:grpSpPr>
          <p:cxnSp>
            <p:nvCxnSpPr>
              <p:cNvPr id="78" name="Connecteur droit avec flèche 77">
                <a:extLst>
                  <a:ext uri="{FF2B5EF4-FFF2-40B4-BE49-F238E27FC236}">
                    <a16:creationId xmlns:a16="http://schemas.microsoft.com/office/drawing/2014/main" id="{726D2F27-00FB-7B91-D046-BE720F98BAE8}"/>
                  </a:ext>
                </a:extLst>
              </p:cNvPr>
              <p:cNvCxnSpPr>
                <a:cxnSpLocks/>
              </p:cNvCxnSpPr>
              <p:nvPr/>
            </p:nvCxnSpPr>
            <p:spPr>
              <a:xfrm>
                <a:off x="9186842" y="5593340"/>
                <a:ext cx="0" cy="3469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ZoneTexte 78">
                <a:extLst>
                  <a:ext uri="{FF2B5EF4-FFF2-40B4-BE49-F238E27FC236}">
                    <a16:creationId xmlns:a16="http://schemas.microsoft.com/office/drawing/2014/main" id="{0D75129C-EA95-735D-818E-3C0C6EE8D1CF}"/>
                  </a:ext>
                </a:extLst>
              </p:cNvPr>
              <p:cNvSpPr txBox="1"/>
              <p:nvPr/>
            </p:nvSpPr>
            <p:spPr>
              <a:xfrm>
                <a:off x="9159799" y="5593340"/>
                <a:ext cx="770210" cy="261610"/>
              </a:xfrm>
              <a:prstGeom prst="rect">
                <a:avLst/>
              </a:prstGeom>
              <a:noFill/>
            </p:spPr>
            <p:txBody>
              <a:bodyPr wrap="square" rtlCol="0">
                <a:spAutoFit/>
              </a:bodyPr>
              <a:lstStyle/>
              <a:p>
                <a:r>
                  <a:rPr lang="fr-FR" sz="1100">
                    <a:latin typeface="Arial" panose="020B0604020202020204" pitchFamily="34" charset="0"/>
                    <a:cs typeface="Arial" panose="020B0604020202020204" pitchFamily="34" charset="0"/>
                  </a:rPr>
                  <a:t>Interco</a:t>
                </a:r>
              </a:p>
            </p:txBody>
          </p:sp>
        </p:grpSp>
        <p:grpSp>
          <p:nvGrpSpPr>
            <p:cNvPr id="67" name="Groupe 66">
              <a:extLst>
                <a:ext uri="{FF2B5EF4-FFF2-40B4-BE49-F238E27FC236}">
                  <a16:creationId xmlns:a16="http://schemas.microsoft.com/office/drawing/2014/main" id="{8A366375-B3A8-E103-F566-9C6792D8143C}"/>
                </a:ext>
              </a:extLst>
            </p:cNvPr>
            <p:cNvGrpSpPr/>
            <p:nvPr/>
          </p:nvGrpSpPr>
          <p:grpSpPr>
            <a:xfrm>
              <a:off x="8135660" y="5593340"/>
              <a:ext cx="770210" cy="346942"/>
              <a:chOff x="9159799" y="5593340"/>
              <a:chExt cx="770210" cy="346942"/>
            </a:xfrm>
          </p:grpSpPr>
          <p:cxnSp>
            <p:nvCxnSpPr>
              <p:cNvPr id="76" name="Connecteur droit avec flèche 75">
                <a:extLst>
                  <a:ext uri="{FF2B5EF4-FFF2-40B4-BE49-F238E27FC236}">
                    <a16:creationId xmlns:a16="http://schemas.microsoft.com/office/drawing/2014/main" id="{1205AFC2-F18A-6446-98EC-FC3662A1607E}"/>
                  </a:ext>
                </a:extLst>
              </p:cNvPr>
              <p:cNvCxnSpPr>
                <a:cxnSpLocks/>
              </p:cNvCxnSpPr>
              <p:nvPr/>
            </p:nvCxnSpPr>
            <p:spPr>
              <a:xfrm>
                <a:off x="9186842" y="5593340"/>
                <a:ext cx="0" cy="3469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ZoneTexte 76">
                <a:extLst>
                  <a:ext uri="{FF2B5EF4-FFF2-40B4-BE49-F238E27FC236}">
                    <a16:creationId xmlns:a16="http://schemas.microsoft.com/office/drawing/2014/main" id="{196C879B-90D8-E604-515C-A15746E885DA}"/>
                  </a:ext>
                </a:extLst>
              </p:cNvPr>
              <p:cNvSpPr txBox="1"/>
              <p:nvPr/>
            </p:nvSpPr>
            <p:spPr>
              <a:xfrm>
                <a:off x="9159799" y="5593340"/>
                <a:ext cx="770210" cy="261610"/>
              </a:xfrm>
              <a:prstGeom prst="rect">
                <a:avLst/>
              </a:prstGeom>
              <a:noFill/>
            </p:spPr>
            <p:txBody>
              <a:bodyPr wrap="square" rtlCol="0">
                <a:spAutoFit/>
              </a:bodyPr>
              <a:lstStyle/>
              <a:p>
                <a:r>
                  <a:rPr lang="fr-FR" sz="1100">
                    <a:latin typeface="Arial" panose="020B0604020202020204" pitchFamily="34" charset="0"/>
                    <a:cs typeface="Arial" panose="020B0604020202020204" pitchFamily="34" charset="0"/>
                  </a:rPr>
                  <a:t>SLA</a:t>
                </a:r>
              </a:p>
            </p:txBody>
          </p:sp>
        </p:grpSp>
        <p:grpSp>
          <p:nvGrpSpPr>
            <p:cNvPr id="68" name="Groupe 67">
              <a:extLst>
                <a:ext uri="{FF2B5EF4-FFF2-40B4-BE49-F238E27FC236}">
                  <a16:creationId xmlns:a16="http://schemas.microsoft.com/office/drawing/2014/main" id="{8C99599F-06A5-88A3-D9D0-D3A2618B6008}"/>
                </a:ext>
              </a:extLst>
            </p:cNvPr>
            <p:cNvGrpSpPr/>
            <p:nvPr/>
          </p:nvGrpSpPr>
          <p:grpSpPr>
            <a:xfrm>
              <a:off x="7026525" y="5602910"/>
              <a:ext cx="989762" cy="346942"/>
              <a:chOff x="8394253" y="5593340"/>
              <a:chExt cx="989762" cy="346942"/>
            </a:xfrm>
          </p:grpSpPr>
          <p:cxnSp>
            <p:nvCxnSpPr>
              <p:cNvPr id="70" name="Connecteur droit avec flèche 69">
                <a:extLst>
                  <a:ext uri="{FF2B5EF4-FFF2-40B4-BE49-F238E27FC236}">
                    <a16:creationId xmlns:a16="http://schemas.microsoft.com/office/drawing/2014/main" id="{16AC1864-E069-F940-69AC-27AC0FBA914F}"/>
                  </a:ext>
                </a:extLst>
              </p:cNvPr>
              <p:cNvCxnSpPr>
                <a:cxnSpLocks/>
              </p:cNvCxnSpPr>
              <p:nvPr/>
            </p:nvCxnSpPr>
            <p:spPr>
              <a:xfrm>
                <a:off x="9186842" y="5593340"/>
                <a:ext cx="0" cy="3469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ZoneTexte 70">
                <a:extLst>
                  <a:ext uri="{FF2B5EF4-FFF2-40B4-BE49-F238E27FC236}">
                    <a16:creationId xmlns:a16="http://schemas.microsoft.com/office/drawing/2014/main" id="{B37B1D83-5868-D980-DE00-CBD7CAF68D60}"/>
                  </a:ext>
                </a:extLst>
              </p:cNvPr>
              <p:cNvSpPr txBox="1"/>
              <p:nvPr/>
            </p:nvSpPr>
            <p:spPr>
              <a:xfrm>
                <a:off x="8394253" y="5594675"/>
                <a:ext cx="989762" cy="261610"/>
              </a:xfrm>
              <a:prstGeom prst="rect">
                <a:avLst/>
              </a:prstGeom>
              <a:noFill/>
            </p:spPr>
            <p:txBody>
              <a:bodyPr wrap="square" rtlCol="0">
                <a:spAutoFit/>
              </a:bodyPr>
              <a:lstStyle/>
              <a:p>
                <a:r>
                  <a:rPr lang="fr-FR" sz="1100">
                    <a:latin typeface="Arial" panose="020B0604020202020204" pitchFamily="34" charset="0"/>
                    <a:cs typeface="Arial" panose="020B0604020202020204" pitchFamily="34" charset="0"/>
                  </a:rPr>
                  <a:t>Traitement</a:t>
                </a:r>
              </a:p>
            </p:txBody>
          </p:sp>
        </p:grpSp>
      </p:grpSp>
    </p:spTree>
    <p:extLst>
      <p:ext uri="{BB962C8B-B14F-4D97-AF65-F5344CB8AC3E}">
        <p14:creationId xmlns:p14="http://schemas.microsoft.com/office/powerpoint/2010/main" val="11501604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mph" presetSubtype="0" fill="hold" nodeType="withEffect">
                                  <p:stCondLst>
                                    <p:cond delay="0"/>
                                  </p:stCondLst>
                                  <p:childTnLst>
                                    <p:animClr clrSpc="hsl" dir="cw">
                                      <p:cBhvr override="childStyle">
                                        <p:cTn id="6" dur="500" fill="hold"/>
                                        <p:tgtEl>
                                          <p:spTgt spid="20"/>
                                        </p:tgtEl>
                                        <p:attrNameLst>
                                          <p:attrName>style.color</p:attrName>
                                        </p:attrNameLst>
                                      </p:cBhvr>
                                      <p:by>
                                        <p:hsl h="7200000" s="0" l="0"/>
                                      </p:by>
                                    </p:animClr>
                                    <p:animClr clrSpc="hsl" dir="cw">
                                      <p:cBhvr>
                                        <p:cTn id="7" dur="500" fill="hold"/>
                                        <p:tgtEl>
                                          <p:spTgt spid="20"/>
                                        </p:tgtEl>
                                        <p:attrNameLst>
                                          <p:attrName>fillcolor</p:attrName>
                                        </p:attrNameLst>
                                      </p:cBhvr>
                                      <p:by>
                                        <p:hsl h="7200000" s="0" l="0"/>
                                      </p:by>
                                    </p:animClr>
                                    <p:animClr clrSpc="hsl" dir="cw">
                                      <p:cBhvr>
                                        <p:cTn id="8" dur="500" fill="hold"/>
                                        <p:tgtEl>
                                          <p:spTgt spid="20"/>
                                        </p:tgtEl>
                                        <p:attrNameLst>
                                          <p:attrName>stroke.color</p:attrName>
                                        </p:attrNameLst>
                                      </p:cBhvr>
                                      <p:by>
                                        <p:hsl h="7200000" s="0" l="0"/>
                                      </p:by>
                                    </p:animClr>
                                    <p:set>
                                      <p:cBhvr>
                                        <p:cTn id="9" dur="500" fill="hold"/>
                                        <p:tgtEl>
                                          <p:spTgt spid="20"/>
                                        </p:tgtEl>
                                        <p:attrNameLst>
                                          <p:attrName>fill.type</p:attrName>
                                        </p:attrNameLst>
                                      </p:cBhvr>
                                      <p:to>
                                        <p:strVal val="solid"/>
                                      </p:to>
                                    </p:set>
                                  </p:childTnLst>
                                  <p:subTnLst>
                                    <p:animClr clrSpc="rgb" dir="cw">
                                      <p:cBhvr override="childStyle">
                                        <p:cTn dur="1" fill="hold" display="0" masterRel="nextClick" afterEffect="1"/>
                                        <p:tgtEl>
                                          <p:spTgt spid="20"/>
                                        </p:tgtEl>
                                        <p:attrNameLst>
                                          <p:attrName>ppt_c</p:attrName>
                                        </p:attrNameLst>
                                      </p:cBhvr>
                                      <p:to>
                                        <a:srgbClr val="007EB9"/>
                                      </p:to>
                                    </p:animClr>
                                  </p:sub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17"/>
                                        </p:tgtEl>
                                        <p:attrNameLst>
                                          <p:attrName>style.color</p:attrName>
                                        </p:attrNameLst>
                                      </p:cBhvr>
                                      <p:to>
                                        <a:srgbClr val="007EB9"/>
                                      </p:to>
                                    </p:animClr>
                                    <p:animClr clrSpc="rgb" dir="cw">
                                      <p:cBhvr>
                                        <p:cTn id="14" dur="500" fill="hold"/>
                                        <p:tgtEl>
                                          <p:spTgt spid="17"/>
                                        </p:tgtEl>
                                        <p:attrNameLst>
                                          <p:attrName>fillcolor</p:attrName>
                                        </p:attrNameLst>
                                      </p:cBhvr>
                                      <p:to>
                                        <a:srgbClr val="007EB9"/>
                                      </p:to>
                                    </p:animClr>
                                    <p:set>
                                      <p:cBhvr>
                                        <p:cTn id="15" dur="500" fill="hold"/>
                                        <p:tgtEl>
                                          <p:spTgt spid="17"/>
                                        </p:tgtEl>
                                        <p:attrNameLst>
                                          <p:attrName>fill.type</p:attrName>
                                        </p:attrNameLst>
                                      </p:cBhvr>
                                      <p:to>
                                        <p:strVal val="solid"/>
                                      </p:to>
                                    </p:set>
                                    <p:set>
                                      <p:cBhvr>
                                        <p:cTn id="16" dur="500" fill="hold"/>
                                        <p:tgtEl>
                                          <p:spTgt spid="17"/>
                                        </p:tgtEl>
                                        <p:attrNameLst>
                                          <p:attrName>fill.on</p:attrName>
                                        </p:attrNameLst>
                                      </p:cBhvr>
                                      <p:to>
                                        <p:strVal val="true"/>
                                      </p:to>
                                    </p:set>
                                  </p:childTnLst>
                                  <p:subTnLst>
                                    <p:animClr clrSpc="rgb" dir="cw">
                                      <p:cBhvr override="childStyle">
                                        <p:cTn dur="1" fill="hold" display="0" masterRel="nextClick" afterEffect="1"/>
                                        <p:tgtEl>
                                          <p:spTgt spid="17"/>
                                        </p:tgtEl>
                                        <p:attrNameLst>
                                          <p:attrName>ppt_c</p:attrName>
                                        </p:attrNameLst>
                                      </p:cBhvr>
                                      <p:to>
                                        <a:srgbClr val="007EB9"/>
                                      </p:to>
                                    </p:animClr>
                                  </p:subTnLst>
                                </p:cTn>
                              </p:par>
                              <p:par>
                                <p:cTn id="17" presetID="21" presetClass="emph" presetSubtype="0" fill="hold" grpId="0" nodeType="withEffect">
                                  <p:stCondLst>
                                    <p:cond delay="0"/>
                                  </p:stCondLst>
                                  <p:childTnLst>
                                    <p:animClr clrSpc="hsl" dir="cw">
                                      <p:cBhvr override="childStyle">
                                        <p:cTn id="18" dur="500" fill="hold"/>
                                        <p:tgtEl>
                                          <p:spTgt spid="73"/>
                                        </p:tgtEl>
                                        <p:attrNameLst>
                                          <p:attrName>style.color</p:attrName>
                                        </p:attrNameLst>
                                      </p:cBhvr>
                                      <p:by>
                                        <p:hsl h="7200000" s="0" l="0"/>
                                      </p:by>
                                    </p:animClr>
                                    <p:animClr clrSpc="hsl" dir="cw">
                                      <p:cBhvr>
                                        <p:cTn id="19" dur="500" fill="hold"/>
                                        <p:tgtEl>
                                          <p:spTgt spid="73"/>
                                        </p:tgtEl>
                                        <p:attrNameLst>
                                          <p:attrName>fillcolor</p:attrName>
                                        </p:attrNameLst>
                                      </p:cBhvr>
                                      <p:by>
                                        <p:hsl h="7200000" s="0" l="0"/>
                                      </p:by>
                                    </p:animClr>
                                    <p:animClr clrSpc="hsl" dir="cw">
                                      <p:cBhvr>
                                        <p:cTn id="20" dur="500" fill="hold"/>
                                        <p:tgtEl>
                                          <p:spTgt spid="73"/>
                                        </p:tgtEl>
                                        <p:attrNameLst>
                                          <p:attrName>stroke.color</p:attrName>
                                        </p:attrNameLst>
                                      </p:cBhvr>
                                      <p:by>
                                        <p:hsl h="7200000" s="0" l="0"/>
                                      </p:by>
                                    </p:animClr>
                                    <p:set>
                                      <p:cBhvr>
                                        <p:cTn id="21" dur="500" fill="hold"/>
                                        <p:tgtEl>
                                          <p:spTgt spid="73"/>
                                        </p:tgtEl>
                                        <p:attrNameLst>
                                          <p:attrName>fill.type</p:attrName>
                                        </p:attrNameLst>
                                      </p:cBhvr>
                                      <p:to>
                                        <p:strVal val="solid"/>
                                      </p:to>
                                    </p:set>
                                  </p:childTnLst>
                                  <p:subTnLst>
                                    <p:animClr clrSpc="rgb" dir="cw">
                                      <p:cBhvr override="childStyle">
                                        <p:cTn dur="1" fill="hold" display="0" masterRel="nextClick" afterEffect="1"/>
                                        <p:tgtEl>
                                          <p:spTgt spid="73"/>
                                        </p:tgtEl>
                                        <p:attrNameLst>
                                          <p:attrName>ppt_c</p:attrName>
                                        </p:attrNameLst>
                                      </p:cBhvr>
                                      <p:to>
                                        <a:srgbClr val="007EB9"/>
                                      </p:to>
                                    </p:animClr>
                                  </p:subTnLst>
                                </p:cTn>
                              </p:par>
                            </p:childTnLst>
                          </p:cTn>
                        </p:par>
                      </p:childTnLst>
                    </p:cTn>
                  </p:par>
                  <p:par>
                    <p:cTn id="22" fill="hold">
                      <p:stCondLst>
                        <p:cond delay="indefinite"/>
                      </p:stCondLst>
                      <p:childTnLst>
                        <p:par>
                          <p:cTn id="23" fill="hold">
                            <p:stCondLst>
                              <p:cond delay="0"/>
                            </p:stCondLst>
                            <p:childTnLst>
                              <p:par>
                                <p:cTn id="24" presetID="21" presetClass="emph" presetSubtype="0" fill="hold" grpId="0" nodeType="clickEffect">
                                  <p:stCondLst>
                                    <p:cond delay="0"/>
                                  </p:stCondLst>
                                  <p:childTnLst>
                                    <p:animClr clrSpc="hsl" dir="cw">
                                      <p:cBhvr override="childStyle">
                                        <p:cTn id="25" dur="500" fill="hold"/>
                                        <p:tgtEl>
                                          <p:spTgt spid="74"/>
                                        </p:tgtEl>
                                        <p:attrNameLst>
                                          <p:attrName>style.color</p:attrName>
                                        </p:attrNameLst>
                                      </p:cBhvr>
                                      <p:by>
                                        <p:hsl h="7200000" s="0" l="0"/>
                                      </p:by>
                                    </p:animClr>
                                    <p:animClr clrSpc="hsl" dir="cw">
                                      <p:cBhvr>
                                        <p:cTn id="26" dur="500" fill="hold"/>
                                        <p:tgtEl>
                                          <p:spTgt spid="74"/>
                                        </p:tgtEl>
                                        <p:attrNameLst>
                                          <p:attrName>fillcolor</p:attrName>
                                        </p:attrNameLst>
                                      </p:cBhvr>
                                      <p:by>
                                        <p:hsl h="7200000" s="0" l="0"/>
                                      </p:by>
                                    </p:animClr>
                                    <p:animClr clrSpc="hsl" dir="cw">
                                      <p:cBhvr>
                                        <p:cTn id="27" dur="500" fill="hold"/>
                                        <p:tgtEl>
                                          <p:spTgt spid="74"/>
                                        </p:tgtEl>
                                        <p:attrNameLst>
                                          <p:attrName>stroke.color</p:attrName>
                                        </p:attrNameLst>
                                      </p:cBhvr>
                                      <p:by>
                                        <p:hsl h="7200000" s="0" l="0"/>
                                      </p:by>
                                    </p:animClr>
                                    <p:set>
                                      <p:cBhvr>
                                        <p:cTn id="28" dur="500" fill="hold"/>
                                        <p:tgtEl>
                                          <p:spTgt spid="74"/>
                                        </p:tgtEl>
                                        <p:attrNameLst>
                                          <p:attrName>fill.type</p:attrName>
                                        </p:attrNameLst>
                                      </p:cBhvr>
                                      <p:to>
                                        <p:strVal val="solid"/>
                                      </p:to>
                                    </p:set>
                                  </p:childTnLst>
                                  <p:subTnLst>
                                    <p:animClr clrSpc="rgb" dir="cw">
                                      <p:cBhvr override="childStyle">
                                        <p:cTn dur="1" fill="hold" display="0" masterRel="nextClick" afterEffect="1"/>
                                        <p:tgtEl>
                                          <p:spTgt spid="74"/>
                                        </p:tgtEl>
                                        <p:attrNameLst>
                                          <p:attrName>ppt_c</p:attrName>
                                        </p:attrNameLst>
                                      </p:cBhvr>
                                      <p:to>
                                        <a:srgbClr val="007EB9"/>
                                      </p:to>
                                    </p:animClr>
                                  </p:subTnLst>
                                </p:cTn>
                              </p:par>
                              <p:par>
                                <p:cTn id="29" presetID="19" presetClass="emph" presetSubtype="0" fill="hold" nodeType="withEffect">
                                  <p:stCondLst>
                                    <p:cond delay="0"/>
                                  </p:stCondLst>
                                  <p:childTnLst>
                                    <p:animClr clrSpc="rgb" dir="cw">
                                      <p:cBhvr override="childStyle">
                                        <p:cTn id="30" dur="500" fill="hold"/>
                                        <p:tgtEl>
                                          <p:spTgt spid="4"/>
                                        </p:tgtEl>
                                        <p:attrNameLst>
                                          <p:attrName>style.color</p:attrName>
                                        </p:attrNameLst>
                                      </p:cBhvr>
                                      <p:to>
                                        <a:srgbClr val="007EB9"/>
                                      </p:to>
                                    </p:animClr>
                                    <p:animClr clrSpc="rgb" dir="cw">
                                      <p:cBhvr>
                                        <p:cTn id="31" dur="500" fill="hold"/>
                                        <p:tgtEl>
                                          <p:spTgt spid="4"/>
                                        </p:tgtEl>
                                        <p:attrNameLst>
                                          <p:attrName>fillcolor</p:attrName>
                                        </p:attrNameLst>
                                      </p:cBhvr>
                                      <p:to>
                                        <a:srgbClr val="007EB9"/>
                                      </p:to>
                                    </p:animClr>
                                    <p:set>
                                      <p:cBhvr>
                                        <p:cTn id="32" dur="500" fill="hold"/>
                                        <p:tgtEl>
                                          <p:spTgt spid="4"/>
                                        </p:tgtEl>
                                        <p:attrNameLst>
                                          <p:attrName>fill.type</p:attrName>
                                        </p:attrNameLst>
                                      </p:cBhvr>
                                      <p:to>
                                        <p:strVal val="solid"/>
                                      </p:to>
                                    </p:set>
                                    <p:set>
                                      <p:cBhvr>
                                        <p:cTn id="33" dur="500" fill="hold"/>
                                        <p:tgtEl>
                                          <p:spTgt spid="4"/>
                                        </p:tgtEl>
                                        <p:attrNameLst>
                                          <p:attrName>fill.on</p:attrName>
                                        </p:attrNameLst>
                                      </p:cBhvr>
                                      <p:to>
                                        <p:strVal val="true"/>
                                      </p:to>
                                    </p:set>
                                  </p:childTnLst>
                                  <p:subTnLst>
                                    <p:animClr clrSpc="rgb" dir="cw">
                                      <p:cBhvr override="childStyle">
                                        <p:cTn dur="1" fill="hold" display="0" masterRel="nextClick" afterEffect="1"/>
                                        <p:tgtEl>
                                          <p:spTgt spid="4"/>
                                        </p:tgtEl>
                                        <p:attrNameLst>
                                          <p:attrName>ppt_c</p:attrName>
                                        </p:attrNameLst>
                                      </p:cBhvr>
                                      <p:to>
                                        <a:srgbClr val="007EB9"/>
                                      </p:to>
                                    </p:animClr>
                                  </p:sub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left)">
                                      <p:cBhvr>
                                        <p:cTn id="3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74" grpId="0"/>
      <p:bldP spid="2" grpId="0" animBg="1"/>
    </p:bldLst>
  </p:timing>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Espace réservé du texte 13">
            <a:extLst>
              <a:ext uri="{FF2B5EF4-FFF2-40B4-BE49-F238E27FC236}">
                <a16:creationId xmlns:a16="http://schemas.microsoft.com/office/drawing/2014/main" id="{4145E2BC-AAFB-A2B2-71BF-DC503B16C108}"/>
              </a:ext>
            </a:extLst>
          </p:cNvPr>
          <p:cNvSpPr>
            <a:spLocks noGrp="1"/>
          </p:cNvSpPr>
          <p:nvPr>
            <p:ph type="body" sz="quarter" idx="35"/>
          </p:nvPr>
        </p:nvSpPr>
        <p:spPr/>
        <p:txBody>
          <a:bodyPr/>
          <a:lstStyle/>
          <a:p>
            <a:r>
              <a:rPr lang="fr-FR" dirty="0"/>
              <a:t>Les questions/réponses</a:t>
            </a:r>
          </a:p>
        </p:txBody>
      </p:sp>
      <p:sp>
        <p:nvSpPr>
          <p:cNvPr id="11" name="Espace réservé du texte 10">
            <a:extLst>
              <a:ext uri="{FF2B5EF4-FFF2-40B4-BE49-F238E27FC236}">
                <a16:creationId xmlns:a16="http://schemas.microsoft.com/office/drawing/2014/main" id="{C2AAB901-6360-78FA-366E-FB19970EBA72}"/>
              </a:ext>
            </a:extLst>
          </p:cNvPr>
          <p:cNvSpPr>
            <a:spLocks noGrp="1"/>
          </p:cNvSpPr>
          <p:nvPr>
            <p:ph type="body" sz="quarter" idx="10"/>
          </p:nvPr>
        </p:nvSpPr>
        <p:spPr/>
        <p:txBody>
          <a:bodyPr/>
          <a:lstStyle/>
          <a:p>
            <a:r>
              <a:rPr lang="fr-FR" dirty="0"/>
              <a:t>ARBRES DE DECISION – VISION CONSOMMATEUR</a:t>
            </a:r>
          </a:p>
        </p:txBody>
      </p:sp>
      <p:pic>
        <p:nvPicPr>
          <p:cNvPr id="1028" name="Picture 4">
            <a:extLst>
              <a:ext uri="{FF2B5EF4-FFF2-40B4-BE49-F238E27FC236}">
                <a16:creationId xmlns:a16="http://schemas.microsoft.com/office/drawing/2014/main" id="{77396E6D-06B5-1000-10F9-55A8F86FA9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5638" y="3863502"/>
            <a:ext cx="2065169" cy="180619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a:extLst>
              <a:ext uri="{FF2B5EF4-FFF2-40B4-BE49-F238E27FC236}">
                <a16:creationId xmlns:a16="http://schemas.microsoft.com/office/drawing/2014/main" id="{02693482-C29F-C06B-1991-9B1723FEA2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638" y="1881659"/>
            <a:ext cx="2372632" cy="181033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a:extLst>
              <a:ext uri="{FF2B5EF4-FFF2-40B4-BE49-F238E27FC236}">
                <a16:creationId xmlns:a16="http://schemas.microsoft.com/office/drawing/2014/main" id="{09D47F90-C7D9-7FE9-5B4F-1D88617B9C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354" y="1701319"/>
            <a:ext cx="479717" cy="49947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8">
            <a:extLst>
              <a:ext uri="{FF2B5EF4-FFF2-40B4-BE49-F238E27FC236}">
                <a16:creationId xmlns:a16="http://schemas.microsoft.com/office/drawing/2014/main" id="{3F158DC2-AD92-7893-8E86-765CB93C5E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4570" y="1872828"/>
            <a:ext cx="2354520" cy="181033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0">
            <a:extLst>
              <a:ext uri="{FF2B5EF4-FFF2-40B4-BE49-F238E27FC236}">
                <a16:creationId xmlns:a16="http://schemas.microsoft.com/office/drawing/2014/main" id="{3C49DF2F-9356-5B48-9170-7D6A5B5033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69286" y="1685393"/>
            <a:ext cx="479717" cy="49947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2">
            <a:extLst>
              <a:ext uri="{FF2B5EF4-FFF2-40B4-BE49-F238E27FC236}">
                <a16:creationId xmlns:a16="http://schemas.microsoft.com/office/drawing/2014/main" id="{83FFB94A-0844-E78C-B532-BF7B4FE2F02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42855" y="1881903"/>
            <a:ext cx="2354520" cy="1810334"/>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4">
            <a:extLst>
              <a:ext uri="{FF2B5EF4-FFF2-40B4-BE49-F238E27FC236}">
                <a16:creationId xmlns:a16="http://schemas.microsoft.com/office/drawing/2014/main" id="{C7E31F76-2A4E-A09D-C220-CCBB5B29B51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27751" y="1685393"/>
            <a:ext cx="479717" cy="499475"/>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8">
            <a:extLst>
              <a:ext uri="{FF2B5EF4-FFF2-40B4-BE49-F238E27FC236}">
                <a16:creationId xmlns:a16="http://schemas.microsoft.com/office/drawing/2014/main" id="{A19AEA50-4EE5-8995-F910-53318B99F8C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853" y="3872333"/>
            <a:ext cx="2354520" cy="1810334"/>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0">
            <a:extLst>
              <a:ext uri="{FF2B5EF4-FFF2-40B4-BE49-F238E27FC236}">
                <a16:creationId xmlns:a16="http://schemas.microsoft.com/office/drawing/2014/main" id="{D51A2753-43E4-7218-38DE-45352F94CBE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95514" y="3872333"/>
            <a:ext cx="2372632" cy="1810334"/>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4">
            <a:extLst>
              <a:ext uri="{FF2B5EF4-FFF2-40B4-BE49-F238E27FC236}">
                <a16:creationId xmlns:a16="http://schemas.microsoft.com/office/drawing/2014/main" id="{CB88ADC9-E9CA-E0AD-F7EC-C616DD7A3D1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2853" y="3683162"/>
            <a:ext cx="479717" cy="49947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CAF8CBE7-1639-D287-A17D-B5939C03272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67455" y="3681256"/>
            <a:ext cx="481547" cy="50138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8">
            <a:extLst>
              <a:ext uri="{FF2B5EF4-FFF2-40B4-BE49-F238E27FC236}">
                <a16:creationId xmlns:a16="http://schemas.microsoft.com/office/drawing/2014/main" id="{0003B9DA-7F10-888E-79B6-CF4E4483070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42855" y="3665016"/>
            <a:ext cx="481547" cy="50138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DB891CEB-1C33-1FC4-4A1F-B8AF384B8E5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61567" y="1875066"/>
            <a:ext cx="2354520" cy="180619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F25ADEA8-69C0-FC28-F315-95082FC484A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880915" y="1869897"/>
            <a:ext cx="2354520" cy="1811359"/>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448C0450-1164-47C7-4521-4B9B1221380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461567" y="3858333"/>
            <a:ext cx="2354520" cy="1811359"/>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CDE20915-0F79-F344-26C1-8A7E789258AD}"/>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880915" y="3858333"/>
            <a:ext cx="2354520" cy="1809695"/>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479BC397-D97F-66C8-F4F5-5C704C7A856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523249" y="1701319"/>
            <a:ext cx="485775" cy="501379"/>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a:extLst>
              <a:ext uri="{FF2B5EF4-FFF2-40B4-BE49-F238E27FC236}">
                <a16:creationId xmlns:a16="http://schemas.microsoft.com/office/drawing/2014/main" id="{42E6B3AA-1ED5-FC04-5F57-2B4292205A35}"/>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945454" y="1707469"/>
            <a:ext cx="485775" cy="501379"/>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FAC5725C-0771-3849-17EB-3F738832704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526457" y="3665016"/>
            <a:ext cx="485775" cy="501380"/>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7B0B6F3C-6B2D-4153-81DA-C4FE8AB92E4A}"/>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948662" y="3692237"/>
            <a:ext cx="485775" cy="501380"/>
          </a:xfrm>
          <a:prstGeom prst="rect">
            <a:avLst/>
          </a:prstGeom>
          <a:noFill/>
          <a:extLst>
            <a:ext uri="{909E8E84-426E-40DD-AFC4-6F175D3DCCD1}">
              <a14:hiddenFill xmlns:a14="http://schemas.microsoft.com/office/drawing/2010/main">
                <a:solidFill>
                  <a:srgbClr val="FFFFFF"/>
                </a:solidFill>
              </a14:hiddenFill>
            </a:ext>
          </a:extLst>
        </p:spPr>
      </p:pic>
      <p:cxnSp>
        <p:nvCxnSpPr>
          <p:cNvPr id="33" name="Connecteur droit 32">
            <a:extLst>
              <a:ext uri="{FF2B5EF4-FFF2-40B4-BE49-F238E27FC236}">
                <a16:creationId xmlns:a16="http://schemas.microsoft.com/office/drawing/2014/main" id="{8E91CA7E-F37F-1316-EF1B-963DEAF4DA8B}"/>
              </a:ext>
            </a:extLst>
          </p:cNvPr>
          <p:cNvCxnSpPr>
            <a:cxnSpLocks/>
          </p:cNvCxnSpPr>
          <p:nvPr/>
        </p:nvCxnSpPr>
        <p:spPr>
          <a:xfrm>
            <a:off x="7247826" y="1196592"/>
            <a:ext cx="0" cy="49828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necteur droit 33">
            <a:extLst>
              <a:ext uri="{FF2B5EF4-FFF2-40B4-BE49-F238E27FC236}">
                <a16:creationId xmlns:a16="http://schemas.microsoft.com/office/drawing/2014/main" id="{897D8FE4-109D-866B-4868-290D49C76DCC}"/>
              </a:ext>
            </a:extLst>
          </p:cNvPr>
          <p:cNvCxnSpPr>
            <a:cxnSpLocks/>
          </p:cNvCxnSpPr>
          <p:nvPr/>
        </p:nvCxnSpPr>
        <p:spPr>
          <a:xfrm>
            <a:off x="7371351" y="1196592"/>
            <a:ext cx="0" cy="49828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44943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wipe(left)">
                                      <p:cBhvr>
                                        <p:cTn id="7" dur="500"/>
                                        <p:tgtEl>
                                          <p:spTgt spid="1028"/>
                                        </p:tgtEl>
                                      </p:cBhvr>
                                    </p:animEffect>
                                  </p:childTnLst>
                                </p:cTn>
                              </p:par>
                              <p:par>
                                <p:cTn id="8" presetID="22" presetClass="entr" presetSubtype="8"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left)">
                                      <p:cBhvr>
                                        <p:cTn id="10" dur="500"/>
                                        <p:tgtEl>
                                          <p:spTgt spid="17"/>
                                        </p:tgtEl>
                                      </p:cBhvr>
                                    </p:animEffect>
                                  </p:childTnLst>
                                </p:cTn>
                              </p:par>
                              <p:par>
                                <p:cTn id="11" presetID="22" presetClass="entr" presetSubtype="8"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left)">
                                      <p:cBhvr>
                                        <p:cTn id="13" dur="500"/>
                                        <p:tgtEl>
                                          <p:spTgt spid="18"/>
                                        </p:tgtEl>
                                      </p:cBhvr>
                                    </p:animEffect>
                                  </p:childTnLst>
                                </p:cTn>
                              </p:par>
                              <p:par>
                                <p:cTn id="14" presetID="22" presetClass="entr" presetSubtype="8"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500"/>
                                        <p:tgtEl>
                                          <p:spTgt spid="19"/>
                                        </p:tgtEl>
                                      </p:cBhvr>
                                    </p:animEffect>
                                  </p:childTnLst>
                                </p:cTn>
                              </p:par>
                              <p:par>
                                <p:cTn id="17" presetID="22" presetClass="entr" presetSubtype="8"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left)">
                                      <p:cBhvr>
                                        <p:cTn id="19" dur="500"/>
                                        <p:tgtEl>
                                          <p:spTgt spid="20"/>
                                        </p:tgtEl>
                                      </p:cBhvr>
                                    </p:animEffect>
                                  </p:childTnLst>
                                </p:cTn>
                              </p:par>
                              <p:par>
                                <p:cTn id="20" presetID="22" presetClass="entr" presetSubtype="8"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par>
                                <p:cTn id="23" presetID="22" presetClass="entr" presetSubtype="8"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par>
                                <p:cTn id="26" presetID="22" presetClass="entr" presetSubtype="8" fill="hold"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wipe(left)">
                                      <p:cBhvr>
                                        <p:cTn id="28" dur="500"/>
                                        <p:tgtEl>
                                          <p:spTgt spid="23"/>
                                        </p:tgtEl>
                                      </p:cBhvr>
                                    </p:animEffect>
                                  </p:childTnLst>
                                </p:cTn>
                              </p:par>
                              <p:par>
                                <p:cTn id="29" presetID="22" presetClass="entr" presetSubtype="8"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wipe(left)">
                                      <p:cBhvr>
                                        <p:cTn id="31" dur="500"/>
                                        <p:tgtEl>
                                          <p:spTgt spid="24"/>
                                        </p:tgtEl>
                                      </p:cBhvr>
                                    </p:animEffect>
                                  </p:childTnLst>
                                </p:cTn>
                              </p:par>
                              <p:par>
                                <p:cTn id="32" presetID="22" presetClass="entr" presetSubtype="8"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left)">
                                      <p:cBhvr>
                                        <p:cTn id="34" dur="500"/>
                                        <p:tgtEl>
                                          <p:spTgt spid="26"/>
                                        </p:tgtEl>
                                      </p:cBhvr>
                                    </p:animEffect>
                                  </p:childTnLst>
                                </p:cTn>
                              </p:par>
                              <p:par>
                                <p:cTn id="35" presetID="22" presetClass="entr" presetSubtype="8"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left)">
                                      <p:cBhvr>
                                        <p:cTn id="37" dur="500"/>
                                        <p:tgtEl>
                                          <p:spTgt spid="27"/>
                                        </p:tgtEl>
                                      </p:cBhvr>
                                    </p:animEffect>
                                  </p:childTnLst>
                                </p:cTn>
                              </p:par>
                              <p:par>
                                <p:cTn id="38" presetID="22" presetClass="entr" presetSubtype="8" fill="hold"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wipe(left)">
                                      <p:cBhvr>
                                        <p:cTn id="40" dur="500"/>
                                        <p:tgtEl>
                                          <p:spTgt spid="2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034"/>
                                        </p:tgtEl>
                                        <p:attrNameLst>
                                          <p:attrName>style.visibility</p:attrName>
                                        </p:attrNameLst>
                                      </p:cBhvr>
                                      <p:to>
                                        <p:strVal val="visible"/>
                                      </p:to>
                                    </p:set>
                                    <p:animEffect transition="in" filter="wipe(left)">
                                      <p:cBhvr>
                                        <p:cTn id="45" dur="500"/>
                                        <p:tgtEl>
                                          <p:spTgt spid="1034"/>
                                        </p:tgtEl>
                                      </p:cBhvr>
                                    </p:animEffect>
                                  </p:childTnLst>
                                </p:cTn>
                              </p:par>
                              <p:par>
                                <p:cTn id="46" presetID="22" presetClass="entr" presetSubtype="8" fill="hold" nodeType="withEffect">
                                  <p:stCondLst>
                                    <p:cond delay="0"/>
                                  </p:stCondLst>
                                  <p:childTnLst>
                                    <p:set>
                                      <p:cBhvr>
                                        <p:cTn id="47" dur="1" fill="hold">
                                          <p:stCondLst>
                                            <p:cond delay="0"/>
                                          </p:stCondLst>
                                        </p:cTn>
                                        <p:tgtEl>
                                          <p:spTgt spid="1036"/>
                                        </p:tgtEl>
                                        <p:attrNameLst>
                                          <p:attrName>style.visibility</p:attrName>
                                        </p:attrNameLst>
                                      </p:cBhvr>
                                      <p:to>
                                        <p:strVal val="visible"/>
                                      </p:to>
                                    </p:set>
                                    <p:animEffect transition="in" filter="wipe(left)">
                                      <p:cBhvr>
                                        <p:cTn id="48" dur="500"/>
                                        <p:tgtEl>
                                          <p:spTgt spid="1036"/>
                                        </p:tgtEl>
                                      </p:cBhvr>
                                    </p:animEffect>
                                  </p:childTnLst>
                                </p:cTn>
                              </p:par>
                              <p:par>
                                <p:cTn id="49" presetID="22" presetClass="entr" presetSubtype="8" fill="hold" nodeType="withEffect">
                                  <p:stCondLst>
                                    <p:cond delay="0"/>
                                  </p:stCondLst>
                                  <p:childTnLst>
                                    <p:set>
                                      <p:cBhvr>
                                        <p:cTn id="50" dur="1" fill="hold">
                                          <p:stCondLst>
                                            <p:cond delay="0"/>
                                          </p:stCondLst>
                                        </p:cTn>
                                        <p:tgtEl>
                                          <p:spTgt spid="1038"/>
                                        </p:tgtEl>
                                        <p:attrNameLst>
                                          <p:attrName>style.visibility</p:attrName>
                                        </p:attrNameLst>
                                      </p:cBhvr>
                                      <p:to>
                                        <p:strVal val="visible"/>
                                      </p:to>
                                    </p:set>
                                    <p:animEffect transition="in" filter="wipe(left)">
                                      <p:cBhvr>
                                        <p:cTn id="51" dur="500"/>
                                        <p:tgtEl>
                                          <p:spTgt spid="1038"/>
                                        </p:tgtEl>
                                      </p:cBhvr>
                                    </p:animEffect>
                                  </p:childTnLst>
                                </p:cTn>
                              </p:par>
                              <p:par>
                                <p:cTn id="52" presetID="22" presetClass="entr" presetSubtype="8" fill="hold" nodeType="withEffect">
                                  <p:stCondLst>
                                    <p:cond delay="0"/>
                                  </p:stCondLst>
                                  <p:childTnLst>
                                    <p:set>
                                      <p:cBhvr>
                                        <p:cTn id="53" dur="1" fill="hold">
                                          <p:stCondLst>
                                            <p:cond delay="0"/>
                                          </p:stCondLst>
                                        </p:cTn>
                                        <p:tgtEl>
                                          <p:spTgt spid="1042"/>
                                        </p:tgtEl>
                                        <p:attrNameLst>
                                          <p:attrName>style.visibility</p:attrName>
                                        </p:attrNameLst>
                                      </p:cBhvr>
                                      <p:to>
                                        <p:strVal val="visible"/>
                                      </p:to>
                                    </p:set>
                                    <p:animEffect transition="in" filter="wipe(left)">
                                      <p:cBhvr>
                                        <p:cTn id="54" dur="500"/>
                                        <p:tgtEl>
                                          <p:spTgt spid="1042"/>
                                        </p:tgtEl>
                                      </p:cBhvr>
                                    </p:animEffect>
                                  </p:childTnLst>
                                </p:cTn>
                              </p:par>
                              <p:par>
                                <p:cTn id="55" presetID="22" presetClass="entr" presetSubtype="8" fill="hold" nodeType="withEffect">
                                  <p:stCondLst>
                                    <p:cond delay="0"/>
                                  </p:stCondLst>
                                  <p:childTnLst>
                                    <p:set>
                                      <p:cBhvr>
                                        <p:cTn id="56" dur="1" fill="hold">
                                          <p:stCondLst>
                                            <p:cond delay="0"/>
                                          </p:stCondLst>
                                        </p:cTn>
                                        <p:tgtEl>
                                          <p:spTgt spid="1044"/>
                                        </p:tgtEl>
                                        <p:attrNameLst>
                                          <p:attrName>style.visibility</p:attrName>
                                        </p:attrNameLst>
                                      </p:cBhvr>
                                      <p:to>
                                        <p:strVal val="visible"/>
                                      </p:to>
                                    </p:set>
                                    <p:animEffect transition="in" filter="wipe(left)">
                                      <p:cBhvr>
                                        <p:cTn id="57" dur="500"/>
                                        <p:tgtEl>
                                          <p:spTgt spid="1044"/>
                                        </p:tgtEl>
                                      </p:cBhvr>
                                    </p:animEffect>
                                  </p:childTnLst>
                                </p:cTn>
                              </p:par>
                              <p:par>
                                <p:cTn id="58" presetID="22" presetClass="entr" presetSubtype="8" fill="hold" nodeType="withEffect">
                                  <p:stCondLst>
                                    <p:cond delay="0"/>
                                  </p:stCondLst>
                                  <p:childTnLst>
                                    <p:set>
                                      <p:cBhvr>
                                        <p:cTn id="59" dur="1" fill="hold">
                                          <p:stCondLst>
                                            <p:cond delay="0"/>
                                          </p:stCondLst>
                                        </p:cTn>
                                        <p:tgtEl>
                                          <p:spTgt spid="1046"/>
                                        </p:tgtEl>
                                        <p:attrNameLst>
                                          <p:attrName>style.visibility</p:attrName>
                                        </p:attrNameLst>
                                      </p:cBhvr>
                                      <p:to>
                                        <p:strVal val="visible"/>
                                      </p:to>
                                    </p:set>
                                    <p:animEffect transition="in" filter="wipe(left)">
                                      <p:cBhvr>
                                        <p:cTn id="60" dur="500"/>
                                        <p:tgtEl>
                                          <p:spTgt spid="1046"/>
                                        </p:tgtEl>
                                      </p:cBhvr>
                                    </p:animEffect>
                                  </p:childTnLst>
                                </p:cTn>
                              </p:par>
                              <p:par>
                                <p:cTn id="61" presetID="22" presetClass="entr" presetSubtype="8" fill="hold" nodeType="withEffect">
                                  <p:stCondLst>
                                    <p:cond delay="0"/>
                                  </p:stCondLst>
                                  <p:childTnLst>
                                    <p:set>
                                      <p:cBhvr>
                                        <p:cTn id="62" dur="1" fill="hold">
                                          <p:stCondLst>
                                            <p:cond delay="0"/>
                                          </p:stCondLst>
                                        </p:cTn>
                                        <p:tgtEl>
                                          <p:spTgt spid="1050"/>
                                        </p:tgtEl>
                                        <p:attrNameLst>
                                          <p:attrName>style.visibility</p:attrName>
                                        </p:attrNameLst>
                                      </p:cBhvr>
                                      <p:to>
                                        <p:strVal val="visible"/>
                                      </p:to>
                                    </p:set>
                                    <p:animEffect transition="in" filter="wipe(left)">
                                      <p:cBhvr>
                                        <p:cTn id="63" dur="500"/>
                                        <p:tgtEl>
                                          <p:spTgt spid="1050"/>
                                        </p:tgtEl>
                                      </p:cBhvr>
                                    </p:animEffect>
                                  </p:childTnLst>
                                </p:cTn>
                              </p:par>
                              <p:par>
                                <p:cTn id="64" presetID="22" presetClass="entr" presetSubtype="8" fill="hold" nodeType="withEffect">
                                  <p:stCondLst>
                                    <p:cond delay="0"/>
                                  </p:stCondLst>
                                  <p:childTnLst>
                                    <p:set>
                                      <p:cBhvr>
                                        <p:cTn id="65" dur="1" fill="hold">
                                          <p:stCondLst>
                                            <p:cond delay="0"/>
                                          </p:stCondLst>
                                        </p:cTn>
                                        <p:tgtEl>
                                          <p:spTgt spid="1052"/>
                                        </p:tgtEl>
                                        <p:attrNameLst>
                                          <p:attrName>style.visibility</p:attrName>
                                        </p:attrNameLst>
                                      </p:cBhvr>
                                      <p:to>
                                        <p:strVal val="visible"/>
                                      </p:to>
                                    </p:set>
                                    <p:animEffect transition="in" filter="wipe(left)">
                                      <p:cBhvr>
                                        <p:cTn id="66" dur="500"/>
                                        <p:tgtEl>
                                          <p:spTgt spid="1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2100" name="Connecteur droit 2099">
            <a:extLst>
              <a:ext uri="{FF2B5EF4-FFF2-40B4-BE49-F238E27FC236}">
                <a16:creationId xmlns:a16="http://schemas.microsoft.com/office/drawing/2014/main" id="{4BBA5D31-120F-B40D-430A-56940DD7F142}"/>
              </a:ext>
            </a:extLst>
          </p:cNvPr>
          <p:cNvCxnSpPr>
            <a:cxnSpLocks/>
          </p:cNvCxnSpPr>
          <p:nvPr/>
        </p:nvCxnSpPr>
        <p:spPr>
          <a:xfrm>
            <a:off x="7247826" y="1196592"/>
            <a:ext cx="0" cy="49828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1" name="Connecteur droit 2100">
            <a:extLst>
              <a:ext uri="{FF2B5EF4-FFF2-40B4-BE49-F238E27FC236}">
                <a16:creationId xmlns:a16="http://schemas.microsoft.com/office/drawing/2014/main" id="{C7617619-65F3-11D8-29C9-82E3B0096156}"/>
              </a:ext>
            </a:extLst>
          </p:cNvPr>
          <p:cNvCxnSpPr>
            <a:cxnSpLocks/>
          </p:cNvCxnSpPr>
          <p:nvPr/>
        </p:nvCxnSpPr>
        <p:spPr>
          <a:xfrm>
            <a:off x="7371351" y="1196592"/>
            <a:ext cx="0" cy="49828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4" name="Picture 4">
            <a:extLst>
              <a:ext uri="{FF2B5EF4-FFF2-40B4-BE49-F238E27FC236}">
                <a16:creationId xmlns:a16="http://schemas.microsoft.com/office/drawing/2014/main" id="{E61B9873-2DBD-D200-5AA7-E945F9355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5638" y="3863502"/>
            <a:ext cx="2065169" cy="180619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a:extLst>
              <a:ext uri="{FF2B5EF4-FFF2-40B4-BE49-F238E27FC236}">
                <a16:creationId xmlns:a16="http://schemas.microsoft.com/office/drawing/2014/main" id="{E6A0B1D6-8B4B-4CEB-4C84-9D363EFAF0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638" y="1881659"/>
            <a:ext cx="2372632" cy="1810334"/>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4">
            <a:extLst>
              <a:ext uri="{FF2B5EF4-FFF2-40B4-BE49-F238E27FC236}">
                <a16:creationId xmlns:a16="http://schemas.microsoft.com/office/drawing/2014/main" id="{07B3B861-815A-F59C-21B0-53F59573C3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6354" y="1701319"/>
            <a:ext cx="479717" cy="499475"/>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a:extLst>
              <a:ext uri="{FF2B5EF4-FFF2-40B4-BE49-F238E27FC236}">
                <a16:creationId xmlns:a16="http://schemas.microsoft.com/office/drawing/2014/main" id="{10D0D1CF-5FF7-7783-3C66-E61287E5DC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4570" y="1872828"/>
            <a:ext cx="2354520" cy="181033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2">
            <a:extLst>
              <a:ext uri="{FF2B5EF4-FFF2-40B4-BE49-F238E27FC236}">
                <a16:creationId xmlns:a16="http://schemas.microsoft.com/office/drawing/2014/main" id="{A827ED01-FD1B-BEC4-78F3-EF1B5C520AB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42855" y="1881903"/>
            <a:ext cx="2354520" cy="181033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14">
            <a:extLst>
              <a:ext uri="{FF2B5EF4-FFF2-40B4-BE49-F238E27FC236}">
                <a16:creationId xmlns:a16="http://schemas.microsoft.com/office/drawing/2014/main" id="{DA77EF28-C1BA-9412-0D29-15ADCF29DE8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27751" y="1685393"/>
            <a:ext cx="479717" cy="499475"/>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18">
            <a:extLst>
              <a:ext uri="{FF2B5EF4-FFF2-40B4-BE49-F238E27FC236}">
                <a16:creationId xmlns:a16="http://schemas.microsoft.com/office/drawing/2014/main" id="{7A5E5EAA-51DC-E80F-75A5-833C25D3FFA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853" y="3872333"/>
            <a:ext cx="2354520" cy="1810334"/>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0">
            <a:extLst>
              <a:ext uri="{FF2B5EF4-FFF2-40B4-BE49-F238E27FC236}">
                <a16:creationId xmlns:a16="http://schemas.microsoft.com/office/drawing/2014/main" id="{F70E33A4-8445-DC5C-C883-83A9D3EDAF7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95514" y="3872333"/>
            <a:ext cx="2372632" cy="1810334"/>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4">
            <a:extLst>
              <a:ext uri="{FF2B5EF4-FFF2-40B4-BE49-F238E27FC236}">
                <a16:creationId xmlns:a16="http://schemas.microsoft.com/office/drawing/2014/main" id="{7BFCE605-38DE-4356-7059-023AC852468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2853" y="3683162"/>
            <a:ext cx="479717" cy="499475"/>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6">
            <a:extLst>
              <a:ext uri="{FF2B5EF4-FFF2-40B4-BE49-F238E27FC236}">
                <a16:creationId xmlns:a16="http://schemas.microsoft.com/office/drawing/2014/main" id="{D340B2F7-F19F-A979-D8B1-EB39016E850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67455" y="3681256"/>
            <a:ext cx="481547" cy="50138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8">
            <a:extLst>
              <a:ext uri="{FF2B5EF4-FFF2-40B4-BE49-F238E27FC236}">
                <a16:creationId xmlns:a16="http://schemas.microsoft.com/office/drawing/2014/main" id="{0CD02EE2-4F2E-987E-4A00-B06B3D44560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42855" y="3665016"/>
            <a:ext cx="481547" cy="501380"/>
          </a:xfrm>
          <a:prstGeom prst="rect">
            <a:avLst/>
          </a:prstGeom>
          <a:noFill/>
          <a:extLst>
            <a:ext uri="{909E8E84-426E-40DD-AFC4-6F175D3DCCD1}">
              <a14:hiddenFill xmlns:a14="http://schemas.microsoft.com/office/drawing/2010/main">
                <a:solidFill>
                  <a:srgbClr val="FFFFFF"/>
                </a:solidFill>
              </a14:hiddenFill>
            </a:ext>
          </a:extLst>
        </p:spPr>
      </p:pic>
      <p:sp>
        <p:nvSpPr>
          <p:cNvPr id="14" name="Espace réservé du texte 13">
            <a:extLst>
              <a:ext uri="{FF2B5EF4-FFF2-40B4-BE49-F238E27FC236}">
                <a16:creationId xmlns:a16="http://schemas.microsoft.com/office/drawing/2014/main" id="{4145E2BC-AAFB-A2B2-71BF-DC503B16C108}"/>
              </a:ext>
            </a:extLst>
          </p:cNvPr>
          <p:cNvSpPr>
            <a:spLocks noGrp="1"/>
          </p:cNvSpPr>
          <p:nvPr>
            <p:ph type="body" sz="quarter" idx="35"/>
          </p:nvPr>
        </p:nvSpPr>
        <p:spPr/>
        <p:txBody>
          <a:bodyPr/>
          <a:lstStyle/>
          <a:p>
            <a:r>
              <a:rPr lang="fr-FR" dirty="0"/>
              <a:t>Exemple 1 : Consultation de tiers synchrone</a:t>
            </a:r>
          </a:p>
        </p:txBody>
      </p:sp>
      <p:sp>
        <p:nvSpPr>
          <p:cNvPr id="11" name="Espace réservé du texte 10">
            <a:extLst>
              <a:ext uri="{FF2B5EF4-FFF2-40B4-BE49-F238E27FC236}">
                <a16:creationId xmlns:a16="http://schemas.microsoft.com/office/drawing/2014/main" id="{C2AAB901-6360-78FA-366E-FB19970EBA72}"/>
              </a:ext>
            </a:extLst>
          </p:cNvPr>
          <p:cNvSpPr>
            <a:spLocks noGrp="1"/>
          </p:cNvSpPr>
          <p:nvPr>
            <p:ph type="body" sz="quarter" idx="10"/>
          </p:nvPr>
        </p:nvSpPr>
        <p:spPr/>
        <p:txBody>
          <a:bodyPr/>
          <a:lstStyle/>
          <a:p>
            <a:r>
              <a:rPr lang="fr-FR"/>
              <a:t>ARBRES DE DECISION – VISION CONSOMMATEUR</a:t>
            </a:r>
          </a:p>
        </p:txBody>
      </p:sp>
      <p:sp>
        <p:nvSpPr>
          <p:cNvPr id="9" name="Rectangle : coins arrondis 8">
            <a:extLst>
              <a:ext uri="{FF2B5EF4-FFF2-40B4-BE49-F238E27FC236}">
                <a16:creationId xmlns:a16="http://schemas.microsoft.com/office/drawing/2014/main" id="{48DC9E40-754E-F4E7-FEF5-ECFE1D6F9709}"/>
              </a:ext>
            </a:extLst>
          </p:cNvPr>
          <p:cNvSpPr/>
          <p:nvPr/>
        </p:nvSpPr>
        <p:spPr>
          <a:xfrm>
            <a:off x="630322" y="2209625"/>
            <a:ext cx="1210724" cy="5972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Consultation</a:t>
            </a:r>
            <a:endParaRPr lang="fr-FR" sz="1600">
              <a:solidFill>
                <a:schemeClr val="tx1"/>
              </a:solidFill>
            </a:endParaRPr>
          </a:p>
        </p:txBody>
      </p:sp>
      <p:grpSp>
        <p:nvGrpSpPr>
          <p:cNvPr id="41" name="Groupe 40">
            <a:extLst>
              <a:ext uri="{FF2B5EF4-FFF2-40B4-BE49-F238E27FC236}">
                <a16:creationId xmlns:a16="http://schemas.microsoft.com/office/drawing/2014/main" id="{4DC1EEC3-BA5C-5604-FEDF-87A5267084C7}"/>
              </a:ext>
            </a:extLst>
          </p:cNvPr>
          <p:cNvGrpSpPr/>
          <p:nvPr/>
        </p:nvGrpSpPr>
        <p:grpSpPr>
          <a:xfrm>
            <a:off x="591518" y="2488202"/>
            <a:ext cx="5818115" cy="2238530"/>
            <a:chOff x="2420027" y="2562245"/>
            <a:chExt cx="5818115" cy="2238530"/>
          </a:xfrm>
        </p:grpSpPr>
        <p:sp>
          <p:nvSpPr>
            <p:cNvPr id="13" name="Rectangle : coins arrondis 12">
              <a:extLst>
                <a:ext uri="{FF2B5EF4-FFF2-40B4-BE49-F238E27FC236}">
                  <a16:creationId xmlns:a16="http://schemas.microsoft.com/office/drawing/2014/main" id="{3D3DA1F0-FFDC-0E72-2B18-821EFB47E550}"/>
                </a:ext>
              </a:extLst>
            </p:cNvPr>
            <p:cNvSpPr/>
            <p:nvPr/>
          </p:nvSpPr>
          <p:spPr>
            <a:xfrm>
              <a:off x="2420027" y="4203527"/>
              <a:ext cx="1210724" cy="5972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Synchrone</a:t>
              </a:r>
            </a:p>
          </p:txBody>
        </p:sp>
        <p:cxnSp>
          <p:nvCxnSpPr>
            <p:cNvPr id="34" name="Connecteur : en angle 33">
              <a:extLst>
                <a:ext uri="{FF2B5EF4-FFF2-40B4-BE49-F238E27FC236}">
                  <a16:creationId xmlns:a16="http://schemas.microsoft.com/office/drawing/2014/main" id="{D4607C74-BEE8-4826-C2B0-1413EACFFB34}"/>
                </a:ext>
              </a:extLst>
            </p:cNvPr>
            <p:cNvCxnSpPr>
              <a:cxnSpLocks/>
              <a:stCxn id="12" idx="3"/>
              <a:endCxn id="13" idx="1"/>
            </p:cNvCxnSpPr>
            <p:nvPr/>
          </p:nvCxnSpPr>
          <p:spPr>
            <a:xfrm flipH="1">
              <a:off x="2420027" y="2562245"/>
              <a:ext cx="5818115" cy="1939906"/>
            </a:xfrm>
            <a:prstGeom prst="bentConnector5">
              <a:avLst>
                <a:gd name="adj1" fmla="val -3929"/>
                <a:gd name="adj2" fmla="val 50000"/>
                <a:gd name="adj3" fmla="val 107148"/>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2057" name="Picture 10">
            <a:extLst>
              <a:ext uri="{FF2B5EF4-FFF2-40B4-BE49-F238E27FC236}">
                <a16:creationId xmlns:a16="http://schemas.microsoft.com/office/drawing/2014/main" id="{25E0E9A3-7F9D-787A-5002-1B5054E3A41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69286" y="1685393"/>
            <a:ext cx="479717" cy="499475"/>
          </a:xfrm>
          <a:prstGeom prst="rect">
            <a:avLst/>
          </a:prstGeom>
          <a:noFill/>
          <a:extLst>
            <a:ext uri="{909E8E84-426E-40DD-AFC4-6F175D3DCCD1}">
              <a14:hiddenFill xmlns:a14="http://schemas.microsoft.com/office/drawing/2010/main">
                <a:solidFill>
                  <a:srgbClr val="FFFFFF"/>
                </a:solidFill>
              </a14:hiddenFill>
            </a:ext>
          </a:extLst>
        </p:spPr>
      </p:pic>
      <p:grpSp>
        <p:nvGrpSpPr>
          <p:cNvPr id="2087" name="Groupe 2086">
            <a:extLst>
              <a:ext uri="{FF2B5EF4-FFF2-40B4-BE49-F238E27FC236}">
                <a16:creationId xmlns:a16="http://schemas.microsoft.com/office/drawing/2014/main" id="{24A88352-12E9-1383-72C2-6E86F3327DA6}"/>
              </a:ext>
            </a:extLst>
          </p:cNvPr>
          <p:cNvGrpSpPr/>
          <p:nvPr/>
        </p:nvGrpSpPr>
        <p:grpSpPr>
          <a:xfrm>
            <a:off x="1841046" y="2209625"/>
            <a:ext cx="2313757" cy="597248"/>
            <a:chOff x="1841046" y="2209625"/>
            <a:chExt cx="2313757" cy="597248"/>
          </a:xfrm>
        </p:grpSpPr>
        <p:sp>
          <p:nvSpPr>
            <p:cNvPr id="10" name="Rectangle : coins arrondis 9">
              <a:extLst>
                <a:ext uri="{FF2B5EF4-FFF2-40B4-BE49-F238E27FC236}">
                  <a16:creationId xmlns:a16="http://schemas.microsoft.com/office/drawing/2014/main" id="{80985C39-AAD7-4C54-BF93-8C0E5B95D2EA}"/>
                </a:ext>
              </a:extLst>
            </p:cNvPr>
            <p:cNvSpPr/>
            <p:nvPr/>
          </p:nvSpPr>
          <p:spPr>
            <a:xfrm>
              <a:off x="2944078" y="2209625"/>
              <a:ext cx="1210725" cy="5972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Unitaire</a:t>
              </a:r>
            </a:p>
          </p:txBody>
        </p:sp>
        <p:cxnSp>
          <p:nvCxnSpPr>
            <p:cNvPr id="2063" name="Connecteur droit avec flèche 2062">
              <a:extLst>
                <a:ext uri="{FF2B5EF4-FFF2-40B4-BE49-F238E27FC236}">
                  <a16:creationId xmlns:a16="http://schemas.microsoft.com/office/drawing/2014/main" id="{1C1B3EB4-6A07-CB6A-DF5F-D872021F8D27}"/>
                </a:ext>
              </a:extLst>
            </p:cNvPr>
            <p:cNvCxnSpPr>
              <a:stCxn id="9" idx="3"/>
              <a:endCxn id="10" idx="1"/>
            </p:cNvCxnSpPr>
            <p:nvPr/>
          </p:nvCxnSpPr>
          <p:spPr>
            <a:xfrm>
              <a:off x="1841046" y="2508249"/>
              <a:ext cx="11030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89" name="Groupe 2088">
            <a:extLst>
              <a:ext uri="{FF2B5EF4-FFF2-40B4-BE49-F238E27FC236}">
                <a16:creationId xmlns:a16="http://schemas.microsoft.com/office/drawing/2014/main" id="{22C81153-5578-A0A0-BF45-0EB2C4B1C1CA}"/>
              </a:ext>
            </a:extLst>
          </p:cNvPr>
          <p:cNvGrpSpPr/>
          <p:nvPr/>
        </p:nvGrpSpPr>
        <p:grpSpPr>
          <a:xfrm>
            <a:off x="4154803" y="2189578"/>
            <a:ext cx="2254830" cy="597248"/>
            <a:chOff x="4154803" y="2189578"/>
            <a:chExt cx="2254830" cy="597248"/>
          </a:xfrm>
        </p:grpSpPr>
        <p:sp>
          <p:nvSpPr>
            <p:cNvPr id="12" name="Rectangle : coins arrondis 11">
              <a:extLst>
                <a:ext uri="{FF2B5EF4-FFF2-40B4-BE49-F238E27FC236}">
                  <a16:creationId xmlns:a16="http://schemas.microsoft.com/office/drawing/2014/main" id="{747A1143-8C3E-2EE9-B248-875304751892}"/>
                </a:ext>
              </a:extLst>
            </p:cNvPr>
            <p:cNvSpPr/>
            <p:nvPr/>
          </p:nvSpPr>
          <p:spPr>
            <a:xfrm>
              <a:off x="5198909" y="2189578"/>
              <a:ext cx="1210724" cy="5972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A la demande</a:t>
              </a:r>
            </a:p>
          </p:txBody>
        </p:sp>
        <p:cxnSp>
          <p:nvCxnSpPr>
            <p:cNvPr id="2064" name="Connecteur droit avec flèche 2063">
              <a:extLst>
                <a:ext uri="{FF2B5EF4-FFF2-40B4-BE49-F238E27FC236}">
                  <a16:creationId xmlns:a16="http://schemas.microsoft.com/office/drawing/2014/main" id="{75DAD6B2-244A-E72D-D9F7-438713366C82}"/>
                </a:ext>
              </a:extLst>
            </p:cNvPr>
            <p:cNvCxnSpPr>
              <a:cxnSpLocks/>
              <a:stCxn id="10" idx="3"/>
              <a:endCxn id="12" idx="1"/>
            </p:cNvCxnSpPr>
            <p:nvPr/>
          </p:nvCxnSpPr>
          <p:spPr>
            <a:xfrm flipV="1">
              <a:off x="4154803" y="2488202"/>
              <a:ext cx="1044106" cy="2004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90" name="Groupe 2089">
            <a:extLst>
              <a:ext uri="{FF2B5EF4-FFF2-40B4-BE49-F238E27FC236}">
                <a16:creationId xmlns:a16="http://schemas.microsoft.com/office/drawing/2014/main" id="{5BDA830F-E8B4-A1E8-23EF-BC35D791219D}"/>
              </a:ext>
            </a:extLst>
          </p:cNvPr>
          <p:cNvGrpSpPr/>
          <p:nvPr/>
        </p:nvGrpSpPr>
        <p:grpSpPr>
          <a:xfrm>
            <a:off x="1802242" y="4129484"/>
            <a:ext cx="2357500" cy="597248"/>
            <a:chOff x="1802242" y="4129484"/>
            <a:chExt cx="2357500" cy="597248"/>
          </a:xfrm>
        </p:grpSpPr>
        <p:sp>
          <p:nvSpPr>
            <p:cNvPr id="15" name="Rectangle : coins arrondis 14">
              <a:extLst>
                <a:ext uri="{FF2B5EF4-FFF2-40B4-BE49-F238E27FC236}">
                  <a16:creationId xmlns:a16="http://schemas.microsoft.com/office/drawing/2014/main" id="{0AB441EE-9033-4D17-68B2-E1F2502BA0CF}"/>
                </a:ext>
              </a:extLst>
            </p:cNvPr>
            <p:cNvSpPr/>
            <p:nvPr/>
          </p:nvSpPr>
          <p:spPr>
            <a:xfrm>
              <a:off x="2949017" y="4129484"/>
              <a:ext cx="1210725" cy="5972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Standard</a:t>
              </a:r>
            </a:p>
          </p:txBody>
        </p:sp>
        <p:cxnSp>
          <p:nvCxnSpPr>
            <p:cNvPr id="2069" name="Connecteur droit avec flèche 2068">
              <a:extLst>
                <a:ext uri="{FF2B5EF4-FFF2-40B4-BE49-F238E27FC236}">
                  <a16:creationId xmlns:a16="http://schemas.microsoft.com/office/drawing/2014/main" id="{882AF4C0-0D10-6D92-FBBD-E8923703AD68}"/>
                </a:ext>
              </a:extLst>
            </p:cNvPr>
            <p:cNvCxnSpPr>
              <a:cxnSpLocks/>
              <a:stCxn id="13" idx="3"/>
              <a:endCxn id="15" idx="1"/>
            </p:cNvCxnSpPr>
            <p:nvPr/>
          </p:nvCxnSpPr>
          <p:spPr>
            <a:xfrm>
              <a:off x="1802242" y="4428108"/>
              <a:ext cx="114677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2092" name="Picture 10">
            <a:extLst>
              <a:ext uri="{FF2B5EF4-FFF2-40B4-BE49-F238E27FC236}">
                <a16:creationId xmlns:a16="http://schemas.microsoft.com/office/drawing/2014/main" id="{37865404-07B9-4202-4F1A-561ECE56685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461567" y="1875066"/>
            <a:ext cx="2354520" cy="1806190"/>
          </a:xfrm>
          <a:prstGeom prst="rect">
            <a:avLst/>
          </a:prstGeom>
          <a:noFill/>
          <a:extLst>
            <a:ext uri="{909E8E84-426E-40DD-AFC4-6F175D3DCCD1}">
              <a14:hiddenFill xmlns:a14="http://schemas.microsoft.com/office/drawing/2010/main">
                <a:solidFill>
                  <a:srgbClr val="FFFFFF"/>
                </a:solidFill>
              </a14:hiddenFill>
            </a:ext>
          </a:extLst>
        </p:spPr>
      </p:pic>
      <p:pic>
        <p:nvPicPr>
          <p:cNvPr id="2093" name="Picture 12">
            <a:extLst>
              <a:ext uri="{FF2B5EF4-FFF2-40B4-BE49-F238E27FC236}">
                <a16:creationId xmlns:a16="http://schemas.microsoft.com/office/drawing/2014/main" id="{C0599338-9555-58FF-4F43-E0521BE8193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880915" y="1869897"/>
            <a:ext cx="2354520" cy="1811359"/>
          </a:xfrm>
          <a:prstGeom prst="rect">
            <a:avLst/>
          </a:prstGeom>
          <a:noFill/>
          <a:extLst>
            <a:ext uri="{909E8E84-426E-40DD-AFC4-6F175D3DCCD1}">
              <a14:hiddenFill xmlns:a14="http://schemas.microsoft.com/office/drawing/2010/main">
                <a:solidFill>
                  <a:srgbClr val="FFFFFF"/>
                </a:solidFill>
              </a14:hiddenFill>
            </a:ext>
          </a:extLst>
        </p:spPr>
      </p:pic>
      <p:pic>
        <p:nvPicPr>
          <p:cNvPr id="2094" name="Picture 14">
            <a:extLst>
              <a:ext uri="{FF2B5EF4-FFF2-40B4-BE49-F238E27FC236}">
                <a16:creationId xmlns:a16="http://schemas.microsoft.com/office/drawing/2014/main" id="{70497372-2377-97BB-984E-3EAB991F78BA}"/>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461567" y="3858333"/>
            <a:ext cx="2354520" cy="1811359"/>
          </a:xfrm>
          <a:prstGeom prst="rect">
            <a:avLst/>
          </a:prstGeom>
          <a:noFill/>
          <a:extLst>
            <a:ext uri="{909E8E84-426E-40DD-AFC4-6F175D3DCCD1}">
              <a14:hiddenFill xmlns:a14="http://schemas.microsoft.com/office/drawing/2010/main">
                <a:solidFill>
                  <a:srgbClr val="FFFFFF"/>
                </a:solidFill>
              </a14:hiddenFill>
            </a:ext>
          </a:extLst>
        </p:spPr>
      </p:pic>
      <p:pic>
        <p:nvPicPr>
          <p:cNvPr id="2095" name="Picture 18">
            <a:extLst>
              <a:ext uri="{FF2B5EF4-FFF2-40B4-BE49-F238E27FC236}">
                <a16:creationId xmlns:a16="http://schemas.microsoft.com/office/drawing/2014/main" id="{F9E4E38F-7A0A-010D-70F2-69795F2A489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880915" y="3858333"/>
            <a:ext cx="2354520" cy="1809695"/>
          </a:xfrm>
          <a:prstGeom prst="rect">
            <a:avLst/>
          </a:prstGeom>
          <a:noFill/>
          <a:extLst>
            <a:ext uri="{909E8E84-426E-40DD-AFC4-6F175D3DCCD1}">
              <a14:hiddenFill xmlns:a14="http://schemas.microsoft.com/office/drawing/2010/main">
                <a:solidFill>
                  <a:srgbClr val="FFFFFF"/>
                </a:solidFill>
              </a14:hiddenFill>
            </a:ext>
          </a:extLst>
        </p:spPr>
      </p:pic>
      <p:pic>
        <p:nvPicPr>
          <p:cNvPr id="2096" name="Picture 20">
            <a:extLst>
              <a:ext uri="{FF2B5EF4-FFF2-40B4-BE49-F238E27FC236}">
                <a16:creationId xmlns:a16="http://schemas.microsoft.com/office/drawing/2014/main" id="{F2A59C46-6512-EFE2-0D09-3A3FCE9A8B65}"/>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523249" y="1701319"/>
            <a:ext cx="485775" cy="501379"/>
          </a:xfrm>
          <a:prstGeom prst="rect">
            <a:avLst/>
          </a:prstGeom>
          <a:noFill/>
          <a:extLst>
            <a:ext uri="{909E8E84-426E-40DD-AFC4-6F175D3DCCD1}">
              <a14:hiddenFill xmlns:a14="http://schemas.microsoft.com/office/drawing/2010/main">
                <a:solidFill>
                  <a:srgbClr val="FFFFFF"/>
                </a:solidFill>
              </a14:hiddenFill>
            </a:ext>
          </a:extLst>
        </p:spPr>
      </p:pic>
      <p:pic>
        <p:nvPicPr>
          <p:cNvPr id="2097" name="Picture 22">
            <a:extLst>
              <a:ext uri="{FF2B5EF4-FFF2-40B4-BE49-F238E27FC236}">
                <a16:creationId xmlns:a16="http://schemas.microsoft.com/office/drawing/2014/main" id="{172DEF92-2CDF-CDED-9D9D-741FC92AD52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945454" y="1707469"/>
            <a:ext cx="485775" cy="501379"/>
          </a:xfrm>
          <a:prstGeom prst="rect">
            <a:avLst/>
          </a:prstGeom>
          <a:noFill/>
          <a:extLst>
            <a:ext uri="{909E8E84-426E-40DD-AFC4-6F175D3DCCD1}">
              <a14:hiddenFill xmlns:a14="http://schemas.microsoft.com/office/drawing/2010/main">
                <a:solidFill>
                  <a:srgbClr val="FFFFFF"/>
                </a:solidFill>
              </a14:hiddenFill>
            </a:ext>
          </a:extLst>
        </p:spPr>
      </p:pic>
      <p:pic>
        <p:nvPicPr>
          <p:cNvPr id="2098" name="Picture 26">
            <a:extLst>
              <a:ext uri="{FF2B5EF4-FFF2-40B4-BE49-F238E27FC236}">
                <a16:creationId xmlns:a16="http://schemas.microsoft.com/office/drawing/2014/main" id="{89FA700E-13AD-7D25-651E-09DCA99D7CF5}"/>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526457" y="3665016"/>
            <a:ext cx="485775" cy="501380"/>
          </a:xfrm>
          <a:prstGeom prst="rect">
            <a:avLst/>
          </a:prstGeom>
          <a:noFill/>
          <a:extLst>
            <a:ext uri="{909E8E84-426E-40DD-AFC4-6F175D3DCCD1}">
              <a14:hiddenFill xmlns:a14="http://schemas.microsoft.com/office/drawing/2010/main">
                <a:solidFill>
                  <a:srgbClr val="FFFFFF"/>
                </a:solidFill>
              </a14:hiddenFill>
            </a:ext>
          </a:extLst>
        </p:spPr>
      </p:pic>
      <p:pic>
        <p:nvPicPr>
          <p:cNvPr id="2099" name="Picture 28">
            <a:extLst>
              <a:ext uri="{FF2B5EF4-FFF2-40B4-BE49-F238E27FC236}">
                <a16:creationId xmlns:a16="http://schemas.microsoft.com/office/drawing/2014/main" id="{E5493979-FACE-CFD5-40DE-5786A78EDB2A}"/>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948662" y="3692237"/>
            <a:ext cx="485775" cy="501380"/>
          </a:xfrm>
          <a:prstGeom prst="rect">
            <a:avLst/>
          </a:prstGeom>
          <a:noFill/>
          <a:extLst>
            <a:ext uri="{909E8E84-426E-40DD-AFC4-6F175D3DCCD1}">
              <a14:hiddenFill xmlns:a14="http://schemas.microsoft.com/office/drawing/2010/main">
                <a:solidFill>
                  <a:srgbClr val="FFFFFF"/>
                </a:solidFill>
              </a14:hiddenFill>
            </a:ext>
          </a:extLst>
        </p:spPr>
      </p:pic>
      <p:grpSp>
        <p:nvGrpSpPr>
          <p:cNvPr id="2091" name="Groupe 2090">
            <a:extLst>
              <a:ext uri="{FF2B5EF4-FFF2-40B4-BE49-F238E27FC236}">
                <a16:creationId xmlns:a16="http://schemas.microsoft.com/office/drawing/2014/main" id="{083BFB90-3855-8B62-1A44-7A43D17F5A25}"/>
              </a:ext>
            </a:extLst>
          </p:cNvPr>
          <p:cNvGrpSpPr/>
          <p:nvPr/>
        </p:nvGrpSpPr>
        <p:grpSpPr>
          <a:xfrm>
            <a:off x="4159742" y="4132637"/>
            <a:ext cx="3301825" cy="597248"/>
            <a:chOff x="4159742" y="4132637"/>
            <a:chExt cx="3301825" cy="597248"/>
          </a:xfrm>
        </p:grpSpPr>
        <p:sp>
          <p:nvSpPr>
            <p:cNvPr id="16" name="Rectangle : coins arrondis 15">
              <a:extLst>
                <a:ext uri="{FF2B5EF4-FFF2-40B4-BE49-F238E27FC236}">
                  <a16:creationId xmlns:a16="http://schemas.microsoft.com/office/drawing/2014/main" id="{3B6F3F9C-9E45-972D-5AFC-93F60F85F9B9}"/>
                </a:ext>
              </a:extLst>
            </p:cNvPr>
            <p:cNvSpPr/>
            <p:nvPr/>
          </p:nvSpPr>
          <p:spPr>
            <a:xfrm>
              <a:off x="5198909" y="4132637"/>
              <a:ext cx="1210724" cy="5972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API</a:t>
              </a:r>
            </a:p>
          </p:txBody>
        </p:sp>
        <p:cxnSp>
          <p:nvCxnSpPr>
            <p:cNvPr id="2079" name="Connecteur droit avec flèche 2078">
              <a:extLst>
                <a:ext uri="{FF2B5EF4-FFF2-40B4-BE49-F238E27FC236}">
                  <a16:creationId xmlns:a16="http://schemas.microsoft.com/office/drawing/2014/main" id="{155A5613-579B-5F9D-D91D-3BEAA2FD5157}"/>
                </a:ext>
              </a:extLst>
            </p:cNvPr>
            <p:cNvCxnSpPr>
              <a:cxnSpLocks/>
              <a:stCxn id="15" idx="3"/>
              <a:endCxn id="16" idx="1"/>
            </p:cNvCxnSpPr>
            <p:nvPr/>
          </p:nvCxnSpPr>
          <p:spPr>
            <a:xfrm>
              <a:off x="4159742" y="4428108"/>
              <a:ext cx="1039167" cy="31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83" name="Connecteur droit avec flèche 2082">
              <a:extLst>
                <a:ext uri="{FF2B5EF4-FFF2-40B4-BE49-F238E27FC236}">
                  <a16:creationId xmlns:a16="http://schemas.microsoft.com/office/drawing/2014/main" id="{B5121C31-A916-E0CF-85AC-580D23F5AA77}"/>
                </a:ext>
              </a:extLst>
            </p:cNvPr>
            <p:cNvCxnSpPr>
              <a:cxnSpLocks/>
              <a:stCxn id="16" idx="3"/>
              <a:endCxn id="47" idx="1"/>
            </p:cNvCxnSpPr>
            <p:nvPr/>
          </p:nvCxnSpPr>
          <p:spPr>
            <a:xfrm>
              <a:off x="6409633" y="4431261"/>
              <a:ext cx="40295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 coins arrondis 46">
              <a:extLst>
                <a:ext uri="{FF2B5EF4-FFF2-40B4-BE49-F238E27FC236}">
                  <a16:creationId xmlns:a16="http://schemas.microsoft.com/office/drawing/2014/main" id="{96B863F7-14C2-26BB-8AD6-683E18988FE7}"/>
                </a:ext>
              </a:extLst>
            </p:cNvPr>
            <p:cNvSpPr/>
            <p:nvPr/>
          </p:nvSpPr>
          <p:spPr>
            <a:xfrm>
              <a:off x="6812584" y="4200917"/>
              <a:ext cx="648983" cy="46068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solidFill>
                    <a:schemeClr val="tx1"/>
                  </a:solidFill>
                </a:rPr>
                <a:t>UC1</a:t>
              </a:r>
            </a:p>
          </p:txBody>
        </p:sp>
      </p:grpSp>
      <p:sp>
        <p:nvSpPr>
          <p:cNvPr id="2103" name="Rectangle : coins arrondis 2102">
            <a:extLst>
              <a:ext uri="{FF2B5EF4-FFF2-40B4-BE49-F238E27FC236}">
                <a16:creationId xmlns:a16="http://schemas.microsoft.com/office/drawing/2014/main" id="{87358C5D-6D44-65B8-EEEF-3530919D65D5}"/>
              </a:ext>
            </a:extLst>
          </p:cNvPr>
          <p:cNvSpPr/>
          <p:nvPr/>
        </p:nvSpPr>
        <p:spPr>
          <a:xfrm>
            <a:off x="7897246" y="2209625"/>
            <a:ext cx="1210724" cy="5972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Oui, le service existe</a:t>
            </a:r>
          </a:p>
        </p:txBody>
      </p:sp>
      <p:grpSp>
        <p:nvGrpSpPr>
          <p:cNvPr id="2122" name="Groupe 2121">
            <a:extLst>
              <a:ext uri="{FF2B5EF4-FFF2-40B4-BE49-F238E27FC236}">
                <a16:creationId xmlns:a16="http://schemas.microsoft.com/office/drawing/2014/main" id="{6253EFEA-1BAC-E17D-C5F5-D76D5E17A39E}"/>
              </a:ext>
            </a:extLst>
          </p:cNvPr>
          <p:cNvGrpSpPr/>
          <p:nvPr/>
        </p:nvGrpSpPr>
        <p:grpSpPr>
          <a:xfrm>
            <a:off x="9107970" y="2209625"/>
            <a:ext cx="2385946" cy="597248"/>
            <a:chOff x="9107970" y="2209625"/>
            <a:chExt cx="2385946" cy="597248"/>
          </a:xfrm>
        </p:grpSpPr>
        <p:sp>
          <p:nvSpPr>
            <p:cNvPr id="2104" name="Rectangle : coins arrondis 2103">
              <a:extLst>
                <a:ext uri="{FF2B5EF4-FFF2-40B4-BE49-F238E27FC236}">
                  <a16:creationId xmlns:a16="http://schemas.microsoft.com/office/drawing/2014/main" id="{E3C0DF46-0DA6-A0E9-5D04-E7F6CFE945A5}"/>
                </a:ext>
              </a:extLst>
            </p:cNvPr>
            <p:cNvSpPr/>
            <p:nvPr/>
          </p:nvSpPr>
          <p:spPr>
            <a:xfrm>
              <a:off x="10283192" y="2209625"/>
              <a:ext cx="1210724" cy="5972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Non, pas de composition de services</a:t>
              </a:r>
            </a:p>
          </p:txBody>
        </p:sp>
        <p:cxnSp>
          <p:nvCxnSpPr>
            <p:cNvPr id="2108" name="Connecteur droit avec flèche 2107">
              <a:extLst>
                <a:ext uri="{FF2B5EF4-FFF2-40B4-BE49-F238E27FC236}">
                  <a16:creationId xmlns:a16="http://schemas.microsoft.com/office/drawing/2014/main" id="{D29A338B-84CF-019B-C3AF-120A399E614C}"/>
                </a:ext>
              </a:extLst>
            </p:cNvPr>
            <p:cNvCxnSpPr>
              <a:cxnSpLocks/>
              <a:stCxn id="2103" idx="3"/>
              <a:endCxn id="2104" idx="1"/>
            </p:cNvCxnSpPr>
            <p:nvPr/>
          </p:nvCxnSpPr>
          <p:spPr>
            <a:xfrm>
              <a:off x="9107970" y="2508249"/>
              <a:ext cx="117522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24" name="Groupe 2123">
            <a:extLst>
              <a:ext uri="{FF2B5EF4-FFF2-40B4-BE49-F238E27FC236}">
                <a16:creationId xmlns:a16="http://schemas.microsoft.com/office/drawing/2014/main" id="{9C789A3C-902B-5001-3161-74901B7C2071}"/>
              </a:ext>
            </a:extLst>
          </p:cNvPr>
          <p:cNvGrpSpPr/>
          <p:nvPr/>
        </p:nvGrpSpPr>
        <p:grpSpPr>
          <a:xfrm>
            <a:off x="9107970" y="4129118"/>
            <a:ext cx="2385067" cy="597248"/>
            <a:chOff x="9107970" y="4129118"/>
            <a:chExt cx="2385067" cy="597248"/>
          </a:xfrm>
        </p:grpSpPr>
        <p:sp>
          <p:nvSpPr>
            <p:cNvPr id="2106" name="Rectangle : coins arrondis 2105">
              <a:extLst>
                <a:ext uri="{FF2B5EF4-FFF2-40B4-BE49-F238E27FC236}">
                  <a16:creationId xmlns:a16="http://schemas.microsoft.com/office/drawing/2014/main" id="{7B2A63CC-6FA7-D457-E086-23A1AF6FCD44}"/>
                </a:ext>
              </a:extLst>
            </p:cNvPr>
            <p:cNvSpPr/>
            <p:nvPr/>
          </p:nvSpPr>
          <p:spPr>
            <a:xfrm>
              <a:off x="10282313" y="4129118"/>
              <a:ext cx="1210724" cy="5972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Oui, adaptation</a:t>
              </a:r>
            </a:p>
          </p:txBody>
        </p:sp>
        <p:cxnSp>
          <p:nvCxnSpPr>
            <p:cNvPr id="2111" name="Connecteur droit avec flèche 2110">
              <a:extLst>
                <a:ext uri="{FF2B5EF4-FFF2-40B4-BE49-F238E27FC236}">
                  <a16:creationId xmlns:a16="http://schemas.microsoft.com/office/drawing/2014/main" id="{084EF87F-2817-4122-82B4-5A4189FB39C3}"/>
                </a:ext>
              </a:extLst>
            </p:cNvPr>
            <p:cNvCxnSpPr>
              <a:cxnSpLocks/>
              <a:stCxn id="2105" idx="3"/>
              <a:endCxn id="2106" idx="1"/>
            </p:cNvCxnSpPr>
            <p:nvPr/>
          </p:nvCxnSpPr>
          <p:spPr>
            <a:xfrm flipV="1">
              <a:off x="9107970" y="4427742"/>
              <a:ext cx="1174343" cy="36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23" name="Groupe 2122">
            <a:extLst>
              <a:ext uri="{FF2B5EF4-FFF2-40B4-BE49-F238E27FC236}">
                <a16:creationId xmlns:a16="http://schemas.microsoft.com/office/drawing/2014/main" id="{5B89D386-769B-560B-0191-5188C1F392D1}"/>
              </a:ext>
            </a:extLst>
          </p:cNvPr>
          <p:cNvGrpSpPr/>
          <p:nvPr/>
        </p:nvGrpSpPr>
        <p:grpSpPr>
          <a:xfrm>
            <a:off x="7897246" y="2508249"/>
            <a:ext cx="3596670" cy="2218483"/>
            <a:chOff x="7897246" y="2508249"/>
            <a:chExt cx="3596670" cy="2218483"/>
          </a:xfrm>
        </p:grpSpPr>
        <p:sp>
          <p:nvSpPr>
            <p:cNvPr id="2105" name="Rectangle : coins arrondis 2104">
              <a:extLst>
                <a:ext uri="{FF2B5EF4-FFF2-40B4-BE49-F238E27FC236}">
                  <a16:creationId xmlns:a16="http://schemas.microsoft.com/office/drawing/2014/main" id="{1C64DB45-9191-46CF-90A7-02220F30B9A0}"/>
                </a:ext>
              </a:extLst>
            </p:cNvPr>
            <p:cNvSpPr/>
            <p:nvPr/>
          </p:nvSpPr>
          <p:spPr>
            <a:xfrm>
              <a:off x="7897246" y="4129484"/>
              <a:ext cx="1210724" cy="5972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Non, il n’est pas conforme</a:t>
              </a:r>
            </a:p>
          </p:txBody>
        </p:sp>
        <p:cxnSp>
          <p:nvCxnSpPr>
            <p:cNvPr id="2114" name="Connecteur : en angle 2113">
              <a:extLst>
                <a:ext uri="{FF2B5EF4-FFF2-40B4-BE49-F238E27FC236}">
                  <a16:creationId xmlns:a16="http://schemas.microsoft.com/office/drawing/2014/main" id="{1ADBF50C-82A0-19B7-C788-D4D8E0E4C4F2}"/>
                </a:ext>
              </a:extLst>
            </p:cNvPr>
            <p:cNvCxnSpPr>
              <a:cxnSpLocks/>
              <a:stCxn id="2104" idx="3"/>
              <a:endCxn id="2105" idx="1"/>
            </p:cNvCxnSpPr>
            <p:nvPr/>
          </p:nvCxnSpPr>
          <p:spPr>
            <a:xfrm flipH="1">
              <a:off x="7897246" y="2508249"/>
              <a:ext cx="3596670" cy="1919859"/>
            </a:xfrm>
            <a:prstGeom prst="bentConnector5">
              <a:avLst>
                <a:gd name="adj1" fmla="val -6356"/>
                <a:gd name="adj2" fmla="val 50000"/>
                <a:gd name="adj3" fmla="val 109725"/>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25" name="Groupe 2124">
            <a:extLst>
              <a:ext uri="{FF2B5EF4-FFF2-40B4-BE49-F238E27FC236}">
                <a16:creationId xmlns:a16="http://schemas.microsoft.com/office/drawing/2014/main" id="{CDD7FD12-D855-1F43-7999-DBE025109608}"/>
              </a:ext>
            </a:extLst>
          </p:cNvPr>
          <p:cNvGrpSpPr/>
          <p:nvPr/>
        </p:nvGrpSpPr>
        <p:grpSpPr>
          <a:xfrm>
            <a:off x="10283192" y="4726366"/>
            <a:ext cx="1210724" cy="1254925"/>
            <a:chOff x="10283192" y="4726366"/>
            <a:chExt cx="1210724" cy="1254925"/>
          </a:xfrm>
        </p:grpSpPr>
        <p:sp>
          <p:nvSpPr>
            <p:cNvPr id="2107" name="Rectangle : coins arrondis 2106">
              <a:extLst>
                <a:ext uri="{FF2B5EF4-FFF2-40B4-BE49-F238E27FC236}">
                  <a16:creationId xmlns:a16="http://schemas.microsoft.com/office/drawing/2014/main" id="{3D5C9A59-7D74-F955-0738-8D53F284F6AF}"/>
                </a:ext>
              </a:extLst>
            </p:cNvPr>
            <p:cNvSpPr/>
            <p:nvPr/>
          </p:nvSpPr>
          <p:spPr>
            <a:xfrm>
              <a:off x="10283192" y="5384043"/>
              <a:ext cx="1210724" cy="597248"/>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Filtrage d’API</a:t>
              </a:r>
            </a:p>
          </p:txBody>
        </p:sp>
        <p:cxnSp>
          <p:nvCxnSpPr>
            <p:cNvPr id="2118" name="Connecteur droit avec flèche 2117">
              <a:extLst>
                <a:ext uri="{FF2B5EF4-FFF2-40B4-BE49-F238E27FC236}">
                  <a16:creationId xmlns:a16="http://schemas.microsoft.com/office/drawing/2014/main" id="{CB6AAF69-3690-DD20-A495-708E1215109B}"/>
                </a:ext>
              </a:extLst>
            </p:cNvPr>
            <p:cNvCxnSpPr>
              <a:cxnSpLocks/>
              <a:stCxn id="2106" idx="2"/>
              <a:endCxn id="2107" idx="0"/>
            </p:cNvCxnSpPr>
            <p:nvPr/>
          </p:nvCxnSpPr>
          <p:spPr>
            <a:xfrm>
              <a:off x="10887675" y="4726366"/>
              <a:ext cx="879" cy="65767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058851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6"/>
                                        </p:tgtEl>
                                        <p:attrNameLst>
                                          <p:attrName>style.visibility</p:attrName>
                                        </p:attrNameLst>
                                      </p:cBhvr>
                                      <p:to>
                                        <p:strVal val="hidden"/>
                                      </p:to>
                                    </p:set>
                                  </p:childTnLst>
                                </p:cTn>
                              </p:par>
                              <p:par>
                                <p:cTn id="7" presetID="22" presetClass="entr" presetSubtype="8"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wipe(left)">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28"/>
                                        </p:tgtEl>
                                        <p:attrNameLst>
                                          <p:attrName>style.visibility</p:attrName>
                                        </p:attrNameLst>
                                      </p:cBhvr>
                                      <p:to>
                                        <p:strVal val="hidden"/>
                                      </p:to>
                                    </p:set>
                                  </p:childTnLst>
                                </p:cTn>
                              </p:par>
                              <p:par>
                                <p:cTn id="14" presetID="22" presetClass="entr" presetSubtype="8" fill="hold" nodeType="withEffect">
                                  <p:stCondLst>
                                    <p:cond delay="0"/>
                                  </p:stCondLst>
                                  <p:childTnLst>
                                    <p:set>
                                      <p:cBhvr>
                                        <p:cTn id="15" dur="1" fill="hold">
                                          <p:stCondLst>
                                            <p:cond delay="0"/>
                                          </p:stCondLst>
                                        </p:cTn>
                                        <p:tgtEl>
                                          <p:spTgt spid="2087"/>
                                        </p:tgtEl>
                                        <p:attrNameLst>
                                          <p:attrName>style.visibility</p:attrName>
                                        </p:attrNameLst>
                                      </p:cBhvr>
                                      <p:to>
                                        <p:strVal val="visible"/>
                                      </p:to>
                                    </p:set>
                                    <p:animEffect transition="in" filter="wipe(left)">
                                      <p:cBhvr>
                                        <p:cTn id="16" dur="500"/>
                                        <p:tgtEl>
                                          <p:spTgt spid="208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31"/>
                                        </p:tgtEl>
                                        <p:attrNameLst>
                                          <p:attrName>style.visibility</p:attrName>
                                        </p:attrNameLst>
                                      </p:cBhvr>
                                      <p:to>
                                        <p:strVal val="hidden"/>
                                      </p:to>
                                    </p:set>
                                  </p:childTnLst>
                                </p:cTn>
                              </p:par>
                              <p:par>
                                <p:cTn id="21" presetID="22" presetClass="entr" presetSubtype="8" fill="hold" nodeType="withEffect">
                                  <p:stCondLst>
                                    <p:cond delay="0"/>
                                  </p:stCondLst>
                                  <p:childTnLst>
                                    <p:set>
                                      <p:cBhvr>
                                        <p:cTn id="22" dur="1" fill="hold">
                                          <p:stCondLst>
                                            <p:cond delay="0"/>
                                          </p:stCondLst>
                                        </p:cTn>
                                        <p:tgtEl>
                                          <p:spTgt spid="2089"/>
                                        </p:tgtEl>
                                        <p:attrNameLst>
                                          <p:attrName>style.visibility</p:attrName>
                                        </p:attrNameLst>
                                      </p:cBhvr>
                                      <p:to>
                                        <p:strVal val="visible"/>
                                      </p:to>
                                    </p:set>
                                    <p:animEffect transition="in" filter="wipe(left)">
                                      <p:cBhvr>
                                        <p:cTn id="23" dur="500"/>
                                        <p:tgtEl>
                                          <p:spTgt spid="2089"/>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nodeType="clickEffect">
                                  <p:stCondLst>
                                    <p:cond delay="0"/>
                                  </p:stCondLst>
                                  <p:childTnLst>
                                    <p:set>
                                      <p:cBhvr>
                                        <p:cTn id="27" dur="1" fill="hold">
                                          <p:stCondLst>
                                            <p:cond delay="0"/>
                                          </p:stCondLst>
                                        </p:cTn>
                                        <p:tgtEl>
                                          <p:spTgt spid="33"/>
                                        </p:tgtEl>
                                        <p:attrNameLst>
                                          <p:attrName>style.visibility</p:attrName>
                                        </p:attrNameLst>
                                      </p:cBhvr>
                                      <p:to>
                                        <p:strVal val="hidden"/>
                                      </p:to>
                                    </p:set>
                                  </p:childTnLst>
                                </p:cTn>
                              </p:par>
                              <p:par>
                                <p:cTn id="28" presetID="22" presetClass="entr" presetSubtype="1" fill="hold" nodeType="with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wipe(up)">
                                      <p:cBhvr>
                                        <p:cTn id="30" dur="500"/>
                                        <p:tgtEl>
                                          <p:spTgt spid="41"/>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35"/>
                                        </p:tgtEl>
                                        <p:attrNameLst>
                                          <p:attrName>style.visibility</p:attrName>
                                        </p:attrNameLst>
                                      </p:cBhvr>
                                      <p:to>
                                        <p:strVal val="hidden"/>
                                      </p:to>
                                    </p:set>
                                  </p:childTnLst>
                                </p:cTn>
                              </p:par>
                              <p:par>
                                <p:cTn id="35" presetID="22" presetClass="entr" presetSubtype="8" fill="hold" nodeType="withEffect">
                                  <p:stCondLst>
                                    <p:cond delay="0"/>
                                  </p:stCondLst>
                                  <p:childTnLst>
                                    <p:set>
                                      <p:cBhvr>
                                        <p:cTn id="36" dur="1" fill="hold">
                                          <p:stCondLst>
                                            <p:cond delay="0"/>
                                          </p:stCondLst>
                                        </p:cTn>
                                        <p:tgtEl>
                                          <p:spTgt spid="2090"/>
                                        </p:tgtEl>
                                        <p:attrNameLst>
                                          <p:attrName>style.visibility</p:attrName>
                                        </p:attrNameLst>
                                      </p:cBhvr>
                                      <p:to>
                                        <p:strVal val="visible"/>
                                      </p:to>
                                    </p:set>
                                    <p:animEffect transition="in" filter="wipe(left)">
                                      <p:cBhvr>
                                        <p:cTn id="37" dur="500"/>
                                        <p:tgtEl>
                                          <p:spTgt spid="2090"/>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nodeType="clickEffect">
                                  <p:stCondLst>
                                    <p:cond delay="0"/>
                                  </p:stCondLst>
                                  <p:childTnLst>
                                    <p:set>
                                      <p:cBhvr>
                                        <p:cTn id="41" dur="1" fill="hold">
                                          <p:stCondLst>
                                            <p:cond delay="0"/>
                                          </p:stCondLst>
                                        </p:cTn>
                                        <p:tgtEl>
                                          <p:spTgt spid="24"/>
                                        </p:tgtEl>
                                        <p:attrNameLst>
                                          <p:attrName>style.visibility</p:attrName>
                                        </p:attrNameLst>
                                      </p:cBhvr>
                                      <p:to>
                                        <p:strVal val="hidden"/>
                                      </p:to>
                                    </p:set>
                                  </p:childTnLst>
                                </p:cTn>
                              </p:par>
                              <p:par>
                                <p:cTn id="42" presetID="22" presetClass="entr" presetSubtype="8" fill="hold" nodeType="withEffect">
                                  <p:stCondLst>
                                    <p:cond delay="0"/>
                                  </p:stCondLst>
                                  <p:childTnLst>
                                    <p:set>
                                      <p:cBhvr>
                                        <p:cTn id="43" dur="1" fill="hold">
                                          <p:stCondLst>
                                            <p:cond delay="0"/>
                                          </p:stCondLst>
                                        </p:cTn>
                                        <p:tgtEl>
                                          <p:spTgt spid="2091"/>
                                        </p:tgtEl>
                                        <p:attrNameLst>
                                          <p:attrName>style.visibility</p:attrName>
                                        </p:attrNameLst>
                                      </p:cBhvr>
                                      <p:to>
                                        <p:strVal val="visible"/>
                                      </p:to>
                                    </p:set>
                                    <p:animEffect transition="in" filter="wipe(left)">
                                      <p:cBhvr>
                                        <p:cTn id="44" dur="500"/>
                                        <p:tgtEl>
                                          <p:spTgt spid="2091"/>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2092"/>
                                        </p:tgtEl>
                                        <p:attrNameLst>
                                          <p:attrName>style.visibility</p:attrName>
                                        </p:attrNameLst>
                                      </p:cBhvr>
                                      <p:to>
                                        <p:strVal val="hidden"/>
                                      </p:to>
                                    </p:set>
                                  </p:childTnLst>
                                </p:cTn>
                              </p:par>
                              <p:par>
                                <p:cTn id="49" presetID="22" presetClass="entr" presetSubtype="8" fill="hold" grpId="0" nodeType="withEffect">
                                  <p:stCondLst>
                                    <p:cond delay="0"/>
                                  </p:stCondLst>
                                  <p:childTnLst>
                                    <p:set>
                                      <p:cBhvr>
                                        <p:cTn id="50" dur="1" fill="hold">
                                          <p:stCondLst>
                                            <p:cond delay="0"/>
                                          </p:stCondLst>
                                        </p:cTn>
                                        <p:tgtEl>
                                          <p:spTgt spid="2103"/>
                                        </p:tgtEl>
                                        <p:attrNameLst>
                                          <p:attrName>style.visibility</p:attrName>
                                        </p:attrNameLst>
                                      </p:cBhvr>
                                      <p:to>
                                        <p:strVal val="visible"/>
                                      </p:to>
                                    </p:set>
                                    <p:animEffect transition="in" filter="wipe(left)">
                                      <p:cBhvr>
                                        <p:cTn id="51" dur="500"/>
                                        <p:tgtEl>
                                          <p:spTgt spid="2103"/>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nodeType="clickEffect">
                                  <p:stCondLst>
                                    <p:cond delay="0"/>
                                  </p:stCondLst>
                                  <p:childTnLst>
                                    <p:set>
                                      <p:cBhvr>
                                        <p:cTn id="55" dur="1" fill="hold">
                                          <p:stCondLst>
                                            <p:cond delay="0"/>
                                          </p:stCondLst>
                                        </p:cTn>
                                        <p:tgtEl>
                                          <p:spTgt spid="2093"/>
                                        </p:tgtEl>
                                        <p:attrNameLst>
                                          <p:attrName>style.visibility</p:attrName>
                                        </p:attrNameLst>
                                      </p:cBhvr>
                                      <p:to>
                                        <p:strVal val="hidden"/>
                                      </p:to>
                                    </p:set>
                                  </p:childTnLst>
                                </p:cTn>
                              </p:par>
                              <p:par>
                                <p:cTn id="56" presetID="22" presetClass="entr" presetSubtype="8" fill="hold" nodeType="withEffect">
                                  <p:stCondLst>
                                    <p:cond delay="0"/>
                                  </p:stCondLst>
                                  <p:childTnLst>
                                    <p:set>
                                      <p:cBhvr>
                                        <p:cTn id="57" dur="1" fill="hold">
                                          <p:stCondLst>
                                            <p:cond delay="0"/>
                                          </p:stCondLst>
                                        </p:cTn>
                                        <p:tgtEl>
                                          <p:spTgt spid="2122"/>
                                        </p:tgtEl>
                                        <p:attrNameLst>
                                          <p:attrName>style.visibility</p:attrName>
                                        </p:attrNameLst>
                                      </p:cBhvr>
                                      <p:to>
                                        <p:strVal val="visible"/>
                                      </p:to>
                                    </p:set>
                                    <p:animEffect transition="in" filter="wipe(left)">
                                      <p:cBhvr>
                                        <p:cTn id="58" dur="500"/>
                                        <p:tgtEl>
                                          <p:spTgt spid="2122"/>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nodeType="clickEffect">
                                  <p:stCondLst>
                                    <p:cond delay="0"/>
                                  </p:stCondLst>
                                  <p:childTnLst>
                                    <p:set>
                                      <p:cBhvr>
                                        <p:cTn id="62" dur="1" fill="hold">
                                          <p:stCondLst>
                                            <p:cond delay="0"/>
                                          </p:stCondLst>
                                        </p:cTn>
                                        <p:tgtEl>
                                          <p:spTgt spid="2094"/>
                                        </p:tgtEl>
                                        <p:attrNameLst>
                                          <p:attrName>style.visibility</p:attrName>
                                        </p:attrNameLst>
                                      </p:cBhvr>
                                      <p:to>
                                        <p:strVal val="hidden"/>
                                      </p:to>
                                    </p:set>
                                  </p:childTnLst>
                                </p:cTn>
                              </p:par>
                              <p:par>
                                <p:cTn id="63" presetID="22" presetClass="entr" presetSubtype="1" fill="hold" nodeType="withEffect">
                                  <p:stCondLst>
                                    <p:cond delay="0"/>
                                  </p:stCondLst>
                                  <p:childTnLst>
                                    <p:set>
                                      <p:cBhvr>
                                        <p:cTn id="64" dur="1" fill="hold">
                                          <p:stCondLst>
                                            <p:cond delay="0"/>
                                          </p:stCondLst>
                                        </p:cTn>
                                        <p:tgtEl>
                                          <p:spTgt spid="2123"/>
                                        </p:tgtEl>
                                        <p:attrNameLst>
                                          <p:attrName>style.visibility</p:attrName>
                                        </p:attrNameLst>
                                      </p:cBhvr>
                                      <p:to>
                                        <p:strVal val="visible"/>
                                      </p:to>
                                    </p:set>
                                    <p:animEffect transition="in" filter="wipe(up)">
                                      <p:cBhvr>
                                        <p:cTn id="65" dur="500"/>
                                        <p:tgtEl>
                                          <p:spTgt spid="2123"/>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xit" presetSubtype="0" fill="hold" nodeType="clickEffect">
                                  <p:stCondLst>
                                    <p:cond delay="0"/>
                                  </p:stCondLst>
                                  <p:childTnLst>
                                    <p:set>
                                      <p:cBhvr>
                                        <p:cTn id="69" dur="1" fill="hold">
                                          <p:stCondLst>
                                            <p:cond delay="0"/>
                                          </p:stCondLst>
                                        </p:cTn>
                                        <p:tgtEl>
                                          <p:spTgt spid="2095"/>
                                        </p:tgtEl>
                                        <p:attrNameLst>
                                          <p:attrName>style.visibility</p:attrName>
                                        </p:attrNameLst>
                                      </p:cBhvr>
                                      <p:to>
                                        <p:strVal val="hidden"/>
                                      </p:to>
                                    </p:set>
                                  </p:childTnLst>
                                </p:cTn>
                              </p:par>
                              <p:par>
                                <p:cTn id="70" presetID="22" presetClass="entr" presetSubtype="8" fill="hold" nodeType="withEffect">
                                  <p:stCondLst>
                                    <p:cond delay="0"/>
                                  </p:stCondLst>
                                  <p:childTnLst>
                                    <p:set>
                                      <p:cBhvr>
                                        <p:cTn id="71" dur="1" fill="hold">
                                          <p:stCondLst>
                                            <p:cond delay="0"/>
                                          </p:stCondLst>
                                        </p:cTn>
                                        <p:tgtEl>
                                          <p:spTgt spid="2124"/>
                                        </p:tgtEl>
                                        <p:attrNameLst>
                                          <p:attrName>style.visibility</p:attrName>
                                        </p:attrNameLst>
                                      </p:cBhvr>
                                      <p:to>
                                        <p:strVal val="visible"/>
                                      </p:to>
                                    </p:set>
                                    <p:animEffect transition="in" filter="wipe(left)">
                                      <p:cBhvr>
                                        <p:cTn id="72" dur="500"/>
                                        <p:tgtEl>
                                          <p:spTgt spid="212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2125"/>
                                        </p:tgtEl>
                                        <p:attrNameLst>
                                          <p:attrName>style.visibility</p:attrName>
                                        </p:attrNameLst>
                                      </p:cBhvr>
                                      <p:to>
                                        <p:strVal val="visible"/>
                                      </p:to>
                                    </p:set>
                                    <p:animEffect transition="in" filter="wipe(up)">
                                      <p:cBhvr>
                                        <p:cTn id="77" dur="500"/>
                                        <p:tgtEl>
                                          <p:spTgt spid="2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103" grpId="0" animBg="1"/>
    </p:bldLst>
  </p:timing>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2100" name="Connecteur droit 2099">
            <a:extLst>
              <a:ext uri="{FF2B5EF4-FFF2-40B4-BE49-F238E27FC236}">
                <a16:creationId xmlns:a16="http://schemas.microsoft.com/office/drawing/2014/main" id="{4BBA5D31-120F-B40D-430A-56940DD7F142}"/>
              </a:ext>
            </a:extLst>
          </p:cNvPr>
          <p:cNvCxnSpPr>
            <a:cxnSpLocks/>
          </p:cNvCxnSpPr>
          <p:nvPr/>
        </p:nvCxnSpPr>
        <p:spPr>
          <a:xfrm>
            <a:off x="7247826" y="1196592"/>
            <a:ext cx="0" cy="49828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1" name="Connecteur droit 2100">
            <a:extLst>
              <a:ext uri="{FF2B5EF4-FFF2-40B4-BE49-F238E27FC236}">
                <a16:creationId xmlns:a16="http://schemas.microsoft.com/office/drawing/2014/main" id="{C7617619-65F3-11D8-29C9-82E3B0096156}"/>
              </a:ext>
            </a:extLst>
          </p:cNvPr>
          <p:cNvCxnSpPr>
            <a:cxnSpLocks/>
          </p:cNvCxnSpPr>
          <p:nvPr/>
        </p:nvCxnSpPr>
        <p:spPr>
          <a:xfrm>
            <a:off x="7371351" y="1196592"/>
            <a:ext cx="0" cy="49828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4" name="Picture 4">
            <a:extLst>
              <a:ext uri="{FF2B5EF4-FFF2-40B4-BE49-F238E27FC236}">
                <a16:creationId xmlns:a16="http://schemas.microsoft.com/office/drawing/2014/main" id="{E61B9873-2DBD-D200-5AA7-E945F9355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5638" y="3863502"/>
            <a:ext cx="2065169" cy="180619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a:extLst>
              <a:ext uri="{FF2B5EF4-FFF2-40B4-BE49-F238E27FC236}">
                <a16:creationId xmlns:a16="http://schemas.microsoft.com/office/drawing/2014/main" id="{E6A0B1D6-8B4B-4CEB-4C84-9D363EFAF0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638" y="1881659"/>
            <a:ext cx="2372632" cy="1810334"/>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4">
            <a:extLst>
              <a:ext uri="{FF2B5EF4-FFF2-40B4-BE49-F238E27FC236}">
                <a16:creationId xmlns:a16="http://schemas.microsoft.com/office/drawing/2014/main" id="{07B3B861-815A-F59C-21B0-53F59573C3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6354" y="1701319"/>
            <a:ext cx="479717" cy="499475"/>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a:extLst>
              <a:ext uri="{FF2B5EF4-FFF2-40B4-BE49-F238E27FC236}">
                <a16:creationId xmlns:a16="http://schemas.microsoft.com/office/drawing/2014/main" id="{10D0D1CF-5FF7-7783-3C66-E61287E5DC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4570" y="1872828"/>
            <a:ext cx="2354520" cy="181033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2">
            <a:extLst>
              <a:ext uri="{FF2B5EF4-FFF2-40B4-BE49-F238E27FC236}">
                <a16:creationId xmlns:a16="http://schemas.microsoft.com/office/drawing/2014/main" id="{A827ED01-FD1B-BEC4-78F3-EF1B5C520AB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42855" y="1881903"/>
            <a:ext cx="2354520" cy="181033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14">
            <a:extLst>
              <a:ext uri="{FF2B5EF4-FFF2-40B4-BE49-F238E27FC236}">
                <a16:creationId xmlns:a16="http://schemas.microsoft.com/office/drawing/2014/main" id="{DA77EF28-C1BA-9412-0D29-15ADCF29DE8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27751" y="1685393"/>
            <a:ext cx="479717" cy="499475"/>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18">
            <a:extLst>
              <a:ext uri="{FF2B5EF4-FFF2-40B4-BE49-F238E27FC236}">
                <a16:creationId xmlns:a16="http://schemas.microsoft.com/office/drawing/2014/main" id="{7A5E5EAA-51DC-E80F-75A5-833C25D3FFA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853" y="3872333"/>
            <a:ext cx="2354520" cy="1810334"/>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0">
            <a:extLst>
              <a:ext uri="{FF2B5EF4-FFF2-40B4-BE49-F238E27FC236}">
                <a16:creationId xmlns:a16="http://schemas.microsoft.com/office/drawing/2014/main" id="{F70E33A4-8445-DC5C-C883-83A9D3EDAF7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95514" y="3872333"/>
            <a:ext cx="2372632" cy="1810334"/>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4">
            <a:extLst>
              <a:ext uri="{FF2B5EF4-FFF2-40B4-BE49-F238E27FC236}">
                <a16:creationId xmlns:a16="http://schemas.microsoft.com/office/drawing/2014/main" id="{7BFCE605-38DE-4356-7059-023AC852468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2853" y="3683162"/>
            <a:ext cx="479717" cy="499475"/>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6">
            <a:extLst>
              <a:ext uri="{FF2B5EF4-FFF2-40B4-BE49-F238E27FC236}">
                <a16:creationId xmlns:a16="http://schemas.microsoft.com/office/drawing/2014/main" id="{D340B2F7-F19F-A979-D8B1-EB39016E850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67455" y="3681256"/>
            <a:ext cx="481547" cy="50138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8">
            <a:extLst>
              <a:ext uri="{FF2B5EF4-FFF2-40B4-BE49-F238E27FC236}">
                <a16:creationId xmlns:a16="http://schemas.microsoft.com/office/drawing/2014/main" id="{0CD02EE2-4F2E-987E-4A00-B06B3D44560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42855" y="3665016"/>
            <a:ext cx="481547" cy="501380"/>
          </a:xfrm>
          <a:prstGeom prst="rect">
            <a:avLst/>
          </a:prstGeom>
          <a:noFill/>
          <a:extLst>
            <a:ext uri="{909E8E84-426E-40DD-AFC4-6F175D3DCCD1}">
              <a14:hiddenFill xmlns:a14="http://schemas.microsoft.com/office/drawing/2010/main">
                <a:solidFill>
                  <a:srgbClr val="FFFFFF"/>
                </a:solidFill>
              </a14:hiddenFill>
            </a:ext>
          </a:extLst>
        </p:spPr>
      </p:pic>
      <p:sp>
        <p:nvSpPr>
          <p:cNvPr id="14" name="Espace réservé du texte 13">
            <a:extLst>
              <a:ext uri="{FF2B5EF4-FFF2-40B4-BE49-F238E27FC236}">
                <a16:creationId xmlns:a16="http://schemas.microsoft.com/office/drawing/2014/main" id="{4145E2BC-AAFB-A2B2-71BF-DC503B16C108}"/>
              </a:ext>
            </a:extLst>
          </p:cNvPr>
          <p:cNvSpPr>
            <a:spLocks noGrp="1"/>
          </p:cNvSpPr>
          <p:nvPr>
            <p:ph type="body" sz="quarter" idx="35"/>
          </p:nvPr>
        </p:nvSpPr>
        <p:spPr/>
        <p:txBody>
          <a:bodyPr/>
          <a:lstStyle/>
          <a:p>
            <a:r>
              <a:rPr lang="fr-FR"/>
              <a:t>Exemple 2 : Consultation de tiers asynchrone</a:t>
            </a:r>
          </a:p>
        </p:txBody>
      </p:sp>
      <p:sp>
        <p:nvSpPr>
          <p:cNvPr id="11" name="Espace réservé du texte 10">
            <a:extLst>
              <a:ext uri="{FF2B5EF4-FFF2-40B4-BE49-F238E27FC236}">
                <a16:creationId xmlns:a16="http://schemas.microsoft.com/office/drawing/2014/main" id="{C2AAB901-6360-78FA-366E-FB19970EBA72}"/>
              </a:ext>
            </a:extLst>
          </p:cNvPr>
          <p:cNvSpPr>
            <a:spLocks noGrp="1"/>
          </p:cNvSpPr>
          <p:nvPr>
            <p:ph type="body" sz="quarter" idx="10"/>
          </p:nvPr>
        </p:nvSpPr>
        <p:spPr/>
        <p:txBody>
          <a:bodyPr/>
          <a:lstStyle/>
          <a:p>
            <a:r>
              <a:rPr lang="fr-FR"/>
              <a:t>ARBRES DE DECISION – VISION CONSOMMATEUR</a:t>
            </a:r>
          </a:p>
        </p:txBody>
      </p:sp>
      <p:sp>
        <p:nvSpPr>
          <p:cNvPr id="9" name="Rectangle : coins arrondis 8">
            <a:extLst>
              <a:ext uri="{FF2B5EF4-FFF2-40B4-BE49-F238E27FC236}">
                <a16:creationId xmlns:a16="http://schemas.microsoft.com/office/drawing/2014/main" id="{48DC9E40-754E-F4E7-FEF5-ECFE1D6F9709}"/>
              </a:ext>
            </a:extLst>
          </p:cNvPr>
          <p:cNvSpPr/>
          <p:nvPr/>
        </p:nvSpPr>
        <p:spPr>
          <a:xfrm>
            <a:off x="630322" y="2209625"/>
            <a:ext cx="1210724" cy="5972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Consultation</a:t>
            </a:r>
            <a:endParaRPr lang="fr-FR" sz="1600">
              <a:solidFill>
                <a:schemeClr val="tx1"/>
              </a:solidFill>
            </a:endParaRPr>
          </a:p>
        </p:txBody>
      </p:sp>
      <p:grpSp>
        <p:nvGrpSpPr>
          <p:cNvPr id="41" name="Groupe 40">
            <a:extLst>
              <a:ext uri="{FF2B5EF4-FFF2-40B4-BE49-F238E27FC236}">
                <a16:creationId xmlns:a16="http://schemas.microsoft.com/office/drawing/2014/main" id="{4DC1EEC3-BA5C-5604-FEDF-87A5267084C7}"/>
              </a:ext>
            </a:extLst>
          </p:cNvPr>
          <p:cNvGrpSpPr/>
          <p:nvPr/>
        </p:nvGrpSpPr>
        <p:grpSpPr>
          <a:xfrm>
            <a:off x="372246" y="2488202"/>
            <a:ext cx="6037387" cy="2238530"/>
            <a:chOff x="2200755" y="2562245"/>
            <a:chExt cx="6037387" cy="2238530"/>
          </a:xfrm>
        </p:grpSpPr>
        <p:sp>
          <p:nvSpPr>
            <p:cNvPr id="13" name="Rectangle : coins arrondis 12">
              <a:extLst>
                <a:ext uri="{FF2B5EF4-FFF2-40B4-BE49-F238E27FC236}">
                  <a16:creationId xmlns:a16="http://schemas.microsoft.com/office/drawing/2014/main" id="{3D3DA1F0-FFDC-0E72-2B18-821EFB47E550}"/>
                </a:ext>
              </a:extLst>
            </p:cNvPr>
            <p:cNvSpPr/>
            <p:nvPr/>
          </p:nvSpPr>
          <p:spPr>
            <a:xfrm>
              <a:off x="2200755" y="4203527"/>
              <a:ext cx="1210724" cy="5972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Asynchrone</a:t>
              </a:r>
            </a:p>
          </p:txBody>
        </p:sp>
        <p:cxnSp>
          <p:nvCxnSpPr>
            <p:cNvPr id="34" name="Connecteur : en angle 33">
              <a:extLst>
                <a:ext uri="{FF2B5EF4-FFF2-40B4-BE49-F238E27FC236}">
                  <a16:creationId xmlns:a16="http://schemas.microsoft.com/office/drawing/2014/main" id="{D4607C74-BEE8-4826-C2B0-1413EACFFB34}"/>
                </a:ext>
              </a:extLst>
            </p:cNvPr>
            <p:cNvCxnSpPr>
              <a:cxnSpLocks/>
              <a:stCxn id="12" idx="3"/>
              <a:endCxn id="13" idx="1"/>
            </p:cNvCxnSpPr>
            <p:nvPr/>
          </p:nvCxnSpPr>
          <p:spPr>
            <a:xfrm flipH="1">
              <a:off x="2200755" y="2562245"/>
              <a:ext cx="6037387" cy="1939906"/>
            </a:xfrm>
            <a:prstGeom prst="bentConnector5">
              <a:avLst>
                <a:gd name="adj1" fmla="val -3786"/>
                <a:gd name="adj2" fmla="val 50000"/>
                <a:gd name="adj3" fmla="val 103786"/>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2057" name="Picture 10">
            <a:extLst>
              <a:ext uri="{FF2B5EF4-FFF2-40B4-BE49-F238E27FC236}">
                <a16:creationId xmlns:a16="http://schemas.microsoft.com/office/drawing/2014/main" id="{25E0E9A3-7F9D-787A-5002-1B5054E3A41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69286" y="1685393"/>
            <a:ext cx="479717" cy="499475"/>
          </a:xfrm>
          <a:prstGeom prst="rect">
            <a:avLst/>
          </a:prstGeom>
          <a:noFill/>
          <a:extLst>
            <a:ext uri="{909E8E84-426E-40DD-AFC4-6F175D3DCCD1}">
              <a14:hiddenFill xmlns:a14="http://schemas.microsoft.com/office/drawing/2010/main">
                <a:solidFill>
                  <a:srgbClr val="FFFFFF"/>
                </a:solidFill>
              </a14:hiddenFill>
            </a:ext>
          </a:extLst>
        </p:spPr>
      </p:pic>
      <p:grpSp>
        <p:nvGrpSpPr>
          <p:cNvPr id="2087" name="Groupe 2086">
            <a:extLst>
              <a:ext uri="{FF2B5EF4-FFF2-40B4-BE49-F238E27FC236}">
                <a16:creationId xmlns:a16="http://schemas.microsoft.com/office/drawing/2014/main" id="{24A88352-12E9-1383-72C2-6E86F3327DA6}"/>
              </a:ext>
            </a:extLst>
          </p:cNvPr>
          <p:cNvGrpSpPr/>
          <p:nvPr/>
        </p:nvGrpSpPr>
        <p:grpSpPr>
          <a:xfrm>
            <a:off x="1841046" y="2209625"/>
            <a:ext cx="2313757" cy="597248"/>
            <a:chOff x="1841046" y="2209625"/>
            <a:chExt cx="2313757" cy="597248"/>
          </a:xfrm>
        </p:grpSpPr>
        <p:sp>
          <p:nvSpPr>
            <p:cNvPr id="10" name="Rectangle : coins arrondis 9">
              <a:extLst>
                <a:ext uri="{FF2B5EF4-FFF2-40B4-BE49-F238E27FC236}">
                  <a16:creationId xmlns:a16="http://schemas.microsoft.com/office/drawing/2014/main" id="{80985C39-AAD7-4C54-BF93-8C0E5B95D2EA}"/>
                </a:ext>
              </a:extLst>
            </p:cNvPr>
            <p:cNvSpPr/>
            <p:nvPr/>
          </p:nvSpPr>
          <p:spPr>
            <a:xfrm>
              <a:off x="2944078" y="2209625"/>
              <a:ext cx="1210725" cy="5972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Lot</a:t>
              </a:r>
            </a:p>
          </p:txBody>
        </p:sp>
        <p:cxnSp>
          <p:nvCxnSpPr>
            <p:cNvPr id="2063" name="Connecteur droit avec flèche 2062">
              <a:extLst>
                <a:ext uri="{FF2B5EF4-FFF2-40B4-BE49-F238E27FC236}">
                  <a16:creationId xmlns:a16="http://schemas.microsoft.com/office/drawing/2014/main" id="{1C1B3EB4-6A07-CB6A-DF5F-D872021F8D27}"/>
                </a:ext>
              </a:extLst>
            </p:cNvPr>
            <p:cNvCxnSpPr>
              <a:stCxn id="9" idx="3"/>
              <a:endCxn id="10" idx="1"/>
            </p:cNvCxnSpPr>
            <p:nvPr/>
          </p:nvCxnSpPr>
          <p:spPr>
            <a:xfrm>
              <a:off x="1841046" y="2508249"/>
              <a:ext cx="11030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89" name="Groupe 2088">
            <a:extLst>
              <a:ext uri="{FF2B5EF4-FFF2-40B4-BE49-F238E27FC236}">
                <a16:creationId xmlns:a16="http://schemas.microsoft.com/office/drawing/2014/main" id="{22C81153-5578-A0A0-BF45-0EB2C4B1C1CA}"/>
              </a:ext>
            </a:extLst>
          </p:cNvPr>
          <p:cNvGrpSpPr/>
          <p:nvPr/>
        </p:nvGrpSpPr>
        <p:grpSpPr>
          <a:xfrm>
            <a:off x="4154803" y="2189578"/>
            <a:ext cx="2254830" cy="597248"/>
            <a:chOff x="4154803" y="2189578"/>
            <a:chExt cx="2254830" cy="597248"/>
          </a:xfrm>
        </p:grpSpPr>
        <p:sp>
          <p:nvSpPr>
            <p:cNvPr id="12" name="Rectangle : coins arrondis 11">
              <a:extLst>
                <a:ext uri="{FF2B5EF4-FFF2-40B4-BE49-F238E27FC236}">
                  <a16:creationId xmlns:a16="http://schemas.microsoft.com/office/drawing/2014/main" id="{747A1143-8C3E-2EE9-B248-875304751892}"/>
                </a:ext>
              </a:extLst>
            </p:cNvPr>
            <p:cNvSpPr/>
            <p:nvPr/>
          </p:nvSpPr>
          <p:spPr>
            <a:xfrm>
              <a:off x="5198909" y="2189578"/>
              <a:ext cx="1210724" cy="5972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Planifié</a:t>
              </a:r>
            </a:p>
          </p:txBody>
        </p:sp>
        <p:cxnSp>
          <p:nvCxnSpPr>
            <p:cNvPr id="2064" name="Connecteur droit avec flèche 2063">
              <a:extLst>
                <a:ext uri="{FF2B5EF4-FFF2-40B4-BE49-F238E27FC236}">
                  <a16:creationId xmlns:a16="http://schemas.microsoft.com/office/drawing/2014/main" id="{75DAD6B2-244A-E72D-D9F7-438713366C82}"/>
                </a:ext>
              </a:extLst>
            </p:cNvPr>
            <p:cNvCxnSpPr>
              <a:cxnSpLocks/>
              <a:stCxn id="10" idx="3"/>
              <a:endCxn id="12" idx="1"/>
            </p:cNvCxnSpPr>
            <p:nvPr/>
          </p:nvCxnSpPr>
          <p:spPr>
            <a:xfrm flipV="1">
              <a:off x="4154803" y="2488202"/>
              <a:ext cx="1044106" cy="2004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90" name="Groupe 2089">
            <a:extLst>
              <a:ext uri="{FF2B5EF4-FFF2-40B4-BE49-F238E27FC236}">
                <a16:creationId xmlns:a16="http://schemas.microsoft.com/office/drawing/2014/main" id="{5BDA830F-E8B4-A1E8-23EF-BC35D791219D}"/>
              </a:ext>
            </a:extLst>
          </p:cNvPr>
          <p:cNvGrpSpPr/>
          <p:nvPr/>
        </p:nvGrpSpPr>
        <p:grpSpPr>
          <a:xfrm>
            <a:off x="1582970" y="4129484"/>
            <a:ext cx="2576772" cy="597248"/>
            <a:chOff x="1582970" y="4129484"/>
            <a:chExt cx="2576772" cy="597248"/>
          </a:xfrm>
        </p:grpSpPr>
        <p:sp>
          <p:nvSpPr>
            <p:cNvPr id="15" name="Rectangle : coins arrondis 14">
              <a:extLst>
                <a:ext uri="{FF2B5EF4-FFF2-40B4-BE49-F238E27FC236}">
                  <a16:creationId xmlns:a16="http://schemas.microsoft.com/office/drawing/2014/main" id="{0AB441EE-9033-4D17-68B2-E1F2502BA0CF}"/>
                </a:ext>
              </a:extLst>
            </p:cNvPr>
            <p:cNvSpPr/>
            <p:nvPr/>
          </p:nvSpPr>
          <p:spPr>
            <a:xfrm>
              <a:off x="2949017" y="4129484"/>
              <a:ext cx="1210725" cy="5972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Propriétaire</a:t>
              </a:r>
            </a:p>
          </p:txBody>
        </p:sp>
        <p:cxnSp>
          <p:nvCxnSpPr>
            <p:cNvPr id="2069" name="Connecteur droit avec flèche 2068">
              <a:extLst>
                <a:ext uri="{FF2B5EF4-FFF2-40B4-BE49-F238E27FC236}">
                  <a16:creationId xmlns:a16="http://schemas.microsoft.com/office/drawing/2014/main" id="{882AF4C0-0D10-6D92-FBBD-E8923703AD68}"/>
                </a:ext>
              </a:extLst>
            </p:cNvPr>
            <p:cNvCxnSpPr>
              <a:cxnSpLocks/>
              <a:stCxn id="13" idx="3"/>
              <a:endCxn id="15" idx="1"/>
            </p:cNvCxnSpPr>
            <p:nvPr/>
          </p:nvCxnSpPr>
          <p:spPr>
            <a:xfrm>
              <a:off x="1582970" y="4428108"/>
              <a:ext cx="136604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2092" name="Picture 10">
            <a:extLst>
              <a:ext uri="{FF2B5EF4-FFF2-40B4-BE49-F238E27FC236}">
                <a16:creationId xmlns:a16="http://schemas.microsoft.com/office/drawing/2014/main" id="{37865404-07B9-4202-4F1A-561ECE56685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461567" y="1875066"/>
            <a:ext cx="2354520" cy="1806190"/>
          </a:xfrm>
          <a:prstGeom prst="rect">
            <a:avLst/>
          </a:prstGeom>
          <a:noFill/>
          <a:extLst>
            <a:ext uri="{909E8E84-426E-40DD-AFC4-6F175D3DCCD1}">
              <a14:hiddenFill xmlns:a14="http://schemas.microsoft.com/office/drawing/2010/main">
                <a:solidFill>
                  <a:srgbClr val="FFFFFF"/>
                </a:solidFill>
              </a14:hiddenFill>
            </a:ext>
          </a:extLst>
        </p:spPr>
      </p:pic>
      <p:pic>
        <p:nvPicPr>
          <p:cNvPr id="2093" name="Picture 12">
            <a:extLst>
              <a:ext uri="{FF2B5EF4-FFF2-40B4-BE49-F238E27FC236}">
                <a16:creationId xmlns:a16="http://schemas.microsoft.com/office/drawing/2014/main" id="{C0599338-9555-58FF-4F43-E0521BE8193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880915" y="1869897"/>
            <a:ext cx="2354520" cy="1811359"/>
          </a:xfrm>
          <a:prstGeom prst="rect">
            <a:avLst/>
          </a:prstGeom>
          <a:noFill/>
          <a:extLst>
            <a:ext uri="{909E8E84-426E-40DD-AFC4-6F175D3DCCD1}">
              <a14:hiddenFill xmlns:a14="http://schemas.microsoft.com/office/drawing/2010/main">
                <a:solidFill>
                  <a:srgbClr val="FFFFFF"/>
                </a:solidFill>
              </a14:hiddenFill>
            </a:ext>
          </a:extLst>
        </p:spPr>
      </p:pic>
      <p:pic>
        <p:nvPicPr>
          <p:cNvPr id="2094" name="Picture 14">
            <a:extLst>
              <a:ext uri="{FF2B5EF4-FFF2-40B4-BE49-F238E27FC236}">
                <a16:creationId xmlns:a16="http://schemas.microsoft.com/office/drawing/2014/main" id="{70497372-2377-97BB-984E-3EAB991F78BA}"/>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461567" y="3858333"/>
            <a:ext cx="2354520" cy="1811359"/>
          </a:xfrm>
          <a:prstGeom prst="rect">
            <a:avLst/>
          </a:prstGeom>
          <a:noFill/>
          <a:extLst>
            <a:ext uri="{909E8E84-426E-40DD-AFC4-6F175D3DCCD1}">
              <a14:hiddenFill xmlns:a14="http://schemas.microsoft.com/office/drawing/2010/main">
                <a:solidFill>
                  <a:srgbClr val="FFFFFF"/>
                </a:solidFill>
              </a14:hiddenFill>
            </a:ext>
          </a:extLst>
        </p:spPr>
      </p:pic>
      <p:pic>
        <p:nvPicPr>
          <p:cNvPr id="2095" name="Picture 18">
            <a:extLst>
              <a:ext uri="{FF2B5EF4-FFF2-40B4-BE49-F238E27FC236}">
                <a16:creationId xmlns:a16="http://schemas.microsoft.com/office/drawing/2014/main" id="{F9E4E38F-7A0A-010D-70F2-69795F2A489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880915" y="3858333"/>
            <a:ext cx="2354520" cy="1809695"/>
          </a:xfrm>
          <a:prstGeom prst="rect">
            <a:avLst/>
          </a:prstGeom>
          <a:noFill/>
          <a:extLst>
            <a:ext uri="{909E8E84-426E-40DD-AFC4-6F175D3DCCD1}">
              <a14:hiddenFill xmlns:a14="http://schemas.microsoft.com/office/drawing/2010/main">
                <a:solidFill>
                  <a:srgbClr val="FFFFFF"/>
                </a:solidFill>
              </a14:hiddenFill>
            </a:ext>
          </a:extLst>
        </p:spPr>
      </p:pic>
      <p:pic>
        <p:nvPicPr>
          <p:cNvPr id="2096" name="Picture 20">
            <a:extLst>
              <a:ext uri="{FF2B5EF4-FFF2-40B4-BE49-F238E27FC236}">
                <a16:creationId xmlns:a16="http://schemas.microsoft.com/office/drawing/2014/main" id="{F2A59C46-6512-EFE2-0D09-3A3FCE9A8B65}"/>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523249" y="1701319"/>
            <a:ext cx="485775" cy="501379"/>
          </a:xfrm>
          <a:prstGeom prst="rect">
            <a:avLst/>
          </a:prstGeom>
          <a:noFill/>
          <a:extLst>
            <a:ext uri="{909E8E84-426E-40DD-AFC4-6F175D3DCCD1}">
              <a14:hiddenFill xmlns:a14="http://schemas.microsoft.com/office/drawing/2010/main">
                <a:solidFill>
                  <a:srgbClr val="FFFFFF"/>
                </a:solidFill>
              </a14:hiddenFill>
            </a:ext>
          </a:extLst>
        </p:spPr>
      </p:pic>
      <p:pic>
        <p:nvPicPr>
          <p:cNvPr id="2097" name="Picture 22">
            <a:extLst>
              <a:ext uri="{FF2B5EF4-FFF2-40B4-BE49-F238E27FC236}">
                <a16:creationId xmlns:a16="http://schemas.microsoft.com/office/drawing/2014/main" id="{172DEF92-2CDF-CDED-9D9D-741FC92AD52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945454" y="1707469"/>
            <a:ext cx="485775" cy="501379"/>
          </a:xfrm>
          <a:prstGeom prst="rect">
            <a:avLst/>
          </a:prstGeom>
          <a:noFill/>
          <a:extLst>
            <a:ext uri="{909E8E84-426E-40DD-AFC4-6F175D3DCCD1}">
              <a14:hiddenFill xmlns:a14="http://schemas.microsoft.com/office/drawing/2010/main">
                <a:solidFill>
                  <a:srgbClr val="FFFFFF"/>
                </a:solidFill>
              </a14:hiddenFill>
            </a:ext>
          </a:extLst>
        </p:spPr>
      </p:pic>
      <p:pic>
        <p:nvPicPr>
          <p:cNvPr id="2098" name="Picture 26">
            <a:extLst>
              <a:ext uri="{FF2B5EF4-FFF2-40B4-BE49-F238E27FC236}">
                <a16:creationId xmlns:a16="http://schemas.microsoft.com/office/drawing/2014/main" id="{89FA700E-13AD-7D25-651E-09DCA99D7CF5}"/>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526457" y="3665016"/>
            <a:ext cx="485775" cy="501380"/>
          </a:xfrm>
          <a:prstGeom prst="rect">
            <a:avLst/>
          </a:prstGeom>
          <a:noFill/>
          <a:extLst>
            <a:ext uri="{909E8E84-426E-40DD-AFC4-6F175D3DCCD1}">
              <a14:hiddenFill xmlns:a14="http://schemas.microsoft.com/office/drawing/2010/main">
                <a:solidFill>
                  <a:srgbClr val="FFFFFF"/>
                </a:solidFill>
              </a14:hiddenFill>
            </a:ext>
          </a:extLst>
        </p:spPr>
      </p:pic>
      <p:pic>
        <p:nvPicPr>
          <p:cNvPr id="2099" name="Picture 28">
            <a:extLst>
              <a:ext uri="{FF2B5EF4-FFF2-40B4-BE49-F238E27FC236}">
                <a16:creationId xmlns:a16="http://schemas.microsoft.com/office/drawing/2014/main" id="{E5493979-FACE-CFD5-40DE-5786A78EDB2A}"/>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948662" y="3692237"/>
            <a:ext cx="485775" cy="501380"/>
          </a:xfrm>
          <a:prstGeom prst="rect">
            <a:avLst/>
          </a:prstGeom>
          <a:noFill/>
          <a:extLst>
            <a:ext uri="{909E8E84-426E-40DD-AFC4-6F175D3DCCD1}">
              <a14:hiddenFill xmlns:a14="http://schemas.microsoft.com/office/drawing/2010/main">
                <a:solidFill>
                  <a:srgbClr val="FFFFFF"/>
                </a:solidFill>
              </a14:hiddenFill>
            </a:ext>
          </a:extLst>
        </p:spPr>
      </p:pic>
      <p:grpSp>
        <p:nvGrpSpPr>
          <p:cNvPr id="2091" name="Groupe 2090">
            <a:extLst>
              <a:ext uri="{FF2B5EF4-FFF2-40B4-BE49-F238E27FC236}">
                <a16:creationId xmlns:a16="http://schemas.microsoft.com/office/drawing/2014/main" id="{083BFB90-3855-8B62-1A44-7A43D17F5A25}"/>
              </a:ext>
            </a:extLst>
          </p:cNvPr>
          <p:cNvGrpSpPr/>
          <p:nvPr/>
        </p:nvGrpSpPr>
        <p:grpSpPr>
          <a:xfrm>
            <a:off x="4159742" y="4132637"/>
            <a:ext cx="3301825" cy="597248"/>
            <a:chOff x="4159742" y="4132637"/>
            <a:chExt cx="3301825" cy="597248"/>
          </a:xfrm>
        </p:grpSpPr>
        <p:sp>
          <p:nvSpPr>
            <p:cNvPr id="16" name="Rectangle : coins arrondis 15">
              <a:extLst>
                <a:ext uri="{FF2B5EF4-FFF2-40B4-BE49-F238E27FC236}">
                  <a16:creationId xmlns:a16="http://schemas.microsoft.com/office/drawing/2014/main" id="{3B6F3F9C-9E45-972D-5AFC-93F60F85F9B9}"/>
                </a:ext>
              </a:extLst>
            </p:cNvPr>
            <p:cNvSpPr/>
            <p:nvPr/>
          </p:nvSpPr>
          <p:spPr>
            <a:xfrm>
              <a:off x="5198909" y="4132637"/>
              <a:ext cx="1210724" cy="5972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Base de données</a:t>
              </a:r>
            </a:p>
          </p:txBody>
        </p:sp>
        <p:cxnSp>
          <p:nvCxnSpPr>
            <p:cNvPr id="2079" name="Connecteur droit avec flèche 2078">
              <a:extLst>
                <a:ext uri="{FF2B5EF4-FFF2-40B4-BE49-F238E27FC236}">
                  <a16:creationId xmlns:a16="http://schemas.microsoft.com/office/drawing/2014/main" id="{155A5613-579B-5F9D-D91D-3BEAA2FD5157}"/>
                </a:ext>
              </a:extLst>
            </p:cNvPr>
            <p:cNvCxnSpPr>
              <a:cxnSpLocks/>
              <a:stCxn id="15" idx="3"/>
              <a:endCxn id="16" idx="1"/>
            </p:cNvCxnSpPr>
            <p:nvPr/>
          </p:nvCxnSpPr>
          <p:spPr>
            <a:xfrm>
              <a:off x="4159742" y="4428108"/>
              <a:ext cx="1039167" cy="31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83" name="Connecteur droit avec flèche 2082">
              <a:extLst>
                <a:ext uri="{FF2B5EF4-FFF2-40B4-BE49-F238E27FC236}">
                  <a16:creationId xmlns:a16="http://schemas.microsoft.com/office/drawing/2014/main" id="{B5121C31-A916-E0CF-85AC-580D23F5AA77}"/>
                </a:ext>
              </a:extLst>
            </p:cNvPr>
            <p:cNvCxnSpPr>
              <a:cxnSpLocks/>
              <a:stCxn id="16" idx="3"/>
              <a:endCxn id="47" idx="1"/>
            </p:cNvCxnSpPr>
            <p:nvPr/>
          </p:nvCxnSpPr>
          <p:spPr>
            <a:xfrm>
              <a:off x="6409633" y="4431261"/>
              <a:ext cx="40295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 coins arrondis 46">
              <a:extLst>
                <a:ext uri="{FF2B5EF4-FFF2-40B4-BE49-F238E27FC236}">
                  <a16:creationId xmlns:a16="http://schemas.microsoft.com/office/drawing/2014/main" id="{96B863F7-14C2-26BB-8AD6-683E18988FE7}"/>
                </a:ext>
              </a:extLst>
            </p:cNvPr>
            <p:cNvSpPr/>
            <p:nvPr/>
          </p:nvSpPr>
          <p:spPr>
            <a:xfrm>
              <a:off x="6812584" y="4200917"/>
              <a:ext cx="648983" cy="46068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solidFill>
                    <a:schemeClr val="tx1"/>
                  </a:solidFill>
                </a:rPr>
                <a:t>UC2</a:t>
              </a:r>
            </a:p>
          </p:txBody>
        </p:sp>
      </p:grpSp>
      <p:sp>
        <p:nvSpPr>
          <p:cNvPr id="2103" name="Rectangle : coins arrondis 2102">
            <a:extLst>
              <a:ext uri="{FF2B5EF4-FFF2-40B4-BE49-F238E27FC236}">
                <a16:creationId xmlns:a16="http://schemas.microsoft.com/office/drawing/2014/main" id="{87358C5D-6D44-65B8-EEEF-3530919D65D5}"/>
              </a:ext>
            </a:extLst>
          </p:cNvPr>
          <p:cNvSpPr/>
          <p:nvPr/>
        </p:nvSpPr>
        <p:spPr>
          <a:xfrm>
            <a:off x="7897246" y="2209625"/>
            <a:ext cx="1210724" cy="5972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Non, le service n’existe pas</a:t>
            </a:r>
          </a:p>
        </p:txBody>
      </p:sp>
      <p:grpSp>
        <p:nvGrpSpPr>
          <p:cNvPr id="2122" name="Groupe 2121">
            <a:extLst>
              <a:ext uri="{FF2B5EF4-FFF2-40B4-BE49-F238E27FC236}">
                <a16:creationId xmlns:a16="http://schemas.microsoft.com/office/drawing/2014/main" id="{6253EFEA-1BAC-E17D-C5F5-D76D5E17A39E}"/>
              </a:ext>
            </a:extLst>
          </p:cNvPr>
          <p:cNvGrpSpPr/>
          <p:nvPr/>
        </p:nvGrpSpPr>
        <p:grpSpPr>
          <a:xfrm>
            <a:off x="9107970" y="2209625"/>
            <a:ext cx="2385946" cy="597248"/>
            <a:chOff x="9107970" y="2209625"/>
            <a:chExt cx="2385946" cy="597248"/>
          </a:xfrm>
        </p:grpSpPr>
        <p:sp>
          <p:nvSpPr>
            <p:cNvPr id="2104" name="Rectangle : coins arrondis 2103">
              <a:extLst>
                <a:ext uri="{FF2B5EF4-FFF2-40B4-BE49-F238E27FC236}">
                  <a16:creationId xmlns:a16="http://schemas.microsoft.com/office/drawing/2014/main" id="{E3C0DF46-0DA6-A0E9-5D04-E7F6CFE945A5}"/>
                </a:ext>
              </a:extLst>
            </p:cNvPr>
            <p:cNvSpPr/>
            <p:nvPr/>
          </p:nvSpPr>
          <p:spPr>
            <a:xfrm>
              <a:off x="10283192" y="2209625"/>
              <a:ext cx="1210724" cy="5972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Non, pas de composition de services</a:t>
              </a:r>
            </a:p>
          </p:txBody>
        </p:sp>
        <p:cxnSp>
          <p:nvCxnSpPr>
            <p:cNvPr id="2108" name="Connecteur droit avec flèche 2107">
              <a:extLst>
                <a:ext uri="{FF2B5EF4-FFF2-40B4-BE49-F238E27FC236}">
                  <a16:creationId xmlns:a16="http://schemas.microsoft.com/office/drawing/2014/main" id="{D29A338B-84CF-019B-C3AF-120A399E614C}"/>
                </a:ext>
              </a:extLst>
            </p:cNvPr>
            <p:cNvCxnSpPr>
              <a:cxnSpLocks/>
              <a:stCxn id="2103" idx="3"/>
              <a:endCxn id="2104" idx="1"/>
            </p:cNvCxnSpPr>
            <p:nvPr/>
          </p:nvCxnSpPr>
          <p:spPr>
            <a:xfrm>
              <a:off x="9107970" y="2508249"/>
              <a:ext cx="117522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24" name="Groupe 2123">
            <a:extLst>
              <a:ext uri="{FF2B5EF4-FFF2-40B4-BE49-F238E27FC236}">
                <a16:creationId xmlns:a16="http://schemas.microsoft.com/office/drawing/2014/main" id="{9C789A3C-902B-5001-3161-74901B7C2071}"/>
              </a:ext>
            </a:extLst>
          </p:cNvPr>
          <p:cNvGrpSpPr/>
          <p:nvPr/>
        </p:nvGrpSpPr>
        <p:grpSpPr>
          <a:xfrm>
            <a:off x="8187008" y="4129118"/>
            <a:ext cx="3306029" cy="597248"/>
            <a:chOff x="8187008" y="4129118"/>
            <a:chExt cx="3306029" cy="597248"/>
          </a:xfrm>
        </p:grpSpPr>
        <p:sp>
          <p:nvSpPr>
            <p:cNvPr id="2106" name="Rectangle : coins arrondis 2105">
              <a:extLst>
                <a:ext uri="{FF2B5EF4-FFF2-40B4-BE49-F238E27FC236}">
                  <a16:creationId xmlns:a16="http://schemas.microsoft.com/office/drawing/2014/main" id="{7B2A63CC-6FA7-D457-E086-23A1AF6FCD44}"/>
                </a:ext>
              </a:extLst>
            </p:cNvPr>
            <p:cNvSpPr/>
            <p:nvPr/>
          </p:nvSpPr>
          <p:spPr>
            <a:xfrm>
              <a:off x="10282313" y="4129118"/>
              <a:ext cx="1210724" cy="597248"/>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Oui, adaptation</a:t>
              </a:r>
            </a:p>
          </p:txBody>
        </p:sp>
        <p:cxnSp>
          <p:nvCxnSpPr>
            <p:cNvPr id="2111" name="Connecteur droit avec flèche 2110">
              <a:extLst>
                <a:ext uri="{FF2B5EF4-FFF2-40B4-BE49-F238E27FC236}">
                  <a16:creationId xmlns:a16="http://schemas.microsoft.com/office/drawing/2014/main" id="{084EF87F-2817-4122-82B4-5A4189FB39C3}"/>
                </a:ext>
              </a:extLst>
            </p:cNvPr>
            <p:cNvCxnSpPr>
              <a:cxnSpLocks/>
              <a:endCxn id="2106" idx="1"/>
            </p:cNvCxnSpPr>
            <p:nvPr/>
          </p:nvCxnSpPr>
          <p:spPr>
            <a:xfrm>
              <a:off x="8187008" y="4427741"/>
              <a:ext cx="2095305"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114" name="Connecteur : en angle 2113">
            <a:extLst>
              <a:ext uri="{FF2B5EF4-FFF2-40B4-BE49-F238E27FC236}">
                <a16:creationId xmlns:a16="http://schemas.microsoft.com/office/drawing/2014/main" id="{1ADBF50C-82A0-19B7-C788-D4D8E0E4C4F2}"/>
              </a:ext>
            </a:extLst>
          </p:cNvPr>
          <p:cNvCxnSpPr>
            <a:cxnSpLocks/>
            <a:stCxn id="2104" idx="3"/>
          </p:cNvCxnSpPr>
          <p:nvPr/>
        </p:nvCxnSpPr>
        <p:spPr>
          <a:xfrm flipH="1">
            <a:off x="8187008" y="2508249"/>
            <a:ext cx="3306908" cy="1908905"/>
          </a:xfrm>
          <a:prstGeom prst="bentConnector5">
            <a:avLst>
              <a:gd name="adj1" fmla="val -6913"/>
              <a:gd name="adj2" fmla="val 50000"/>
              <a:gd name="adj3" fmla="val 118906"/>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125" name="Groupe 2124">
            <a:extLst>
              <a:ext uri="{FF2B5EF4-FFF2-40B4-BE49-F238E27FC236}">
                <a16:creationId xmlns:a16="http://schemas.microsoft.com/office/drawing/2014/main" id="{CDD7FD12-D855-1F43-7999-DBE025109608}"/>
              </a:ext>
            </a:extLst>
          </p:cNvPr>
          <p:cNvGrpSpPr/>
          <p:nvPr/>
        </p:nvGrpSpPr>
        <p:grpSpPr>
          <a:xfrm>
            <a:off x="10283192" y="4726366"/>
            <a:ext cx="1210724" cy="1254925"/>
            <a:chOff x="10283192" y="4726366"/>
            <a:chExt cx="1210724" cy="1254925"/>
          </a:xfrm>
        </p:grpSpPr>
        <p:sp>
          <p:nvSpPr>
            <p:cNvPr id="2107" name="Rectangle : coins arrondis 2106">
              <a:extLst>
                <a:ext uri="{FF2B5EF4-FFF2-40B4-BE49-F238E27FC236}">
                  <a16:creationId xmlns:a16="http://schemas.microsoft.com/office/drawing/2014/main" id="{3D5C9A59-7D74-F955-0738-8D53F284F6AF}"/>
                </a:ext>
              </a:extLst>
            </p:cNvPr>
            <p:cNvSpPr/>
            <p:nvPr/>
          </p:nvSpPr>
          <p:spPr>
            <a:xfrm>
              <a:off x="10283192" y="5384043"/>
              <a:ext cx="1210724" cy="597248"/>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Middleware avec demi-flux</a:t>
              </a:r>
            </a:p>
          </p:txBody>
        </p:sp>
        <p:cxnSp>
          <p:nvCxnSpPr>
            <p:cNvPr id="2118" name="Connecteur droit avec flèche 2117">
              <a:extLst>
                <a:ext uri="{FF2B5EF4-FFF2-40B4-BE49-F238E27FC236}">
                  <a16:creationId xmlns:a16="http://schemas.microsoft.com/office/drawing/2014/main" id="{CB6AAF69-3690-DD20-A495-708E1215109B}"/>
                </a:ext>
              </a:extLst>
            </p:cNvPr>
            <p:cNvCxnSpPr>
              <a:cxnSpLocks/>
              <a:stCxn id="2106" idx="2"/>
              <a:endCxn id="2107" idx="0"/>
            </p:cNvCxnSpPr>
            <p:nvPr/>
          </p:nvCxnSpPr>
          <p:spPr>
            <a:xfrm>
              <a:off x="10887675" y="4726366"/>
              <a:ext cx="879" cy="65767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485553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6"/>
                                        </p:tgtEl>
                                        <p:attrNameLst>
                                          <p:attrName>style.visibility</p:attrName>
                                        </p:attrNameLst>
                                      </p:cBhvr>
                                      <p:to>
                                        <p:strVal val="hidden"/>
                                      </p:to>
                                    </p:set>
                                  </p:childTnLst>
                                </p:cTn>
                              </p:par>
                              <p:par>
                                <p:cTn id="7" presetID="22" presetClass="entr" presetSubtype="8"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wipe(left)">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28"/>
                                        </p:tgtEl>
                                        <p:attrNameLst>
                                          <p:attrName>style.visibility</p:attrName>
                                        </p:attrNameLst>
                                      </p:cBhvr>
                                      <p:to>
                                        <p:strVal val="hidden"/>
                                      </p:to>
                                    </p:set>
                                  </p:childTnLst>
                                </p:cTn>
                              </p:par>
                              <p:par>
                                <p:cTn id="14" presetID="22" presetClass="entr" presetSubtype="8" fill="hold" nodeType="withEffect">
                                  <p:stCondLst>
                                    <p:cond delay="0"/>
                                  </p:stCondLst>
                                  <p:childTnLst>
                                    <p:set>
                                      <p:cBhvr>
                                        <p:cTn id="15" dur="1" fill="hold">
                                          <p:stCondLst>
                                            <p:cond delay="0"/>
                                          </p:stCondLst>
                                        </p:cTn>
                                        <p:tgtEl>
                                          <p:spTgt spid="2087"/>
                                        </p:tgtEl>
                                        <p:attrNameLst>
                                          <p:attrName>style.visibility</p:attrName>
                                        </p:attrNameLst>
                                      </p:cBhvr>
                                      <p:to>
                                        <p:strVal val="visible"/>
                                      </p:to>
                                    </p:set>
                                    <p:animEffect transition="in" filter="wipe(left)">
                                      <p:cBhvr>
                                        <p:cTn id="16" dur="500"/>
                                        <p:tgtEl>
                                          <p:spTgt spid="208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31"/>
                                        </p:tgtEl>
                                        <p:attrNameLst>
                                          <p:attrName>style.visibility</p:attrName>
                                        </p:attrNameLst>
                                      </p:cBhvr>
                                      <p:to>
                                        <p:strVal val="hidden"/>
                                      </p:to>
                                    </p:set>
                                  </p:childTnLst>
                                </p:cTn>
                              </p:par>
                              <p:par>
                                <p:cTn id="21" presetID="22" presetClass="entr" presetSubtype="8" fill="hold" nodeType="withEffect">
                                  <p:stCondLst>
                                    <p:cond delay="0"/>
                                  </p:stCondLst>
                                  <p:childTnLst>
                                    <p:set>
                                      <p:cBhvr>
                                        <p:cTn id="22" dur="1" fill="hold">
                                          <p:stCondLst>
                                            <p:cond delay="0"/>
                                          </p:stCondLst>
                                        </p:cTn>
                                        <p:tgtEl>
                                          <p:spTgt spid="2089"/>
                                        </p:tgtEl>
                                        <p:attrNameLst>
                                          <p:attrName>style.visibility</p:attrName>
                                        </p:attrNameLst>
                                      </p:cBhvr>
                                      <p:to>
                                        <p:strVal val="visible"/>
                                      </p:to>
                                    </p:set>
                                    <p:animEffect transition="in" filter="wipe(left)">
                                      <p:cBhvr>
                                        <p:cTn id="23" dur="500"/>
                                        <p:tgtEl>
                                          <p:spTgt spid="2089"/>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nodeType="clickEffect">
                                  <p:stCondLst>
                                    <p:cond delay="0"/>
                                  </p:stCondLst>
                                  <p:childTnLst>
                                    <p:set>
                                      <p:cBhvr>
                                        <p:cTn id="27" dur="1" fill="hold">
                                          <p:stCondLst>
                                            <p:cond delay="0"/>
                                          </p:stCondLst>
                                        </p:cTn>
                                        <p:tgtEl>
                                          <p:spTgt spid="33"/>
                                        </p:tgtEl>
                                        <p:attrNameLst>
                                          <p:attrName>style.visibility</p:attrName>
                                        </p:attrNameLst>
                                      </p:cBhvr>
                                      <p:to>
                                        <p:strVal val="hidden"/>
                                      </p:to>
                                    </p:set>
                                  </p:childTnLst>
                                </p:cTn>
                              </p:par>
                              <p:par>
                                <p:cTn id="28" presetID="22" presetClass="entr" presetSubtype="1" fill="hold" nodeType="with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wipe(up)">
                                      <p:cBhvr>
                                        <p:cTn id="30" dur="500"/>
                                        <p:tgtEl>
                                          <p:spTgt spid="41"/>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35"/>
                                        </p:tgtEl>
                                        <p:attrNameLst>
                                          <p:attrName>style.visibility</p:attrName>
                                        </p:attrNameLst>
                                      </p:cBhvr>
                                      <p:to>
                                        <p:strVal val="hidden"/>
                                      </p:to>
                                    </p:set>
                                  </p:childTnLst>
                                </p:cTn>
                              </p:par>
                              <p:par>
                                <p:cTn id="35" presetID="22" presetClass="entr" presetSubtype="8" fill="hold" nodeType="withEffect">
                                  <p:stCondLst>
                                    <p:cond delay="0"/>
                                  </p:stCondLst>
                                  <p:childTnLst>
                                    <p:set>
                                      <p:cBhvr>
                                        <p:cTn id="36" dur="1" fill="hold">
                                          <p:stCondLst>
                                            <p:cond delay="0"/>
                                          </p:stCondLst>
                                        </p:cTn>
                                        <p:tgtEl>
                                          <p:spTgt spid="2090"/>
                                        </p:tgtEl>
                                        <p:attrNameLst>
                                          <p:attrName>style.visibility</p:attrName>
                                        </p:attrNameLst>
                                      </p:cBhvr>
                                      <p:to>
                                        <p:strVal val="visible"/>
                                      </p:to>
                                    </p:set>
                                    <p:animEffect transition="in" filter="wipe(left)">
                                      <p:cBhvr>
                                        <p:cTn id="37" dur="500"/>
                                        <p:tgtEl>
                                          <p:spTgt spid="2090"/>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nodeType="clickEffect">
                                  <p:stCondLst>
                                    <p:cond delay="0"/>
                                  </p:stCondLst>
                                  <p:childTnLst>
                                    <p:set>
                                      <p:cBhvr>
                                        <p:cTn id="41" dur="1" fill="hold">
                                          <p:stCondLst>
                                            <p:cond delay="0"/>
                                          </p:stCondLst>
                                        </p:cTn>
                                        <p:tgtEl>
                                          <p:spTgt spid="24"/>
                                        </p:tgtEl>
                                        <p:attrNameLst>
                                          <p:attrName>style.visibility</p:attrName>
                                        </p:attrNameLst>
                                      </p:cBhvr>
                                      <p:to>
                                        <p:strVal val="hidden"/>
                                      </p:to>
                                    </p:set>
                                  </p:childTnLst>
                                </p:cTn>
                              </p:par>
                              <p:par>
                                <p:cTn id="42" presetID="22" presetClass="entr" presetSubtype="8" fill="hold" nodeType="withEffect">
                                  <p:stCondLst>
                                    <p:cond delay="0"/>
                                  </p:stCondLst>
                                  <p:childTnLst>
                                    <p:set>
                                      <p:cBhvr>
                                        <p:cTn id="43" dur="1" fill="hold">
                                          <p:stCondLst>
                                            <p:cond delay="0"/>
                                          </p:stCondLst>
                                        </p:cTn>
                                        <p:tgtEl>
                                          <p:spTgt spid="2091"/>
                                        </p:tgtEl>
                                        <p:attrNameLst>
                                          <p:attrName>style.visibility</p:attrName>
                                        </p:attrNameLst>
                                      </p:cBhvr>
                                      <p:to>
                                        <p:strVal val="visible"/>
                                      </p:to>
                                    </p:set>
                                    <p:animEffect transition="in" filter="wipe(left)">
                                      <p:cBhvr>
                                        <p:cTn id="44" dur="500"/>
                                        <p:tgtEl>
                                          <p:spTgt spid="2091"/>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2092"/>
                                        </p:tgtEl>
                                        <p:attrNameLst>
                                          <p:attrName>style.visibility</p:attrName>
                                        </p:attrNameLst>
                                      </p:cBhvr>
                                      <p:to>
                                        <p:strVal val="hidden"/>
                                      </p:to>
                                    </p:set>
                                  </p:childTnLst>
                                </p:cTn>
                              </p:par>
                              <p:par>
                                <p:cTn id="49" presetID="22" presetClass="entr" presetSubtype="8" fill="hold" grpId="0" nodeType="withEffect">
                                  <p:stCondLst>
                                    <p:cond delay="0"/>
                                  </p:stCondLst>
                                  <p:childTnLst>
                                    <p:set>
                                      <p:cBhvr>
                                        <p:cTn id="50" dur="1" fill="hold">
                                          <p:stCondLst>
                                            <p:cond delay="0"/>
                                          </p:stCondLst>
                                        </p:cTn>
                                        <p:tgtEl>
                                          <p:spTgt spid="2103"/>
                                        </p:tgtEl>
                                        <p:attrNameLst>
                                          <p:attrName>style.visibility</p:attrName>
                                        </p:attrNameLst>
                                      </p:cBhvr>
                                      <p:to>
                                        <p:strVal val="visible"/>
                                      </p:to>
                                    </p:set>
                                    <p:animEffect transition="in" filter="wipe(left)">
                                      <p:cBhvr>
                                        <p:cTn id="51" dur="500"/>
                                        <p:tgtEl>
                                          <p:spTgt spid="2103"/>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nodeType="clickEffect">
                                  <p:stCondLst>
                                    <p:cond delay="0"/>
                                  </p:stCondLst>
                                  <p:childTnLst>
                                    <p:set>
                                      <p:cBhvr>
                                        <p:cTn id="55" dur="1" fill="hold">
                                          <p:stCondLst>
                                            <p:cond delay="0"/>
                                          </p:stCondLst>
                                        </p:cTn>
                                        <p:tgtEl>
                                          <p:spTgt spid="2093"/>
                                        </p:tgtEl>
                                        <p:attrNameLst>
                                          <p:attrName>style.visibility</p:attrName>
                                        </p:attrNameLst>
                                      </p:cBhvr>
                                      <p:to>
                                        <p:strVal val="hidden"/>
                                      </p:to>
                                    </p:set>
                                  </p:childTnLst>
                                </p:cTn>
                              </p:par>
                              <p:par>
                                <p:cTn id="56" presetID="22" presetClass="entr" presetSubtype="8" fill="hold" nodeType="withEffect">
                                  <p:stCondLst>
                                    <p:cond delay="0"/>
                                  </p:stCondLst>
                                  <p:childTnLst>
                                    <p:set>
                                      <p:cBhvr>
                                        <p:cTn id="57" dur="1" fill="hold">
                                          <p:stCondLst>
                                            <p:cond delay="0"/>
                                          </p:stCondLst>
                                        </p:cTn>
                                        <p:tgtEl>
                                          <p:spTgt spid="2122"/>
                                        </p:tgtEl>
                                        <p:attrNameLst>
                                          <p:attrName>style.visibility</p:attrName>
                                        </p:attrNameLst>
                                      </p:cBhvr>
                                      <p:to>
                                        <p:strVal val="visible"/>
                                      </p:to>
                                    </p:set>
                                    <p:animEffect transition="in" filter="wipe(left)">
                                      <p:cBhvr>
                                        <p:cTn id="58" dur="500"/>
                                        <p:tgtEl>
                                          <p:spTgt spid="2122"/>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nodeType="clickEffect">
                                  <p:stCondLst>
                                    <p:cond delay="0"/>
                                  </p:stCondLst>
                                  <p:childTnLst>
                                    <p:set>
                                      <p:cBhvr>
                                        <p:cTn id="62" dur="1" fill="hold">
                                          <p:stCondLst>
                                            <p:cond delay="0"/>
                                          </p:stCondLst>
                                        </p:cTn>
                                        <p:tgtEl>
                                          <p:spTgt spid="2094"/>
                                        </p:tgtEl>
                                        <p:attrNameLst>
                                          <p:attrName>style.visibility</p:attrName>
                                        </p:attrNameLst>
                                      </p:cBhvr>
                                      <p:to>
                                        <p:strVal val="hidden"/>
                                      </p:to>
                                    </p:set>
                                  </p:childTnLst>
                                </p:cTn>
                              </p:par>
                              <p:par>
                                <p:cTn id="63" presetID="22" presetClass="entr" presetSubtype="1" fill="hold" nodeType="withEffect">
                                  <p:stCondLst>
                                    <p:cond delay="0"/>
                                  </p:stCondLst>
                                  <p:childTnLst>
                                    <p:set>
                                      <p:cBhvr>
                                        <p:cTn id="64" dur="1" fill="hold">
                                          <p:stCondLst>
                                            <p:cond delay="0"/>
                                          </p:stCondLst>
                                        </p:cTn>
                                        <p:tgtEl>
                                          <p:spTgt spid="2114"/>
                                        </p:tgtEl>
                                        <p:attrNameLst>
                                          <p:attrName>style.visibility</p:attrName>
                                        </p:attrNameLst>
                                      </p:cBhvr>
                                      <p:to>
                                        <p:strVal val="visible"/>
                                      </p:to>
                                    </p:set>
                                    <p:animEffect transition="in" filter="wipe(up)">
                                      <p:cBhvr>
                                        <p:cTn id="65" dur="500"/>
                                        <p:tgtEl>
                                          <p:spTgt spid="2114"/>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xit" presetSubtype="0" fill="hold" nodeType="clickEffect">
                                  <p:stCondLst>
                                    <p:cond delay="0"/>
                                  </p:stCondLst>
                                  <p:childTnLst>
                                    <p:set>
                                      <p:cBhvr>
                                        <p:cTn id="69" dur="1" fill="hold">
                                          <p:stCondLst>
                                            <p:cond delay="0"/>
                                          </p:stCondLst>
                                        </p:cTn>
                                        <p:tgtEl>
                                          <p:spTgt spid="2095"/>
                                        </p:tgtEl>
                                        <p:attrNameLst>
                                          <p:attrName>style.visibility</p:attrName>
                                        </p:attrNameLst>
                                      </p:cBhvr>
                                      <p:to>
                                        <p:strVal val="hidden"/>
                                      </p:to>
                                    </p:set>
                                  </p:childTnLst>
                                </p:cTn>
                              </p:par>
                              <p:par>
                                <p:cTn id="70" presetID="22" presetClass="entr" presetSubtype="8" fill="hold" nodeType="withEffect">
                                  <p:stCondLst>
                                    <p:cond delay="0"/>
                                  </p:stCondLst>
                                  <p:childTnLst>
                                    <p:set>
                                      <p:cBhvr>
                                        <p:cTn id="71" dur="1" fill="hold">
                                          <p:stCondLst>
                                            <p:cond delay="0"/>
                                          </p:stCondLst>
                                        </p:cTn>
                                        <p:tgtEl>
                                          <p:spTgt spid="2124"/>
                                        </p:tgtEl>
                                        <p:attrNameLst>
                                          <p:attrName>style.visibility</p:attrName>
                                        </p:attrNameLst>
                                      </p:cBhvr>
                                      <p:to>
                                        <p:strVal val="visible"/>
                                      </p:to>
                                    </p:set>
                                    <p:animEffect transition="in" filter="wipe(left)">
                                      <p:cBhvr>
                                        <p:cTn id="72" dur="500"/>
                                        <p:tgtEl>
                                          <p:spTgt spid="212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2125"/>
                                        </p:tgtEl>
                                        <p:attrNameLst>
                                          <p:attrName>style.visibility</p:attrName>
                                        </p:attrNameLst>
                                      </p:cBhvr>
                                      <p:to>
                                        <p:strVal val="visible"/>
                                      </p:to>
                                    </p:set>
                                    <p:animEffect transition="in" filter="wipe(up)">
                                      <p:cBhvr>
                                        <p:cTn id="77" dur="500"/>
                                        <p:tgtEl>
                                          <p:spTgt spid="2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103"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7FCA5B38-82C4-C4AD-445E-2508DB634447}"/>
              </a:ext>
            </a:extLst>
          </p:cNvPr>
          <p:cNvSpPr>
            <a:spLocks noGrp="1"/>
          </p:cNvSpPr>
          <p:nvPr>
            <p:ph type="body" sz="quarter" idx="35"/>
          </p:nvPr>
        </p:nvSpPr>
        <p:spPr/>
        <p:txBody>
          <a:bodyPr/>
          <a:lstStyle/>
          <a:p>
            <a:r>
              <a:rPr lang="fr-FR" dirty="0"/>
              <a:t>Les questions/réponses</a:t>
            </a:r>
          </a:p>
          <a:p>
            <a:endParaRPr lang="fr-FR" dirty="0"/>
          </a:p>
        </p:txBody>
      </p:sp>
      <p:sp>
        <p:nvSpPr>
          <p:cNvPr id="5" name="Espace réservé du texte 4">
            <a:extLst>
              <a:ext uri="{FF2B5EF4-FFF2-40B4-BE49-F238E27FC236}">
                <a16:creationId xmlns:a16="http://schemas.microsoft.com/office/drawing/2014/main" id="{5E293FD7-57F3-4FB4-1B78-2D1A458D8D53}"/>
              </a:ext>
            </a:extLst>
          </p:cNvPr>
          <p:cNvSpPr>
            <a:spLocks noGrp="1"/>
          </p:cNvSpPr>
          <p:nvPr>
            <p:ph type="body" sz="quarter" idx="10"/>
          </p:nvPr>
        </p:nvSpPr>
        <p:spPr/>
        <p:txBody>
          <a:bodyPr/>
          <a:lstStyle/>
          <a:p>
            <a:r>
              <a:rPr lang="fr-FR" dirty="0"/>
              <a:t>ARBRES DE DECISION – VISION PRODUCTEUR</a:t>
            </a:r>
          </a:p>
        </p:txBody>
      </p:sp>
      <p:sp>
        <p:nvSpPr>
          <p:cNvPr id="43" name="Rectangle 42">
            <a:extLst>
              <a:ext uri="{FF2B5EF4-FFF2-40B4-BE49-F238E27FC236}">
                <a16:creationId xmlns:a16="http://schemas.microsoft.com/office/drawing/2014/main" id="{69B7D72F-6220-6F43-CD32-C687305C6337}"/>
              </a:ext>
            </a:extLst>
          </p:cNvPr>
          <p:cNvSpPr/>
          <p:nvPr/>
        </p:nvSpPr>
        <p:spPr>
          <a:xfrm>
            <a:off x="7828518" y="704604"/>
            <a:ext cx="330678" cy="2705100"/>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S</a:t>
            </a:r>
          </a:p>
          <a:p>
            <a:pPr algn="ctr"/>
            <a:r>
              <a:rPr lang="fr-FR" sz="1400" dirty="0">
                <a:solidFill>
                  <a:sysClr val="windowText" lastClr="000000"/>
                </a:solidFill>
              </a:rPr>
              <a:t>T</a:t>
            </a:r>
          </a:p>
          <a:p>
            <a:pPr algn="ctr"/>
            <a:r>
              <a:rPr lang="fr-FR" sz="1400" dirty="0">
                <a:solidFill>
                  <a:sysClr val="windowText" lastClr="000000"/>
                </a:solidFill>
              </a:rPr>
              <a:t>A</a:t>
            </a:r>
          </a:p>
          <a:p>
            <a:pPr algn="ctr"/>
            <a:r>
              <a:rPr lang="fr-FR" sz="1400" dirty="0">
                <a:solidFill>
                  <a:sysClr val="windowText" lastClr="000000"/>
                </a:solidFill>
              </a:rPr>
              <a:t>N</a:t>
            </a:r>
          </a:p>
          <a:p>
            <a:pPr algn="ctr"/>
            <a:r>
              <a:rPr lang="fr-FR" sz="1400" dirty="0">
                <a:solidFill>
                  <a:sysClr val="windowText" lastClr="000000"/>
                </a:solidFill>
              </a:rPr>
              <a:t>D</a:t>
            </a:r>
          </a:p>
          <a:p>
            <a:pPr algn="ctr"/>
            <a:r>
              <a:rPr lang="fr-FR" sz="1400" dirty="0">
                <a:solidFill>
                  <a:sysClr val="windowText" lastClr="000000"/>
                </a:solidFill>
              </a:rPr>
              <a:t>A</a:t>
            </a:r>
          </a:p>
          <a:p>
            <a:pPr algn="ctr"/>
            <a:r>
              <a:rPr lang="fr-FR" sz="1400" dirty="0">
                <a:solidFill>
                  <a:sysClr val="windowText" lastClr="000000"/>
                </a:solidFill>
              </a:rPr>
              <a:t>R</a:t>
            </a:r>
          </a:p>
          <a:p>
            <a:pPr algn="ctr"/>
            <a:r>
              <a:rPr lang="fr-FR" sz="1400" dirty="0">
                <a:solidFill>
                  <a:sysClr val="windowText" lastClr="000000"/>
                </a:solidFill>
              </a:rPr>
              <a:t>D</a:t>
            </a:r>
            <a:endParaRPr lang="fr-FR" dirty="0">
              <a:solidFill>
                <a:sysClr val="windowText" lastClr="000000"/>
              </a:solidFill>
            </a:endParaRPr>
          </a:p>
        </p:txBody>
      </p:sp>
      <p:sp>
        <p:nvSpPr>
          <p:cNvPr id="44" name="Rectangle 43">
            <a:extLst>
              <a:ext uri="{FF2B5EF4-FFF2-40B4-BE49-F238E27FC236}">
                <a16:creationId xmlns:a16="http://schemas.microsoft.com/office/drawing/2014/main" id="{163F7AAD-25B4-538A-82DE-79B43C659516}"/>
              </a:ext>
            </a:extLst>
          </p:cNvPr>
          <p:cNvSpPr/>
          <p:nvPr/>
        </p:nvSpPr>
        <p:spPr>
          <a:xfrm>
            <a:off x="7828518" y="3471241"/>
            <a:ext cx="330678" cy="2705100"/>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C</a:t>
            </a:r>
          </a:p>
          <a:p>
            <a:pPr algn="ctr"/>
            <a:r>
              <a:rPr lang="fr-FR" sz="1400" dirty="0">
                <a:solidFill>
                  <a:sysClr val="windowText" lastClr="000000"/>
                </a:solidFill>
              </a:rPr>
              <a:t>O</a:t>
            </a:r>
          </a:p>
          <a:p>
            <a:pPr algn="ctr"/>
            <a:r>
              <a:rPr lang="fr-FR" sz="1400" dirty="0">
                <a:solidFill>
                  <a:sysClr val="windowText" lastClr="000000"/>
                </a:solidFill>
              </a:rPr>
              <a:t>N</a:t>
            </a:r>
          </a:p>
          <a:p>
            <a:pPr algn="ctr"/>
            <a:r>
              <a:rPr lang="fr-FR" sz="1400" dirty="0">
                <a:solidFill>
                  <a:sysClr val="windowText" lastClr="000000"/>
                </a:solidFill>
              </a:rPr>
              <a:t>N</a:t>
            </a:r>
          </a:p>
          <a:p>
            <a:pPr algn="ctr"/>
            <a:r>
              <a:rPr lang="fr-FR" sz="1400" dirty="0">
                <a:solidFill>
                  <a:sysClr val="windowText" lastClr="000000"/>
                </a:solidFill>
              </a:rPr>
              <a:t>E</a:t>
            </a:r>
          </a:p>
          <a:p>
            <a:pPr algn="ctr"/>
            <a:r>
              <a:rPr lang="fr-FR" sz="1400" dirty="0">
                <a:solidFill>
                  <a:sysClr val="windowText" lastClr="000000"/>
                </a:solidFill>
              </a:rPr>
              <a:t>C</a:t>
            </a:r>
          </a:p>
          <a:p>
            <a:pPr algn="ctr"/>
            <a:r>
              <a:rPr lang="fr-FR" sz="1400" dirty="0">
                <a:solidFill>
                  <a:sysClr val="windowText" lastClr="000000"/>
                </a:solidFill>
              </a:rPr>
              <a:t>T</a:t>
            </a:r>
          </a:p>
          <a:p>
            <a:pPr algn="ctr"/>
            <a:r>
              <a:rPr lang="fr-FR" sz="1400" dirty="0">
                <a:solidFill>
                  <a:sysClr val="windowText" lastClr="000000"/>
                </a:solidFill>
              </a:rPr>
              <a:t>I</a:t>
            </a:r>
          </a:p>
          <a:p>
            <a:pPr algn="ctr"/>
            <a:r>
              <a:rPr lang="fr-FR" sz="1400" dirty="0">
                <a:solidFill>
                  <a:sysClr val="windowText" lastClr="000000"/>
                </a:solidFill>
              </a:rPr>
              <a:t>V</a:t>
            </a:r>
          </a:p>
          <a:p>
            <a:pPr algn="ctr"/>
            <a:r>
              <a:rPr lang="fr-FR" sz="1400" dirty="0">
                <a:solidFill>
                  <a:sysClr val="windowText" lastClr="000000"/>
                </a:solidFill>
              </a:rPr>
              <a:t>I</a:t>
            </a:r>
          </a:p>
          <a:p>
            <a:pPr algn="ctr"/>
            <a:r>
              <a:rPr lang="fr-FR" sz="1400" dirty="0">
                <a:solidFill>
                  <a:sysClr val="windowText" lastClr="000000"/>
                </a:solidFill>
              </a:rPr>
              <a:t>T</a:t>
            </a:r>
          </a:p>
          <a:p>
            <a:pPr algn="ctr"/>
            <a:r>
              <a:rPr lang="fr-FR" sz="1400" dirty="0">
                <a:solidFill>
                  <a:sysClr val="windowText" lastClr="000000"/>
                </a:solidFill>
              </a:rPr>
              <a:t>E</a:t>
            </a:r>
          </a:p>
        </p:txBody>
      </p:sp>
      <p:sp>
        <p:nvSpPr>
          <p:cNvPr id="45" name="Rectangle 44">
            <a:extLst>
              <a:ext uri="{FF2B5EF4-FFF2-40B4-BE49-F238E27FC236}">
                <a16:creationId xmlns:a16="http://schemas.microsoft.com/office/drawing/2014/main" id="{5319FD57-427E-06E2-0BC5-2CFBFB5014B9}"/>
              </a:ext>
            </a:extLst>
          </p:cNvPr>
          <p:cNvSpPr/>
          <p:nvPr/>
        </p:nvSpPr>
        <p:spPr>
          <a:xfrm>
            <a:off x="6018189" y="2214922"/>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I</a:t>
            </a:r>
          </a:p>
          <a:p>
            <a:pPr algn="ctr"/>
            <a:r>
              <a:rPr lang="fr-FR" sz="1400" dirty="0">
                <a:solidFill>
                  <a:sysClr val="windowText" lastClr="000000"/>
                </a:solidFill>
              </a:rPr>
              <a:t>N</a:t>
            </a:r>
          </a:p>
          <a:p>
            <a:pPr algn="ctr"/>
            <a:r>
              <a:rPr lang="fr-FR" sz="1400" dirty="0">
                <a:solidFill>
                  <a:sysClr val="windowText" lastClr="000000"/>
                </a:solidFill>
              </a:rPr>
              <a:t>T</a:t>
            </a:r>
          </a:p>
          <a:p>
            <a:pPr algn="ctr"/>
            <a:r>
              <a:rPr lang="fr-FR" sz="1400" dirty="0">
                <a:solidFill>
                  <a:sysClr val="windowText" lastClr="000000"/>
                </a:solidFill>
              </a:rPr>
              <a:t>E</a:t>
            </a:r>
          </a:p>
          <a:p>
            <a:pPr algn="ctr"/>
            <a:r>
              <a:rPr lang="fr-FR" sz="1400" dirty="0">
                <a:solidFill>
                  <a:sysClr val="windowText" lastClr="000000"/>
                </a:solidFill>
              </a:rPr>
              <a:t>G</a:t>
            </a:r>
          </a:p>
          <a:p>
            <a:pPr algn="ctr"/>
            <a:r>
              <a:rPr lang="fr-FR" sz="1400" dirty="0">
                <a:solidFill>
                  <a:sysClr val="windowText" lastClr="000000"/>
                </a:solidFill>
              </a:rPr>
              <a:t>R</a:t>
            </a:r>
          </a:p>
          <a:p>
            <a:pPr algn="ctr"/>
            <a:r>
              <a:rPr lang="fr-FR" sz="1400" dirty="0">
                <a:solidFill>
                  <a:sysClr val="windowText" lastClr="000000"/>
                </a:solidFill>
              </a:rPr>
              <a:t>A</a:t>
            </a:r>
          </a:p>
          <a:p>
            <a:pPr algn="ctr"/>
            <a:r>
              <a:rPr lang="fr-FR" sz="1400" dirty="0">
                <a:solidFill>
                  <a:sysClr val="windowText" lastClr="000000"/>
                </a:solidFill>
              </a:rPr>
              <a:t>T</a:t>
            </a:r>
          </a:p>
          <a:p>
            <a:pPr algn="ctr"/>
            <a:r>
              <a:rPr lang="fr-FR" sz="1400" dirty="0">
                <a:solidFill>
                  <a:sysClr val="windowText" lastClr="000000"/>
                </a:solidFill>
              </a:rPr>
              <a:t>I</a:t>
            </a:r>
          </a:p>
          <a:p>
            <a:pPr algn="ctr"/>
            <a:r>
              <a:rPr lang="fr-FR" sz="1400" dirty="0">
                <a:solidFill>
                  <a:sysClr val="windowText" lastClr="000000"/>
                </a:solidFill>
              </a:rPr>
              <a:t>O</a:t>
            </a:r>
          </a:p>
          <a:p>
            <a:pPr algn="ctr"/>
            <a:r>
              <a:rPr lang="fr-FR" sz="1400" dirty="0">
                <a:solidFill>
                  <a:sysClr val="windowText" lastClr="000000"/>
                </a:solidFill>
              </a:rPr>
              <a:t>N</a:t>
            </a:r>
            <a:endParaRPr lang="fr-FR" dirty="0">
              <a:solidFill>
                <a:sysClr val="windowText" lastClr="000000"/>
              </a:solidFill>
            </a:endParaRPr>
          </a:p>
        </p:txBody>
      </p:sp>
      <p:sp>
        <p:nvSpPr>
          <p:cNvPr id="46" name="Rectangle 45">
            <a:extLst>
              <a:ext uri="{FF2B5EF4-FFF2-40B4-BE49-F238E27FC236}">
                <a16:creationId xmlns:a16="http://schemas.microsoft.com/office/drawing/2014/main" id="{DB5F804C-903D-926B-1B5C-79253ED78CDE}"/>
              </a:ext>
            </a:extLst>
          </p:cNvPr>
          <p:cNvSpPr/>
          <p:nvPr/>
        </p:nvSpPr>
        <p:spPr>
          <a:xfrm>
            <a:off x="2397527" y="2214922"/>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USAGE</a:t>
            </a:r>
          </a:p>
        </p:txBody>
      </p:sp>
      <p:sp>
        <p:nvSpPr>
          <p:cNvPr id="47" name="Rectangle 46">
            <a:extLst>
              <a:ext uri="{FF2B5EF4-FFF2-40B4-BE49-F238E27FC236}">
                <a16:creationId xmlns:a16="http://schemas.microsoft.com/office/drawing/2014/main" id="{BF7DEAFA-EA2E-6BFD-4D4B-BAA27E7ECF90}"/>
              </a:ext>
            </a:extLst>
          </p:cNvPr>
          <p:cNvSpPr/>
          <p:nvPr/>
        </p:nvSpPr>
        <p:spPr>
          <a:xfrm>
            <a:off x="4207858" y="2214922"/>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M</a:t>
            </a:r>
          </a:p>
          <a:p>
            <a:pPr algn="ctr"/>
            <a:r>
              <a:rPr lang="fr-FR" sz="1400" dirty="0">
                <a:solidFill>
                  <a:sysClr val="windowText" lastClr="000000"/>
                </a:solidFill>
              </a:rPr>
              <a:t>O</a:t>
            </a:r>
          </a:p>
          <a:p>
            <a:pPr algn="ctr"/>
            <a:r>
              <a:rPr lang="fr-FR" sz="1400" dirty="0">
                <a:solidFill>
                  <a:sysClr val="windowText" lastClr="000000"/>
                </a:solidFill>
              </a:rPr>
              <a:t>D</a:t>
            </a:r>
          </a:p>
          <a:p>
            <a:pPr algn="ctr"/>
            <a:r>
              <a:rPr lang="fr-FR" sz="1400" dirty="0">
                <a:solidFill>
                  <a:sysClr val="windowText" lastClr="000000"/>
                </a:solidFill>
              </a:rPr>
              <a:t>E</a:t>
            </a:r>
            <a:endParaRPr lang="fr-FR" dirty="0">
              <a:solidFill>
                <a:sysClr val="windowText" lastClr="000000"/>
              </a:solidFill>
            </a:endParaRPr>
          </a:p>
        </p:txBody>
      </p:sp>
      <p:cxnSp>
        <p:nvCxnSpPr>
          <p:cNvPr id="48" name="Connecteur droit avec flèche 47">
            <a:extLst>
              <a:ext uri="{FF2B5EF4-FFF2-40B4-BE49-F238E27FC236}">
                <a16:creationId xmlns:a16="http://schemas.microsoft.com/office/drawing/2014/main" id="{6851BE58-80B9-FA92-E6BD-756E705A3105}"/>
              </a:ext>
            </a:extLst>
          </p:cNvPr>
          <p:cNvCxnSpPr>
            <a:cxnSpLocks/>
          </p:cNvCxnSpPr>
          <p:nvPr/>
        </p:nvCxnSpPr>
        <p:spPr>
          <a:xfrm>
            <a:off x="2728205" y="2774704"/>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A3A7BCA3-0031-63B8-044E-93CD048E69EF}"/>
              </a:ext>
            </a:extLst>
          </p:cNvPr>
          <p:cNvCxnSpPr>
            <a:cxnSpLocks/>
          </p:cNvCxnSpPr>
          <p:nvPr/>
        </p:nvCxnSpPr>
        <p:spPr>
          <a:xfrm>
            <a:off x="2728205" y="4032004"/>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eur droit avec flèche 49">
            <a:extLst>
              <a:ext uri="{FF2B5EF4-FFF2-40B4-BE49-F238E27FC236}">
                <a16:creationId xmlns:a16="http://schemas.microsoft.com/office/drawing/2014/main" id="{6EDE3A71-A520-95F4-2D82-84259E4F384A}"/>
              </a:ext>
            </a:extLst>
          </p:cNvPr>
          <p:cNvCxnSpPr>
            <a:cxnSpLocks/>
          </p:cNvCxnSpPr>
          <p:nvPr/>
        </p:nvCxnSpPr>
        <p:spPr>
          <a:xfrm>
            <a:off x="4538536" y="2774704"/>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3962CA3C-321A-6831-3ABF-76094E5D727A}"/>
              </a:ext>
            </a:extLst>
          </p:cNvPr>
          <p:cNvCxnSpPr>
            <a:cxnSpLocks/>
          </p:cNvCxnSpPr>
          <p:nvPr/>
        </p:nvCxnSpPr>
        <p:spPr>
          <a:xfrm>
            <a:off x="4538536" y="4032004"/>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necteur droit avec flèche 51">
            <a:extLst>
              <a:ext uri="{FF2B5EF4-FFF2-40B4-BE49-F238E27FC236}">
                <a16:creationId xmlns:a16="http://schemas.microsoft.com/office/drawing/2014/main" id="{FE9CD80B-1454-610B-34ED-41348B7EBC3B}"/>
              </a:ext>
            </a:extLst>
          </p:cNvPr>
          <p:cNvCxnSpPr>
            <a:cxnSpLocks/>
          </p:cNvCxnSpPr>
          <p:nvPr/>
        </p:nvCxnSpPr>
        <p:spPr>
          <a:xfrm>
            <a:off x="6348867" y="2774704"/>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necteur droit avec flèche 52">
            <a:extLst>
              <a:ext uri="{FF2B5EF4-FFF2-40B4-BE49-F238E27FC236}">
                <a16:creationId xmlns:a16="http://schemas.microsoft.com/office/drawing/2014/main" id="{987920C9-E987-13E1-925E-1BE2B3A76AF4}"/>
              </a:ext>
            </a:extLst>
          </p:cNvPr>
          <p:cNvCxnSpPr>
            <a:cxnSpLocks/>
          </p:cNvCxnSpPr>
          <p:nvPr/>
        </p:nvCxnSpPr>
        <p:spPr>
          <a:xfrm>
            <a:off x="6348867" y="4032004"/>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ZoneTexte 53">
            <a:extLst>
              <a:ext uri="{FF2B5EF4-FFF2-40B4-BE49-F238E27FC236}">
                <a16:creationId xmlns:a16="http://schemas.microsoft.com/office/drawing/2014/main" id="{C23B6F41-6371-EE24-B3CB-CBB555571159}"/>
              </a:ext>
            </a:extLst>
          </p:cNvPr>
          <p:cNvSpPr txBox="1"/>
          <p:nvPr/>
        </p:nvSpPr>
        <p:spPr>
          <a:xfrm>
            <a:off x="3054552" y="2468344"/>
            <a:ext cx="1186403"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Transactionnel</a:t>
            </a:r>
          </a:p>
        </p:txBody>
      </p:sp>
      <p:sp>
        <p:nvSpPr>
          <p:cNvPr id="55" name="ZoneTexte 54">
            <a:extLst>
              <a:ext uri="{FF2B5EF4-FFF2-40B4-BE49-F238E27FC236}">
                <a16:creationId xmlns:a16="http://schemas.microsoft.com/office/drawing/2014/main" id="{69340268-2111-A914-C054-6B0FF5729D3B}"/>
              </a:ext>
            </a:extLst>
          </p:cNvPr>
          <p:cNvSpPr txBox="1"/>
          <p:nvPr/>
        </p:nvSpPr>
        <p:spPr>
          <a:xfrm>
            <a:off x="3449424" y="3732227"/>
            <a:ext cx="993504"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Emission</a:t>
            </a:r>
          </a:p>
        </p:txBody>
      </p:sp>
      <p:sp>
        <p:nvSpPr>
          <p:cNvPr id="56" name="ZoneTexte 55">
            <a:extLst>
              <a:ext uri="{FF2B5EF4-FFF2-40B4-BE49-F238E27FC236}">
                <a16:creationId xmlns:a16="http://schemas.microsoft.com/office/drawing/2014/main" id="{D748E725-4A5A-3162-5911-BDF3511A77A0}"/>
              </a:ext>
            </a:extLst>
          </p:cNvPr>
          <p:cNvSpPr txBox="1"/>
          <p:nvPr/>
        </p:nvSpPr>
        <p:spPr>
          <a:xfrm>
            <a:off x="5141349" y="2468344"/>
            <a:ext cx="930284"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Synchrone</a:t>
            </a:r>
          </a:p>
        </p:txBody>
      </p:sp>
      <p:sp>
        <p:nvSpPr>
          <p:cNvPr id="57" name="ZoneTexte 56">
            <a:extLst>
              <a:ext uri="{FF2B5EF4-FFF2-40B4-BE49-F238E27FC236}">
                <a16:creationId xmlns:a16="http://schemas.microsoft.com/office/drawing/2014/main" id="{B05B7770-B37B-775F-1E6F-33C8B162751A}"/>
              </a:ext>
            </a:extLst>
          </p:cNvPr>
          <p:cNvSpPr txBox="1"/>
          <p:nvPr/>
        </p:nvSpPr>
        <p:spPr>
          <a:xfrm>
            <a:off x="5061900" y="3738532"/>
            <a:ext cx="106177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Asynchrone</a:t>
            </a:r>
          </a:p>
        </p:txBody>
      </p:sp>
      <p:sp>
        <p:nvSpPr>
          <p:cNvPr id="58" name="ZoneTexte 57">
            <a:extLst>
              <a:ext uri="{FF2B5EF4-FFF2-40B4-BE49-F238E27FC236}">
                <a16:creationId xmlns:a16="http://schemas.microsoft.com/office/drawing/2014/main" id="{58D8534D-E07C-D803-62E9-C43E1347444D}"/>
              </a:ext>
            </a:extLst>
          </p:cNvPr>
          <p:cNvSpPr txBox="1"/>
          <p:nvPr/>
        </p:nvSpPr>
        <p:spPr>
          <a:xfrm>
            <a:off x="7046049" y="2468344"/>
            <a:ext cx="106177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Standard</a:t>
            </a:r>
          </a:p>
        </p:txBody>
      </p:sp>
      <p:sp>
        <p:nvSpPr>
          <p:cNvPr id="59" name="ZoneTexte 58">
            <a:extLst>
              <a:ext uri="{FF2B5EF4-FFF2-40B4-BE49-F238E27FC236}">
                <a16:creationId xmlns:a16="http://schemas.microsoft.com/office/drawing/2014/main" id="{9C1A06F2-C4E6-7B25-4642-227D4A4D9890}"/>
              </a:ext>
            </a:extLst>
          </p:cNvPr>
          <p:cNvSpPr txBox="1"/>
          <p:nvPr/>
        </p:nvSpPr>
        <p:spPr>
          <a:xfrm>
            <a:off x="6908971" y="3707391"/>
            <a:ext cx="106177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Propriétaire</a:t>
            </a:r>
          </a:p>
        </p:txBody>
      </p:sp>
      <p:cxnSp>
        <p:nvCxnSpPr>
          <p:cNvPr id="61" name="Connecteur droit avec flèche 60">
            <a:extLst>
              <a:ext uri="{FF2B5EF4-FFF2-40B4-BE49-F238E27FC236}">
                <a16:creationId xmlns:a16="http://schemas.microsoft.com/office/drawing/2014/main" id="{C00514A2-80FF-A54F-8891-703743A2B25A}"/>
              </a:ext>
            </a:extLst>
          </p:cNvPr>
          <p:cNvCxnSpPr>
            <a:cxnSpLocks/>
          </p:cNvCxnSpPr>
          <p:nvPr/>
        </p:nvCxnSpPr>
        <p:spPr>
          <a:xfrm>
            <a:off x="8165752" y="2426565"/>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eur droit avec flèche 61">
            <a:extLst>
              <a:ext uri="{FF2B5EF4-FFF2-40B4-BE49-F238E27FC236}">
                <a16:creationId xmlns:a16="http://schemas.microsoft.com/office/drawing/2014/main" id="{2DB6F230-F871-EE69-1AED-0CD32C79987E}"/>
              </a:ext>
            </a:extLst>
          </p:cNvPr>
          <p:cNvCxnSpPr>
            <a:cxnSpLocks/>
          </p:cNvCxnSpPr>
          <p:nvPr/>
        </p:nvCxnSpPr>
        <p:spPr>
          <a:xfrm>
            <a:off x="8165752" y="1788249"/>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ZoneTexte 62">
            <a:extLst>
              <a:ext uri="{FF2B5EF4-FFF2-40B4-BE49-F238E27FC236}">
                <a16:creationId xmlns:a16="http://schemas.microsoft.com/office/drawing/2014/main" id="{AC054427-86EA-9298-C4A4-1AD33B9FFC18}"/>
              </a:ext>
            </a:extLst>
          </p:cNvPr>
          <p:cNvSpPr txBox="1"/>
          <p:nvPr/>
        </p:nvSpPr>
        <p:spPr>
          <a:xfrm>
            <a:off x="8899349" y="913950"/>
            <a:ext cx="557604" cy="275852"/>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API</a:t>
            </a:r>
          </a:p>
        </p:txBody>
      </p:sp>
      <p:sp>
        <p:nvSpPr>
          <p:cNvPr id="64" name="ZoneTexte 63">
            <a:extLst>
              <a:ext uri="{FF2B5EF4-FFF2-40B4-BE49-F238E27FC236}">
                <a16:creationId xmlns:a16="http://schemas.microsoft.com/office/drawing/2014/main" id="{F3A02780-4925-55D4-B67E-C06DB6AF06F9}"/>
              </a:ext>
            </a:extLst>
          </p:cNvPr>
          <p:cNvSpPr txBox="1"/>
          <p:nvPr/>
        </p:nvSpPr>
        <p:spPr>
          <a:xfrm>
            <a:off x="8800747" y="1547251"/>
            <a:ext cx="557604" cy="275852"/>
          </a:xfrm>
          <a:prstGeom prst="rect">
            <a:avLst/>
          </a:prstGeom>
          <a:noFill/>
        </p:spPr>
        <p:txBody>
          <a:bodyPr wrap="square" rtlCol="0">
            <a:spAutoFit/>
          </a:bodyPr>
          <a:lstStyle/>
          <a:p>
            <a:pPr algn="r"/>
            <a:r>
              <a:rPr lang="fr-FR" sz="1200" dirty="0">
                <a:latin typeface="Arial" panose="020B0604020202020204" pitchFamily="34" charset="0"/>
                <a:cs typeface="Arial" panose="020B0604020202020204" pitchFamily="34" charset="0"/>
              </a:rPr>
              <a:t>JMS</a:t>
            </a:r>
          </a:p>
        </p:txBody>
      </p:sp>
      <p:sp>
        <p:nvSpPr>
          <p:cNvPr id="65" name="ZoneTexte 64">
            <a:extLst>
              <a:ext uri="{FF2B5EF4-FFF2-40B4-BE49-F238E27FC236}">
                <a16:creationId xmlns:a16="http://schemas.microsoft.com/office/drawing/2014/main" id="{8B612393-277F-B13F-5BEF-EC861D22E3A6}"/>
              </a:ext>
            </a:extLst>
          </p:cNvPr>
          <p:cNvSpPr txBox="1"/>
          <p:nvPr/>
        </p:nvSpPr>
        <p:spPr>
          <a:xfrm>
            <a:off x="8847475" y="3897231"/>
            <a:ext cx="557604" cy="275852"/>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BDD</a:t>
            </a:r>
          </a:p>
        </p:txBody>
      </p:sp>
      <p:sp>
        <p:nvSpPr>
          <p:cNvPr id="66" name="ZoneTexte 65">
            <a:extLst>
              <a:ext uri="{FF2B5EF4-FFF2-40B4-BE49-F238E27FC236}">
                <a16:creationId xmlns:a16="http://schemas.microsoft.com/office/drawing/2014/main" id="{4A78347D-56F8-C0BB-CF7D-91CEE36D477E}"/>
              </a:ext>
            </a:extLst>
          </p:cNvPr>
          <p:cNvSpPr txBox="1"/>
          <p:nvPr/>
        </p:nvSpPr>
        <p:spPr>
          <a:xfrm>
            <a:off x="8737466" y="4611979"/>
            <a:ext cx="684159"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Fichier</a:t>
            </a:r>
          </a:p>
        </p:txBody>
      </p:sp>
      <p:sp>
        <p:nvSpPr>
          <p:cNvPr id="67" name="ZoneTexte 66">
            <a:extLst>
              <a:ext uri="{FF2B5EF4-FFF2-40B4-BE49-F238E27FC236}">
                <a16:creationId xmlns:a16="http://schemas.microsoft.com/office/drawing/2014/main" id="{CFB71006-2CA9-7C6F-D3E5-EE583D1BEDE8}"/>
              </a:ext>
            </a:extLst>
          </p:cNvPr>
          <p:cNvSpPr txBox="1"/>
          <p:nvPr/>
        </p:nvSpPr>
        <p:spPr>
          <a:xfrm>
            <a:off x="8114380" y="2156165"/>
            <a:ext cx="1246173" cy="276999"/>
          </a:xfrm>
          <a:prstGeom prst="rect">
            <a:avLst/>
          </a:prstGeom>
          <a:noFill/>
        </p:spPr>
        <p:txBody>
          <a:bodyPr wrap="square" rtlCol="0">
            <a:spAutoFit/>
          </a:bodyPr>
          <a:lstStyle/>
          <a:p>
            <a:pPr algn="r"/>
            <a:r>
              <a:rPr lang="fr-FR" sz="1200" dirty="0">
                <a:latin typeface="Arial" panose="020B0604020202020204" pitchFamily="34" charset="0"/>
                <a:cs typeface="Arial" panose="020B0604020202020204" pitchFamily="34" charset="0"/>
              </a:rPr>
              <a:t>SOAP/WSDL</a:t>
            </a:r>
          </a:p>
        </p:txBody>
      </p:sp>
      <p:cxnSp>
        <p:nvCxnSpPr>
          <p:cNvPr id="68" name="Connecteur droit avec flèche 67">
            <a:extLst>
              <a:ext uri="{FF2B5EF4-FFF2-40B4-BE49-F238E27FC236}">
                <a16:creationId xmlns:a16="http://schemas.microsoft.com/office/drawing/2014/main" id="{9494E061-E8AA-383F-CA67-25F76AE422CF}"/>
              </a:ext>
            </a:extLst>
          </p:cNvPr>
          <p:cNvCxnSpPr>
            <a:cxnSpLocks/>
          </p:cNvCxnSpPr>
          <p:nvPr/>
        </p:nvCxnSpPr>
        <p:spPr>
          <a:xfrm>
            <a:off x="8165752" y="1149933"/>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eur droit avec flèche 68">
            <a:extLst>
              <a:ext uri="{FF2B5EF4-FFF2-40B4-BE49-F238E27FC236}">
                <a16:creationId xmlns:a16="http://schemas.microsoft.com/office/drawing/2014/main" id="{033E9633-05CF-25E4-3453-8FF6B3535E3B}"/>
              </a:ext>
            </a:extLst>
          </p:cNvPr>
          <p:cNvCxnSpPr>
            <a:cxnSpLocks/>
          </p:cNvCxnSpPr>
          <p:nvPr/>
        </p:nvCxnSpPr>
        <p:spPr>
          <a:xfrm>
            <a:off x="8165752" y="3064880"/>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eur droit avec flèche 69">
            <a:extLst>
              <a:ext uri="{FF2B5EF4-FFF2-40B4-BE49-F238E27FC236}">
                <a16:creationId xmlns:a16="http://schemas.microsoft.com/office/drawing/2014/main" id="{999F6244-9B35-F783-F793-318D8678364C}"/>
              </a:ext>
            </a:extLst>
          </p:cNvPr>
          <p:cNvCxnSpPr>
            <a:cxnSpLocks/>
          </p:cNvCxnSpPr>
          <p:nvPr/>
        </p:nvCxnSpPr>
        <p:spPr>
          <a:xfrm>
            <a:off x="8165752" y="4161906"/>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necteur droit avec flèche 70">
            <a:extLst>
              <a:ext uri="{FF2B5EF4-FFF2-40B4-BE49-F238E27FC236}">
                <a16:creationId xmlns:a16="http://schemas.microsoft.com/office/drawing/2014/main" id="{8E76E235-F34B-5867-3FD5-8F81BBA64409}"/>
              </a:ext>
            </a:extLst>
          </p:cNvPr>
          <p:cNvCxnSpPr>
            <a:cxnSpLocks/>
          </p:cNvCxnSpPr>
          <p:nvPr/>
        </p:nvCxnSpPr>
        <p:spPr>
          <a:xfrm>
            <a:off x="8176075" y="4888419"/>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Connecteur droit avec flèche 71">
            <a:extLst>
              <a:ext uri="{FF2B5EF4-FFF2-40B4-BE49-F238E27FC236}">
                <a16:creationId xmlns:a16="http://schemas.microsoft.com/office/drawing/2014/main" id="{33F35CBA-E4A2-279A-4604-653611A9D612}"/>
              </a:ext>
            </a:extLst>
          </p:cNvPr>
          <p:cNvCxnSpPr>
            <a:cxnSpLocks/>
          </p:cNvCxnSpPr>
          <p:nvPr/>
        </p:nvCxnSpPr>
        <p:spPr>
          <a:xfrm>
            <a:off x="8176075" y="5642980"/>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351B4CA0-1C54-5BBE-FEEF-E2B384438AD8}"/>
              </a:ext>
            </a:extLst>
          </p:cNvPr>
          <p:cNvCxnSpPr>
            <a:cxnSpLocks/>
          </p:cNvCxnSpPr>
          <p:nvPr/>
        </p:nvCxnSpPr>
        <p:spPr>
          <a:xfrm>
            <a:off x="1215251" y="3422403"/>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ZoneTexte 73">
            <a:extLst>
              <a:ext uri="{FF2B5EF4-FFF2-40B4-BE49-F238E27FC236}">
                <a16:creationId xmlns:a16="http://schemas.microsoft.com/office/drawing/2014/main" id="{641FBA0E-0AC0-EB64-B6BB-1B9C3C0989C3}"/>
              </a:ext>
            </a:extLst>
          </p:cNvPr>
          <p:cNvSpPr txBox="1"/>
          <p:nvPr>
            <p:custDataLst>
              <p:tags r:id="rId1"/>
            </p:custDataLst>
          </p:nvPr>
        </p:nvSpPr>
        <p:spPr>
          <a:xfrm>
            <a:off x="1313866" y="5844795"/>
            <a:ext cx="5471247" cy="307777"/>
          </a:xfrm>
          <a:prstGeom prst="rect">
            <a:avLst/>
          </a:prstGeom>
          <a:ln>
            <a:solidFill>
              <a:srgbClr val="FF0000"/>
            </a:solidFill>
          </a:ln>
        </p:spPr>
        <p:style>
          <a:lnRef idx="2">
            <a:schemeClr val="accent5"/>
          </a:lnRef>
          <a:fillRef idx="1">
            <a:schemeClr val="lt1"/>
          </a:fillRef>
          <a:effectRef idx="0">
            <a:schemeClr val="accent5"/>
          </a:effectRef>
          <a:fontRef idx="minor">
            <a:schemeClr val="dk1"/>
          </a:fontRef>
        </p:style>
        <p:txBody>
          <a:bodyPr wrap="square" rtlCol="0" anchor="ctr">
            <a:spAutoFit/>
          </a:bodyPr>
          <a:lstStyle/>
          <a:p>
            <a:pPr algn="ctr"/>
            <a:r>
              <a:rPr lang="fr-FR" sz="1400" b="1" dirty="0">
                <a:solidFill>
                  <a:srgbClr val="FF0000"/>
                </a:solidFill>
                <a:latin typeface="Arial" panose="020B0604020202020204" pitchFamily="34" charset="0"/>
                <a:cs typeface="Arial" panose="020B0604020202020204" pitchFamily="34" charset="0"/>
              </a:rPr>
              <a:t>Attention : une émission n’est jamais synchrone</a:t>
            </a:r>
          </a:p>
        </p:txBody>
      </p:sp>
    </p:spTree>
    <p:extLst>
      <p:ext uri="{BB962C8B-B14F-4D97-AF65-F5344CB8AC3E}">
        <p14:creationId xmlns:p14="http://schemas.microsoft.com/office/powerpoint/2010/main" val="19809549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5E293FD7-57F3-4FB4-1B78-2D1A458D8D53}"/>
              </a:ext>
            </a:extLst>
          </p:cNvPr>
          <p:cNvSpPr>
            <a:spLocks noGrp="1"/>
          </p:cNvSpPr>
          <p:nvPr>
            <p:ph type="body" sz="quarter" idx="10"/>
          </p:nvPr>
        </p:nvSpPr>
        <p:spPr/>
        <p:txBody>
          <a:bodyPr/>
          <a:lstStyle/>
          <a:p>
            <a:r>
              <a:rPr lang="fr-FR" dirty="0"/>
              <a:t>ARBRES DE DECISION – VISION PRODUCTEUR</a:t>
            </a:r>
          </a:p>
        </p:txBody>
      </p:sp>
      <p:sp>
        <p:nvSpPr>
          <p:cNvPr id="43" name="Rectangle 42">
            <a:extLst>
              <a:ext uri="{FF2B5EF4-FFF2-40B4-BE49-F238E27FC236}">
                <a16:creationId xmlns:a16="http://schemas.microsoft.com/office/drawing/2014/main" id="{69B7D72F-6220-6F43-CD32-C687305C6337}"/>
              </a:ext>
            </a:extLst>
          </p:cNvPr>
          <p:cNvSpPr/>
          <p:nvPr/>
        </p:nvSpPr>
        <p:spPr>
          <a:xfrm>
            <a:off x="7828518" y="704604"/>
            <a:ext cx="330678" cy="2705100"/>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S</a:t>
            </a:r>
          </a:p>
          <a:p>
            <a:pPr algn="ctr"/>
            <a:r>
              <a:rPr lang="fr-FR" sz="1400" dirty="0">
                <a:solidFill>
                  <a:sysClr val="windowText" lastClr="000000"/>
                </a:solidFill>
              </a:rPr>
              <a:t>T</a:t>
            </a:r>
          </a:p>
          <a:p>
            <a:pPr algn="ctr"/>
            <a:r>
              <a:rPr lang="fr-FR" sz="1400" dirty="0">
                <a:solidFill>
                  <a:sysClr val="windowText" lastClr="000000"/>
                </a:solidFill>
              </a:rPr>
              <a:t>A</a:t>
            </a:r>
          </a:p>
          <a:p>
            <a:pPr algn="ctr"/>
            <a:r>
              <a:rPr lang="fr-FR" sz="1400" dirty="0">
                <a:solidFill>
                  <a:sysClr val="windowText" lastClr="000000"/>
                </a:solidFill>
              </a:rPr>
              <a:t>N</a:t>
            </a:r>
          </a:p>
          <a:p>
            <a:pPr algn="ctr"/>
            <a:r>
              <a:rPr lang="fr-FR" sz="1400" dirty="0">
                <a:solidFill>
                  <a:sysClr val="windowText" lastClr="000000"/>
                </a:solidFill>
              </a:rPr>
              <a:t>D</a:t>
            </a:r>
          </a:p>
          <a:p>
            <a:pPr algn="ctr"/>
            <a:r>
              <a:rPr lang="fr-FR" sz="1400" dirty="0">
                <a:solidFill>
                  <a:sysClr val="windowText" lastClr="000000"/>
                </a:solidFill>
              </a:rPr>
              <a:t>A</a:t>
            </a:r>
          </a:p>
          <a:p>
            <a:pPr algn="ctr"/>
            <a:r>
              <a:rPr lang="fr-FR" sz="1400" dirty="0">
                <a:solidFill>
                  <a:sysClr val="windowText" lastClr="000000"/>
                </a:solidFill>
              </a:rPr>
              <a:t>R</a:t>
            </a:r>
          </a:p>
          <a:p>
            <a:pPr algn="ctr"/>
            <a:r>
              <a:rPr lang="fr-FR" sz="1400" dirty="0">
                <a:solidFill>
                  <a:sysClr val="windowText" lastClr="000000"/>
                </a:solidFill>
              </a:rPr>
              <a:t>D</a:t>
            </a:r>
            <a:endParaRPr lang="fr-FR" dirty="0">
              <a:solidFill>
                <a:sysClr val="windowText" lastClr="000000"/>
              </a:solidFill>
            </a:endParaRPr>
          </a:p>
        </p:txBody>
      </p:sp>
      <p:sp>
        <p:nvSpPr>
          <p:cNvPr id="44" name="Rectangle 43">
            <a:extLst>
              <a:ext uri="{FF2B5EF4-FFF2-40B4-BE49-F238E27FC236}">
                <a16:creationId xmlns:a16="http://schemas.microsoft.com/office/drawing/2014/main" id="{163F7AAD-25B4-538A-82DE-79B43C659516}"/>
              </a:ext>
            </a:extLst>
          </p:cNvPr>
          <p:cNvSpPr/>
          <p:nvPr/>
        </p:nvSpPr>
        <p:spPr>
          <a:xfrm>
            <a:off x="7828518" y="3471241"/>
            <a:ext cx="330678" cy="2705100"/>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C</a:t>
            </a:r>
          </a:p>
          <a:p>
            <a:pPr algn="ctr"/>
            <a:r>
              <a:rPr lang="fr-FR" sz="1400" dirty="0">
                <a:solidFill>
                  <a:sysClr val="windowText" lastClr="000000"/>
                </a:solidFill>
              </a:rPr>
              <a:t>O</a:t>
            </a:r>
          </a:p>
          <a:p>
            <a:pPr algn="ctr"/>
            <a:r>
              <a:rPr lang="fr-FR" sz="1400" dirty="0">
                <a:solidFill>
                  <a:sysClr val="windowText" lastClr="000000"/>
                </a:solidFill>
              </a:rPr>
              <a:t>N</a:t>
            </a:r>
          </a:p>
          <a:p>
            <a:pPr algn="ctr"/>
            <a:r>
              <a:rPr lang="fr-FR" sz="1400" dirty="0">
                <a:solidFill>
                  <a:sysClr val="windowText" lastClr="000000"/>
                </a:solidFill>
              </a:rPr>
              <a:t>N</a:t>
            </a:r>
          </a:p>
          <a:p>
            <a:pPr algn="ctr"/>
            <a:r>
              <a:rPr lang="fr-FR" sz="1400" dirty="0">
                <a:solidFill>
                  <a:sysClr val="windowText" lastClr="000000"/>
                </a:solidFill>
              </a:rPr>
              <a:t>E</a:t>
            </a:r>
          </a:p>
          <a:p>
            <a:pPr algn="ctr"/>
            <a:r>
              <a:rPr lang="fr-FR" sz="1400" dirty="0">
                <a:solidFill>
                  <a:sysClr val="windowText" lastClr="000000"/>
                </a:solidFill>
              </a:rPr>
              <a:t>C</a:t>
            </a:r>
          </a:p>
          <a:p>
            <a:pPr algn="ctr"/>
            <a:r>
              <a:rPr lang="fr-FR" sz="1400" dirty="0">
                <a:solidFill>
                  <a:sysClr val="windowText" lastClr="000000"/>
                </a:solidFill>
              </a:rPr>
              <a:t>T</a:t>
            </a:r>
          </a:p>
          <a:p>
            <a:pPr algn="ctr"/>
            <a:r>
              <a:rPr lang="fr-FR" sz="1400" dirty="0">
                <a:solidFill>
                  <a:sysClr val="windowText" lastClr="000000"/>
                </a:solidFill>
              </a:rPr>
              <a:t>I</a:t>
            </a:r>
          </a:p>
          <a:p>
            <a:pPr algn="ctr"/>
            <a:r>
              <a:rPr lang="fr-FR" sz="1400" dirty="0">
                <a:solidFill>
                  <a:sysClr val="windowText" lastClr="000000"/>
                </a:solidFill>
              </a:rPr>
              <a:t>V</a:t>
            </a:r>
          </a:p>
          <a:p>
            <a:pPr algn="ctr"/>
            <a:r>
              <a:rPr lang="fr-FR" sz="1400" dirty="0">
                <a:solidFill>
                  <a:sysClr val="windowText" lastClr="000000"/>
                </a:solidFill>
              </a:rPr>
              <a:t>I</a:t>
            </a:r>
          </a:p>
          <a:p>
            <a:pPr algn="ctr"/>
            <a:r>
              <a:rPr lang="fr-FR" sz="1400" dirty="0">
                <a:solidFill>
                  <a:sysClr val="windowText" lastClr="000000"/>
                </a:solidFill>
              </a:rPr>
              <a:t>T</a:t>
            </a:r>
          </a:p>
          <a:p>
            <a:pPr algn="ctr"/>
            <a:r>
              <a:rPr lang="fr-FR" sz="1400" dirty="0">
                <a:solidFill>
                  <a:sysClr val="windowText" lastClr="000000"/>
                </a:solidFill>
              </a:rPr>
              <a:t>E</a:t>
            </a:r>
          </a:p>
        </p:txBody>
      </p:sp>
      <p:sp>
        <p:nvSpPr>
          <p:cNvPr id="45" name="Rectangle 44">
            <a:extLst>
              <a:ext uri="{FF2B5EF4-FFF2-40B4-BE49-F238E27FC236}">
                <a16:creationId xmlns:a16="http://schemas.microsoft.com/office/drawing/2014/main" id="{5319FD57-427E-06E2-0BC5-2CFBFB5014B9}"/>
              </a:ext>
            </a:extLst>
          </p:cNvPr>
          <p:cNvSpPr/>
          <p:nvPr/>
        </p:nvSpPr>
        <p:spPr>
          <a:xfrm>
            <a:off x="6018189" y="2214922"/>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I</a:t>
            </a:r>
          </a:p>
          <a:p>
            <a:pPr algn="ctr"/>
            <a:r>
              <a:rPr lang="fr-FR" sz="1400" dirty="0">
                <a:solidFill>
                  <a:sysClr val="windowText" lastClr="000000"/>
                </a:solidFill>
              </a:rPr>
              <a:t>N</a:t>
            </a:r>
          </a:p>
          <a:p>
            <a:pPr algn="ctr"/>
            <a:r>
              <a:rPr lang="fr-FR" sz="1400" dirty="0">
                <a:solidFill>
                  <a:sysClr val="windowText" lastClr="000000"/>
                </a:solidFill>
              </a:rPr>
              <a:t>T</a:t>
            </a:r>
          </a:p>
          <a:p>
            <a:pPr algn="ctr"/>
            <a:r>
              <a:rPr lang="fr-FR" sz="1400" dirty="0">
                <a:solidFill>
                  <a:sysClr val="windowText" lastClr="000000"/>
                </a:solidFill>
              </a:rPr>
              <a:t>E</a:t>
            </a:r>
          </a:p>
          <a:p>
            <a:pPr algn="ctr"/>
            <a:r>
              <a:rPr lang="fr-FR" sz="1400" dirty="0">
                <a:solidFill>
                  <a:sysClr val="windowText" lastClr="000000"/>
                </a:solidFill>
              </a:rPr>
              <a:t>G</a:t>
            </a:r>
          </a:p>
          <a:p>
            <a:pPr algn="ctr"/>
            <a:r>
              <a:rPr lang="fr-FR" sz="1400" dirty="0">
                <a:solidFill>
                  <a:sysClr val="windowText" lastClr="000000"/>
                </a:solidFill>
              </a:rPr>
              <a:t>R</a:t>
            </a:r>
          </a:p>
          <a:p>
            <a:pPr algn="ctr"/>
            <a:r>
              <a:rPr lang="fr-FR" sz="1400" dirty="0">
                <a:solidFill>
                  <a:sysClr val="windowText" lastClr="000000"/>
                </a:solidFill>
              </a:rPr>
              <a:t>A</a:t>
            </a:r>
          </a:p>
          <a:p>
            <a:pPr algn="ctr"/>
            <a:r>
              <a:rPr lang="fr-FR" sz="1400" dirty="0">
                <a:solidFill>
                  <a:sysClr val="windowText" lastClr="000000"/>
                </a:solidFill>
              </a:rPr>
              <a:t>T</a:t>
            </a:r>
          </a:p>
          <a:p>
            <a:pPr algn="ctr"/>
            <a:r>
              <a:rPr lang="fr-FR" sz="1400" dirty="0">
                <a:solidFill>
                  <a:sysClr val="windowText" lastClr="000000"/>
                </a:solidFill>
              </a:rPr>
              <a:t>I</a:t>
            </a:r>
          </a:p>
          <a:p>
            <a:pPr algn="ctr"/>
            <a:r>
              <a:rPr lang="fr-FR" sz="1400" dirty="0">
                <a:solidFill>
                  <a:sysClr val="windowText" lastClr="000000"/>
                </a:solidFill>
              </a:rPr>
              <a:t>O</a:t>
            </a:r>
          </a:p>
          <a:p>
            <a:pPr algn="ctr"/>
            <a:r>
              <a:rPr lang="fr-FR" sz="1400" dirty="0">
                <a:solidFill>
                  <a:sysClr val="windowText" lastClr="000000"/>
                </a:solidFill>
              </a:rPr>
              <a:t>N</a:t>
            </a:r>
            <a:endParaRPr lang="fr-FR" dirty="0">
              <a:solidFill>
                <a:sysClr val="windowText" lastClr="000000"/>
              </a:solidFill>
            </a:endParaRPr>
          </a:p>
        </p:txBody>
      </p:sp>
      <p:sp>
        <p:nvSpPr>
          <p:cNvPr id="46" name="Rectangle 45">
            <a:extLst>
              <a:ext uri="{FF2B5EF4-FFF2-40B4-BE49-F238E27FC236}">
                <a16:creationId xmlns:a16="http://schemas.microsoft.com/office/drawing/2014/main" id="{DB5F804C-903D-926B-1B5C-79253ED78CDE}"/>
              </a:ext>
            </a:extLst>
          </p:cNvPr>
          <p:cNvSpPr/>
          <p:nvPr/>
        </p:nvSpPr>
        <p:spPr>
          <a:xfrm>
            <a:off x="2397527" y="2214922"/>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USAGE</a:t>
            </a:r>
          </a:p>
        </p:txBody>
      </p:sp>
      <p:sp>
        <p:nvSpPr>
          <p:cNvPr id="47" name="Rectangle 46">
            <a:extLst>
              <a:ext uri="{FF2B5EF4-FFF2-40B4-BE49-F238E27FC236}">
                <a16:creationId xmlns:a16="http://schemas.microsoft.com/office/drawing/2014/main" id="{BF7DEAFA-EA2E-6BFD-4D4B-BAA27E7ECF90}"/>
              </a:ext>
            </a:extLst>
          </p:cNvPr>
          <p:cNvSpPr/>
          <p:nvPr/>
        </p:nvSpPr>
        <p:spPr>
          <a:xfrm>
            <a:off x="4207858" y="2214922"/>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M</a:t>
            </a:r>
          </a:p>
          <a:p>
            <a:pPr algn="ctr"/>
            <a:r>
              <a:rPr lang="fr-FR" sz="1400" dirty="0">
                <a:solidFill>
                  <a:sysClr val="windowText" lastClr="000000"/>
                </a:solidFill>
              </a:rPr>
              <a:t>O</a:t>
            </a:r>
          </a:p>
          <a:p>
            <a:pPr algn="ctr"/>
            <a:r>
              <a:rPr lang="fr-FR" sz="1400" dirty="0">
                <a:solidFill>
                  <a:sysClr val="windowText" lastClr="000000"/>
                </a:solidFill>
              </a:rPr>
              <a:t>D</a:t>
            </a:r>
          </a:p>
          <a:p>
            <a:pPr algn="ctr"/>
            <a:r>
              <a:rPr lang="fr-FR" sz="1400" dirty="0">
                <a:solidFill>
                  <a:sysClr val="windowText" lastClr="000000"/>
                </a:solidFill>
              </a:rPr>
              <a:t>E</a:t>
            </a:r>
            <a:endParaRPr lang="fr-FR" dirty="0">
              <a:solidFill>
                <a:sysClr val="windowText" lastClr="000000"/>
              </a:solidFill>
            </a:endParaRPr>
          </a:p>
        </p:txBody>
      </p:sp>
      <p:cxnSp>
        <p:nvCxnSpPr>
          <p:cNvPr id="48" name="Connecteur droit avec flèche 47">
            <a:extLst>
              <a:ext uri="{FF2B5EF4-FFF2-40B4-BE49-F238E27FC236}">
                <a16:creationId xmlns:a16="http://schemas.microsoft.com/office/drawing/2014/main" id="{6851BE58-80B9-FA92-E6BD-756E705A3105}"/>
              </a:ext>
            </a:extLst>
          </p:cNvPr>
          <p:cNvCxnSpPr>
            <a:cxnSpLocks/>
          </p:cNvCxnSpPr>
          <p:nvPr/>
        </p:nvCxnSpPr>
        <p:spPr>
          <a:xfrm>
            <a:off x="2728205" y="2774704"/>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A3A7BCA3-0031-63B8-044E-93CD048E69EF}"/>
              </a:ext>
            </a:extLst>
          </p:cNvPr>
          <p:cNvCxnSpPr>
            <a:cxnSpLocks/>
          </p:cNvCxnSpPr>
          <p:nvPr/>
        </p:nvCxnSpPr>
        <p:spPr>
          <a:xfrm>
            <a:off x="2728205" y="4032004"/>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eur droit avec flèche 49">
            <a:extLst>
              <a:ext uri="{FF2B5EF4-FFF2-40B4-BE49-F238E27FC236}">
                <a16:creationId xmlns:a16="http://schemas.microsoft.com/office/drawing/2014/main" id="{6EDE3A71-A520-95F4-2D82-84259E4F384A}"/>
              </a:ext>
            </a:extLst>
          </p:cNvPr>
          <p:cNvCxnSpPr>
            <a:cxnSpLocks/>
          </p:cNvCxnSpPr>
          <p:nvPr/>
        </p:nvCxnSpPr>
        <p:spPr>
          <a:xfrm>
            <a:off x="4538536" y="2774704"/>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3962CA3C-321A-6831-3ABF-76094E5D727A}"/>
              </a:ext>
            </a:extLst>
          </p:cNvPr>
          <p:cNvCxnSpPr>
            <a:cxnSpLocks/>
          </p:cNvCxnSpPr>
          <p:nvPr/>
        </p:nvCxnSpPr>
        <p:spPr>
          <a:xfrm>
            <a:off x="4538536" y="4032004"/>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necteur droit avec flèche 51">
            <a:extLst>
              <a:ext uri="{FF2B5EF4-FFF2-40B4-BE49-F238E27FC236}">
                <a16:creationId xmlns:a16="http://schemas.microsoft.com/office/drawing/2014/main" id="{FE9CD80B-1454-610B-34ED-41348B7EBC3B}"/>
              </a:ext>
            </a:extLst>
          </p:cNvPr>
          <p:cNvCxnSpPr>
            <a:cxnSpLocks/>
          </p:cNvCxnSpPr>
          <p:nvPr/>
        </p:nvCxnSpPr>
        <p:spPr>
          <a:xfrm>
            <a:off x="6348867" y="2774704"/>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necteur droit avec flèche 52">
            <a:extLst>
              <a:ext uri="{FF2B5EF4-FFF2-40B4-BE49-F238E27FC236}">
                <a16:creationId xmlns:a16="http://schemas.microsoft.com/office/drawing/2014/main" id="{987920C9-E987-13E1-925E-1BE2B3A76AF4}"/>
              </a:ext>
            </a:extLst>
          </p:cNvPr>
          <p:cNvCxnSpPr>
            <a:cxnSpLocks/>
          </p:cNvCxnSpPr>
          <p:nvPr/>
        </p:nvCxnSpPr>
        <p:spPr>
          <a:xfrm>
            <a:off x="6348867" y="4032004"/>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ZoneTexte 53">
            <a:extLst>
              <a:ext uri="{FF2B5EF4-FFF2-40B4-BE49-F238E27FC236}">
                <a16:creationId xmlns:a16="http://schemas.microsoft.com/office/drawing/2014/main" id="{C23B6F41-6371-EE24-B3CB-CBB555571159}"/>
              </a:ext>
            </a:extLst>
          </p:cNvPr>
          <p:cNvSpPr txBox="1"/>
          <p:nvPr/>
        </p:nvSpPr>
        <p:spPr>
          <a:xfrm>
            <a:off x="3054552" y="2468344"/>
            <a:ext cx="1186403"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Transactionnel</a:t>
            </a:r>
          </a:p>
        </p:txBody>
      </p:sp>
      <p:sp>
        <p:nvSpPr>
          <p:cNvPr id="55" name="ZoneTexte 54">
            <a:extLst>
              <a:ext uri="{FF2B5EF4-FFF2-40B4-BE49-F238E27FC236}">
                <a16:creationId xmlns:a16="http://schemas.microsoft.com/office/drawing/2014/main" id="{69340268-2111-A914-C054-6B0FF5729D3B}"/>
              </a:ext>
            </a:extLst>
          </p:cNvPr>
          <p:cNvSpPr txBox="1"/>
          <p:nvPr/>
        </p:nvSpPr>
        <p:spPr>
          <a:xfrm>
            <a:off x="3449424" y="3732227"/>
            <a:ext cx="993504"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Emission</a:t>
            </a:r>
          </a:p>
        </p:txBody>
      </p:sp>
      <p:sp>
        <p:nvSpPr>
          <p:cNvPr id="56" name="ZoneTexte 55">
            <a:extLst>
              <a:ext uri="{FF2B5EF4-FFF2-40B4-BE49-F238E27FC236}">
                <a16:creationId xmlns:a16="http://schemas.microsoft.com/office/drawing/2014/main" id="{D748E725-4A5A-3162-5911-BDF3511A77A0}"/>
              </a:ext>
            </a:extLst>
          </p:cNvPr>
          <p:cNvSpPr txBox="1"/>
          <p:nvPr/>
        </p:nvSpPr>
        <p:spPr>
          <a:xfrm>
            <a:off x="5141349" y="2468344"/>
            <a:ext cx="930284"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Synchrone</a:t>
            </a:r>
          </a:p>
        </p:txBody>
      </p:sp>
      <p:sp>
        <p:nvSpPr>
          <p:cNvPr id="57" name="ZoneTexte 56">
            <a:extLst>
              <a:ext uri="{FF2B5EF4-FFF2-40B4-BE49-F238E27FC236}">
                <a16:creationId xmlns:a16="http://schemas.microsoft.com/office/drawing/2014/main" id="{B05B7770-B37B-775F-1E6F-33C8B162751A}"/>
              </a:ext>
            </a:extLst>
          </p:cNvPr>
          <p:cNvSpPr txBox="1"/>
          <p:nvPr/>
        </p:nvSpPr>
        <p:spPr>
          <a:xfrm>
            <a:off x="5061900" y="3738532"/>
            <a:ext cx="106177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Asynchrone</a:t>
            </a:r>
          </a:p>
        </p:txBody>
      </p:sp>
      <p:sp>
        <p:nvSpPr>
          <p:cNvPr id="58" name="ZoneTexte 57">
            <a:extLst>
              <a:ext uri="{FF2B5EF4-FFF2-40B4-BE49-F238E27FC236}">
                <a16:creationId xmlns:a16="http://schemas.microsoft.com/office/drawing/2014/main" id="{58D8534D-E07C-D803-62E9-C43E1347444D}"/>
              </a:ext>
            </a:extLst>
          </p:cNvPr>
          <p:cNvSpPr txBox="1"/>
          <p:nvPr/>
        </p:nvSpPr>
        <p:spPr>
          <a:xfrm>
            <a:off x="7046049" y="2468344"/>
            <a:ext cx="106177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Standard</a:t>
            </a:r>
          </a:p>
        </p:txBody>
      </p:sp>
      <p:sp>
        <p:nvSpPr>
          <p:cNvPr id="59" name="ZoneTexte 58">
            <a:extLst>
              <a:ext uri="{FF2B5EF4-FFF2-40B4-BE49-F238E27FC236}">
                <a16:creationId xmlns:a16="http://schemas.microsoft.com/office/drawing/2014/main" id="{9C1A06F2-C4E6-7B25-4642-227D4A4D9890}"/>
              </a:ext>
            </a:extLst>
          </p:cNvPr>
          <p:cNvSpPr txBox="1"/>
          <p:nvPr/>
        </p:nvSpPr>
        <p:spPr>
          <a:xfrm>
            <a:off x="6908971" y="3707391"/>
            <a:ext cx="106177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Propriétaire</a:t>
            </a:r>
          </a:p>
        </p:txBody>
      </p:sp>
      <p:cxnSp>
        <p:nvCxnSpPr>
          <p:cNvPr id="61" name="Connecteur droit avec flèche 60">
            <a:extLst>
              <a:ext uri="{FF2B5EF4-FFF2-40B4-BE49-F238E27FC236}">
                <a16:creationId xmlns:a16="http://schemas.microsoft.com/office/drawing/2014/main" id="{C00514A2-80FF-A54F-8891-703743A2B25A}"/>
              </a:ext>
            </a:extLst>
          </p:cNvPr>
          <p:cNvCxnSpPr>
            <a:cxnSpLocks/>
          </p:cNvCxnSpPr>
          <p:nvPr/>
        </p:nvCxnSpPr>
        <p:spPr>
          <a:xfrm>
            <a:off x="8165752" y="2426565"/>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eur droit avec flèche 61">
            <a:extLst>
              <a:ext uri="{FF2B5EF4-FFF2-40B4-BE49-F238E27FC236}">
                <a16:creationId xmlns:a16="http://schemas.microsoft.com/office/drawing/2014/main" id="{2DB6F230-F871-EE69-1AED-0CD32C79987E}"/>
              </a:ext>
            </a:extLst>
          </p:cNvPr>
          <p:cNvCxnSpPr>
            <a:cxnSpLocks/>
          </p:cNvCxnSpPr>
          <p:nvPr/>
        </p:nvCxnSpPr>
        <p:spPr>
          <a:xfrm>
            <a:off x="8165752" y="1788249"/>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ZoneTexte 62">
            <a:extLst>
              <a:ext uri="{FF2B5EF4-FFF2-40B4-BE49-F238E27FC236}">
                <a16:creationId xmlns:a16="http://schemas.microsoft.com/office/drawing/2014/main" id="{AC054427-86EA-9298-C4A4-1AD33B9FFC18}"/>
              </a:ext>
            </a:extLst>
          </p:cNvPr>
          <p:cNvSpPr txBox="1"/>
          <p:nvPr/>
        </p:nvSpPr>
        <p:spPr>
          <a:xfrm>
            <a:off x="8899349" y="913950"/>
            <a:ext cx="557604" cy="275852"/>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API</a:t>
            </a:r>
          </a:p>
        </p:txBody>
      </p:sp>
      <p:sp>
        <p:nvSpPr>
          <p:cNvPr id="64" name="ZoneTexte 63">
            <a:extLst>
              <a:ext uri="{FF2B5EF4-FFF2-40B4-BE49-F238E27FC236}">
                <a16:creationId xmlns:a16="http://schemas.microsoft.com/office/drawing/2014/main" id="{F3A02780-4925-55D4-B67E-C06DB6AF06F9}"/>
              </a:ext>
            </a:extLst>
          </p:cNvPr>
          <p:cNvSpPr txBox="1"/>
          <p:nvPr/>
        </p:nvSpPr>
        <p:spPr>
          <a:xfrm>
            <a:off x="8800747" y="1547251"/>
            <a:ext cx="557604" cy="275852"/>
          </a:xfrm>
          <a:prstGeom prst="rect">
            <a:avLst/>
          </a:prstGeom>
          <a:noFill/>
        </p:spPr>
        <p:txBody>
          <a:bodyPr wrap="square" rtlCol="0">
            <a:spAutoFit/>
          </a:bodyPr>
          <a:lstStyle/>
          <a:p>
            <a:pPr algn="r"/>
            <a:r>
              <a:rPr lang="fr-FR" sz="1200" dirty="0">
                <a:latin typeface="Arial" panose="020B0604020202020204" pitchFamily="34" charset="0"/>
                <a:cs typeface="Arial" panose="020B0604020202020204" pitchFamily="34" charset="0"/>
              </a:rPr>
              <a:t>JMS</a:t>
            </a:r>
          </a:p>
        </p:txBody>
      </p:sp>
      <p:sp>
        <p:nvSpPr>
          <p:cNvPr id="65" name="ZoneTexte 64">
            <a:extLst>
              <a:ext uri="{FF2B5EF4-FFF2-40B4-BE49-F238E27FC236}">
                <a16:creationId xmlns:a16="http://schemas.microsoft.com/office/drawing/2014/main" id="{8B612393-277F-B13F-5BEF-EC861D22E3A6}"/>
              </a:ext>
            </a:extLst>
          </p:cNvPr>
          <p:cNvSpPr txBox="1"/>
          <p:nvPr/>
        </p:nvSpPr>
        <p:spPr>
          <a:xfrm>
            <a:off x="8847475" y="3897231"/>
            <a:ext cx="557604" cy="275852"/>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BDD</a:t>
            </a:r>
          </a:p>
        </p:txBody>
      </p:sp>
      <p:sp>
        <p:nvSpPr>
          <p:cNvPr id="66" name="ZoneTexte 65">
            <a:extLst>
              <a:ext uri="{FF2B5EF4-FFF2-40B4-BE49-F238E27FC236}">
                <a16:creationId xmlns:a16="http://schemas.microsoft.com/office/drawing/2014/main" id="{4A78347D-56F8-C0BB-CF7D-91CEE36D477E}"/>
              </a:ext>
            </a:extLst>
          </p:cNvPr>
          <p:cNvSpPr txBox="1"/>
          <p:nvPr/>
        </p:nvSpPr>
        <p:spPr>
          <a:xfrm>
            <a:off x="8737466" y="4611979"/>
            <a:ext cx="684159"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Fichier</a:t>
            </a:r>
          </a:p>
        </p:txBody>
      </p:sp>
      <p:sp>
        <p:nvSpPr>
          <p:cNvPr id="67" name="ZoneTexte 66">
            <a:extLst>
              <a:ext uri="{FF2B5EF4-FFF2-40B4-BE49-F238E27FC236}">
                <a16:creationId xmlns:a16="http://schemas.microsoft.com/office/drawing/2014/main" id="{CFB71006-2CA9-7C6F-D3E5-EE583D1BEDE8}"/>
              </a:ext>
            </a:extLst>
          </p:cNvPr>
          <p:cNvSpPr txBox="1"/>
          <p:nvPr/>
        </p:nvSpPr>
        <p:spPr>
          <a:xfrm>
            <a:off x="8114380" y="2156165"/>
            <a:ext cx="1246173" cy="276999"/>
          </a:xfrm>
          <a:prstGeom prst="rect">
            <a:avLst/>
          </a:prstGeom>
          <a:noFill/>
        </p:spPr>
        <p:txBody>
          <a:bodyPr wrap="square" rtlCol="0">
            <a:spAutoFit/>
          </a:bodyPr>
          <a:lstStyle/>
          <a:p>
            <a:pPr algn="r"/>
            <a:r>
              <a:rPr lang="fr-FR" sz="1200" dirty="0">
                <a:latin typeface="Arial" panose="020B0604020202020204" pitchFamily="34" charset="0"/>
                <a:cs typeface="Arial" panose="020B0604020202020204" pitchFamily="34" charset="0"/>
              </a:rPr>
              <a:t>SOAP/WSDL</a:t>
            </a:r>
          </a:p>
        </p:txBody>
      </p:sp>
      <p:cxnSp>
        <p:nvCxnSpPr>
          <p:cNvPr id="68" name="Connecteur droit avec flèche 67">
            <a:extLst>
              <a:ext uri="{FF2B5EF4-FFF2-40B4-BE49-F238E27FC236}">
                <a16:creationId xmlns:a16="http://schemas.microsoft.com/office/drawing/2014/main" id="{9494E061-E8AA-383F-CA67-25F76AE422CF}"/>
              </a:ext>
            </a:extLst>
          </p:cNvPr>
          <p:cNvCxnSpPr>
            <a:cxnSpLocks/>
          </p:cNvCxnSpPr>
          <p:nvPr/>
        </p:nvCxnSpPr>
        <p:spPr>
          <a:xfrm>
            <a:off x="8165752" y="1149933"/>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eur droit avec flèche 68">
            <a:extLst>
              <a:ext uri="{FF2B5EF4-FFF2-40B4-BE49-F238E27FC236}">
                <a16:creationId xmlns:a16="http://schemas.microsoft.com/office/drawing/2014/main" id="{033E9633-05CF-25E4-3453-8FF6B3535E3B}"/>
              </a:ext>
            </a:extLst>
          </p:cNvPr>
          <p:cNvCxnSpPr>
            <a:cxnSpLocks/>
          </p:cNvCxnSpPr>
          <p:nvPr/>
        </p:nvCxnSpPr>
        <p:spPr>
          <a:xfrm>
            <a:off x="8165752" y="3064880"/>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eur droit avec flèche 69">
            <a:extLst>
              <a:ext uri="{FF2B5EF4-FFF2-40B4-BE49-F238E27FC236}">
                <a16:creationId xmlns:a16="http://schemas.microsoft.com/office/drawing/2014/main" id="{999F6244-9B35-F783-F793-318D8678364C}"/>
              </a:ext>
            </a:extLst>
          </p:cNvPr>
          <p:cNvCxnSpPr>
            <a:cxnSpLocks/>
          </p:cNvCxnSpPr>
          <p:nvPr/>
        </p:nvCxnSpPr>
        <p:spPr>
          <a:xfrm>
            <a:off x="8165752" y="4161906"/>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necteur droit avec flèche 70">
            <a:extLst>
              <a:ext uri="{FF2B5EF4-FFF2-40B4-BE49-F238E27FC236}">
                <a16:creationId xmlns:a16="http://schemas.microsoft.com/office/drawing/2014/main" id="{8E76E235-F34B-5867-3FD5-8F81BBA64409}"/>
              </a:ext>
            </a:extLst>
          </p:cNvPr>
          <p:cNvCxnSpPr>
            <a:cxnSpLocks/>
          </p:cNvCxnSpPr>
          <p:nvPr/>
        </p:nvCxnSpPr>
        <p:spPr>
          <a:xfrm>
            <a:off x="8176075" y="4888419"/>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Connecteur droit avec flèche 71">
            <a:extLst>
              <a:ext uri="{FF2B5EF4-FFF2-40B4-BE49-F238E27FC236}">
                <a16:creationId xmlns:a16="http://schemas.microsoft.com/office/drawing/2014/main" id="{33F35CBA-E4A2-279A-4604-653611A9D612}"/>
              </a:ext>
            </a:extLst>
          </p:cNvPr>
          <p:cNvCxnSpPr>
            <a:cxnSpLocks/>
          </p:cNvCxnSpPr>
          <p:nvPr/>
        </p:nvCxnSpPr>
        <p:spPr>
          <a:xfrm>
            <a:off x="8176075" y="5642980"/>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351B4CA0-1C54-5BBE-FEEF-E2B384438AD8}"/>
              </a:ext>
            </a:extLst>
          </p:cNvPr>
          <p:cNvCxnSpPr>
            <a:cxnSpLocks/>
          </p:cNvCxnSpPr>
          <p:nvPr/>
        </p:nvCxnSpPr>
        <p:spPr>
          <a:xfrm>
            <a:off x="1215251" y="3422403"/>
            <a:ext cx="1182276" cy="0"/>
          </a:xfrm>
          <a:prstGeom prst="straightConnector1">
            <a:avLst/>
          </a:prstGeom>
          <a:ln>
            <a:solidFill>
              <a:srgbClr val="007EB9"/>
            </a:solidFill>
            <a:tailEnd type="triangle"/>
          </a:ln>
        </p:spPr>
        <p:style>
          <a:lnRef idx="1">
            <a:schemeClr val="accent1"/>
          </a:lnRef>
          <a:fillRef idx="0">
            <a:schemeClr val="accent1"/>
          </a:fillRef>
          <a:effectRef idx="0">
            <a:schemeClr val="accent1"/>
          </a:effectRef>
          <a:fontRef idx="minor">
            <a:schemeClr val="tx1"/>
          </a:fontRef>
        </p:style>
      </p:cxnSp>
      <p:sp>
        <p:nvSpPr>
          <p:cNvPr id="3" name="Espace réservé du texte 13">
            <a:extLst>
              <a:ext uri="{FF2B5EF4-FFF2-40B4-BE49-F238E27FC236}">
                <a16:creationId xmlns:a16="http://schemas.microsoft.com/office/drawing/2014/main" id="{16396D75-6414-57EB-6FAE-FF9FB2A7874A}"/>
              </a:ext>
            </a:extLst>
          </p:cNvPr>
          <p:cNvSpPr>
            <a:spLocks noGrp="1"/>
          </p:cNvSpPr>
          <p:nvPr>
            <p:ph type="body" sz="quarter" idx="35"/>
          </p:nvPr>
        </p:nvSpPr>
        <p:spPr>
          <a:xfrm>
            <a:off x="338138" y="922338"/>
            <a:ext cx="11433175" cy="274637"/>
          </a:xfrm>
        </p:spPr>
        <p:txBody>
          <a:bodyPr/>
          <a:lstStyle/>
          <a:p>
            <a:pPr>
              <a:lnSpc>
                <a:spcPct val="100000"/>
              </a:lnSpc>
              <a:spcBef>
                <a:spcPts val="0"/>
              </a:spcBef>
            </a:pPr>
            <a:r>
              <a:rPr lang="fr-FR" dirty="0"/>
              <a:t>Exemple 1: Notification de création et mise à jour </a:t>
            </a:r>
          </a:p>
          <a:p>
            <a:pPr>
              <a:lnSpc>
                <a:spcPct val="100000"/>
              </a:lnSpc>
              <a:spcBef>
                <a:spcPts val="0"/>
              </a:spcBef>
            </a:pPr>
            <a:r>
              <a:rPr lang="fr-FR" dirty="0"/>
              <a:t>des commandes en asynchrone</a:t>
            </a:r>
          </a:p>
        </p:txBody>
      </p:sp>
      <p:sp>
        <p:nvSpPr>
          <p:cNvPr id="6" name="Rectangle : coins arrondis 5">
            <a:extLst>
              <a:ext uri="{FF2B5EF4-FFF2-40B4-BE49-F238E27FC236}">
                <a16:creationId xmlns:a16="http://schemas.microsoft.com/office/drawing/2014/main" id="{0DDAC9D4-319C-237A-575E-A11615A0D521}"/>
              </a:ext>
            </a:extLst>
          </p:cNvPr>
          <p:cNvSpPr/>
          <p:nvPr/>
        </p:nvSpPr>
        <p:spPr>
          <a:xfrm>
            <a:off x="9348028" y="4604756"/>
            <a:ext cx="1057257" cy="567325"/>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Pub/</a:t>
            </a:r>
            <a:r>
              <a:rPr lang="fr-FR" sz="1400" err="1">
                <a:solidFill>
                  <a:schemeClr val="tx1"/>
                </a:solidFill>
              </a:rPr>
              <a:t>Sub</a:t>
            </a:r>
            <a:endParaRPr lang="fr-FR" sz="1400">
              <a:solidFill>
                <a:schemeClr val="tx1"/>
              </a:solidFill>
            </a:endParaRPr>
          </a:p>
        </p:txBody>
      </p:sp>
    </p:spTree>
    <p:extLst>
      <p:ext uri="{BB962C8B-B14F-4D97-AF65-F5344CB8AC3E}">
        <p14:creationId xmlns:p14="http://schemas.microsoft.com/office/powerpoint/2010/main" val="31923819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mph" presetSubtype="0" fill="hold" grpId="0" nodeType="withEffect">
                                  <p:stCondLst>
                                    <p:cond delay="0"/>
                                  </p:stCondLst>
                                  <p:childTnLst>
                                    <p:animClr clrSpc="hsl" dir="cw">
                                      <p:cBhvr override="childStyle">
                                        <p:cTn id="6" dur="500" fill="hold"/>
                                        <p:tgtEl>
                                          <p:spTgt spid="55"/>
                                        </p:tgtEl>
                                        <p:attrNameLst>
                                          <p:attrName>style.color</p:attrName>
                                        </p:attrNameLst>
                                      </p:cBhvr>
                                      <p:by>
                                        <p:hsl h="7200000" s="0" l="0"/>
                                      </p:by>
                                    </p:animClr>
                                    <p:animClr clrSpc="hsl" dir="cw">
                                      <p:cBhvr>
                                        <p:cTn id="7" dur="500" fill="hold"/>
                                        <p:tgtEl>
                                          <p:spTgt spid="55"/>
                                        </p:tgtEl>
                                        <p:attrNameLst>
                                          <p:attrName>fillcolor</p:attrName>
                                        </p:attrNameLst>
                                      </p:cBhvr>
                                      <p:by>
                                        <p:hsl h="7200000" s="0" l="0"/>
                                      </p:by>
                                    </p:animClr>
                                    <p:animClr clrSpc="hsl" dir="cw">
                                      <p:cBhvr>
                                        <p:cTn id="8" dur="500" fill="hold"/>
                                        <p:tgtEl>
                                          <p:spTgt spid="55"/>
                                        </p:tgtEl>
                                        <p:attrNameLst>
                                          <p:attrName>stroke.color</p:attrName>
                                        </p:attrNameLst>
                                      </p:cBhvr>
                                      <p:by>
                                        <p:hsl h="7200000" s="0" l="0"/>
                                      </p:by>
                                    </p:animClr>
                                    <p:set>
                                      <p:cBhvr>
                                        <p:cTn id="9" dur="500" fill="hold"/>
                                        <p:tgtEl>
                                          <p:spTgt spid="55"/>
                                        </p:tgtEl>
                                        <p:attrNameLst>
                                          <p:attrName>fill.type</p:attrName>
                                        </p:attrNameLst>
                                      </p:cBhvr>
                                      <p:to>
                                        <p:strVal val="solid"/>
                                      </p:to>
                                    </p:set>
                                  </p:childTnLst>
                                  <p:subTnLst>
                                    <p:animClr clrSpc="rgb" dir="cw">
                                      <p:cBhvr override="childStyle">
                                        <p:cTn dur="1" fill="hold" display="0" masterRel="nextClick" afterEffect="1"/>
                                        <p:tgtEl>
                                          <p:spTgt spid="55"/>
                                        </p:tgtEl>
                                        <p:attrNameLst>
                                          <p:attrName>ppt_c</p:attrName>
                                        </p:attrNameLst>
                                      </p:cBhvr>
                                      <p:to>
                                        <a:srgbClr val="007EB9"/>
                                      </p:to>
                                    </p:animClr>
                                  </p:subTnLst>
                                </p:cTn>
                              </p:par>
                              <p:par>
                                <p:cTn id="10" presetID="19" presetClass="emph" presetSubtype="0" fill="hold" nodeType="withEffect">
                                  <p:stCondLst>
                                    <p:cond delay="0"/>
                                  </p:stCondLst>
                                  <p:childTnLst>
                                    <p:animClr clrSpc="rgb" dir="cw">
                                      <p:cBhvr override="childStyle">
                                        <p:cTn id="11" dur="500" fill="hold"/>
                                        <p:tgtEl>
                                          <p:spTgt spid="49"/>
                                        </p:tgtEl>
                                        <p:attrNameLst>
                                          <p:attrName>style.color</p:attrName>
                                        </p:attrNameLst>
                                      </p:cBhvr>
                                      <p:to>
                                        <a:schemeClr val="accent2"/>
                                      </p:to>
                                    </p:animClr>
                                    <p:animClr clrSpc="rgb" dir="cw">
                                      <p:cBhvr>
                                        <p:cTn id="12" dur="500" fill="hold"/>
                                        <p:tgtEl>
                                          <p:spTgt spid="49"/>
                                        </p:tgtEl>
                                        <p:attrNameLst>
                                          <p:attrName>fillcolor</p:attrName>
                                        </p:attrNameLst>
                                      </p:cBhvr>
                                      <p:to>
                                        <a:schemeClr val="accent2"/>
                                      </p:to>
                                    </p:animClr>
                                    <p:set>
                                      <p:cBhvr>
                                        <p:cTn id="13" dur="500" fill="hold"/>
                                        <p:tgtEl>
                                          <p:spTgt spid="49"/>
                                        </p:tgtEl>
                                        <p:attrNameLst>
                                          <p:attrName>fill.type</p:attrName>
                                        </p:attrNameLst>
                                      </p:cBhvr>
                                      <p:to>
                                        <p:strVal val="solid"/>
                                      </p:to>
                                    </p:set>
                                    <p:set>
                                      <p:cBhvr>
                                        <p:cTn id="14" dur="500" fill="hold"/>
                                        <p:tgtEl>
                                          <p:spTgt spid="49"/>
                                        </p:tgtEl>
                                        <p:attrNameLst>
                                          <p:attrName>fill.on</p:attrName>
                                        </p:attrNameLst>
                                      </p:cBhvr>
                                      <p:to>
                                        <p:strVal val="true"/>
                                      </p:to>
                                    </p:set>
                                  </p:childTnLst>
                                  <p:subTnLst>
                                    <p:animClr clrSpc="rgb" dir="cw">
                                      <p:cBhvr override="childStyle">
                                        <p:cTn dur="1" fill="hold" display="0" masterRel="nextClick" afterEffect="1"/>
                                        <p:tgtEl>
                                          <p:spTgt spid="49"/>
                                        </p:tgtEl>
                                        <p:attrNameLst>
                                          <p:attrName>ppt_c</p:attrName>
                                        </p:attrNameLst>
                                      </p:cBhvr>
                                      <p:to>
                                        <a:srgbClr val="007EB9"/>
                                      </p:to>
                                    </p:animClr>
                                  </p:subTnLst>
                                </p:cTn>
                              </p:par>
                            </p:childTnLst>
                          </p:cTn>
                        </p:par>
                      </p:childTnLst>
                    </p:cTn>
                  </p:par>
                  <p:par>
                    <p:cTn id="15" fill="hold">
                      <p:stCondLst>
                        <p:cond delay="indefinite"/>
                      </p:stCondLst>
                      <p:childTnLst>
                        <p:par>
                          <p:cTn id="16" fill="hold">
                            <p:stCondLst>
                              <p:cond delay="0"/>
                            </p:stCondLst>
                            <p:childTnLst>
                              <p:par>
                                <p:cTn id="17" presetID="21" presetClass="emph" presetSubtype="0" fill="hold" grpId="0" nodeType="clickEffect">
                                  <p:stCondLst>
                                    <p:cond delay="0"/>
                                  </p:stCondLst>
                                  <p:childTnLst>
                                    <p:animClr clrSpc="hsl" dir="cw">
                                      <p:cBhvr override="childStyle">
                                        <p:cTn id="18" dur="500" fill="hold"/>
                                        <p:tgtEl>
                                          <p:spTgt spid="57"/>
                                        </p:tgtEl>
                                        <p:attrNameLst>
                                          <p:attrName>style.color</p:attrName>
                                        </p:attrNameLst>
                                      </p:cBhvr>
                                      <p:by>
                                        <p:hsl h="7200000" s="0" l="0"/>
                                      </p:by>
                                    </p:animClr>
                                    <p:animClr clrSpc="hsl" dir="cw">
                                      <p:cBhvr>
                                        <p:cTn id="19" dur="500" fill="hold"/>
                                        <p:tgtEl>
                                          <p:spTgt spid="57"/>
                                        </p:tgtEl>
                                        <p:attrNameLst>
                                          <p:attrName>fillcolor</p:attrName>
                                        </p:attrNameLst>
                                      </p:cBhvr>
                                      <p:by>
                                        <p:hsl h="7200000" s="0" l="0"/>
                                      </p:by>
                                    </p:animClr>
                                    <p:animClr clrSpc="hsl" dir="cw">
                                      <p:cBhvr>
                                        <p:cTn id="20" dur="500" fill="hold"/>
                                        <p:tgtEl>
                                          <p:spTgt spid="57"/>
                                        </p:tgtEl>
                                        <p:attrNameLst>
                                          <p:attrName>stroke.color</p:attrName>
                                        </p:attrNameLst>
                                      </p:cBhvr>
                                      <p:by>
                                        <p:hsl h="7200000" s="0" l="0"/>
                                      </p:by>
                                    </p:animClr>
                                    <p:set>
                                      <p:cBhvr>
                                        <p:cTn id="21" dur="500" fill="hold"/>
                                        <p:tgtEl>
                                          <p:spTgt spid="57"/>
                                        </p:tgtEl>
                                        <p:attrNameLst>
                                          <p:attrName>fill.type</p:attrName>
                                        </p:attrNameLst>
                                      </p:cBhvr>
                                      <p:to>
                                        <p:strVal val="solid"/>
                                      </p:to>
                                    </p:set>
                                  </p:childTnLst>
                                  <p:subTnLst>
                                    <p:animClr clrSpc="rgb" dir="cw">
                                      <p:cBhvr override="childStyle">
                                        <p:cTn dur="1" fill="hold" display="0" masterRel="nextClick" afterEffect="1"/>
                                        <p:tgtEl>
                                          <p:spTgt spid="57"/>
                                        </p:tgtEl>
                                        <p:attrNameLst>
                                          <p:attrName>ppt_c</p:attrName>
                                        </p:attrNameLst>
                                      </p:cBhvr>
                                      <p:to>
                                        <a:srgbClr val="007EB9"/>
                                      </p:to>
                                    </p:animClr>
                                  </p:subTnLst>
                                </p:cTn>
                              </p:par>
                              <p:par>
                                <p:cTn id="22" presetID="19" presetClass="emph" presetSubtype="0" fill="hold" nodeType="withEffect">
                                  <p:stCondLst>
                                    <p:cond delay="0"/>
                                  </p:stCondLst>
                                  <p:childTnLst>
                                    <p:animClr clrSpc="rgb" dir="cw">
                                      <p:cBhvr override="childStyle">
                                        <p:cTn id="23" dur="500" fill="hold"/>
                                        <p:tgtEl>
                                          <p:spTgt spid="51"/>
                                        </p:tgtEl>
                                        <p:attrNameLst>
                                          <p:attrName>style.color</p:attrName>
                                        </p:attrNameLst>
                                      </p:cBhvr>
                                      <p:to>
                                        <a:schemeClr val="accent2"/>
                                      </p:to>
                                    </p:animClr>
                                    <p:animClr clrSpc="rgb" dir="cw">
                                      <p:cBhvr>
                                        <p:cTn id="24" dur="500" fill="hold"/>
                                        <p:tgtEl>
                                          <p:spTgt spid="51"/>
                                        </p:tgtEl>
                                        <p:attrNameLst>
                                          <p:attrName>fillcolor</p:attrName>
                                        </p:attrNameLst>
                                      </p:cBhvr>
                                      <p:to>
                                        <a:schemeClr val="accent2"/>
                                      </p:to>
                                    </p:animClr>
                                    <p:set>
                                      <p:cBhvr>
                                        <p:cTn id="25" dur="500" fill="hold"/>
                                        <p:tgtEl>
                                          <p:spTgt spid="51"/>
                                        </p:tgtEl>
                                        <p:attrNameLst>
                                          <p:attrName>fill.type</p:attrName>
                                        </p:attrNameLst>
                                      </p:cBhvr>
                                      <p:to>
                                        <p:strVal val="solid"/>
                                      </p:to>
                                    </p:set>
                                    <p:set>
                                      <p:cBhvr>
                                        <p:cTn id="26" dur="500" fill="hold"/>
                                        <p:tgtEl>
                                          <p:spTgt spid="51"/>
                                        </p:tgtEl>
                                        <p:attrNameLst>
                                          <p:attrName>fill.on</p:attrName>
                                        </p:attrNameLst>
                                      </p:cBhvr>
                                      <p:to>
                                        <p:strVal val="true"/>
                                      </p:to>
                                    </p:set>
                                  </p:childTnLst>
                                  <p:subTnLst>
                                    <p:animClr clrSpc="rgb" dir="cw">
                                      <p:cBhvr override="childStyle">
                                        <p:cTn dur="1" fill="hold" display="0" masterRel="nextClick" afterEffect="1"/>
                                        <p:tgtEl>
                                          <p:spTgt spid="51"/>
                                        </p:tgtEl>
                                        <p:attrNameLst>
                                          <p:attrName>ppt_c</p:attrName>
                                        </p:attrNameLst>
                                      </p:cBhvr>
                                      <p:to>
                                        <a:srgbClr val="007EB9"/>
                                      </p:to>
                                    </p:animClr>
                                  </p:subTnLst>
                                </p:cTn>
                              </p:par>
                            </p:childTnLst>
                          </p:cTn>
                        </p:par>
                      </p:childTnLst>
                    </p:cTn>
                  </p:par>
                  <p:par>
                    <p:cTn id="27" fill="hold">
                      <p:stCondLst>
                        <p:cond delay="indefinite"/>
                      </p:stCondLst>
                      <p:childTnLst>
                        <p:par>
                          <p:cTn id="28" fill="hold">
                            <p:stCondLst>
                              <p:cond delay="0"/>
                            </p:stCondLst>
                            <p:childTnLst>
                              <p:par>
                                <p:cTn id="29" presetID="21" presetClass="emph" presetSubtype="0" fill="hold" grpId="0" nodeType="clickEffect">
                                  <p:stCondLst>
                                    <p:cond delay="0"/>
                                  </p:stCondLst>
                                  <p:childTnLst>
                                    <p:animClr clrSpc="hsl" dir="cw">
                                      <p:cBhvr override="childStyle">
                                        <p:cTn id="30" dur="500" fill="hold"/>
                                        <p:tgtEl>
                                          <p:spTgt spid="59"/>
                                        </p:tgtEl>
                                        <p:attrNameLst>
                                          <p:attrName>style.color</p:attrName>
                                        </p:attrNameLst>
                                      </p:cBhvr>
                                      <p:by>
                                        <p:hsl h="7200000" s="0" l="0"/>
                                      </p:by>
                                    </p:animClr>
                                    <p:animClr clrSpc="hsl" dir="cw">
                                      <p:cBhvr>
                                        <p:cTn id="31" dur="500" fill="hold"/>
                                        <p:tgtEl>
                                          <p:spTgt spid="59"/>
                                        </p:tgtEl>
                                        <p:attrNameLst>
                                          <p:attrName>fillcolor</p:attrName>
                                        </p:attrNameLst>
                                      </p:cBhvr>
                                      <p:by>
                                        <p:hsl h="7200000" s="0" l="0"/>
                                      </p:by>
                                    </p:animClr>
                                    <p:animClr clrSpc="hsl" dir="cw">
                                      <p:cBhvr>
                                        <p:cTn id="32" dur="500" fill="hold"/>
                                        <p:tgtEl>
                                          <p:spTgt spid="59"/>
                                        </p:tgtEl>
                                        <p:attrNameLst>
                                          <p:attrName>stroke.color</p:attrName>
                                        </p:attrNameLst>
                                      </p:cBhvr>
                                      <p:by>
                                        <p:hsl h="7200000" s="0" l="0"/>
                                      </p:by>
                                    </p:animClr>
                                    <p:set>
                                      <p:cBhvr>
                                        <p:cTn id="33" dur="500" fill="hold"/>
                                        <p:tgtEl>
                                          <p:spTgt spid="59"/>
                                        </p:tgtEl>
                                        <p:attrNameLst>
                                          <p:attrName>fill.type</p:attrName>
                                        </p:attrNameLst>
                                      </p:cBhvr>
                                      <p:to>
                                        <p:strVal val="solid"/>
                                      </p:to>
                                    </p:set>
                                  </p:childTnLst>
                                  <p:subTnLst>
                                    <p:animClr clrSpc="rgb" dir="cw">
                                      <p:cBhvr override="childStyle">
                                        <p:cTn dur="1" fill="hold" display="0" masterRel="nextClick" afterEffect="1"/>
                                        <p:tgtEl>
                                          <p:spTgt spid="59"/>
                                        </p:tgtEl>
                                        <p:attrNameLst>
                                          <p:attrName>ppt_c</p:attrName>
                                        </p:attrNameLst>
                                      </p:cBhvr>
                                      <p:to>
                                        <a:srgbClr val="007EB9"/>
                                      </p:to>
                                    </p:animClr>
                                  </p:subTnLst>
                                </p:cTn>
                              </p:par>
                              <p:par>
                                <p:cTn id="34" presetID="19" presetClass="emph" presetSubtype="0" fill="hold" nodeType="withEffect">
                                  <p:stCondLst>
                                    <p:cond delay="0"/>
                                  </p:stCondLst>
                                  <p:childTnLst>
                                    <p:animClr clrSpc="rgb" dir="cw">
                                      <p:cBhvr override="childStyle">
                                        <p:cTn id="35" dur="500" fill="hold"/>
                                        <p:tgtEl>
                                          <p:spTgt spid="53"/>
                                        </p:tgtEl>
                                        <p:attrNameLst>
                                          <p:attrName>style.color</p:attrName>
                                        </p:attrNameLst>
                                      </p:cBhvr>
                                      <p:to>
                                        <a:schemeClr val="accent2"/>
                                      </p:to>
                                    </p:animClr>
                                    <p:animClr clrSpc="rgb" dir="cw">
                                      <p:cBhvr>
                                        <p:cTn id="36" dur="500" fill="hold"/>
                                        <p:tgtEl>
                                          <p:spTgt spid="53"/>
                                        </p:tgtEl>
                                        <p:attrNameLst>
                                          <p:attrName>fillcolor</p:attrName>
                                        </p:attrNameLst>
                                      </p:cBhvr>
                                      <p:to>
                                        <a:schemeClr val="accent2"/>
                                      </p:to>
                                    </p:animClr>
                                    <p:set>
                                      <p:cBhvr>
                                        <p:cTn id="37" dur="500" fill="hold"/>
                                        <p:tgtEl>
                                          <p:spTgt spid="53"/>
                                        </p:tgtEl>
                                        <p:attrNameLst>
                                          <p:attrName>fill.type</p:attrName>
                                        </p:attrNameLst>
                                      </p:cBhvr>
                                      <p:to>
                                        <p:strVal val="solid"/>
                                      </p:to>
                                    </p:set>
                                    <p:set>
                                      <p:cBhvr>
                                        <p:cTn id="38" dur="500" fill="hold"/>
                                        <p:tgtEl>
                                          <p:spTgt spid="53"/>
                                        </p:tgtEl>
                                        <p:attrNameLst>
                                          <p:attrName>fill.on</p:attrName>
                                        </p:attrNameLst>
                                      </p:cBhvr>
                                      <p:to>
                                        <p:strVal val="true"/>
                                      </p:to>
                                    </p:set>
                                  </p:childTnLst>
                                  <p:subTnLst>
                                    <p:animClr clrSpc="rgb" dir="cw">
                                      <p:cBhvr override="childStyle">
                                        <p:cTn dur="1" fill="hold" display="0" masterRel="nextClick" afterEffect="1"/>
                                        <p:tgtEl>
                                          <p:spTgt spid="53"/>
                                        </p:tgtEl>
                                        <p:attrNameLst>
                                          <p:attrName>ppt_c</p:attrName>
                                        </p:attrNameLst>
                                      </p:cBhvr>
                                      <p:to>
                                        <a:srgbClr val="007EB9"/>
                                      </p:to>
                                    </p:animClr>
                                  </p:subTnLst>
                                </p:cTn>
                              </p:par>
                            </p:childTnLst>
                          </p:cTn>
                        </p:par>
                      </p:childTnLst>
                    </p:cTn>
                  </p:par>
                  <p:par>
                    <p:cTn id="39" fill="hold">
                      <p:stCondLst>
                        <p:cond delay="indefinite"/>
                      </p:stCondLst>
                      <p:childTnLst>
                        <p:par>
                          <p:cTn id="40" fill="hold">
                            <p:stCondLst>
                              <p:cond delay="0"/>
                            </p:stCondLst>
                            <p:childTnLst>
                              <p:par>
                                <p:cTn id="41" presetID="21" presetClass="emph" presetSubtype="0" fill="hold" grpId="0" nodeType="clickEffect">
                                  <p:stCondLst>
                                    <p:cond delay="0"/>
                                  </p:stCondLst>
                                  <p:childTnLst>
                                    <p:animClr clrSpc="hsl" dir="cw">
                                      <p:cBhvr override="childStyle">
                                        <p:cTn id="42" dur="500" fill="hold"/>
                                        <p:tgtEl>
                                          <p:spTgt spid="66"/>
                                        </p:tgtEl>
                                        <p:attrNameLst>
                                          <p:attrName>style.color</p:attrName>
                                        </p:attrNameLst>
                                      </p:cBhvr>
                                      <p:by>
                                        <p:hsl h="7200000" s="0" l="0"/>
                                      </p:by>
                                    </p:animClr>
                                    <p:animClr clrSpc="hsl" dir="cw">
                                      <p:cBhvr>
                                        <p:cTn id="43" dur="500" fill="hold"/>
                                        <p:tgtEl>
                                          <p:spTgt spid="66"/>
                                        </p:tgtEl>
                                        <p:attrNameLst>
                                          <p:attrName>fillcolor</p:attrName>
                                        </p:attrNameLst>
                                      </p:cBhvr>
                                      <p:by>
                                        <p:hsl h="7200000" s="0" l="0"/>
                                      </p:by>
                                    </p:animClr>
                                    <p:animClr clrSpc="hsl" dir="cw">
                                      <p:cBhvr>
                                        <p:cTn id="44" dur="500" fill="hold"/>
                                        <p:tgtEl>
                                          <p:spTgt spid="66"/>
                                        </p:tgtEl>
                                        <p:attrNameLst>
                                          <p:attrName>stroke.color</p:attrName>
                                        </p:attrNameLst>
                                      </p:cBhvr>
                                      <p:by>
                                        <p:hsl h="7200000" s="0" l="0"/>
                                      </p:by>
                                    </p:animClr>
                                    <p:set>
                                      <p:cBhvr>
                                        <p:cTn id="45" dur="500" fill="hold"/>
                                        <p:tgtEl>
                                          <p:spTgt spid="66"/>
                                        </p:tgtEl>
                                        <p:attrNameLst>
                                          <p:attrName>fill.type</p:attrName>
                                        </p:attrNameLst>
                                      </p:cBhvr>
                                      <p:to>
                                        <p:strVal val="solid"/>
                                      </p:to>
                                    </p:set>
                                  </p:childTnLst>
                                  <p:subTnLst>
                                    <p:animClr clrSpc="rgb" dir="cw">
                                      <p:cBhvr override="childStyle">
                                        <p:cTn dur="1" fill="hold" display="0" masterRel="nextClick" afterEffect="1"/>
                                        <p:tgtEl>
                                          <p:spTgt spid="66"/>
                                        </p:tgtEl>
                                        <p:attrNameLst>
                                          <p:attrName>ppt_c</p:attrName>
                                        </p:attrNameLst>
                                      </p:cBhvr>
                                      <p:to>
                                        <a:srgbClr val="007EB9"/>
                                      </p:to>
                                    </p:animClr>
                                  </p:subTnLst>
                                </p:cTn>
                              </p:par>
                              <p:par>
                                <p:cTn id="46" presetID="19" presetClass="emph" presetSubtype="0" fill="hold" nodeType="withEffect">
                                  <p:stCondLst>
                                    <p:cond delay="0"/>
                                  </p:stCondLst>
                                  <p:childTnLst>
                                    <p:animClr clrSpc="rgb" dir="cw">
                                      <p:cBhvr override="childStyle">
                                        <p:cTn id="47" dur="500" fill="hold"/>
                                        <p:tgtEl>
                                          <p:spTgt spid="71"/>
                                        </p:tgtEl>
                                        <p:attrNameLst>
                                          <p:attrName>style.color</p:attrName>
                                        </p:attrNameLst>
                                      </p:cBhvr>
                                      <p:to>
                                        <a:schemeClr val="accent2"/>
                                      </p:to>
                                    </p:animClr>
                                    <p:animClr clrSpc="rgb" dir="cw">
                                      <p:cBhvr>
                                        <p:cTn id="48" dur="500" fill="hold"/>
                                        <p:tgtEl>
                                          <p:spTgt spid="71"/>
                                        </p:tgtEl>
                                        <p:attrNameLst>
                                          <p:attrName>fillcolor</p:attrName>
                                        </p:attrNameLst>
                                      </p:cBhvr>
                                      <p:to>
                                        <a:schemeClr val="accent2"/>
                                      </p:to>
                                    </p:animClr>
                                    <p:set>
                                      <p:cBhvr>
                                        <p:cTn id="49" dur="500" fill="hold"/>
                                        <p:tgtEl>
                                          <p:spTgt spid="71"/>
                                        </p:tgtEl>
                                        <p:attrNameLst>
                                          <p:attrName>fill.type</p:attrName>
                                        </p:attrNameLst>
                                      </p:cBhvr>
                                      <p:to>
                                        <p:strVal val="solid"/>
                                      </p:to>
                                    </p:set>
                                    <p:set>
                                      <p:cBhvr>
                                        <p:cTn id="50" dur="500" fill="hold"/>
                                        <p:tgtEl>
                                          <p:spTgt spid="71"/>
                                        </p:tgtEl>
                                        <p:attrNameLst>
                                          <p:attrName>fill.on</p:attrName>
                                        </p:attrNameLst>
                                      </p:cBhvr>
                                      <p:to>
                                        <p:strVal val="true"/>
                                      </p:to>
                                    </p:set>
                                  </p:childTnLst>
                                  <p:subTnLst>
                                    <p:animClr clrSpc="rgb" dir="cw">
                                      <p:cBhvr override="childStyle">
                                        <p:cTn dur="1" fill="hold" display="0" masterRel="nextClick" afterEffect="1"/>
                                        <p:tgtEl>
                                          <p:spTgt spid="71"/>
                                        </p:tgtEl>
                                        <p:attrNameLst>
                                          <p:attrName>ppt_c</p:attrName>
                                        </p:attrNameLst>
                                      </p:cBhvr>
                                      <p:to>
                                        <a:srgbClr val="007EB9"/>
                                      </p:to>
                                    </p:animClr>
                                  </p:sub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wipe(left)">
                                      <p:cBhvr>
                                        <p:cTn id="5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7" grpId="0"/>
      <p:bldP spid="59" grpId="0"/>
      <p:bldP spid="66" grpId="0"/>
      <p:bldP spid="6"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5E293FD7-57F3-4FB4-1B78-2D1A458D8D53}"/>
              </a:ext>
            </a:extLst>
          </p:cNvPr>
          <p:cNvSpPr>
            <a:spLocks noGrp="1"/>
          </p:cNvSpPr>
          <p:nvPr>
            <p:ph type="body" sz="quarter" idx="10"/>
          </p:nvPr>
        </p:nvSpPr>
        <p:spPr/>
        <p:txBody>
          <a:bodyPr/>
          <a:lstStyle/>
          <a:p>
            <a:r>
              <a:rPr lang="fr-FR" dirty="0"/>
              <a:t>ARBRES DE DECISION – VISION PRODUCTEUR</a:t>
            </a:r>
          </a:p>
        </p:txBody>
      </p:sp>
      <p:sp>
        <p:nvSpPr>
          <p:cNvPr id="43" name="Rectangle 42">
            <a:extLst>
              <a:ext uri="{FF2B5EF4-FFF2-40B4-BE49-F238E27FC236}">
                <a16:creationId xmlns:a16="http://schemas.microsoft.com/office/drawing/2014/main" id="{69B7D72F-6220-6F43-CD32-C687305C6337}"/>
              </a:ext>
            </a:extLst>
          </p:cNvPr>
          <p:cNvSpPr/>
          <p:nvPr/>
        </p:nvSpPr>
        <p:spPr>
          <a:xfrm>
            <a:off x="7828518" y="704604"/>
            <a:ext cx="330678" cy="2705100"/>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S</a:t>
            </a:r>
          </a:p>
          <a:p>
            <a:pPr algn="ctr"/>
            <a:r>
              <a:rPr lang="fr-FR" sz="1400" dirty="0">
                <a:solidFill>
                  <a:sysClr val="windowText" lastClr="000000"/>
                </a:solidFill>
              </a:rPr>
              <a:t>T</a:t>
            </a:r>
          </a:p>
          <a:p>
            <a:pPr algn="ctr"/>
            <a:r>
              <a:rPr lang="fr-FR" sz="1400" dirty="0">
                <a:solidFill>
                  <a:sysClr val="windowText" lastClr="000000"/>
                </a:solidFill>
              </a:rPr>
              <a:t>A</a:t>
            </a:r>
          </a:p>
          <a:p>
            <a:pPr algn="ctr"/>
            <a:r>
              <a:rPr lang="fr-FR" sz="1400" dirty="0">
                <a:solidFill>
                  <a:sysClr val="windowText" lastClr="000000"/>
                </a:solidFill>
              </a:rPr>
              <a:t>N</a:t>
            </a:r>
          </a:p>
          <a:p>
            <a:pPr algn="ctr"/>
            <a:r>
              <a:rPr lang="fr-FR" sz="1400" dirty="0">
                <a:solidFill>
                  <a:sysClr val="windowText" lastClr="000000"/>
                </a:solidFill>
              </a:rPr>
              <a:t>D</a:t>
            </a:r>
          </a:p>
          <a:p>
            <a:pPr algn="ctr"/>
            <a:r>
              <a:rPr lang="fr-FR" sz="1400" dirty="0">
                <a:solidFill>
                  <a:sysClr val="windowText" lastClr="000000"/>
                </a:solidFill>
              </a:rPr>
              <a:t>A</a:t>
            </a:r>
          </a:p>
          <a:p>
            <a:pPr algn="ctr"/>
            <a:r>
              <a:rPr lang="fr-FR" sz="1400" dirty="0">
                <a:solidFill>
                  <a:sysClr val="windowText" lastClr="000000"/>
                </a:solidFill>
              </a:rPr>
              <a:t>R</a:t>
            </a:r>
          </a:p>
          <a:p>
            <a:pPr algn="ctr"/>
            <a:r>
              <a:rPr lang="fr-FR" sz="1400" dirty="0">
                <a:solidFill>
                  <a:sysClr val="windowText" lastClr="000000"/>
                </a:solidFill>
              </a:rPr>
              <a:t>D</a:t>
            </a:r>
            <a:endParaRPr lang="fr-FR" dirty="0">
              <a:solidFill>
                <a:sysClr val="windowText" lastClr="000000"/>
              </a:solidFill>
            </a:endParaRPr>
          </a:p>
        </p:txBody>
      </p:sp>
      <p:sp>
        <p:nvSpPr>
          <p:cNvPr id="44" name="Rectangle 43">
            <a:extLst>
              <a:ext uri="{FF2B5EF4-FFF2-40B4-BE49-F238E27FC236}">
                <a16:creationId xmlns:a16="http://schemas.microsoft.com/office/drawing/2014/main" id="{163F7AAD-25B4-538A-82DE-79B43C659516}"/>
              </a:ext>
            </a:extLst>
          </p:cNvPr>
          <p:cNvSpPr/>
          <p:nvPr/>
        </p:nvSpPr>
        <p:spPr>
          <a:xfrm>
            <a:off x="7828518" y="3471241"/>
            <a:ext cx="330678" cy="2705100"/>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C</a:t>
            </a:r>
          </a:p>
          <a:p>
            <a:pPr algn="ctr"/>
            <a:r>
              <a:rPr lang="fr-FR" sz="1400" dirty="0">
                <a:solidFill>
                  <a:sysClr val="windowText" lastClr="000000"/>
                </a:solidFill>
              </a:rPr>
              <a:t>O</a:t>
            </a:r>
          </a:p>
          <a:p>
            <a:pPr algn="ctr"/>
            <a:r>
              <a:rPr lang="fr-FR" sz="1400" dirty="0">
                <a:solidFill>
                  <a:sysClr val="windowText" lastClr="000000"/>
                </a:solidFill>
              </a:rPr>
              <a:t>N</a:t>
            </a:r>
          </a:p>
          <a:p>
            <a:pPr algn="ctr"/>
            <a:r>
              <a:rPr lang="fr-FR" sz="1400" dirty="0">
                <a:solidFill>
                  <a:sysClr val="windowText" lastClr="000000"/>
                </a:solidFill>
              </a:rPr>
              <a:t>N</a:t>
            </a:r>
          </a:p>
          <a:p>
            <a:pPr algn="ctr"/>
            <a:r>
              <a:rPr lang="fr-FR" sz="1400" dirty="0">
                <a:solidFill>
                  <a:sysClr val="windowText" lastClr="000000"/>
                </a:solidFill>
              </a:rPr>
              <a:t>E</a:t>
            </a:r>
          </a:p>
          <a:p>
            <a:pPr algn="ctr"/>
            <a:r>
              <a:rPr lang="fr-FR" sz="1400" dirty="0">
                <a:solidFill>
                  <a:sysClr val="windowText" lastClr="000000"/>
                </a:solidFill>
              </a:rPr>
              <a:t>C</a:t>
            </a:r>
          </a:p>
          <a:p>
            <a:pPr algn="ctr"/>
            <a:r>
              <a:rPr lang="fr-FR" sz="1400" dirty="0">
                <a:solidFill>
                  <a:sysClr val="windowText" lastClr="000000"/>
                </a:solidFill>
              </a:rPr>
              <a:t>T</a:t>
            </a:r>
          </a:p>
          <a:p>
            <a:pPr algn="ctr"/>
            <a:r>
              <a:rPr lang="fr-FR" sz="1400" dirty="0">
                <a:solidFill>
                  <a:sysClr val="windowText" lastClr="000000"/>
                </a:solidFill>
              </a:rPr>
              <a:t>I</a:t>
            </a:r>
          </a:p>
          <a:p>
            <a:pPr algn="ctr"/>
            <a:r>
              <a:rPr lang="fr-FR" sz="1400" dirty="0">
                <a:solidFill>
                  <a:sysClr val="windowText" lastClr="000000"/>
                </a:solidFill>
              </a:rPr>
              <a:t>V</a:t>
            </a:r>
          </a:p>
          <a:p>
            <a:pPr algn="ctr"/>
            <a:r>
              <a:rPr lang="fr-FR" sz="1400" dirty="0">
                <a:solidFill>
                  <a:sysClr val="windowText" lastClr="000000"/>
                </a:solidFill>
              </a:rPr>
              <a:t>I</a:t>
            </a:r>
          </a:p>
          <a:p>
            <a:pPr algn="ctr"/>
            <a:r>
              <a:rPr lang="fr-FR" sz="1400" dirty="0">
                <a:solidFill>
                  <a:sysClr val="windowText" lastClr="000000"/>
                </a:solidFill>
              </a:rPr>
              <a:t>T</a:t>
            </a:r>
          </a:p>
          <a:p>
            <a:pPr algn="ctr"/>
            <a:r>
              <a:rPr lang="fr-FR" sz="1400" dirty="0">
                <a:solidFill>
                  <a:sysClr val="windowText" lastClr="000000"/>
                </a:solidFill>
              </a:rPr>
              <a:t>E</a:t>
            </a:r>
          </a:p>
        </p:txBody>
      </p:sp>
      <p:sp>
        <p:nvSpPr>
          <p:cNvPr id="45" name="Rectangle 44">
            <a:extLst>
              <a:ext uri="{FF2B5EF4-FFF2-40B4-BE49-F238E27FC236}">
                <a16:creationId xmlns:a16="http://schemas.microsoft.com/office/drawing/2014/main" id="{5319FD57-427E-06E2-0BC5-2CFBFB5014B9}"/>
              </a:ext>
            </a:extLst>
          </p:cNvPr>
          <p:cNvSpPr/>
          <p:nvPr/>
        </p:nvSpPr>
        <p:spPr>
          <a:xfrm>
            <a:off x="6018189" y="2214922"/>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I</a:t>
            </a:r>
          </a:p>
          <a:p>
            <a:pPr algn="ctr"/>
            <a:r>
              <a:rPr lang="fr-FR" sz="1400" dirty="0">
                <a:solidFill>
                  <a:sysClr val="windowText" lastClr="000000"/>
                </a:solidFill>
              </a:rPr>
              <a:t>N</a:t>
            </a:r>
          </a:p>
          <a:p>
            <a:pPr algn="ctr"/>
            <a:r>
              <a:rPr lang="fr-FR" sz="1400" dirty="0">
                <a:solidFill>
                  <a:sysClr val="windowText" lastClr="000000"/>
                </a:solidFill>
              </a:rPr>
              <a:t>T</a:t>
            </a:r>
          </a:p>
          <a:p>
            <a:pPr algn="ctr"/>
            <a:r>
              <a:rPr lang="fr-FR" sz="1400" dirty="0">
                <a:solidFill>
                  <a:sysClr val="windowText" lastClr="000000"/>
                </a:solidFill>
              </a:rPr>
              <a:t>E</a:t>
            </a:r>
          </a:p>
          <a:p>
            <a:pPr algn="ctr"/>
            <a:r>
              <a:rPr lang="fr-FR" sz="1400" dirty="0">
                <a:solidFill>
                  <a:sysClr val="windowText" lastClr="000000"/>
                </a:solidFill>
              </a:rPr>
              <a:t>G</a:t>
            </a:r>
          </a:p>
          <a:p>
            <a:pPr algn="ctr"/>
            <a:r>
              <a:rPr lang="fr-FR" sz="1400" dirty="0">
                <a:solidFill>
                  <a:sysClr val="windowText" lastClr="000000"/>
                </a:solidFill>
              </a:rPr>
              <a:t>R</a:t>
            </a:r>
          </a:p>
          <a:p>
            <a:pPr algn="ctr"/>
            <a:r>
              <a:rPr lang="fr-FR" sz="1400" dirty="0">
                <a:solidFill>
                  <a:sysClr val="windowText" lastClr="000000"/>
                </a:solidFill>
              </a:rPr>
              <a:t>A</a:t>
            </a:r>
          </a:p>
          <a:p>
            <a:pPr algn="ctr"/>
            <a:r>
              <a:rPr lang="fr-FR" sz="1400" dirty="0">
                <a:solidFill>
                  <a:sysClr val="windowText" lastClr="000000"/>
                </a:solidFill>
              </a:rPr>
              <a:t>T</a:t>
            </a:r>
          </a:p>
          <a:p>
            <a:pPr algn="ctr"/>
            <a:r>
              <a:rPr lang="fr-FR" sz="1400" dirty="0">
                <a:solidFill>
                  <a:sysClr val="windowText" lastClr="000000"/>
                </a:solidFill>
              </a:rPr>
              <a:t>I</a:t>
            </a:r>
          </a:p>
          <a:p>
            <a:pPr algn="ctr"/>
            <a:r>
              <a:rPr lang="fr-FR" sz="1400" dirty="0">
                <a:solidFill>
                  <a:sysClr val="windowText" lastClr="000000"/>
                </a:solidFill>
              </a:rPr>
              <a:t>O</a:t>
            </a:r>
          </a:p>
          <a:p>
            <a:pPr algn="ctr"/>
            <a:r>
              <a:rPr lang="fr-FR" sz="1400" dirty="0">
                <a:solidFill>
                  <a:sysClr val="windowText" lastClr="000000"/>
                </a:solidFill>
              </a:rPr>
              <a:t>N</a:t>
            </a:r>
            <a:endParaRPr lang="fr-FR" dirty="0">
              <a:solidFill>
                <a:sysClr val="windowText" lastClr="000000"/>
              </a:solidFill>
            </a:endParaRPr>
          </a:p>
        </p:txBody>
      </p:sp>
      <p:sp>
        <p:nvSpPr>
          <p:cNvPr id="46" name="Rectangle 45">
            <a:extLst>
              <a:ext uri="{FF2B5EF4-FFF2-40B4-BE49-F238E27FC236}">
                <a16:creationId xmlns:a16="http://schemas.microsoft.com/office/drawing/2014/main" id="{DB5F804C-903D-926B-1B5C-79253ED78CDE}"/>
              </a:ext>
            </a:extLst>
          </p:cNvPr>
          <p:cNvSpPr/>
          <p:nvPr/>
        </p:nvSpPr>
        <p:spPr>
          <a:xfrm>
            <a:off x="2397527" y="2214922"/>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USAGE</a:t>
            </a:r>
          </a:p>
        </p:txBody>
      </p:sp>
      <p:sp>
        <p:nvSpPr>
          <p:cNvPr id="47" name="Rectangle 46">
            <a:extLst>
              <a:ext uri="{FF2B5EF4-FFF2-40B4-BE49-F238E27FC236}">
                <a16:creationId xmlns:a16="http://schemas.microsoft.com/office/drawing/2014/main" id="{BF7DEAFA-EA2E-6BFD-4D4B-BAA27E7ECF90}"/>
              </a:ext>
            </a:extLst>
          </p:cNvPr>
          <p:cNvSpPr/>
          <p:nvPr/>
        </p:nvSpPr>
        <p:spPr>
          <a:xfrm>
            <a:off x="4207858" y="2214922"/>
            <a:ext cx="330678" cy="2414963"/>
          </a:xfrm>
          <a:prstGeom prst="rect">
            <a:avLst/>
          </a:prstGeom>
          <a:solidFill>
            <a:schemeClr val="bg1">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ysClr val="windowText" lastClr="000000"/>
                </a:solidFill>
              </a:rPr>
              <a:t>M</a:t>
            </a:r>
          </a:p>
          <a:p>
            <a:pPr algn="ctr"/>
            <a:r>
              <a:rPr lang="fr-FR" sz="1400" dirty="0">
                <a:solidFill>
                  <a:sysClr val="windowText" lastClr="000000"/>
                </a:solidFill>
              </a:rPr>
              <a:t>O</a:t>
            </a:r>
          </a:p>
          <a:p>
            <a:pPr algn="ctr"/>
            <a:r>
              <a:rPr lang="fr-FR" sz="1400" dirty="0">
                <a:solidFill>
                  <a:sysClr val="windowText" lastClr="000000"/>
                </a:solidFill>
              </a:rPr>
              <a:t>D</a:t>
            </a:r>
          </a:p>
          <a:p>
            <a:pPr algn="ctr"/>
            <a:r>
              <a:rPr lang="fr-FR" sz="1400" dirty="0">
                <a:solidFill>
                  <a:sysClr val="windowText" lastClr="000000"/>
                </a:solidFill>
              </a:rPr>
              <a:t>E</a:t>
            </a:r>
            <a:endParaRPr lang="fr-FR" dirty="0">
              <a:solidFill>
                <a:sysClr val="windowText" lastClr="000000"/>
              </a:solidFill>
            </a:endParaRPr>
          </a:p>
        </p:txBody>
      </p:sp>
      <p:cxnSp>
        <p:nvCxnSpPr>
          <p:cNvPr id="48" name="Connecteur droit avec flèche 47">
            <a:extLst>
              <a:ext uri="{FF2B5EF4-FFF2-40B4-BE49-F238E27FC236}">
                <a16:creationId xmlns:a16="http://schemas.microsoft.com/office/drawing/2014/main" id="{6851BE58-80B9-FA92-E6BD-756E705A3105}"/>
              </a:ext>
            </a:extLst>
          </p:cNvPr>
          <p:cNvCxnSpPr>
            <a:cxnSpLocks/>
          </p:cNvCxnSpPr>
          <p:nvPr/>
        </p:nvCxnSpPr>
        <p:spPr>
          <a:xfrm>
            <a:off x="2728205" y="2774704"/>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A3A7BCA3-0031-63B8-044E-93CD048E69EF}"/>
              </a:ext>
            </a:extLst>
          </p:cNvPr>
          <p:cNvCxnSpPr>
            <a:cxnSpLocks/>
          </p:cNvCxnSpPr>
          <p:nvPr/>
        </p:nvCxnSpPr>
        <p:spPr>
          <a:xfrm>
            <a:off x="2728205" y="4032004"/>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eur droit avec flèche 49">
            <a:extLst>
              <a:ext uri="{FF2B5EF4-FFF2-40B4-BE49-F238E27FC236}">
                <a16:creationId xmlns:a16="http://schemas.microsoft.com/office/drawing/2014/main" id="{6EDE3A71-A520-95F4-2D82-84259E4F384A}"/>
              </a:ext>
            </a:extLst>
          </p:cNvPr>
          <p:cNvCxnSpPr>
            <a:cxnSpLocks/>
          </p:cNvCxnSpPr>
          <p:nvPr/>
        </p:nvCxnSpPr>
        <p:spPr>
          <a:xfrm>
            <a:off x="4538536" y="2774704"/>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3962CA3C-321A-6831-3ABF-76094E5D727A}"/>
              </a:ext>
            </a:extLst>
          </p:cNvPr>
          <p:cNvCxnSpPr>
            <a:cxnSpLocks/>
          </p:cNvCxnSpPr>
          <p:nvPr/>
        </p:nvCxnSpPr>
        <p:spPr>
          <a:xfrm>
            <a:off x="4538536" y="4032004"/>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necteur droit avec flèche 51">
            <a:extLst>
              <a:ext uri="{FF2B5EF4-FFF2-40B4-BE49-F238E27FC236}">
                <a16:creationId xmlns:a16="http://schemas.microsoft.com/office/drawing/2014/main" id="{FE9CD80B-1454-610B-34ED-41348B7EBC3B}"/>
              </a:ext>
            </a:extLst>
          </p:cNvPr>
          <p:cNvCxnSpPr>
            <a:cxnSpLocks/>
          </p:cNvCxnSpPr>
          <p:nvPr/>
        </p:nvCxnSpPr>
        <p:spPr>
          <a:xfrm>
            <a:off x="6348867" y="2774704"/>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necteur droit avec flèche 52">
            <a:extLst>
              <a:ext uri="{FF2B5EF4-FFF2-40B4-BE49-F238E27FC236}">
                <a16:creationId xmlns:a16="http://schemas.microsoft.com/office/drawing/2014/main" id="{987920C9-E987-13E1-925E-1BE2B3A76AF4}"/>
              </a:ext>
            </a:extLst>
          </p:cNvPr>
          <p:cNvCxnSpPr>
            <a:cxnSpLocks/>
          </p:cNvCxnSpPr>
          <p:nvPr/>
        </p:nvCxnSpPr>
        <p:spPr>
          <a:xfrm>
            <a:off x="6348867" y="4032004"/>
            <a:ext cx="14796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ZoneTexte 53">
            <a:extLst>
              <a:ext uri="{FF2B5EF4-FFF2-40B4-BE49-F238E27FC236}">
                <a16:creationId xmlns:a16="http://schemas.microsoft.com/office/drawing/2014/main" id="{C23B6F41-6371-EE24-B3CB-CBB555571159}"/>
              </a:ext>
            </a:extLst>
          </p:cNvPr>
          <p:cNvSpPr txBox="1"/>
          <p:nvPr/>
        </p:nvSpPr>
        <p:spPr>
          <a:xfrm>
            <a:off x="3054552" y="2468344"/>
            <a:ext cx="1186403"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Transactionnel</a:t>
            </a:r>
          </a:p>
        </p:txBody>
      </p:sp>
      <p:sp>
        <p:nvSpPr>
          <p:cNvPr id="55" name="ZoneTexte 54">
            <a:extLst>
              <a:ext uri="{FF2B5EF4-FFF2-40B4-BE49-F238E27FC236}">
                <a16:creationId xmlns:a16="http://schemas.microsoft.com/office/drawing/2014/main" id="{69340268-2111-A914-C054-6B0FF5729D3B}"/>
              </a:ext>
            </a:extLst>
          </p:cNvPr>
          <p:cNvSpPr txBox="1"/>
          <p:nvPr/>
        </p:nvSpPr>
        <p:spPr>
          <a:xfrm>
            <a:off x="3449424" y="3732227"/>
            <a:ext cx="993504"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Emission</a:t>
            </a:r>
          </a:p>
        </p:txBody>
      </p:sp>
      <p:sp>
        <p:nvSpPr>
          <p:cNvPr id="56" name="ZoneTexte 55">
            <a:extLst>
              <a:ext uri="{FF2B5EF4-FFF2-40B4-BE49-F238E27FC236}">
                <a16:creationId xmlns:a16="http://schemas.microsoft.com/office/drawing/2014/main" id="{D748E725-4A5A-3162-5911-BDF3511A77A0}"/>
              </a:ext>
            </a:extLst>
          </p:cNvPr>
          <p:cNvSpPr txBox="1"/>
          <p:nvPr/>
        </p:nvSpPr>
        <p:spPr>
          <a:xfrm>
            <a:off x="5141349" y="2468344"/>
            <a:ext cx="930284"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Synchrone</a:t>
            </a:r>
          </a:p>
        </p:txBody>
      </p:sp>
      <p:sp>
        <p:nvSpPr>
          <p:cNvPr id="57" name="ZoneTexte 56">
            <a:extLst>
              <a:ext uri="{FF2B5EF4-FFF2-40B4-BE49-F238E27FC236}">
                <a16:creationId xmlns:a16="http://schemas.microsoft.com/office/drawing/2014/main" id="{B05B7770-B37B-775F-1E6F-33C8B162751A}"/>
              </a:ext>
            </a:extLst>
          </p:cNvPr>
          <p:cNvSpPr txBox="1"/>
          <p:nvPr/>
        </p:nvSpPr>
        <p:spPr>
          <a:xfrm>
            <a:off x="5061900" y="3738532"/>
            <a:ext cx="106177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Asynchrone</a:t>
            </a:r>
          </a:p>
        </p:txBody>
      </p:sp>
      <p:sp>
        <p:nvSpPr>
          <p:cNvPr id="58" name="ZoneTexte 57">
            <a:extLst>
              <a:ext uri="{FF2B5EF4-FFF2-40B4-BE49-F238E27FC236}">
                <a16:creationId xmlns:a16="http://schemas.microsoft.com/office/drawing/2014/main" id="{58D8534D-E07C-D803-62E9-C43E1347444D}"/>
              </a:ext>
            </a:extLst>
          </p:cNvPr>
          <p:cNvSpPr txBox="1"/>
          <p:nvPr/>
        </p:nvSpPr>
        <p:spPr>
          <a:xfrm>
            <a:off x="7046049" y="2468344"/>
            <a:ext cx="106177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Standard</a:t>
            </a:r>
          </a:p>
        </p:txBody>
      </p:sp>
      <p:sp>
        <p:nvSpPr>
          <p:cNvPr id="59" name="ZoneTexte 58">
            <a:extLst>
              <a:ext uri="{FF2B5EF4-FFF2-40B4-BE49-F238E27FC236}">
                <a16:creationId xmlns:a16="http://schemas.microsoft.com/office/drawing/2014/main" id="{9C1A06F2-C4E6-7B25-4642-227D4A4D9890}"/>
              </a:ext>
            </a:extLst>
          </p:cNvPr>
          <p:cNvSpPr txBox="1"/>
          <p:nvPr/>
        </p:nvSpPr>
        <p:spPr>
          <a:xfrm>
            <a:off x="6908971" y="3707391"/>
            <a:ext cx="1061775"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Propriétaire</a:t>
            </a:r>
          </a:p>
        </p:txBody>
      </p:sp>
      <p:cxnSp>
        <p:nvCxnSpPr>
          <p:cNvPr id="61" name="Connecteur droit avec flèche 60">
            <a:extLst>
              <a:ext uri="{FF2B5EF4-FFF2-40B4-BE49-F238E27FC236}">
                <a16:creationId xmlns:a16="http://schemas.microsoft.com/office/drawing/2014/main" id="{C00514A2-80FF-A54F-8891-703743A2B25A}"/>
              </a:ext>
            </a:extLst>
          </p:cNvPr>
          <p:cNvCxnSpPr>
            <a:cxnSpLocks/>
          </p:cNvCxnSpPr>
          <p:nvPr/>
        </p:nvCxnSpPr>
        <p:spPr>
          <a:xfrm>
            <a:off x="8165752" y="2426565"/>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eur droit avec flèche 61">
            <a:extLst>
              <a:ext uri="{FF2B5EF4-FFF2-40B4-BE49-F238E27FC236}">
                <a16:creationId xmlns:a16="http://schemas.microsoft.com/office/drawing/2014/main" id="{2DB6F230-F871-EE69-1AED-0CD32C79987E}"/>
              </a:ext>
            </a:extLst>
          </p:cNvPr>
          <p:cNvCxnSpPr>
            <a:cxnSpLocks/>
          </p:cNvCxnSpPr>
          <p:nvPr/>
        </p:nvCxnSpPr>
        <p:spPr>
          <a:xfrm>
            <a:off x="8165752" y="1788249"/>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ZoneTexte 62">
            <a:extLst>
              <a:ext uri="{FF2B5EF4-FFF2-40B4-BE49-F238E27FC236}">
                <a16:creationId xmlns:a16="http://schemas.microsoft.com/office/drawing/2014/main" id="{AC054427-86EA-9298-C4A4-1AD33B9FFC18}"/>
              </a:ext>
            </a:extLst>
          </p:cNvPr>
          <p:cNvSpPr txBox="1"/>
          <p:nvPr/>
        </p:nvSpPr>
        <p:spPr>
          <a:xfrm>
            <a:off x="8899349" y="913950"/>
            <a:ext cx="557604" cy="275852"/>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API</a:t>
            </a:r>
          </a:p>
        </p:txBody>
      </p:sp>
      <p:sp>
        <p:nvSpPr>
          <p:cNvPr id="64" name="ZoneTexte 63">
            <a:extLst>
              <a:ext uri="{FF2B5EF4-FFF2-40B4-BE49-F238E27FC236}">
                <a16:creationId xmlns:a16="http://schemas.microsoft.com/office/drawing/2014/main" id="{F3A02780-4925-55D4-B67E-C06DB6AF06F9}"/>
              </a:ext>
            </a:extLst>
          </p:cNvPr>
          <p:cNvSpPr txBox="1"/>
          <p:nvPr/>
        </p:nvSpPr>
        <p:spPr>
          <a:xfrm>
            <a:off x="8800747" y="1547251"/>
            <a:ext cx="557604" cy="275852"/>
          </a:xfrm>
          <a:prstGeom prst="rect">
            <a:avLst/>
          </a:prstGeom>
          <a:noFill/>
        </p:spPr>
        <p:txBody>
          <a:bodyPr wrap="square" rtlCol="0">
            <a:spAutoFit/>
          </a:bodyPr>
          <a:lstStyle/>
          <a:p>
            <a:pPr algn="r"/>
            <a:r>
              <a:rPr lang="fr-FR" sz="1200" dirty="0">
                <a:latin typeface="Arial" panose="020B0604020202020204" pitchFamily="34" charset="0"/>
                <a:cs typeface="Arial" panose="020B0604020202020204" pitchFamily="34" charset="0"/>
              </a:rPr>
              <a:t>JMS</a:t>
            </a:r>
          </a:p>
        </p:txBody>
      </p:sp>
      <p:sp>
        <p:nvSpPr>
          <p:cNvPr id="65" name="ZoneTexte 64">
            <a:extLst>
              <a:ext uri="{FF2B5EF4-FFF2-40B4-BE49-F238E27FC236}">
                <a16:creationId xmlns:a16="http://schemas.microsoft.com/office/drawing/2014/main" id="{8B612393-277F-B13F-5BEF-EC861D22E3A6}"/>
              </a:ext>
            </a:extLst>
          </p:cNvPr>
          <p:cNvSpPr txBox="1"/>
          <p:nvPr/>
        </p:nvSpPr>
        <p:spPr>
          <a:xfrm>
            <a:off x="8847475" y="3897231"/>
            <a:ext cx="557604" cy="275852"/>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BDD</a:t>
            </a:r>
          </a:p>
        </p:txBody>
      </p:sp>
      <p:sp>
        <p:nvSpPr>
          <p:cNvPr id="66" name="ZoneTexte 65">
            <a:extLst>
              <a:ext uri="{FF2B5EF4-FFF2-40B4-BE49-F238E27FC236}">
                <a16:creationId xmlns:a16="http://schemas.microsoft.com/office/drawing/2014/main" id="{4A78347D-56F8-C0BB-CF7D-91CEE36D477E}"/>
              </a:ext>
            </a:extLst>
          </p:cNvPr>
          <p:cNvSpPr txBox="1"/>
          <p:nvPr/>
        </p:nvSpPr>
        <p:spPr>
          <a:xfrm>
            <a:off x="8737466" y="4611979"/>
            <a:ext cx="684159" cy="276999"/>
          </a:xfrm>
          <a:prstGeom prst="rect">
            <a:avLst/>
          </a:prstGeom>
          <a:noFill/>
        </p:spPr>
        <p:txBody>
          <a:bodyPr wrap="square" rtlCol="0">
            <a:spAutoFit/>
          </a:bodyPr>
          <a:lstStyle/>
          <a:p>
            <a:r>
              <a:rPr lang="fr-FR" sz="1200" dirty="0">
                <a:latin typeface="Arial" panose="020B0604020202020204" pitchFamily="34" charset="0"/>
                <a:cs typeface="Arial" panose="020B0604020202020204" pitchFamily="34" charset="0"/>
              </a:rPr>
              <a:t>Fichier</a:t>
            </a:r>
          </a:p>
        </p:txBody>
      </p:sp>
      <p:sp>
        <p:nvSpPr>
          <p:cNvPr id="67" name="ZoneTexte 66">
            <a:extLst>
              <a:ext uri="{FF2B5EF4-FFF2-40B4-BE49-F238E27FC236}">
                <a16:creationId xmlns:a16="http://schemas.microsoft.com/office/drawing/2014/main" id="{CFB71006-2CA9-7C6F-D3E5-EE583D1BEDE8}"/>
              </a:ext>
            </a:extLst>
          </p:cNvPr>
          <p:cNvSpPr txBox="1"/>
          <p:nvPr/>
        </p:nvSpPr>
        <p:spPr>
          <a:xfrm>
            <a:off x="8114380" y="2156165"/>
            <a:ext cx="1246173" cy="276999"/>
          </a:xfrm>
          <a:prstGeom prst="rect">
            <a:avLst/>
          </a:prstGeom>
          <a:noFill/>
        </p:spPr>
        <p:txBody>
          <a:bodyPr wrap="square" rtlCol="0">
            <a:spAutoFit/>
          </a:bodyPr>
          <a:lstStyle/>
          <a:p>
            <a:pPr algn="r"/>
            <a:r>
              <a:rPr lang="fr-FR" sz="1200" dirty="0">
                <a:latin typeface="Arial" panose="020B0604020202020204" pitchFamily="34" charset="0"/>
                <a:cs typeface="Arial" panose="020B0604020202020204" pitchFamily="34" charset="0"/>
              </a:rPr>
              <a:t>SOAP/WSDL</a:t>
            </a:r>
          </a:p>
        </p:txBody>
      </p:sp>
      <p:cxnSp>
        <p:nvCxnSpPr>
          <p:cNvPr id="68" name="Connecteur droit avec flèche 67">
            <a:extLst>
              <a:ext uri="{FF2B5EF4-FFF2-40B4-BE49-F238E27FC236}">
                <a16:creationId xmlns:a16="http://schemas.microsoft.com/office/drawing/2014/main" id="{9494E061-E8AA-383F-CA67-25F76AE422CF}"/>
              </a:ext>
            </a:extLst>
          </p:cNvPr>
          <p:cNvCxnSpPr>
            <a:cxnSpLocks/>
          </p:cNvCxnSpPr>
          <p:nvPr/>
        </p:nvCxnSpPr>
        <p:spPr>
          <a:xfrm>
            <a:off x="8165752" y="1149933"/>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eur droit avec flèche 68">
            <a:extLst>
              <a:ext uri="{FF2B5EF4-FFF2-40B4-BE49-F238E27FC236}">
                <a16:creationId xmlns:a16="http://schemas.microsoft.com/office/drawing/2014/main" id="{033E9633-05CF-25E4-3453-8FF6B3535E3B}"/>
              </a:ext>
            </a:extLst>
          </p:cNvPr>
          <p:cNvCxnSpPr>
            <a:cxnSpLocks/>
          </p:cNvCxnSpPr>
          <p:nvPr/>
        </p:nvCxnSpPr>
        <p:spPr>
          <a:xfrm>
            <a:off x="8165752" y="3064880"/>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eur droit avec flèche 69">
            <a:extLst>
              <a:ext uri="{FF2B5EF4-FFF2-40B4-BE49-F238E27FC236}">
                <a16:creationId xmlns:a16="http://schemas.microsoft.com/office/drawing/2014/main" id="{999F6244-9B35-F783-F793-318D8678364C}"/>
              </a:ext>
            </a:extLst>
          </p:cNvPr>
          <p:cNvCxnSpPr>
            <a:cxnSpLocks/>
          </p:cNvCxnSpPr>
          <p:nvPr/>
        </p:nvCxnSpPr>
        <p:spPr>
          <a:xfrm>
            <a:off x="8165752" y="4161906"/>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necteur droit avec flèche 70">
            <a:extLst>
              <a:ext uri="{FF2B5EF4-FFF2-40B4-BE49-F238E27FC236}">
                <a16:creationId xmlns:a16="http://schemas.microsoft.com/office/drawing/2014/main" id="{8E76E235-F34B-5867-3FD5-8F81BBA64409}"/>
              </a:ext>
            </a:extLst>
          </p:cNvPr>
          <p:cNvCxnSpPr>
            <a:cxnSpLocks/>
          </p:cNvCxnSpPr>
          <p:nvPr/>
        </p:nvCxnSpPr>
        <p:spPr>
          <a:xfrm>
            <a:off x="8176075" y="4888419"/>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Connecteur droit avec flèche 71">
            <a:extLst>
              <a:ext uri="{FF2B5EF4-FFF2-40B4-BE49-F238E27FC236}">
                <a16:creationId xmlns:a16="http://schemas.microsoft.com/office/drawing/2014/main" id="{33F35CBA-E4A2-279A-4604-653611A9D612}"/>
              </a:ext>
            </a:extLst>
          </p:cNvPr>
          <p:cNvCxnSpPr>
            <a:cxnSpLocks/>
          </p:cNvCxnSpPr>
          <p:nvPr/>
        </p:nvCxnSpPr>
        <p:spPr>
          <a:xfrm>
            <a:off x="8176075" y="5642980"/>
            <a:ext cx="118227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351B4CA0-1C54-5BBE-FEEF-E2B384438AD8}"/>
              </a:ext>
            </a:extLst>
          </p:cNvPr>
          <p:cNvCxnSpPr>
            <a:cxnSpLocks/>
          </p:cNvCxnSpPr>
          <p:nvPr/>
        </p:nvCxnSpPr>
        <p:spPr>
          <a:xfrm>
            <a:off x="1215251" y="3422403"/>
            <a:ext cx="1182276" cy="0"/>
          </a:xfrm>
          <a:prstGeom prst="straightConnector1">
            <a:avLst/>
          </a:prstGeom>
          <a:ln>
            <a:solidFill>
              <a:srgbClr val="007EB9"/>
            </a:solidFill>
            <a:tailEnd type="triangle"/>
          </a:ln>
        </p:spPr>
        <p:style>
          <a:lnRef idx="1">
            <a:schemeClr val="accent1"/>
          </a:lnRef>
          <a:fillRef idx="0">
            <a:schemeClr val="accent1"/>
          </a:fillRef>
          <a:effectRef idx="0">
            <a:schemeClr val="accent1"/>
          </a:effectRef>
          <a:fontRef idx="minor">
            <a:schemeClr val="tx1"/>
          </a:fontRef>
        </p:style>
      </p:cxnSp>
      <p:sp>
        <p:nvSpPr>
          <p:cNvPr id="3" name="Espace réservé du texte 13">
            <a:extLst>
              <a:ext uri="{FF2B5EF4-FFF2-40B4-BE49-F238E27FC236}">
                <a16:creationId xmlns:a16="http://schemas.microsoft.com/office/drawing/2014/main" id="{16396D75-6414-57EB-6FAE-FF9FB2A7874A}"/>
              </a:ext>
            </a:extLst>
          </p:cNvPr>
          <p:cNvSpPr>
            <a:spLocks noGrp="1"/>
          </p:cNvSpPr>
          <p:nvPr>
            <p:ph type="body" sz="quarter" idx="35"/>
          </p:nvPr>
        </p:nvSpPr>
        <p:spPr>
          <a:xfrm>
            <a:off x="338138" y="922338"/>
            <a:ext cx="11433175" cy="274637"/>
          </a:xfrm>
        </p:spPr>
        <p:txBody>
          <a:bodyPr/>
          <a:lstStyle/>
          <a:p>
            <a:r>
              <a:rPr lang="fr-FR"/>
              <a:t>Exemple 2 : Exposition de la ressource OIA</a:t>
            </a:r>
          </a:p>
        </p:txBody>
      </p:sp>
      <p:sp>
        <p:nvSpPr>
          <p:cNvPr id="4" name="Rectangle : coins arrondis 3">
            <a:extLst>
              <a:ext uri="{FF2B5EF4-FFF2-40B4-BE49-F238E27FC236}">
                <a16:creationId xmlns:a16="http://schemas.microsoft.com/office/drawing/2014/main" id="{B403419F-EFB1-8482-A621-3930B6662CF0}"/>
              </a:ext>
            </a:extLst>
          </p:cNvPr>
          <p:cNvSpPr/>
          <p:nvPr/>
        </p:nvSpPr>
        <p:spPr>
          <a:xfrm>
            <a:off x="9348028" y="838116"/>
            <a:ext cx="1030753" cy="684337"/>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API Gateway</a:t>
            </a:r>
          </a:p>
        </p:txBody>
      </p:sp>
    </p:spTree>
    <p:extLst>
      <p:ext uri="{BB962C8B-B14F-4D97-AF65-F5344CB8AC3E}">
        <p14:creationId xmlns:p14="http://schemas.microsoft.com/office/powerpoint/2010/main" val="21969873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mph" presetSubtype="0" fill="hold" grpId="0" nodeType="withEffect">
                                  <p:stCondLst>
                                    <p:cond delay="0"/>
                                  </p:stCondLst>
                                  <p:childTnLst>
                                    <p:animClr clrSpc="hsl" dir="cw">
                                      <p:cBhvr override="childStyle">
                                        <p:cTn id="6" dur="500" fill="hold"/>
                                        <p:tgtEl>
                                          <p:spTgt spid="54"/>
                                        </p:tgtEl>
                                        <p:attrNameLst>
                                          <p:attrName>style.color</p:attrName>
                                        </p:attrNameLst>
                                      </p:cBhvr>
                                      <p:by>
                                        <p:hsl h="7200000" s="0" l="0"/>
                                      </p:by>
                                    </p:animClr>
                                    <p:animClr clrSpc="hsl" dir="cw">
                                      <p:cBhvr>
                                        <p:cTn id="7" dur="500" fill="hold"/>
                                        <p:tgtEl>
                                          <p:spTgt spid="54"/>
                                        </p:tgtEl>
                                        <p:attrNameLst>
                                          <p:attrName>fillcolor</p:attrName>
                                        </p:attrNameLst>
                                      </p:cBhvr>
                                      <p:by>
                                        <p:hsl h="7200000" s="0" l="0"/>
                                      </p:by>
                                    </p:animClr>
                                    <p:animClr clrSpc="hsl" dir="cw">
                                      <p:cBhvr>
                                        <p:cTn id="8" dur="500" fill="hold"/>
                                        <p:tgtEl>
                                          <p:spTgt spid="54"/>
                                        </p:tgtEl>
                                        <p:attrNameLst>
                                          <p:attrName>stroke.color</p:attrName>
                                        </p:attrNameLst>
                                      </p:cBhvr>
                                      <p:by>
                                        <p:hsl h="7200000" s="0" l="0"/>
                                      </p:by>
                                    </p:animClr>
                                    <p:set>
                                      <p:cBhvr>
                                        <p:cTn id="9" dur="500" fill="hold"/>
                                        <p:tgtEl>
                                          <p:spTgt spid="54"/>
                                        </p:tgtEl>
                                        <p:attrNameLst>
                                          <p:attrName>fill.type</p:attrName>
                                        </p:attrNameLst>
                                      </p:cBhvr>
                                      <p:to>
                                        <p:strVal val="solid"/>
                                      </p:to>
                                    </p:set>
                                  </p:childTnLst>
                                  <p:subTnLst>
                                    <p:animClr clrSpc="rgb" dir="cw">
                                      <p:cBhvr override="childStyle">
                                        <p:cTn dur="1" fill="hold" display="0" masterRel="nextClick" afterEffect="1"/>
                                        <p:tgtEl>
                                          <p:spTgt spid="54"/>
                                        </p:tgtEl>
                                        <p:attrNameLst>
                                          <p:attrName>ppt_c</p:attrName>
                                        </p:attrNameLst>
                                      </p:cBhvr>
                                      <p:to>
                                        <a:srgbClr val="007EB9"/>
                                      </p:to>
                                    </p:animClr>
                                  </p:subTnLst>
                                </p:cTn>
                              </p:par>
                              <p:par>
                                <p:cTn id="10" presetID="19" presetClass="emph" presetSubtype="0" fill="hold" nodeType="withEffect">
                                  <p:stCondLst>
                                    <p:cond delay="0"/>
                                  </p:stCondLst>
                                  <p:childTnLst>
                                    <p:animClr clrSpc="rgb" dir="cw">
                                      <p:cBhvr override="childStyle">
                                        <p:cTn id="11" dur="500" fill="hold"/>
                                        <p:tgtEl>
                                          <p:spTgt spid="48"/>
                                        </p:tgtEl>
                                        <p:attrNameLst>
                                          <p:attrName>style.color</p:attrName>
                                        </p:attrNameLst>
                                      </p:cBhvr>
                                      <p:to>
                                        <a:srgbClr val="007EB9"/>
                                      </p:to>
                                    </p:animClr>
                                    <p:animClr clrSpc="rgb" dir="cw">
                                      <p:cBhvr>
                                        <p:cTn id="12" dur="500" fill="hold"/>
                                        <p:tgtEl>
                                          <p:spTgt spid="48"/>
                                        </p:tgtEl>
                                        <p:attrNameLst>
                                          <p:attrName>fillcolor</p:attrName>
                                        </p:attrNameLst>
                                      </p:cBhvr>
                                      <p:to>
                                        <a:srgbClr val="007EB9"/>
                                      </p:to>
                                    </p:animClr>
                                    <p:set>
                                      <p:cBhvr>
                                        <p:cTn id="13" dur="500" fill="hold"/>
                                        <p:tgtEl>
                                          <p:spTgt spid="48"/>
                                        </p:tgtEl>
                                        <p:attrNameLst>
                                          <p:attrName>fill.type</p:attrName>
                                        </p:attrNameLst>
                                      </p:cBhvr>
                                      <p:to>
                                        <p:strVal val="solid"/>
                                      </p:to>
                                    </p:set>
                                    <p:set>
                                      <p:cBhvr>
                                        <p:cTn id="14" dur="500" fill="hold"/>
                                        <p:tgtEl>
                                          <p:spTgt spid="48"/>
                                        </p:tgtEl>
                                        <p:attrNameLst>
                                          <p:attrName>fill.on</p:attrName>
                                        </p:attrNameLst>
                                      </p:cBhvr>
                                      <p:to>
                                        <p:strVal val="true"/>
                                      </p:to>
                                    </p:set>
                                  </p:childTnLst>
                                  <p:subTnLst>
                                    <p:animClr clrSpc="rgb" dir="cw">
                                      <p:cBhvr override="childStyle">
                                        <p:cTn dur="1" fill="hold" display="0" masterRel="nextClick" afterEffect="1"/>
                                        <p:tgtEl>
                                          <p:spTgt spid="48"/>
                                        </p:tgtEl>
                                        <p:attrNameLst>
                                          <p:attrName>ppt_c</p:attrName>
                                        </p:attrNameLst>
                                      </p:cBhvr>
                                      <p:to>
                                        <a:srgbClr val="007EB9"/>
                                      </p:to>
                                    </p:animClr>
                                  </p:subTnLst>
                                </p:cTn>
                              </p:par>
                            </p:childTnLst>
                          </p:cTn>
                        </p:par>
                      </p:childTnLst>
                    </p:cTn>
                  </p:par>
                  <p:par>
                    <p:cTn id="15" fill="hold">
                      <p:stCondLst>
                        <p:cond delay="indefinite"/>
                      </p:stCondLst>
                      <p:childTnLst>
                        <p:par>
                          <p:cTn id="16" fill="hold">
                            <p:stCondLst>
                              <p:cond delay="0"/>
                            </p:stCondLst>
                            <p:childTnLst>
                              <p:par>
                                <p:cTn id="17" presetID="21" presetClass="emph" presetSubtype="0" fill="hold" grpId="0" nodeType="clickEffect">
                                  <p:stCondLst>
                                    <p:cond delay="0"/>
                                  </p:stCondLst>
                                  <p:childTnLst>
                                    <p:animClr clrSpc="hsl" dir="cw">
                                      <p:cBhvr override="childStyle">
                                        <p:cTn id="18" dur="500" fill="hold"/>
                                        <p:tgtEl>
                                          <p:spTgt spid="56"/>
                                        </p:tgtEl>
                                        <p:attrNameLst>
                                          <p:attrName>style.color</p:attrName>
                                        </p:attrNameLst>
                                      </p:cBhvr>
                                      <p:by>
                                        <p:hsl h="7200000" s="0" l="0"/>
                                      </p:by>
                                    </p:animClr>
                                    <p:animClr clrSpc="hsl" dir="cw">
                                      <p:cBhvr>
                                        <p:cTn id="19" dur="500" fill="hold"/>
                                        <p:tgtEl>
                                          <p:spTgt spid="56"/>
                                        </p:tgtEl>
                                        <p:attrNameLst>
                                          <p:attrName>fillcolor</p:attrName>
                                        </p:attrNameLst>
                                      </p:cBhvr>
                                      <p:by>
                                        <p:hsl h="7200000" s="0" l="0"/>
                                      </p:by>
                                    </p:animClr>
                                    <p:animClr clrSpc="hsl" dir="cw">
                                      <p:cBhvr>
                                        <p:cTn id="20" dur="500" fill="hold"/>
                                        <p:tgtEl>
                                          <p:spTgt spid="56"/>
                                        </p:tgtEl>
                                        <p:attrNameLst>
                                          <p:attrName>stroke.color</p:attrName>
                                        </p:attrNameLst>
                                      </p:cBhvr>
                                      <p:by>
                                        <p:hsl h="7200000" s="0" l="0"/>
                                      </p:by>
                                    </p:animClr>
                                    <p:set>
                                      <p:cBhvr>
                                        <p:cTn id="21" dur="500" fill="hold"/>
                                        <p:tgtEl>
                                          <p:spTgt spid="56"/>
                                        </p:tgtEl>
                                        <p:attrNameLst>
                                          <p:attrName>fill.type</p:attrName>
                                        </p:attrNameLst>
                                      </p:cBhvr>
                                      <p:to>
                                        <p:strVal val="solid"/>
                                      </p:to>
                                    </p:set>
                                  </p:childTnLst>
                                  <p:subTnLst>
                                    <p:animClr clrSpc="rgb" dir="cw">
                                      <p:cBhvr override="childStyle">
                                        <p:cTn dur="1" fill="hold" display="0" masterRel="nextClick" afterEffect="1"/>
                                        <p:tgtEl>
                                          <p:spTgt spid="56"/>
                                        </p:tgtEl>
                                        <p:attrNameLst>
                                          <p:attrName>ppt_c</p:attrName>
                                        </p:attrNameLst>
                                      </p:cBhvr>
                                      <p:to>
                                        <a:srgbClr val="007EB9"/>
                                      </p:to>
                                    </p:animClr>
                                  </p:subTnLst>
                                </p:cTn>
                              </p:par>
                              <p:par>
                                <p:cTn id="22" presetID="19" presetClass="emph" presetSubtype="0" fill="hold" nodeType="withEffect">
                                  <p:stCondLst>
                                    <p:cond delay="0"/>
                                  </p:stCondLst>
                                  <p:childTnLst>
                                    <p:animClr clrSpc="rgb" dir="cw">
                                      <p:cBhvr override="childStyle">
                                        <p:cTn id="23" dur="500" fill="hold"/>
                                        <p:tgtEl>
                                          <p:spTgt spid="50"/>
                                        </p:tgtEl>
                                        <p:attrNameLst>
                                          <p:attrName>style.color</p:attrName>
                                        </p:attrNameLst>
                                      </p:cBhvr>
                                      <p:to>
                                        <a:srgbClr val="007EB9"/>
                                      </p:to>
                                    </p:animClr>
                                    <p:animClr clrSpc="rgb" dir="cw">
                                      <p:cBhvr>
                                        <p:cTn id="24" dur="500" fill="hold"/>
                                        <p:tgtEl>
                                          <p:spTgt spid="50"/>
                                        </p:tgtEl>
                                        <p:attrNameLst>
                                          <p:attrName>fillcolor</p:attrName>
                                        </p:attrNameLst>
                                      </p:cBhvr>
                                      <p:to>
                                        <a:srgbClr val="007EB9"/>
                                      </p:to>
                                    </p:animClr>
                                    <p:set>
                                      <p:cBhvr>
                                        <p:cTn id="25" dur="500" fill="hold"/>
                                        <p:tgtEl>
                                          <p:spTgt spid="50"/>
                                        </p:tgtEl>
                                        <p:attrNameLst>
                                          <p:attrName>fill.type</p:attrName>
                                        </p:attrNameLst>
                                      </p:cBhvr>
                                      <p:to>
                                        <p:strVal val="solid"/>
                                      </p:to>
                                    </p:set>
                                    <p:set>
                                      <p:cBhvr>
                                        <p:cTn id="26" dur="500" fill="hold"/>
                                        <p:tgtEl>
                                          <p:spTgt spid="50"/>
                                        </p:tgtEl>
                                        <p:attrNameLst>
                                          <p:attrName>fill.on</p:attrName>
                                        </p:attrNameLst>
                                      </p:cBhvr>
                                      <p:to>
                                        <p:strVal val="true"/>
                                      </p:to>
                                    </p:set>
                                  </p:childTnLst>
                                  <p:subTnLst>
                                    <p:animClr clrSpc="rgb" dir="cw">
                                      <p:cBhvr override="childStyle">
                                        <p:cTn dur="1" fill="hold" display="0" masterRel="nextClick" afterEffect="1"/>
                                        <p:tgtEl>
                                          <p:spTgt spid="50"/>
                                        </p:tgtEl>
                                        <p:attrNameLst>
                                          <p:attrName>ppt_c</p:attrName>
                                        </p:attrNameLst>
                                      </p:cBhvr>
                                      <p:to>
                                        <a:srgbClr val="007EB9"/>
                                      </p:to>
                                    </p:animClr>
                                  </p:subTnLst>
                                </p:cTn>
                              </p:par>
                            </p:childTnLst>
                          </p:cTn>
                        </p:par>
                      </p:childTnLst>
                    </p:cTn>
                  </p:par>
                  <p:par>
                    <p:cTn id="27" fill="hold">
                      <p:stCondLst>
                        <p:cond delay="indefinite"/>
                      </p:stCondLst>
                      <p:childTnLst>
                        <p:par>
                          <p:cTn id="28" fill="hold">
                            <p:stCondLst>
                              <p:cond delay="0"/>
                            </p:stCondLst>
                            <p:childTnLst>
                              <p:par>
                                <p:cTn id="29" presetID="21" presetClass="emph" presetSubtype="0" fill="hold" grpId="0" nodeType="clickEffect">
                                  <p:stCondLst>
                                    <p:cond delay="0"/>
                                  </p:stCondLst>
                                  <p:childTnLst>
                                    <p:animClr clrSpc="hsl" dir="cw">
                                      <p:cBhvr override="childStyle">
                                        <p:cTn id="30" dur="500" fill="hold"/>
                                        <p:tgtEl>
                                          <p:spTgt spid="58"/>
                                        </p:tgtEl>
                                        <p:attrNameLst>
                                          <p:attrName>style.color</p:attrName>
                                        </p:attrNameLst>
                                      </p:cBhvr>
                                      <p:by>
                                        <p:hsl h="7200000" s="0" l="0"/>
                                      </p:by>
                                    </p:animClr>
                                    <p:animClr clrSpc="hsl" dir="cw">
                                      <p:cBhvr>
                                        <p:cTn id="31" dur="500" fill="hold"/>
                                        <p:tgtEl>
                                          <p:spTgt spid="58"/>
                                        </p:tgtEl>
                                        <p:attrNameLst>
                                          <p:attrName>fillcolor</p:attrName>
                                        </p:attrNameLst>
                                      </p:cBhvr>
                                      <p:by>
                                        <p:hsl h="7200000" s="0" l="0"/>
                                      </p:by>
                                    </p:animClr>
                                    <p:animClr clrSpc="hsl" dir="cw">
                                      <p:cBhvr>
                                        <p:cTn id="32" dur="500" fill="hold"/>
                                        <p:tgtEl>
                                          <p:spTgt spid="58"/>
                                        </p:tgtEl>
                                        <p:attrNameLst>
                                          <p:attrName>stroke.color</p:attrName>
                                        </p:attrNameLst>
                                      </p:cBhvr>
                                      <p:by>
                                        <p:hsl h="7200000" s="0" l="0"/>
                                      </p:by>
                                    </p:animClr>
                                    <p:set>
                                      <p:cBhvr>
                                        <p:cTn id="33" dur="500" fill="hold"/>
                                        <p:tgtEl>
                                          <p:spTgt spid="58"/>
                                        </p:tgtEl>
                                        <p:attrNameLst>
                                          <p:attrName>fill.type</p:attrName>
                                        </p:attrNameLst>
                                      </p:cBhvr>
                                      <p:to>
                                        <p:strVal val="solid"/>
                                      </p:to>
                                    </p:set>
                                  </p:childTnLst>
                                  <p:subTnLst>
                                    <p:animClr clrSpc="rgb" dir="cw">
                                      <p:cBhvr override="childStyle">
                                        <p:cTn dur="1" fill="hold" display="0" masterRel="nextClick" afterEffect="1"/>
                                        <p:tgtEl>
                                          <p:spTgt spid="58"/>
                                        </p:tgtEl>
                                        <p:attrNameLst>
                                          <p:attrName>ppt_c</p:attrName>
                                        </p:attrNameLst>
                                      </p:cBhvr>
                                      <p:to>
                                        <a:srgbClr val="007EB9"/>
                                      </p:to>
                                    </p:animClr>
                                  </p:subTnLst>
                                </p:cTn>
                              </p:par>
                              <p:par>
                                <p:cTn id="34" presetID="19" presetClass="emph" presetSubtype="0" fill="hold" nodeType="withEffect">
                                  <p:stCondLst>
                                    <p:cond delay="0"/>
                                  </p:stCondLst>
                                  <p:childTnLst>
                                    <p:animClr clrSpc="rgb" dir="cw">
                                      <p:cBhvr override="childStyle">
                                        <p:cTn id="35" dur="500" fill="hold"/>
                                        <p:tgtEl>
                                          <p:spTgt spid="52"/>
                                        </p:tgtEl>
                                        <p:attrNameLst>
                                          <p:attrName>style.color</p:attrName>
                                        </p:attrNameLst>
                                      </p:cBhvr>
                                      <p:to>
                                        <a:srgbClr val="007EB9"/>
                                      </p:to>
                                    </p:animClr>
                                    <p:animClr clrSpc="rgb" dir="cw">
                                      <p:cBhvr>
                                        <p:cTn id="36" dur="500" fill="hold"/>
                                        <p:tgtEl>
                                          <p:spTgt spid="52"/>
                                        </p:tgtEl>
                                        <p:attrNameLst>
                                          <p:attrName>fillcolor</p:attrName>
                                        </p:attrNameLst>
                                      </p:cBhvr>
                                      <p:to>
                                        <a:srgbClr val="007EB9"/>
                                      </p:to>
                                    </p:animClr>
                                    <p:set>
                                      <p:cBhvr>
                                        <p:cTn id="37" dur="500" fill="hold"/>
                                        <p:tgtEl>
                                          <p:spTgt spid="52"/>
                                        </p:tgtEl>
                                        <p:attrNameLst>
                                          <p:attrName>fill.type</p:attrName>
                                        </p:attrNameLst>
                                      </p:cBhvr>
                                      <p:to>
                                        <p:strVal val="solid"/>
                                      </p:to>
                                    </p:set>
                                    <p:set>
                                      <p:cBhvr>
                                        <p:cTn id="38" dur="500" fill="hold"/>
                                        <p:tgtEl>
                                          <p:spTgt spid="52"/>
                                        </p:tgtEl>
                                        <p:attrNameLst>
                                          <p:attrName>fill.on</p:attrName>
                                        </p:attrNameLst>
                                      </p:cBhvr>
                                      <p:to>
                                        <p:strVal val="true"/>
                                      </p:to>
                                    </p:set>
                                  </p:childTnLst>
                                  <p:subTnLst>
                                    <p:animClr clrSpc="rgb" dir="cw">
                                      <p:cBhvr override="childStyle">
                                        <p:cTn dur="1" fill="hold" display="0" masterRel="nextClick" afterEffect="1"/>
                                        <p:tgtEl>
                                          <p:spTgt spid="52"/>
                                        </p:tgtEl>
                                        <p:attrNameLst>
                                          <p:attrName>ppt_c</p:attrName>
                                        </p:attrNameLst>
                                      </p:cBhvr>
                                      <p:to>
                                        <a:srgbClr val="007EB9"/>
                                      </p:to>
                                    </p:animClr>
                                  </p:subTnLst>
                                </p:cTn>
                              </p:par>
                            </p:childTnLst>
                          </p:cTn>
                        </p:par>
                      </p:childTnLst>
                    </p:cTn>
                  </p:par>
                  <p:par>
                    <p:cTn id="39" fill="hold">
                      <p:stCondLst>
                        <p:cond delay="indefinite"/>
                      </p:stCondLst>
                      <p:childTnLst>
                        <p:par>
                          <p:cTn id="40" fill="hold">
                            <p:stCondLst>
                              <p:cond delay="0"/>
                            </p:stCondLst>
                            <p:childTnLst>
                              <p:par>
                                <p:cTn id="41" presetID="21" presetClass="emph" presetSubtype="0" fill="hold" grpId="0" nodeType="clickEffect">
                                  <p:stCondLst>
                                    <p:cond delay="0"/>
                                  </p:stCondLst>
                                  <p:childTnLst>
                                    <p:animClr clrSpc="hsl" dir="cw">
                                      <p:cBhvr override="childStyle">
                                        <p:cTn id="42" dur="500" fill="hold"/>
                                        <p:tgtEl>
                                          <p:spTgt spid="63"/>
                                        </p:tgtEl>
                                        <p:attrNameLst>
                                          <p:attrName>style.color</p:attrName>
                                        </p:attrNameLst>
                                      </p:cBhvr>
                                      <p:by>
                                        <p:hsl h="7200000" s="0" l="0"/>
                                      </p:by>
                                    </p:animClr>
                                    <p:animClr clrSpc="hsl" dir="cw">
                                      <p:cBhvr>
                                        <p:cTn id="43" dur="500" fill="hold"/>
                                        <p:tgtEl>
                                          <p:spTgt spid="63"/>
                                        </p:tgtEl>
                                        <p:attrNameLst>
                                          <p:attrName>fillcolor</p:attrName>
                                        </p:attrNameLst>
                                      </p:cBhvr>
                                      <p:by>
                                        <p:hsl h="7200000" s="0" l="0"/>
                                      </p:by>
                                    </p:animClr>
                                    <p:animClr clrSpc="hsl" dir="cw">
                                      <p:cBhvr>
                                        <p:cTn id="44" dur="500" fill="hold"/>
                                        <p:tgtEl>
                                          <p:spTgt spid="63"/>
                                        </p:tgtEl>
                                        <p:attrNameLst>
                                          <p:attrName>stroke.color</p:attrName>
                                        </p:attrNameLst>
                                      </p:cBhvr>
                                      <p:by>
                                        <p:hsl h="7200000" s="0" l="0"/>
                                      </p:by>
                                    </p:animClr>
                                    <p:set>
                                      <p:cBhvr>
                                        <p:cTn id="45" dur="500" fill="hold"/>
                                        <p:tgtEl>
                                          <p:spTgt spid="63"/>
                                        </p:tgtEl>
                                        <p:attrNameLst>
                                          <p:attrName>fill.type</p:attrName>
                                        </p:attrNameLst>
                                      </p:cBhvr>
                                      <p:to>
                                        <p:strVal val="solid"/>
                                      </p:to>
                                    </p:set>
                                  </p:childTnLst>
                                  <p:subTnLst>
                                    <p:animClr clrSpc="rgb" dir="cw">
                                      <p:cBhvr override="childStyle">
                                        <p:cTn dur="1" fill="hold" display="0" masterRel="nextClick" afterEffect="1"/>
                                        <p:tgtEl>
                                          <p:spTgt spid="63"/>
                                        </p:tgtEl>
                                        <p:attrNameLst>
                                          <p:attrName>ppt_c</p:attrName>
                                        </p:attrNameLst>
                                      </p:cBhvr>
                                      <p:to>
                                        <a:srgbClr val="007EB9"/>
                                      </p:to>
                                    </p:animClr>
                                  </p:subTnLst>
                                </p:cTn>
                              </p:par>
                              <p:par>
                                <p:cTn id="46" presetID="19" presetClass="emph" presetSubtype="0" fill="hold" nodeType="withEffect">
                                  <p:stCondLst>
                                    <p:cond delay="0"/>
                                  </p:stCondLst>
                                  <p:childTnLst>
                                    <p:animClr clrSpc="rgb" dir="cw">
                                      <p:cBhvr override="childStyle">
                                        <p:cTn id="47" dur="500" fill="hold"/>
                                        <p:tgtEl>
                                          <p:spTgt spid="68"/>
                                        </p:tgtEl>
                                        <p:attrNameLst>
                                          <p:attrName>style.color</p:attrName>
                                        </p:attrNameLst>
                                      </p:cBhvr>
                                      <p:to>
                                        <a:srgbClr val="007EB9"/>
                                      </p:to>
                                    </p:animClr>
                                    <p:animClr clrSpc="rgb" dir="cw">
                                      <p:cBhvr>
                                        <p:cTn id="48" dur="500" fill="hold"/>
                                        <p:tgtEl>
                                          <p:spTgt spid="68"/>
                                        </p:tgtEl>
                                        <p:attrNameLst>
                                          <p:attrName>fillcolor</p:attrName>
                                        </p:attrNameLst>
                                      </p:cBhvr>
                                      <p:to>
                                        <a:srgbClr val="007EB9"/>
                                      </p:to>
                                    </p:animClr>
                                    <p:set>
                                      <p:cBhvr>
                                        <p:cTn id="49" dur="500" fill="hold"/>
                                        <p:tgtEl>
                                          <p:spTgt spid="68"/>
                                        </p:tgtEl>
                                        <p:attrNameLst>
                                          <p:attrName>fill.type</p:attrName>
                                        </p:attrNameLst>
                                      </p:cBhvr>
                                      <p:to>
                                        <p:strVal val="solid"/>
                                      </p:to>
                                    </p:set>
                                    <p:set>
                                      <p:cBhvr>
                                        <p:cTn id="50" dur="500" fill="hold"/>
                                        <p:tgtEl>
                                          <p:spTgt spid="68"/>
                                        </p:tgtEl>
                                        <p:attrNameLst>
                                          <p:attrName>fill.on</p:attrName>
                                        </p:attrNameLst>
                                      </p:cBhvr>
                                      <p:to>
                                        <p:strVal val="true"/>
                                      </p:to>
                                    </p:set>
                                  </p:childTnLst>
                                  <p:subTnLst>
                                    <p:animClr clrSpc="rgb" dir="cw">
                                      <p:cBhvr override="childStyle">
                                        <p:cTn dur="1" fill="hold" display="0" masterRel="nextClick" afterEffect="1"/>
                                        <p:tgtEl>
                                          <p:spTgt spid="68"/>
                                        </p:tgtEl>
                                        <p:attrNameLst>
                                          <p:attrName>ppt_c</p:attrName>
                                        </p:attrNameLst>
                                      </p:cBhvr>
                                      <p:to>
                                        <a:srgbClr val="007EB9"/>
                                      </p:to>
                                    </p:animClr>
                                  </p:sub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wipe(left)">
                                      <p:cBhvr>
                                        <p:cTn id="5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6" grpId="0"/>
      <p:bldP spid="58" grpId="0"/>
      <p:bldP spid="63" grpId="0"/>
      <p:bldP spid="4" grpId="0" animBg="1"/>
    </p:bldLst>
  </p:timing>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C570DAAA-3487-BE44-FD63-63E7D6033805}"/>
              </a:ext>
            </a:extLst>
          </p:cNvPr>
          <p:cNvGrpSpPr>
            <a:grpSpLocks noChangeAspect="1"/>
          </p:cNvGrpSpPr>
          <p:nvPr/>
        </p:nvGrpSpPr>
        <p:grpSpPr>
          <a:xfrm>
            <a:off x="337931" y="2184869"/>
            <a:ext cx="11650811" cy="3252056"/>
            <a:chOff x="890816" y="2437482"/>
            <a:chExt cx="9001469" cy="2512553"/>
          </a:xfrm>
        </p:grpSpPr>
        <p:pic>
          <p:nvPicPr>
            <p:cNvPr id="6146" name="Picture 2">
              <a:extLst>
                <a:ext uri="{FF2B5EF4-FFF2-40B4-BE49-F238E27FC236}">
                  <a16:creationId xmlns:a16="http://schemas.microsoft.com/office/drawing/2014/main" id="{CC31E426-1D6F-BEC5-C82D-01664E3790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816" y="2437482"/>
              <a:ext cx="2676525" cy="18288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708F6932-FF0B-569B-75C5-BB16F79E5F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0610" y="2437482"/>
              <a:ext cx="2571750" cy="182880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F9D331F7-26FA-1C83-6B6E-5E03AD6DE1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6643" y="2437482"/>
              <a:ext cx="2476500" cy="1828800"/>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03F0B548-57DC-F484-7F4D-E064EE4464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8093" y="3997535"/>
              <a:ext cx="2133600" cy="952500"/>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a:extLst>
                <a:ext uri="{FF2B5EF4-FFF2-40B4-BE49-F238E27FC236}">
                  <a16:creationId xmlns:a16="http://schemas.microsoft.com/office/drawing/2014/main" id="{F8CAAE1B-F711-E409-5FC7-C147CCA965A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58685" y="2556142"/>
              <a:ext cx="2133600" cy="952500"/>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Espace réservé du texte 13">
            <a:extLst>
              <a:ext uri="{FF2B5EF4-FFF2-40B4-BE49-F238E27FC236}">
                <a16:creationId xmlns:a16="http://schemas.microsoft.com/office/drawing/2014/main" id="{4145E2BC-AAFB-A2B2-71BF-DC503B16C108}"/>
              </a:ext>
            </a:extLst>
          </p:cNvPr>
          <p:cNvSpPr>
            <a:spLocks noGrp="1"/>
          </p:cNvSpPr>
          <p:nvPr>
            <p:ph type="body" sz="quarter" idx="35"/>
          </p:nvPr>
        </p:nvSpPr>
        <p:spPr/>
        <p:txBody>
          <a:bodyPr/>
          <a:lstStyle/>
          <a:p>
            <a:r>
              <a:rPr lang="fr-FR" dirty="0"/>
              <a:t>Les questions/réponses</a:t>
            </a:r>
          </a:p>
        </p:txBody>
      </p:sp>
      <p:sp>
        <p:nvSpPr>
          <p:cNvPr id="11" name="Espace réservé du texte 10">
            <a:extLst>
              <a:ext uri="{FF2B5EF4-FFF2-40B4-BE49-F238E27FC236}">
                <a16:creationId xmlns:a16="http://schemas.microsoft.com/office/drawing/2014/main" id="{C2AAB901-6360-78FA-366E-FB19970EBA72}"/>
              </a:ext>
            </a:extLst>
          </p:cNvPr>
          <p:cNvSpPr>
            <a:spLocks noGrp="1"/>
          </p:cNvSpPr>
          <p:nvPr>
            <p:ph type="body" sz="quarter" idx="10"/>
          </p:nvPr>
        </p:nvSpPr>
        <p:spPr/>
        <p:txBody>
          <a:bodyPr/>
          <a:lstStyle/>
          <a:p>
            <a:r>
              <a:rPr lang="fr-FR" dirty="0"/>
              <a:t>ARBRES DE DECISION – VISION PRODUCTEUR</a:t>
            </a:r>
          </a:p>
        </p:txBody>
      </p:sp>
      <p:pic>
        <p:nvPicPr>
          <p:cNvPr id="18" name="Picture 4">
            <a:extLst>
              <a:ext uri="{FF2B5EF4-FFF2-40B4-BE49-F238E27FC236}">
                <a16:creationId xmlns:a16="http://schemas.microsoft.com/office/drawing/2014/main" id="{09D47F90-C7D9-7FE9-5B4F-1D88617B9C3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8205" y="2035040"/>
            <a:ext cx="623619" cy="64930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0">
            <a:extLst>
              <a:ext uri="{FF2B5EF4-FFF2-40B4-BE49-F238E27FC236}">
                <a16:creationId xmlns:a16="http://schemas.microsoft.com/office/drawing/2014/main" id="{3C49DF2F-9356-5B48-9170-7D6A5B5033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90410" y="2035040"/>
            <a:ext cx="623619" cy="649304"/>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4">
            <a:extLst>
              <a:ext uri="{FF2B5EF4-FFF2-40B4-BE49-F238E27FC236}">
                <a16:creationId xmlns:a16="http://schemas.microsoft.com/office/drawing/2014/main" id="{C7E31F76-2A4E-A09D-C220-CCBB5B29B51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35020" y="2037718"/>
            <a:ext cx="623619" cy="649304"/>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4">
            <a:extLst>
              <a:ext uri="{FF2B5EF4-FFF2-40B4-BE49-F238E27FC236}">
                <a16:creationId xmlns:a16="http://schemas.microsoft.com/office/drawing/2014/main" id="{CB88ADC9-E9CA-E0AD-F7EC-C616DD7A3D1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41350" y="2037718"/>
            <a:ext cx="623619" cy="64930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4">
            <a:extLst>
              <a:ext uri="{FF2B5EF4-FFF2-40B4-BE49-F238E27FC236}">
                <a16:creationId xmlns:a16="http://schemas.microsoft.com/office/drawing/2014/main" id="{DD7731DD-F738-7429-52A9-F279B847F28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58639" y="3902624"/>
            <a:ext cx="623619" cy="649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8560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CC31E426-1D6F-BEC5-C82D-01664E3790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931" y="2184869"/>
            <a:ext cx="3464289" cy="2367059"/>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708F6932-FF0B-569B-75C5-BB16F79E5F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8154" y="2184869"/>
            <a:ext cx="3328676" cy="2367059"/>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F9D331F7-26FA-1C83-6B6E-5E03AD6DE1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7020" y="2184869"/>
            <a:ext cx="3205392" cy="2367059"/>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03F0B548-57DC-F484-7F4D-E064EE4464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98931" y="4204082"/>
            <a:ext cx="2761568" cy="1232843"/>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a:extLst>
              <a:ext uri="{FF2B5EF4-FFF2-40B4-BE49-F238E27FC236}">
                <a16:creationId xmlns:a16="http://schemas.microsoft.com/office/drawing/2014/main" id="{F8CAAE1B-F711-E409-5FC7-C147CCA965A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27174" y="2338453"/>
            <a:ext cx="2761568" cy="1232843"/>
          </a:xfrm>
          <a:prstGeom prst="rect">
            <a:avLst/>
          </a:prstGeom>
          <a:noFill/>
          <a:extLst>
            <a:ext uri="{909E8E84-426E-40DD-AFC4-6F175D3DCCD1}">
              <a14:hiddenFill xmlns:a14="http://schemas.microsoft.com/office/drawing/2010/main">
                <a:solidFill>
                  <a:srgbClr val="FFFFFF"/>
                </a:solidFill>
              </a14:hiddenFill>
            </a:ext>
          </a:extLst>
        </p:spPr>
      </p:pic>
      <p:sp>
        <p:nvSpPr>
          <p:cNvPr id="14" name="Espace réservé du texte 13">
            <a:extLst>
              <a:ext uri="{FF2B5EF4-FFF2-40B4-BE49-F238E27FC236}">
                <a16:creationId xmlns:a16="http://schemas.microsoft.com/office/drawing/2014/main" id="{4145E2BC-AAFB-A2B2-71BF-DC503B16C108}"/>
              </a:ext>
            </a:extLst>
          </p:cNvPr>
          <p:cNvSpPr>
            <a:spLocks noGrp="1"/>
          </p:cNvSpPr>
          <p:nvPr>
            <p:ph type="body" sz="quarter" idx="35"/>
          </p:nvPr>
        </p:nvSpPr>
        <p:spPr/>
        <p:txBody>
          <a:bodyPr/>
          <a:lstStyle/>
          <a:p>
            <a:r>
              <a:rPr lang="fr-FR" dirty="0"/>
              <a:t>Exemple 1: Notification de création et mise à jour des commandes en asynchrone</a:t>
            </a:r>
          </a:p>
        </p:txBody>
      </p:sp>
      <p:sp>
        <p:nvSpPr>
          <p:cNvPr id="11" name="Espace réservé du texte 10">
            <a:extLst>
              <a:ext uri="{FF2B5EF4-FFF2-40B4-BE49-F238E27FC236}">
                <a16:creationId xmlns:a16="http://schemas.microsoft.com/office/drawing/2014/main" id="{C2AAB901-6360-78FA-366E-FB19970EBA72}"/>
              </a:ext>
            </a:extLst>
          </p:cNvPr>
          <p:cNvSpPr>
            <a:spLocks noGrp="1"/>
          </p:cNvSpPr>
          <p:nvPr>
            <p:ph type="body" sz="quarter" idx="10"/>
          </p:nvPr>
        </p:nvSpPr>
        <p:spPr/>
        <p:txBody>
          <a:bodyPr/>
          <a:lstStyle/>
          <a:p>
            <a:r>
              <a:rPr lang="fr-FR"/>
              <a:t>ARBRES DE DECISION – VISION PRODUCTEUR</a:t>
            </a:r>
          </a:p>
        </p:txBody>
      </p:sp>
      <p:pic>
        <p:nvPicPr>
          <p:cNvPr id="18" name="Picture 4">
            <a:extLst>
              <a:ext uri="{FF2B5EF4-FFF2-40B4-BE49-F238E27FC236}">
                <a16:creationId xmlns:a16="http://schemas.microsoft.com/office/drawing/2014/main" id="{09D47F90-C7D9-7FE9-5B4F-1D88617B9C3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8205" y="2035040"/>
            <a:ext cx="623619" cy="64930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0">
            <a:extLst>
              <a:ext uri="{FF2B5EF4-FFF2-40B4-BE49-F238E27FC236}">
                <a16:creationId xmlns:a16="http://schemas.microsoft.com/office/drawing/2014/main" id="{3C49DF2F-9356-5B48-9170-7D6A5B5033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90410" y="2035040"/>
            <a:ext cx="623619" cy="649304"/>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4">
            <a:extLst>
              <a:ext uri="{FF2B5EF4-FFF2-40B4-BE49-F238E27FC236}">
                <a16:creationId xmlns:a16="http://schemas.microsoft.com/office/drawing/2014/main" id="{C7E31F76-2A4E-A09D-C220-CCBB5B29B51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35020" y="2037718"/>
            <a:ext cx="623619" cy="649304"/>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4">
            <a:extLst>
              <a:ext uri="{FF2B5EF4-FFF2-40B4-BE49-F238E27FC236}">
                <a16:creationId xmlns:a16="http://schemas.microsoft.com/office/drawing/2014/main" id="{CB88ADC9-E9CA-E0AD-F7EC-C616DD7A3D1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41350" y="2037718"/>
            <a:ext cx="623619" cy="64930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4">
            <a:extLst>
              <a:ext uri="{FF2B5EF4-FFF2-40B4-BE49-F238E27FC236}">
                <a16:creationId xmlns:a16="http://schemas.microsoft.com/office/drawing/2014/main" id="{DD7731DD-F738-7429-52A9-F279B847F28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58639" y="3902624"/>
            <a:ext cx="623619" cy="64930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 coins arrondis 3">
            <a:extLst>
              <a:ext uri="{FF2B5EF4-FFF2-40B4-BE49-F238E27FC236}">
                <a16:creationId xmlns:a16="http://schemas.microsoft.com/office/drawing/2014/main" id="{D9C6B58C-6006-26CA-1663-5EA68ABC6539}"/>
              </a:ext>
            </a:extLst>
          </p:cNvPr>
          <p:cNvSpPr/>
          <p:nvPr/>
        </p:nvSpPr>
        <p:spPr>
          <a:xfrm>
            <a:off x="915610" y="2535548"/>
            <a:ext cx="1514256" cy="736461"/>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Emission</a:t>
            </a:r>
          </a:p>
        </p:txBody>
      </p:sp>
      <p:grpSp>
        <p:nvGrpSpPr>
          <p:cNvPr id="12" name="Groupe 11">
            <a:extLst>
              <a:ext uri="{FF2B5EF4-FFF2-40B4-BE49-F238E27FC236}">
                <a16:creationId xmlns:a16="http://schemas.microsoft.com/office/drawing/2014/main" id="{4D785611-B796-3AFB-F254-A146475E039E}"/>
              </a:ext>
            </a:extLst>
          </p:cNvPr>
          <p:cNvGrpSpPr/>
          <p:nvPr/>
        </p:nvGrpSpPr>
        <p:grpSpPr>
          <a:xfrm>
            <a:off x="9464969" y="3272007"/>
            <a:ext cx="1514255" cy="1668536"/>
            <a:chOff x="9464969" y="3272007"/>
            <a:chExt cx="1514255" cy="1668536"/>
          </a:xfrm>
        </p:grpSpPr>
        <p:sp>
          <p:nvSpPr>
            <p:cNvPr id="5" name="Rectangle : coins arrondis 4">
              <a:extLst>
                <a:ext uri="{FF2B5EF4-FFF2-40B4-BE49-F238E27FC236}">
                  <a16:creationId xmlns:a16="http://schemas.microsoft.com/office/drawing/2014/main" id="{47EA9B8B-D077-A306-6C96-4BE006D3A36D}"/>
                </a:ext>
              </a:extLst>
            </p:cNvPr>
            <p:cNvSpPr/>
            <p:nvPr/>
          </p:nvSpPr>
          <p:spPr>
            <a:xfrm>
              <a:off x="9464969" y="4204082"/>
              <a:ext cx="1514255" cy="736461"/>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Pub/</a:t>
              </a:r>
              <a:r>
                <a:rPr lang="fr-FR" sz="1400" err="1">
                  <a:solidFill>
                    <a:schemeClr val="tx1"/>
                  </a:solidFill>
                </a:rPr>
                <a:t>Sub</a:t>
              </a:r>
              <a:endParaRPr lang="fr-FR" sz="1400">
                <a:solidFill>
                  <a:schemeClr val="tx1"/>
                </a:solidFill>
              </a:endParaRPr>
            </a:p>
          </p:txBody>
        </p:sp>
        <p:cxnSp>
          <p:nvCxnSpPr>
            <p:cNvPr id="7" name="Connecteur droit avec flèche 6">
              <a:extLst>
                <a:ext uri="{FF2B5EF4-FFF2-40B4-BE49-F238E27FC236}">
                  <a16:creationId xmlns:a16="http://schemas.microsoft.com/office/drawing/2014/main" id="{BB94D009-13AB-5AB3-713D-94C1BBB65BC2}"/>
                </a:ext>
              </a:extLst>
            </p:cNvPr>
            <p:cNvCxnSpPr>
              <a:cxnSpLocks/>
              <a:stCxn id="8" idx="2"/>
              <a:endCxn id="5" idx="0"/>
            </p:cNvCxnSpPr>
            <p:nvPr/>
          </p:nvCxnSpPr>
          <p:spPr>
            <a:xfrm flipH="1">
              <a:off x="10222097" y="3272007"/>
              <a:ext cx="2576" cy="93207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5" name="Connecteur droit avec flèche 14">
            <a:extLst>
              <a:ext uri="{FF2B5EF4-FFF2-40B4-BE49-F238E27FC236}">
                <a16:creationId xmlns:a16="http://schemas.microsoft.com/office/drawing/2014/main" id="{34114443-C2AE-4211-0608-27C9C214B018}"/>
              </a:ext>
            </a:extLst>
          </p:cNvPr>
          <p:cNvCxnSpPr>
            <a:cxnSpLocks/>
            <a:stCxn id="4" idx="3"/>
          </p:cNvCxnSpPr>
          <p:nvPr/>
        </p:nvCxnSpPr>
        <p:spPr>
          <a:xfrm>
            <a:off x="2429866" y="2903779"/>
            <a:ext cx="206501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9" name="Groupe 28">
            <a:extLst>
              <a:ext uri="{FF2B5EF4-FFF2-40B4-BE49-F238E27FC236}">
                <a16:creationId xmlns:a16="http://schemas.microsoft.com/office/drawing/2014/main" id="{93197471-6FF3-3257-6F34-63769CD9346F}"/>
              </a:ext>
            </a:extLst>
          </p:cNvPr>
          <p:cNvGrpSpPr/>
          <p:nvPr/>
        </p:nvGrpSpPr>
        <p:grpSpPr>
          <a:xfrm>
            <a:off x="4494882" y="2535547"/>
            <a:ext cx="3978782" cy="736461"/>
            <a:chOff x="4494882" y="2535547"/>
            <a:chExt cx="3978782" cy="736461"/>
          </a:xfrm>
        </p:grpSpPr>
        <p:sp>
          <p:nvSpPr>
            <p:cNvPr id="6" name="Rectangle : coins arrondis 5">
              <a:extLst>
                <a:ext uri="{FF2B5EF4-FFF2-40B4-BE49-F238E27FC236}">
                  <a16:creationId xmlns:a16="http://schemas.microsoft.com/office/drawing/2014/main" id="{251E2331-790D-DFAA-5C03-BDCBCA28BFB0}"/>
                </a:ext>
              </a:extLst>
            </p:cNvPr>
            <p:cNvSpPr/>
            <p:nvPr/>
          </p:nvSpPr>
          <p:spPr>
            <a:xfrm>
              <a:off x="6959408" y="2535547"/>
              <a:ext cx="1514256" cy="736461"/>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Standard</a:t>
              </a:r>
              <a:endParaRPr lang="fr-FR" sz="1600">
                <a:solidFill>
                  <a:schemeClr val="tx1"/>
                </a:solidFill>
              </a:endParaRPr>
            </a:p>
          </p:txBody>
        </p:sp>
        <p:cxnSp>
          <p:nvCxnSpPr>
            <p:cNvPr id="19" name="Connecteur droit avec flèche 18">
              <a:extLst>
                <a:ext uri="{FF2B5EF4-FFF2-40B4-BE49-F238E27FC236}">
                  <a16:creationId xmlns:a16="http://schemas.microsoft.com/office/drawing/2014/main" id="{070AD0A2-386A-8B49-FE9C-AF75D97D867E}"/>
                </a:ext>
              </a:extLst>
            </p:cNvPr>
            <p:cNvCxnSpPr>
              <a:cxnSpLocks/>
              <a:endCxn id="6" idx="1"/>
            </p:cNvCxnSpPr>
            <p:nvPr/>
          </p:nvCxnSpPr>
          <p:spPr>
            <a:xfrm>
              <a:off x="4494882" y="2903777"/>
              <a:ext cx="2464526"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 name="Groupe 27">
            <a:extLst>
              <a:ext uri="{FF2B5EF4-FFF2-40B4-BE49-F238E27FC236}">
                <a16:creationId xmlns:a16="http://schemas.microsoft.com/office/drawing/2014/main" id="{37C258A3-5DFD-9B5B-7986-2AC9D7C3E6E0}"/>
              </a:ext>
            </a:extLst>
          </p:cNvPr>
          <p:cNvGrpSpPr/>
          <p:nvPr/>
        </p:nvGrpSpPr>
        <p:grpSpPr>
          <a:xfrm>
            <a:off x="8473664" y="2535546"/>
            <a:ext cx="2508137" cy="736461"/>
            <a:chOff x="8473664" y="2535546"/>
            <a:chExt cx="2508137" cy="736461"/>
          </a:xfrm>
        </p:grpSpPr>
        <p:sp>
          <p:nvSpPr>
            <p:cNvPr id="8" name="Rectangle : coins arrondis 7">
              <a:extLst>
                <a:ext uri="{FF2B5EF4-FFF2-40B4-BE49-F238E27FC236}">
                  <a16:creationId xmlns:a16="http://schemas.microsoft.com/office/drawing/2014/main" id="{3FCCD5C5-22B0-B712-BF71-374AC9A73F48}"/>
                </a:ext>
              </a:extLst>
            </p:cNvPr>
            <p:cNvSpPr/>
            <p:nvPr/>
          </p:nvSpPr>
          <p:spPr>
            <a:xfrm>
              <a:off x="9467545" y="2535546"/>
              <a:ext cx="1514256" cy="736461"/>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tx1"/>
                </a:solidFill>
              </a:endParaRPr>
            </a:p>
          </p:txBody>
        </p:sp>
        <p:cxnSp>
          <p:nvCxnSpPr>
            <p:cNvPr id="24" name="Connecteur droit avec flèche 23">
              <a:extLst>
                <a:ext uri="{FF2B5EF4-FFF2-40B4-BE49-F238E27FC236}">
                  <a16:creationId xmlns:a16="http://schemas.microsoft.com/office/drawing/2014/main" id="{E00B20C9-574C-AC57-0B4F-FBCD3E275FD6}"/>
                </a:ext>
              </a:extLst>
            </p:cNvPr>
            <p:cNvCxnSpPr>
              <a:cxnSpLocks/>
              <a:stCxn id="6" idx="3"/>
              <a:endCxn id="8" idx="1"/>
            </p:cNvCxnSpPr>
            <p:nvPr/>
          </p:nvCxnSpPr>
          <p:spPr>
            <a:xfrm flipV="1">
              <a:off x="8473664" y="2903777"/>
              <a:ext cx="993881"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3" name="ZoneTexte 32">
            <a:extLst>
              <a:ext uri="{FF2B5EF4-FFF2-40B4-BE49-F238E27FC236}">
                <a16:creationId xmlns:a16="http://schemas.microsoft.com/office/drawing/2014/main" id="{F8D18975-AA5B-BFAF-D513-C465B8BA36C3}"/>
              </a:ext>
            </a:extLst>
          </p:cNvPr>
          <p:cNvSpPr txBox="1"/>
          <p:nvPr/>
        </p:nvSpPr>
        <p:spPr>
          <a:xfrm>
            <a:off x="2945349" y="3690293"/>
            <a:ext cx="3168734" cy="307777"/>
          </a:xfrm>
          <a:prstGeom prst="rect">
            <a:avLst/>
          </a:prstGeom>
          <a:noFill/>
          <a:ln>
            <a:solidFill>
              <a:schemeClr val="tx1"/>
            </a:solidFill>
          </a:ln>
        </p:spPr>
        <p:txBody>
          <a:bodyPr wrap="square" rtlCol="0">
            <a:spAutoFit/>
          </a:bodyPr>
          <a:lstStyle/>
          <a:p>
            <a:r>
              <a:rPr lang="fr-FR" sz="1400">
                <a:latin typeface="Arial" panose="020B0604020202020204" pitchFamily="34" charset="0"/>
                <a:cs typeface="Arial" panose="020B0604020202020204" pitchFamily="34" charset="0"/>
              </a:rPr>
              <a:t>L’émission est toujours asynchrone</a:t>
            </a:r>
          </a:p>
        </p:txBody>
      </p:sp>
    </p:spTree>
    <p:extLst>
      <p:ext uri="{BB962C8B-B14F-4D97-AF65-F5344CB8AC3E}">
        <p14:creationId xmlns:p14="http://schemas.microsoft.com/office/powerpoint/2010/main" val="11712149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146"/>
                                        </p:tgtEl>
                                        <p:attrNameLst>
                                          <p:attrName>style.visibility</p:attrName>
                                        </p:attrNameLst>
                                      </p:cBhvr>
                                      <p:to>
                                        <p:strVal val="hidden"/>
                                      </p:to>
                                    </p:set>
                                  </p:childTnLst>
                                </p:cTn>
                              </p:par>
                              <p:par>
                                <p:cTn id="7" presetID="22" presetClass="entr" presetSubtype="8"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wipe(left)">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6148"/>
                                        </p:tgtEl>
                                        <p:attrNameLst>
                                          <p:attrName>style.visibility</p:attrName>
                                        </p:attrNameLst>
                                      </p:cBhvr>
                                      <p:to>
                                        <p:strVal val="hidden"/>
                                      </p:to>
                                    </p:set>
                                  </p:childTnLst>
                                </p:cTn>
                              </p:par>
                              <p:par>
                                <p:cTn id="14" presetID="22" presetClass="entr" presetSubtype="8" fill="hold" grpId="0"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wipe(left)">
                                      <p:cBhvr>
                                        <p:cTn id="16" dur="500"/>
                                        <p:tgtEl>
                                          <p:spTgt spid="33"/>
                                        </p:tgtEl>
                                      </p:cBhvr>
                                    </p:animEffect>
                                  </p:childTnLst>
                                </p:cTn>
                              </p:par>
                              <p:par>
                                <p:cTn id="17" presetID="22" presetClass="entr" presetSubtype="8"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left)">
                                      <p:cBhvr>
                                        <p:cTn id="19" dur="5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nodeType="clickEffect">
                                  <p:stCondLst>
                                    <p:cond delay="0"/>
                                  </p:stCondLst>
                                  <p:childTnLst>
                                    <p:set>
                                      <p:cBhvr>
                                        <p:cTn id="23" dur="1" fill="hold">
                                          <p:stCondLst>
                                            <p:cond delay="0"/>
                                          </p:stCondLst>
                                        </p:cTn>
                                        <p:tgtEl>
                                          <p:spTgt spid="6150"/>
                                        </p:tgtEl>
                                        <p:attrNameLst>
                                          <p:attrName>style.visibility</p:attrName>
                                        </p:attrNameLst>
                                      </p:cBhvr>
                                      <p:to>
                                        <p:strVal val="hidden"/>
                                      </p:to>
                                    </p:set>
                                  </p:childTnLst>
                                </p:cTn>
                              </p:par>
                              <p:par>
                                <p:cTn id="24" presetID="22" presetClass="entr" presetSubtype="8" fill="hold"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left)">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6154"/>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3"/>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6152"/>
                                        </p:tgtEl>
                                        <p:attrNameLst>
                                          <p:attrName>style.visibility</p:attrName>
                                        </p:attrNameLst>
                                      </p:cBhvr>
                                      <p:to>
                                        <p:strVal val="hidden"/>
                                      </p:to>
                                    </p:set>
                                  </p:childTnLst>
                                </p:cTn>
                              </p:par>
                              <p:par>
                                <p:cTn id="35" presetID="22" presetClass="entr" presetSubtype="8"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wipe(left)">
                                      <p:cBhvr>
                                        <p:cTn id="37" dur="5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up)">
                                      <p:cBhvr>
                                        <p:cTn id="4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3" grpId="0" animBg="1"/>
    </p:bldLst>
  </p:timing>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CC31E426-1D6F-BEC5-C82D-01664E3790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931" y="2184869"/>
            <a:ext cx="3464289" cy="2367059"/>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708F6932-FF0B-569B-75C5-BB16F79E5F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8154" y="2184869"/>
            <a:ext cx="3328676" cy="2367059"/>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F9D331F7-26FA-1C83-6B6E-5E03AD6DE1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7020" y="2184869"/>
            <a:ext cx="3205392" cy="2367059"/>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03F0B548-57DC-F484-7F4D-E064EE4464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98931" y="4204082"/>
            <a:ext cx="2761568" cy="1232843"/>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a:extLst>
              <a:ext uri="{FF2B5EF4-FFF2-40B4-BE49-F238E27FC236}">
                <a16:creationId xmlns:a16="http://schemas.microsoft.com/office/drawing/2014/main" id="{F8CAAE1B-F711-E409-5FC7-C147CCA965A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27174" y="2338453"/>
            <a:ext cx="2761568" cy="1232843"/>
          </a:xfrm>
          <a:prstGeom prst="rect">
            <a:avLst/>
          </a:prstGeom>
          <a:noFill/>
          <a:extLst>
            <a:ext uri="{909E8E84-426E-40DD-AFC4-6F175D3DCCD1}">
              <a14:hiddenFill xmlns:a14="http://schemas.microsoft.com/office/drawing/2010/main">
                <a:solidFill>
                  <a:srgbClr val="FFFFFF"/>
                </a:solidFill>
              </a14:hiddenFill>
            </a:ext>
          </a:extLst>
        </p:spPr>
      </p:pic>
      <p:sp>
        <p:nvSpPr>
          <p:cNvPr id="14" name="Espace réservé du texte 13">
            <a:extLst>
              <a:ext uri="{FF2B5EF4-FFF2-40B4-BE49-F238E27FC236}">
                <a16:creationId xmlns:a16="http://schemas.microsoft.com/office/drawing/2014/main" id="{4145E2BC-AAFB-A2B2-71BF-DC503B16C108}"/>
              </a:ext>
            </a:extLst>
          </p:cNvPr>
          <p:cNvSpPr>
            <a:spLocks noGrp="1"/>
          </p:cNvSpPr>
          <p:nvPr>
            <p:ph type="body" sz="quarter" idx="35"/>
          </p:nvPr>
        </p:nvSpPr>
        <p:spPr/>
        <p:txBody>
          <a:bodyPr/>
          <a:lstStyle/>
          <a:p>
            <a:r>
              <a:rPr lang="fr-FR"/>
              <a:t>Exemple 2 : Exposition de la ressource OIA</a:t>
            </a:r>
          </a:p>
        </p:txBody>
      </p:sp>
      <p:sp>
        <p:nvSpPr>
          <p:cNvPr id="11" name="Espace réservé du texte 10">
            <a:extLst>
              <a:ext uri="{FF2B5EF4-FFF2-40B4-BE49-F238E27FC236}">
                <a16:creationId xmlns:a16="http://schemas.microsoft.com/office/drawing/2014/main" id="{C2AAB901-6360-78FA-366E-FB19970EBA72}"/>
              </a:ext>
            </a:extLst>
          </p:cNvPr>
          <p:cNvSpPr>
            <a:spLocks noGrp="1"/>
          </p:cNvSpPr>
          <p:nvPr>
            <p:ph type="body" sz="quarter" idx="10"/>
          </p:nvPr>
        </p:nvSpPr>
        <p:spPr/>
        <p:txBody>
          <a:bodyPr/>
          <a:lstStyle/>
          <a:p>
            <a:r>
              <a:rPr lang="fr-FR"/>
              <a:t>ARBRES DE DECISION – VISION PRODUCTEUR</a:t>
            </a:r>
          </a:p>
        </p:txBody>
      </p:sp>
      <p:pic>
        <p:nvPicPr>
          <p:cNvPr id="18" name="Picture 4">
            <a:extLst>
              <a:ext uri="{FF2B5EF4-FFF2-40B4-BE49-F238E27FC236}">
                <a16:creationId xmlns:a16="http://schemas.microsoft.com/office/drawing/2014/main" id="{09D47F90-C7D9-7FE9-5B4F-1D88617B9C3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8205" y="2035040"/>
            <a:ext cx="623619" cy="64930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0">
            <a:extLst>
              <a:ext uri="{FF2B5EF4-FFF2-40B4-BE49-F238E27FC236}">
                <a16:creationId xmlns:a16="http://schemas.microsoft.com/office/drawing/2014/main" id="{3C49DF2F-9356-5B48-9170-7D6A5B5033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90410" y="2035040"/>
            <a:ext cx="623619" cy="649304"/>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4">
            <a:extLst>
              <a:ext uri="{FF2B5EF4-FFF2-40B4-BE49-F238E27FC236}">
                <a16:creationId xmlns:a16="http://schemas.microsoft.com/office/drawing/2014/main" id="{C7E31F76-2A4E-A09D-C220-CCBB5B29B51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35020" y="2037718"/>
            <a:ext cx="623619" cy="649304"/>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4">
            <a:extLst>
              <a:ext uri="{FF2B5EF4-FFF2-40B4-BE49-F238E27FC236}">
                <a16:creationId xmlns:a16="http://schemas.microsoft.com/office/drawing/2014/main" id="{CB88ADC9-E9CA-E0AD-F7EC-C616DD7A3D1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41350" y="2037718"/>
            <a:ext cx="623619" cy="64930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4">
            <a:extLst>
              <a:ext uri="{FF2B5EF4-FFF2-40B4-BE49-F238E27FC236}">
                <a16:creationId xmlns:a16="http://schemas.microsoft.com/office/drawing/2014/main" id="{DD7731DD-F738-7429-52A9-F279B847F28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58639" y="3902624"/>
            <a:ext cx="623619" cy="64930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 coins arrondis 3">
            <a:extLst>
              <a:ext uri="{FF2B5EF4-FFF2-40B4-BE49-F238E27FC236}">
                <a16:creationId xmlns:a16="http://schemas.microsoft.com/office/drawing/2014/main" id="{D9C6B58C-6006-26CA-1663-5EA68ABC6539}"/>
              </a:ext>
            </a:extLst>
          </p:cNvPr>
          <p:cNvSpPr/>
          <p:nvPr/>
        </p:nvSpPr>
        <p:spPr>
          <a:xfrm>
            <a:off x="915610" y="2535548"/>
            <a:ext cx="1514256" cy="736461"/>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Transactionnel</a:t>
            </a:r>
          </a:p>
        </p:txBody>
      </p:sp>
      <p:grpSp>
        <p:nvGrpSpPr>
          <p:cNvPr id="12" name="Groupe 11">
            <a:extLst>
              <a:ext uri="{FF2B5EF4-FFF2-40B4-BE49-F238E27FC236}">
                <a16:creationId xmlns:a16="http://schemas.microsoft.com/office/drawing/2014/main" id="{4D785611-B796-3AFB-F254-A146475E039E}"/>
              </a:ext>
            </a:extLst>
          </p:cNvPr>
          <p:cNvGrpSpPr/>
          <p:nvPr/>
        </p:nvGrpSpPr>
        <p:grpSpPr>
          <a:xfrm>
            <a:off x="9464969" y="3272007"/>
            <a:ext cx="1514255" cy="1668536"/>
            <a:chOff x="9464969" y="3272007"/>
            <a:chExt cx="1514255" cy="1668536"/>
          </a:xfrm>
        </p:grpSpPr>
        <p:sp>
          <p:nvSpPr>
            <p:cNvPr id="5" name="Rectangle : coins arrondis 4">
              <a:extLst>
                <a:ext uri="{FF2B5EF4-FFF2-40B4-BE49-F238E27FC236}">
                  <a16:creationId xmlns:a16="http://schemas.microsoft.com/office/drawing/2014/main" id="{47EA9B8B-D077-A306-6C96-4BE006D3A36D}"/>
                </a:ext>
              </a:extLst>
            </p:cNvPr>
            <p:cNvSpPr/>
            <p:nvPr/>
          </p:nvSpPr>
          <p:spPr>
            <a:xfrm>
              <a:off x="9464969" y="4204082"/>
              <a:ext cx="1514255" cy="736461"/>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API Gateway</a:t>
              </a:r>
            </a:p>
          </p:txBody>
        </p:sp>
        <p:cxnSp>
          <p:nvCxnSpPr>
            <p:cNvPr id="7" name="Connecteur droit avec flèche 6">
              <a:extLst>
                <a:ext uri="{FF2B5EF4-FFF2-40B4-BE49-F238E27FC236}">
                  <a16:creationId xmlns:a16="http://schemas.microsoft.com/office/drawing/2014/main" id="{BB94D009-13AB-5AB3-713D-94C1BBB65BC2}"/>
                </a:ext>
              </a:extLst>
            </p:cNvPr>
            <p:cNvCxnSpPr>
              <a:cxnSpLocks/>
              <a:stCxn id="8" idx="2"/>
              <a:endCxn id="5" idx="0"/>
            </p:cNvCxnSpPr>
            <p:nvPr/>
          </p:nvCxnSpPr>
          <p:spPr>
            <a:xfrm flipH="1">
              <a:off x="10222097" y="3272007"/>
              <a:ext cx="2576" cy="93207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0" name="Groupe 29">
            <a:extLst>
              <a:ext uri="{FF2B5EF4-FFF2-40B4-BE49-F238E27FC236}">
                <a16:creationId xmlns:a16="http://schemas.microsoft.com/office/drawing/2014/main" id="{485BAFAF-4CE0-9A1F-4609-EB99346B3D66}"/>
              </a:ext>
            </a:extLst>
          </p:cNvPr>
          <p:cNvGrpSpPr/>
          <p:nvPr/>
        </p:nvGrpSpPr>
        <p:grpSpPr>
          <a:xfrm>
            <a:off x="2429866" y="2535548"/>
            <a:ext cx="3113799" cy="736461"/>
            <a:chOff x="2429866" y="2535548"/>
            <a:chExt cx="3113799" cy="736461"/>
          </a:xfrm>
        </p:grpSpPr>
        <p:sp>
          <p:nvSpPr>
            <p:cNvPr id="2" name="Rectangle : coins arrondis 1">
              <a:extLst>
                <a:ext uri="{FF2B5EF4-FFF2-40B4-BE49-F238E27FC236}">
                  <a16:creationId xmlns:a16="http://schemas.microsoft.com/office/drawing/2014/main" id="{FC1805E2-A8CC-B936-D4A3-EB2E58116D72}"/>
                </a:ext>
              </a:extLst>
            </p:cNvPr>
            <p:cNvSpPr/>
            <p:nvPr/>
          </p:nvSpPr>
          <p:spPr>
            <a:xfrm>
              <a:off x="4029409" y="2535548"/>
              <a:ext cx="1514256" cy="736461"/>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Synchrone</a:t>
              </a:r>
              <a:endParaRPr lang="fr-FR" sz="1600">
                <a:solidFill>
                  <a:schemeClr val="tx1"/>
                </a:solidFill>
              </a:endParaRPr>
            </a:p>
          </p:txBody>
        </p:sp>
        <p:cxnSp>
          <p:nvCxnSpPr>
            <p:cNvPr id="15" name="Connecteur droit avec flèche 14">
              <a:extLst>
                <a:ext uri="{FF2B5EF4-FFF2-40B4-BE49-F238E27FC236}">
                  <a16:creationId xmlns:a16="http://schemas.microsoft.com/office/drawing/2014/main" id="{34114443-C2AE-4211-0608-27C9C214B018}"/>
                </a:ext>
              </a:extLst>
            </p:cNvPr>
            <p:cNvCxnSpPr>
              <a:cxnSpLocks/>
              <a:stCxn id="4" idx="3"/>
              <a:endCxn id="2" idx="1"/>
            </p:cNvCxnSpPr>
            <p:nvPr/>
          </p:nvCxnSpPr>
          <p:spPr>
            <a:xfrm>
              <a:off x="2429866" y="2903779"/>
              <a:ext cx="159954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e 28">
            <a:extLst>
              <a:ext uri="{FF2B5EF4-FFF2-40B4-BE49-F238E27FC236}">
                <a16:creationId xmlns:a16="http://schemas.microsoft.com/office/drawing/2014/main" id="{93197471-6FF3-3257-6F34-63769CD9346F}"/>
              </a:ext>
            </a:extLst>
          </p:cNvPr>
          <p:cNvGrpSpPr/>
          <p:nvPr/>
        </p:nvGrpSpPr>
        <p:grpSpPr>
          <a:xfrm>
            <a:off x="5543665" y="2535547"/>
            <a:ext cx="2929999" cy="736461"/>
            <a:chOff x="5543665" y="2535547"/>
            <a:chExt cx="2929999" cy="736461"/>
          </a:xfrm>
        </p:grpSpPr>
        <p:sp>
          <p:nvSpPr>
            <p:cNvPr id="6" name="Rectangle : coins arrondis 5">
              <a:extLst>
                <a:ext uri="{FF2B5EF4-FFF2-40B4-BE49-F238E27FC236}">
                  <a16:creationId xmlns:a16="http://schemas.microsoft.com/office/drawing/2014/main" id="{251E2331-790D-DFAA-5C03-BDCBCA28BFB0}"/>
                </a:ext>
              </a:extLst>
            </p:cNvPr>
            <p:cNvSpPr/>
            <p:nvPr/>
          </p:nvSpPr>
          <p:spPr>
            <a:xfrm>
              <a:off x="6959408" y="2535547"/>
              <a:ext cx="1514256" cy="736461"/>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Standard</a:t>
              </a:r>
              <a:endParaRPr lang="fr-FR" sz="1600">
                <a:solidFill>
                  <a:schemeClr val="tx1"/>
                </a:solidFill>
              </a:endParaRPr>
            </a:p>
          </p:txBody>
        </p:sp>
        <p:cxnSp>
          <p:nvCxnSpPr>
            <p:cNvPr id="19" name="Connecteur droit avec flèche 18">
              <a:extLst>
                <a:ext uri="{FF2B5EF4-FFF2-40B4-BE49-F238E27FC236}">
                  <a16:creationId xmlns:a16="http://schemas.microsoft.com/office/drawing/2014/main" id="{070AD0A2-386A-8B49-FE9C-AF75D97D867E}"/>
                </a:ext>
              </a:extLst>
            </p:cNvPr>
            <p:cNvCxnSpPr>
              <a:cxnSpLocks/>
              <a:stCxn id="2" idx="3"/>
              <a:endCxn id="6" idx="1"/>
            </p:cNvCxnSpPr>
            <p:nvPr/>
          </p:nvCxnSpPr>
          <p:spPr>
            <a:xfrm flipV="1">
              <a:off x="5543665" y="2903778"/>
              <a:ext cx="1415743"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 name="Groupe 27">
            <a:extLst>
              <a:ext uri="{FF2B5EF4-FFF2-40B4-BE49-F238E27FC236}">
                <a16:creationId xmlns:a16="http://schemas.microsoft.com/office/drawing/2014/main" id="{37C258A3-5DFD-9B5B-7986-2AC9D7C3E6E0}"/>
              </a:ext>
            </a:extLst>
          </p:cNvPr>
          <p:cNvGrpSpPr/>
          <p:nvPr/>
        </p:nvGrpSpPr>
        <p:grpSpPr>
          <a:xfrm>
            <a:off x="8473664" y="2535546"/>
            <a:ext cx="2508137" cy="736461"/>
            <a:chOff x="8473664" y="2535546"/>
            <a:chExt cx="2508137" cy="736461"/>
          </a:xfrm>
        </p:grpSpPr>
        <p:sp>
          <p:nvSpPr>
            <p:cNvPr id="8" name="Rectangle : coins arrondis 7">
              <a:extLst>
                <a:ext uri="{FF2B5EF4-FFF2-40B4-BE49-F238E27FC236}">
                  <a16:creationId xmlns:a16="http://schemas.microsoft.com/office/drawing/2014/main" id="{3FCCD5C5-22B0-B712-BF71-374AC9A73F48}"/>
                </a:ext>
              </a:extLst>
            </p:cNvPr>
            <p:cNvSpPr/>
            <p:nvPr/>
          </p:nvSpPr>
          <p:spPr>
            <a:xfrm>
              <a:off x="9467545" y="2535546"/>
              <a:ext cx="1514256" cy="736461"/>
            </a:xfrm>
            <a:prstGeom prst="roundRect">
              <a:avLst/>
            </a:prstGeom>
            <a:solidFill>
              <a:srgbClr val="F5F5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API</a:t>
              </a:r>
              <a:endParaRPr lang="fr-FR" sz="1600">
                <a:solidFill>
                  <a:schemeClr val="tx1"/>
                </a:solidFill>
              </a:endParaRPr>
            </a:p>
          </p:txBody>
        </p:sp>
        <p:cxnSp>
          <p:nvCxnSpPr>
            <p:cNvPr id="24" name="Connecteur droit avec flèche 23">
              <a:extLst>
                <a:ext uri="{FF2B5EF4-FFF2-40B4-BE49-F238E27FC236}">
                  <a16:creationId xmlns:a16="http://schemas.microsoft.com/office/drawing/2014/main" id="{E00B20C9-574C-AC57-0B4F-FBCD3E275FD6}"/>
                </a:ext>
              </a:extLst>
            </p:cNvPr>
            <p:cNvCxnSpPr>
              <a:cxnSpLocks/>
              <a:stCxn id="6" idx="3"/>
              <a:endCxn id="8" idx="1"/>
            </p:cNvCxnSpPr>
            <p:nvPr/>
          </p:nvCxnSpPr>
          <p:spPr>
            <a:xfrm flipV="1">
              <a:off x="8473664" y="2903777"/>
              <a:ext cx="993881"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57033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146"/>
                                        </p:tgtEl>
                                        <p:attrNameLst>
                                          <p:attrName>style.visibility</p:attrName>
                                        </p:attrNameLst>
                                      </p:cBhvr>
                                      <p:to>
                                        <p:strVal val="hidden"/>
                                      </p:to>
                                    </p:set>
                                  </p:childTnLst>
                                </p:cTn>
                              </p:par>
                              <p:par>
                                <p:cTn id="7" presetID="22" presetClass="entr" presetSubtype="8"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wipe(left)">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6148"/>
                                        </p:tgtEl>
                                        <p:attrNameLst>
                                          <p:attrName>style.visibility</p:attrName>
                                        </p:attrNameLst>
                                      </p:cBhvr>
                                      <p:to>
                                        <p:strVal val="hidden"/>
                                      </p:to>
                                    </p:set>
                                  </p:childTnLst>
                                </p:cTn>
                              </p:par>
                              <p:par>
                                <p:cTn id="14" presetID="22" presetClass="entr" presetSubtype="8" fill="hold"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left)">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6150"/>
                                        </p:tgtEl>
                                        <p:attrNameLst>
                                          <p:attrName>style.visibility</p:attrName>
                                        </p:attrNameLst>
                                      </p:cBhvr>
                                      <p:to>
                                        <p:strVal val="hidden"/>
                                      </p:to>
                                    </p:set>
                                  </p:childTnLst>
                                </p:cTn>
                              </p:par>
                              <p:par>
                                <p:cTn id="21" presetID="22" presetClass="entr" presetSubtype="8"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wipe(left)">
                                      <p:cBhvr>
                                        <p:cTn id="23" dur="5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nodeType="clickEffect">
                                  <p:stCondLst>
                                    <p:cond delay="0"/>
                                  </p:stCondLst>
                                  <p:childTnLst>
                                    <p:set>
                                      <p:cBhvr>
                                        <p:cTn id="27" dur="1" fill="hold">
                                          <p:stCondLst>
                                            <p:cond delay="0"/>
                                          </p:stCondLst>
                                        </p:cTn>
                                        <p:tgtEl>
                                          <p:spTgt spid="6154"/>
                                        </p:tgtEl>
                                        <p:attrNameLst>
                                          <p:attrName>style.visibility</p:attrName>
                                        </p:attrNameLst>
                                      </p:cBhvr>
                                      <p:to>
                                        <p:strVal val="hidden"/>
                                      </p:to>
                                    </p:set>
                                  </p:childTnLst>
                                </p:cTn>
                              </p:par>
                              <p:par>
                                <p:cTn id="28" presetID="1" presetClass="exit" presetSubtype="0" fill="hold" nodeType="withEffect">
                                  <p:stCondLst>
                                    <p:cond delay="0"/>
                                  </p:stCondLst>
                                  <p:childTnLst>
                                    <p:set>
                                      <p:cBhvr>
                                        <p:cTn id="29" dur="1" fill="hold">
                                          <p:stCondLst>
                                            <p:cond delay="0"/>
                                          </p:stCondLst>
                                        </p:cTn>
                                        <p:tgtEl>
                                          <p:spTgt spid="3"/>
                                        </p:tgtEl>
                                        <p:attrNameLst>
                                          <p:attrName>style.visibility</p:attrName>
                                        </p:attrNameLst>
                                      </p:cBhvr>
                                      <p:to>
                                        <p:strVal val="hidden"/>
                                      </p:to>
                                    </p:set>
                                  </p:childTnLst>
                                </p:cTn>
                              </p:par>
                              <p:par>
                                <p:cTn id="30" presetID="1" presetClass="exit" presetSubtype="0" fill="hold" nodeType="withEffect">
                                  <p:stCondLst>
                                    <p:cond delay="0"/>
                                  </p:stCondLst>
                                  <p:childTnLst>
                                    <p:set>
                                      <p:cBhvr>
                                        <p:cTn id="31" dur="1" fill="hold">
                                          <p:stCondLst>
                                            <p:cond delay="0"/>
                                          </p:stCondLst>
                                        </p:cTn>
                                        <p:tgtEl>
                                          <p:spTgt spid="6152"/>
                                        </p:tgtEl>
                                        <p:attrNameLst>
                                          <p:attrName>style.visibility</p:attrName>
                                        </p:attrNameLst>
                                      </p:cBhvr>
                                      <p:to>
                                        <p:strVal val="hidden"/>
                                      </p:to>
                                    </p:set>
                                  </p:childTnLst>
                                </p:cTn>
                              </p:par>
                              <p:par>
                                <p:cTn id="32" presetID="22" presetClass="entr" presetSubtype="8"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wipe(left)">
                                      <p:cBhvr>
                                        <p:cTn id="34" dur="5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up)">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 name="Picture 2" descr="BOUYGUES Construction lance les travaux d&amp;amp;#39;extension de la Principauté de  Monaco">
            <a:extLst>
              <a:ext uri="{FF2B5EF4-FFF2-40B4-BE49-F238E27FC236}">
                <a16:creationId xmlns:a16="http://schemas.microsoft.com/office/drawing/2014/main" id="{A4C0064C-4F05-39FA-B59E-160367EE52A8}"/>
              </a:ext>
            </a:extLst>
          </p:cNvPr>
          <p:cNvPicPr>
            <a:picLocks noGrp="1" noChangeAspect="1" noChangeArrowheads="1"/>
          </p:cNvPicPr>
          <p:nvPr>
            <p:ph type="pic" sz="quarter" idx="36"/>
          </p:nvPr>
        </p:nvPicPr>
        <p:blipFill rotWithShape="1">
          <a:blip r:embed="rId4">
            <a:extLst>
              <a:ext uri="{28A0092B-C50C-407E-A947-70E740481C1C}">
                <a14:useLocalDpi xmlns:a14="http://schemas.microsoft.com/office/drawing/2010/main" val="0"/>
              </a:ext>
            </a:extLst>
          </a:blip>
          <a:srcRect l="36130" r="34842"/>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21366" y="0"/>
            <a:ext cx="2986216" cy="6911163"/>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109" name="TextBox 2">
            <a:extLst>
              <a:ext uri="{FF2B5EF4-FFF2-40B4-BE49-F238E27FC236}">
                <a16:creationId xmlns:a16="http://schemas.microsoft.com/office/drawing/2014/main" id="{86DEAAB1-58F7-1643-1D72-3A2815915C34}"/>
              </a:ext>
            </a:extLst>
          </p:cNvPr>
          <p:cNvSpPr txBox="1"/>
          <p:nvPr/>
        </p:nvSpPr>
        <p:spPr>
          <a:xfrm>
            <a:off x="299663" y="3249604"/>
            <a:ext cx="4683270" cy="498598"/>
          </a:xfrm>
          <a:prstGeom prst="rect">
            <a:avLst/>
          </a:prstGeom>
          <a:noFill/>
        </p:spPr>
        <p:txBody>
          <a:bodyPr wrap="none" lIns="0" tIns="0" rIns="0" bIns="0" rtlCol="0">
            <a:spAutoFit/>
          </a:bodyPr>
          <a:lstStyle/>
          <a:p>
            <a:pPr>
              <a:lnSpc>
                <a:spcPct val="90000"/>
              </a:lnSpc>
            </a:pPr>
            <a:r>
              <a:rPr lang="fr-FR" sz="3600" b="1" cap="small">
                <a:latin typeface="+mj-lt"/>
                <a:ea typeface="Arial Black" charset="0"/>
                <a:cs typeface="Arial Black" charset="0"/>
              </a:rPr>
              <a:t>Sommaire Général</a:t>
            </a:r>
          </a:p>
        </p:txBody>
      </p:sp>
      <p:grpSp>
        <p:nvGrpSpPr>
          <p:cNvPr id="8" name="Groupe 7">
            <a:extLst>
              <a:ext uri="{FF2B5EF4-FFF2-40B4-BE49-F238E27FC236}">
                <a16:creationId xmlns:a16="http://schemas.microsoft.com/office/drawing/2014/main" id="{48197E64-79E6-3B35-A1B1-D21B36ED4F93}"/>
              </a:ext>
            </a:extLst>
          </p:cNvPr>
          <p:cNvGrpSpPr/>
          <p:nvPr/>
        </p:nvGrpSpPr>
        <p:grpSpPr>
          <a:xfrm>
            <a:off x="7850842" y="854606"/>
            <a:ext cx="4001451" cy="757130"/>
            <a:chOff x="7840593" y="539905"/>
            <a:chExt cx="4001451" cy="757130"/>
          </a:xfrm>
        </p:grpSpPr>
        <p:sp>
          <p:nvSpPr>
            <p:cNvPr id="102" name="TextBox 4">
              <a:extLst>
                <a:ext uri="{FF2B5EF4-FFF2-40B4-BE49-F238E27FC236}">
                  <a16:creationId xmlns:a16="http://schemas.microsoft.com/office/drawing/2014/main" id="{08EF1DAE-D77A-794C-3B18-C2C6C135E72E}"/>
                </a:ext>
              </a:extLst>
            </p:cNvPr>
            <p:cNvSpPr txBox="1"/>
            <p:nvPr/>
          </p:nvSpPr>
          <p:spPr>
            <a:xfrm>
              <a:off x="8764922" y="539905"/>
              <a:ext cx="3077122" cy="757130"/>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Les différents types de solution de médiation proposés par la plateforme</a:t>
              </a:r>
            </a:p>
          </p:txBody>
        </p:sp>
        <p:grpSp>
          <p:nvGrpSpPr>
            <p:cNvPr id="19" name="Groupe 18">
              <a:extLst>
                <a:ext uri="{FF2B5EF4-FFF2-40B4-BE49-F238E27FC236}">
                  <a16:creationId xmlns:a16="http://schemas.microsoft.com/office/drawing/2014/main" id="{62593689-C68E-7D17-D12E-27E7C73F0F0D}"/>
                </a:ext>
              </a:extLst>
            </p:cNvPr>
            <p:cNvGrpSpPr/>
            <p:nvPr/>
          </p:nvGrpSpPr>
          <p:grpSpPr>
            <a:xfrm>
              <a:off x="7840593" y="544346"/>
              <a:ext cx="748248" cy="748248"/>
              <a:chOff x="7838379" y="2027071"/>
              <a:chExt cx="748248" cy="748248"/>
            </a:xfrm>
          </p:grpSpPr>
          <p:sp>
            <p:nvSpPr>
              <p:cNvPr id="103" name="Oval 9">
                <a:extLst>
                  <a:ext uri="{FF2B5EF4-FFF2-40B4-BE49-F238E27FC236}">
                    <a16:creationId xmlns:a16="http://schemas.microsoft.com/office/drawing/2014/main" id="{8AC00DDB-26A3-6160-4A14-ED454F592BDC}"/>
                  </a:ext>
                </a:extLst>
              </p:cNvPr>
              <p:cNvSpPr/>
              <p:nvPr/>
            </p:nvSpPr>
            <p:spPr>
              <a:xfrm>
                <a:off x="7838379" y="2027071"/>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28" name="Picture 4">
                <a:extLst>
                  <a:ext uri="{FF2B5EF4-FFF2-40B4-BE49-F238E27FC236}">
                    <a16:creationId xmlns:a16="http://schemas.microsoft.com/office/drawing/2014/main" id="{9098DE35-9456-D9E4-2470-55276D99CC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49721" y="2151620"/>
                <a:ext cx="513183" cy="513183"/>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2" name="Groupe 11">
            <a:extLst>
              <a:ext uri="{FF2B5EF4-FFF2-40B4-BE49-F238E27FC236}">
                <a16:creationId xmlns:a16="http://schemas.microsoft.com/office/drawing/2014/main" id="{D5FD5680-8B11-CEC0-E705-DFC67C152ED5}"/>
              </a:ext>
            </a:extLst>
          </p:cNvPr>
          <p:cNvGrpSpPr/>
          <p:nvPr/>
        </p:nvGrpSpPr>
        <p:grpSpPr>
          <a:xfrm>
            <a:off x="7850842" y="5291367"/>
            <a:ext cx="3991202" cy="757130"/>
            <a:chOff x="7824334" y="5106401"/>
            <a:chExt cx="3991202" cy="757130"/>
          </a:xfrm>
        </p:grpSpPr>
        <p:sp>
          <p:nvSpPr>
            <p:cNvPr id="89" name="TextBox 4">
              <a:extLst>
                <a:ext uri="{FF2B5EF4-FFF2-40B4-BE49-F238E27FC236}">
                  <a16:creationId xmlns:a16="http://schemas.microsoft.com/office/drawing/2014/main" id="{BD2AEDCE-071D-F393-9907-B47F1E27AD73}"/>
                </a:ext>
              </a:extLst>
            </p:cNvPr>
            <p:cNvSpPr txBox="1"/>
            <p:nvPr/>
          </p:nvSpPr>
          <p:spPr>
            <a:xfrm>
              <a:off x="8737615" y="5106401"/>
              <a:ext cx="3077921" cy="757130"/>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Les bonnes pratiques opérationnelles, automatisation et supervision</a:t>
              </a:r>
            </a:p>
          </p:txBody>
        </p:sp>
        <p:grpSp>
          <p:nvGrpSpPr>
            <p:cNvPr id="21" name="Groupe 20">
              <a:extLst>
                <a:ext uri="{FF2B5EF4-FFF2-40B4-BE49-F238E27FC236}">
                  <a16:creationId xmlns:a16="http://schemas.microsoft.com/office/drawing/2014/main" id="{FDEFE14B-94AA-AAF6-8ECE-6A3320237E08}"/>
                </a:ext>
              </a:extLst>
            </p:cNvPr>
            <p:cNvGrpSpPr/>
            <p:nvPr/>
          </p:nvGrpSpPr>
          <p:grpSpPr>
            <a:xfrm>
              <a:off x="7824334" y="5115283"/>
              <a:ext cx="748248" cy="748248"/>
              <a:chOff x="7838379" y="3232305"/>
              <a:chExt cx="748248" cy="748248"/>
            </a:xfrm>
          </p:grpSpPr>
          <p:sp>
            <p:nvSpPr>
              <p:cNvPr id="107" name="Oval 9">
                <a:extLst>
                  <a:ext uri="{FF2B5EF4-FFF2-40B4-BE49-F238E27FC236}">
                    <a16:creationId xmlns:a16="http://schemas.microsoft.com/office/drawing/2014/main" id="{C5308948-F558-9251-35A8-5FDB09A594DE}"/>
                  </a:ext>
                </a:extLst>
              </p:cNvPr>
              <p:cNvSpPr/>
              <p:nvPr/>
            </p:nvSpPr>
            <p:spPr>
              <a:xfrm>
                <a:off x="7838379" y="3232305"/>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0" name="Picture 6">
                <a:extLst>
                  <a:ext uri="{FF2B5EF4-FFF2-40B4-BE49-F238E27FC236}">
                    <a16:creationId xmlns:a16="http://schemas.microsoft.com/office/drawing/2014/main" id="{C735BD07-C501-C71F-4664-E00CC83A1D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33803" y="3361557"/>
                <a:ext cx="547558" cy="547558"/>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06" name="TextBox 4">
            <a:extLst>
              <a:ext uri="{FF2B5EF4-FFF2-40B4-BE49-F238E27FC236}">
                <a16:creationId xmlns:a16="http://schemas.microsoft.com/office/drawing/2014/main" id="{421883C2-46B3-C680-CB5E-DB262711A576}"/>
              </a:ext>
            </a:extLst>
          </p:cNvPr>
          <p:cNvSpPr txBox="1"/>
          <p:nvPr/>
        </p:nvSpPr>
        <p:spPr>
          <a:xfrm>
            <a:off x="8764123" y="2187615"/>
            <a:ext cx="3077921"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Les solutions</a:t>
            </a:r>
          </a:p>
        </p:txBody>
      </p:sp>
      <p:grpSp>
        <p:nvGrpSpPr>
          <p:cNvPr id="5" name="Groupe 4">
            <a:extLst>
              <a:ext uri="{FF2B5EF4-FFF2-40B4-BE49-F238E27FC236}">
                <a16:creationId xmlns:a16="http://schemas.microsoft.com/office/drawing/2014/main" id="{81A0FAFB-7C86-3F86-3F16-4163063656D4}"/>
              </a:ext>
            </a:extLst>
          </p:cNvPr>
          <p:cNvGrpSpPr/>
          <p:nvPr/>
        </p:nvGrpSpPr>
        <p:grpSpPr>
          <a:xfrm>
            <a:off x="7850842" y="1970458"/>
            <a:ext cx="748248" cy="748248"/>
            <a:chOff x="7850842" y="3000752"/>
            <a:chExt cx="748248" cy="748248"/>
          </a:xfrm>
        </p:grpSpPr>
        <p:sp>
          <p:nvSpPr>
            <p:cNvPr id="91" name="Oval 9">
              <a:extLst>
                <a:ext uri="{FF2B5EF4-FFF2-40B4-BE49-F238E27FC236}">
                  <a16:creationId xmlns:a16="http://schemas.microsoft.com/office/drawing/2014/main" id="{F7CCD40C-B8B7-57DC-BAC1-088D70C552BB}"/>
                </a:ext>
              </a:extLst>
            </p:cNvPr>
            <p:cNvSpPr/>
            <p:nvPr/>
          </p:nvSpPr>
          <p:spPr>
            <a:xfrm>
              <a:off x="7850842" y="300075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4" name="Picture 4">
              <a:extLst>
                <a:ext uri="{FF2B5EF4-FFF2-40B4-BE49-F238E27FC236}">
                  <a16:creationId xmlns:a16="http://schemas.microsoft.com/office/drawing/2014/main" id="{4979967E-38D5-0C35-BB29-2C949F8D45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01619" y="3152828"/>
              <a:ext cx="444095" cy="44409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Groupe 10">
            <a:extLst>
              <a:ext uri="{FF2B5EF4-FFF2-40B4-BE49-F238E27FC236}">
                <a16:creationId xmlns:a16="http://schemas.microsoft.com/office/drawing/2014/main" id="{BDDCCAF4-048E-1FF6-CE94-0FDCDD4702B8}"/>
              </a:ext>
            </a:extLst>
          </p:cNvPr>
          <p:cNvGrpSpPr/>
          <p:nvPr/>
        </p:nvGrpSpPr>
        <p:grpSpPr>
          <a:xfrm>
            <a:off x="7840593" y="4184398"/>
            <a:ext cx="4001451" cy="748248"/>
            <a:chOff x="7840593" y="4028032"/>
            <a:chExt cx="3883237" cy="748248"/>
          </a:xfrm>
        </p:grpSpPr>
        <p:sp>
          <p:nvSpPr>
            <p:cNvPr id="88" name="TextBox 4">
              <a:extLst>
                <a:ext uri="{FF2B5EF4-FFF2-40B4-BE49-F238E27FC236}">
                  <a16:creationId xmlns:a16="http://schemas.microsoft.com/office/drawing/2014/main" id="{AB830EFD-BBA7-C992-5182-2816F99401E8}"/>
                </a:ext>
              </a:extLst>
            </p:cNvPr>
            <p:cNvSpPr txBox="1"/>
            <p:nvPr/>
          </p:nvSpPr>
          <p:spPr>
            <a:xfrm>
              <a:off x="8737615" y="4099472"/>
              <a:ext cx="2986215" cy="535531"/>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cs typeface="Arial" panose="020B0604020202020204" pitchFamily="34" charset="0"/>
                </a:rPr>
                <a:t>Les bonnes pratiques de développement </a:t>
              </a:r>
              <a:r>
                <a:rPr lang="fr-FR" sz="1600" b="1" err="1">
                  <a:solidFill>
                    <a:schemeClr val="bg1"/>
                  </a:solidFill>
                  <a:latin typeface="Arial" panose="020B0604020202020204" pitchFamily="34" charset="0"/>
                  <a:cs typeface="Arial" panose="020B0604020202020204" pitchFamily="34" charset="0"/>
                </a:rPr>
                <a:t>MuleSoft</a:t>
              </a:r>
              <a:endParaRPr lang="fr-FR" sz="1600" b="1">
                <a:solidFill>
                  <a:schemeClr val="bg1"/>
                </a:solidFill>
                <a:latin typeface="Arial" panose="020B0604020202020204" pitchFamily="34" charset="0"/>
                <a:cs typeface="Arial" panose="020B0604020202020204" pitchFamily="34" charset="0"/>
              </a:endParaRPr>
            </a:p>
          </p:txBody>
        </p:sp>
        <p:grpSp>
          <p:nvGrpSpPr>
            <p:cNvPr id="7" name="Groupe 6">
              <a:extLst>
                <a:ext uri="{FF2B5EF4-FFF2-40B4-BE49-F238E27FC236}">
                  <a16:creationId xmlns:a16="http://schemas.microsoft.com/office/drawing/2014/main" id="{89BB9A87-FF00-34B6-0BE5-08709ED32CEE}"/>
                </a:ext>
              </a:extLst>
            </p:cNvPr>
            <p:cNvGrpSpPr/>
            <p:nvPr/>
          </p:nvGrpSpPr>
          <p:grpSpPr>
            <a:xfrm>
              <a:off x="7840593" y="4028032"/>
              <a:ext cx="748248" cy="748248"/>
              <a:chOff x="7840593" y="4028032"/>
              <a:chExt cx="748248" cy="748248"/>
            </a:xfrm>
          </p:grpSpPr>
          <p:sp>
            <p:nvSpPr>
              <p:cNvPr id="90" name="Oval 9">
                <a:extLst>
                  <a:ext uri="{FF2B5EF4-FFF2-40B4-BE49-F238E27FC236}">
                    <a16:creationId xmlns:a16="http://schemas.microsoft.com/office/drawing/2014/main" id="{8749325B-B88F-7C12-D6B7-F6880E55616C}"/>
                  </a:ext>
                </a:extLst>
              </p:cNvPr>
              <p:cNvSpPr/>
              <p:nvPr/>
            </p:nvSpPr>
            <p:spPr>
              <a:xfrm>
                <a:off x="7840593" y="402803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 name="Picture 6" descr="MuleSoft Demos">
                <a:extLst>
                  <a:ext uri="{FF2B5EF4-FFF2-40B4-BE49-F238E27FC236}">
                    <a16:creationId xmlns:a16="http://schemas.microsoft.com/office/drawing/2014/main" id="{85B05131-BD78-FE17-DACD-58EB1F68A29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04982" y="4105485"/>
                <a:ext cx="605199" cy="605199"/>
              </a:xfrm>
              <a:prstGeom prst="ellipse">
                <a:avLst/>
              </a:prstGeom>
              <a:ln>
                <a:noFill/>
              </a:ln>
              <a:effectLst/>
              <a:extLst>
                <a:ext uri="{909E8E84-426E-40DD-AFC4-6F175D3DCCD1}">
                  <a14:hiddenFill xmlns:a14="http://schemas.microsoft.com/office/drawing/2010/main">
                    <a:solidFill>
                      <a:srgbClr val="FFFFFF"/>
                    </a:solidFill>
                  </a14:hiddenFill>
                </a:ext>
              </a:extLst>
            </p:spPr>
          </p:pic>
        </p:grpSp>
      </p:grpSp>
      <p:grpSp>
        <p:nvGrpSpPr>
          <p:cNvPr id="29" name="Groupe 28">
            <a:extLst>
              <a:ext uri="{FF2B5EF4-FFF2-40B4-BE49-F238E27FC236}">
                <a16:creationId xmlns:a16="http://schemas.microsoft.com/office/drawing/2014/main" id="{247C108B-85BF-3536-D34C-888C1DE6E4C2}"/>
              </a:ext>
            </a:extLst>
          </p:cNvPr>
          <p:cNvGrpSpPr/>
          <p:nvPr/>
        </p:nvGrpSpPr>
        <p:grpSpPr>
          <a:xfrm>
            <a:off x="7840593" y="3077428"/>
            <a:ext cx="3493451" cy="748248"/>
            <a:chOff x="7840593" y="3418988"/>
            <a:chExt cx="3662785" cy="748248"/>
          </a:xfrm>
        </p:grpSpPr>
        <p:grpSp>
          <p:nvGrpSpPr>
            <p:cNvPr id="3" name="Groupe 2">
              <a:extLst>
                <a:ext uri="{FF2B5EF4-FFF2-40B4-BE49-F238E27FC236}">
                  <a16:creationId xmlns:a16="http://schemas.microsoft.com/office/drawing/2014/main" id="{EC985641-C563-C925-0049-FB751D040C1D}"/>
                </a:ext>
              </a:extLst>
            </p:cNvPr>
            <p:cNvGrpSpPr/>
            <p:nvPr/>
          </p:nvGrpSpPr>
          <p:grpSpPr>
            <a:xfrm>
              <a:off x="7840593" y="3418988"/>
              <a:ext cx="748248" cy="748248"/>
              <a:chOff x="7840593" y="1956699"/>
              <a:chExt cx="748248" cy="748248"/>
            </a:xfrm>
          </p:grpSpPr>
          <p:sp>
            <p:nvSpPr>
              <p:cNvPr id="26" name="Oval 9">
                <a:extLst>
                  <a:ext uri="{FF2B5EF4-FFF2-40B4-BE49-F238E27FC236}">
                    <a16:creationId xmlns:a16="http://schemas.microsoft.com/office/drawing/2014/main" id="{77A9650D-156B-7F57-4DCB-E1FFF42EC093}"/>
                  </a:ext>
                </a:extLst>
              </p:cNvPr>
              <p:cNvSpPr/>
              <p:nvPr/>
            </p:nvSpPr>
            <p:spPr>
              <a:xfrm>
                <a:off x="7840593" y="1956699"/>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2" name="Picture 2">
                <a:extLst>
                  <a:ext uri="{FF2B5EF4-FFF2-40B4-BE49-F238E27FC236}">
                    <a16:creationId xmlns:a16="http://schemas.microsoft.com/office/drawing/2014/main" id="{9320CE04-5CB6-DC6F-9A82-63E80F30824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56649" y="2090120"/>
                <a:ext cx="508469" cy="508469"/>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TextBox 4">
              <a:extLst>
                <a:ext uri="{FF2B5EF4-FFF2-40B4-BE49-F238E27FC236}">
                  <a16:creationId xmlns:a16="http://schemas.microsoft.com/office/drawing/2014/main" id="{20C83A1C-78D2-ACA9-3101-BC4DF94C21C6}"/>
                </a:ext>
              </a:extLst>
            </p:cNvPr>
            <p:cNvSpPr txBox="1"/>
            <p:nvPr/>
          </p:nvSpPr>
          <p:spPr>
            <a:xfrm>
              <a:off x="8764125" y="3531058"/>
              <a:ext cx="2739253" cy="535531"/>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Patterns &amp; Arbres de décision</a:t>
              </a:r>
            </a:p>
          </p:txBody>
        </p:sp>
      </p:grpSp>
      <p:pic>
        <p:nvPicPr>
          <p:cNvPr id="18" name="Picture 2">
            <a:extLst>
              <a:ext uri="{FF2B5EF4-FFF2-40B4-BE49-F238E27FC236}">
                <a16:creationId xmlns:a16="http://schemas.microsoft.com/office/drawing/2014/main" id="{6037A4C1-0E5A-46A6-00B1-073CCA8994C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95857" y="4779625"/>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9265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D206E94-5069-288D-C38F-B1B8315C3622}"/>
              </a:ext>
            </a:extLst>
          </p:cNvPr>
          <p:cNvSpPr/>
          <p:nvPr/>
        </p:nvSpPr>
        <p:spPr>
          <a:xfrm>
            <a:off x="0" y="2464323"/>
            <a:ext cx="5150050"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Les bonnes pratiques de développement </a:t>
            </a:r>
            <a:r>
              <a:rPr lang="fr-FR" sz="2400" b="1" err="1">
                <a:solidFill>
                  <a:schemeClr val="bg1"/>
                </a:solidFill>
                <a:latin typeface="Arial" panose="020B0604020202020204" pitchFamily="34" charset="0"/>
                <a:ea typeface="Arial Black" charset="0"/>
                <a:cs typeface="Arial" panose="020B0604020202020204" pitchFamily="34" charset="0"/>
              </a:rPr>
              <a:t>MuleSoft</a:t>
            </a:r>
            <a:endParaRPr lang="fr-FR" sz="2400" b="1">
              <a:solidFill>
                <a:schemeClr val="bg1"/>
              </a:solidFill>
              <a:latin typeface="Arial" panose="020B0604020202020204" pitchFamily="34" charset="0"/>
              <a:ea typeface="Arial Black" charset="0"/>
              <a:cs typeface="Arial" panose="020B0604020202020204" pitchFamily="34" charset="0"/>
            </a:endParaRPr>
          </a:p>
        </p:txBody>
      </p:sp>
      <p:grpSp>
        <p:nvGrpSpPr>
          <p:cNvPr id="3" name="Groupe 2">
            <a:extLst>
              <a:ext uri="{FF2B5EF4-FFF2-40B4-BE49-F238E27FC236}">
                <a16:creationId xmlns:a16="http://schemas.microsoft.com/office/drawing/2014/main" id="{D3C8B2C1-5BEA-562A-F53A-884809B7AE0E}"/>
              </a:ext>
            </a:extLst>
          </p:cNvPr>
          <p:cNvGrpSpPr/>
          <p:nvPr/>
        </p:nvGrpSpPr>
        <p:grpSpPr>
          <a:xfrm>
            <a:off x="62893" y="3070019"/>
            <a:ext cx="748248" cy="748248"/>
            <a:chOff x="7840593" y="4028032"/>
            <a:chExt cx="748248" cy="748248"/>
          </a:xfrm>
        </p:grpSpPr>
        <p:sp>
          <p:nvSpPr>
            <p:cNvPr id="4" name="Oval 9">
              <a:extLst>
                <a:ext uri="{FF2B5EF4-FFF2-40B4-BE49-F238E27FC236}">
                  <a16:creationId xmlns:a16="http://schemas.microsoft.com/office/drawing/2014/main" id="{4262DF1D-4411-21B3-568F-BCA018638413}"/>
                </a:ext>
              </a:extLst>
            </p:cNvPr>
            <p:cNvSpPr/>
            <p:nvPr/>
          </p:nvSpPr>
          <p:spPr>
            <a:xfrm>
              <a:off x="7840593" y="402803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 name="Picture 6" descr="MuleSoft Demos">
              <a:extLst>
                <a:ext uri="{FF2B5EF4-FFF2-40B4-BE49-F238E27FC236}">
                  <a16:creationId xmlns:a16="http://schemas.microsoft.com/office/drawing/2014/main" id="{65E9DE2F-058A-F30D-30BB-C92376F058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4982" y="4105485"/>
              <a:ext cx="605199" cy="605199"/>
            </a:xfrm>
            <a:prstGeom prst="ellipse">
              <a:avLst/>
            </a:prstGeom>
            <a:ln>
              <a:noFill/>
            </a:ln>
            <a:effectLst/>
            <a:extLst>
              <a:ext uri="{909E8E84-426E-40DD-AFC4-6F175D3DCCD1}">
                <a14:hiddenFill xmlns:a14="http://schemas.microsoft.com/office/drawing/2010/main">
                  <a:solidFill>
                    <a:srgbClr val="FFFFFF"/>
                  </a:solidFill>
                </a14:hiddenFill>
              </a:ext>
            </a:extLst>
          </p:spPr>
        </p:pic>
      </p:grpSp>
      <p:pic>
        <p:nvPicPr>
          <p:cNvPr id="2" name="Picture 2" descr="The Top 6 MuleSoft Challenges | Influential Software">
            <a:extLst>
              <a:ext uri="{FF2B5EF4-FFF2-40B4-BE49-F238E27FC236}">
                <a16:creationId xmlns:a16="http://schemas.microsoft.com/office/drawing/2014/main" id="{D873D4AB-E238-CCC5-882A-CDE42C3E347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207" r="24600" b="70241"/>
          <a:stretch/>
        </p:blipFill>
        <p:spPr bwMode="auto">
          <a:xfrm rot="16200000">
            <a:off x="3288959" y="1939463"/>
            <a:ext cx="6846558" cy="2979074"/>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20786" y="5721"/>
            <a:ext cx="2980989"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19" name="Rectangle 18">
            <a:extLst>
              <a:ext uri="{FF2B5EF4-FFF2-40B4-BE49-F238E27FC236}">
                <a16:creationId xmlns:a16="http://schemas.microsoft.com/office/drawing/2014/main" id="{ABBF16A5-CC95-1197-3145-DF75F9F3B7A4}"/>
              </a:ext>
            </a:extLst>
          </p:cNvPr>
          <p:cNvSpPr/>
          <p:nvPr/>
        </p:nvSpPr>
        <p:spPr>
          <a:xfrm>
            <a:off x="5020654" y="2463461"/>
            <a:ext cx="213444" cy="1929355"/>
          </a:xfrm>
          <a:prstGeom prst="rect">
            <a:avLst/>
          </a:prstGeom>
          <a:solidFill>
            <a:schemeClr val="accent1">
              <a:alpha val="8268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91CD"/>
              </a:solidFill>
              <a:effectLst/>
              <a:uLnTx/>
              <a:uFillTx/>
              <a:latin typeface="Arial"/>
              <a:ea typeface="+mn-ea"/>
              <a:cs typeface="+mn-cs"/>
            </a:endParaRPr>
          </a:p>
        </p:txBody>
      </p:sp>
      <p:sp>
        <p:nvSpPr>
          <p:cNvPr id="39" name="TextBox 4">
            <a:extLst>
              <a:ext uri="{FF2B5EF4-FFF2-40B4-BE49-F238E27FC236}">
                <a16:creationId xmlns:a16="http://schemas.microsoft.com/office/drawing/2014/main" id="{9F723379-8717-0275-2A6C-9F210CEAD42B}"/>
              </a:ext>
            </a:extLst>
          </p:cNvPr>
          <p:cNvSpPr txBox="1"/>
          <p:nvPr/>
        </p:nvSpPr>
        <p:spPr>
          <a:xfrm>
            <a:off x="8737615" y="4842612"/>
            <a:ext cx="2986214" cy="535531"/>
          </a:xfrm>
          <a:prstGeom prst="rect">
            <a:avLst/>
          </a:prstGeom>
          <a:noFill/>
        </p:spPr>
        <p:txBody>
          <a:bodyPr wrap="square" rtlCol="0">
            <a:spAutoFit/>
          </a:bodyPr>
          <a:lstStyle/>
          <a:p>
            <a:pPr>
              <a:lnSpc>
                <a:spcPct val="90000"/>
              </a:lnSpc>
            </a:pPr>
            <a:r>
              <a:rPr lang="fr-FR" sz="1600">
                <a:solidFill>
                  <a:schemeClr val="bg1"/>
                </a:solidFill>
                <a:latin typeface="Arial" panose="020B0604020202020204" pitchFamily="34" charset="0"/>
                <a:ea typeface="Arial Black" charset="0"/>
                <a:cs typeface="Arial" panose="020B0604020202020204" pitchFamily="34" charset="0"/>
              </a:rPr>
              <a:t>Patterns </a:t>
            </a:r>
            <a:r>
              <a:rPr lang="fr-FR" sz="1600" err="1">
                <a:solidFill>
                  <a:schemeClr val="bg1"/>
                </a:solidFill>
                <a:latin typeface="Arial" panose="020B0604020202020204" pitchFamily="34" charset="0"/>
                <a:ea typeface="Arial Black" charset="0"/>
                <a:cs typeface="Arial" panose="020B0604020202020204" pitchFamily="34" charset="0"/>
              </a:rPr>
              <a:t>Mulesoft</a:t>
            </a:r>
            <a:r>
              <a:rPr lang="fr-FR" sz="1600">
                <a:solidFill>
                  <a:schemeClr val="bg1"/>
                </a:solidFill>
                <a:latin typeface="Arial" panose="020B0604020202020204" pitchFamily="34" charset="0"/>
                <a:ea typeface="Arial Black" charset="0"/>
                <a:cs typeface="Arial" panose="020B0604020202020204" pitchFamily="34" charset="0"/>
              </a:rPr>
              <a:t> </a:t>
            </a:r>
            <a:r>
              <a:rPr lang="fr-FR" sz="1600" err="1">
                <a:solidFill>
                  <a:schemeClr val="bg1"/>
                </a:solidFill>
                <a:latin typeface="Arial" panose="020B0604020202020204" pitchFamily="34" charset="0"/>
                <a:ea typeface="Arial Black" charset="0"/>
                <a:cs typeface="Arial" panose="020B0604020202020204" pitchFamily="34" charset="0"/>
              </a:rPr>
              <a:t>microservices</a:t>
            </a:r>
            <a:endParaRPr lang="fr-FR" sz="1600">
              <a:solidFill>
                <a:schemeClr val="bg1"/>
              </a:solidFill>
              <a:latin typeface="Arial" panose="020B0604020202020204" pitchFamily="34" charset="0"/>
              <a:ea typeface="Arial Black" charset="0"/>
              <a:cs typeface="Arial" panose="020B0604020202020204" pitchFamily="34" charset="0"/>
            </a:endParaRPr>
          </a:p>
        </p:txBody>
      </p:sp>
      <p:grpSp>
        <p:nvGrpSpPr>
          <p:cNvPr id="15" name="Groupe 14">
            <a:extLst>
              <a:ext uri="{FF2B5EF4-FFF2-40B4-BE49-F238E27FC236}">
                <a16:creationId xmlns:a16="http://schemas.microsoft.com/office/drawing/2014/main" id="{49BD9089-3404-9BF5-CBE4-8F36B02A1C7B}"/>
              </a:ext>
            </a:extLst>
          </p:cNvPr>
          <p:cNvGrpSpPr/>
          <p:nvPr/>
        </p:nvGrpSpPr>
        <p:grpSpPr>
          <a:xfrm>
            <a:off x="7880947" y="4787031"/>
            <a:ext cx="648000" cy="648000"/>
            <a:chOff x="7880947" y="4785313"/>
            <a:chExt cx="648000" cy="648000"/>
          </a:xfrm>
        </p:grpSpPr>
        <p:sp>
          <p:nvSpPr>
            <p:cNvPr id="40" name="Oval 9">
              <a:extLst>
                <a:ext uri="{FF2B5EF4-FFF2-40B4-BE49-F238E27FC236}">
                  <a16:creationId xmlns:a16="http://schemas.microsoft.com/office/drawing/2014/main" id="{C0E87504-7ABF-6174-7BAA-D6113F4E76B5}"/>
                </a:ext>
              </a:extLst>
            </p:cNvPr>
            <p:cNvSpPr/>
            <p:nvPr/>
          </p:nvSpPr>
          <p:spPr>
            <a:xfrm>
              <a:off x="7880947" y="478531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86022" name="Picture 6" descr="Icône Flux, graphique dans Analytics Outline">
              <a:extLst>
                <a:ext uri="{FF2B5EF4-FFF2-40B4-BE49-F238E27FC236}">
                  <a16:creationId xmlns:a16="http://schemas.microsoft.com/office/drawing/2014/main" id="{1CBCB392-8CFA-DA1A-BCF6-A8A3DF0587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69302" y="4861063"/>
              <a:ext cx="464945" cy="464945"/>
            </a:xfrm>
            <a:prstGeom prst="roundRect">
              <a:avLst>
                <a:gd name="adj" fmla="val 17941"/>
              </a:avLst>
            </a:prstGeom>
            <a:noFill/>
            <a:extLst>
              <a:ext uri="{909E8E84-426E-40DD-AFC4-6F175D3DCCD1}">
                <a14:hiddenFill xmlns:a14="http://schemas.microsoft.com/office/drawing/2010/main">
                  <a:solidFill>
                    <a:srgbClr val="FFFFFF"/>
                  </a:solidFill>
                </a14:hiddenFill>
              </a:ext>
            </a:extLst>
          </p:spPr>
        </p:pic>
      </p:grpSp>
      <p:sp>
        <p:nvSpPr>
          <p:cNvPr id="36" name="TextBox 4">
            <a:extLst>
              <a:ext uri="{FF2B5EF4-FFF2-40B4-BE49-F238E27FC236}">
                <a16:creationId xmlns:a16="http://schemas.microsoft.com/office/drawing/2014/main" id="{0EE3CCEC-C4DD-276E-0586-816E18291BF8}"/>
              </a:ext>
            </a:extLst>
          </p:cNvPr>
          <p:cNvSpPr txBox="1"/>
          <p:nvPr/>
        </p:nvSpPr>
        <p:spPr>
          <a:xfrm>
            <a:off x="8737615" y="3286758"/>
            <a:ext cx="2986214" cy="313932"/>
          </a:xfrm>
          <a:prstGeom prst="rect">
            <a:avLst/>
          </a:prstGeom>
          <a:noFill/>
        </p:spPr>
        <p:txBody>
          <a:bodyPr wrap="square" rtlCol="0">
            <a:spAutoFit/>
          </a:bodyPr>
          <a:lstStyle/>
          <a:p>
            <a:pPr>
              <a:lnSpc>
                <a:spcPct val="90000"/>
              </a:lnSpc>
            </a:pPr>
            <a:r>
              <a:rPr lang="fr-FR" sz="1600">
                <a:solidFill>
                  <a:schemeClr val="bg1"/>
                </a:solidFill>
                <a:latin typeface="Arial" panose="020B0604020202020204" pitchFamily="34" charset="0"/>
                <a:ea typeface="Arial Black" charset="0"/>
                <a:cs typeface="Arial" panose="020B0604020202020204" pitchFamily="34" charset="0"/>
              </a:rPr>
              <a:t>API LED bonnes pratiques</a:t>
            </a:r>
          </a:p>
        </p:txBody>
      </p:sp>
      <p:grpSp>
        <p:nvGrpSpPr>
          <p:cNvPr id="8" name="Groupe 7">
            <a:extLst>
              <a:ext uri="{FF2B5EF4-FFF2-40B4-BE49-F238E27FC236}">
                <a16:creationId xmlns:a16="http://schemas.microsoft.com/office/drawing/2014/main" id="{0A5DACC9-4991-FD6B-73DC-320B4AB9F13E}"/>
              </a:ext>
            </a:extLst>
          </p:cNvPr>
          <p:cNvGrpSpPr/>
          <p:nvPr/>
        </p:nvGrpSpPr>
        <p:grpSpPr>
          <a:xfrm>
            <a:off x="7880945" y="3119724"/>
            <a:ext cx="643314" cy="648000"/>
            <a:chOff x="7880945" y="3104139"/>
            <a:chExt cx="643314" cy="648000"/>
          </a:xfrm>
        </p:grpSpPr>
        <p:sp>
          <p:nvSpPr>
            <p:cNvPr id="37" name="Oval 9">
              <a:extLst>
                <a:ext uri="{FF2B5EF4-FFF2-40B4-BE49-F238E27FC236}">
                  <a16:creationId xmlns:a16="http://schemas.microsoft.com/office/drawing/2014/main" id="{F95B015E-DB72-9276-EB93-9FB345D474E1}"/>
                </a:ext>
              </a:extLst>
            </p:cNvPr>
            <p:cNvSpPr/>
            <p:nvPr/>
          </p:nvSpPr>
          <p:spPr>
            <a:xfrm>
              <a:off x="7880945" y="3104139"/>
              <a:ext cx="643314"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86018" name="Picture 2" descr="practices Icon - Free PNG &amp; SVG 2139244 - Noun Project">
              <a:extLst>
                <a:ext uri="{FF2B5EF4-FFF2-40B4-BE49-F238E27FC236}">
                  <a16:creationId xmlns:a16="http://schemas.microsoft.com/office/drawing/2014/main" id="{6314CBA4-26CF-0524-00B8-357B9EA08A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54990" y="3180527"/>
              <a:ext cx="495224" cy="495224"/>
            </a:xfrm>
            <a:prstGeom prst="rect">
              <a:avLst/>
            </a:prstGeom>
            <a:noFill/>
            <a:extLst>
              <a:ext uri="{909E8E84-426E-40DD-AFC4-6F175D3DCCD1}">
                <a14:hiddenFill xmlns:a14="http://schemas.microsoft.com/office/drawing/2010/main">
                  <a:solidFill>
                    <a:srgbClr val="FFFFFF"/>
                  </a:solidFill>
                </a14:hiddenFill>
              </a:ext>
            </a:extLst>
          </p:spPr>
        </p:pic>
      </p:grpSp>
      <p:sp>
        <p:nvSpPr>
          <p:cNvPr id="102" name="TextBox 4">
            <a:extLst>
              <a:ext uri="{FF2B5EF4-FFF2-40B4-BE49-F238E27FC236}">
                <a16:creationId xmlns:a16="http://schemas.microsoft.com/office/drawing/2014/main" id="{08EF1DAE-D77A-794C-3B18-C2C6C135E72E}"/>
              </a:ext>
            </a:extLst>
          </p:cNvPr>
          <p:cNvSpPr txBox="1"/>
          <p:nvPr/>
        </p:nvSpPr>
        <p:spPr>
          <a:xfrm>
            <a:off x="8737615" y="1591718"/>
            <a:ext cx="2783825" cy="535531"/>
          </a:xfrm>
          <a:prstGeom prst="rect">
            <a:avLst/>
          </a:prstGeom>
          <a:noFill/>
        </p:spPr>
        <p:txBody>
          <a:bodyPr wrap="square" rtlCol="0">
            <a:spAutoFit/>
          </a:bodyPr>
          <a:lstStyle/>
          <a:p>
            <a:pPr>
              <a:lnSpc>
                <a:spcPct val="90000"/>
              </a:lnSpc>
            </a:pPr>
            <a:r>
              <a:rPr lang="fr-FR" sz="1600" dirty="0">
                <a:solidFill>
                  <a:schemeClr val="bg1"/>
                </a:solidFill>
                <a:latin typeface="Arial" panose="020B0604020202020204" pitchFamily="34" charset="0"/>
                <a:ea typeface="Arial Black" charset="0"/>
                <a:cs typeface="Arial" panose="020B0604020202020204" pitchFamily="34" charset="0"/>
              </a:rPr>
              <a:t>XAPI, PAPI, SAPI</a:t>
            </a:r>
            <a:r>
              <a:rPr lang="fr-FR" sz="1600" b="1" dirty="0">
                <a:solidFill>
                  <a:schemeClr val="bg1"/>
                </a:solidFill>
                <a:latin typeface="Arial" panose="020B0604020202020204" pitchFamily="34" charset="0"/>
                <a:ea typeface="Arial Black" charset="0"/>
                <a:cs typeface="Arial" panose="020B0604020202020204" pitchFamily="34" charset="0"/>
              </a:rPr>
              <a:t> </a:t>
            </a:r>
            <a:r>
              <a:rPr lang="fr-FR" sz="1600" dirty="0">
                <a:solidFill>
                  <a:schemeClr val="bg1"/>
                </a:solidFill>
                <a:latin typeface="Arial" panose="020B0604020202020204" pitchFamily="34" charset="0"/>
                <a:ea typeface="Arial Black" charset="0"/>
                <a:cs typeface="Arial" panose="020B0604020202020204" pitchFamily="34" charset="0"/>
              </a:rPr>
              <a:t>Explications</a:t>
            </a:r>
          </a:p>
        </p:txBody>
      </p:sp>
      <p:grpSp>
        <p:nvGrpSpPr>
          <p:cNvPr id="9" name="Groupe 8">
            <a:extLst>
              <a:ext uri="{FF2B5EF4-FFF2-40B4-BE49-F238E27FC236}">
                <a16:creationId xmlns:a16="http://schemas.microsoft.com/office/drawing/2014/main" id="{92DD2130-FC86-B3FB-89F3-FA4F30E98419}"/>
              </a:ext>
            </a:extLst>
          </p:cNvPr>
          <p:cNvGrpSpPr/>
          <p:nvPr/>
        </p:nvGrpSpPr>
        <p:grpSpPr>
          <a:xfrm>
            <a:off x="7880947" y="1422969"/>
            <a:ext cx="648000" cy="648000"/>
            <a:chOff x="7880947" y="1421251"/>
            <a:chExt cx="648000" cy="648000"/>
          </a:xfrm>
        </p:grpSpPr>
        <p:sp>
          <p:nvSpPr>
            <p:cNvPr id="27" name="Oval 9">
              <a:extLst>
                <a:ext uri="{FF2B5EF4-FFF2-40B4-BE49-F238E27FC236}">
                  <a16:creationId xmlns:a16="http://schemas.microsoft.com/office/drawing/2014/main" id="{E1BC3EC8-4AFD-FFC2-7E1E-12355714664D}"/>
                </a:ext>
              </a:extLst>
            </p:cNvPr>
            <p:cNvSpPr/>
            <p:nvPr/>
          </p:nvSpPr>
          <p:spPr>
            <a:xfrm>
              <a:off x="7880947" y="1421251"/>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86020" name="Picture 4" descr="Api - Icônes ordinateur gratuites">
              <a:extLst>
                <a:ext uri="{FF2B5EF4-FFF2-40B4-BE49-F238E27FC236}">
                  <a16:creationId xmlns:a16="http://schemas.microsoft.com/office/drawing/2014/main" id="{C0847C68-B755-3660-8984-D4D76DF70B9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55081" y="1495385"/>
              <a:ext cx="499733" cy="499733"/>
            </a:xfrm>
            <a:prstGeom prst="rect">
              <a:avLst/>
            </a:prstGeom>
            <a:noFill/>
            <a:extLst>
              <a:ext uri="{909E8E84-426E-40DD-AFC4-6F175D3DCCD1}">
                <a14:hiddenFill xmlns:a14="http://schemas.microsoft.com/office/drawing/2010/main">
                  <a:solidFill>
                    <a:srgbClr val="FFFFFF"/>
                  </a:solidFill>
                </a14:hiddenFill>
              </a:ext>
            </a:extLst>
          </p:spPr>
        </p:pic>
      </p:grpSp>
      <p:pic>
        <p:nvPicPr>
          <p:cNvPr id="16" name="Picture 2">
            <a:extLst>
              <a:ext uri="{FF2B5EF4-FFF2-40B4-BE49-F238E27FC236}">
                <a16:creationId xmlns:a16="http://schemas.microsoft.com/office/drawing/2014/main" id="{8DE81188-DE84-4993-C49D-EC7DA098AE4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1824" y="3670381"/>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47885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3936F1D6-6D10-DD71-384D-67C97118FA4C}"/>
              </a:ext>
            </a:extLst>
          </p:cNvPr>
          <p:cNvSpPr>
            <a:spLocks noGrp="1"/>
          </p:cNvSpPr>
          <p:nvPr>
            <p:ph type="body" sz="quarter" idx="35"/>
          </p:nvPr>
        </p:nvSpPr>
        <p:spPr/>
        <p:txBody>
          <a:bodyPr/>
          <a:lstStyle/>
          <a:p>
            <a:r>
              <a:rPr lang="fr-FR" sz="1400" cap="none" dirty="0"/>
              <a:t>Langage de spécifications</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Standards</a:t>
            </a:r>
            <a:r>
              <a:rPr lang="fr-FR" dirty="0"/>
              <a:t> de description</a:t>
            </a:r>
          </a:p>
        </p:txBody>
      </p:sp>
      <p:pic>
        <p:nvPicPr>
          <p:cNvPr id="76" name="Picture 2" descr="Afficher l'image d'origine">
            <a:extLst>
              <a:ext uri="{FF2B5EF4-FFF2-40B4-BE49-F238E27FC236}">
                <a16:creationId xmlns:a16="http://schemas.microsoft.com/office/drawing/2014/main" id="{870C193A-27BA-00A3-3759-0C6461D2ABA9}"/>
              </a:ext>
            </a:extLst>
          </p:cNvPr>
          <p:cNvPicPr>
            <a:picLocks noChangeAspect="1" noChangeArrowheads="1"/>
          </p:cNvPicPr>
          <p:nvPr>
            <p:custDataLst>
              <p:tags r:id="rId1"/>
            </p:custDataLst>
          </p:nvPr>
        </p:nvPicPr>
        <p:blipFill>
          <a:blip r:embed="rId6" cstate="email">
            <a:extLst>
              <a:ext uri="{28A0092B-C50C-407E-A947-70E740481C1C}">
                <a14:useLocalDpi xmlns:a14="http://schemas.microsoft.com/office/drawing/2010/main"/>
              </a:ext>
            </a:extLst>
          </a:blip>
          <a:srcRect/>
          <a:stretch>
            <a:fillRect/>
          </a:stretch>
        </p:blipFill>
        <p:spPr bwMode="auto">
          <a:xfrm>
            <a:off x="1893264" y="3636942"/>
            <a:ext cx="2121689" cy="60899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API-First: Replace Swagger 2 with OpenAPI 3 - NEW IT Engineering - Medium">
            <a:extLst>
              <a:ext uri="{FF2B5EF4-FFF2-40B4-BE49-F238E27FC236}">
                <a16:creationId xmlns:a16="http://schemas.microsoft.com/office/drawing/2014/main" id="{82FDB771-04DA-58D1-64A1-B9FFF71DC603}"/>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50000"/>
          <a:stretch/>
        </p:blipFill>
        <p:spPr bwMode="auto">
          <a:xfrm>
            <a:off x="4336033" y="1531920"/>
            <a:ext cx="3264455" cy="1052558"/>
          </a:xfrm>
          <a:prstGeom prst="rect">
            <a:avLst/>
          </a:prstGeom>
          <a:noFill/>
          <a:extLst>
            <a:ext uri="{909E8E84-426E-40DD-AFC4-6F175D3DCCD1}">
              <a14:hiddenFill xmlns:a14="http://schemas.microsoft.com/office/drawing/2010/main">
                <a:solidFill>
                  <a:srgbClr val="FFFFFF"/>
                </a:solidFill>
              </a14:hiddenFill>
            </a:ext>
          </a:extLst>
        </p:spPr>
      </p:pic>
      <p:sp>
        <p:nvSpPr>
          <p:cNvPr id="9" name="Espace réservé du contenu 5">
            <a:extLst>
              <a:ext uri="{FF2B5EF4-FFF2-40B4-BE49-F238E27FC236}">
                <a16:creationId xmlns:a16="http://schemas.microsoft.com/office/drawing/2014/main" id="{AEABC1AD-2700-9462-D5EB-5DD14891A87C}"/>
              </a:ext>
            </a:extLst>
          </p:cNvPr>
          <p:cNvSpPr txBox="1">
            <a:spLocks/>
          </p:cNvSpPr>
          <p:nvPr>
            <p:custDataLst>
              <p:tags r:id="rId2"/>
            </p:custDataLst>
          </p:nvPr>
        </p:nvSpPr>
        <p:spPr>
          <a:xfrm>
            <a:off x="223261" y="4414452"/>
            <a:ext cx="5461696" cy="1615175"/>
          </a:xfrm>
          <a:prstGeom prst="rect">
            <a:avLst/>
          </a:prstGeom>
          <a:ln w="10795" cap="flat" cmpd="sng" algn="ctr">
            <a:solidFill>
              <a:schemeClr val="tx2"/>
            </a:solidFill>
            <a:prstDash val="solid"/>
          </a:ln>
          <a:effectLst>
            <a:outerShdw blurRad="50800" dist="38100" dir="5400000" algn="t"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lIns="91429" tIns="108000" rIns="91429" bIns="45715" anchor="t" anchorCtr="0">
            <a:noAutofit/>
          </a:bodyPr>
          <a:lstStyle>
            <a:lvl1pPr marL="342900" indent="-342900" algn="l" defTabSz="914400" rtl="0" eaLnBrk="1" latinLnBrk="0" hangingPunct="1">
              <a:spcBef>
                <a:spcPct val="20000"/>
              </a:spcBef>
              <a:buClr>
                <a:srgbClr val="C00000"/>
              </a:buClr>
              <a:buFont typeface="Arial" panose="020B0604020202020204" pitchFamily="34" charset="0"/>
              <a:buChar char="•"/>
              <a:defRPr lang="fr-FR" sz="3200" kern="1200" dirty="0" smtClean="0">
                <a:solidFill>
                  <a:schemeClr val="dk1"/>
                </a:solidFill>
                <a:latin typeface="+mn-lt"/>
                <a:ea typeface="+mn-ea"/>
                <a:cs typeface="+mn-cs"/>
              </a:defRPr>
            </a:lvl1pPr>
            <a:lvl2pPr marL="742950" indent="-285750" algn="l" defTabSz="914400" rtl="0" eaLnBrk="1" latinLnBrk="0" hangingPunct="1">
              <a:spcBef>
                <a:spcPct val="20000"/>
              </a:spcBef>
              <a:buClr>
                <a:srgbClr val="C00000"/>
              </a:buClr>
              <a:buFont typeface="Arial" panose="020B0604020202020204" pitchFamily="34" charset="0"/>
              <a:buChar char="–"/>
              <a:defRPr lang="fr-FR" sz="3000" kern="1200" dirty="0" smtClean="0">
                <a:solidFill>
                  <a:schemeClr val="dk1"/>
                </a:solidFill>
                <a:latin typeface="+mn-lt"/>
                <a:ea typeface="+mn-ea"/>
                <a:cs typeface="+mn-cs"/>
              </a:defRPr>
            </a:lvl2pPr>
            <a:lvl3pPr marL="1143000" indent="-228600" algn="l" defTabSz="914400" rtl="0" eaLnBrk="1" latinLnBrk="0" hangingPunct="1">
              <a:spcBef>
                <a:spcPct val="20000"/>
              </a:spcBef>
              <a:buClr>
                <a:srgbClr val="C00000"/>
              </a:buClr>
              <a:buFont typeface="Arial" panose="020B0604020202020204" pitchFamily="34" charset="0"/>
              <a:buChar char="•"/>
              <a:defRPr lang="fr-FR" sz="3200" kern="1200" dirty="0" smtClean="0">
                <a:solidFill>
                  <a:schemeClr val="dk1"/>
                </a:solidFill>
                <a:latin typeface="+mn-lt"/>
                <a:ea typeface="+mn-ea"/>
                <a:cs typeface="+mn-cs"/>
              </a:defRPr>
            </a:lvl3pPr>
            <a:lvl4pPr marL="1600200" indent="-228600" algn="l" defTabSz="914400" rtl="0" eaLnBrk="1" latinLnBrk="0" hangingPunct="1">
              <a:spcBef>
                <a:spcPct val="20000"/>
              </a:spcBef>
              <a:buClr>
                <a:srgbClr val="C00000"/>
              </a:buClr>
              <a:buFont typeface="Arial" panose="020B0604020202020204" pitchFamily="34" charset="0"/>
              <a:buChar char="–"/>
              <a:defRPr lang="fr-FR" sz="3200" kern="1200" dirty="0" smtClean="0">
                <a:solidFill>
                  <a:schemeClr val="dk1"/>
                </a:solidFill>
                <a:latin typeface="+mn-lt"/>
                <a:ea typeface="+mn-ea"/>
                <a:cs typeface="+mn-cs"/>
              </a:defRPr>
            </a:lvl4pPr>
            <a:lvl5pPr marL="2057400" indent="-228600" algn="l" defTabSz="914400" rtl="0" eaLnBrk="1" latinLnBrk="0" hangingPunct="1">
              <a:spcBef>
                <a:spcPct val="20000"/>
              </a:spcBef>
              <a:buClr>
                <a:srgbClr val="C00000"/>
              </a:buClr>
              <a:buFont typeface="Arial" panose="020B0604020202020204" pitchFamily="34" charset="0"/>
              <a:buChar char="»"/>
              <a:defRPr lang="fr-FR" sz="3200" kern="1200" dirty="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284400" indent="-284400">
              <a:spcBef>
                <a:spcPts val="0"/>
              </a:spcBef>
              <a:spcAft>
                <a:spcPts val="1200"/>
              </a:spcAft>
              <a:buClr>
                <a:schemeClr val="tx2"/>
              </a:buClr>
              <a:buFont typeface="Wingdings" pitchFamily="2" charset="2"/>
              <a:buChar char="ü"/>
            </a:pPr>
            <a:r>
              <a:rPr lang="fr-FR" sz="1400" dirty="0"/>
              <a:t>Faible panel d’outils : propriété </a:t>
            </a:r>
            <a:r>
              <a:rPr lang="fr-FR" sz="1400" dirty="0" err="1"/>
              <a:t>Mulesoft</a:t>
            </a:r>
            <a:endParaRPr lang="fr-FR" sz="1400" dirty="0"/>
          </a:p>
          <a:p>
            <a:pPr marL="284400" indent="-284400">
              <a:spcBef>
                <a:spcPts val="0"/>
              </a:spcBef>
              <a:spcAft>
                <a:spcPts val="1200"/>
              </a:spcAft>
              <a:buClr>
                <a:schemeClr val="tx2"/>
              </a:buClr>
              <a:buFont typeface="Wingdings" pitchFamily="2" charset="2"/>
              <a:buChar char="ü"/>
            </a:pPr>
            <a:r>
              <a:rPr lang="fr-FR" sz="1400" dirty="0"/>
              <a:t>Fait pour les  APIs RESTful mais tout à fait utilisable pour des APIs quasi-RESTful.</a:t>
            </a:r>
          </a:p>
          <a:p>
            <a:pPr marL="284400" indent="-284400">
              <a:spcBef>
                <a:spcPts val="0"/>
              </a:spcBef>
              <a:spcAft>
                <a:spcPts val="1200"/>
              </a:spcAft>
              <a:buClr>
                <a:schemeClr val="tx2"/>
              </a:buClr>
              <a:buFont typeface="Wingdings" pitchFamily="2" charset="2"/>
              <a:buChar char="ü"/>
            </a:pPr>
            <a:r>
              <a:rPr lang="fr-FR" sz="1400"/>
              <a:t>Adapté à une</a:t>
            </a:r>
            <a:r>
              <a:rPr lang="fr-FR" sz="1400" dirty="0"/>
              <a:t> approche </a:t>
            </a:r>
            <a:r>
              <a:rPr lang="fr-FR" sz="1400" b="1" dirty="0"/>
              <a:t>top-down </a:t>
            </a:r>
            <a:r>
              <a:rPr lang="fr-FR" sz="1400" dirty="0"/>
              <a:t>(décompose le système).</a:t>
            </a:r>
          </a:p>
        </p:txBody>
      </p:sp>
      <p:pic>
        <p:nvPicPr>
          <p:cNvPr id="10" name="Picture 4" descr="API-First: Replace Swagger 2 with OpenAPI 3 - NEW IT Engineering - Medium">
            <a:extLst>
              <a:ext uri="{FF2B5EF4-FFF2-40B4-BE49-F238E27FC236}">
                <a16:creationId xmlns:a16="http://schemas.microsoft.com/office/drawing/2014/main" id="{256DFCCB-1142-E675-A637-724C12AF609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50000"/>
          <a:stretch/>
        </p:blipFill>
        <p:spPr bwMode="auto">
          <a:xfrm>
            <a:off x="7426577" y="3415159"/>
            <a:ext cx="3264455" cy="1052558"/>
          </a:xfrm>
          <a:prstGeom prst="rect">
            <a:avLst/>
          </a:prstGeom>
          <a:noFill/>
          <a:extLst>
            <a:ext uri="{909E8E84-426E-40DD-AFC4-6F175D3DCCD1}">
              <a14:hiddenFill xmlns:a14="http://schemas.microsoft.com/office/drawing/2010/main">
                <a:solidFill>
                  <a:srgbClr val="FFFFFF"/>
                </a:solidFill>
              </a14:hiddenFill>
            </a:ext>
          </a:extLst>
        </p:spPr>
      </p:pic>
      <p:sp>
        <p:nvSpPr>
          <p:cNvPr id="11" name="Espace réservé du contenu 5">
            <a:extLst>
              <a:ext uri="{FF2B5EF4-FFF2-40B4-BE49-F238E27FC236}">
                <a16:creationId xmlns:a16="http://schemas.microsoft.com/office/drawing/2014/main" id="{34823BC8-B5D0-DC80-2984-D137058ADF74}"/>
              </a:ext>
            </a:extLst>
          </p:cNvPr>
          <p:cNvSpPr txBox="1">
            <a:spLocks/>
          </p:cNvSpPr>
          <p:nvPr>
            <p:custDataLst>
              <p:tags r:id="rId3"/>
            </p:custDataLst>
          </p:nvPr>
        </p:nvSpPr>
        <p:spPr>
          <a:xfrm>
            <a:off x="6096000" y="4414452"/>
            <a:ext cx="5693653" cy="1615176"/>
          </a:xfrm>
          <a:prstGeom prst="rect">
            <a:avLst/>
          </a:prstGeom>
          <a:ln w="10795" cap="flat" cmpd="sng" algn="ctr">
            <a:solidFill>
              <a:schemeClr val="tx2"/>
            </a:solidFill>
            <a:prstDash val="solid"/>
          </a:ln>
          <a:effectLst>
            <a:outerShdw blurRad="50800" dist="38100" dir="5400000" algn="t"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lIns="91429" tIns="108000" rIns="91429" bIns="45715" anchor="t" anchorCtr="0">
            <a:noAutofit/>
          </a:bodyPr>
          <a:lstStyle>
            <a:lvl1pPr marL="342900" indent="-342900" algn="l" defTabSz="914400" rtl="0" eaLnBrk="1" latinLnBrk="0" hangingPunct="1">
              <a:spcBef>
                <a:spcPct val="20000"/>
              </a:spcBef>
              <a:buClr>
                <a:srgbClr val="C00000"/>
              </a:buClr>
              <a:buFont typeface="Arial" panose="020B0604020202020204" pitchFamily="34" charset="0"/>
              <a:buChar char="•"/>
              <a:defRPr lang="fr-FR" sz="3200" kern="1200" dirty="0" smtClean="0">
                <a:solidFill>
                  <a:schemeClr val="dk1"/>
                </a:solidFill>
                <a:latin typeface="+mn-lt"/>
                <a:ea typeface="+mn-ea"/>
                <a:cs typeface="+mn-cs"/>
              </a:defRPr>
            </a:lvl1pPr>
            <a:lvl2pPr marL="742950" indent="-285750" algn="l" defTabSz="914400" rtl="0" eaLnBrk="1" latinLnBrk="0" hangingPunct="1">
              <a:spcBef>
                <a:spcPct val="20000"/>
              </a:spcBef>
              <a:buClr>
                <a:srgbClr val="C00000"/>
              </a:buClr>
              <a:buFont typeface="Arial" panose="020B0604020202020204" pitchFamily="34" charset="0"/>
              <a:buChar char="–"/>
              <a:defRPr lang="fr-FR" sz="3000" kern="1200" dirty="0" smtClean="0">
                <a:solidFill>
                  <a:schemeClr val="dk1"/>
                </a:solidFill>
                <a:latin typeface="+mn-lt"/>
                <a:ea typeface="+mn-ea"/>
                <a:cs typeface="+mn-cs"/>
              </a:defRPr>
            </a:lvl2pPr>
            <a:lvl3pPr marL="1143000" indent="-228600" algn="l" defTabSz="914400" rtl="0" eaLnBrk="1" latinLnBrk="0" hangingPunct="1">
              <a:spcBef>
                <a:spcPct val="20000"/>
              </a:spcBef>
              <a:buClr>
                <a:srgbClr val="C00000"/>
              </a:buClr>
              <a:buFont typeface="Arial" panose="020B0604020202020204" pitchFamily="34" charset="0"/>
              <a:buChar char="•"/>
              <a:defRPr lang="fr-FR" sz="3200" kern="1200" dirty="0" smtClean="0">
                <a:solidFill>
                  <a:schemeClr val="dk1"/>
                </a:solidFill>
                <a:latin typeface="+mn-lt"/>
                <a:ea typeface="+mn-ea"/>
                <a:cs typeface="+mn-cs"/>
              </a:defRPr>
            </a:lvl3pPr>
            <a:lvl4pPr marL="1600200" indent="-228600" algn="l" defTabSz="914400" rtl="0" eaLnBrk="1" latinLnBrk="0" hangingPunct="1">
              <a:spcBef>
                <a:spcPct val="20000"/>
              </a:spcBef>
              <a:buClr>
                <a:srgbClr val="C00000"/>
              </a:buClr>
              <a:buFont typeface="Arial" panose="020B0604020202020204" pitchFamily="34" charset="0"/>
              <a:buChar char="–"/>
              <a:defRPr lang="fr-FR" sz="3200" kern="1200" dirty="0" smtClean="0">
                <a:solidFill>
                  <a:schemeClr val="dk1"/>
                </a:solidFill>
                <a:latin typeface="+mn-lt"/>
                <a:ea typeface="+mn-ea"/>
                <a:cs typeface="+mn-cs"/>
              </a:defRPr>
            </a:lvl4pPr>
            <a:lvl5pPr marL="2057400" indent="-228600" algn="l" defTabSz="914400" rtl="0" eaLnBrk="1" latinLnBrk="0" hangingPunct="1">
              <a:spcBef>
                <a:spcPct val="20000"/>
              </a:spcBef>
              <a:buClr>
                <a:srgbClr val="C00000"/>
              </a:buClr>
              <a:buFont typeface="Arial" panose="020B0604020202020204" pitchFamily="34" charset="0"/>
              <a:buChar char="»"/>
              <a:defRPr lang="fr-FR" sz="3200" kern="1200" dirty="0">
                <a:solidFill>
                  <a:schemeClr val="dk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284400" indent="-284400">
              <a:spcBef>
                <a:spcPts val="0"/>
              </a:spcBef>
              <a:spcAft>
                <a:spcPts val="1200"/>
              </a:spcAft>
              <a:buClr>
                <a:schemeClr val="tx2"/>
              </a:buClr>
              <a:buFont typeface="Wingdings" pitchFamily="2" charset="2"/>
              <a:buChar char="ü"/>
            </a:pPr>
            <a:r>
              <a:rPr lang="fr-FR" sz="1400" dirty="0"/>
              <a:t>Large panel d’outils : open source</a:t>
            </a:r>
          </a:p>
          <a:p>
            <a:pPr marL="284400" indent="-284400">
              <a:spcBef>
                <a:spcPts val="0"/>
              </a:spcBef>
              <a:spcAft>
                <a:spcPts val="1200"/>
              </a:spcAft>
              <a:buClr>
                <a:schemeClr val="tx2"/>
              </a:buClr>
              <a:buFont typeface="Wingdings" pitchFamily="2" charset="2"/>
              <a:buChar char="ü"/>
            </a:pPr>
            <a:r>
              <a:rPr lang="fr-FR" sz="1400" dirty="0"/>
              <a:t>Offre une configuration rapide et une large communauté de support.</a:t>
            </a:r>
          </a:p>
          <a:p>
            <a:pPr marL="284400" indent="-284400">
              <a:spcBef>
                <a:spcPts val="0"/>
              </a:spcBef>
              <a:spcAft>
                <a:spcPts val="1200"/>
              </a:spcAft>
              <a:buClr>
                <a:schemeClr val="tx2"/>
              </a:buClr>
              <a:buFont typeface="Wingdings" pitchFamily="2" charset="2"/>
              <a:buChar char="ü"/>
            </a:pPr>
            <a:r>
              <a:rPr lang="fr-FR" sz="1400"/>
              <a:t>Adapté</a:t>
            </a:r>
            <a:r>
              <a:rPr lang="fr-FR" sz="1400" dirty="0"/>
              <a:t> </a:t>
            </a:r>
            <a:r>
              <a:rPr lang="fr-FR" sz="1400"/>
              <a:t>à une approche </a:t>
            </a:r>
            <a:r>
              <a:rPr lang="fr-FR" sz="1400" b="1" err="1"/>
              <a:t>bottom</a:t>
            </a:r>
            <a:r>
              <a:rPr lang="fr-FR" sz="1400" b="1"/>
              <a:t>-up</a:t>
            </a:r>
            <a:r>
              <a:rPr lang="fr-FR" sz="1400" b="1" dirty="0"/>
              <a:t> </a:t>
            </a:r>
            <a:r>
              <a:rPr lang="fr-FR" sz="1400" dirty="0"/>
              <a:t>(spécifie le comportement).</a:t>
            </a:r>
          </a:p>
        </p:txBody>
      </p:sp>
      <p:cxnSp>
        <p:nvCxnSpPr>
          <p:cNvPr id="13" name="Connecteur droit 12">
            <a:extLst>
              <a:ext uri="{FF2B5EF4-FFF2-40B4-BE49-F238E27FC236}">
                <a16:creationId xmlns:a16="http://schemas.microsoft.com/office/drawing/2014/main" id="{5027EF12-E473-CBDE-0CA8-58D81798E935}"/>
              </a:ext>
            </a:extLst>
          </p:cNvPr>
          <p:cNvCxnSpPr/>
          <p:nvPr/>
        </p:nvCxnSpPr>
        <p:spPr>
          <a:xfrm>
            <a:off x="223261" y="3061897"/>
            <a:ext cx="11301685" cy="0"/>
          </a:xfrm>
          <a:prstGeom prst="line">
            <a:avLst/>
          </a:prstGeom>
        </p:spPr>
        <p:style>
          <a:lnRef idx="1">
            <a:schemeClr val="dk1"/>
          </a:lnRef>
          <a:fillRef idx="0">
            <a:schemeClr val="dk1"/>
          </a:fillRef>
          <a:effectRef idx="0">
            <a:schemeClr val="dk1"/>
          </a:effectRef>
          <a:fontRef idx="minor">
            <a:schemeClr val="tx1"/>
          </a:fontRef>
        </p:style>
      </p:cxnSp>
      <p:sp>
        <p:nvSpPr>
          <p:cNvPr id="14" name="ZoneTexte 13">
            <a:extLst>
              <a:ext uri="{FF2B5EF4-FFF2-40B4-BE49-F238E27FC236}">
                <a16:creationId xmlns:a16="http://schemas.microsoft.com/office/drawing/2014/main" id="{950A0E32-6839-0B94-B5DF-A296BC08C5CE}"/>
              </a:ext>
            </a:extLst>
          </p:cNvPr>
          <p:cNvSpPr txBox="1"/>
          <p:nvPr/>
        </p:nvSpPr>
        <p:spPr>
          <a:xfrm rot="19677137">
            <a:off x="-115932" y="1991700"/>
            <a:ext cx="2208139" cy="523220"/>
          </a:xfrm>
          <a:prstGeom prst="rect">
            <a:avLst/>
          </a:prstGeom>
          <a:noFill/>
        </p:spPr>
        <p:txBody>
          <a:bodyPr wrap="square" rtlCol="0">
            <a:spAutoFit/>
          </a:bodyPr>
          <a:lstStyle/>
          <a:p>
            <a:pPr algn="ctr"/>
            <a:r>
              <a:rPr lang="fr-FR" sz="1400" b="1" dirty="0">
                <a:latin typeface="Arial" panose="020B0604020202020204" pitchFamily="34" charset="0"/>
                <a:cs typeface="Arial" panose="020B0604020202020204" pitchFamily="34" charset="0"/>
              </a:rPr>
              <a:t>st</a:t>
            </a:r>
            <a:r>
              <a:rPr lang="fr-FR" sz="1400" b="1" dirty="0"/>
              <a:t>andard de description d’interfaces</a:t>
            </a:r>
            <a:r>
              <a:rPr lang="fr-FR" sz="1400" dirty="0"/>
              <a:t> </a:t>
            </a:r>
            <a:endParaRPr lang="fr-FR" sz="1400" b="1" dirty="0">
              <a:latin typeface="Arial" panose="020B0604020202020204" pitchFamily="34" charset="0"/>
              <a:cs typeface="Arial" panose="020B0604020202020204" pitchFamily="34" charset="0"/>
            </a:endParaRPr>
          </a:p>
        </p:txBody>
      </p:sp>
      <p:sp>
        <p:nvSpPr>
          <p:cNvPr id="15" name="ZoneTexte 14">
            <a:extLst>
              <a:ext uri="{FF2B5EF4-FFF2-40B4-BE49-F238E27FC236}">
                <a16:creationId xmlns:a16="http://schemas.microsoft.com/office/drawing/2014/main" id="{2EF67FBC-D2A6-55DF-A9E3-5443F3BA6BD8}"/>
              </a:ext>
            </a:extLst>
          </p:cNvPr>
          <p:cNvSpPr txBox="1"/>
          <p:nvPr/>
        </p:nvSpPr>
        <p:spPr>
          <a:xfrm rot="19677137">
            <a:off x="-43960" y="3659993"/>
            <a:ext cx="1648588" cy="307777"/>
          </a:xfrm>
          <a:prstGeom prst="rect">
            <a:avLst/>
          </a:prstGeom>
          <a:noFill/>
        </p:spPr>
        <p:txBody>
          <a:bodyPr wrap="square" rtlCol="0">
            <a:spAutoFit/>
          </a:bodyPr>
          <a:lstStyle/>
          <a:p>
            <a:pPr algn="ctr"/>
            <a:r>
              <a:rPr lang="fr-FR" sz="1400" b="1" dirty="0">
                <a:latin typeface="Arial" panose="020B0604020202020204" pitchFamily="34" charset="0"/>
                <a:cs typeface="Arial" panose="020B0604020202020204" pitchFamily="34" charset="0"/>
              </a:rPr>
              <a:t>Markup </a:t>
            </a:r>
            <a:r>
              <a:rPr lang="fr-FR" sz="1400" b="1" dirty="0" err="1">
                <a:latin typeface="Arial" panose="020B0604020202020204" pitchFamily="34" charset="0"/>
                <a:cs typeface="Arial" panose="020B0604020202020204" pitchFamily="34" charset="0"/>
              </a:rPr>
              <a:t>language</a:t>
            </a:r>
            <a:endParaRPr lang="fr-FR" sz="1400" b="1" dirty="0">
              <a:latin typeface="Arial" panose="020B0604020202020204" pitchFamily="34" charset="0"/>
              <a:cs typeface="Arial" panose="020B0604020202020204" pitchFamily="34" charset="0"/>
            </a:endParaRPr>
          </a:p>
        </p:txBody>
      </p:sp>
      <p:sp>
        <p:nvSpPr>
          <p:cNvPr id="16" name="Légende : encadrée à une bordure 15">
            <a:extLst>
              <a:ext uri="{FF2B5EF4-FFF2-40B4-BE49-F238E27FC236}">
                <a16:creationId xmlns:a16="http://schemas.microsoft.com/office/drawing/2014/main" id="{56AF6CE8-A445-8095-8E8B-F5A21021F777}"/>
              </a:ext>
            </a:extLst>
          </p:cNvPr>
          <p:cNvSpPr/>
          <p:nvPr/>
        </p:nvSpPr>
        <p:spPr>
          <a:xfrm>
            <a:off x="8688335" y="1373343"/>
            <a:ext cx="2996753" cy="811069"/>
          </a:xfrm>
          <a:prstGeom prst="accentCallout1">
            <a:avLst>
              <a:gd name="adj1" fmla="val 18750"/>
              <a:gd name="adj2" fmla="val -8333"/>
              <a:gd name="adj3" fmla="val 90578"/>
              <a:gd name="adj4" fmla="val -43751"/>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fr-FR" sz="1400" dirty="0">
                <a:solidFill>
                  <a:schemeClr val="tx1">
                    <a:lumMod val="75000"/>
                    <a:lumOff val="25000"/>
                  </a:schemeClr>
                </a:solidFill>
              </a:rPr>
              <a:t>Permet de comprendre et </a:t>
            </a:r>
            <a:r>
              <a:rPr lang="fr-FR" sz="1400">
                <a:solidFill>
                  <a:schemeClr val="tx1">
                    <a:lumMod val="75000"/>
                    <a:lumOff val="25000"/>
                  </a:schemeClr>
                </a:solidFill>
              </a:rPr>
              <a:t>de </a:t>
            </a:r>
            <a:r>
              <a:rPr lang="fr-FR" sz="1400" dirty="0">
                <a:solidFill>
                  <a:schemeClr val="tx1">
                    <a:lumMod val="75000"/>
                    <a:lumOff val="25000"/>
                  </a:schemeClr>
                </a:solidFill>
              </a:rPr>
              <a:t>décrire les capacités de services web RESTful</a:t>
            </a:r>
          </a:p>
        </p:txBody>
      </p:sp>
    </p:spTree>
    <p:extLst>
      <p:ext uri="{BB962C8B-B14F-4D97-AF65-F5344CB8AC3E}">
        <p14:creationId xmlns:p14="http://schemas.microsoft.com/office/powerpoint/2010/main" val="19958379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D206E94-5069-288D-C38F-B1B8315C3622}"/>
              </a:ext>
            </a:extLst>
          </p:cNvPr>
          <p:cNvSpPr/>
          <p:nvPr/>
        </p:nvSpPr>
        <p:spPr>
          <a:xfrm>
            <a:off x="0" y="2464323"/>
            <a:ext cx="5150050"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Les bonnes pratiques de développement </a:t>
            </a:r>
            <a:r>
              <a:rPr lang="fr-FR" sz="2400" b="1" err="1">
                <a:solidFill>
                  <a:schemeClr val="bg1"/>
                </a:solidFill>
                <a:latin typeface="Arial" panose="020B0604020202020204" pitchFamily="34" charset="0"/>
                <a:ea typeface="Arial Black" charset="0"/>
                <a:cs typeface="Arial" panose="020B0604020202020204" pitchFamily="34" charset="0"/>
              </a:rPr>
              <a:t>MuleSoft</a:t>
            </a:r>
            <a:endParaRPr lang="fr-FR" sz="2400" b="1">
              <a:solidFill>
                <a:schemeClr val="bg1"/>
              </a:solidFill>
              <a:latin typeface="Arial" panose="020B0604020202020204" pitchFamily="34" charset="0"/>
              <a:ea typeface="Arial Black" charset="0"/>
              <a:cs typeface="Arial" panose="020B0604020202020204" pitchFamily="34" charset="0"/>
            </a:endParaRPr>
          </a:p>
        </p:txBody>
      </p:sp>
      <p:grpSp>
        <p:nvGrpSpPr>
          <p:cNvPr id="3" name="Groupe 2">
            <a:extLst>
              <a:ext uri="{FF2B5EF4-FFF2-40B4-BE49-F238E27FC236}">
                <a16:creationId xmlns:a16="http://schemas.microsoft.com/office/drawing/2014/main" id="{D3C8B2C1-5BEA-562A-F53A-884809B7AE0E}"/>
              </a:ext>
            </a:extLst>
          </p:cNvPr>
          <p:cNvGrpSpPr/>
          <p:nvPr/>
        </p:nvGrpSpPr>
        <p:grpSpPr>
          <a:xfrm>
            <a:off x="62893" y="3070019"/>
            <a:ext cx="748248" cy="748248"/>
            <a:chOff x="7840593" y="4028032"/>
            <a:chExt cx="748248" cy="748248"/>
          </a:xfrm>
        </p:grpSpPr>
        <p:sp>
          <p:nvSpPr>
            <p:cNvPr id="4" name="Oval 9">
              <a:extLst>
                <a:ext uri="{FF2B5EF4-FFF2-40B4-BE49-F238E27FC236}">
                  <a16:creationId xmlns:a16="http://schemas.microsoft.com/office/drawing/2014/main" id="{4262DF1D-4411-21B3-568F-BCA018638413}"/>
                </a:ext>
              </a:extLst>
            </p:cNvPr>
            <p:cNvSpPr/>
            <p:nvPr/>
          </p:nvSpPr>
          <p:spPr>
            <a:xfrm>
              <a:off x="7840593" y="402803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 name="Picture 6" descr="MuleSoft Demos">
              <a:extLst>
                <a:ext uri="{FF2B5EF4-FFF2-40B4-BE49-F238E27FC236}">
                  <a16:creationId xmlns:a16="http://schemas.microsoft.com/office/drawing/2014/main" id="{65E9DE2F-058A-F30D-30BB-C92376F058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4982" y="4105485"/>
              <a:ext cx="605199" cy="605199"/>
            </a:xfrm>
            <a:prstGeom prst="ellipse">
              <a:avLst/>
            </a:prstGeom>
            <a:ln>
              <a:noFill/>
            </a:ln>
            <a:effectLst/>
            <a:extLst>
              <a:ext uri="{909E8E84-426E-40DD-AFC4-6F175D3DCCD1}">
                <a14:hiddenFill xmlns:a14="http://schemas.microsoft.com/office/drawing/2010/main">
                  <a:solidFill>
                    <a:srgbClr val="FFFFFF"/>
                  </a:solidFill>
                </a14:hiddenFill>
              </a:ext>
            </a:extLst>
          </p:spPr>
        </p:pic>
      </p:grpSp>
      <p:pic>
        <p:nvPicPr>
          <p:cNvPr id="2" name="Picture 2" descr="The Top 6 MuleSoft Challenges | Influential Software">
            <a:extLst>
              <a:ext uri="{FF2B5EF4-FFF2-40B4-BE49-F238E27FC236}">
                <a16:creationId xmlns:a16="http://schemas.microsoft.com/office/drawing/2014/main" id="{D873D4AB-E238-CCC5-882A-CDE42C3E347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207" r="24600" b="70241"/>
          <a:stretch/>
        </p:blipFill>
        <p:spPr bwMode="auto">
          <a:xfrm rot="16200000">
            <a:off x="3288959" y="1939463"/>
            <a:ext cx="6846558" cy="2979074"/>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20786" y="5721"/>
            <a:ext cx="2980989"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19" name="Rectangle 18">
            <a:extLst>
              <a:ext uri="{FF2B5EF4-FFF2-40B4-BE49-F238E27FC236}">
                <a16:creationId xmlns:a16="http://schemas.microsoft.com/office/drawing/2014/main" id="{ABBF16A5-CC95-1197-3145-DF75F9F3B7A4}"/>
              </a:ext>
            </a:extLst>
          </p:cNvPr>
          <p:cNvSpPr/>
          <p:nvPr/>
        </p:nvSpPr>
        <p:spPr>
          <a:xfrm>
            <a:off x="5020654" y="2463461"/>
            <a:ext cx="213444" cy="1929355"/>
          </a:xfrm>
          <a:prstGeom prst="rect">
            <a:avLst/>
          </a:prstGeom>
          <a:solidFill>
            <a:schemeClr val="accent1">
              <a:alpha val="8268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91CD"/>
              </a:solidFill>
              <a:effectLst/>
              <a:uLnTx/>
              <a:uFillTx/>
              <a:latin typeface="Arial"/>
              <a:ea typeface="+mn-ea"/>
              <a:cs typeface="+mn-cs"/>
            </a:endParaRPr>
          </a:p>
        </p:txBody>
      </p:sp>
      <p:sp>
        <p:nvSpPr>
          <p:cNvPr id="39" name="TextBox 4">
            <a:extLst>
              <a:ext uri="{FF2B5EF4-FFF2-40B4-BE49-F238E27FC236}">
                <a16:creationId xmlns:a16="http://schemas.microsoft.com/office/drawing/2014/main" id="{9F723379-8717-0275-2A6C-9F210CEAD42B}"/>
              </a:ext>
            </a:extLst>
          </p:cNvPr>
          <p:cNvSpPr txBox="1"/>
          <p:nvPr/>
        </p:nvSpPr>
        <p:spPr>
          <a:xfrm>
            <a:off x="8737615" y="4842612"/>
            <a:ext cx="2986214" cy="535531"/>
          </a:xfrm>
          <a:prstGeom prst="rect">
            <a:avLst/>
          </a:prstGeom>
          <a:noFill/>
        </p:spPr>
        <p:txBody>
          <a:bodyPr wrap="square" rtlCol="0">
            <a:spAutoFit/>
          </a:bodyPr>
          <a:lstStyle/>
          <a:p>
            <a:pPr>
              <a:lnSpc>
                <a:spcPct val="90000"/>
              </a:lnSpc>
            </a:pPr>
            <a:r>
              <a:rPr lang="fr-FR" sz="1600">
                <a:solidFill>
                  <a:schemeClr val="bg1"/>
                </a:solidFill>
                <a:latin typeface="Arial" panose="020B0604020202020204" pitchFamily="34" charset="0"/>
                <a:ea typeface="Arial Black" charset="0"/>
                <a:cs typeface="Arial" panose="020B0604020202020204" pitchFamily="34" charset="0"/>
              </a:rPr>
              <a:t>Patterns </a:t>
            </a:r>
            <a:r>
              <a:rPr lang="fr-FR" sz="1600" err="1">
                <a:solidFill>
                  <a:schemeClr val="bg1"/>
                </a:solidFill>
                <a:latin typeface="Arial" panose="020B0604020202020204" pitchFamily="34" charset="0"/>
                <a:ea typeface="Arial Black" charset="0"/>
                <a:cs typeface="Arial" panose="020B0604020202020204" pitchFamily="34" charset="0"/>
              </a:rPr>
              <a:t>Mulesoft</a:t>
            </a:r>
            <a:r>
              <a:rPr lang="fr-FR" sz="1600">
                <a:solidFill>
                  <a:schemeClr val="bg1"/>
                </a:solidFill>
                <a:latin typeface="Arial" panose="020B0604020202020204" pitchFamily="34" charset="0"/>
                <a:ea typeface="Arial Black" charset="0"/>
                <a:cs typeface="Arial" panose="020B0604020202020204" pitchFamily="34" charset="0"/>
              </a:rPr>
              <a:t> </a:t>
            </a:r>
            <a:r>
              <a:rPr lang="fr-FR" sz="1600" err="1">
                <a:solidFill>
                  <a:schemeClr val="bg1"/>
                </a:solidFill>
                <a:latin typeface="Arial" panose="020B0604020202020204" pitchFamily="34" charset="0"/>
                <a:ea typeface="Arial Black" charset="0"/>
                <a:cs typeface="Arial" panose="020B0604020202020204" pitchFamily="34" charset="0"/>
              </a:rPr>
              <a:t>microservices</a:t>
            </a:r>
            <a:endParaRPr lang="fr-FR" sz="1600">
              <a:solidFill>
                <a:schemeClr val="bg1"/>
              </a:solidFill>
              <a:latin typeface="Arial" panose="020B0604020202020204" pitchFamily="34" charset="0"/>
              <a:ea typeface="Arial Black" charset="0"/>
              <a:cs typeface="Arial" panose="020B0604020202020204" pitchFamily="34" charset="0"/>
            </a:endParaRPr>
          </a:p>
        </p:txBody>
      </p:sp>
      <p:grpSp>
        <p:nvGrpSpPr>
          <p:cNvPr id="15" name="Groupe 14">
            <a:extLst>
              <a:ext uri="{FF2B5EF4-FFF2-40B4-BE49-F238E27FC236}">
                <a16:creationId xmlns:a16="http://schemas.microsoft.com/office/drawing/2014/main" id="{49BD9089-3404-9BF5-CBE4-8F36B02A1C7B}"/>
              </a:ext>
            </a:extLst>
          </p:cNvPr>
          <p:cNvGrpSpPr/>
          <p:nvPr/>
        </p:nvGrpSpPr>
        <p:grpSpPr>
          <a:xfrm>
            <a:off x="7880947" y="4787031"/>
            <a:ext cx="648000" cy="648000"/>
            <a:chOff x="7880947" y="4785313"/>
            <a:chExt cx="648000" cy="648000"/>
          </a:xfrm>
        </p:grpSpPr>
        <p:sp>
          <p:nvSpPr>
            <p:cNvPr id="40" name="Oval 9">
              <a:extLst>
                <a:ext uri="{FF2B5EF4-FFF2-40B4-BE49-F238E27FC236}">
                  <a16:creationId xmlns:a16="http://schemas.microsoft.com/office/drawing/2014/main" id="{C0E87504-7ABF-6174-7BAA-D6113F4E76B5}"/>
                </a:ext>
              </a:extLst>
            </p:cNvPr>
            <p:cNvSpPr/>
            <p:nvPr/>
          </p:nvSpPr>
          <p:spPr>
            <a:xfrm>
              <a:off x="7880947" y="478531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86022" name="Picture 6" descr="Icône Flux, graphique dans Analytics Outline">
              <a:extLst>
                <a:ext uri="{FF2B5EF4-FFF2-40B4-BE49-F238E27FC236}">
                  <a16:creationId xmlns:a16="http://schemas.microsoft.com/office/drawing/2014/main" id="{1CBCB392-8CFA-DA1A-BCF6-A8A3DF0587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69302" y="4861063"/>
              <a:ext cx="464945" cy="464945"/>
            </a:xfrm>
            <a:prstGeom prst="roundRect">
              <a:avLst>
                <a:gd name="adj" fmla="val 17941"/>
              </a:avLst>
            </a:prstGeom>
            <a:noFill/>
            <a:extLst>
              <a:ext uri="{909E8E84-426E-40DD-AFC4-6F175D3DCCD1}">
                <a14:hiddenFill xmlns:a14="http://schemas.microsoft.com/office/drawing/2010/main">
                  <a:solidFill>
                    <a:srgbClr val="FFFFFF"/>
                  </a:solidFill>
                </a14:hiddenFill>
              </a:ext>
            </a:extLst>
          </p:spPr>
        </p:pic>
      </p:grpSp>
      <p:sp>
        <p:nvSpPr>
          <p:cNvPr id="36" name="TextBox 4">
            <a:extLst>
              <a:ext uri="{FF2B5EF4-FFF2-40B4-BE49-F238E27FC236}">
                <a16:creationId xmlns:a16="http://schemas.microsoft.com/office/drawing/2014/main" id="{0EE3CCEC-C4DD-276E-0586-816E18291BF8}"/>
              </a:ext>
            </a:extLst>
          </p:cNvPr>
          <p:cNvSpPr txBox="1"/>
          <p:nvPr/>
        </p:nvSpPr>
        <p:spPr>
          <a:xfrm>
            <a:off x="8737615" y="3286758"/>
            <a:ext cx="2986214" cy="313932"/>
          </a:xfrm>
          <a:prstGeom prst="rect">
            <a:avLst/>
          </a:prstGeom>
          <a:noFill/>
        </p:spPr>
        <p:txBody>
          <a:bodyPr wrap="square" rtlCol="0">
            <a:spAutoFit/>
          </a:bodyPr>
          <a:lstStyle/>
          <a:p>
            <a:pPr>
              <a:lnSpc>
                <a:spcPct val="90000"/>
              </a:lnSpc>
            </a:pPr>
            <a:r>
              <a:rPr lang="fr-FR" sz="1600">
                <a:solidFill>
                  <a:schemeClr val="bg1"/>
                </a:solidFill>
                <a:latin typeface="Arial" panose="020B0604020202020204" pitchFamily="34" charset="0"/>
                <a:ea typeface="Arial Black" charset="0"/>
                <a:cs typeface="Arial" panose="020B0604020202020204" pitchFamily="34" charset="0"/>
              </a:rPr>
              <a:t>API LED bonnes pratiques</a:t>
            </a:r>
          </a:p>
        </p:txBody>
      </p:sp>
      <p:grpSp>
        <p:nvGrpSpPr>
          <p:cNvPr id="8" name="Groupe 7">
            <a:extLst>
              <a:ext uri="{FF2B5EF4-FFF2-40B4-BE49-F238E27FC236}">
                <a16:creationId xmlns:a16="http://schemas.microsoft.com/office/drawing/2014/main" id="{0A5DACC9-4991-FD6B-73DC-320B4AB9F13E}"/>
              </a:ext>
            </a:extLst>
          </p:cNvPr>
          <p:cNvGrpSpPr/>
          <p:nvPr/>
        </p:nvGrpSpPr>
        <p:grpSpPr>
          <a:xfrm>
            <a:off x="7880945" y="3119724"/>
            <a:ext cx="643314" cy="648000"/>
            <a:chOff x="7880945" y="3104139"/>
            <a:chExt cx="643314" cy="648000"/>
          </a:xfrm>
        </p:grpSpPr>
        <p:sp>
          <p:nvSpPr>
            <p:cNvPr id="37" name="Oval 9">
              <a:extLst>
                <a:ext uri="{FF2B5EF4-FFF2-40B4-BE49-F238E27FC236}">
                  <a16:creationId xmlns:a16="http://schemas.microsoft.com/office/drawing/2014/main" id="{F95B015E-DB72-9276-EB93-9FB345D474E1}"/>
                </a:ext>
              </a:extLst>
            </p:cNvPr>
            <p:cNvSpPr/>
            <p:nvPr/>
          </p:nvSpPr>
          <p:spPr>
            <a:xfrm>
              <a:off x="7880945" y="3104139"/>
              <a:ext cx="643314"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86018" name="Picture 2" descr="practices Icon - Free PNG &amp; SVG 2139244 - Noun Project">
              <a:extLst>
                <a:ext uri="{FF2B5EF4-FFF2-40B4-BE49-F238E27FC236}">
                  <a16:creationId xmlns:a16="http://schemas.microsoft.com/office/drawing/2014/main" id="{6314CBA4-26CF-0524-00B8-357B9EA08A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54990" y="3180527"/>
              <a:ext cx="495224" cy="495224"/>
            </a:xfrm>
            <a:prstGeom prst="rect">
              <a:avLst/>
            </a:prstGeom>
            <a:noFill/>
            <a:extLst>
              <a:ext uri="{909E8E84-426E-40DD-AFC4-6F175D3DCCD1}">
                <a14:hiddenFill xmlns:a14="http://schemas.microsoft.com/office/drawing/2010/main">
                  <a:solidFill>
                    <a:srgbClr val="FFFFFF"/>
                  </a:solidFill>
                </a14:hiddenFill>
              </a:ext>
            </a:extLst>
          </p:spPr>
        </p:pic>
      </p:grpSp>
      <p:sp>
        <p:nvSpPr>
          <p:cNvPr id="102" name="TextBox 4">
            <a:extLst>
              <a:ext uri="{FF2B5EF4-FFF2-40B4-BE49-F238E27FC236}">
                <a16:creationId xmlns:a16="http://schemas.microsoft.com/office/drawing/2014/main" id="{08EF1DAE-D77A-794C-3B18-C2C6C135E72E}"/>
              </a:ext>
            </a:extLst>
          </p:cNvPr>
          <p:cNvSpPr txBox="1"/>
          <p:nvPr/>
        </p:nvSpPr>
        <p:spPr>
          <a:xfrm>
            <a:off x="8737615" y="1591718"/>
            <a:ext cx="2986214" cy="535531"/>
          </a:xfrm>
          <a:prstGeom prst="rect">
            <a:avLst/>
          </a:prstGeom>
          <a:noFill/>
        </p:spPr>
        <p:txBody>
          <a:bodyPr wrap="square" rtlCol="0">
            <a:spAutoFit/>
          </a:bodyPr>
          <a:lstStyle/>
          <a:p>
            <a:pPr>
              <a:lnSpc>
                <a:spcPct val="90000"/>
              </a:lnSpc>
            </a:pPr>
            <a:r>
              <a:rPr lang="fr-FR" sz="1600" b="1" dirty="0">
                <a:solidFill>
                  <a:schemeClr val="bg1"/>
                </a:solidFill>
                <a:latin typeface="Arial" panose="020B0604020202020204" pitchFamily="34" charset="0"/>
                <a:ea typeface="Arial Black" charset="0"/>
                <a:cs typeface="Arial" panose="020B0604020202020204" pitchFamily="34" charset="0"/>
              </a:rPr>
              <a:t>XAPI, PAPI, SAPI</a:t>
            </a:r>
          </a:p>
          <a:p>
            <a:pPr>
              <a:lnSpc>
                <a:spcPct val="90000"/>
              </a:lnSpc>
            </a:pPr>
            <a:r>
              <a:rPr lang="fr-FR" sz="1600" b="1" dirty="0">
                <a:solidFill>
                  <a:schemeClr val="bg1"/>
                </a:solidFill>
                <a:latin typeface="Arial" panose="020B0604020202020204" pitchFamily="34" charset="0"/>
                <a:ea typeface="Arial Black" charset="0"/>
                <a:cs typeface="Arial" panose="020B0604020202020204" pitchFamily="34" charset="0"/>
              </a:rPr>
              <a:t>Explications</a:t>
            </a:r>
          </a:p>
        </p:txBody>
      </p:sp>
      <p:grpSp>
        <p:nvGrpSpPr>
          <p:cNvPr id="9" name="Groupe 8">
            <a:extLst>
              <a:ext uri="{FF2B5EF4-FFF2-40B4-BE49-F238E27FC236}">
                <a16:creationId xmlns:a16="http://schemas.microsoft.com/office/drawing/2014/main" id="{92DD2130-FC86-B3FB-89F3-FA4F30E98419}"/>
              </a:ext>
            </a:extLst>
          </p:cNvPr>
          <p:cNvGrpSpPr/>
          <p:nvPr/>
        </p:nvGrpSpPr>
        <p:grpSpPr>
          <a:xfrm>
            <a:off x="7880947" y="1422969"/>
            <a:ext cx="648000" cy="648000"/>
            <a:chOff x="7880947" y="1421251"/>
            <a:chExt cx="648000" cy="648000"/>
          </a:xfrm>
        </p:grpSpPr>
        <p:sp>
          <p:nvSpPr>
            <p:cNvPr id="27" name="Oval 9">
              <a:extLst>
                <a:ext uri="{FF2B5EF4-FFF2-40B4-BE49-F238E27FC236}">
                  <a16:creationId xmlns:a16="http://schemas.microsoft.com/office/drawing/2014/main" id="{E1BC3EC8-4AFD-FFC2-7E1E-12355714664D}"/>
                </a:ext>
              </a:extLst>
            </p:cNvPr>
            <p:cNvSpPr/>
            <p:nvPr/>
          </p:nvSpPr>
          <p:spPr>
            <a:xfrm>
              <a:off x="7880947" y="1421251"/>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86020" name="Picture 4" descr="Api - Icônes ordinateur gratuites">
              <a:extLst>
                <a:ext uri="{FF2B5EF4-FFF2-40B4-BE49-F238E27FC236}">
                  <a16:creationId xmlns:a16="http://schemas.microsoft.com/office/drawing/2014/main" id="{C0847C68-B755-3660-8984-D4D76DF70B9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55081" y="1495385"/>
              <a:ext cx="499733" cy="499733"/>
            </a:xfrm>
            <a:prstGeom prst="rect">
              <a:avLst/>
            </a:prstGeom>
            <a:noFill/>
            <a:extLst>
              <a:ext uri="{909E8E84-426E-40DD-AFC4-6F175D3DCCD1}">
                <a14:hiddenFill xmlns:a14="http://schemas.microsoft.com/office/drawing/2010/main">
                  <a:solidFill>
                    <a:srgbClr val="FFFFFF"/>
                  </a:solidFill>
                </a14:hiddenFill>
              </a:ext>
            </a:extLst>
          </p:spPr>
        </p:pic>
      </p:grpSp>
      <p:pic>
        <p:nvPicPr>
          <p:cNvPr id="16" name="Picture 2">
            <a:extLst>
              <a:ext uri="{FF2B5EF4-FFF2-40B4-BE49-F238E27FC236}">
                <a16:creationId xmlns:a16="http://schemas.microsoft.com/office/drawing/2014/main" id="{8DE81188-DE84-4993-C49D-EC7DA098AE4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4568" y="1905731"/>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51941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B1EF90D9-EAA5-8E40-D836-FAFADBCCEECA}"/>
              </a:ext>
            </a:extLst>
          </p:cNvPr>
          <p:cNvSpPr>
            <a:spLocks noGrp="1"/>
          </p:cNvSpPr>
          <p:nvPr>
            <p:ph type="body" sz="quarter" idx="35"/>
          </p:nvPr>
        </p:nvSpPr>
        <p:spPr/>
        <p:txBody>
          <a:bodyPr/>
          <a:lstStyle/>
          <a:p>
            <a:r>
              <a:rPr lang="fr-FR" sz="1400"/>
              <a:t>Architecture 3 tiers</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API LED – Modèle </a:t>
            </a:r>
            <a:r>
              <a:rPr lang="fr-FR" err="1"/>
              <a:t>Mulesoft</a:t>
            </a:r>
            <a:r>
              <a:rPr lang="fr-FR"/>
              <a:t> : Introduction</a:t>
            </a:r>
          </a:p>
        </p:txBody>
      </p:sp>
      <p:pic>
        <p:nvPicPr>
          <p:cNvPr id="7" name="Image 6">
            <a:extLst>
              <a:ext uri="{FF2B5EF4-FFF2-40B4-BE49-F238E27FC236}">
                <a16:creationId xmlns:a16="http://schemas.microsoft.com/office/drawing/2014/main" id="{1191BD9A-3F49-04E7-6940-B2FD84A6B2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45" y="1446768"/>
            <a:ext cx="6096000" cy="4488519"/>
          </a:xfrm>
          <a:prstGeom prst="rect">
            <a:avLst/>
          </a:prstGeom>
        </p:spPr>
      </p:pic>
      <p:sp>
        <p:nvSpPr>
          <p:cNvPr id="10" name="ZoneTexte 9">
            <a:extLst>
              <a:ext uri="{FF2B5EF4-FFF2-40B4-BE49-F238E27FC236}">
                <a16:creationId xmlns:a16="http://schemas.microsoft.com/office/drawing/2014/main" id="{7DE734D9-29A7-63C4-EC69-E91F11BEEC15}"/>
              </a:ext>
            </a:extLst>
          </p:cNvPr>
          <p:cNvSpPr txBox="1"/>
          <p:nvPr/>
        </p:nvSpPr>
        <p:spPr>
          <a:xfrm>
            <a:off x="6385786" y="2690336"/>
            <a:ext cx="5577541" cy="1477328"/>
          </a:xfrm>
          <a:prstGeom prst="rect">
            <a:avLst/>
          </a:prstGeom>
          <a:noFill/>
        </p:spPr>
        <p:txBody>
          <a:bodyPr wrap="square">
            <a:spAutoFit/>
          </a:bodyPr>
          <a:lstStyle/>
          <a:p>
            <a:pPr algn="just"/>
            <a:r>
              <a:rPr lang="fr-FR" b="0" i="0" u="none" strike="noStrike" dirty="0">
                <a:solidFill>
                  <a:srgbClr val="000000"/>
                </a:solidFill>
                <a:effectLst/>
                <a:latin typeface="EOpenSans"/>
              </a:rPr>
              <a:t>Dans l’architecture </a:t>
            </a:r>
            <a:r>
              <a:rPr lang="fr-FR" b="0" i="0" u="none" strike="noStrike" dirty="0" err="1">
                <a:solidFill>
                  <a:srgbClr val="000000"/>
                </a:solidFill>
                <a:effectLst/>
                <a:latin typeface="EOpenSans"/>
              </a:rPr>
              <a:t>Mulesoft</a:t>
            </a:r>
            <a:r>
              <a:rPr lang="fr-FR" b="0" i="0" u="none" strike="noStrike" dirty="0">
                <a:solidFill>
                  <a:srgbClr val="000000"/>
                </a:solidFill>
                <a:effectLst/>
                <a:latin typeface="EOpenSans"/>
              </a:rPr>
              <a:t> tout est vu comme étant un service </a:t>
            </a:r>
            <a:r>
              <a:rPr lang="fr-FR" b="0" i="0" u="none" strike="noStrike">
                <a:solidFill>
                  <a:srgbClr val="000000"/>
                </a:solidFill>
                <a:effectLst/>
                <a:latin typeface="EOpenSans"/>
              </a:rPr>
              <a:t>exposé sous la forme d’une API</a:t>
            </a:r>
            <a:r>
              <a:rPr lang="fr-FR" b="0" i="0" u="none" strike="noStrike" dirty="0">
                <a:solidFill>
                  <a:srgbClr val="000000"/>
                </a:solidFill>
                <a:effectLst/>
                <a:latin typeface="EOpenSans"/>
              </a:rPr>
              <a:t> </a:t>
            </a:r>
            <a:r>
              <a:rPr lang="fr-FR" b="0" i="0" u="none" strike="noStrike">
                <a:solidFill>
                  <a:srgbClr val="000000"/>
                </a:solidFill>
                <a:effectLst/>
                <a:latin typeface="EOpenSans"/>
              </a:rPr>
              <a:t>(de type REST) </a:t>
            </a:r>
            <a:r>
              <a:rPr lang="fr-FR" b="0" i="0" u="none" strike="noStrike" dirty="0">
                <a:solidFill>
                  <a:srgbClr val="000000"/>
                </a:solidFill>
                <a:effectLst/>
                <a:latin typeface="EOpenSans"/>
              </a:rPr>
              <a:t>et décomposé en couches de manière à garantir la réutilisation des services réalisés en fonction du périmètre adressé (</a:t>
            </a:r>
            <a:r>
              <a:rPr lang="fr-FR" b="0" i="0" u="none" strike="noStrike" dirty="0" err="1">
                <a:solidFill>
                  <a:srgbClr val="000000"/>
                </a:solidFill>
                <a:effectLst/>
                <a:latin typeface="EOpenSans"/>
              </a:rPr>
              <a:t>xAPI</a:t>
            </a:r>
            <a:r>
              <a:rPr lang="fr-FR" b="0" i="0" u="none" strike="noStrike" dirty="0">
                <a:solidFill>
                  <a:srgbClr val="000000"/>
                </a:solidFill>
                <a:effectLst/>
                <a:latin typeface="EOpenSans"/>
              </a:rPr>
              <a:t>, </a:t>
            </a:r>
            <a:r>
              <a:rPr lang="fr-FR" b="0" i="0" u="none" strike="noStrike" dirty="0" err="1">
                <a:solidFill>
                  <a:srgbClr val="000000"/>
                </a:solidFill>
                <a:effectLst/>
                <a:latin typeface="EOpenSans"/>
              </a:rPr>
              <a:t>pAPI</a:t>
            </a:r>
            <a:r>
              <a:rPr lang="fr-FR" b="0" i="0" u="none" strike="noStrike" dirty="0">
                <a:solidFill>
                  <a:srgbClr val="000000"/>
                </a:solidFill>
                <a:effectLst/>
                <a:latin typeface="EOpenSans"/>
              </a:rPr>
              <a:t>, </a:t>
            </a:r>
            <a:r>
              <a:rPr lang="fr-FR" b="0" i="0" u="none" strike="noStrike" dirty="0" err="1">
                <a:solidFill>
                  <a:srgbClr val="000000"/>
                </a:solidFill>
                <a:effectLst/>
                <a:latin typeface="EOpenSans"/>
              </a:rPr>
              <a:t>sAPI</a:t>
            </a:r>
            <a:r>
              <a:rPr lang="fr-FR" b="0" i="0" u="none" strike="noStrike" dirty="0">
                <a:solidFill>
                  <a:srgbClr val="000000"/>
                </a:solidFill>
                <a:effectLst/>
                <a:latin typeface="EOpenSans"/>
              </a:rPr>
              <a:t>)</a:t>
            </a:r>
            <a:endParaRPr lang="fr-FR" dirty="0">
              <a:solidFill>
                <a:srgbClr val="000000"/>
              </a:solidFill>
              <a:latin typeface="EOpenSans"/>
            </a:endParaRPr>
          </a:p>
        </p:txBody>
      </p:sp>
    </p:spTree>
    <p:extLst>
      <p:ext uri="{BB962C8B-B14F-4D97-AF65-F5344CB8AC3E}">
        <p14:creationId xmlns:p14="http://schemas.microsoft.com/office/powerpoint/2010/main" val="33701818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a:xfrm>
            <a:off x="337931" y="567318"/>
            <a:ext cx="11433654" cy="358691"/>
          </a:xfrm>
        </p:spPr>
        <p:txBody>
          <a:bodyPr/>
          <a:lstStyle/>
          <a:p>
            <a:r>
              <a:rPr lang="fr-FR"/>
              <a:t>XAPI - </a:t>
            </a:r>
            <a:r>
              <a:rPr lang="fr-FR" err="1"/>
              <a:t>Experience</a:t>
            </a:r>
            <a:r>
              <a:rPr lang="fr-FR"/>
              <a:t> API</a:t>
            </a:r>
          </a:p>
        </p:txBody>
      </p:sp>
      <p:graphicFrame>
        <p:nvGraphicFramePr>
          <p:cNvPr id="3" name="Diagramme 2">
            <a:extLst>
              <a:ext uri="{FF2B5EF4-FFF2-40B4-BE49-F238E27FC236}">
                <a16:creationId xmlns:a16="http://schemas.microsoft.com/office/drawing/2014/main" id="{67F860CF-A5FB-A7AC-D929-2FDE4B52A98B}"/>
              </a:ext>
            </a:extLst>
          </p:cNvPr>
          <p:cNvGraphicFramePr/>
          <p:nvPr/>
        </p:nvGraphicFramePr>
        <p:xfrm>
          <a:off x="337931" y="1267165"/>
          <a:ext cx="11433654" cy="50235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4" descr="livre ">
            <a:extLst>
              <a:ext uri="{FF2B5EF4-FFF2-40B4-BE49-F238E27FC236}">
                <a16:creationId xmlns:a16="http://schemas.microsoft.com/office/drawing/2014/main" id="{4CD3D9EF-84C1-BA4D-ACE8-B4A5DD462391}"/>
              </a:ext>
            </a:extLst>
          </p:cNvPr>
          <p:cNvPicPr>
            <a:picLocks noChangeAspect="1" noChangeArrowheads="1"/>
          </p:cNvPicPr>
          <p:nvPr/>
        </p:nvPicPr>
        <p:blipFill>
          <a:blip r:embed="rId8">
            <a:biLevel thresh="25000"/>
            <a:extLst>
              <a:ext uri="{28A0092B-C50C-407E-A947-70E740481C1C}">
                <a14:useLocalDpi xmlns:a14="http://schemas.microsoft.com/office/drawing/2010/main" val="0"/>
              </a:ext>
            </a:extLst>
          </a:blip>
          <a:srcRect/>
          <a:stretch>
            <a:fillRect/>
          </a:stretch>
        </p:blipFill>
        <p:spPr bwMode="auto">
          <a:xfrm>
            <a:off x="565090" y="1541576"/>
            <a:ext cx="905583" cy="905583"/>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F858BF41-D526-7FF0-B2FB-B1E2B1A050F5}"/>
              </a:ext>
            </a:extLst>
          </p:cNvPr>
          <p:cNvPicPr>
            <a:picLocks noChangeAspect="1"/>
          </p:cNvPicPr>
          <p:nvPr/>
        </p:nvPicPr>
        <p:blipFill>
          <a:blip r:embed="rId9"/>
          <a:stretch>
            <a:fillRect/>
          </a:stretch>
        </p:blipFill>
        <p:spPr>
          <a:xfrm>
            <a:off x="565091" y="3326131"/>
            <a:ext cx="905583" cy="905583"/>
          </a:xfrm>
          <a:prstGeom prst="rect">
            <a:avLst/>
          </a:prstGeom>
          <a:ln>
            <a:noFill/>
          </a:ln>
        </p:spPr>
      </p:pic>
      <p:pic>
        <p:nvPicPr>
          <p:cNvPr id="10" name="Image 9">
            <a:extLst>
              <a:ext uri="{FF2B5EF4-FFF2-40B4-BE49-F238E27FC236}">
                <a16:creationId xmlns:a16="http://schemas.microsoft.com/office/drawing/2014/main" id="{07455370-62DC-6044-B7A0-41EE29E46C02}"/>
              </a:ext>
            </a:extLst>
          </p:cNvPr>
          <p:cNvPicPr>
            <a:picLocks noChangeAspect="1"/>
          </p:cNvPicPr>
          <p:nvPr/>
        </p:nvPicPr>
        <p:blipFill>
          <a:blip r:embed="rId10"/>
          <a:stretch>
            <a:fillRect/>
          </a:stretch>
        </p:blipFill>
        <p:spPr>
          <a:xfrm>
            <a:off x="617759" y="5173383"/>
            <a:ext cx="800247" cy="800247"/>
          </a:xfrm>
          <a:prstGeom prst="rect">
            <a:avLst/>
          </a:prstGeom>
        </p:spPr>
      </p:pic>
    </p:spTree>
    <p:extLst>
      <p:ext uri="{BB962C8B-B14F-4D97-AF65-F5344CB8AC3E}">
        <p14:creationId xmlns:p14="http://schemas.microsoft.com/office/powerpoint/2010/main" val="17819078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a:xfrm>
            <a:off x="337931" y="567318"/>
            <a:ext cx="11433654" cy="358691"/>
          </a:xfrm>
        </p:spPr>
        <p:txBody>
          <a:bodyPr/>
          <a:lstStyle/>
          <a:p>
            <a:r>
              <a:rPr lang="fr-FR" dirty="0"/>
              <a:t>PAPI - PROCESS API</a:t>
            </a:r>
          </a:p>
        </p:txBody>
      </p:sp>
      <p:graphicFrame>
        <p:nvGraphicFramePr>
          <p:cNvPr id="3" name="Diagramme 2">
            <a:extLst>
              <a:ext uri="{FF2B5EF4-FFF2-40B4-BE49-F238E27FC236}">
                <a16:creationId xmlns:a16="http://schemas.microsoft.com/office/drawing/2014/main" id="{67F860CF-A5FB-A7AC-D929-2FDE4B52A98B}"/>
              </a:ext>
            </a:extLst>
          </p:cNvPr>
          <p:cNvGraphicFramePr/>
          <p:nvPr/>
        </p:nvGraphicFramePr>
        <p:xfrm>
          <a:off x="337931" y="1267165"/>
          <a:ext cx="11433654" cy="50235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4" descr="livre ">
            <a:extLst>
              <a:ext uri="{FF2B5EF4-FFF2-40B4-BE49-F238E27FC236}">
                <a16:creationId xmlns:a16="http://schemas.microsoft.com/office/drawing/2014/main" id="{4CD3D9EF-84C1-BA4D-ACE8-B4A5DD462391}"/>
              </a:ext>
            </a:extLst>
          </p:cNvPr>
          <p:cNvPicPr>
            <a:picLocks noChangeAspect="1" noChangeArrowheads="1"/>
          </p:cNvPicPr>
          <p:nvPr/>
        </p:nvPicPr>
        <p:blipFill>
          <a:blip r:embed="rId8">
            <a:biLevel thresh="25000"/>
            <a:extLst>
              <a:ext uri="{28A0092B-C50C-407E-A947-70E740481C1C}">
                <a14:useLocalDpi xmlns:a14="http://schemas.microsoft.com/office/drawing/2010/main" val="0"/>
              </a:ext>
            </a:extLst>
          </a:blip>
          <a:srcRect/>
          <a:stretch>
            <a:fillRect/>
          </a:stretch>
        </p:blipFill>
        <p:spPr bwMode="auto">
          <a:xfrm>
            <a:off x="565090" y="1541576"/>
            <a:ext cx="905583" cy="905583"/>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F858BF41-D526-7FF0-B2FB-B1E2B1A050F5}"/>
              </a:ext>
            </a:extLst>
          </p:cNvPr>
          <p:cNvPicPr>
            <a:picLocks noChangeAspect="1"/>
          </p:cNvPicPr>
          <p:nvPr/>
        </p:nvPicPr>
        <p:blipFill>
          <a:blip r:embed="rId9"/>
          <a:stretch>
            <a:fillRect/>
          </a:stretch>
        </p:blipFill>
        <p:spPr>
          <a:xfrm>
            <a:off x="565091" y="3326131"/>
            <a:ext cx="905583" cy="905583"/>
          </a:xfrm>
          <a:prstGeom prst="rect">
            <a:avLst/>
          </a:prstGeom>
          <a:ln>
            <a:noFill/>
          </a:ln>
        </p:spPr>
      </p:pic>
      <p:pic>
        <p:nvPicPr>
          <p:cNvPr id="10" name="Image 9">
            <a:extLst>
              <a:ext uri="{FF2B5EF4-FFF2-40B4-BE49-F238E27FC236}">
                <a16:creationId xmlns:a16="http://schemas.microsoft.com/office/drawing/2014/main" id="{07455370-62DC-6044-B7A0-41EE29E46C02}"/>
              </a:ext>
            </a:extLst>
          </p:cNvPr>
          <p:cNvPicPr>
            <a:picLocks noChangeAspect="1"/>
          </p:cNvPicPr>
          <p:nvPr/>
        </p:nvPicPr>
        <p:blipFill>
          <a:blip r:embed="rId10"/>
          <a:stretch>
            <a:fillRect/>
          </a:stretch>
        </p:blipFill>
        <p:spPr>
          <a:xfrm>
            <a:off x="617759" y="5173383"/>
            <a:ext cx="800247" cy="800247"/>
          </a:xfrm>
          <a:prstGeom prst="rect">
            <a:avLst/>
          </a:prstGeom>
        </p:spPr>
      </p:pic>
    </p:spTree>
    <p:extLst>
      <p:ext uri="{BB962C8B-B14F-4D97-AF65-F5344CB8AC3E}">
        <p14:creationId xmlns:p14="http://schemas.microsoft.com/office/powerpoint/2010/main" val="2880506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a:xfrm>
            <a:off x="337931" y="567318"/>
            <a:ext cx="11433654" cy="358691"/>
          </a:xfrm>
        </p:spPr>
        <p:txBody>
          <a:bodyPr/>
          <a:lstStyle/>
          <a:p>
            <a:r>
              <a:rPr lang="fr-FR" dirty="0"/>
              <a:t>SAPI - SYSTEM API</a:t>
            </a:r>
          </a:p>
        </p:txBody>
      </p:sp>
      <p:graphicFrame>
        <p:nvGraphicFramePr>
          <p:cNvPr id="3" name="Diagramme 2">
            <a:extLst>
              <a:ext uri="{FF2B5EF4-FFF2-40B4-BE49-F238E27FC236}">
                <a16:creationId xmlns:a16="http://schemas.microsoft.com/office/drawing/2014/main" id="{67F860CF-A5FB-A7AC-D929-2FDE4B52A98B}"/>
              </a:ext>
            </a:extLst>
          </p:cNvPr>
          <p:cNvGraphicFramePr/>
          <p:nvPr/>
        </p:nvGraphicFramePr>
        <p:xfrm>
          <a:off x="337931" y="1267165"/>
          <a:ext cx="11433654" cy="50235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4" descr="livre ">
            <a:extLst>
              <a:ext uri="{FF2B5EF4-FFF2-40B4-BE49-F238E27FC236}">
                <a16:creationId xmlns:a16="http://schemas.microsoft.com/office/drawing/2014/main" id="{4CD3D9EF-84C1-BA4D-ACE8-B4A5DD462391}"/>
              </a:ext>
            </a:extLst>
          </p:cNvPr>
          <p:cNvPicPr>
            <a:picLocks noChangeAspect="1" noChangeArrowheads="1"/>
          </p:cNvPicPr>
          <p:nvPr/>
        </p:nvPicPr>
        <p:blipFill>
          <a:blip r:embed="rId8">
            <a:biLevel thresh="25000"/>
            <a:extLst>
              <a:ext uri="{28A0092B-C50C-407E-A947-70E740481C1C}">
                <a14:useLocalDpi xmlns:a14="http://schemas.microsoft.com/office/drawing/2010/main" val="0"/>
              </a:ext>
            </a:extLst>
          </a:blip>
          <a:srcRect/>
          <a:stretch>
            <a:fillRect/>
          </a:stretch>
        </p:blipFill>
        <p:spPr bwMode="auto">
          <a:xfrm>
            <a:off x="565090" y="1541576"/>
            <a:ext cx="905583" cy="905583"/>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F858BF41-D526-7FF0-B2FB-B1E2B1A050F5}"/>
              </a:ext>
            </a:extLst>
          </p:cNvPr>
          <p:cNvPicPr>
            <a:picLocks noChangeAspect="1"/>
          </p:cNvPicPr>
          <p:nvPr/>
        </p:nvPicPr>
        <p:blipFill>
          <a:blip r:embed="rId9"/>
          <a:stretch>
            <a:fillRect/>
          </a:stretch>
        </p:blipFill>
        <p:spPr>
          <a:xfrm>
            <a:off x="565091" y="3326131"/>
            <a:ext cx="905583" cy="905583"/>
          </a:xfrm>
          <a:prstGeom prst="rect">
            <a:avLst/>
          </a:prstGeom>
          <a:ln>
            <a:noFill/>
          </a:ln>
        </p:spPr>
      </p:pic>
      <p:pic>
        <p:nvPicPr>
          <p:cNvPr id="10" name="Image 9">
            <a:extLst>
              <a:ext uri="{FF2B5EF4-FFF2-40B4-BE49-F238E27FC236}">
                <a16:creationId xmlns:a16="http://schemas.microsoft.com/office/drawing/2014/main" id="{07455370-62DC-6044-B7A0-41EE29E46C02}"/>
              </a:ext>
            </a:extLst>
          </p:cNvPr>
          <p:cNvPicPr>
            <a:picLocks noChangeAspect="1"/>
          </p:cNvPicPr>
          <p:nvPr/>
        </p:nvPicPr>
        <p:blipFill>
          <a:blip r:embed="rId10"/>
          <a:stretch>
            <a:fillRect/>
          </a:stretch>
        </p:blipFill>
        <p:spPr>
          <a:xfrm>
            <a:off x="617759" y="5173383"/>
            <a:ext cx="800247" cy="800247"/>
          </a:xfrm>
          <a:prstGeom prst="rect">
            <a:avLst/>
          </a:prstGeom>
        </p:spPr>
      </p:pic>
    </p:spTree>
    <p:extLst>
      <p:ext uri="{BB962C8B-B14F-4D97-AF65-F5344CB8AC3E}">
        <p14:creationId xmlns:p14="http://schemas.microsoft.com/office/powerpoint/2010/main" val="42103918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D206E94-5069-288D-C38F-B1B8315C3622}"/>
              </a:ext>
            </a:extLst>
          </p:cNvPr>
          <p:cNvSpPr/>
          <p:nvPr/>
        </p:nvSpPr>
        <p:spPr>
          <a:xfrm>
            <a:off x="0" y="2464323"/>
            <a:ext cx="5150050"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Les bonnes pratiques de développement </a:t>
            </a:r>
            <a:r>
              <a:rPr lang="fr-FR" sz="2400" b="1" err="1">
                <a:solidFill>
                  <a:schemeClr val="bg1"/>
                </a:solidFill>
                <a:latin typeface="Arial" panose="020B0604020202020204" pitchFamily="34" charset="0"/>
                <a:ea typeface="Arial Black" charset="0"/>
                <a:cs typeface="Arial" panose="020B0604020202020204" pitchFamily="34" charset="0"/>
              </a:rPr>
              <a:t>MuleSoft</a:t>
            </a:r>
            <a:endParaRPr lang="fr-FR" sz="2400" b="1">
              <a:solidFill>
                <a:schemeClr val="bg1"/>
              </a:solidFill>
              <a:latin typeface="Arial" panose="020B0604020202020204" pitchFamily="34" charset="0"/>
              <a:ea typeface="Arial Black" charset="0"/>
              <a:cs typeface="Arial" panose="020B0604020202020204" pitchFamily="34" charset="0"/>
            </a:endParaRPr>
          </a:p>
        </p:txBody>
      </p:sp>
      <p:grpSp>
        <p:nvGrpSpPr>
          <p:cNvPr id="3" name="Groupe 2">
            <a:extLst>
              <a:ext uri="{FF2B5EF4-FFF2-40B4-BE49-F238E27FC236}">
                <a16:creationId xmlns:a16="http://schemas.microsoft.com/office/drawing/2014/main" id="{D3C8B2C1-5BEA-562A-F53A-884809B7AE0E}"/>
              </a:ext>
            </a:extLst>
          </p:cNvPr>
          <p:cNvGrpSpPr/>
          <p:nvPr/>
        </p:nvGrpSpPr>
        <p:grpSpPr>
          <a:xfrm>
            <a:off x="62893" y="3070019"/>
            <a:ext cx="748248" cy="748248"/>
            <a:chOff x="7840593" y="4028032"/>
            <a:chExt cx="748248" cy="748248"/>
          </a:xfrm>
        </p:grpSpPr>
        <p:sp>
          <p:nvSpPr>
            <p:cNvPr id="4" name="Oval 9">
              <a:extLst>
                <a:ext uri="{FF2B5EF4-FFF2-40B4-BE49-F238E27FC236}">
                  <a16:creationId xmlns:a16="http://schemas.microsoft.com/office/drawing/2014/main" id="{4262DF1D-4411-21B3-568F-BCA018638413}"/>
                </a:ext>
              </a:extLst>
            </p:cNvPr>
            <p:cNvSpPr/>
            <p:nvPr/>
          </p:nvSpPr>
          <p:spPr>
            <a:xfrm>
              <a:off x="7840593" y="402803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 name="Picture 6" descr="MuleSoft Demos">
              <a:extLst>
                <a:ext uri="{FF2B5EF4-FFF2-40B4-BE49-F238E27FC236}">
                  <a16:creationId xmlns:a16="http://schemas.microsoft.com/office/drawing/2014/main" id="{65E9DE2F-058A-F30D-30BB-C92376F058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4982" y="4105485"/>
              <a:ext cx="605199" cy="605199"/>
            </a:xfrm>
            <a:prstGeom prst="ellipse">
              <a:avLst/>
            </a:prstGeom>
            <a:ln>
              <a:noFill/>
            </a:ln>
            <a:effectLst/>
            <a:extLst>
              <a:ext uri="{909E8E84-426E-40DD-AFC4-6F175D3DCCD1}">
                <a14:hiddenFill xmlns:a14="http://schemas.microsoft.com/office/drawing/2010/main">
                  <a:solidFill>
                    <a:srgbClr val="FFFFFF"/>
                  </a:solidFill>
                </a14:hiddenFill>
              </a:ext>
            </a:extLst>
          </p:spPr>
        </p:pic>
      </p:grpSp>
      <p:pic>
        <p:nvPicPr>
          <p:cNvPr id="2" name="Picture 2" descr="The Top 6 MuleSoft Challenges | Influential Software">
            <a:extLst>
              <a:ext uri="{FF2B5EF4-FFF2-40B4-BE49-F238E27FC236}">
                <a16:creationId xmlns:a16="http://schemas.microsoft.com/office/drawing/2014/main" id="{D873D4AB-E238-CCC5-882A-CDE42C3E347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207" r="24600" b="70241"/>
          <a:stretch/>
        </p:blipFill>
        <p:spPr bwMode="auto">
          <a:xfrm rot="16200000">
            <a:off x="3288959" y="1939463"/>
            <a:ext cx="6846558" cy="2979074"/>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20786" y="5721"/>
            <a:ext cx="2980989"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19" name="Rectangle 18">
            <a:extLst>
              <a:ext uri="{FF2B5EF4-FFF2-40B4-BE49-F238E27FC236}">
                <a16:creationId xmlns:a16="http://schemas.microsoft.com/office/drawing/2014/main" id="{ABBF16A5-CC95-1197-3145-DF75F9F3B7A4}"/>
              </a:ext>
            </a:extLst>
          </p:cNvPr>
          <p:cNvSpPr/>
          <p:nvPr/>
        </p:nvSpPr>
        <p:spPr>
          <a:xfrm>
            <a:off x="5020654" y="2463461"/>
            <a:ext cx="213444" cy="1929355"/>
          </a:xfrm>
          <a:prstGeom prst="rect">
            <a:avLst/>
          </a:prstGeom>
          <a:solidFill>
            <a:schemeClr val="accent1">
              <a:alpha val="8268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91CD"/>
              </a:solidFill>
              <a:effectLst/>
              <a:uLnTx/>
              <a:uFillTx/>
              <a:latin typeface="Arial"/>
              <a:ea typeface="+mn-ea"/>
              <a:cs typeface="+mn-cs"/>
            </a:endParaRPr>
          </a:p>
        </p:txBody>
      </p:sp>
      <p:sp>
        <p:nvSpPr>
          <p:cNvPr id="39" name="TextBox 4">
            <a:extLst>
              <a:ext uri="{FF2B5EF4-FFF2-40B4-BE49-F238E27FC236}">
                <a16:creationId xmlns:a16="http://schemas.microsoft.com/office/drawing/2014/main" id="{9F723379-8717-0275-2A6C-9F210CEAD42B}"/>
              </a:ext>
            </a:extLst>
          </p:cNvPr>
          <p:cNvSpPr txBox="1"/>
          <p:nvPr/>
        </p:nvSpPr>
        <p:spPr>
          <a:xfrm>
            <a:off x="8737615" y="4842612"/>
            <a:ext cx="2986214" cy="535531"/>
          </a:xfrm>
          <a:prstGeom prst="rect">
            <a:avLst/>
          </a:prstGeom>
          <a:noFill/>
        </p:spPr>
        <p:txBody>
          <a:bodyPr wrap="square" rtlCol="0">
            <a:spAutoFit/>
          </a:bodyPr>
          <a:lstStyle/>
          <a:p>
            <a:pPr>
              <a:lnSpc>
                <a:spcPct val="90000"/>
              </a:lnSpc>
            </a:pPr>
            <a:r>
              <a:rPr lang="fr-FR" sz="1600">
                <a:solidFill>
                  <a:schemeClr val="bg1"/>
                </a:solidFill>
                <a:latin typeface="Arial" panose="020B0604020202020204" pitchFamily="34" charset="0"/>
                <a:ea typeface="Arial Black" charset="0"/>
                <a:cs typeface="Arial" panose="020B0604020202020204" pitchFamily="34" charset="0"/>
              </a:rPr>
              <a:t>Patterns </a:t>
            </a:r>
            <a:r>
              <a:rPr lang="fr-FR" sz="1600" err="1">
                <a:solidFill>
                  <a:schemeClr val="bg1"/>
                </a:solidFill>
                <a:latin typeface="Arial" panose="020B0604020202020204" pitchFamily="34" charset="0"/>
                <a:ea typeface="Arial Black" charset="0"/>
                <a:cs typeface="Arial" panose="020B0604020202020204" pitchFamily="34" charset="0"/>
              </a:rPr>
              <a:t>Mulesoft</a:t>
            </a:r>
            <a:r>
              <a:rPr lang="fr-FR" sz="1600">
                <a:solidFill>
                  <a:schemeClr val="bg1"/>
                </a:solidFill>
                <a:latin typeface="Arial" panose="020B0604020202020204" pitchFamily="34" charset="0"/>
                <a:ea typeface="Arial Black" charset="0"/>
                <a:cs typeface="Arial" panose="020B0604020202020204" pitchFamily="34" charset="0"/>
              </a:rPr>
              <a:t> </a:t>
            </a:r>
            <a:r>
              <a:rPr lang="fr-FR" sz="1600" err="1">
                <a:solidFill>
                  <a:schemeClr val="bg1"/>
                </a:solidFill>
                <a:latin typeface="Arial" panose="020B0604020202020204" pitchFamily="34" charset="0"/>
                <a:ea typeface="Arial Black" charset="0"/>
                <a:cs typeface="Arial" panose="020B0604020202020204" pitchFamily="34" charset="0"/>
              </a:rPr>
              <a:t>microservices</a:t>
            </a:r>
            <a:endParaRPr lang="fr-FR" sz="1600">
              <a:solidFill>
                <a:schemeClr val="bg1"/>
              </a:solidFill>
              <a:latin typeface="Arial" panose="020B0604020202020204" pitchFamily="34" charset="0"/>
              <a:ea typeface="Arial Black" charset="0"/>
              <a:cs typeface="Arial" panose="020B0604020202020204" pitchFamily="34" charset="0"/>
            </a:endParaRPr>
          </a:p>
        </p:txBody>
      </p:sp>
      <p:grpSp>
        <p:nvGrpSpPr>
          <p:cNvPr id="15" name="Groupe 14">
            <a:extLst>
              <a:ext uri="{FF2B5EF4-FFF2-40B4-BE49-F238E27FC236}">
                <a16:creationId xmlns:a16="http://schemas.microsoft.com/office/drawing/2014/main" id="{49BD9089-3404-9BF5-CBE4-8F36B02A1C7B}"/>
              </a:ext>
            </a:extLst>
          </p:cNvPr>
          <p:cNvGrpSpPr/>
          <p:nvPr/>
        </p:nvGrpSpPr>
        <p:grpSpPr>
          <a:xfrm>
            <a:off x="7880947" y="4787031"/>
            <a:ext cx="648000" cy="648000"/>
            <a:chOff x="7880947" y="4785313"/>
            <a:chExt cx="648000" cy="648000"/>
          </a:xfrm>
        </p:grpSpPr>
        <p:sp>
          <p:nvSpPr>
            <p:cNvPr id="40" name="Oval 9">
              <a:extLst>
                <a:ext uri="{FF2B5EF4-FFF2-40B4-BE49-F238E27FC236}">
                  <a16:creationId xmlns:a16="http://schemas.microsoft.com/office/drawing/2014/main" id="{C0E87504-7ABF-6174-7BAA-D6113F4E76B5}"/>
                </a:ext>
              </a:extLst>
            </p:cNvPr>
            <p:cNvSpPr/>
            <p:nvPr/>
          </p:nvSpPr>
          <p:spPr>
            <a:xfrm>
              <a:off x="7880947" y="478531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86022" name="Picture 6" descr="Icône Flux, graphique dans Analytics Outline">
              <a:extLst>
                <a:ext uri="{FF2B5EF4-FFF2-40B4-BE49-F238E27FC236}">
                  <a16:creationId xmlns:a16="http://schemas.microsoft.com/office/drawing/2014/main" id="{1CBCB392-8CFA-DA1A-BCF6-A8A3DF0587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69302" y="4861063"/>
              <a:ext cx="464945" cy="464945"/>
            </a:xfrm>
            <a:prstGeom prst="roundRect">
              <a:avLst>
                <a:gd name="adj" fmla="val 17941"/>
              </a:avLst>
            </a:prstGeom>
            <a:noFill/>
            <a:extLst>
              <a:ext uri="{909E8E84-426E-40DD-AFC4-6F175D3DCCD1}">
                <a14:hiddenFill xmlns:a14="http://schemas.microsoft.com/office/drawing/2010/main">
                  <a:solidFill>
                    <a:srgbClr val="FFFFFF"/>
                  </a:solidFill>
                </a14:hiddenFill>
              </a:ext>
            </a:extLst>
          </p:spPr>
        </p:pic>
      </p:grpSp>
      <p:sp>
        <p:nvSpPr>
          <p:cNvPr id="36" name="TextBox 4">
            <a:extLst>
              <a:ext uri="{FF2B5EF4-FFF2-40B4-BE49-F238E27FC236}">
                <a16:creationId xmlns:a16="http://schemas.microsoft.com/office/drawing/2014/main" id="{0EE3CCEC-C4DD-276E-0586-816E18291BF8}"/>
              </a:ext>
            </a:extLst>
          </p:cNvPr>
          <p:cNvSpPr txBox="1"/>
          <p:nvPr/>
        </p:nvSpPr>
        <p:spPr>
          <a:xfrm>
            <a:off x="8737615" y="3286758"/>
            <a:ext cx="2986214" cy="313932"/>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ea typeface="Arial Black" charset="0"/>
                <a:cs typeface="Arial" panose="020B0604020202020204" pitchFamily="34" charset="0"/>
              </a:rPr>
              <a:t>API LED bonnes pratiques</a:t>
            </a:r>
          </a:p>
        </p:txBody>
      </p:sp>
      <p:grpSp>
        <p:nvGrpSpPr>
          <p:cNvPr id="8" name="Groupe 7">
            <a:extLst>
              <a:ext uri="{FF2B5EF4-FFF2-40B4-BE49-F238E27FC236}">
                <a16:creationId xmlns:a16="http://schemas.microsoft.com/office/drawing/2014/main" id="{0A5DACC9-4991-FD6B-73DC-320B4AB9F13E}"/>
              </a:ext>
            </a:extLst>
          </p:cNvPr>
          <p:cNvGrpSpPr/>
          <p:nvPr/>
        </p:nvGrpSpPr>
        <p:grpSpPr>
          <a:xfrm>
            <a:off x="7880945" y="3119724"/>
            <a:ext cx="643314" cy="648000"/>
            <a:chOff x="7880945" y="3104139"/>
            <a:chExt cx="643314" cy="648000"/>
          </a:xfrm>
        </p:grpSpPr>
        <p:sp>
          <p:nvSpPr>
            <p:cNvPr id="37" name="Oval 9">
              <a:extLst>
                <a:ext uri="{FF2B5EF4-FFF2-40B4-BE49-F238E27FC236}">
                  <a16:creationId xmlns:a16="http://schemas.microsoft.com/office/drawing/2014/main" id="{F95B015E-DB72-9276-EB93-9FB345D474E1}"/>
                </a:ext>
              </a:extLst>
            </p:cNvPr>
            <p:cNvSpPr/>
            <p:nvPr/>
          </p:nvSpPr>
          <p:spPr>
            <a:xfrm>
              <a:off x="7880945" y="3104139"/>
              <a:ext cx="643314"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86018" name="Picture 2" descr="practices Icon - Free PNG &amp; SVG 2139244 - Noun Project">
              <a:extLst>
                <a:ext uri="{FF2B5EF4-FFF2-40B4-BE49-F238E27FC236}">
                  <a16:creationId xmlns:a16="http://schemas.microsoft.com/office/drawing/2014/main" id="{6314CBA4-26CF-0524-00B8-357B9EA08A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54990" y="3180527"/>
              <a:ext cx="495224" cy="495224"/>
            </a:xfrm>
            <a:prstGeom prst="rect">
              <a:avLst/>
            </a:prstGeom>
            <a:noFill/>
            <a:extLst>
              <a:ext uri="{909E8E84-426E-40DD-AFC4-6F175D3DCCD1}">
                <a14:hiddenFill xmlns:a14="http://schemas.microsoft.com/office/drawing/2010/main">
                  <a:solidFill>
                    <a:srgbClr val="FFFFFF"/>
                  </a:solidFill>
                </a14:hiddenFill>
              </a:ext>
            </a:extLst>
          </p:spPr>
        </p:pic>
      </p:grpSp>
      <p:sp>
        <p:nvSpPr>
          <p:cNvPr id="102" name="TextBox 4">
            <a:extLst>
              <a:ext uri="{FF2B5EF4-FFF2-40B4-BE49-F238E27FC236}">
                <a16:creationId xmlns:a16="http://schemas.microsoft.com/office/drawing/2014/main" id="{08EF1DAE-D77A-794C-3B18-C2C6C135E72E}"/>
              </a:ext>
            </a:extLst>
          </p:cNvPr>
          <p:cNvSpPr txBox="1"/>
          <p:nvPr/>
        </p:nvSpPr>
        <p:spPr>
          <a:xfrm>
            <a:off x="8737615" y="1591718"/>
            <a:ext cx="2986214" cy="535531"/>
          </a:xfrm>
          <a:prstGeom prst="rect">
            <a:avLst/>
          </a:prstGeom>
          <a:noFill/>
        </p:spPr>
        <p:txBody>
          <a:bodyPr wrap="square" rtlCol="0">
            <a:spAutoFit/>
          </a:bodyPr>
          <a:lstStyle/>
          <a:p>
            <a:pPr>
              <a:lnSpc>
                <a:spcPct val="90000"/>
              </a:lnSpc>
            </a:pPr>
            <a:r>
              <a:rPr lang="fr-FR" sz="1600">
                <a:solidFill>
                  <a:schemeClr val="bg1"/>
                </a:solidFill>
                <a:latin typeface="Arial" panose="020B0604020202020204" pitchFamily="34" charset="0"/>
                <a:ea typeface="Arial Black" charset="0"/>
                <a:cs typeface="Arial" panose="020B0604020202020204" pitchFamily="34" charset="0"/>
              </a:rPr>
              <a:t>XAPI, PAPI, SAPI</a:t>
            </a:r>
          </a:p>
          <a:p>
            <a:pPr>
              <a:lnSpc>
                <a:spcPct val="90000"/>
              </a:lnSpc>
            </a:pPr>
            <a:r>
              <a:rPr lang="fr-FR" sz="1600">
                <a:solidFill>
                  <a:schemeClr val="bg1"/>
                </a:solidFill>
                <a:latin typeface="Arial" panose="020B0604020202020204" pitchFamily="34" charset="0"/>
                <a:ea typeface="Arial Black" charset="0"/>
                <a:cs typeface="Arial" panose="020B0604020202020204" pitchFamily="34" charset="0"/>
              </a:rPr>
              <a:t>Explications</a:t>
            </a:r>
          </a:p>
        </p:txBody>
      </p:sp>
      <p:grpSp>
        <p:nvGrpSpPr>
          <p:cNvPr id="9" name="Groupe 8">
            <a:extLst>
              <a:ext uri="{FF2B5EF4-FFF2-40B4-BE49-F238E27FC236}">
                <a16:creationId xmlns:a16="http://schemas.microsoft.com/office/drawing/2014/main" id="{92DD2130-FC86-B3FB-89F3-FA4F30E98419}"/>
              </a:ext>
            </a:extLst>
          </p:cNvPr>
          <p:cNvGrpSpPr/>
          <p:nvPr/>
        </p:nvGrpSpPr>
        <p:grpSpPr>
          <a:xfrm>
            <a:off x="7880947" y="1422969"/>
            <a:ext cx="648000" cy="648000"/>
            <a:chOff x="7880947" y="1421251"/>
            <a:chExt cx="648000" cy="648000"/>
          </a:xfrm>
        </p:grpSpPr>
        <p:sp>
          <p:nvSpPr>
            <p:cNvPr id="27" name="Oval 9">
              <a:extLst>
                <a:ext uri="{FF2B5EF4-FFF2-40B4-BE49-F238E27FC236}">
                  <a16:creationId xmlns:a16="http://schemas.microsoft.com/office/drawing/2014/main" id="{E1BC3EC8-4AFD-FFC2-7E1E-12355714664D}"/>
                </a:ext>
              </a:extLst>
            </p:cNvPr>
            <p:cNvSpPr/>
            <p:nvPr/>
          </p:nvSpPr>
          <p:spPr>
            <a:xfrm>
              <a:off x="7880947" y="1421251"/>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86020" name="Picture 4" descr="Api - Icônes ordinateur gratuites">
              <a:extLst>
                <a:ext uri="{FF2B5EF4-FFF2-40B4-BE49-F238E27FC236}">
                  <a16:creationId xmlns:a16="http://schemas.microsoft.com/office/drawing/2014/main" id="{C0847C68-B755-3660-8984-D4D76DF70B9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55081" y="1495385"/>
              <a:ext cx="499733" cy="499733"/>
            </a:xfrm>
            <a:prstGeom prst="rect">
              <a:avLst/>
            </a:prstGeom>
            <a:noFill/>
            <a:extLst>
              <a:ext uri="{909E8E84-426E-40DD-AFC4-6F175D3DCCD1}">
                <a14:hiddenFill xmlns:a14="http://schemas.microsoft.com/office/drawing/2010/main">
                  <a:solidFill>
                    <a:srgbClr val="FFFFFF"/>
                  </a:solidFill>
                </a14:hiddenFill>
              </a:ext>
            </a:extLst>
          </p:spPr>
        </p:pic>
      </p:grpSp>
      <p:pic>
        <p:nvPicPr>
          <p:cNvPr id="16" name="Picture 2">
            <a:extLst>
              <a:ext uri="{FF2B5EF4-FFF2-40B4-BE49-F238E27FC236}">
                <a16:creationId xmlns:a16="http://schemas.microsoft.com/office/drawing/2014/main" id="{8DE81188-DE84-4993-C49D-EC7DA098AE4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4568" y="3632931"/>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89777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API LED - Bonnes pratiques - plateforme </a:t>
            </a:r>
          </a:p>
        </p:txBody>
      </p:sp>
      <p:sp>
        <p:nvSpPr>
          <p:cNvPr id="11" name="Rectangle : coins arrondis 10">
            <a:extLst>
              <a:ext uri="{FF2B5EF4-FFF2-40B4-BE49-F238E27FC236}">
                <a16:creationId xmlns:a16="http://schemas.microsoft.com/office/drawing/2014/main" id="{006F574A-C667-164F-A883-8057158C90FC}"/>
              </a:ext>
            </a:extLst>
          </p:cNvPr>
          <p:cNvSpPr/>
          <p:nvPr/>
        </p:nvSpPr>
        <p:spPr>
          <a:xfrm>
            <a:off x="2532185" y="1195754"/>
            <a:ext cx="1561514" cy="450166"/>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fr-FR"/>
              <a:t>Mobile</a:t>
            </a:r>
          </a:p>
        </p:txBody>
      </p:sp>
      <p:sp>
        <p:nvSpPr>
          <p:cNvPr id="13" name="Rectangle : coins arrondis 12">
            <a:extLst>
              <a:ext uri="{FF2B5EF4-FFF2-40B4-BE49-F238E27FC236}">
                <a16:creationId xmlns:a16="http://schemas.microsoft.com/office/drawing/2014/main" id="{1B98335D-1C57-2CC5-C161-91C8F0993B44}"/>
              </a:ext>
            </a:extLst>
          </p:cNvPr>
          <p:cNvSpPr/>
          <p:nvPr/>
        </p:nvSpPr>
        <p:spPr>
          <a:xfrm>
            <a:off x="4274234" y="1195577"/>
            <a:ext cx="1561514" cy="450166"/>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fr-FR"/>
              <a:t>Client</a:t>
            </a:r>
          </a:p>
        </p:txBody>
      </p:sp>
      <p:sp>
        <p:nvSpPr>
          <p:cNvPr id="15" name="Rectangle 14">
            <a:extLst>
              <a:ext uri="{FF2B5EF4-FFF2-40B4-BE49-F238E27FC236}">
                <a16:creationId xmlns:a16="http://schemas.microsoft.com/office/drawing/2014/main" id="{52186806-EF00-3FDA-C056-2E9971EDA5A5}"/>
              </a:ext>
            </a:extLst>
          </p:cNvPr>
          <p:cNvSpPr/>
          <p:nvPr/>
        </p:nvSpPr>
        <p:spPr>
          <a:xfrm>
            <a:off x="609908" y="2239474"/>
            <a:ext cx="7441502" cy="733279"/>
          </a:xfrm>
          <a:prstGeom prst="rect">
            <a:avLst/>
          </a:prstGeom>
          <a:gradFill flip="none" rotWithShape="1">
            <a:gsLst>
              <a:gs pos="0">
                <a:srgbClr val="DCF2DE"/>
              </a:gs>
              <a:gs pos="58000">
                <a:srgbClr val="E5E5E5"/>
              </a:gs>
              <a:gs pos="41000">
                <a:srgbClr val="DCF2DE"/>
              </a:gs>
              <a:gs pos="100000">
                <a:srgbClr val="E5E5E5"/>
              </a:gs>
            </a:gsLst>
            <a:lin ang="0" scaled="1"/>
            <a:tileRect/>
          </a:gradFill>
          <a:ln w="38100">
            <a:solidFill>
              <a:srgbClr val="00B0F0"/>
            </a:solidFill>
            <a:prstDash val="dash"/>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b="1">
                <a:solidFill>
                  <a:schemeClr val="accent5">
                    <a:lumMod val="75000"/>
                  </a:schemeClr>
                </a:solidFill>
              </a:rPr>
              <a:t>API </a:t>
            </a:r>
            <a:r>
              <a:rPr lang="fr-FR" b="1" err="1">
                <a:solidFill>
                  <a:schemeClr val="accent5">
                    <a:lumMod val="75000"/>
                  </a:schemeClr>
                </a:solidFill>
              </a:rPr>
              <a:t>Experience</a:t>
            </a:r>
            <a:endParaRPr lang="fr-FR" b="1">
              <a:solidFill>
                <a:schemeClr val="accent5">
                  <a:lumMod val="75000"/>
                </a:schemeClr>
              </a:solidFill>
            </a:endParaRPr>
          </a:p>
          <a:p>
            <a:pPr algn="ctr"/>
            <a:r>
              <a:rPr lang="fr-FR" sz="1400">
                <a:solidFill>
                  <a:schemeClr val="accent5">
                    <a:lumMod val="75000"/>
                  </a:schemeClr>
                </a:solidFill>
              </a:rPr>
              <a:t>Pagination • SLA • Filtrage de champs • </a:t>
            </a:r>
            <a:r>
              <a:rPr lang="fr-FR" sz="1400" err="1">
                <a:solidFill>
                  <a:schemeClr val="accent5">
                    <a:lumMod val="75000"/>
                  </a:schemeClr>
                </a:solidFill>
              </a:rPr>
              <a:t>Securité</a:t>
            </a:r>
            <a:r>
              <a:rPr lang="fr-FR" sz="1400">
                <a:solidFill>
                  <a:schemeClr val="accent5">
                    <a:lumMod val="75000"/>
                  </a:schemeClr>
                </a:solidFill>
              </a:rPr>
              <a:t> • Exposition</a:t>
            </a:r>
          </a:p>
        </p:txBody>
      </p:sp>
      <p:sp>
        <p:nvSpPr>
          <p:cNvPr id="16" name="Rectangle 15">
            <a:extLst>
              <a:ext uri="{FF2B5EF4-FFF2-40B4-BE49-F238E27FC236}">
                <a16:creationId xmlns:a16="http://schemas.microsoft.com/office/drawing/2014/main" id="{B61C8F56-765F-6E80-51A6-1AFEC0656148}"/>
              </a:ext>
            </a:extLst>
          </p:cNvPr>
          <p:cNvSpPr/>
          <p:nvPr/>
        </p:nvSpPr>
        <p:spPr>
          <a:xfrm>
            <a:off x="2251139" y="3525788"/>
            <a:ext cx="4159040" cy="733279"/>
          </a:xfrm>
          <a:prstGeom prst="rect">
            <a:avLst/>
          </a:prstGeom>
          <a:gradFill flip="none" rotWithShape="1">
            <a:gsLst>
              <a:gs pos="0">
                <a:srgbClr val="DCF2DE"/>
              </a:gs>
              <a:gs pos="58000">
                <a:srgbClr val="E5E5E5"/>
              </a:gs>
              <a:gs pos="41000">
                <a:srgbClr val="DCF2DE"/>
              </a:gs>
              <a:gs pos="100000">
                <a:srgbClr val="E5E5E5"/>
              </a:gs>
            </a:gsLst>
            <a:lin ang="0" scaled="1"/>
            <a:tileRect/>
          </a:gradFill>
          <a:ln w="38100">
            <a:solidFill>
              <a:srgbClr val="00B0F0"/>
            </a:solidFill>
            <a:prstDash val="dash"/>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b="1">
                <a:solidFill>
                  <a:schemeClr val="accent5">
                    <a:lumMod val="75000"/>
                  </a:schemeClr>
                </a:solidFill>
              </a:rPr>
              <a:t>API Process (facultative)</a:t>
            </a:r>
          </a:p>
          <a:p>
            <a:pPr algn="ctr"/>
            <a:r>
              <a:rPr lang="fr-FR" sz="1400">
                <a:solidFill>
                  <a:schemeClr val="accent5">
                    <a:lumMod val="75000"/>
                  </a:schemeClr>
                </a:solidFill>
              </a:rPr>
              <a:t>Agrégation • Orchestration complexe</a:t>
            </a:r>
          </a:p>
        </p:txBody>
      </p:sp>
      <p:sp>
        <p:nvSpPr>
          <p:cNvPr id="17" name="Rectangle 16">
            <a:extLst>
              <a:ext uri="{FF2B5EF4-FFF2-40B4-BE49-F238E27FC236}">
                <a16:creationId xmlns:a16="http://schemas.microsoft.com/office/drawing/2014/main" id="{2971F08D-25FC-3165-0C50-B49C8F7491AF}"/>
              </a:ext>
            </a:extLst>
          </p:cNvPr>
          <p:cNvSpPr/>
          <p:nvPr/>
        </p:nvSpPr>
        <p:spPr>
          <a:xfrm>
            <a:off x="609908" y="4777154"/>
            <a:ext cx="4552936" cy="733279"/>
          </a:xfrm>
          <a:prstGeom prst="rect">
            <a:avLst/>
          </a:prstGeom>
          <a:gradFill>
            <a:gsLst>
              <a:gs pos="0">
                <a:srgbClr val="DCF2DE"/>
              </a:gs>
              <a:gs pos="58000">
                <a:srgbClr val="E5E5E5"/>
              </a:gs>
              <a:gs pos="41000">
                <a:srgbClr val="DCF2DE"/>
              </a:gs>
              <a:gs pos="100000">
                <a:srgbClr val="E5E5E5"/>
              </a:gs>
            </a:gsLst>
            <a:lin ang="0" scaled="1"/>
          </a:gradFill>
          <a:ln w="38100">
            <a:solidFill>
              <a:srgbClr val="00B0F0"/>
            </a:solidFill>
            <a:prstDash val="dash"/>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b="1">
                <a:solidFill>
                  <a:schemeClr val="accent5">
                    <a:lumMod val="75000"/>
                  </a:schemeClr>
                </a:solidFill>
              </a:rPr>
              <a:t>System API</a:t>
            </a:r>
          </a:p>
          <a:p>
            <a:pPr algn="ctr"/>
            <a:r>
              <a:rPr lang="fr-FR" sz="1400">
                <a:solidFill>
                  <a:schemeClr val="accent5">
                    <a:lumMod val="75000"/>
                  </a:schemeClr>
                </a:solidFill>
              </a:rPr>
              <a:t>Encapsule les applications monolithiques avec connecteurs MuleSoft</a:t>
            </a:r>
          </a:p>
        </p:txBody>
      </p:sp>
      <p:sp>
        <p:nvSpPr>
          <p:cNvPr id="18" name="Rectangle 17">
            <a:extLst>
              <a:ext uri="{FF2B5EF4-FFF2-40B4-BE49-F238E27FC236}">
                <a16:creationId xmlns:a16="http://schemas.microsoft.com/office/drawing/2014/main" id="{28D84458-8341-37C1-8209-B4189461F6D3}"/>
              </a:ext>
            </a:extLst>
          </p:cNvPr>
          <p:cNvSpPr/>
          <p:nvPr/>
        </p:nvSpPr>
        <p:spPr>
          <a:xfrm>
            <a:off x="5331220" y="4777153"/>
            <a:ext cx="2720189" cy="733279"/>
          </a:xfrm>
          <a:prstGeom prst="rect">
            <a:avLst/>
          </a:prstGeom>
          <a:solidFill>
            <a:schemeClr val="bg1">
              <a:lumMod val="9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b="1">
                <a:solidFill>
                  <a:schemeClr val="accent5">
                    <a:lumMod val="75000"/>
                  </a:schemeClr>
                </a:solidFill>
              </a:rPr>
              <a:t>Micro Service</a:t>
            </a:r>
          </a:p>
          <a:p>
            <a:pPr algn="ctr"/>
            <a:r>
              <a:rPr lang="fr-FR" sz="1400">
                <a:solidFill>
                  <a:schemeClr val="accent5">
                    <a:lumMod val="75000"/>
                  </a:schemeClr>
                </a:solidFill>
              </a:rPr>
              <a:t>Domain Services</a:t>
            </a:r>
          </a:p>
        </p:txBody>
      </p:sp>
      <p:sp>
        <p:nvSpPr>
          <p:cNvPr id="19" name="Rectangle 18">
            <a:extLst>
              <a:ext uri="{FF2B5EF4-FFF2-40B4-BE49-F238E27FC236}">
                <a16:creationId xmlns:a16="http://schemas.microsoft.com/office/drawing/2014/main" id="{8D6A242F-3E27-5F5B-398D-CFD3505748DF}"/>
              </a:ext>
            </a:extLst>
          </p:cNvPr>
          <p:cNvSpPr/>
          <p:nvPr/>
        </p:nvSpPr>
        <p:spPr>
          <a:xfrm>
            <a:off x="2945293" y="6092927"/>
            <a:ext cx="3022581" cy="402101"/>
          </a:xfrm>
          <a:prstGeom prst="rect">
            <a:avLst/>
          </a:prstGeom>
          <a:solidFill>
            <a:schemeClr val="bg1">
              <a:lumMod val="9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b="1">
                <a:solidFill>
                  <a:schemeClr val="accent5">
                    <a:lumMod val="75000"/>
                  </a:schemeClr>
                </a:solidFill>
              </a:rPr>
              <a:t>Monolithiques et </a:t>
            </a:r>
            <a:r>
              <a:rPr lang="fr-FR" b="1" err="1">
                <a:solidFill>
                  <a:schemeClr val="accent5">
                    <a:lumMod val="75000"/>
                  </a:schemeClr>
                </a:solidFill>
              </a:rPr>
              <a:t>Legacy</a:t>
            </a:r>
            <a:endParaRPr lang="fr-FR" b="1">
              <a:solidFill>
                <a:schemeClr val="accent5">
                  <a:lumMod val="75000"/>
                </a:schemeClr>
              </a:solidFill>
            </a:endParaRPr>
          </a:p>
        </p:txBody>
      </p:sp>
      <p:sp>
        <p:nvSpPr>
          <p:cNvPr id="20" name="Double flèche verticale 19">
            <a:extLst>
              <a:ext uri="{FF2B5EF4-FFF2-40B4-BE49-F238E27FC236}">
                <a16:creationId xmlns:a16="http://schemas.microsoft.com/office/drawing/2014/main" id="{75D55CAA-50B2-C58C-02DB-A656ACD398F6}"/>
              </a:ext>
            </a:extLst>
          </p:cNvPr>
          <p:cNvSpPr/>
          <p:nvPr/>
        </p:nvSpPr>
        <p:spPr>
          <a:xfrm>
            <a:off x="3984893" y="1624422"/>
            <a:ext cx="398148" cy="580099"/>
          </a:xfrm>
          <a:prstGeom prst="upDownArrow">
            <a:avLst>
              <a:gd name="adj1" fmla="val 35867"/>
              <a:gd name="adj2" fmla="val 252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a:p>
        </p:txBody>
      </p:sp>
      <p:sp>
        <p:nvSpPr>
          <p:cNvPr id="21" name="Flèche vers le bas 20">
            <a:extLst>
              <a:ext uri="{FF2B5EF4-FFF2-40B4-BE49-F238E27FC236}">
                <a16:creationId xmlns:a16="http://schemas.microsoft.com/office/drawing/2014/main" id="{98E6FA1C-DF2F-1FEA-D09D-B0E3A3BE1E34}"/>
              </a:ext>
            </a:extLst>
          </p:cNvPr>
          <p:cNvSpPr/>
          <p:nvPr/>
        </p:nvSpPr>
        <p:spPr>
          <a:xfrm>
            <a:off x="1312187" y="3007706"/>
            <a:ext cx="301285" cy="1769447"/>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a:p>
        </p:txBody>
      </p:sp>
      <p:sp>
        <p:nvSpPr>
          <p:cNvPr id="22" name="Flèche vers le bas 21">
            <a:extLst>
              <a:ext uri="{FF2B5EF4-FFF2-40B4-BE49-F238E27FC236}">
                <a16:creationId xmlns:a16="http://schemas.microsoft.com/office/drawing/2014/main" id="{7817CFCC-88D6-5A8D-52D7-74E7C3E1AFDA}"/>
              </a:ext>
            </a:extLst>
          </p:cNvPr>
          <p:cNvSpPr/>
          <p:nvPr/>
        </p:nvSpPr>
        <p:spPr>
          <a:xfrm>
            <a:off x="7294733" y="3007706"/>
            <a:ext cx="301285" cy="1769447"/>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a:p>
        </p:txBody>
      </p:sp>
      <p:sp>
        <p:nvSpPr>
          <p:cNvPr id="23" name="ZoneTexte 22">
            <a:extLst>
              <a:ext uri="{FF2B5EF4-FFF2-40B4-BE49-F238E27FC236}">
                <a16:creationId xmlns:a16="http://schemas.microsoft.com/office/drawing/2014/main" id="{3AE16781-0D35-ACC1-4B64-BF18ED5A58F3}"/>
              </a:ext>
            </a:extLst>
          </p:cNvPr>
          <p:cNvSpPr txBox="1"/>
          <p:nvPr/>
        </p:nvSpPr>
        <p:spPr>
          <a:xfrm>
            <a:off x="7516279" y="3700614"/>
            <a:ext cx="1376001" cy="461665"/>
          </a:xfrm>
          <a:prstGeom prst="rect">
            <a:avLst/>
          </a:prstGeom>
          <a:noFill/>
        </p:spPr>
        <p:txBody>
          <a:bodyPr wrap="square" rtlCol="0">
            <a:spAutoFit/>
          </a:bodyPr>
          <a:lstStyle/>
          <a:p>
            <a:r>
              <a:rPr lang="fr-FR" sz="1200" b="1">
                <a:latin typeface="Arial" panose="020B0604020202020204" pitchFamily="34" charset="0"/>
                <a:cs typeface="Arial" panose="020B0604020202020204" pitchFamily="34" charset="0"/>
              </a:rPr>
              <a:t>Orchestration simple</a:t>
            </a:r>
          </a:p>
        </p:txBody>
      </p:sp>
      <p:sp>
        <p:nvSpPr>
          <p:cNvPr id="24" name="ZoneTexte 23">
            <a:extLst>
              <a:ext uri="{FF2B5EF4-FFF2-40B4-BE49-F238E27FC236}">
                <a16:creationId xmlns:a16="http://schemas.microsoft.com/office/drawing/2014/main" id="{4D4619AB-B254-8837-BA24-1453B1E07F2F}"/>
              </a:ext>
            </a:extLst>
          </p:cNvPr>
          <p:cNvSpPr txBox="1"/>
          <p:nvPr/>
        </p:nvSpPr>
        <p:spPr>
          <a:xfrm>
            <a:off x="-9416" y="3661596"/>
            <a:ext cx="1376001" cy="461665"/>
          </a:xfrm>
          <a:prstGeom prst="rect">
            <a:avLst/>
          </a:prstGeom>
          <a:noFill/>
        </p:spPr>
        <p:txBody>
          <a:bodyPr wrap="square" rtlCol="0">
            <a:spAutoFit/>
          </a:bodyPr>
          <a:lstStyle/>
          <a:p>
            <a:pPr algn="r"/>
            <a:r>
              <a:rPr lang="fr-FR" sz="1200" b="1">
                <a:latin typeface="Arial" panose="020B0604020202020204" pitchFamily="34" charset="0"/>
                <a:cs typeface="Arial" panose="020B0604020202020204" pitchFamily="34" charset="0"/>
              </a:rPr>
              <a:t>Orchestration simple</a:t>
            </a:r>
          </a:p>
        </p:txBody>
      </p:sp>
      <p:sp>
        <p:nvSpPr>
          <p:cNvPr id="25" name="Flèche vers le bas 24">
            <a:extLst>
              <a:ext uri="{FF2B5EF4-FFF2-40B4-BE49-F238E27FC236}">
                <a16:creationId xmlns:a16="http://schemas.microsoft.com/office/drawing/2014/main" id="{2ACA854C-E4B1-B0CA-4FE7-6CB65107A0B5}"/>
              </a:ext>
            </a:extLst>
          </p:cNvPr>
          <p:cNvSpPr/>
          <p:nvPr/>
        </p:nvSpPr>
        <p:spPr>
          <a:xfrm>
            <a:off x="3579691" y="3007703"/>
            <a:ext cx="405202" cy="513579"/>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a:p>
        </p:txBody>
      </p:sp>
      <p:sp>
        <p:nvSpPr>
          <p:cNvPr id="26" name="ZoneTexte 25">
            <a:extLst>
              <a:ext uri="{FF2B5EF4-FFF2-40B4-BE49-F238E27FC236}">
                <a16:creationId xmlns:a16="http://schemas.microsoft.com/office/drawing/2014/main" id="{1A65650C-52D4-A190-74D9-31E35A0A40D5}"/>
              </a:ext>
            </a:extLst>
          </p:cNvPr>
          <p:cNvSpPr txBox="1"/>
          <p:nvPr/>
        </p:nvSpPr>
        <p:spPr>
          <a:xfrm>
            <a:off x="3975514" y="3007701"/>
            <a:ext cx="1376001" cy="461665"/>
          </a:xfrm>
          <a:prstGeom prst="rect">
            <a:avLst/>
          </a:prstGeom>
          <a:noFill/>
        </p:spPr>
        <p:txBody>
          <a:bodyPr wrap="square" rtlCol="0">
            <a:spAutoFit/>
          </a:bodyPr>
          <a:lstStyle/>
          <a:p>
            <a:r>
              <a:rPr lang="fr-FR" sz="1200" b="1">
                <a:latin typeface="Arial" panose="020B0604020202020204" pitchFamily="34" charset="0"/>
                <a:cs typeface="Arial" panose="020B0604020202020204" pitchFamily="34" charset="0"/>
              </a:rPr>
              <a:t>Orchestration complexe</a:t>
            </a:r>
          </a:p>
        </p:txBody>
      </p:sp>
      <p:sp>
        <p:nvSpPr>
          <p:cNvPr id="27" name="Flèche vers le bas 26">
            <a:extLst>
              <a:ext uri="{FF2B5EF4-FFF2-40B4-BE49-F238E27FC236}">
                <a16:creationId xmlns:a16="http://schemas.microsoft.com/office/drawing/2014/main" id="{BFBE155A-378A-7FA4-BAFE-FF54321ACE67}"/>
              </a:ext>
            </a:extLst>
          </p:cNvPr>
          <p:cNvSpPr/>
          <p:nvPr/>
        </p:nvSpPr>
        <p:spPr>
          <a:xfrm>
            <a:off x="2886376" y="4285523"/>
            <a:ext cx="405202" cy="513579"/>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a:p>
        </p:txBody>
      </p:sp>
      <p:sp>
        <p:nvSpPr>
          <p:cNvPr id="28" name="ZoneTexte 27">
            <a:extLst>
              <a:ext uri="{FF2B5EF4-FFF2-40B4-BE49-F238E27FC236}">
                <a16:creationId xmlns:a16="http://schemas.microsoft.com/office/drawing/2014/main" id="{3B7EFAF9-1894-A623-B5B8-2C7059F577AF}"/>
              </a:ext>
            </a:extLst>
          </p:cNvPr>
          <p:cNvSpPr txBox="1"/>
          <p:nvPr/>
        </p:nvSpPr>
        <p:spPr>
          <a:xfrm>
            <a:off x="3177316" y="4316399"/>
            <a:ext cx="1500732" cy="276999"/>
          </a:xfrm>
          <a:prstGeom prst="rect">
            <a:avLst/>
          </a:prstGeom>
          <a:noFill/>
        </p:spPr>
        <p:txBody>
          <a:bodyPr wrap="none" rtlCol="0">
            <a:spAutoFit/>
          </a:bodyPr>
          <a:lstStyle/>
          <a:p>
            <a:r>
              <a:rPr lang="fr-FR" sz="1200" b="1">
                <a:latin typeface="Arial" panose="020B0604020202020204" pitchFamily="34" charset="0"/>
                <a:cs typeface="Arial" panose="020B0604020202020204" pitchFamily="34" charset="0"/>
              </a:rPr>
              <a:t>Accès monolithes</a:t>
            </a:r>
          </a:p>
        </p:txBody>
      </p:sp>
      <p:sp>
        <p:nvSpPr>
          <p:cNvPr id="29" name="Flèche vers le bas 28">
            <a:extLst>
              <a:ext uri="{FF2B5EF4-FFF2-40B4-BE49-F238E27FC236}">
                <a16:creationId xmlns:a16="http://schemas.microsoft.com/office/drawing/2014/main" id="{855E39DF-2C97-A62C-CAA0-78BA290186AD}"/>
              </a:ext>
            </a:extLst>
          </p:cNvPr>
          <p:cNvSpPr/>
          <p:nvPr/>
        </p:nvSpPr>
        <p:spPr>
          <a:xfrm>
            <a:off x="5392393" y="4270387"/>
            <a:ext cx="405202" cy="513579"/>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a:p>
        </p:txBody>
      </p:sp>
      <p:sp>
        <p:nvSpPr>
          <p:cNvPr id="32" name="Rectangle 31">
            <a:extLst>
              <a:ext uri="{FF2B5EF4-FFF2-40B4-BE49-F238E27FC236}">
                <a16:creationId xmlns:a16="http://schemas.microsoft.com/office/drawing/2014/main" id="{E61D0A4B-3492-ADF2-CFE0-78944DF7733E}"/>
              </a:ext>
            </a:extLst>
          </p:cNvPr>
          <p:cNvSpPr/>
          <p:nvPr/>
        </p:nvSpPr>
        <p:spPr>
          <a:xfrm>
            <a:off x="9026086" y="2528316"/>
            <a:ext cx="2624689" cy="2344596"/>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ZoneTexte 48">
            <a:extLst>
              <a:ext uri="{FF2B5EF4-FFF2-40B4-BE49-F238E27FC236}">
                <a16:creationId xmlns:a16="http://schemas.microsoft.com/office/drawing/2014/main" id="{E3A231D4-625E-45B5-03BD-518E827C7EE9}"/>
              </a:ext>
            </a:extLst>
          </p:cNvPr>
          <p:cNvSpPr txBox="1"/>
          <p:nvPr/>
        </p:nvSpPr>
        <p:spPr>
          <a:xfrm>
            <a:off x="9972093" y="3127243"/>
            <a:ext cx="1181734" cy="1169551"/>
          </a:xfrm>
          <a:prstGeom prst="rect">
            <a:avLst/>
          </a:prstGeom>
          <a:noFill/>
        </p:spPr>
        <p:txBody>
          <a:bodyPr wrap="none" rtlCol="0">
            <a:spAutoFit/>
          </a:bodyPr>
          <a:lstStyle/>
          <a:p>
            <a:r>
              <a:rPr lang="fr-FR" sz="1400" b="1">
                <a:latin typeface="Arial" panose="020B0604020202020204" pitchFamily="34" charset="0"/>
                <a:cs typeface="Arial" panose="020B0604020202020204" pitchFamily="34" charset="0"/>
              </a:rPr>
              <a:t>MuleSoft</a:t>
            </a:r>
          </a:p>
          <a:p>
            <a:endParaRPr lang="fr-FR" sz="1400" b="1">
              <a:latin typeface="Arial" panose="020B0604020202020204" pitchFamily="34" charset="0"/>
              <a:cs typeface="Arial" panose="020B0604020202020204" pitchFamily="34" charset="0"/>
            </a:endParaRPr>
          </a:p>
          <a:p>
            <a:r>
              <a:rPr lang="fr-FR" sz="1400" b="1" err="1">
                <a:latin typeface="Arial" panose="020B0604020202020204" pitchFamily="34" charset="0"/>
                <a:cs typeface="Arial" panose="020B0604020202020204" pitchFamily="34" charset="0"/>
              </a:rPr>
              <a:t>Cloudhub</a:t>
            </a:r>
            <a:endParaRPr lang="fr-FR" sz="1400" b="1">
              <a:latin typeface="Arial" panose="020B0604020202020204" pitchFamily="34" charset="0"/>
              <a:cs typeface="Arial" panose="020B0604020202020204" pitchFamily="34" charset="0"/>
            </a:endParaRPr>
          </a:p>
          <a:p>
            <a:endParaRPr lang="fr-FR" sz="1400" b="1">
              <a:latin typeface="Arial" panose="020B0604020202020204" pitchFamily="34" charset="0"/>
              <a:cs typeface="Arial" panose="020B0604020202020204" pitchFamily="34" charset="0"/>
            </a:endParaRPr>
          </a:p>
          <a:p>
            <a:r>
              <a:rPr lang="fr-FR" sz="1400" b="1">
                <a:latin typeface="Arial" panose="020B0604020202020204" pitchFamily="34" charset="0"/>
                <a:cs typeface="Arial" panose="020B0604020202020204" pitchFamily="34" charset="0"/>
              </a:rPr>
              <a:t>On </a:t>
            </a:r>
            <a:r>
              <a:rPr lang="fr-FR" sz="1400" b="1" err="1">
                <a:latin typeface="Arial" panose="020B0604020202020204" pitchFamily="34" charset="0"/>
                <a:cs typeface="Arial" panose="020B0604020202020204" pitchFamily="34" charset="0"/>
              </a:rPr>
              <a:t>Premise</a:t>
            </a:r>
            <a:endParaRPr lang="fr-FR" sz="1400" b="1">
              <a:latin typeface="Arial" panose="020B0604020202020204" pitchFamily="34" charset="0"/>
              <a:cs typeface="Arial" panose="020B0604020202020204" pitchFamily="34" charset="0"/>
            </a:endParaRPr>
          </a:p>
        </p:txBody>
      </p:sp>
      <p:cxnSp>
        <p:nvCxnSpPr>
          <p:cNvPr id="51" name="Connecteur droit 50">
            <a:extLst>
              <a:ext uri="{FF2B5EF4-FFF2-40B4-BE49-F238E27FC236}">
                <a16:creationId xmlns:a16="http://schemas.microsoft.com/office/drawing/2014/main" id="{51933DC5-CE40-2345-C0BF-4EAE75D24875}"/>
              </a:ext>
            </a:extLst>
          </p:cNvPr>
          <p:cNvCxnSpPr>
            <a:cxnSpLocks/>
          </p:cNvCxnSpPr>
          <p:nvPr/>
        </p:nvCxnSpPr>
        <p:spPr>
          <a:xfrm>
            <a:off x="9182550" y="3255373"/>
            <a:ext cx="773436" cy="0"/>
          </a:xfrm>
          <a:prstGeom prst="line">
            <a:avLst/>
          </a:prstGeom>
          <a:ln w="38100">
            <a:solidFill>
              <a:schemeClr val="tx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0A9022D3-5DFC-DF4B-83F9-4471B42D1823}"/>
              </a:ext>
            </a:extLst>
          </p:cNvPr>
          <p:cNvSpPr/>
          <p:nvPr/>
        </p:nvSpPr>
        <p:spPr>
          <a:xfrm>
            <a:off x="9242045" y="3625031"/>
            <a:ext cx="583599" cy="190736"/>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fr-FR"/>
          </a:p>
        </p:txBody>
      </p:sp>
      <p:sp>
        <p:nvSpPr>
          <p:cNvPr id="56" name="Rectangle 55">
            <a:extLst>
              <a:ext uri="{FF2B5EF4-FFF2-40B4-BE49-F238E27FC236}">
                <a16:creationId xmlns:a16="http://schemas.microsoft.com/office/drawing/2014/main" id="{07B20729-4B06-B54B-779D-903AE137DE4A}"/>
              </a:ext>
            </a:extLst>
          </p:cNvPr>
          <p:cNvSpPr/>
          <p:nvPr/>
        </p:nvSpPr>
        <p:spPr>
          <a:xfrm>
            <a:off x="9247436" y="4079651"/>
            <a:ext cx="583599" cy="190736"/>
          </a:xfrm>
          <a:prstGeom prst="rect">
            <a:avLst/>
          </a:prstGeom>
          <a:solidFill>
            <a:schemeClr val="bg1">
              <a:lumMod val="90000"/>
            </a:schemeClr>
          </a:solidFill>
        </p:spPr>
        <p:style>
          <a:lnRef idx="3">
            <a:schemeClr val="lt1"/>
          </a:lnRef>
          <a:fillRef idx="1">
            <a:schemeClr val="accent4"/>
          </a:fillRef>
          <a:effectRef idx="1">
            <a:schemeClr val="accent4"/>
          </a:effectRef>
          <a:fontRef idx="minor">
            <a:schemeClr val="lt1"/>
          </a:fontRef>
        </p:style>
        <p:txBody>
          <a:bodyPr rtlCol="0" anchor="ctr"/>
          <a:lstStyle/>
          <a:p>
            <a:pPr algn="ctr"/>
            <a:endParaRPr lang="fr-FR"/>
          </a:p>
        </p:txBody>
      </p:sp>
      <p:sp>
        <p:nvSpPr>
          <p:cNvPr id="57" name="Flèche vers le bas 56">
            <a:extLst>
              <a:ext uri="{FF2B5EF4-FFF2-40B4-BE49-F238E27FC236}">
                <a16:creationId xmlns:a16="http://schemas.microsoft.com/office/drawing/2014/main" id="{7C0DAB95-8F88-3E75-E3B3-D57283A7BE3F}"/>
              </a:ext>
            </a:extLst>
          </p:cNvPr>
          <p:cNvSpPr/>
          <p:nvPr/>
        </p:nvSpPr>
        <p:spPr>
          <a:xfrm>
            <a:off x="4197557" y="5544890"/>
            <a:ext cx="405202" cy="513579"/>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a:p>
        </p:txBody>
      </p:sp>
      <p:sp>
        <p:nvSpPr>
          <p:cNvPr id="3" name="Rectangle 2">
            <a:extLst>
              <a:ext uri="{FF2B5EF4-FFF2-40B4-BE49-F238E27FC236}">
                <a16:creationId xmlns:a16="http://schemas.microsoft.com/office/drawing/2014/main" id="{2D85132F-4EBA-5823-86EB-8DBEAE92F287}"/>
              </a:ext>
            </a:extLst>
          </p:cNvPr>
          <p:cNvSpPr/>
          <p:nvPr/>
        </p:nvSpPr>
        <p:spPr>
          <a:xfrm>
            <a:off x="434247" y="6073098"/>
            <a:ext cx="2057164" cy="402101"/>
          </a:xfrm>
          <a:prstGeom prst="rect">
            <a:avLst/>
          </a:prstGeom>
          <a:solidFill>
            <a:schemeClr val="bg1">
              <a:lumMod val="9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b="1" dirty="0">
                <a:solidFill>
                  <a:schemeClr val="accent5">
                    <a:lumMod val="75000"/>
                  </a:schemeClr>
                </a:solidFill>
              </a:rPr>
              <a:t> Cloud (ex. SAP)</a:t>
            </a:r>
          </a:p>
        </p:txBody>
      </p:sp>
      <p:sp>
        <p:nvSpPr>
          <p:cNvPr id="4" name="Flèche vers le bas 56">
            <a:extLst>
              <a:ext uri="{FF2B5EF4-FFF2-40B4-BE49-F238E27FC236}">
                <a16:creationId xmlns:a16="http://schemas.microsoft.com/office/drawing/2014/main" id="{BF49246B-D94D-8474-1769-1A2AD4E2D54C}"/>
              </a:ext>
            </a:extLst>
          </p:cNvPr>
          <p:cNvSpPr/>
          <p:nvPr/>
        </p:nvSpPr>
        <p:spPr>
          <a:xfrm>
            <a:off x="1260228" y="5548868"/>
            <a:ext cx="405202" cy="513579"/>
          </a:xfrm>
          <a:prstGeom prst="down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38716696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BONNES PRATIQUES DE L’API LED</a:t>
            </a:r>
          </a:p>
        </p:txBody>
      </p:sp>
      <p:sp>
        <p:nvSpPr>
          <p:cNvPr id="6" name="ZoneTexte 5">
            <a:extLst>
              <a:ext uri="{FF2B5EF4-FFF2-40B4-BE49-F238E27FC236}">
                <a16:creationId xmlns:a16="http://schemas.microsoft.com/office/drawing/2014/main" id="{4692E4FB-5913-2486-F22C-49C04822B39B}"/>
              </a:ext>
            </a:extLst>
          </p:cNvPr>
          <p:cNvSpPr txBox="1"/>
          <p:nvPr/>
        </p:nvSpPr>
        <p:spPr>
          <a:xfrm>
            <a:off x="6033322" y="1485182"/>
            <a:ext cx="1463862" cy="307777"/>
          </a:xfrm>
          <a:prstGeom prst="rect">
            <a:avLst/>
          </a:prstGeom>
          <a:noFill/>
        </p:spPr>
        <p:txBody>
          <a:bodyPr wrap="none" rtlCol="0">
            <a:spAutoFit/>
          </a:bodyPr>
          <a:lstStyle/>
          <a:p>
            <a:r>
              <a:rPr lang="fr-FR" sz="1400" b="1">
                <a:latin typeface="Arial" panose="020B0604020202020204" pitchFamily="34" charset="0"/>
                <a:cs typeface="Arial" panose="020B0604020202020204" pitchFamily="34" charset="0"/>
              </a:rPr>
              <a:t>API PROCESS</a:t>
            </a:r>
          </a:p>
        </p:txBody>
      </p:sp>
      <p:sp>
        <p:nvSpPr>
          <p:cNvPr id="7" name="ZoneTexte 6">
            <a:extLst>
              <a:ext uri="{FF2B5EF4-FFF2-40B4-BE49-F238E27FC236}">
                <a16:creationId xmlns:a16="http://schemas.microsoft.com/office/drawing/2014/main" id="{B1E7FD3B-9520-59F6-FDCD-E4A661C32500}"/>
              </a:ext>
            </a:extLst>
          </p:cNvPr>
          <p:cNvSpPr txBox="1"/>
          <p:nvPr/>
        </p:nvSpPr>
        <p:spPr>
          <a:xfrm>
            <a:off x="2135223" y="1485182"/>
            <a:ext cx="1694695" cy="307777"/>
          </a:xfrm>
          <a:prstGeom prst="rect">
            <a:avLst/>
          </a:prstGeom>
          <a:noFill/>
        </p:spPr>
        <p:txBody>
          <a:bodyPr wrap="none" rtlCol="0">
            <a:spAutoFit/>
          </a:bodyPr>
          <a:lstStyle/>
          <a:p>
            <a:r>
              <a:rPr lang="fr-FR" sz="1400" b="1">
                <a:latin typeface="Arial" panose="020B0604020202020204" pitchFamily="34" charset="0"/>
                <a:cs typeface="Arial" panose="020B0604020202020204" pitchFamily="34" charset="0"/>
              </a:rPr>
              <a:t>API EXPERIENCE</a:t>
            </a:r>
          </a:p>
        </p:txBody>
      </p:sp>
      <p:sp>
        <p:nvSpPr>
          <p:cNvPr id="8" name="ZoneTexte 7">
            <a:extLst>
              <a:ext uri="{FF2B5EF4-FFF2-40B4-BE49-F238E27FC236}">
                <a16:creationId xmlns:a16="http://schemas.microsoft.com/office/drawing/2014/main" id="{418F9A77-CAF7-66E8-7DD5-114C7000B4BE}"/>
              </a:ext>
            </a:extLst>
          </p:cNvPr>
          <p:cNvSpPr txBox="1"/>
          <p:nvPr/>
        </p:nvSpPr>
        <p:spPr>
          <a:xfrm>
            <a:off x="9835816" y="1487736"/>
            <a:ext cx="1273105" cy="307777"/>
          </a:xfrm>
          <a:prstGeom prst="rect">
            <a:avLst/>
          </a:prstGeom>
          <a:noFill/>
        </p:spPr>
        <p:txBody>
          <a:bodyPr wrap="none" rtlCol="0">
            <a:spAutoFit/>
          </a:bodyPr>
          <a:lstStyle/>
          <a:p>
            <a:r>
              <a:rPr lang="fr-FR" sz="1400" b="1">
                <a:latin typeface="Arial" panose="020B0604020202020204" pitchFamily="34" charset="0"/>
                <a:cs typeface="Arial" panose="020B0604020202020204" pitchFamily="34" charset="0"/>
              </a:rPr>
              <a:t>API SYSTEM</a:t>
            </a:r>
          </a:p>
        </p:txBody>
      </p:sp>
      <p:sp>
        <p:nvSpPr>
          <p:cNvPr id="9" name="ZoneTexte 8">
            <a:extLst>
              <a:ext uri="{FF2B5EF4-FFF2-40B4-BE49-F238E27FC236}">
                <a16:creationId xmlns:a16="http://schemas.microsoft.com/office/drawing/2014/main" id="{AFFB9852-E565-6330-97E6-051973BA7F26}"/>
              </a:ext>
            </a:extLst>
          </p:cNvPr>
          <p:cNvSpPr txBox="1"/>
          <p:nvPr/>
        </p:nvSpPr>
        <p:spPr>
          <a:xfrm>
            <a:off x="180748" y="1998829"/>
            <a:ext cx="1295547" cy="307777"/>
          </a:xfrm>
          <a:prstGeom prst="rect">
            <a:avLst/>
          </a:prstGeom>
          <a:noFill/>
        </p:spPr>
        <p:txBody>
          <a:bodyPr wrap="none" rtlCol="0">
            <a:spAutoFit/>
          </a:bodyPr>
          <a:lstStyle/>
          <a:p>
            <a:r>
              <a:rPr lang="fr-FR" sz="1400" b="1">
                <a:latin typeface="Arial" panose="020B0604020202020204" pitchFamily="34" charset="0"/>
                <a:cs typeface="Arial" panose="020B0604020202020204" pitchFamily="34" charset="0"/>
              </a:rPr>
              <a:t>Identification</a:t>
            </a:r>
          </a:p>
        </p:txBody>
      </p:sp>
      <p:sp>
        <p:nvSpPr>
          <p:cNvPr id="10" name="ZoneTexte 9">
            <a:extLst>
              <a:ext uri="{FF2B5EF4-FFF2-40B4-BE49-F238E27FC236}">
                <a16:creationId xmlns:a16="http://schemas.microsoft.com/office/drawing/2014/main" id="{09BB1F13-89A6-5F19-E38F-E0ABD5406C18}"/>
              </a:ext>
            </a:extLst>
          </p:cNvPr>
          <p:cNvSpPr txBox="1"/>
          <p:nvPr/>
        </p:nvSpPr>
        <p:spPr>
          <a:xfrm>
            <a:off x="695312" y="3252581"/>
            <a:ext cx="780983" cy="307777"/>
          </a:xfrm>
          <a:prstGeom prst="rect">
            <a:avLst/>
          </a:prstGeom>
          <a:noFill/>
        </p:spPr>
        <p:txBody>
          <a:bodyPr wrap="none" rtlCol="0">
            <a:spAutoFit/>
          </a:bodyPr>
          <a:lstStyle/>
          <a:p>
            <a:r>
              <a:rPr lang="fr-FR" sz="1400" b="1">
                <a:latin typeface="Arial" panose="020B0604020202020204" pitchFamily="34" charset="0"/>
                <a:cs typeface="Arial" panose="020B0604020202020204" pitchFamily="34" charset="0"/>
              </a:rPr>
              <a:t>Design</a:t>
            </a:r>
          </a:p>
        </p:txBody>
      </p:sp>
      <p:sp>
        <p:nvSpPr>
          <p:cNvPr id="11" name="ZoneTexte 10">
            <a:extLst>
              <a:ext uri="{FF2B5EF4-FFF2-40B4-BE49-F238E27FC236}">
                <a16:creationId xmlns:a16="http://schemas.microsoft.com/office/drawing/2014/main" id="{A9826BD7-7F7E-FD8A-48A1-FAF929EBAE97}"/>
              </a:ext>
            </a:extLst>
          </p:cNvPr>
          <p:cNvSpPr txBox="1"/>
          <p:nvPr/>
        </p:nvSpPr>
        <p:spPr>
          <a:xfrm>
            <a:off x="-13078" y="4772976"/>
            <a:ext cx="1507144" cy="307777"/>
          </a:xfrm>
          <a:prstGeom prst="rect">
            <a:avLst/>
          </a:prstGeom>
          <a:noFill/>
        </p:spPr>
        <p:txBody>
          <a:bodyPr wrap="none" rtlCol="0">
            <a:spAutoFit/>
          </a:bodyPr>
          <a:lstStyle/>
          <a:p>
            <a:r>
              <a:rPr lang="fr-FR" sz="1400" b="1">
                <a:latin typeface="Arial" panose="020B0604020202020204" pitchFamily="34" charset="0"/>
                <a:cs typeface="Arial" panose="020B0604020202020204" pitchFamily="34" charset="0"/>
              </a:rPr>
              <a:t>Implémentation</a:t>
            </a:r>
          </a:p>
        </p:txBody>
      </p:sp>
      <p:sp>
        <p:nvSpPr>
          <p:cNvPr id="12" name="ZoneTexte 11">
            <a:extLst>
              <a:ext uri="{FF2B5EF4-FFF2-40B4-BE49-F238E27FC236}">
                <a16:creationId xmlns:a16="http://schemas.microsoft.com/office/drawing/2014/main" id="{57E0DF12-DC5D-6172-CF7D-58E8A399B93F}"/>
              </a:ext>
            </a:extLst>
          </p:cNvPr>
          <p:cNvSpPr txBox="1"/>
          <p:nvPr/>
        </p:nvSpPr>
        <p:spPr>
          <a:xfrm>
            <a:off x="267310" y="5626896"/>
            <a:ext cx="1208985" cy="307777"/>
          </a:xfrm>
          <a:prstGeom prst="rect">
            <a:avLst/>
          </a:prstGeom>
          <a:noFill/>
        </p:spPr>
        <p:txBody>
          <a:bodyPr wrap="none" rtlCol="0">
            <a:spAutoFit/>
          </a:bodyPr>
          <a:lstStyle/>
          <a:p>
            <a:r>
              <a:rPr lang="fr-FR" sz="1400" b="1">
                <a:latin typeface="Arial" panose="020B0604020202020204" pitchFamily="34" charset="0"/>
                <a:cs typeface="Arial" panose="020B0604020202020204" pitchFamily="34" charset="0"/>
              </a:rPr>
              <a:t>Supervision</a:t>
            </a:r>
          </a:p>
        </p:txBody>
      </p:sp>
      <p:cxnSp>
        <p:nvCxnSpPr>
          <p:cNvPr id="14" name="Connecteur droit 13">
            <a:extLst>
              <a:ext uri="{FF2B5EF4-FFF2-40B4-BE49-F238E27FC236}">
                <a16:creationId xmlns:a16="http://schemas.microsoft.com/office/drawing/2014/main" id="{A19A296F-32AF-DA0E-C77D-AA66B8A0E5C2}"/>
              </a:ext>
            </a:extLst>
          </p:cNvPr>
          <p:cNvCxnSpPr/>
          <p:nvPr/>
        </p:nvCxnSpPr>
        <p:spPr>
          <a:xfrm>
            <a:off x="1491285" y="1360119"/>
            <a:ext cx="0" cy="5201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DF21610E-603F-99F1-381D-D8AFFACBD1A9}"/>
              </a:ext>
            </a:extLst>
          </p:cNvPr>
          <p:cNvCxnSpPr>
            <a:cxnSpLocks/>
          </p:cNvCxnSpPr>
          <p:nvPr/>
        </p:nvCxnSpPr>
        <p:spPr>
          <a:xfrm>
            <a:off x="0" y="1948721"/>
            <a:ext cx="1219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587881E2-5A5A-DEF4-7EAD-7091C0D5D00F}"/>
              </a:ext>
            </a:extLst>
          </p:cNvPr>
          <p:cNvCxnSpPr>
            <a:cxnSpLocks/>
          </p:cNvCxnSpPr>
          <p:nvPr/>
        </p:nvCxnSpPr>
        <p:spPr>
          <a:xfrm flipV="1">
            <a:off x="-30849" y="3229766"/>
            <a:ext cx="8645245" cy="43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CCC9C477-734F-449B-6885-79B4400E7FAA}"/>
              </a:ext>
            </a:extLst>
          </p:cNvPr>
          <p:cNvCxnSpPr>
            <a:cxnSpLocks/>
          </p:cNvCxnSpPr>
          <p:nvPr/>
        </p:nvCxnSpPr>
        <p:spPr>
          <a:xfrm>
            <a:off x="-13078" y="4772976"/>
            <a:ext cx="1219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CB03C097-4402-CD04-23DF-088AC554E075}"/>
              </a:ext>
            </a:extLst>
          </p:cNvPr>
          <p:cNvCxnSpPr>
            <a:cxnSpLocks/>
          </p:cNvCxnSpPr>
          <p:nvPr/>
        </p:nvCxnSpPr>
        <p:spPr>
          <a:xfrm>
            <a:off x="-41241" y="5580675"/>
            <a:ext cx="86556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F2127CF9-07F9-90D3-470E-D7C0362659E1}"/>
              </a:ext>
            </a:extLst>
          </p:cNvPr>
          <p:cNvCxnSpPr/>
          <p:nvPr/>
        </p:nvCxnSpPr>
        <p:spPr>
          <a:xfrm>
            <a:off x="4911540" y="1367264"/>
            <a:ext cx="0" cy="5201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7CCB85C9-FB32-8373-92DF-0E4F811CD8E4}"/>
              </a:ext>
            </a:extLst>
          </p:cNvPr>
          <p:cNvCxnSpPr/>
          <p:nvPr/>
        </p:nvCxnSpPr>
        <p:spPr>
          <a:xfrm>
            <a:off x="8620413" y="1268817"/>
            <a:ext cx="0" cy="5201587"/>
          </a:xfrm>
          <a:prstGeom prst="line">
            <a:avLst/>
          </a:prstGeom>
        </p:spPr>
        <p:style>
          <a:lnRef idx="1">
            <a:schemeClr val="accent1"/>
          </a:lnRef>
          <a:fillRef idx="0">
            <a:schemeClr val="accent1"/>
          </a:fillRef>
          <a:effectRef idx="0">
            <a:schemeClr val="accent1"/>
          </a:effectRef>
          <a:fontRef idx="minor">
            <a:schemeClr val="tx1"/>
          </a:fontRef>
        </p:style>
      </p:cxnSp>
      <p:sp>
        <p:nvSpPr>
          <p:cNvPr id="25" name="ZoneTexte 24">
            <a:extLst>
              <a:ext uri="{FF2B5EF4-FFF2-40B4-BE49-F238E27FC236}">
                <a16:creationId xmlns:a16="http://schemas.microsoft.com/office/drawing/2014/main" id="{0FF2E019-BB03-1CBB-FF6E-B1F8F81160F3}"/>
              </a:ext>
            </a:extLst>
          </p:cNvPr>
          <p:cNvSpPr txBox="1"/>
          <p:nvPr/>
        </p:nvSpPr>
        <p:spPr>
          <a:xfrm>
            <a:off x="1464495" y="1904045"/>
            <a:ext cx="3432054" cy="1384995"/>
          </a:xfrm>
          <a:prstGeom prst="rect">
            <a:avLst/>
          </a:prstGeom>
          <a:noFill/>
        </p:spPr>
        <p:txBody>
          <a:bodyPr wrap="square" rtlCol="0">
            <a:spAutoFit/>
          </a:bodyPr>
          <a:lstStyle/>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Indépendantes du client</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Prendre en charge plusieurs clients</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Optimisation des données en fonction du client </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Point d’entrée et de sortie du SI</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Offrir des fonctionnalités métiers et indépendantes de la partie front</a:t>
            </a:r>
          </a:p>
        </p:txBody>
      </p:sp>
      <p:sp>
        <p:nvSpPr>
          <p:cNvPr id="27" name="ZoneTexte 26">
            <a:extLst>
              <a:ext uri="{FF2B5EF4-FFF2-40B4-BE49-F238E27FC236}">
                <a16:creationId xmlns:a16="http://schemas.microsoft.com/office/drawing/2014/main" id="{4241663F-AD5A-DB17-4524-F0D0B1372670}"/>
              </a:ext>
            </a:extLst>
          </p:cNvPr>
          <p:cNvSpPr txBox="1"/>
          <p:nvPr/>
        </p:nvSpPr>
        <p:spPr>
          <a:xfrm>
            <a:off x="1496846" y="3235776"/>
            <a:ext cx="3432054" cy="1569660"/>
          </a:xfrm>
          <a:prstGeom prst="rect">
            <a:avLst/>
          </a:prstGeom>
          <a:noFill/>
        </p:spPr>
        <p:txBody>
          <a:bodyPr wrap="square" rtlCol="0">
            <a:spAutoFit/>
          </a:bodyPr>
          <a:lstStyle/>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API non bloquantes</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Modèles de données entrantes et sortantes</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Réponses des APIs System et Process cartographiées</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Prise en charge de la pagination/navigation</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Rate </a:t>
            </a:r>
            <a:r>
              <a:rPr lang="fr-FR" sz="1200" err="1">
                <a:latin typeface="Arial" panose="020B0604020202020204" pitchFamily="34" charset="0"/>
                <a:cs typeface="Arial" panose="020B0604020202020204" pitchFamily="34" charset="0"/>
              </a:rPr>
              <a:t>limiting</a:t>
            </a:r>
            <a:r>
              <a:rPr lang="fr-FR" sz="1200">
                <a:latin typeface="Arial" panose="020B0604020202020204" pitchFamily="34" charset="0"/>
                <a:cs typeface="Arial" panose="020B0604020202020204" pitchFamily="34" charset="0"/>
              </a:rPr>
              <a:t> et </a:t>
            </a:r>
            <a:r>
              <a:rPr lang="fr-FR" sz="1200" err="1">
                <a:latin typeface="Arial" panose="020B0604020202020204" pitchFamily="34" charset="0"/>
                <a:cs typeface="Arial" panose="020B0604020202020204" pitchFamily="34" charset="0"/>
              </a:rPr>
              <a:t>throttling</a:t>
            </a:r>
            <a:r>
              <a:rPr lang="fr-FR" sz="1200">
                <a:latin typeface="Arial" panose="020B0604020202020204" pitchFamily="34" charset="0"/>
                <a:cs typeface="Arial" panose="020B0604020202020204" pitchFamily="34" charset="0"/>
              </a:rPr>
              <a:t>, sécurité et authentification (JWT/OAuth2)</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Prise en charge de versions multiples</a:t>
            </a:r>
          </a:p>
        </p:txBody>
      </p:sp>
      <p:sp>
        <p:nvSpPr>
          <p:cNvPr id="28" name="ZoneTexte 27">
            <a:extLst>
              <a:ext uri="{FF2B5EF4-FFF2-40B4-BE49-F238E27FC236}">
                <a16:creationId xmlns:a16="http://schemas.microsoft.com/office/drawing/2014/main" id="{D37AA715-7D1D-A46C-D680-5FFF33408F26}"/>
              </a:ext>
            </a:extLst>
          </p:cNvPr>
          <p:cNvSpPr txBox="1"/>
          <p:nvPr/>
        </p:nvSpPr>
        <p:spPr>
          <a:xfrm>
            <a:off x="1518076" y="4784230"/>
            <a:ext cx="3393463" cy="830997"/>
          </a:xfrm>
          <a:prstGeom prst="rect">
            <a:avLst/>
          </a:prstGeom>
          <a:noFill/>
        </p:spPr>
        <p:txBody>
          <a:bodyPr wrap="square" rtlCol="0">
            <a:spAutoFit/>
          </a:bodyPr>
          <a:lstStyle/>
          <a:p>
            <a:pPr marL="171450" indent="-171450">
              <a:buFont typeface="Arial" panose="020B0604020202020204" pitchFamily="34" charset="0"/>
              <a:buChar char="•"/>
            </a:pPr>
            <a:r>
              <a:rPr lang="fr-FR" sz="1200">
                <a:latin typeface="Arial" panose="020B0604020202020204" pitchFamily="34" charset="0"/>
                <a:cs typeface="Arial" panose="020B0604020202020204" pitchFamily="34" charset="0"/>
              </a:rPr>
              <a:t>Documentation et contrat d’interface</a:t>
            </a:r>
          </a:p>
          <a:p>
            <a:pPr marL="171450" indent="-171450">
              <a:buFont typeface="Arial" panose="020B0604020202020204" pitchFamily="34" charset="0"/>
              <a:buChar char="•"/>
            </a:pPr>
            <a:r>
              <a:rPr lang="fr-FR" sz="1200">
                <a:latin typeface="Arial" panose="020B0604020202020204" pitchFamily="34" charset="0"/>
                <a:cs typeface="Arial" panose="020B0604020202020204" pitchFamily="34" charset="0"/>
              </a:rPr>
              <a:t>Munit dans un paradigme de TDD</a:t>
            </a:r>
          </a:p>
          <a:p>
            <a:pPr marL="171450" indent="-171450">
              <a:buFont typeface="Arial" panose="020B0604020202020204" pitchFamily="34" charset="0"/>
              <a:buChar char="•"/>
            </a:pPr>
            <a:r>
              <a:rPr lang="fr-FR" sz="1200">
                <a:latin typeface="Arial" panose="020B0604020202020204" pitchFamily="34" charset="0"/>
                <a:cs typeface="Arial" panose="020B0604020202020204" pitchFamily="34" charset="0"/>
              </a:rPr>
              <a:t>Mise en place sur l’API portail pour exposition</a:t>
            </a:r>
          </a:p>
        </p:txBody>
      </p:sp>
      <p:sp>
        <p:nvSpPr>
          <p:cNvPr id="29" name="ZoneTexte 28">
            <a:extLst>
              <a:ext uri="{FF2B5EF4-FFF2-40B4-BE49-F238E27FC236}">
                <a16:creationId xmlns:a16="http://schemas.microsoft.com/office/drawing/2014/main" id="{73ED2CF0-1EAD-7DE1-A76B-D517F0D0B038}"/>
              </a:ext>
            </a:extLst>
          </p:cNvPr>
          <p:cNvSpPr txBox="1"/>
          <p:nvPr/>
        </p:nvSpPr>
        <p:spPr>
          <a:xfrm>
            <a:off x="1496846" y="5662146"/>
            <a:ext cx="3393463" cy="1015663"/>
          </a:xfrm>
          <a:prstGeom prst="rect">
            <a:avLst/>
          </a:prstGeom>
          <a:noFill/>
        </p:spPr>
        <p:txBody>
          <a:bodyPr wrap="square" rtlCol="0">
            <a:spAutoFit/>
          </a:bodyPr>
          <a:lstStyle/>
          <a:p>
            <a:pPr marL="171450" indent="-171450">
              <a:buFont typeface="Arial" panose="020B0604020202020204" pitchFamily="34" charset="0"/>
              <a:buChar char="•"/>
            </a:pPr>
            <a:r>
              <a:rPr lang="fr-FR" sz="1200">
                <a:latin typeface="Arial" panose="020B0604020202020204" pitchFamily="34" charset="0"/>
                <a:cs typeface="Arial" panose="020B0604020202020204" pitchFamily="34" charset="0"/>
              </a:rPr>
              <a:t>Monitoring et contrôles des utilisation pour assurer le respect des engagements (SLA)</a:t>
            </a:r>
          </a:p>
          <a:p>
            <a:pPr marL="171450" indent="-171450">
              <a:buFont typeface="Arial" panose="020B0604020202020204" pitchFamily="34" charset="0"/>
              <a:buChar char="•"/>
            </a:pPr>
            <a:r>
              <a:rPr lang="fr-FR" sz="1200">
                <a:latin typeface="Arial" panose="020B0604020202020204" pitchFamily="34" charset="0"/>
                <a:cs typeface="Arial" panose="020B0604020202020204" pitchFamily="34" charset="0"/>
              </a:rPr>
              <a:t>Journalisation des logs et des accès</a:t>
            </a:r>
          </a:p>
          <a:p>
            <a:pPr marL="171450" indent="-171450">
              <a:buFont typeface="Arial" panose="020B0604020202020204" pitchFamily="34" charset="0"/>
              <a:buChar char="•"/>
            </a:pPr>
            <a:r>
              <a:rPr lang="fr-FR" sz="1200">
                <a:latin typeface="Arial" panose="020B0604020202020204" pitchFamily="34" charset="0"/>
                <a:cs typeface="Arial" panose="020B0604020202020204" pitchFamily="34" charset="0"/>
              </a:rPr>
              <a:t>Gestion des identités et mise en place de RBAC </a:t>
            </a:r>
            <a:r>
              <a:rPr lang="fr-FR" sz="1200" err="1">
                <a:latin typeface="Arial" panose="020B0604020202020204" pitchFamily="34" charset="0"/>
                <a:cs typeface="Arial" panose="020B0604020202020204" pitchFamily="34" charset="0"/>
              </a:rPr>
              <a:t>policies</a:t>
            </a:r>
            <a:endParaRPr lang="fr-FR" sz="1200">
              <a:latin typeface="Arial" panose="020B0604020202020204" pitchFamily="34" charset="0"/>
              <a:cs typeface="Arial" panose="020B0604020202020204" pitchFamily="34" charset="0"/>
            </a:endParaRPr>
          </a:p>
        </p:txBody>
      </p:sp>
      <p:sp>
        <p:nvSpPr>
          <p:cNvPr id="31" name="ZoneTexte 30">
            <a:extLst>
              <a:ext uri="{FF2B5EF4-FFF2-40B4-BE49-F238E27FC236}">
                <a16:creationId xmlns:a16="http://schemas.microsoft.com/office/drawing/2014/main" id="{576FB098-0ABC-CEDA-20D0-0A7240EEC404}"/>
              </a:ext>
            </a:extLst>
          </p:cNvPr>
          <p:cNvSpPr txBox="1"/>
          <p:nvPr/>
        </p:nvSpPr>
        <p:spPr>
          <a:xfrm>
            <a:off x="4908532" y="1983217"/>
            <a:ext cx="3693881" cy="1200329"/>
          </a:xfrm>
          <a:prstGeom prst="rect">
            <a:avLst/>
          </a:prstGeom>
          <a:noFill/>
        </p:spPr>
        <p:txBody>
          <a:bodyPr wrap="square" rtlCol="0">
            <a:spAutoFit/>
          </a:bodyPr>
          <a:lstStyle/>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Doit inclure la majorité des besoins d’orchestration qui prennent en charge l’agrégation, le routage conditionnel et le filtrage des informations</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Nécessité de communication avec les autres services et de publication d’Events</a:t>
            </a:r>
          </a:p>
        </p:txBody>
      </p:sp>
      <p:sp>
        <p:nvSpPr>
          <p:cNvPr id="32" name="ZoneTexte 31">
            <a:extLst>
              <a:ext uri="{FF2B5EF4-FFF2-40B4-BE49-F238E27FC236}">
                <a16:creationId xmlns:a16="http://schemas.microsoft.com/office/drawing/2014/main" id="{B5B86101-5723-18DB-4760-3D78D9EA01C0}"/>
              </a:ext>
            </a:extLst>
          </p:cNvPr>
          <p:cNvSpPr txBox="1"/>
          <p:nvPr/>
        </p:nvSpPr>
        <p:spPr>
          <a:xfrm>
            <a:off x="4899328" y="3223541"/>
            <a:ext cx="3688729" cy="1569660"/>
          </a:xfrm>
          <a:prstGeom prst="rect">
            <a:avLst/>
          </a:prstGeom>
          <a:noFill/>
        </p:spPr>
        <p:txBody>
          <a:bodyPr wrap="square" rtlCol="0">
            <a:spAutoFit/>
          </a:bodyPr>
          <a:lstStyle/>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API non bloquantes</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Compréhension des données exposées par les systèmes avant l’</a:t>
            </a:r>
            <a:r>
              <a:rPr lang="fr-FR" sz="1200" err="1">
                <a:latin typeface="Arial" panose="020B0604020202020204" pitchFamily="34" charset="0"/>
                <a:cs typeface="Arial" panose="020B0604020202020204" pitchFamily="34" charset="0"/>
              </a:rPr>
              <a:t>aggrégation</a:t>
            </a:r>
            <a:endParaRPr lang="fr-FR" sz="12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Tâches d’</a:t>
            </a:r>
            <a:r>
              <a:rPr lang="fr-FR" sz="1200" err="1">
                <a:latin typeface="Arial" panose="020B0604020202020204" pitchFamily="34" charset="0"/>
                <a:cs typeface="Arial" panose="020B0604020202020204" pitchFamily="34" charset="0"/>
              </a:rPr>
              <a:t>aggrégation</a:t>
            </a:r>
            <a:r>
              <a:rPr lang="fr-FR" sz="1200">
                <a:latin typeface="Arial" panose="020B0604020202020204" pitchFamily="34" charset="0"/>
                <a:cs typeface="Arial" panose="020B0604020202020204" pitchFamily="34" charset="0"/>
              </a:rPr>
              <a:t> de données, routage conditionnel et filtrage</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Gestion de taches non fonctionnelles et des évènements</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Peut appeler d’autre API process &amp; System</a:t>
            </a:r>
          </a:p>
        </p:txBody>
      </p:sp>
      <p:sp>
        <p:nvSpPr>
          <p:cNvPr id="49" name="ZoneTexte 48">
            <a:extLst>
              <a:ext uri="{FF2B5EF4-FFF2-40B4-BE49-F238E27FC236}">
                <a16:creationId xmlns:a16="http://schemas.microsoft.com/office/drawing/2014/main" id="{13D0EF4F-3450-DABD-C06D-01B28148DF54}"/>
              </a:ext>
            </a:extLst>
          </p:cNvPr>
          <p:cNvSpPr txBox="1"/>
          <p:nvPr/>
        </p:nvSpPr>
        <p:spPr>
          <a:xfrm>
            <a:off x="4928900" y="4793201"/>
            <a:ext cx="3671365" cy="646331"/>
          </a:xfrm>
          <a:prstGeom prst="rect">
            <a:avLst/>
          </a:prstGeom>
          <a:noFill/>
        </p:spPr>
        <p:txBody>
          <a:bodyPr wrap="square" rtlCol="0">
            <a:spAutoFit/>
          </a:bodyPr>
          <a:lstStyle/>
          <a:p>
            <a:pPr marL="171450" indent="-171450">
              <a:buFont typeface="Arial" panose="020B0604020202020204" pitchFamily="34" charset="0"/>
              <a:buChar char="•"/>
            </a:pPr>
            <a:r>
              <a:rPr lang="fr-FR" sz="1200">
                <a:latin typeface="Arial" panose="020B0604020202020204" pitchFamily="34" charset="0"/>
                <a:cs typeface="Arial" panose="020B0604020202020204" pitchFamily="34" charset="0"/>
              </a:rPr>
              <a:t>Documentation et contrat d’interface</a:t>
            </a:r>
          </a:p>
          <a:p>
            <a:pPr marL="171450" indent="-171450">
              <a:buFont typeface="Arial" panose="020B0604020202020204" pitchFamily="34" charset="0"/>
              <a:buChar char="•"/>
            </a:pPr>
            <a:r>
              <a:rPr lang="fr-FR" sz="1200">
                <a:latin typeface="Arial" panose="020B0604020202020204" pitchFamily="34" charset="0"/>
                <a:cs typeface="Arial" panose="020B0604020202020204" pitchFamily="34" charset="0"/>
              </a:rPr>
              <a:t>Munit dans un paradigme de TDD</a:t>
            </a:r>
          </a:p>
          <a:p>
            <a:pPr marL="171450" indent="-171450">
              <a:buFont typeface="Arial" panose="020B0604020202020204" pitchFamily="34" charset="0"/>
              <a:buChar char="•"/>
            </a:pPr>
            <a:r>
              <a:rPr lang="fr-FR" sz="1200">
                <a:latin typeface="Arial" panose="020B0604020202020204" pitchFamily="34" charset="0"/>
                <a:cs typeface="Arial" panose="020B0604020202020204" pitchFamily="34" charset="0"/>
              </a:rPr>
              <a:t>Mise en place sur l’API portail pour exposition</a:t>
            </a:r>
          </a:p>
        </p:txBody>
      </p:sp>
      <p:sp>
        <p:nvSpPr>
          <p:cNvPr id="50" name="ZoneTexte 49">
            <a:extLst>
              <a:ext uri="{FF2B5EF4-FFF2-40B4-BE49-F238E27FC236}">
                <a16:creationId xmlns:a16="http://schemas.microsoft.com/office/drawing/2014/main" id="{DE1552BA-1840-1C28-8AF9-80CA7BB4C714}"/>
              </a:ext>
            </a:extLst>
          </p:cNvPr>
          <p:cNvSpPr txBox="1"/>
          <p:nvPr/>
        </p:nvSpPr>
        <p:spPr>
          <a:xfrm>
            <a:off x="4899328" y="5593923"/>
            <a:ext cx="3393463" cy="1015663"/>
          </a:xfrm>
          <a:prstGeom prst="rect">
            <a:avLst/>
          </a:prstGeom>
          <a:noFill/>
        </p:spPr>
        <p:txBody>
          <a:bodyPr wrap="square" rtlCol="0">
            <a:spAutoFit/>
          </a:bodyPr>
          <a:lstStyle/>
          <a:p>
            <a:pPr marL="171450" indent="-171450">
              <a:buFont typeface="Arial" panose="020B0604020202020204" pitchFamily="34" charset="0"/>
              <a:buChar char="•"/>
            </a:pPr>
            <a:r>
              <a:rPr lang="fr-FR" sz="1200">
                <a:latin typeface="Arial" panose="020B0604020202020204" pitchFamily="34" charset="0"/>
                <a:cs typeface="Arial" panose="020B0604020202020204" pitchFamily="34" charset="0"/>
              </a:rPr>
              <a:t>Monitoring et contrôles des erreurs et des évènements</a:t>
            </a:r>
          </a:p>
          <a:p>
            <a:pPr marL="171450" indent="-171450">
              <a:buFont typeface="Arial" panose="020B0604020202020204" pitchFamily="34" charset="0"/>
              <a:buChar char="•"/>
            </a:pPr>
            <a:r>
              <a:rPr lang="fr-FR" sz="1200">
                <a:latin typeface="Arial" panose="020B0604020202020204" pitchFamily="34" charset="0"/>
                <a:cs typeface="Arial" panose="020B0604020202020204" pitchFamily="34" charset="0"/>
              </a:rPr>
              <a:t>Patterns de compensation si le service est indisponible</a:t>
            </a:r>
          </a:p>
          <a:p>
            <a:pPr marL="171450" indent="-171450">
              <a:buFont typeface="Arial" panose="020B0604020202020204" pitchFamily="34" charset="0"/>
              <a:buChar char="•"/>
            </a:pPr>
            <a:r>
              <a:rPr lang="fr-FR" sz="1200">
                <a:latin typeface="Arial" panose="020B0604020202020204" pitchFamily="34" charset="0"/>
                <a:cs typeface="Arial" panose="020B0604020202020204" pitchFamily="34" charset="0"/>
              </a:rPr>
              <a:t>Journalisation des logs et des accès</a:t>
            </a:r>
          </a:p>
        </p:txBody>
      </p:sp>
      <p:sp>
        <p:nvSpPr>
          <p:cNvPr id="52" name="ZoneTexte 51">
            <a:extLst>
              <a:ext uri="{FF2B5EF4-FFF2-40B4-BE49-F238E27FC236}">
                <a16:creationId xmlns:a16="http://schemas.microsoft.com/office/drawing/2014/main" id="{E69C8B6A-279A-3E51-437F-C41592C4E9AF}"/>
              </a:ext>
            </a:extLst>
          </p:cNvPr>
          <p:cNvSpPr txBox="1"/>
          <p:nvPr/>
        </p:nvSpPr>
        <p:spPr>
          <a:xfrm>
            <a:off x="8614396" y="1943852"/>
            <a:ext cx="3550494" cy="646331"/>
          </a:xfrm>
          <a:prstGeom prst="rect">
            <a:avLst/>
          </a:prstGeom>
          <a:noFill/>
        </p:spPr>
        <p:txBody>
          <a:bodyPr wrap="square" rtlCol="0">
            <a:spAutoFit/>
          </a:bodyPr>
          <a:lstStyle/>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Basé sur les différentes applications internes monolithiques et </a:t>
            </a:r>
            <a:r>
              <a:rPr lang="fr-FR" sz="1200" err="1">
                <a:latin typeface="Arial" panose="020B0604020202020204" pitchFamily="34" charset="0"/>
                <a:cs typeface="Arial" panose="020B0604020202020204" pitchFamily="34" charset="0"/>
              </a:rPr>
              <a:t>legacy</a:t>
            </a:r>
            <a:r>
              <a:rPr lang="fr-FR" sz="1200">
                <a:latin typeface="Arial" panose="020B0604020202020204" pitchFamily="34" charset="0"/>
                <a:cs typeface="Arial" panose="020B0604020202020204" pitchFamily="34" charset="0"/>
              </a:rPr>
              <a:t> à exposer non </a:t>
            </a:r>
            <a:r>
              <a:rPr lang="fr-FR" sz="1200" err="1">
                <a:latin typeface="Arial" panose="020B0604020202020204" pitchFamily="34" charset="0"/>
                <a:cs typeface="Arial" panose="020B0604020202020204" pitchFamily="34" charset="0"/>
              </a:rPr>
              <a:t>APIsées</a:t>
            </a:r>
            <a:endParaRPr lang="fr-FR" sz="1200">
              <a:latin typeface="Arial" panose="020B0604020202020204" pitchFamily="34" charset="0"/>
              <a:cs typeface="Arial" panose="020B0604020202020204" pitchFamily="34" charset="0"/>
            </a:endParaRPr>
          </a:p>
        </p:txBody>
      </p:sp>
      <p:cxnSp>
        <p:nvCxnSpPr>
          <p:cNvPr id="55" name="Connecteur droit 54">
            <a:extLst>
              <a:ext uri="{FF2B5EF4-FFF2-40B4-BE49-F238E27FC236}">
                <a16:creationId xmlns:a16="http://schemas.microsoft.com/office/drawing/2014/main" id="{0D06BFBB-3211-4340-F322-CDC44358A135}"/>
              </a:ext>
            </a:extLst>
          </p:cNvPr>
          <p:cNvCxnSpPr>
            <a:cxnSpLocks/>
          </p:cNvCxnSpPr>
          <p:nvPr/>
        </p:nvCxnSpPr>
        <p:spPr>
          <a:xfrm>
            <a:off x="8614396" y="2636403"/>
            <a:ext cx="3577604" cy="0"/>
          </a:xfrm>
          <a:prstGeom prst="line">
            <a:avLst/>
          </a:prstGeom>
        </p:spPr>
        <p:style>
          <a:lnRef idx="1">
            <a:schemeClr val="accent1"/>
          </a:lnRef>
          <a:fillRef idx="0">
            <a:schemeClr val="accent1"/>
          </a:fillRef>
          <a:effectRef idx="0">
            <a:schemeClr val="accent1"/>
          </a:effectRef>
          <a:fontRef idx="minor">
            <a:schemeClr val="tx1"/>
          </a:fontRef>
        </p:style>
      </p:cxnSp>
      <p:sp>
        <p:nvSpPr>
          <p:cNvPr id="59" name="ZoneTexte 58">
            <a:extLst>
              <a:ext uri="{FF2B5EF4-FFF2-40B4-BE49-F238E27FC236}">
                <a16:creationId xmlns:a16="http://schemas.microsoft.com/office/drawing/2014/main" id="{50DCC67C-10E9-8727-ABDC-4532AE6BCA6B}"/>
              </a:ext>
            </a:extLst>
          </p:cNvPr>
          <p:cNvSpPr txBox="1"/>
          <p:nvPr/>
        </p:nvSpPr>
        <p:spPr>
          <a:xfrm>
            <a:off x="8590146" y="2604177"/>
            <a:ext cx="3550494" cy="1938992"/>
          </a:xfrm>
          <a:prstGeom prst="rect">
            <a:avLst/>
          </a:prstGeom>
          <a:noFill/>
        </p:spPr>
        <p:txBody>
          <a:bodyPr wrap="square" rtlCol="0">
            <a:spAutoFit/>
          </a:bodyPr>
          <a:lstStyle/>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Contexte précis, unique et délimité</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Exigences fonctionnelles et opérationnelles (batch, data </a:t>
            </a:r>
            <a:r>
              <a:rPr lang="fr-FR" sz="1200" err="1">
                <a:latin typeface="Arial" panose="020B0604020202020204" pitchFamily="34" charset="0"/>
                <a:cs typeface="Arial" panose="020B0604020202020204" pitchFamily="34" charset="0"/>
              </a:rPr>
              <a:t>warehouses</a:t>
            </a:r>
            <a:r>
              <a:rPr lang="fr-FR" sz="120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Multi protocolaires (REST, Streaming, …)</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Appelée à partir d’une API process ou </a:t>
            </a:r>
            <a:r>
              <a:rPr lang="fr-FR" sz="1200" err="1">
                <a:latin typeface="Arial" panose="020B0604020202020204" pitchFamily="34" charset="0"/>
                <a:cs typeface="Arial" panose="020B0604020202020204" pitchFamily="34" charset="0"/>
              </a:rPr>
              <a:t>Experience</a:t>
            </a:r>
            <a:r>
              <a:rPr lang="fr-FR" sz="1200">
                <a:latin typeface="Arial" panose="020B0604020202020204" pitchFamily="34" charset="0"/>
                <a:cs typeface="Arial" panose="020B0604020202020204" pitchFamily="34" charset="0"/>
              </a:rPr>
              <a:t> uniquement</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Appels d’une API system à l’autre interdit sauf exception</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Conception permettant un accès sur le temps (intervalle de temps, …)</a:t>
            </a:r>
          </a:p>
        </p:txBody>
      </p:sp>
      <p:sp>
        <p:nvSpPr>
          <p:cNvPr id="60" name="ZoneTexte 59">
            <a:extLst>
              <a:ext uri="{FF2B5EF4-FFF2-40B4-BE49-F238E27FC236}">
                <a16:creationId xmlns:a16="http://schemas.microsoft.com/office/drawing/2014/main" id="{ECFDE533-9A15-1602-E54D-8C685F1DBD1A}"/>
              </a:ext>
            </a:extLst>
          </p:cNvPr>
          <p:cNvSpPr txBox="1"/>
          <p:nvPr/>
        </p:nvSpPr>
        <p:spPr>
          <a:xfrm>
            <a:off x="8588057" y="4780517"/>
            <a:ext cx="3550494" cy="1200329"/>
          </a:xfrm>
          <a:prstGeom prst="rect">
            <a:avLst/>
          </a:prstGeom>
          <a:noFill/>
        </p:spPr>
        <p:txBody>
          <a:bodyPr wrap="square" rtlCol="0">
            <a:spAutoFit/>
          </a:bodyPr>
          <a:lstStyle/>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Tenir compte des aspects fonctionnels et techniques (logs, collecte, </a:t>
            </a:r>
            <a:r>
              <a:rPr lang="fr-FR" sz="1200" err="1">
                <a:latin typeface="Arial" panose="020B0604020202020204" pitchFamily="34" charset="0"/>
                <a:cs typeface="Arial" panose="020B0604020202020204" pitchFamily="34" charset="0"/>
              </a:rPr>
              <a:t>évenements</a:t>
            </a:r>
            <a:r>
              <a:rPr lang="fr-FR" sz="120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Exposition de topic pour informer des évènements ayant lieu et modifiant l’état du système cible</a:t>
            </a:r>
          </a:p>
          <a:p>
            <a:pPr marL="285750" indent="-285750">
              <a:buFont typeface="Arial" panose="020B0604020202020204" pitchFamily="34" charset="0"/>
              <a:buChar char="•"/>
            </a:pPr>
            <a:endParaRPr lang="fr-FR" sz="1200">
              <a:latin typeface="Arial" panose="020B0604020202020204" pitchFamily="34" charset="0"/>
              <a:cs typeface="Arial" panose="020B0604020202020204" pitchFamily="34" charset="0"/>
            </a:endParaRPr>
          </a:p>
        </p:txBody>
      </p:sp>
      <p:cxnSp>
        <p:nvCxnSpPr>
          <p:cNvPr id="62" name="Connecteur droit 61">
            <a:extLst>
              <a:ext uri="{FF2B5EF4-FFF2-40B4-BE49-F238E27FC236}">
                <a16:creationId xmlns:a16="http://schemas.microsoft.com/office/drawing/2014/main" id="{8BB01E22-4F4C-13A8-17CF-708D8C7E7C63}"/>
              </a:ext>
            </a:extLst>
          </p:cNvPr>
          <p:cNvCxnSpPr>
            <a:cxnSpLocks/>
          </p:cNvCxnSpPr>
          <p:nvPr/>
        </p:nvCxnSpPr>
        <p:spPr>
          <a:xfrm>
            <a:off x="8614396" y="5780784"/>
            <a:ext cx="3577604" cy="0"/>
          </a:xfrm>
          <a:prstGeom prst="line">
            <a:avLst/>
          </a:prstGeom>
        </p:spPr>
        <p:style>
          <a:lnRef idx="1">
            <a:schemeClr val="accent1"/>
          </a:lnRef>
          <a:fillRef idx="0">
            <a:schemeClr val="accent1"/>
          </a:fillRef>
          <a:effectRef idx="0">
            <a:schemeClr val="accent1"/>
          </a:effectRef>
          <a:fontRef idx="minor">
            <a:schemeClr val="tx1"/>
          </a:fontRef>
        </p:style>
      </p:cxnSp>
      <p:sp>
        <p:nvSpPr>
          <p:cNvPr id="66" name="ZoneTexte 65">
            <a:extLst>
              <a:ext uri="{FF2B5EF4-FFF2-40B4-BE49-F238E27FC236}">
                <a16:creationId xmlns:a16="http://schemas.microsoft.com/office/drawing/2014/main" id="{25AF6948-68AB-D6D2-FE9B-92376BCE308F}"/>
              </a:ext>
            </a:extLst>
          </p:cNvPr>
          <p:cNvSpPr txBox="1"/>
          <p:nvPr/>
        </p:nvSpPr>
        <p:spPr>
          <a:xfrm>
            <a:off x="8647205" y="5842337"/>
            <a:ext cx="3393463" cy="646331"/>
          </a:xfrm>
          <a:prstGeom prst="rect">
            <a:avLst/>
          </a:prstGeom>
          <a:noFill/>
        </p:spPr>
        <p:txBody>
          <a:bodyPr wrap="square" rtlCol="0">
            <a:spAutoFit/>
          </a:bodyPr>
          <a:lstStyle/>
          <a:p>
            <a:pPr marL="171450" indent="-171450">
              <a:buFont typeface="Arial" panose="020B0604020202020204" pitchFamily="34" charset="0"/>
              <a:buChar char="•"/>
            </a:pPr>
            <a:r>
              <a:rPr lang="fr-FR" sz="1200">
                <a:latin typeface="Arial" panose="020B0604020202020204" pitchFamily="34" charset="0"/>
                <a:cs typeface="Arial" panose="020B0604020202020204" pitchFamily="34" charset="0"/>
              </a:rPr>
              <a:t>Monitoring et contrôles des erreurs, compensation, raisons des échecs et à la résilience des API</a:t>
            </a:r>
          </a:p>
        </p:txBody>
      </p:sp>
    </p:spTree>
    <p:extLst>
      <p:ext uri="{BB962C8B-B14F-4D97-AF65-F5344CB8AC3E}">
        <p14:creationId xmlns:p14="http://schemas.microsoft.com/office/powerpoint/2010/main" val="6559648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D206E94-5069-288D-C38F-B1B8315C3622}"/>
              </a:ext>
            </a:extLst>
          </p:cNvPr>
          <p:cNvSpPr/>
          <p:nvPr/>
        </p:nvSpPr>
        <p:spPr>
          <a:xfrm>
            <a:off x="0" y="2464323"/>
            <a:ext cx="5150050"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a:solidFill>
                  <a:schemeClr val="bg1"/>
                </a:solidFill>
                <a:latin typeface="Arial" panose="020B0604020202020204" pitchFamily="34" charset="0"/>
                <a:ea typeface="Arial Black" charset="0"/>
                <a:cs typeface="Arial" panose="020B0604020202020204" pitchFamily="34" charset="0"/>
              </a:rPr>
              <a:t>Les bonnes pratiques de développement </a:t>
            </a:r>
            <a:r>
              <a:rPr lang="fr-FR" sz="2400" b="1" err="1">
                <a:solidFill>
                  <a:schemeClr val="bg1"/>
                </a:solidFill>
                <a:latin typeface="Arial" panose="020B0604020202020204" pitchFamily="34" charset="0"/>
                <a:ea typeface="Arial Black" charset="0"/>
                <a:cs typeface="Arial" panose="020B0604020202020204" pitchFamily="34" charset="0"/>
              </a:rPr>
              <a:t>MuleSoft</a:t>
            </a:r>
            <a:endParaRPr lang="fr-FR" sz="2400" b="1">
              <a:solidFill>
                <a:schemeClr val="bg1"/>
              </a:solidFill>
              <a:latin typeface="Arial" panose="020B0604020202020204" pitchFamily="34" charset="0"/>
              <a:ea typeface="Arial Black" charset="0"/>
              <a:cs typeface="Arial" panose="020B0604020202020204" pitchFamily="34" charset="0"/>
            </a:endParaRPr>
          </a:p>
        </p:txBody>
      </p:sp>
      <p:grpSp>
        <p:nvGrpSpPr>
          <p:cNvPr id="3" name="Groupe 2">
            <a:extLst>
              <a:ext uri="{FF2B5EF4-FFF2-40B4-BE49-F238E27FC236}">
                <a16:creationId xmlns:a16="http://schemas.microsoft.com/office/drawing/2014/main" id="{D3C8B2C1-5BEA-562A-F53A-884809B7AE0E}"/>
              </a:ext>
            </a:extLst>
          </p:cNvPr>
          <p:cNvGrpSpPr/>
          <p:nvPr/>
        </p:nvGrpSpPr>
        <p:grpSpPr>
          <a:xfrm>
            <a:off x="62893" y="3070019"/>
            <a:ext cx="748248" cy="748248"/>
            <a:chOff x="7840593" y="4028032"/>
            <a:chExt cx="748248" cy="748248"/>
          </a:xfrm>
        </p:grpSpPr>
        <p:sp>
          <p:nvSpPr>
            <p:cNvPr id="4" name="Oval 9">
              <a:extLst>
                <a:ext uri="{FF2B5EF4-FFF2-40B4-BE49-F238E27FC236}">
                  <a16:creationId xmlns:a16="http://schemas.microsoft.com/office/drawing/2014/main" id="{4262DF1D-4411-21B3-568F-BCA018638413}"/>
                </a:ext>
              </a:extLst>
            </p:cNvPr>
            <p:cNvSpPr/>
            <p:nvPr/>
          </p:nvSpPr>
          <p:spPr>
            <a:xfrm>
              <a:off x="7840593" y="402803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 name="Picture 6" descr="MuleSoft Demos">
              <a:extLst>
                <a:ext uri="{FF2B5EF4-FFF2-40B4-BE49-F238E27FC236}">
                  <a16:creationId xmlns:a16="http://schemas.microsoft.com/office/drawing/2014/main" id="{65E9DE2F-058A-F30D-30BB-C92376F058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4982" y="4105485"/>
              <a:ext cx="605199" cy="605199"/>
            </a:xfrm>
            <a:prstGeom prst="ellipse">
              <a:avLst/>
            </a:prstGeom>
            <a:ln>
              <a:noFill/>
            </a:ln>
            <a:effectLst/>
            <a:extLst>
              <a:ext uri="{909E8E84-426E-40DD-AFC4-6F175D3DCCD1}">
                <a14:hiddenFill xmlns:a14="http://schemas.microsoft.com/office/drawing/2010/main">
                  <a:solidFill>
                    <a:srgbClr val="FFFFFF"/>
                  </a:solidFill>
                </a14:hiddenFill>
              </a:ext>
            </a:extLst>
          </p:spPr>
        </p:pic>
      </p:grpSp>
      <p:pic>
        <p:nvPicPr>
          <p:cNvPr id="2" name="Picture 2" descr="The Top 6 MuleSoft Challenges | Influential Software">
            <a:extLst>
              <a:ext uri="{FF2B5EF4-FFF2-40B4-BE49-F238E27FC236}">
                <a16:creationId xmlns:a16="http://schemas.microsoft.com/office/drawing/2014/main" id="{D873D4AB-E238-CCC5-882A-CDE42C3E347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207" r="24600" b="70241"/>
          <a:stretch/>
        </p:blipFill>
        <p:spPr bwMode="auto">
          <a:xfrm rot="16200000">
            <a:off x="3288959" y="1939463"/>
            <a:ext cx="6846558" cy="2979074"/>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20786" y="5721"/>
            <a:ext cx="2980989"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19" name="Rectangle 18">
            <a:extLst>
              <a:ext uri="{FF2B5EF4-FFF2-40B4-BE49-F238E27FC236}">
                <a16:creationId xmlns:a16="http://schemas.microsoft.com/office/drawing/2014/main" id="{ABBF16A5-CC95-1197-3145-DF75F9F3B7A4}"/>
              </a:ext>
            </a:extLst>
          </p:cNvPr>
          <p:cNvSpPr/>
          <p:nvPr/>
        </p:nvSpPr>
        <p:spPr>
          <a:xfrm>
            <a:off x="5020654" y="2463461"/>
            <a:ext cx="213444" cy="1929355"/>
          </a:xfrm>
          <a:prstGeom prst="rect">
            <a:avLst/>
          </a:prstGeom>
          <a:solidFill>
            <a:schemeClr val="accent1">
              <a:alpha val="8268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91CD"/>
              </a:solidFill>
              <a:effectLst/>
              <a:uLnTx/>
              <a:uFillTx/>
              <a:latin typeface="Arial"/>
              <a:ea typeface="+mn-ea"/>
              <a:cs typeface="+mn-cs"/>
            </a:endParaRPr>
          </a:p>
        </p:txBody>
      </p:sp>
      <p:sp>
        <p:nvSpPr>
          <p:cNvPr id="39" name="TextBox 4">
            <a:extLst>
              <a:ext uri="{FF2B5EF4-FFF2-40B4-BE49-F238E27FC236}">
                <a16:creationId xmlns:a16="http://schemas.microsoft.com/office/drawing/2014/main" id="{9F723379-8717-0275-2A6C-9F210CEAD42B}"/>
              </a:ext>
            </a:extLst>
          </p:cNvPr>
          <p:cNvSpPr txBox="1"/>
          <p:nvPr/>
        </p:nvSpPr>
        <p:spPr>
          <a:xfrm>
            <a:off x="8737615" y="4842612"/>
            <a:ext cx="2986214" cy="535531"/>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ea typeface="Arial Black" charset="0"/>
                <a:cs typeface="Arial" panose="020B0604020202020204" pitchFamily="34" charset="0"/>
              </a:rPr>
              <a:t>Patterns </a:t>
            </a:r>
            <a:r>
              <a:rPr lang="fr-FR" sz="1600" b="1" err="1">
                <a:solidFill>
                  <a:schemeClr val="bg1"/>
                </a:solidFill>
                <a:latin typeface="Arial" panose="020B0604020202020204" pitchFamily="34" charset="0"/>
                <a:ea typeface="Arial Black" charset="0"/>
                <a:cs typeface="Arial" panose="020B0604020202020204" pitchFamily="34" charset="0"/>
              </a:rPr>
              <a:t>Mulesoft</a:t>
            </a:r>
            <a:r>
              <a:rPr lang="fr-FR" sz="1600" b="1">
                <a:solidFill>
                  <a:schemeClr val="bg1"/>
                </a:solidFill>
                <a:latin typeface="Arial" panose="020B0604020202020204" pitchFamily="34" charset="0"/>
                <a:ea typeface="Arial Black" charset="0"/>
                <a:cs typeface="Arial" panose="020B0604020202020204" pitchFamily="34" charset="0"/>
              </a:rPr>
              <a:t> </a:t>
            </a:r>
            <a:r>
              <a:rPr lang="fr-FR" sz="1600" b="1" err="1">
                <a:solidFill>
                  <a:schemeClr val="bg1"/>
                </a:solidFill>
                <a:latin typeface="Arial" panose="020B0604020202020204" pitchFamily="34" charset="0"/>
                <a:ea typeface="Arial Black" charset="0"/>
                <a:cs typeface="Arial" panose="020B0604020202020204" pitchFamily="34" charset="0"/>
              </a:rPr>
              <a:t>microservices</a:t>
            </a:r>
            <a:endParaRPr lang="fr-FR" sz="1600" b="1">
              <a:solidFill>
                <a:schemeClr val="bg1"/>
              </a:solidFill>
              <a:latin typeface="Arial" panose="020B0604020202020204" pitchFamily="34" charset="0"/>
              <a:ea typeface="Arial Black" charset="0"/>
              <a:cs typeface="Arial" panose="020B0604020202020204" pitchFamily="34" charset="0"/>
            </a:endParaRPr>
          </a:p>
        </p:txBody>
      </p:sp>
      <p:grpSp>
        <p:nvGrpSpPr>
          <p:cNvPr id="15" name="Groupe 14">
            <a:extLst>
              <a:ext uri="{FF2B5EF4-FFF2-40B4-BE49-F238E27FC236}">
                <a16:creationId xmlns:a16="http://schemas.microsoft.com/office/drawing/2014/main" id="{49BD9089-3404-9BF5-CBE4-8F36B02A1C7B}"/>
              </a:ext>
            </a:extLst>
          </p:cNvPr>
          <p:cNvGrpSpPr/>
          <p:nvPr/>
        </p:nvGrpSpPr>
        <p:grpSpPr>
          <a:xfrm>
            <a:off x="7880947" y="4787031"/>
            <a:ext cx="648000" cy="648000"/>
            <a:chOff x="7880947" y="4785313"/>
            <a:chExt cx="648000" cy="648000"/>
          </a:xfrm>
        </p:grpSpPr>
        <p:sp>
          <p:nvSpPr>
            <p:cNvPr id="40" name="Oval 9">
              <a:extLst>
                <a:ext uri="{FF2B5EF4-FFF2-40B4-BE49-F238E27FC236}">
                  <a16:creationId xmlns:a16="http://schemas.microsoft.com/office/drawing/2014/main" id="{C0E87504-7ABF-6174-7BAA-D6113F4E76B5}"/>
                </a:ext>
              </a:extLst>
            </p:cNvPr>
            <p:cNvSpPr/>
            <p:nvPr/>
          </p:nvSpPr>
          <p:spPr>
            <a:xfrm>
              <a:off x="7880947" y="478531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86022" name="Picture 6" descr="Icône Flux, graphique dans Analytics Outline">
              <a:extLst>
                <a:ext uri="{FF2B5EF4-FFF2-40B4-BE49-F238E27FC236}">
                  <a16:creationId xmlns:a16="http://schemas.microsoft.com/office/drawing/2014/main" id="{1CBCB392-8CFA-DA1A-BCF6-A8A3DF0587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69302" y="4861063"/>
              <a:ext cx="464945" cy="464945"/>
            </a:xfrm>
            <a:prstGeom prst="roundRect">
              <a:avLst>
                <a:gd name="adj" fmla="val 17941"/>
              </a:avLst>
            </a:prstGeom>
            <a:noFill/>
            <a:extLst>
              <a:ext uri="{909E8E84-426E-40DD-AFC4-6F175D3DCCD1}">
                <a14:hiddenFill xmlns:a14="http://schemas.microsoft.com/office/drawing/2010/main">
                  <a:solidFill>
                    <a:srgbClr val="FFFFFF"/>
                  </a:solidFill>
                </a14:hiddenFill>
              </a:ext>
            </a:extLst>
          </p:spPr>
        </p:pic>
      </p:grpSp>
      <p:sp>
        <p:nvSpPr>
          <p:cNvPr id="36" name="TextBox 4">
            <a:extLst>
              <a:ext uri="{FF2B5EF4-FFF2-40B4-BE49-F238E27FC236}">
                <a16:creationId xmlns:a16="http://schemas.microsoft.com/office/drawing/2014/main" id="{0EE3CCEC-C4DD-276E-0586-816E18291BF8}"/>
              </a:ext>
            </a:extLst>
          </p:cNvPr>
          <p:cNvSpPr txBox="1"/>
          <p:nvPr/>
        </p:nvSpPr>
        <p:spPr>
          <a:xfrm>
            <a:off x="8737615" y="3286758"/>
            <a:ext cx="2986214" cy="313932"/>
          </a:xfrm>
          <a:prstGeom prst="rect">
            <a:avLst/>
          </a:prstGeom>
          <a:noFill/>
        </p:spPr>
        <p:txBody>
          <a:bodyPr wrap="square" rtlCol="0">
            <a:spAutoFit/>
          </a:bodyPr>
          <a:lstStyle/>
          <a:p>
            <a:pPr>
              <a:lnSpc>
                <a:spcPct val="90000"/>
              </a:lnSpc>
            </a:pPr>
            <a:r>
              <a:rPr lang="fr-FR" sz="1600">
                <a:solidFill>
                  <a:schemeClr val="bg1"/>
                </a:solidFill>
                <a:latin typeface="Arial" panose="020B0604020202020204" pitchFamily="34" charset="0"/>
                <a:ea typeface="Arial Black" charset="0"/>
                <a:cs typeface="Arial" panose="020B0604020202020204" pitchFamily="34" charset="0"/>
              </a:rPr>
              <a:t>API LED bonnes pratiques</a:t>
            </a:r>
          </a:p>
        </p:txBody>
      </p:sp>
      <p:grpSp>
        <p:nvGrpSpPr>
          <p:cNvPr id="8" name="Groupe 7">
            <a:extLst>
              <a:ext uri="{FF2B5EF4-FFF2-40B4-BE49-F238E27FC236}">
                <a16:creationId xmlns:a16="http://schemas.microsoft.com/office/drawing/2014/main" id="{0A5DACC9-4991-FD6B-73DC-320B4AB9F13E}"/>
              </a:ext>
            </a:extLst>
          </p:cNvPr>
          <p:cNvGrpSpPr/>
          <p:nvPr/>
        </p:nvGrpSpPr>
        <p:grpSpPr>
          <a:xfrm>
            <a:off x="7880945" y="3119724"/>
            <a:ext cx="643314" cy="648000"/>
            <a:chOff x="7880945" y="3104139"/>
            <a:chExt cx="643314" cy="648000"/>
          </a:xfrm>
        </p:grpSpPr>
        <p:sp>
          <p:nvSpPr>
            <p:cNvPr id="37" name="Oval 9">
              <a:extLst>
                <a:ext uri="{FF2B5EF4-FFF2-40B4-BE49-F238E27FC236}">
                  <a16:creationId xmlns:a16="http://schemas.microsoft.com/office/drawing/2014/main" id="{F95B015E-DB72-9276-EB93-9FB345D474E1}"/>
                </a:ext>
              </a:extLst>
            </p:cNvPr>
            <p:cNvSpPr/>
            <p:nvPr/>
          </p:nvSpPr>
          <p:spPr>
            <a:xfrm>
              <a:off x="7880945" y="3104139"/>
              <a:ext cx="643314"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86018" name="Picture 2" descr="practices Icon - Free PNG &amp; SVG 2139244 - Noun Project">
              <a:extLst>
                <a:ext uri="{FF2B5EF4-FFF2-40B4-BE49-F238E27FC236}">
                  <a16:creationId xmlns:a16="http://schemas.microsoft.com/office/drawing/2014/main" id="{6314CBA4-26CF-0524-00B8-357B9EA08A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54990" y="3180527"/>
              <a:ext cx="495224" cy="495224"/>
            </a:xfrm>
            <a:prstGeom prst="rect">
              <a:avLst/>
            </a:prstGeom>
            <a:noFill/>
            <a:extLst>
              <a:ext uri="{909E8E84-426E-40DD-AFC4-6F175D3DCCD1}">
                <a14:hiddenFill xmlns:a14="http://schemas.microsoft.com/office/drawing/2010/main">
                  <a:solidFill>
                    <a:srgbClr val="FFFFFF"/>
                  </a:solidFill>
                </a14:hiddenFill>
              </a:ext>
            </a:extLst>
          </p:spPr>
        </p:pic>
      </p:grpSp>
      <p:sp>
        <p:nvSpPr>
          <p:cNvPr id="102" name="TextBox 4">
            <a:extLst>
              <a:ext uri="{FF2B5EF4-FFF2-40B4-BE49-F238E27FC236}">
                <a16:creationId xmlns:a16="http://schemas.microsoft.com/office/drawing/2014/main" id="{08EF1DAE-D77A-794C-3B18-C2C6C135E72E}"/>
              </a:ext>
            </a:extLst>
          </p:cNvPr>
          <p:cNvSpPr txBox="1"/>
          <p:nvPr/>
        </p:nvSpPr>
        <p:spPr>
          <a:xfrm>
            <a:off x="8737615" y="1591718"/>
            <a:ext cx="2986214" cy="535531"/>
          </a:xfrm>
          <a:prstGeom prst="rect">
            <a:avLst/>
          </a:prstGeom>
          <a:noFill/>
        </p:spPr>
        <p:txBody>
          <a:bodyPr wrap="square" rtlCol="0">
            <a:spAutoFit/>
          </a:bodyPr>
          <a:lstStyle/>
          <a:p>
            <a:pPr>
              <a:lnSpc>
                <a:spcPct val="90000"/>
              </a:lnSpc>
            </a:pPr>
            <a:r>
              <a:rPr lang="fr-FR" sz="1600">
                <a:solidFill>
                  <a:schemeClr val="bg1"/>
                </a:solidFill>
                <a:latin typeface="Arial" panose="020B0604020202020204" pitchFamily="34" charset="0"/>
                <a:ea typeface="Arial Black" charset="0"/>
                <a:cs typeface="Arial" panose="020B0604020202020204" pitchFamily="34" charset="0"/>
              </a:rPr>
              <a:t>XAPI, PAPI, SAPI</a:t>
            </a:r>
          </a:p>
          <a:p>
            <a:pPr>
              <a:lnSpc>
                <a:spcPct val="90000"/>
              </a:lnSpc>
            </a:pPr>
            <a:r>
              <a:rPr lang="fr-FR" sz="1600">
                <a:solidFill>
                  <a:schemeClr val="bg1"/>
                </a:solidFill>
                <a:latin typeface="Arial" panose="020B0604020202020204" pitchFamily="34" charset="0"/>
                <a:ea typeface="Arial Black" charset="0"/>
                <a:cs typeface="Arial" panose="020B0604020202020204" pitchFamily="34" charset="0"/>
              </a:rPr>
              <a:t>Explication</a:t>
            </a:r>
          </a:p>
        </p:txBody>
      </p:sp>
      <p:grpSp>
        <p:nvGrpSpPr>
          <p:cNvPr id="9" name="Groupe 8">
            <a:extLst>
              <a:ext uri="{FF2B5EF4-FFF2-40B4-BE49-F238E27FC236}">
                <a16:creationId xmlns:a16="http://schemas.microsoft.com/office/drawing/2014/main" id="{92DD2130-FC86-B3FB-89F3-FA4F30E98419}"/>
              </a:ext>
            </a:extLst>
          </p:cNvPr>
          <p:cNvGrpSpPr/>
          <p:nvPr/>
        </p:nvGrpSpPr>
        <p:grpSpPr>
          <a:xfrm>
            <a:off x="7880947" y="1422969"/>
            <a:ext cx="648000" cy="648000"/>
            <a:chOff x="7880947" y="1421251"/>
            <a:chExt cx="648000" cy="648000"/>
          </a:xfrm>
        </p:grpSpPr>
        <p:sp>
          <p:nvSpPr>
            <p:cNvPr id="27" name="Oval 9">
              <a:extLst>
                <a:ext uri="{FF2B5EF4-FFF2-40B4-BE49-F238E27FC236}">
                  <a16:creationId xmlns:a16="http://schemas.microsoft.com/office/drawing/2014/main" id="{E1BC3EC8-4AFD-FFC2-7E1E-12355714664D}"/>
                </a:ext>
              </a:extLst>
            </p:cNvPr>
            <p:cNvSpPr/>
            <p:nvPr/>
          </p:nvSpPr>
          <p:spPr>
            <a:xfrm>
              <a:off x="7880947" y="1421251"/>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86020" name="Picture 4" descr="Api - Icônes ordinateur gratuites">
              <a:extLst>
                <a:ext uri="{FF2B5EF4-FFF2-40B4-BE49-F238E27FC236}">
                  <a16:creationId xmlns:a16="http://schemas.microsoft.com/office/drawing/2014/main" id="{C0847C68-B755-3660-8984-D4D76DF70B9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55081" y="1495385"/>
              <a:ext cx="499733" cy="499733"/>
            </a:xfrm>
            <a:prstGeom prst="rect">
              <a:avLst/>
            </a:prstGeom>
            <a:noFill/>
            <a:extLst>
              <a:ext uri="{909E8E84-426E-40DD-AFC4-6F175D3DCCD1}">
                <a14:hiddenFill xmlns:a14="http://schemas.microsoft.com/office/drawing/2010/main">
                  <a:solidFill>
                    <a:srgbClr val="FFFFFF"/>
                  </a:solidFill>
                </a14:hiddenFill>
              </a:ext>
            </a:extLst>
          </p:spPr>
        </p:pic>
      </p:grpSp>
      <p:pic>
        <p:nvPicPr>
          <p:cNvPr id="16" name="Picture 2">
            <a:extLst>
              <a:ext uri="{FF2B5EF4-FFF2-40B4-BE49-F238E27FC236}">
                <a16:creationId xmlns:a16="http://schemas.microsoft.com/office/drawing/2014/main" id="{8DE81188-DE84-4993-C49D-EC7DA098AE4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4568" y="5283931"/>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4184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06E06ECE-D2BE-EF5B-05DE-FF64ED581492}"/>
              </a:ext>
            </a:extLst>
          </p:cNvPr>
          <p:cNvSpPr>
            <a:spLocks noGrp="1"/>
          </p:cNvSpPr>
          <p:nvPr>
            <p:ph type="body" sz="quarter" idx="35"/>
          </p:nvPr>
        </p:nvSpPr>
        <p:spPr/>
        <p:txBody>
          <a:bodyPr/>
          <a:lstStyle/>
          <a:p>
            <a:r>
              <a:rPr lang="fr-FR" sz="1400"/>
              <a:t>Exposition des </a:t>
            </a:r>
            <a:r>
              <a:rPr lang="fr-FR" sz="1400" err="1"/>
              <a:t>Legacy</a:t>
            </a:r>
            <a:endParaRPr lang="fr-FR" sz="1400"/>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LES PATTERNS MULESOFT</a:t>
            </a:r>
          </a:p>
        </p:txBody>
      </p:sp>
      <p:pic>
        <p:nvPicPr>
          <p:cNvPr id="4" name="Image 3">
            <a:extLst>
              <a:ext uri="{FF2B5EF4-FFF2-40B4-BE49-F238E27FC236}">
                <a16:creationId xmlns:a16="http://schemas.microsoft.com/office/drawing/2014/main" id="{5830172F-00B6-D8D4-7C31-59D4F74865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831" y="2195358"/>
            <a:ext cx="6226960" cy="2855367"/>
          </a:xfrm>
          <a:prstGeom prst="rect">
            <a:avLst/>
          </a:prstGeom>
        </p:spPr>
      </p:pic>
      <p:sp>
        <p:nvSpPr>
          <p:cNvPr id="8" name="ZoneTexte 7">
            <a:extLst>
              <a:ext uri="{FF2B5EF4-FFF2-40B4-BE49-F238E27FC236}">
                <a16:creationId xmlns:a16="http://schemas.microsoft.com/office/drawing/2014/main" id="{5D5739F2-6466-E11D-B45C-02A556CF6706}"/>
              </a:ext>
            </a:extLst>
          </p:cNvPr>
          <p:cNvSpPr txBox="1"/>
          <p:nvPr/>
        </p:nvSpPr>
        <p:spPr>
          <a:xfrm>
            <a:off x="6376791" y="1281404"/>
            <a:ext cx="5585424" cy="4801314"/>
          </a:xfrm>
          <a:prstGeom prst="rect">
            <a:avLst/>
          </a:prstGeom>
          <a:noFill/>
        </p:spPr>
        <p:txBody>
          <a:bodyPr wrap="square">
            <a:spAutoFit/>
          </a:bodyPr>
          <a:lstStyle/>
          <a:p>
            <a:pPr marL="285750" indent="-285750" algn="just">
              <a:buFont typeface="Arial" panose="020B0604020202020204" pitchFamily="34" charset="0"/>
              <a:buChar char="•"/>
            </a:pPr>
            <a:r>
              <a:rPr lang="fr-FR" dirty="0"/>
              <a:t>Ce pattern permet de répondre à des besoins spécifiques d’intégration de partenaires qui n’offrent pas d’interface sous forme d’API ou d’intégration de messages.</a:t>
            </a:r>
          </a:p>
          <a:p>
            <a:pPr marL="285750" indent="-285750" algn="just">
              <a:buFont typeface="Arial" panose="020B0604020202020204" pitchFamily="34" charset="0"/>
              <a:buChar char="•"/>
            </a:pPr>
            <a:endParaRPr lang="fr-FR" dirty="0"/>
          </a:p>
          <a:p>
            <a:pPr marL="285750" indent="-285750" algn="just">
              <a:buFont typeface="Arial" panose="020B0604020202020204" pitchFamily="34" charset="0"/>
              <a:buChar char="•"/>
            </a:pPr>
            <a:r>
              <a:rPr lang="fr-FR" dirty="0"/>
              <a:t>Il permet de faire de l’intégration entre plusieurs systèmes applicatifs lorsqu'aucune logique métier n'est impliquée.</a:t>
            </a:r>
          </a:p>
          <a:p>
            <a:pPr marL="285750" indent="-285750" algn="just">
              <a:buFont typeface="Arial" panose="020B0604020202020204" pitchFamily="34" charset="0"/>
              <a:buChar char="•"/>
            </a:pPr>
            <a:endParaRPr lang="fr-FR" dirty="0"/>
          </a:p>
          <a:p>
            <a:pPr marL="285750" indent="-285750" algn="just">
              <a:buFont typeface="Arial" panose="020B0604020202020204" pitchFamily="34" charset="0"/>
              <a:buChar char="•"/>
            </a:pPr>
            <a:r>
              <a:rPr lang="fr-FR" dirty="0"/>
              <a:t>N’ayant aucune orchestration, ce pattern apporte une flexibilité sur la consommation du service par d’autres applications (plusieurs sources d’intégration possible).</a:t>
            </a:r>
          </a:p>
          <a:p>
            <a:pPr marL="285750" indent="-285750" algn="just">
              <a:buFont typeface="Arial" panose="020B0604020202020204" pitchFamily="34" charset="0"/>
              <a:buChar char="•"/>
            </a:pPr>
            <a:endParaRPr lang="fr-FR" dirty="0"/>
          </a:p>
          <a:p>
            <a:pPr marL="285750" indent="-285750" algn="just">
              <a:buFont typeface="Arial" panose="020B0604020202020204" pitchFamily="34" charset="0"/>
              <a:buChar char="•"/>
            </a:pPr>
            <a:r>
              <a:rPr lang="fr-FR" dirty="0"/>
              <a:t>Il permet aussi de faire de l’intégration entre systèmes applicatifs lorsqu’il n’y a pas de logique à implémenter.</a:t>
            </a:r>
          </a:p>
        </p:txBody>
      </p:sp>
    </p:spTree>
    <p:extLst>
      <p:ext uri="{BB962C8B-B14F-4D97-AF65-F5344CB8AC3E}">
        <p14:creationId xmlns:p14="http://schemas.microsoft.com/office/powerpoint/2010/main" val="8838957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0CA6DB4B-08D1-C93B-2FDC-863D22EDD413}"/>
              </a:ext>
            </a:extLst>
          </p:cNvPr>
          <p:cNvSpPr>
            <a:spLocks noGrp="1"/>
          </p:cNvSpPr>
          <p:nvPr>
            <p:ph type="body" sz="quarter" idx="35"/>
          </p:nvPr>
        </p:nvSpPr>
        <p:spPr/>
        <p:txBody>
          <a:bodyPr/>
          <a:lstStyle/>
          <a:p>
            <a:r>
              <a:rPr lang="fr-FR" sz="1400"/>
              <a:t>Exposition d’orchestration</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LES PATTERNS MULESOFT</a:t>
            </a:r>
          </a:p>
        </p:txBody>
      </p:sp>
      <p:pic>
        <p:nvPicPr>
          <p:cNvPr id="4" name="Image 3">
            <a:extLst>
              <a:ext uri="{FF2B5EF4-FFF2-40B4-BE49-F238E27FC236}">
                <a16:creationId xmlns:a16="http://schemas.microsoft.com/office/drawing/2014/main" id="{85C23EF7-9C22-5C35-B919-1CF798DFEB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487736"/>
            <a:ext cx="6507480" cy="4121826"/>
          </a:xfrm>
          <a:prstGeom prst="rect">
            <a:avLst/>
          </a:prstGeom>
        </p:spPr>
      </p:pic>
      <p:sp>
        <p:nvSpPr>
          <p:cNvPr id="5" name="ZoneTexte 4">
            <a:extLst>
              <a:ext uri="{FF2B5EF4-FFF2-40B4-BE49-F238E27FC236}">
                <a16:creationId xmlns:a16="http://schemas.microsoft.com/office/drawing/2014/main" id="{0E29ED73-26D7-2D9D-7F05-0B3BC92D0F3E}"/>
              </a:ext>
            </a:extLst>
          </p:cNvPr>
          <p:cNvSpPr txBox="1"/>
          <p:nvPr/>
        </p:nvSpPr>
        <p:spPr>
          <a:xfrm>
            <a:off x="6507481" y="2255985"/>
            <a:ext cx="5500827" cy="2862322"/>
          </a:xfrm>
          <a:prstGeom prst="rect">
            <a:avLst/>
          </a:prstGeom>
          <a:noFill/>
        </p:spPr>
        <p:txBody>
          <a:bodyPr wrap="square" anchor="ctr">
            <a:spAutoFit/>
          </a:bodyPr>
          <a:lstStyle/>
          <a:p>
            <a:pPr marL="285750" indent="-285750" algn="just">
              <a:buFont typeface="Arial" panose="020B0604020202020204" pitchFamily="34" charset="0"/>
              <a:buChar char="•"/>
            </a:pPr>
            <a:r>
              <a:rPr lang="fr-FR" dirty="0"/>
              <a:t>Il permet de réaliser une abstraction des backends et mettre en place des APIs répondant à des besoins grâce à des </a:t>
            </a:r>
            <a:r>
              <a:rPr lang="fr-FR" b="1" dirty="0"/>
              <a:t>orchestrations</a:t>
            </a:r>
            <a:r>
              <a:rPr lang="fr-FR" dirty="0"/>
              <a:t>.</a:t>
            </a:r>
          </a:p>
          <a:p>
            <a:pPr algn="just"/>
            <a:endParaRPr lang="fr-FR"/>
          </a:p>
          <a:p>
            <a:pPr marL="285750" indent="-285750" algn="just">
              <a:buFont typeface="Arial" panose="020B0604020202020204" pitchFamily="34" charset="0"/>
              <a:buChar char="•"/>
            </a:pPr>
            <a:r>
              <a:rPr lang="fr-FR" dirty="0"/>
              <a:t>L’ajout de PAPI permet d’ajouter des </a:t>
            </a:r>
            <a:r>
              <a:rPr lang="fr-FR" b="1" dirty="0"/>
              <a:t>traitements particuliers</a:t>
            </a:r>
            <a:r>
              <a:rPr lang="fr-FR" dirty="0"/>
              <a:t>. </a:t>
            </a:r>
          </a:p>
          <a:p>
            <a:pPr algn="just"/>
            <a:endParaRPr lang="fr-FR"/>
          </a:p>
          <a:p>
            <a:pPr marL="285750" indent="-285750" algn="just">
              <a:buFont typeface="Arial" panose="020B0604020202020204" pitchFamily="34" charset="0"/>
              <a:buChar char="•"/>
            </a:pPr>
            <a:r>
              <a:rPr lang="fr-FR" dirty="0"/>
              <a:t>Il reste assez simple de modifier le modèle si les besoins changent avec l’ajout d’un nouveau consommateur.</a:t>
            </a:r>
          </a:p>
        </p:txBody>
      </p:sp>
    </p:spTree>
    <p:extLst>
      <p:ext uri="{BB962C8B-B14F-4D97-AF65-F5344CB8AC3E}">
        <p14:creationId xmlns:p14="http://schemas.microsoft.com/office/powerpoint/2010/main" val="39827337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046A7053-4F23-BD8A-28FF-D09E029A6768}"/>
              </a:ext>
            </a:extLst>
          </p:cNvPr>
          <p:cNvSpPr>
            <a:spLocks noGrp="1"/>
          </p:cNvSpPr>
          <p:nvPr>
            <p:ph type="body" sz="quarter" idx="35"/>
          </p:nvPr>
        </p:nvSpPr>
        <p:spPr/>
        <p:txBody>
          <a:bodyPr/>
          <a:lstStyle/>
          <a:p>
            <a:r>
              <a:rPr lang="fr-FR" sz="1400"/>
              <a:t>Exposition sécurisée aux consommateurs</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LES PATTERNS MULESOFT</a:t>
            </a:r>
          </a:p>
        </p:txBody>
      </p:sp>
      <p:pic>
        <p:nvPicPr>
          <p:cNvPr id="4" name="Image 3">
            <a:extLst>
              <a:ext uri="{FF2B5EF4-FFF2-40B4-BE49-F238E27FC236}">
                <a16:creationId xmlns:a16="http://schemas.microsoft.com/office/drawing/2014/main" id="{1E0BEA94-15F8-3C1C-6380-CB7E9A8E39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91134"/>
            <a:ext cx="6265636" cy="3675732"/>
          </a:xfrm>
          <a:prstGeom prst="rect">
            <a:avLst/>
          </a:prstGeom>
        </p:spPr>
      </p:pic>
      <p:sp>
        <p:nvSpPr>
          <p:cNvPr id="5" name="ZoneTexte 4">
            <a:extLst>
              <a:ext uri="{FF2B5EF4-FFF2-40B4-BE49-F238E27FC236}">
                <a16:creationId xmlns:a16="http://schemas.microsoft.com/office/drawing/2014/main" id="{75F8167F-BF89-5AB9-3D63-5D0B7C6BF520}"/>
              </a:ext>
            </a:extLst>
          </p:cNvPr>
          <p:cNvSpPr txBox="1"/>
          <p:nvPr/>
        </p:nvSpPr>
        <p:spPr>
          <a:xfrm>
            <a:off x="6376847" y="2274838"/>
            <a:ext cx="5677610" cy="3139321"/>
          </a:xfrm>
          <a:prstGeom prst="rect">
            <a:avLst/>
          </a:prstGeom>
          <a:noFill/>
        </p:spPr>
        <p:txBody>
          <a:bodyPr wrap="square">
            <a:spAutoFit/>
          </a:bodyPr>
          <a:lstStyle/>
          <a:p>
            <a:pPr marL="285750" indent="-285750" algn="just">
              <a:buFont typeface="Arial" panose="020B0604020202020204" pitchFamily="34" charset="0"/>
              <a:buChar char="•"/>
            </a:pPr>
            <a:r>
              <a:rPr lang="fr-FR" dirty="0"/>
              <a:t>Ce pattern est la vision bout en bout </a:t>
            </a:r>
            <a:r>
              <a:rPr lang="fr-FR" dirty="0" err="1"/>
              <a:t>APIsée</a:t>
            </a:r>
            <a:r>
              <a:rPr lang="fr-FR" dirty="0"/>
              <a:t> d’échanges. Il permet d’</a:t>
            </a:r>
            <a:r>
              <a:rPr lang="fr-FR" b="1" dirty="0"/>
              <a:t>exposer des API </a:t>
            </a:r>
            <a:r>
              <a:rPr lang="fr-FR" dirty="0"/>
              <a:t>de manière </a:t>
            </a:r>
            <a:r>
              <a:rPr lang="fr-FR" b="1" dirty="0"/>
              <a:t>sécurisé</a:t>
            </a:r>
            <a:r>
              <a:rPr lang="fr-FR" dirty="0"/>
              <a:t> à des consommateurs</a:t>
            </a:r>
          </a:p>
          <a:p>
            <a:pPr algn="just"/>
            <a:endParaRPr lang="fr-FR" dirty="0"/>
          </a:p>
          <a:p>
            <a:pPr marL="285750" indent="-285750" algn="just">
              <a:buFont typeface="Arial" panose="020B0604020202020204" pitchFamily="34" charset="0"/>
              <a:buChar char="•"/>
            </a:pPr>
            <a:r>
              <a:rPr lang="fr-FR" dirty="0"/>
              <a:t>Il intègre les patterns précédents en sécurisant l’exposition aux consommateurs et en apportant des fonctions/exigences complémentaires liées aux consommateurs</a:t>
            </a:r>
          </a:p>
          <a:p>
            <a:pPr marL="285750" indent="-285750" algn="just">
              <a:buFont typeface="Arial" panose="020B0604020202020204" pitchFamily="34" charset="0"/>
              <a:buChar char="•"/>
            </a:pPr>
            <a:endParaRPr lang="fr-FR" dirty="0"/>
          </a:p>
          <a:p>
            <a:pPr marL="285750" indent="-285750" algn="just">
              <a:buFont typeface="Arial" panose="020B0604020202020204" pitchFamily="34" charset="0"/>
              <a:buChar char="•"/>
            </a:pPr>
            <a:r>
              <a:rPr lang="fr-FR" dirty="0"/>
              <a:t>Ce pattern peut ne pas embarquer les PAPI ou les SAPI malgré tout.</a:t>
            </a:r>
          </a:p>
        </p:txBody>
      </p:sp>
    </p:spTree>
    <p:extLst>
      <p:ext uri="{BB962C8B-B14F-4D97-AF65-F5344CB8AC3E}">
        <p14:creationId xmlns:p14="http://schemas.microsoft.com/office/powerpoint/2010/main" val="36904773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 name="Picture 2" descr="BOUYGUES Construction lance les travaux d&amp;amp;#39;extension de la Principauté de  Monaco">
            <a:extLst>
              <a:ext uri="{FF2B5EF4-FFF2-40B4-BE49-F238E27FC236}">
                <a16:creationId xmlns:a16="http://schemas.microsoft.com/office/drawing/2014/main" id="{A4C0064C-4F05-39FA-B59E-160367EE52A8}"/>
              </a:ext>
            </a:extLst>
          </p:cNvPr>
          <p:cNvPicPr>
            <a:picLocks noGrp="1" noChangeAspect="1" noChangeArrowheads="1"/>
          </p:cNvPicPr>
          <p:nvPr>
            <p:ph type="pic" sz="quarter" idx="36"/>
          </p:nvPr>
        </p:nvPicPr>
        <p:blipFill rotWithShape="1">
          <a:blip r:embed="rId4">
            <a:extLst>
              <a:ext uri="{28A0092B-C50C-407E-A947-70E740481C1C}">
                <a14:useLocalDpi xmlns:a14="http://schemas.microsoft.com/office/drawing/2010/main" val="0"/>
              </a:ext>
            </a:extLst>
          </a:blip>
          <a:srcRect l="36130" r="34842"/>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21366" y="0"/>
            <a:ext cx="2986216" cy="6911163"/>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109" name="TextBox 2">
            <a:extLst>
              <a:ext uri="{FF2B5EF4-FFF2-40B4-BE49-F238E27FC236}">
                <a16:creationId xmlns:a16="http://schemas.microsoft.com/office/drawing/2014/main" id="{86DEAAB1-58F7-1643-1D72-3A2815915C34}"/>
              </a:ext>
            </a:extLst>
          </p:cNvPr>
          <p:cNvSpPr txBox="1"/>
          <p:nvPr/>
        </p:nvSpPr>
        <p:spPr>
          <a:xfrm>
            <a:off x="299663" y="3249604"/>
            <a:ext cx="4683270" cy="498598"/>
          </a:xfrm>
          <a:prstGeom prst="rect">
            <a:avLst/>
          </a:prstGeom>
          <a:noFill/>
        </p:spPr>
        <p:txBody>
          <a:bodyPr wrap="none" lIns="0" tIns="0" rIns="0" bIns="0" rtlCol="0">
            <a:spAutoFit/>
          </a:bodyPr>
          <a:lstStyle/>
          <a:p>
            <a:pPr>
              <a:lnSpc>
                <a:spcPct val="90000"/>
              </a:lnSpc>
            </a:pPr>
            <a:r>
              <a:rPr lang="fr-FR" sz="3600" b="1" cap="small">
                <a:latin typeface="+mj-lt"/>
                <a:ea typeface="Arial Black" charset="0"/>
                <a:cs typeface="Arial Black" charset="0"/>
              </a:rPr>
              <a:t>Sommaire Général</a:t>
            </a:r>
          </a:p>
        </p:txBody>
      </p:sp>
      <p:grpSp>
        <p:nvGrpSpPr>
          <p:cNvPr id="8" name="Groupe 7">
            <a:extLst>
              <a:ext uri="{FF2B5EF4-FFF2-40B4-BE49-F238E27FC236}">
                <a16:creationId xmlns:a16="http://schemas.microsoft.com/office/drawing/2014/main" id="{48197E64-79E6-3B35-A1B1-D21B36ED4F93}"/>
              </a:ext>
            </a:extLst>
          </p:cNvPr>
          <p:cNvGrpSpPr/>
          <p:nvPr/>
        </p:nvGrpSpPr>
        <p:grpSpPr>
          <a:xfrm>
            <a:off x="7850842" y="854606"/>
            <a:ext cx="4001451" cy="757130"/>
            <a:chOff x="7840593" y="539905"/>
            <a:chExt cx="4001451" cy="757130"/>
          </a:xfrm>
        </p:grpSpPr>
        <p:sp>
          <p:nvSpPr>
            <p:cNvPr id="102" name="TextBox 4">
              <a:extLst>
                <a:ext uri="{FF2B5EF4-FFF2-40B4-BE49-F238E27FC236}">
                  <a16:creationId xmlns:a16="http://schemas.microsoft.com/office/drawing/2014/main" id="{08EF1DAE-D77A-794C-3B18-C2C6C135E72E}"/>
                </a:ext>
              </a:extLst>
            </p:cNvPr>
            <p:cNvSpPr txBox="1"/>
            <p:nvPr/>
          </p:nvSpPr>
          <p:spPr>
            <a:xfrm>
              <a:off x="8764922" y="539905"/>
              <a:ext cx="3077122" cy="757130"/>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Les différents types de solution de médiation proposés par la plateforme</a:t>
              </a:r>
            </a:p>
          </p:txBody>
        </p:sp>
        <p:grpSp>
          <p:nvGrpSpPr>
            <p:cNvPr id="19" name="Groupe 18">
              <a:extLst>
                <a:ext uri="{FF2B5EF4-FFF2-40B4-BE49-F238E27FC236}">
                  <a16:creationId xmlns:a16="http://schemas.microsoft.com/office/drawing/2014/main" id="{62593689-C68E-7D17-D12E-27E7C73F0F0D}"/>
                </a:ext>
              </a:extLst>
            </p:cNvPr>
            <p:cNvGrpSpPr/>
            <p:nvPr/>
          </p:nvGrpSpPr>
          <p:grpSpPr>
            <a:xfrm>
              <a:off x="7840593" y="544346"/>
              <a:ext cx="748248" cy="748248"/>
              <a:chOff x="7838379" y="2027071"/>
              <a:chExt cx="748248" cy="748248"/>
            </a:xfrm>
          </p:grpSpPr>
          <p:sp>
            <p:nvSpPr>
              <p:cNvPr id="103" name="Oval 9">
                <a:extLst>
                  <a:ext uri="{FF2B5EF4-FFF2-40B4-BE49-F238E27FC236}">
                    <a16:creationId xmlns:a16="http://schemas.microsoft.com/office/drawing/2014/main" id="{8AC00DDB-26A3-6160-4A14-ED454F592BDC}"/>
                  </a:ext>
                </a:extLst>
              </p:cNvPr>
              <p:cNvSpPr/>
              <p:nvPr/>
            </p:nvSpPr>
            <p:spPr>
              <a:xfrm>
                <a:off x="7838379" y="2027071"/>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28" name="Picture 4">
                <a:extLst>
                  <a:ext uri="{FF2B5EF4-FFF2-40B4-BE49-F238E27FC236}">
                    <a16:creationId xmlns:a16="http://schemas.microsoft.com/office/drawing/2014/main" id="{9098DE35-9456-D9E4-2470-55276D99CC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49721" y="2151620"/>
                <a:ext cx="513183" cy="513183"/>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2" name="Groupe 11">
            <a:extLst>
              <a:ext uri="{FF2B5EF4-FFF2-40B4-BE49-F238E27FC236}">
                <a16:creationId xmlns:a16="http://schemas.microsoft.com/office/drawing/2014/main" id="{D5FD5680-8B11-CEC0-E705-DFC67C152ED5}"/>
              </a:ext>
            </a:extLst>
          </p:cNvPr>
          <p:cNvGrpSpPr/>
          <p:nvPr/>
        </p:nvGrpSpPr>
        <p:grpSpPr>
          <a:xfrm>
            <a:off x="7850842" y="5291367"/>
            <a:ext cx="4180737" cy="757130"/>
            <a:chOff x="7824334" y="5106401"/>
            <a:chExt cx="4180737" cy="757130"/>
          </a:xfrm>
        </p:grpSpPr>
        <p:sp>
          <p:nvSpPr>
            <p:cNvPr id="89" name="TextBox 4">
              <a:extLst>
                <a:ext uri="{FF2B5EF4-FFF2-40B4-BE49-F238E27FC236}">
                  <a16:creationId xmlns:a16="http://schemas.microsoft.com/office/drawing/2014/main" id="{BD2AEDCE-071D-F393-9907-B47F1E27AD73}"/>
                </a:ext>
              </a:extLst>
            </p:cNvPr>
            <p:cNvSpPr txBox="1"/>
            <p:nvPr/>
          </p:nvSpPr>
          <p:spPr>
            <a:xfrm>
              <a:off x="8737615" y="5106401"/>
              <a:ext cx="3267456" cy="757130"/>
            </a:xfrm>
            <a:prstGeom prst="rect">
              <a:avLst/>
            </a:prstGeom>
            <a:noFill/>
          </p:spPr>
          <p:txBody>
            <a:bodyPr wrap="square" rtlCol="0">
              <a:spAutoFit/>
            </a:bodyPr>
            <a:lstStyle/>
            <a:p>
              <a:pPr>
                <a:lnSpc>
                  <a:spcPct val="90000"/>
                </a:lnSpc>
              </a:pPr>
              <a:r>
                <a:rPr lang="fr-FR" sz="1600" b="1">
                  <a:solidFill>
                    <a:schemeClr val="bg1"/>
                  </a:solidFill>
                  <a:latin typeface="Arial" panose="020B0604020202020204" pitchFamily="34" charset="0"/>
                  <a:cs typeface="Arial" panose="020B0604020202020204" pitchFamily="34" charset="0"/>
                </a:rPr>
                <a:t>Les bonnes pratiques: opérationnelles, automatisation et supervision</a:t>
              </a:r>
            </a:p>
          </p:txBody>
        </p:sp>
        <p:grpSp>
          <p:nvGrpSpPr>
            <p:cNvPr id="21" name="Groupe 20">
              <a:extLst>
                <a:ext uri="{FF2B5EF4-FFF2-40B4-BE49-F238E27FC236}">
                  <a16:creationId xmlns:a16="http://schemas.microsoft.com/office/drawing/2014/main" id="{FDEFE14B-94AA-AAF6-8ECE-6A3320237E08}"/>
                </a:ext>
              </a:extLst>
            </p:cNvPr>
            <p:cNvGrpSpPr/>
            <p:nvPr/>
          </p:nvGrpSpPr>
          <p:grpSpPr>
            <a:xfrm>
              <a:off x="7824334" y="5115283"/>
              <a:ext cx="748248" cy="748248"/>
              <a:chOff x="7838379" y="3232305"/>
              <a:chExt cx="748248" cy="748248"/>
            </a:xfrm>
          </p:grpSpPr>
          <p:sp>
            <p:nvSpPr>
              <p:cNvPr id="107" name="Oval 9">
                <a:extLst>
                  <a:ext uri="{FF2B5EF4-FFF2-40B4-BE49-F238E27FC236}">
                    <a16:creationId xmlns:a16="http://schemas.microsoft.com/office/drawing/2014/main" id="{C5308948-F558-9251-35A8-5FDB09A594DE}"/>
                  </a:ext>
                </a:extLst>
              </p:cNvPr>
              <p:cNvSpPr/>
              <p:nvPr/>
            </p:nvSpPr>
            <p:spPr>
              <a:xfrm>
                <a:off x="7838379" y="3232305"/>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1030" name="Picture 6">
                <a:extLst>
                  <a:ext uri="{FF2B5EF4-FFF2-40B4-BE49-F238E27FC236}">
                    <a16:creationId xmlns:a16="http://schemas.microsoft.com/office/drawing/2014/main" id="{C735BD07-C501-C71F-4664-E00CC83A1D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33803" y="3361557"/>
                <a:ext cx="547558" cy="547558"/>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06" name="TextBox 4">
            <a:extLst>
              <a:ext uri="{FF2B5EF4-FFF2-40B4-BE49-F238E27FC236}">
                <a16:creationId xmlns:a16="http://schemas.microsoft.com/office/drawing/2014/main" id="{421883C2-46B3-C680-CB5E-DB262711A576}"/>
              </a:ext>
            </a:extLst>
          </p:cNvPr>
          <p:cNvSpPr txBox="1"/>
          <p:nvPr/>
        </p:nvSpPr>
        <p:spPr>
          <a:xfrm>
            <a:off x="8764123" y="2187615"/>
            <a:ext cx="3077921" cy="313932"/>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Les solutions</a:t>
            </a:r>
          </a:p>
        </p:txBody>
      </p:sp>
      <p:grpSp>
        <p:nvGrpSpPr>
          <p:cNvPr id="5" name="Groupe 4">
            <a:extLst>
              <a:ext uri="{FF2B5EF4-FFF2-40B4-BE49-F238E27FC236}">
                <a16:creationId xmlns:a16="http://schemas.microsoft.com/office/drawing/2014/main" id="{81A0FAFB-7C86-3F86-3F16-4163063656D4}"/>
              </a:ext>
            </a:extLst>
          </p:cNvPr>
          <p:cNvGrpSpPr/>
          <p:nvPr/>
        </p:nvGrpSpPr>
        <p:grpSpPr>
          <a:xfrm>
            <a:off x="7850842" y="1970458"/>
            <a:ext cx="748248" cy="748248"/>
            <a:chOff x="7850842" y="3000752"/>
            <a:chExt cx="748248" cy="748248"/>
          </a:xfrm>
        </p:grpSpPr>
        <p:sp>
          <p:nvSpPr>
            <p:cNvPr id="91" name="Oval 9">
              <a:extLst>
                <a:ext uri="{FF2B5EF4-FFF2-40B4-BE49-F238E27FC236}">
                  <a16:creationId xmlns:a16="http://schemas.microsoft.com/office/drawing/2014/main" id="{F7CCD40C-B8B7-57DC-BAC1-088D70C552BB}"/>
                </a:ext>
              </a:extLst>
            </p:cNvPr>
            <p:cNvSpPr/>
            <p:nvPr/>
          </p:nvSpPr>
          <p:spPr>
            <a:xfrm>
              <a:off x="7850842" y="300075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4" name="Picture 4">
              <a:extLst>
                <a:ext uri="{FF2B5EF4-FFF2-40B4-BE49-F238E27FC236}">
                  <a16:creationId xmlns:a16="http://schemas.microsoft.com/office/drawing/2014/main" id="{4979967E-38D5-0C35-BB29-2C949F8D45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01619" y="3152828"/>
              <a:ext cx="444095" cy="44409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Groupe 10">
            <a:extLst>
              <a:ext uri="{FF2B5EF4-FFF2-40B4-BE49-F238E27FC236}">
                <a16:creationId xmlns:a16="http://schemas.microsoft.com/office/drawing/2014/main" id="{BDDCCAF4-048E-1FF6-CE94-0FDCDD4702B8}"/>
              </a:ext>
            </a:extLst>
          </p:cNvPr>
          <p:cNvGrpSpPr/>
          <p:nvPr/>
        </p:nvGrpSpPr>
        <p:grpSpPr>
          <a:xfrm>
            <a:off x="7840593" y="4184398"/>
            <a:ext cx="4001451" cy="748248"/>
            <a:chOff x="7840593" y="4028032"/>
            <a:chExt cx="3883237" cy="748248"/>
          </a:xfrm>
        </p:grpSpPr>
        <p:sp>
          <p:nvSpPr>
            <p:cNvPr id="88" name="TextBox 4">
              <a:extLst>
                <a:ext uri="{FF2B5EF4-FFF2-40B4-BE49-F238E27FC236}">
                  <a16:creationId xmlns:a16="http://schemas.microsoft.com/office/drawing/2014/main" id="{AB830EFD-BBA7-C992-5182-2816F99401E8}"/>
                </a:ext>
              </a:extLst>
            </p:cNvPr>
            <p:cNvSpPr txBox="1"/>
            <p:nvPr/>
          </p:nvSpPr>
          <p:spPr>
            <a:xfrm>
              <a:off x="8737615" y="4099472"/>
              <a:ext cx="2986215" cy="535531"/>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Les bonnes pratiques de développement </a:t>
              </a:r>
              <a:r>
                <a:rPr lang="fr-FR" sz="1600" err="1">
                  <a:solidFill>
                    <a:schemeClr val="tx1">
                      <a:lumMod val="50000"/>
                      <a:lumOff val="50000"/>
                    </a:schemeClr>
                  </a:solidFill>
                  <a:latin typeface="Arial" panose="020B0604020202020204" pitchFamily="34" charset="0"/>
                  <a:cs typeface="Arial" panose="020B0604020202020204" pitchFamily="34" charset="0"/>
                </a:rPr>
                <a:t>MuleSoft</a:t>
              </a:r>
              <a:endParaRPr lang="fr-FR" sz="1600">
                <a:solidFill>
                  <a:schemeClr val="tx1">
                    <a:lumMod val="50000"/>
                    <a:lumOff val="50000"/>
                  </a:schemeClr>
                </a:solidFill>
                <a:latin typeface="Arial" panose="020B0604020202020204" pitchFamily="34" charset="0"/>
                <a:cs typeface="Arial" panose="020B0604020202020204" pitchFamily="34" charset="0"/>
              </a:endParaRPr>
            </a:p>
          </p:txBody>
        </p:sp>
        <p:grpSp>
          <p:nvGrpSpPr>
            <p:cNvPr id="7" name="Groupe 6">
              <a:extLst>
                <a:ext uri="{FF2B5EF4-FFF2-40B4-BE49-F238E27FC236}">
                  <a16:creationId xmlns:a16="http://schemas.microsoft.com/office/drawing/2014/main" id="{89BB9A87-FF00-34B6-0BE5-08709ED32CEE}"/>
                </a:ext>
              </a:extLst>
            </p:cNvPr>
            <p:cNvGrpSpPr/>
            <p:nvPr/>
          </p:nvGrpSpPr>
          <p:grpSpPr>
            <a:xfrm>
              <a:off x="7840593" y="4028032"/>
              <a:ext cx="748248" cy="748248"/>
              <a:chOff x="7840593" y="4028032"/>
              <a:chExt cx="748248" cy="748248"/>
            </a:xfrm>
          </p:grpSpPr>
          <p:sp>
            <p:nvSpPr>
              <p:cNvPr id="90" name="Oval 9">
                <a:extLst>
                  <a:ext uri="{FF2B5EF4-FFF2-40B4-BE49-F238E27FC236}">
                    <a16:creationId xmlns:a16="http://schemas.microsoft.com/office/drawing/2014/main" id="{8749325B-B88F-7C12-D6B7-F6880E55616C}"/>
                  </a:ext>
                </a:extLst>
              </p:cNvPr>
              <p:cNvSpPr/>
              <p:nvPr/>
            </p:nvSpPr>
            <p:spPr>
              <a:xfrm>
                <a:off x="7840593" y="4028032"/>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 name="Picture 6" descr="MuleSoft Demos">
                <a:extLst>
                  <a:ext uri="{FF2B5EF4-FFF2-40B4-BE49-F238E27FC236}">
                    <a16:creationId xmlns:a16="http://schemas.microsoft.com/office/drawing/2014/main" id="{85B05131-BD78-FE17-DACD-58EB1F68A29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04982" y="4105485"/>
                <a:ext cx="605199" cy="605199"/>
              </a:xfrm>
              <a:prstGeom prst="ellipse">
                <a:avLst/>
              </a:prstGeom>
              <a:ln>
                <a:noFill/>
              </a:ln>
              <a:effectLst/>
              <a:extLst>
                <a:ext uri="{909E8E84-426E-40DD-AFC4-6F175D3DCCD1}">
                  <a14:hiddenFill xmlns:a14="http://schemas.microsoft.com/office/drawing/2010/main">
                    <a:solidFill>
                      <a:srgbClr val="FFFFFF"/>
                    </a:solidFill>
                  </a14:hiddenFill>
                </a:ext>
              </a:extLst>
            </p:spPr>
          </p:pic>
        </p:grpSp>
      </p:grpSp>
      <p:grpSp>
        <p:nvGrpSpPr>
          <p:cNvPr id="29" name="Groupe 28">
            <a:extLst>
              <a:ext uri="{FF2B5EF4-FFF2-40B4-BE49-F238E27FC236}">
                <a16:creationId xmlns:a16="http://schemas.microsoft.com/office/drawing/2014/main" id="{247C108B-85BF-3536-D34C-888C1DE6E4C2}"/>
              </a:ext>
            </a:extLst>
          </p:cNvPr>
          <p:cNvGrpSpPr/>
          <p:nvPr/>
        </p:nvGrpSpPr>
        <p:grpSpPr>
          <a:xfrm>
            <a:off x="7840593" y="3077428"/>
            <a:ext cx="3493451" cy="748248"/>
            <a:chOff x="7840593" y="3418988"/>
            <a:chExt cx="3662785" cy="748248"/>
          </a:xfrm>
        </p:grpSpPr>
        <p:grpSp>
          <p:nvGrpSpPr>
            <p:cNvPr id="3" name="Groupe 2">
              <a:extLst>
                <a:ext uri="{FF2B5EF4-FFF2-40B4-BE49-F238E27FC236}">
                  <a16:creationId xmlns:a16="http://schemas.microsoft.com/office/drawing/2014/main" id="{EC985641-C563-C925-0049-FB751D040C1D}"/>
                </a:ext>
              </a:extLst>
            </p:cNvPr>
            <p:cNvGrpSpPr/>
            <p:nvPr/>
          </p:nvGrpSpPr>
          <p:grpSpPr>
            <a:xfrm>
              <a:off x="7840593" y="3418988"/>
              <a:ext cx="748248" cy="748248"/>
              <a:chOff x="7840593" y="1956699"/>
              <a:chExt cx="748248" cy="748248"/>
            </a:xfrm>
          </p:grpSpPr>
          <p:sp>
            <p:nvSpPr>
              <p:cNvPr id="26" name="Oval 9">
                <a:extLst>
                  <a:ext uri="{FF2B5EF4-FFF2-40B4-BE49-F238E27FC236}">
                    <a16:creationId xmlns:a16="http://schemas.microsoft.com/office/drawing/2014/main" id="{77A9650D-156B-7F57-4DCB-E1FFF42EC093}"/>
                  </a:ext>
                </a:extLst>
              </p:cNvPr>
              <p:cNvSpPr/>
              <p:nvPr/>
            </p:nvSpPr>
            <p:spPr>
              <a:xfrm>
                <a:off x="7840593" y="1956699"/>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2" name="Picture 2">
                <a:extLst>
                  <a:ext uri="{FF2B5EF4-FFF2-40B4-BE49-F238E27FC236}">
                    <a16:creationId xmlns:a16="http://schemas.microsoft.com/office/drawing/2014/main" id="{9320CE04-5CB6-DC6F-9A82-63E80F30824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56649" y="2090120"/>
                <a:ext cx="508469" cy="508469"/>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TextBox 4">
              <a:extLst>
                <a:ext uri="{FF2B5EF4-FFF2-40B4-BE49-F238E27FC236}">
                  <a16:creationId xmlns:a16="http://schemas.microsoft.com/office/drawing/2014/main" id="{20C83A1C-78D2-ACA9-3101-BC4DF94C21C6}"/>
                </a:ext>
              </a:extLst>
            </p:cNvPr>
            <p:cNvSpPr txBox="1"/>
            <p:nvPr/>
          </p:nvSpPr>
          <p:spPr>
            <a:xfrm>
              <a:off x="8764125" y="3531058"/>
              <a:ext cx="2739253" cy="535531"/>
            </a:xfrm>
            <a:prstGeom prst="rect">
              <a:avLst/>
            </a:prstGeom>
            <a:noFill/>
          </p:spPr>
          <p:txBody>
            <a:bodyPr wrap="square" rtlCol="0">
              <a:spAutoFit/>
            </a:bodyPr>
            <a:lstStyle/>
            <a:p>
              <a:pPr>
                <a:lnSpc>
                  <a:spcPct val="90000"/>
                </a:lnSpc>
              </a:pPr>
              <a:r>
                <a:rPr lang="fr-FR" sz="1600">
                  <a:solidFill>
                    <a:schemeClr val="tx1">
                      <a:lumMod val="50000"/>
                      <a:lumOff val="50000"/>
                    </a:schemeClr>
                  </a:solidFill>
                  <a:latin typeface="Arial" panose="020B0604020202020204" pitchFamily="34" charset="0"/>
                  <a:cs typeface="Arial" panose="020B0604020202020204" pitchFamily="34" charset="0"/>
                </a:rPr>
                <a:t>Patterns &amp; Arbres de décision</a:t>
              </a:r>
            </a:p>
          </p:txBody>
        </p:sp>
      </p:grpSp>
      <p:pic>
        <p:nvPicPr>
          <p:cNvPr id="18" name="Picture 2">
            <a:extLst>
              <a:ext uri="{FF2B5EF4-FFF2-40B4-BE49-F238E27FC236}">
                <a16:creationId xmlns:a16="http://schemas.microsoft.com/office/drawing/2014/main" id="{6037A4C1-0E5A-46A6-00B1-073CCA8994C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95857" y="5885939"/>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30850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2" descr="DevOps : tout ce qu'il y a à savoir">
            <a:extLst>
              <a:ext uri="{FF2B5EF4-FFF2-40B4-BE49-F238E27FC236}">
                <a16:creationId xmlns:a16="http://schemas.microsoft.com/office/drawing/2014/main" id="{BE8259D0-0923-7771-4609-2856F03A40E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642" t="29095" r="7416" b="8479"/>
          <a:stretch/>
        </p:blipFill>
        <p:spPr bwMode="auto">
          <a:xfrm rot="5400000" flipV="1">
            <a:off x="3285228" y="1941369"/>
            <a:ext cx="6863721" cy="2980988"/>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42477" y="-2"/>
            <a:ext cx="2980989"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3D206E94-5069-288D-C38F-B1B8315C3622}"/>
              </a:ext>
            </a:extLst>
          </p:cNvPr>
          <p:cNvSpPr/>
          <p:nvPr/>
        </p:nvSpPr>
        <p:spPr>
          <a:xfrm>
            <a:off x="0" y="2410889"/>
            <a:ext cx="5150050"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dirty="0">
                <a:solidFill>
                  <a:schemeClr val="bg1"/>
                </a:solidFill>
                <a:latin typeface="Arial" panose="020B0604020202020204" pitchFamily="34" charset="0"/>
                <a:ea typeface="Arial Black" charset="0"/>
                <a:cs typeface="Arial" panose="020B0604020202020204" pitchFamily="34" charset="0"/>
              </a:rPr>
              <a:t>Les bonnes pratiques : opérationnelles, automatisation et supervision</a:t>
            </a:r>
          </a:p>
        </p:txBody>
      </p:sp>
      <p:sp>
        <p:nvSpPr>
          <p:cNvPr id="6" name="Rectangle 5">
            <a:extLst>
              <a:ext uri="{FF2B5EF4-FFF2-40B4-BE49-F238E27FC236}">
                <a16:creationId xmlns:a16="http://schemas.microsoft.com/office/drawing/2014/main" id="{58DA52A3-FBAE-49B2-F972-3DAC29D16A36}"/>
              </a:ext>
            </a:extLst>
          </p:cNvPr>
          <p:cNvSpPr/>
          <p:nvPr/>
        </p:nvSpPr>
        <p:spPr>
          <a:xfrm>
            <a:off x="4988435" y="2410889"/>
            <a:ext cx="238158" cy="1929355"/>
          </a:xfrm>
          <a:prstGeom prst="rect">
            <a:avLst/>
          </a:prstGeom>
          <a:solidFill>
            <a:schemeClr val="accent5">
              <a:alpha val="8247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7BB83A"/>
              </a:solidFill>
              <a:effectLst/>
              <a:uLnTx/>
              <a:uFillTx/>
              <a:latin typeface="Arial"/>
              <a:ea typeface="+mn-ea"/>
              <a:cs typeface="+mn-cs"/>
            </a:endParaRPr>
          </a:p>
        </p:txBody>
      </p:sp>
      <p:grpSp>
        <p:nvGrpSpPr>
          <p:cNvPr id="20" name="Groupe 19">
            <a:extLst>
              <a:ext uri="{FF2B5EF4-FFF2-40B4-BE49-F238E27FC236}">
                <a16:creationId xmlns:a16="http://schemas.microsoft.com/office/drawing/2014/main" id="{9E92277F-62D1-96F2-18A9-0B0D0380F58D}"/>
              </a:ext>
            </a:extLst>
          </p:cNvPr>
          <p:cNvGrpSpPr/>
          <p:nvPr/>
        </p:nvGrpSpPr>
        <p:grpSpPr>
          <a:xfrm>
            <a:off x="59059" y="3054876"/>
            <a:ext cx="748248" cy="748248"/>
            <a:chOff x="7838379" y="3232305"/>
            <a:chExt cx="748248" cy="748248"/>
          </a:xfrm>
        </p:grpSpPr>
        <p:sp>
          <p:nvSpPr>
            <p:cNvPr id="21" name="Oval 9">
              <a:extLst>
                <a:ext uri="{FF2B5EF4-FFF2-40B4-BE49-F238E27FC236}">
                  <a16:creationId xmlns:a16="http://schemas.microsoft.com/office/drawing/2014/main" id="{BFE761A1-876D-C7F4-85AE-CBFE6F857E44}"/>
                </a:ext>
              </a:extLst>
            </p:cNvPr>
            <p:cNvSpPr/>
            <p:nvPr/>
          </p:nvSpPr>
          <p:spPr>
            <a:xfrm>
              <a:off x="7838379" y="3232305"/>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22" name="Picture 6">
              <a:extLst>
                <a:ext uri="{FF2B5EF4-FFF2-40B4-BE49-F238E27FC236}">
                  <a16:creationId xmlns:a16="http://schemas.microsoft.com/office/drawing/2014/main" id="{DCF15EE0-61D2-62EA-4887-971FF075FA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33803" y="3361557"/>
              <a:ext cx="547558" cy="547558"/>
            </a:xfrm>
            <a:prstGeom prst="rect">
              <a:avLst/>
            </a:prstGeom>
            <a:noFill/>
            <a:extLst>
              <a:ext uri="{909E8E84-426E-40DD-AFC4-6F175D3DCCD1}">
                <a14:hiddenFill xmlns:a14="http://schemas.microsoft.com/office/drawing/2010/main">
                  <a:solidFill>
                    <a:srgbClr val="FFFFFF"/>
                  </a:solidFill>
                </a14:hiddenFill>
              </a:ext>
            </a:extLst>
          </p:spPr>
        </p:pic>
      </p:grpSp>
      <p:sp>
        <p:nvSpPr>
          <p:cNvPr id="43" name="TextBox 4">
            <a:extLst>
              <a:ext uri="{FF2B5EF4-FFF2-40B4-BE49-F238E27FC236}">
                <a16:creationId xmlns:a16="http://schemas.microsoft.com/office/drawing/2014/main" id="{4CBE16C0-27B2-B45E-CDC6-717AD0BA8C0A}"/>
              </a:ext>
            </a:extLst>
          </p:cNvPr>
          <p:cNvSpPr txBox="1"/>
          <p:nvPr/>
        </p:nvSpPr>
        <p:spPr>
          <a:xfrm>
            <a:off x="8737615" y="4798962"/>
            <a:ext cx="2986214" cy="313932"/>
          </a:xfrm>
          <a:prstGeom prst="rect">
            <a:avLst/>
          </a:prstGeom>
          <a:noFill/>
        </p:spPr>
        <p:txBody>
          <a:bodyPr wrap="square" rtlCol="0">
            <a:spAutoFit/>
          </a:bodyPr>
          <a:lstStyle/>
          <a:p>
            <a:pPr>
              <a:lnSpc>
                <a:spcPct val="90000"/>
              </a:lnSpc>
            </a:pPr>
            <a:r>
              <a:rPr lang="fr-FR" sz="1600" dirty="0">
                <a:solidFill>
                  <a:schemeClr val="tx1">
                    <a:lumMod val="50000"/>
                    <a:lumOff val="50000"/>
                  </a:schemeClr>
                </a:solidFill>
                <a:latin typeface="Arial" panose="020B0604020202020204" pitchFamily="34" charset="0"/>
                <a:cs typeface="Arial" panose="020B0604020202020204" pitchFamily="34" charset="0"/>
              </a:rPr>
              <a:t>Supervision et indicateurs</a:t>
            </a:r>
          </a:p>
        </p:txBody>
      </p:sp>
      <p:grpSp>
        <p:nvGrpSpPr>
          <p:cNvPr id="44" name="Groupe 43">
            <a:extLst>
              <a:ext uri="{FF2B5EF4-FFF2-40B4-BE49-F238E27FC236}">
                <a16:creationId xmlns:a16="http://schemas.microsoft.com/office/drawing/2014/main" id="{FF1FF397-A9E2-2775-09CB-74834EEAB80C}"/>
              </a:ext>
            </a:extLst>
          </p:cNvPr>
          <p:cNvGrpSpPr/>
          <p:nvPr/>
        </p:nvGrpSpPr>
        <p:grpSpPr>
          <a:xfrm>
            <a:off x="7883583" y="4632583"/>
            <a:ext cx="648000" cy="648000"/>
            <a:chOff x="7880947" y="4785313"/>
            <a:chExt cx="648000" cy="648000"/>
          </a:xfrm>
        </p:grpSpPr>
        <p:sp>
          <p:nvSpPr>
            <p:cNvPr id="45" name="Oval 9">
              <a:extLst>
                <a:ext uri="{FF2B5EF4-FFF2-40B4-BE49-F238E27FC236}">
                  <a16:creationId xmlns:a16="http://schemas.microsoft.com/office/drawing/2014/main" id="{BFF5FF88-14B6-E941-C652-A4B318CD31EA}"/>
                </a:ext>
              </a:extLst>
            </p:cNvPr>
            <p:cNvSpPr/>
            <p:nvPr/>
          </p:nvSpPr>
          <p:spPr>
            <a:xfrm>
              <a:off x="7880947" y="478531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46" name="Picture 6" descr="Benchmark measure icon in flat style. Dashboard rating vector illustration  on white isolated background. Progress service business concept. Stock  Vector | Adobe Stock">
              <a:extLst>
                <a:ext uri="{FF2B5EF4-FFF2-40B4-BE49-F238E27FC236}">
                  <a16:creationId xmlns:a16="http://schemas.microsoft.com/office/drawing/2014/main" id="{14BF1849-107F-7B0B-B68B-2885A9F17B9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1720" t="20298" r="10953" b="21027"/>
            <a:stretch/>
          </p:blipFill>
          <p:spPr bwMode="auto">
            <a:xfrm>
              <a:off x="7928042" y="4900958"/>
              <a:ext cx="547465" cy="415401"/>
            </a:xfrm>
            <a:prstGeom prst="roundRect">
              <a:avLst>
                <a:gd name="adj" fmla="val 36791"/>
              </a:avLst>
            </a:prstGeom>
            <a:noFill/>
            <a:extLst>
              <a:ext uri="{909E8E84-426E-40DD-AFC4-6F175D3DCCD1}">
                <a14:hiddenFill xmlns:a14="http://schemas.microsoft.com/office/drawing/2010/main">
                  <a:solidFill>
                    <a:srgbClr val="FFFFFF"/>
                  </a:solidFill>
                </a14:hiddenFill>
              </a:ext>
            </a:extLst>
          </p:spPr>
        </p:pic>
      </p:grpSp>
      <p:grpSp>
        <p:nvGrpSpPr>
          <p:cNvPr id="47" name="Groupe 46">
            <a:extLst>
              <a:ext uri="{FF2B5EF4-FFF2-40B4-BE49-F238E27FC236}">
                <a16:creationId xmlns:a16="http://schemas.microsoft.com/office/drawing/2014/main" id="{FC9CBFDD-C1BA-A253-6207-B09D3ECE82DE}"/>
              </a:ext>
            </a:extLst>
          </p:cNvPr>
          <p:cNvGrpSpPr/>
          <p:nvPr/>
        </p:nvGrpSpPr>
        <p:grpSpPr>
          <a:xfrm>
            <a:off x="7899486" y="1577418"/>
            <a:ext cx="648000" cy="648000"/>
            <a:chOff x="7899486" y="1003866"/>
            <a:chExt cx="648000" cy="648000"/>
          </a:xfrm>
        </p:grpSpPr>
        <p:sp>
          <p:nvSpPr>
            <p:cNvPr id="48" name="Oval 9">
              <a:extLst>
                <a:ext uri="{FF2B5EF4-FFF2-40B4-BE49-F238E27FC236}">
                  <a16:creationId xmlns:a16="http://schemas.microsoft.com/office/drawing/2014/main" id="{538242C2-8E4D-3698-8138-A3A61E9EF962}"/>
                </a:ext>
              </a:extLst>
            </p:cNvPr>
            <p:cNvSpPr/>
            <p:nvPr/>
          </p:nvSpPr>
          <p:spPr>
            <a:xfrm>
              <a:off x="7899486" y="1003866"/>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49" name="Picture 6" descr="Api, management, cog, gear, website icon - Download on Iconfinder">
              <a:extLst>
                <a:ext uri="{FF2B5EF4-FFF2-40B4-BE49-F238E27FC236}">
                  <a16:creationId xmlns:a16="http://schemas.microsoft.com/office/drawing/2014/main" id="{36DF8DED-A988-E83F-62B6-B9CEE1AC604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39250" y="1138224"/>
              <a:ext cx="444673" cy="455485"/>
            </a:xfrm>
            <a:prstGeom prst="rect">
              <a:avLst/>
            </a:prstGeom>
            <a:noFill/>
            <a:extLst>
              <a:ext uri="{909E8E84-426E-40DD-AFC4-6F175D3DCCD1}">
                <a14:hiddenFill xmlns:a14="http://schemas.microsoft.com/office/drawing/2010/main">
                  <a:solidFill>
                    <a:srgbClr val="FFFFFF"/>
                  </a:solidFill>
                </a14:hiddenFill>
              </a:ext>
            </a:extLst>
          </p:spPr>
        </p:pic>
      </p:grpSp>
      <p:sp>
        <p:nvSpPr>
          <p:cNvPr id="50" name="TextBox 4">
            <a:extLst>
              <a:ext uri="{FF2B5EF4-FFF2-40B4-BE49-F238E27FC236}">
                <a16:creationId xmlns:a16="http://schemas.microsoft.com/office/drawing/2014/main" id="{A2BB427A-3D41-E260-30C3-AB6C0EFD419A}"/>
              </a:ext>
            </a:extLst>
          </p:cNvPr>
          <p:cNvSpPr txBox="1"/>
          <p:nvPr/>
        </p:nvSpPr>
        <p:spPr>
          <a:xfrm>
            <a:off x="8737615" y="1744452"/>
            <a:ext cx="2986214" cy="313932"/>
          </a:xfrm>
          <a:prstGeom prst="rect">
            <a:avLst/>
          </a:prstGeom>
          <a:noFill/>
        </p:spPr>
        <p:txBody>
          <a:bodyPr wrap="square" rtlCol="0">
            <a:spAutoFit/>
          </a:bodyPr>
          <a:lstStyle/>
          <a:p>
            <a:pPr>
              <a:lnSpc>
                <a:spcPct val="90000"/>
              </a:lnSpc>
            </a:pPr>
            <a:r>
              <a:rPr lang="fr-FR" sz="1600" b="1" dirty="0">
                <a:solidFill>
                  <a:schemeClr val="bg1"/>
                </a:solidFill>
                <a:latin typeface="Arial" panose="020B0604020202020204" pitchFamily="34" charset="0"/>
                <a:cs typeface="Arial" panose="020B0604020202020204" pitchFamily="34" charset="0"/>
              </a:rPr>
              <a:t>Opérationnelle</a:t>
            </a:r>
          </a:p>
        </p:txBody>
      </p:sp>
      <p:grpSp>
        <p:nvGrpSpPr>
          <p:cNvPr id="51" name="Groupe 50">
            <a:extLst>
              <a:ext uri="{FF2B5EF4-FFF2-40B4-BE49-F238E27FC236}">
                <a16:creationId xmlns:a16="http://schemas.microsoft.com/office/drawing/2014/main" id="{86C17254-2701-5BA8-1C18-ED4CB609CEE2}"/>
              </a:ext>
            </a:extLst>
          </p:cNvPr>
          <p:cNvGrpSpPr/>
          <p:nvPr/>
        </p:nvGrpSpPr>
        <p:grpSpPr>
          <a:xfrm>
            <a:off x="7921161" y="3105001"/>
            <a:ext cx="648000" cy="648000"/>
            <a:chOff x="7880947" y="4366213"/>
            <a:chExt cx="648000" cy="648000"/>
          </a:xfrm>
        </p:grpSpPr>
        <p:sp>
          <p:nvSpPr>
            <p:cNvPr id="52" name="Oval 9">
              <a:extLst>
                <a:ext uri="{FF2B5EF4-FFF2-40B4-BE49-F238E27FC236}">
                  <a16:creationId xmlns:a16="http://schemas.microsoft.com/office/drawing/2014/main" id="{3CA61DEE-0933-5036-C001-D78E24022911}"/>
                </a:ext>
              </a:extLst>
            </p:cNvPr>
            <p:cNvSpPr/>
            <p:nvPr/>
          </p:nvSpPr>
          <p:spPr>
            <a:xfrm>
              <a:off x="7880947" y="436621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53" name="Picture 6" descr="Automatisation - Icônes entreprise gratuites">
              <a:extLst>
                <a:ext uri="{FF2B5EF4-FFF2-40B4-BE49-F238E27FC236}">
                  <a16:creationId xmlns:a16="http://schemas.microsoft.com/office/drawing/2014/main" id="{45126BB5-0D96-A969-DF84-2A88DD80AC2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90357" y="4485374"/>
              <a:ext cx="476330" cy="476330"/>
            </a:xfrm>
            <a:prstGeom prst="rect">
              <a:avLst/>
            </a:prstGeom>
            <a:noFill/>
            <a:extLst>
              <a:ext uri="{909E8E84-426E-40DD-AFC4-6F175D3DCCD1}">
                <a14:hiddenFill xmlns:a14="http://schemas.microsoft.com/office/drawing/2010/main">
                  <a:solidFill>
                    <a:srgbClr val="FFFFFF"/>
                  </a:solidFill>
                </a14:hiddenFill>
              </a:ext>
            </a:extLst>
          </p:spPr>
        </p:pic>
      </p:grpSp>
      <p:sp>
        <p:nvSpPr>
          <p:cNvPr id="54" name="TextBox 4">
            <a:extLst>
              <a:ext uri="{FF2B5EF4-FFF2-40B4-BE49-F238E27FC236}">
                <a16:creationId xmlns:a16="http://schemas.microsoft.com/office/drawing/2014/main" id="{539BFCD3-3A31-925E-C2E8-0215E3D9B994}"/>
              </a:ext>
            </a:extLst>
          </p:cNvPr>
          <p:cNvSpPr txBox="1"/>
          <p:nvPr/>
        </p:nvSpPr>
        <p:spPr>
          <a:xfrm>
            <a:off x="8777829" y="3272035"/>
            <a:ext cx="3200386" cy="31393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rtlCol="0">
            <a:spAutoFit/>
          </a:bodyPr>
          <a:lstStyle/>
          <a:p>
            <a:pPr>
              <a:lnSpc>
                <a:spcPct val="90000"/>
              </a:lnSpc>
            </a:pPr>
            <a:r>
              <a:rPr lang="fr-FR" sz="1600" dirty="0">
                <a:solidFill>
                  <a:schemeClr val="tx1">
                    <a:lumMod val="50000"/>
                    <a:lumOff val="50000"/>
                  </a:schemeClr>
                </a:solidFill>
                <a:latin typeface="Arial" panose="020B0604020202020204" pitchFamily="34" charset="0"/>
                <a:cs typeface="Arial" panose="020B0604020202020204" pitchFamily="34" charset="0"/>
              </a:rPr>
              <a:t>Automatisation</a:t>
            </a:r>
          </a:p>
        </p:txBody>
      </p:sp>
      <p:pic>
        <p:nvPicPr>
          <p:cNvPr id="55" name="Picture 2">
            <a:extLst>
              <a:ext uri="{FF2B5EF4-FFF2-40B4-BE49-F238E27FC236}">
                <a16:creationId xmlns:a16="http://schemas.microsoft.com/office/drawing/2014/main" id="{0AD70965-CCC6-AE55-5DA8-1EB8B9B864C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9140" y="2094248"/>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3972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05021F1E-0834-3060-9697-44426CF0C4F9}"/>
              </a:ext>
            </a:extLst>
          </p:cNvPr>
          <p:cNvSpPr txBox="1"/>
          <p:nvPr/>
        </p:nvSpPr>
        <p:spPr>
          <a:xfrm>
            <a:off x="337932" y="1325486"/>
            <a:ext cx="11433654" cy="830997"/>
          </a:xfrm>
          <a:prstGeom prst="rect">
            <a:avLst/>
          </a:prstGeom>
          <a:noFill/>
        </p:spPr>
        <p:txBody>
          <a:bodyPr wrap="square" rtlCol="0">
            <a:spAutoFit/>
          </a:bodyPr>
          <a:lstStyle/>
          <a:p>
            <a:r>
              <a:rPr lang="fr-FR" sz="2400">
                <a:latin typeface="Arial" panose="020B0604020202020204" pitchFamily="34" charset="0"/>
                <a:cs typeface="Arial" panose="020B0604020202020204" pitchFamily="34" charset="0"/>
              </a:rPr>
              <a:t>Dans une approche opérationnelle, il est nécessaire de contrôler le bon respect des bonnes pratiques de :</a:t>
            </a:r>
          </a:p>
        </p:txBody>
      </p:sp>
      <p:graphicFrame>
        <p:nvGraphicFramePr>
          <p:cNvPr id="3" name="Diagramme 2">
            <a:extLst>
              <a:ext uri="{FF2B5EF4-FFF2-40B4-BE49-F238E27FC236}">
                <a16:creationId xmlns:a16="http://schemas.microsoft.com/office/drawing/2014/main" id="{9B7BBA79-E790-5BF6-A9D5-80A371A83CD7}"/>
              </a:ext>
            </a:extLst>
          </p:cNvPr>
          <p:cNvGraphicFramePr/>
          <p:nvPr/>
        </p:nvGraphicFramePr>
        <p:xfrm>
          <a:off x="1990759" y="2489982"/>
          <a:ext cx="8128000" cy="38454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Espace réservé du texte 1">
            <a:extLst>
              <a:ext uri="{FF2B5EF4-FFF2-40B4-BE49-F238E27FC236}">
                <a16:creationId xmlns:a16="http://schemas.microsoft.com/office/drawing/2014/main" id="{16C13B3F-B4BE-DBBC-E95D-20E8D0865F92}"/>
              </a:ext>
            </a:extLst>
          </p:cNvPr>
          <p:cNvSpPr txBox="1">
            <a:spLocks/>
          </p:cNvSpPr>
          <p:nvPr/>
        </p:nvSpPr>
        <p:spPr>
          <a:xfrm>
            <a:off x="337933" y="455957"/>
            <a:ext cx="11433652" cy="358691"/>
          </a:xfrm>
          <a:prstGeom prst="rect">
            <a:avLst/>
          </a:prstGeom>
        </p:spPr>
        <p:txBody>
          <a:bodyPr anchor="t" anchorCtr="0"/>
          <a:lstStyle>
            <a:lvl1pPr marL="0" indent="0" algn="l" defTabSz="914400" rtl="0" eaLnBrk="1" latinLnBrk="0" hangingPunct="1">
              <a:lnSpc>
                <a:spcPct val="90000"/>
              </a:lnSpc>
              <a:spcBef>
                <a:spcPts val="1000"/>
              </a:spcBef>
              <a:buFont typeface="Arial" panose="020B0604020202020204" pitchFamily="34" charset="0"/>
              <a:buNone/>
              <a:defRPr sz="2400" b="1" kern="1200" cap="all" spc="-150" baseline="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200" dirty="0"/>
              <a:t>LES BONNES PRATIQUES Opérationnelles</a:t>
            </a:r>
          </a:p>
        </p:txBody>
      </p:sp>
      <p:sp>
        <p:nvSpPr>
          <p:cNvPr id="16" name="Espace réservé du texte 4">
            <a:extLst>
              <a:ext uri="{FF2B5EF4-FFF2-40B4-BE49-F238E27FC236}">
                <a16:creationId xmlns:a16="http://schemas.microsoft.com/office/drawing/2014/main" id="{8D2EEF55-13F5-FF56-FCAC-C4E27B639590}"/>
              </a:ext>
            </a:extLst>
          </p:cNvPr>
          <p:cNvSpPr>
            <a:spLocks noGrp="1"/>
          </p:cNvSpPr>
          <p:nvPr>
            <p:ph type="body" sz="quarter" idx="35"/>
          </p:nvPr>
        </p:nvSpPr>
        <p:spPr>
          <a:xfrm>
            <a:off x="337931" y="814648"/>
            <a:ext cx="11433654" cy="273879"/>
          </a:xfrm>
        </p:spPr>
        <p:txBody>
          <a:bodyPr/>
          <a:lstStyle/>
          <a:p>
            <a:r>
              <a:rPr lang="fr-FR" sz="1600" b="0" dirty="0"/>
              <a:t>Introduction</a:t>
            </a:r>
          </a:p>
        </p:txBody>
      </p:sp>
    </p:spTree>
    <p:extLst>
      <p:ext uri="{BB962C8B-B14F-4D97-AF65-F5344CB8AC3E}">
        <p14:creationId xmlns:p14="http://schemas.microsoft.com/office/powerpoint/2010/main" val="561978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égende : flèche courbée à une bordure 9">
            <a:extLst>
              <a:ext uri="{FF2B5EF4-FFF2-40B4-BE49-F238E27FC236}">
                <a16:creationId xmlns:a16="http://schemas.microsoft.com/office/drawing/2014/main" id="{7176C719-C781-1E33-D81C-D3837A180136}"/>
              </a:ext>
            </a:extLst>
          </p:cNvPr>
          <p:cNvSpPr/>
          <p:nvPr/>
        </p:nvSpPr>
        <p:spPr>
          <a:xfrm>
            <a:off x="8602214" y="3867214"/>
            <a:ext cx="3589786" cy="739433"/>
          </a:xfrm>
          <a:prstGeom prst="accentCallout2">
            <a:avLst>
              <a:gd name="adj1" fmla="val 19193"/>
              <a:gd name="adj2" fmla="val -1082"/>
              <a:gd name="adj3" fmla="val 18750"/>
              <a:gd name="adj4" fmla="val -10771"/>
              <a:gd name="adj5" fmla="val 109952"/>
              <a:gd name="adj6" fmla="val -2729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r>
              <a:rPr lang="fr-FR" sz="1100" dirty="0">
                <a:solidFill>
                  <a:schemeClr val="tx1"/>
                </a:solidFill>
              </a:rPr>
              <a:t>URL type : </a:t>
            </a:r>
            <a:r>
              <a:rPr lang="fr-FR" sz="1100" i="1" dirty="0">
                <a:solidFill>
                  <a:srgbClr val="FF0000"/>
                </a:solidFill>
              </a:rPr>
              <a:t>api.&lt;host&gt;/&lt;</a:t>
            </a:r>
            <a:r>
              <a:rPr lang="fr-FR" sz="1100" i="1" dirty="0" err="1">
                <a:solidFill>
                  <a:srgbClr val="FF0000"/>
                </a:solidFill>
              </a:rPr>
              <a:t>domaineFonctionnelPrincipal</a:t>
            </a:r>
            <a:r>
              <a:rPr lang="fr-FR" sz="1100" i="1" dirty="0">
                <a:solidFill>
                  <a:srgbClr val="FF0000"/>
                </a:solidFill>
              </a:rPr>
              <a:t>&gt;/ [&lt;sous-domaine&gt;]/&lt;version&gt;/&lt;ressource&gt;</a:t>
            </a:r>
          </a:p>
          <a:p>
            <a:pPr marL="0" lvl="1"/>
            <a:r>
              <a:rPr lang="fr-FR" sz="1100" dirty="0">
                <a:solidFill>
                  <a:schemeClr val="tx1"/>
                </a:solidFill>
                <a:latin typeface="Arial" panose="020B0604020202020204" pitchFamily="34" charset="0"/>
                <a:cs typeface="Arial" panose="020B0604020202020204" pitchFamily="34" charset="0"/>
              </a:rPr>
              <a:t>Exemple : </a:t>
            </a:r>
            <a:r>
              <a:rPr lang="fr-FR" sz="1100" dirty="0">
                <a:solidFill>
                  <a:schemeClr val="tx1"/>
                </a:solidFill>
                <a:latin typeface="Courier New" panose="02070309020205020404" pitchFamily="49" charset="0"/>
              </a:rPr>
              <a:t>https://api.example.com/dom-orders-api/v1/users</a:t>
            </a:r>
            <a:endParaRPr lang="fr-FR" sz="1100" dirty="0">
              <a:solidFill>
                <a:schemeClr val="tx1"/>
              </a:solidFill>
              <a:effectLst/>
              <a:latin typeface="Arial" panose="020B0604020202020204" pitchFamily="34" charset="0"/>
              <a:cs typeface="Arial" panose="020B0604020202020204" pitchFamily="34" charset="0"/>
            </a:endParaRPr>
          </a:p>
        </p:txBody>
      </p:sp>
      <p:sp>
        <p:nvSpPr>
          <p:cNvPr id="11" name="Légende : flèche courbée à une bordure 10">
            <a:extLst>
              <a:ext uri="{FF2B5EF4-FFF2-40B4-BE49-F238E27FC236}">
                <a16:creationId xmlns:a16="http://schemas.microsoft.com/office/drawing/2014/main" id="{699CC250-24E2-C53C-0DC8-CCA3626146E1}"/>
              </a:ext>
            </a:extLst>
          </p:cNvPr>
          <p:cNvSpPr/>
          <p:nvPr/>
        </p:nvSpPr>
        <p:spPr>
          <a:xfrm>
            <a:off x="8602214" y="4872826"/>
            <a:ext cx="3589786" cy="835271"/>
          </a:xfrm>
          <a:prstGeom prst="accentCallout2">
            <a:avLst>
              <a:gd name="adj1" fmla="val 19193"/>
              <a:gd name="adj2" fmla="val -1082"/>
              <a:gd name="adj3" fmla="val 18750"/>
              <a:gd name="adj4" fmla="val -10771"/>
              <a:gd name="adj5" fmla="val 83442"/>
              <a:gd name="adj6" fmla="val -2639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r>
              <a:rPr lang="fr-FR" sz="1100" dirty="0">
                <a:solidFill>
                  <a:schemeClr val="tx1"/>
                </a:solidFill>
              </a:rPr>
              <a:t>Vérifier que les </a:t>
            </a:r>
            <a:r>
              <a:rPr lang="fr-FR" sz="1100" dirty="0" err="1">
                <a:solidFill>
                  <a:schemeClr val="tx1"/>
                </a:solidFill>
              </a:rPr>
              <a:t>paths</a:t>
            </a:r>
            <a:r>
              <a:rPr lang="fr-FR" sz="1100" dirty="0">
                <a:solidFill>
                  <a:schemeClr val="tx1"/>
                </a:solidFill>
              </a:rPr>
              <a:t> ne contiennent que des ressources. </a:t>
            </a:r>
          </a:p>
          <a:p>
            <a:pPr marL="171450" lvl="1" indent="-171450">
              <a:buFont typeface="Arial" panose="020B0604020202020204" pitchFamily="34" charset="0"/>
              <a:buChar char="•"/>
            </a:pPr>
            <a:r>
              <a:rPr lang="fr-FR" sz="1100">
                <a:solidFill>
                  <a:schemeClr val="tx1"/>
                </a:solidFill>
                <a:latin typeface="Arial" panose="020B0604020202020204" pitchFamily="34" charset="0"/>
                <a:cs typeface="Arial" panose="020B0604020202020204" pitchFamily="34" charset="0"/>
              </a:rPr>
              <a:t>…/</a:t>
            </a:r>
            <a:r>
              <a:rPr lang="fr-FR" sz="1100" err="1">
                <a:solidFill>
                  <a:schemeClr val="tx1"/>
                </a:solidFill>
                <a:latin typeface="Arial" panose="020B0604020202020204" pitchFamily="34" charset="0"/>
                <a:cs typeface="Arial" panose="020B0604020202020204" pitchFamily="34" charset="0"/>
              </a:rPr>
              <a:t>users</a:t>
            </a:r>
            <a:endParaRPr lang="fr-FR" sz="1100" dirty="0">
              <a:solidFill>
                <a:schemeClr val="tx1"/>
              </a:solidFill>
              <a:latin typeface="Arial" panose="020B0604020202020204" pitchFamily="34" charset="0"/>
              <a:cs typeface="Arial" panose="020B0604020202020204" pitchFamily="34" charset="0"/>
            </a:endParaRPr>
          </a:p>
          <a:p>
            <a:pPr marL="171450" lvl="1" indent="-171450">
              <a:buFont typeface="Arial" panose="020B0604020202020204" pitchFamily="34" charset="0"/>
              <a:buChar char="•"/>
            </a:pPr>
            <a:r>
              <a:rPr lang="fr-FR" sz="1100">
                <a:solidFill>
                  <a:schemeClr val="tx1"/>
                </a:solidFill>
                <a:effectLst/>
                <a:latin typeface="Arial" panose="020B0604020202020204" pitchFamily="34" charset="0"/>
                <a:cs typeface="Arial" panose="020B0604020202020204" pitchFamily="34" charset="0"/>
              </a:rPr>
              <a:t>…/</a:t>
            </a:r>
            <a:r>
              <a:rPr lang="fr-FR" sz="1100" err="1">
                <a:solidFill>
                  <a:schemeClr val="tx1"/>
                </a:solidFill>
                <a:latin typeface="Arial" panose="020B0604020202020204" pitchFamily="34" charset="0"/>
                <a:cs typeface="Arial" panose="020B0604020202020204" pitchFamily="34" charset="0"/>
              </a:rPr>
              <a:t>us</a:t>
            </a:r>
            <a:r>
              <a:rPr lang="fr-FR" sz="1100" err="1">
                <a:solidFill>
                  <a:schemeClr val="tx1"/>
                </a:solidFill>
                <a:effectLst/>
                <a:latin typeface="Arial" panose="020B0604020202020204" pitchFamily="34" charset="0"/>
                <a:cs typeface="Arial" panose="020B0604020202020204" pitchFamily="34" charset="0"/>
              </a:rPr>
              <a:t>ers</a:t>
            </a:r>
            <a:r>
              <a:rPr lang="fr-FR" sz="1100" dirty="0">
                <a:solidFill>
                  <a:schemeClr val="tx1"/>
                </a:solidFill>
                <a:effectLst/>
                <a:latin typeface="Arial" panose="020B0604020202020204" pitchFamily="34" charset="0"/>
                <a:cs typeface="Arial" panose="020B0604020202020204" pitchFamily="34" charset="0"/>
              </a:rPr>
              <a:t>/{</a:t>
            </a:r>
            <a:r>
              <a:rPr lang="fr-FR" sz="1100">
                <a:solidFill>
                  <a:schemeClr val="tx1"/>
                </a:solidFill>
                <a:latin typeface="Arial" panose="020B0604020202020204" pitchFamily="34" charset="0"/>
                <a:cs typeface="Arial" panose="020B0604020202020204" pitchFamily="34" charset="0"/>
              </a:rPr>
              <a:t>us</a:t>
            </a:r>
            <a:r>
              <a:rPr lang="fr-FR" sz="1100">
                <a:solidFill>
                  <a:schemeClr val="tx1"/>
                </a:solidFill>
                <a:effectLst/>
                <a:latin typeface="Arial" panose="020B0604020202020204" pitchFamily="34" charset="0"/>
                <a:cs typeface="Arial" panose="020B0604020202020204" pitchFamily="34" charset="0"/>
              </a:rPr>
              <a:t>er</a:t>
            </a:r>
            <a:r>
              <a:rPr lang="fr-FR" sz="1100">
                <a:solidFill>
                  <a:schemeClr val="tx1"/>
                </a:solidFill>
                <a:latin typeface="Arial" panose="020B0604020202020204" pitchFamily="34" charset="0"/>
                <a:cs typeface="Arial" panose="020B0604020202020204" pitchFamily="34" charset="0"/>
              </a:rPr>
              <a:t>-id</a:t>
            </a:r>
            <a:r>
              <a:rPr lang="fr-FR" sz="1100" dirty="0">
                <a:solidFill>
                  <a:schemeClr val="tx1"/>
                </a:solidFill>
                <a:latin typeface="Arial" panose="020B0604020202020204" pitchFamily="34" charset="0"/>
                <a:cs typeface="Arial" panose="020B0604020202020204" pitchFamily="34" charset="0"/>
              </a:rPr>
              <a:t>}</a:t>
            </a:r>
          </a:p>
          <a:p>
            <a:pPr marL="0" lvl="1"/>
            <a:r>
              <a:rPr lang="fr-FR" sz="1100" dirty="0">
                <a:solidFill>
                  <a:schemeClr val="tx1"/>
                </a:solidFill>
                <a:effectLst/>
                <a:latin typeface="Arial" panose="020B0604020202020204" pitchFamily="34" charset="0"/>
                <a:cs typeface="Arial" panose="020B0604020202020204" pitchFamily="34" charset="0"/>
              </a:rPr>
              <a:t>…</a:t>
            </a:r>
          </a:p>
        </p:txBody>
      </p:sp>
      <p:sp>
        <p:nvSpPr>
          <p:cNvPr id="5" name="Espace réservé du texte 4">
            <a:extLst>
              <a:ext uri="{FF2B5EF4-FFF2-40B4-BE49-F238E27FC236}">
                <a16:creationId xmlns:a16="http://schemas.microsoft.com/office/drawing/2014/main" id="{683E3ED4-0BB5-959A-4B9A-EFF3CE84C0FB}"/>
              </a:ext>
            </a:extLst>
          </p:cNvPr>
          <p:cNvSpPr>
            <a:spLocks noGrp="1"/>
          </p:cNvSpPr>
          <p:nvPr>
            <p:ph type="body" sz="quarter" idx="35"/>
          </p:nvPr>
        </p:nvSpPr>
        <p:spPr/>
        <p:txBody>
          <a:bodyPr/>
          <a:lstStyle/>
          <a:p>
            <a:r>
              <a:rPr lang="fr-FR" dirty="0"/>
              <a:t>Zoom Spécifications</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BONNES PRATIQUES Opérationnelles</a:t>
            </a:r>
          </a:p>
        </p:txBody>
      </p:sp>
      <p:sp>
        <p:nvSpPr>
          <p:cNvPr id="6" name="ZoneTexte 5">
            <a:extLst>
              <a:ext uri="{FF2B5EF4-FFF2-40B4-BE49-F238E27FC236}">
                <a16:creationId xmlns:a16="http://schemas.microsoft.com/office/drawing/2014/main" id="{B1394312-BCA2-5BDC-B488-D1AFACE373B3}"/>
              </a:ext>
            </a:extLst>
          </p:cNvPr>
          <p:cNvSpPr txBox="1"/>
          <p:nvPr/>
        </p:nvSpPr>
        <p:spPr>
          <a:xfrm>
            <a:off x="763647" y="6202189"/>
            <a:ext cx="10895932" cy="307777"/>
          </a:xfrm>
          <a:prstGeom prst="rect">
            <a:avLst/>
          </a:prstGeom>
          <a:noFill/>
        </p:spPr>
        <p:txBody>
          <a:bodyPr wrap="none" rtlCol="0">
            <a:spAutoFit/>
          </a:bodyPr>
          <a:lstStyle/>
          <a:p>
            <a:r>
              <a:rPr lang="fr-FR" sz="1400" b="1" i="1" dirty="0">
                <a:latin typeface="Arial" panose="020B0604020202020204" pitchFamily="34" charset="0"/>
                <a:cs typeface="Arial" panose="020B0604020202020204" pitchFamily="34" charset="0"/>
              </a:rPr>
              <a:t>Les éléments ci-dessus sont fournis à titre d’exemples qui vous sera nécessaire de contextualiser dans vos environnements</a:t>
            </a:r>
          </a:p>
        </p:txBody>
      </p:sp>
      <p:graphicFrame>
        <p:nvGraphicFramePr>
          <p:cNvPr id="8" name="Diagramme 7">
            <a:extLst>
              <a:ext uri="{FF2B5EF4-FFF2-40B4-BE49-F238E27FC236}">
                <a16:creationId xmlns:a16="http://schemas.microsoft.com/office/drawing/2014/main" id="{7B4CE6C0-3A20-5FF7-4C04-60356D9A866D}"/>
              </a:ext>
            </a:extLst>
          </p:cNvPr>
          <p:cNvGraphicFramePr/>
          <p:nvPr/>
        </p:nvGraphicFramePr>
        <p:xfrm>
          <a:off x="222422" y="1173338"/>
          <a:ext cx="7493611" cy="50748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Légende : flèche courbée à une bordure 8">
            <a:extLst>
              <a:ext uri="{FF2B5EF4-FFF2-40B4-BE49-F238E27FC236}">
                <a16:creationId xmlns:a16="http://schemas.microsoft.com/office/drawing/2014/main" id="{9E149A9D-1D28-A85A-A9DE-B802E9D7D055}"/>
              </a:ext>
            </a:extLst>
          </p:cNvPr>
          <p:cNvSpPr/>
          <p:nvPr/>
        </p:nvSpPr>
        <p:spPr>
          <a:xfrm>
            <a:off x="8602214" y="2861602"/>
            <a:ext cx="3589786" cy="739433"/>
          </a:xfrm>
          <a:prstGeom prst="accentCallout2">
            <a:avLst>
              <a:gd name="adj1" fmla="val 19193"/>
              <a:gd name="adj2" fmla="val -1082"/>
              <a:gd name="adj3" fmla="val 18750"/>
              <a:gd name="adj4" fmla="val -10771"/>
              <a:gd name="adj5" fmla="val 119746"/>
              <a:gd name="adj6" fmla="val -2612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3525" lvl="1" indent="-263525">
              <a:buFont typeface="Arial" panose="020B0604020202020204" pitchFamily="34" charset="0"/>
              <a:buChar char="•"/>
            </a:pPr>
            <a:r>
              <a:rPr lang="fr-FR" sz="1200" dirty="0">
                <a:solidFill>
                  <a:srgbClr val="333333"/>
                </a:solidFill>
                <a:effectLst/>
                <a:latin typeface="Arial" panose="020B0604020202020204" pitchFamily="34" charset="0"/>
                <a:cs typeface="Arial" panose="020B0604020202020204" pitchFamily="34" charset="0"/>
              </a:rPr>
              <a:t>Majeur X: Rupture dans l’API rendant la version non </a:t>
            </a:r>
            <a:r>
              <a:rPr lang="fr-FR" sz="1200" dirty="0" err="1">
                <a:solidFill>
                  <a:srgbClr val="333333"/>
                </a:solidFill>
                <a:effectLst/>
                <a:latin typeface="Arial" panose="020B0604020202020204" pitchFamily="34" charset="0"/>
                <a:cs typeface="Arial" panose="020B0604020202020204" pitchFamily="34" charset="0"/>
              </a:rPr>
              <a:t>rétro-compatible</a:t>
            </a:r>
            <a:endParaRPr lang="fr-FR" sz="1200" dirty="0">
              <a:solidFill>
                <a:srgbClr val="333333"/>
              </a:solidFill>
              <a:latin typeface="Arial" panose="020B0604020202020204" pitchFamily="34" charset="0"/>
              <a:cs typeface="Arial" panose="020B0604020202020204" pitchFamily="34" charset="0"/>
            </a:endParaRPr>
          </a:p>
          <a:p>
            <a:pPr marL="263525" lvl="1" indent="-263525">
              <a:buFont typeface="Arial" panose="020B0604020202020204" pitchFamily="34" charset="0"/>
              <a:buChar char="•"/>
            </a:pPr>
            <a:r>
              <a:rPr lang="fr-FR" sz="1200" dirty="0">
                <a:solidFill>
                  <a:srgbClr val="333333"/>
                </a:solidFill>
                <a:effectLst/>
                <a:latin typeface="Arial" panose="020B0604020202020204" pitchFamily="34" charset="0"/>
                <a:cs typeface="Arial" panose="020B0604020202020204" pitchFamily="34" charset="0"/>
              </a:rPr>
              <a:t>Mineur  Y: Evolution d’API </a:t>
            </a:r>
            <a:r>
              <a:rPr lang="fr-FR" sz="1200" dirty="0" err="1">
                <a:solidFill>
                  <a:srgbClr val="333333"/>
                </a:solidFill>
                <a:effectLst/>
                <a:latin typeface="Arial" panose="020B0604020202020204" pitchFamily="34" charset="0"/>
                <a:cs typeface="Arial" panose="020B0604020202020204" pitchFamily="34" charset="0"/>
              </a:rPr>
              <a:t>rétro-compatibles</a:t>
            </a:r>
            <a:endParaRPr lang="fr-FR" sz="1200" dirty="0">
              <a:solidFill>
                <a:srgbClr val="333333"/>
              </a:solidFill>
              <a:latin typeface="Arial" panose="020B0604020202020204" pitchFamily="34" charset="0"/>
              <a:cs typeface="Arial" panose="020B0604020202020204" pitchFamily="34" charset="0"/>
            </a:endParaRPr>
          </a:p>
          <a:p>
            <a:pPr marL="263525" lvl="1" indent="-263525">
              <a:spcAft>
                <a:spcPts val="1200"/>
              </a:spcAft>
              <a:buFont typeface="Arial" panose="020B0604020202020204" pitchFamily="34" charset="0"/>
              <a:buChar char="•"/>
            </a:pPr>
            <a:r>
              <a:rPr lang="fr-FR" sz="1200" dirty="0">
                <a:solidFill>
                  <a:srgbClr val="333333"/>
                </a:solidFill>
                <a:effectLst/>
                <a:latin typeface="Arial" panose="020B0604020202020204" pitchFamily="34" charset="0"/>
                <a:cs typeface="Arial" panose="020B0604020202020204" pitchFamily="34" charset="0"/>
              </a:rPr>
              <a:t>Patch Z : Correctifs ou ajouts mineurs</a:t>
            </a:r>
            <a:endParaRPr lang="fr-FR" sz="160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692381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égende : flèche courbée à une bordure 9">
            <a:extLst>
              <a:ext uri="{FF2B5EF4-FFF2-40B4-BE49-F238E27FC236}">
                <a16:creationId xmlns:a16="http://schemas.microsoft.com/office/drawing/2014/main" id="{7176C719-C781-1E33-D81C-D3837A180136}"/>
              </a:ext>
            </a:extLst>
          </p:cNvPr>
          <p:cNvSpPr/>
          <p:nvPr/>
        </p:nvSpPr>
        <p:spPr>
          <a:xfrm>
            <a:off x="8602214" y="3506803"/>
            <a:ext cx="3589786" cy="1194831"/>
          </a:xfrm>
          <a:prstGeom prst="accentCallout2">
            <a:avLst>
              <a:gd name="adj1" fmla="val 19193"/>
              <a:gd name="adj2" fmla="val -1082"/>
              <a:gd name="adj3" fmla="val 18750"/>
              <a:gd name="adj4" fmla="val -10771"/>
              <a:gd name="adj5" fmla="val 18052"/>
              <a:gd name="adj6" fmla="val -2665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fr-FR" sz="1000" b="1">
                <a:solidFill>
                  <a:schemeClr val="tx1"/>
                </a:solidFill>
                <a:effectLst/>
                <a:latin typeface="Arial" panose="020B0604020202020204" pitchFamily="34" charset="0"/>
                <a:cs typeface="Arial" panose="020B0604020202020204" pitchFamily="34" charset="0"/>
              </a:rPr>
              <a:t>200 (OK): </a:t>
            </a:r>
            <a:r>
              <a:rPr lang="fr-FR" sz="1000">
                <a:solidFill>
                  <a:schemeClr val="tx1"/>
                </a:solidFill>
                <a:effectLst/>
                <a:latin typeface="Arial" panose="020B0604020202020204" pitchFamily="34" charset="0"/>
                <a:cs typeface="Arial" panose="020B0604020202020204" pitchFamily="34" charset="0"/>
              </a:rPr>
              <a:t>Action </a:t>
            </a:r>
            <a:r>
              <a:rPr lang="fr-FR" sz="1000">
                <a:solidFill>
                  <a:schemeClr val="tx1"/>
                </a:solidFill>
                <a:latin typeface="Arial" panose="020B0604020202020204" pitchFamily="34" charset="0"/>
                <a:cs typeface="Arial" panose="020B0604020202020204" pitchFamily="34" charset="0"/>
              </a:rPr>
              <a:t>sur</a:t>
            </a:r>
            <a:r>
              <a:rPr lang="fr-FR" sz="1000">
                <a:solidFill>
                  <a:schemeClr val="tx1"/>
                </a:solidFill>
                <a:effectLst/>
                <a:latin typeface="Arial" panose="020B0604020202020204" pitchFamily="34" charset="0"/>
                <a:cs typeface="Arial" panose="020B0604020202020204" pitchFamily="34" charset="0"/>
              </a:rPr>
              <a:t> </a:t>
            </a:r>
            <a:r>
              <a:rPr lang="fr-FR" sz="1000" dirty="0">
                <a:solidFill>
                  <a:schemeClr val="tx1"/>
                </a:solidFill>
                <a:effectLst/>
                <a:latin typeface="Arial" panose="020B0604020202020204" pitchFamily="34" charset="0"/>
                <a:cs typeface="Arial" panose="020B0604020202020204" pitchFamily="34" charset="0"/>
              </a:rPr>
              <a:t>la </a:t>
            </a:r>
            <a:r>
              <a:rPr lang="fr-FR" sz="1000">
                <a:solidFill>
                  <a:schemeClr val="tx1"/>
                </a:solidFill>
                <a:effectLst/>
                <a:latin typeface="Arial" panose="020B0604020202020204" pitchFamily="34" charset="0"/>
                <a:cs typeface="Arial" panose="020B0604020202020204" pitchFamily="34" charset="0"/>
              </a:rPr>
              <a:t>ressource réussie</a:t>
            </a:r>
            <a:r>
              <a:rPr lang="fr-FR" sz="1000" dirty="0">
                <a:solidFill>
                  <a:schemeClr val="tx1"/>
                </a:solidFill>
                <a:effectLst/>
                <a:latin typeface="Arial" panose="020B0604020202020204" pitchFamily="34" charset="0"/>
                <a:cs typeface="Arial" panose="020B0604020202020204" pitchFamily="34" charset="0"/>
              </a:rPr>
              <a:t>.</a:t>
            </a:r>
          </a:p>
          <a:p>
            <a:pPr marL="171450" lvl="1" indent="-171450">
              <a:buFont typeface="Arial" panose="020B0604020202020204" pitchFamily="34" charset="0"/>
              <a:buChar char="•"/>
            </a:pPr>
            <a:r>
              <a:rPr lang="fr-FR" sz="1000" b="1">
                <a:solidFill>
                  <a:schemeClr val="tx1"/>
                </a:solidFill>
                <a:effectLst/>
                <a:latin typeface="Arial" panose="020B0604020202020204" pitchFamily="34" charset="0"/>
                <a:cs typeface="Arial" panose="020B0604020202020204" pitchFamily="34" charset="0"/>
              </a:rPr>
              <a:t>201 (Créé): </a:t>
            </a:r>
            <a:r>
              <a:rPr lang="fr-FR" sz="1000">
                <a:solidFill>
                  <a:schemeClr val="tx1"/>
                </a:solidFill>
                <a:effectLst/>
                <a:latin typeface="Arial" panose="020B0604020202020204" pitchFamily="34" charset="0"/>
                <a:cs typeface="Arial" panose="020B0604020202020204" pitchFamily="34" charset="0"/>
              </a:rPr>
              <a:t>Création d’une </a:t>
            </a:r>
            <a:r>
              <a:rPr lang="fr-FR" sz="1000" dirty="0">
                <a:solidFill>
                  <a:schemeClr val="tx1"/>
                </a:solidFill>
                <a:effectLst/>
                <a:latin typeface="Arial" panose="020B0604020202020204" pitchFamily="34" charset="0"/>
                <a:cs typeface="Arial" panose="020B0604020202020204" pitchFamily="34" charset="0"/>
              </a:rPr>
              <a:t>ressource</a:t>
            </a:r>
            <a:r>
              <a:rPr lang="fr-FR" sz="1000">
                <a:solidFill>
                  <a:schemeClr val="tx1"/>
                </a:solidFill>
                <a:effectLst/>
                <a:latin typeface="Arial" panose="020B0604020202020204" pitchFamily="34" charset="0"/>
                <a:cs typeface="Arial" panose="020B0604020202020204" pitchFamily="34" charset="0"/>
              </a:rPr>
              <a:t> réussie</a:t>
            </a:r>
            <a:r>
              <a:rPr lang="fr-FR" sz="1000" dirty="0">
                <a:solidFill>
                  <a:schemeClr val="tx1"/>
                </a:solidFill>
                <a:effectLst/>
                <a:latin typeface="Arial" panose="020B0604020202020204" pitchFamily="34" charset="0"/>
                <a:cs typeface="Arial" panose="020B0604020202020204" pitchFamily="34" charset="0"/>
              </a:rPr>
              <a:t>.</a:t>
            </a:r>
          </a:p>
          <a:p>
            <a:pPr marL="171450" lvl="1" indent="-171450">
              <a:buFont typeface="Arial" panose="020B0604020202020204" pitchFamily="34" charset="0"/>
              <a:buChar char="•"/>
            </a:pPr>
            <a:r>
              <a:rPr lang="fr-FR" sz="1000" b="1">
                <a:solidFill>
                  <a:schemeClr val="tx1"/>
                </a:solidFill>
                <a:effectLst/>
                <a:latin typeface="Arial" panose="020B0604020202020204" pitchFamily="34" charset="0"/>
                <a:cs typeface="Arial" panose="020B0604020202020204" pitchFamily="34" charset="0"/>
              </a:rPr>
              <a:t>400 (demande incorrecte): </a:t>
            </a:r>
            <a:r>
              <a:rPr lang="fr-FR" sz="1000">
                <a:solidFill>
                  <a:schemeClr val="tx1"/>
                </a:solidFill>
                <a:effectLst/>
                <a:latin typeface="Arial" panose="020B0604020202020204" pitchFamily="34" charset="0"/>
                <a:cs typeface="Arial" panose="020B0604020202020204" pitchFamily="34" charset="0"/>
              </a:rPr>
              <a:t>Accès à </a:t>
            </a:r>
            <a:r>
              <a:rPr lang="fr-FR" sz="1000" dirty="0">
                <a:solidFill>
                  <a:schemeClr val="tx1"/>
                </a:solidFill>
                <a:effectLst/>
                <a:latin typeface="Arial" panose="020B0604020202020204" pitchFamily="34" charset="0"/>
                <a:cs typeface="Arial" panose="020B0604020202020204" pitchFamily="34" charset="0"/>
              </a:rPr>
              <a:t>la </a:t>
            </a:r>
            <a:r>
              <a:rPr lang="fr-FR" sz="1000">
                <a:solidFill>
                  <a:schemeClr val="tx1"/>
                </a:solidFill>
                <a:effectLst/>
                <a:latin typeface="Arial" panose="020B0604020202020204" pitchFamily="34" charset="0"/>
                <a:cs typeface="Arial" panose="020B0604020202020204" pitchFamily="34" charset="0"/>
              </a:rPr>
              <a:t>ressource possible </a:t>
            </a:r>
            <a:r>
              <a:rPr lang="fr-FR" sz="1000" b="1">
                <a:solidFill>
                  <a:schemeClr val="tx1"/>
                </a:solidFill>
                <a:effectLst/>
                <a:latin typeface="Arial" panose="020B0604020202020204" pitchFamily="34" charset="0"/>
                <a:cs typeface="Arial" panose="020B0604020202020204" pitchFamily="34" charset="0"/>
              </a:rPr>
              <a:t>MAIS </a:t>
            </a:r>
            <a:r>
              <a:rPr lang="fr-FR" sz="1000">
                <a:solidFill>
                  <a:schemeClr val="tx1"/>
                </a:solidFill>
                <a:effectLst/>
                <a:latin typeface="Arial" panose="020B0604020202020204" pitchFamily="34" charset="0"/>
                <a:cs typeface="Arial" panose="020B0604020202020204" pitchFamily="34" charset="0"/>
              </a:rPr>
              <a:t>Requête erronée</a:t>
            </a:r>
            <a:r>
              <a:rPr lang="fr-FR" sz="1000" dirty="0">
                <a:solidFill>
                  <a:schemeClr val="tx1"/>
                </a:solidFill>
                <a:effectLst/>
                <a:latin typeface="Arial" panose="020B0604020202020204" pitchFamily="34" charset="0"/>
                <a:cs typeface="Arial" panose="020B0604020202020204" pitchFamily="34" charset="0"/>
              </a:rPr>
              <a:t>.</a:t>
            </a:r>
          </a:p>
          <a:p>
            <a:pPr marL="171450" lvl="1" indent="-171450">
              <a:buFont typeface="Arial" panose="020B0604020202020204" pitchFamily="34" charset="0"/>
              <a:buChar char="•"/>
            </a:pPr>
            <a:r>
              <a:rPr lang="fr-FR" sz="1000" b="1">
                <a:solidFill>
                  <a:schemeClr val="tx1"/>
                </a:solidFill>
                <a:effectLst/>
                <a:latin typeface="Arial" panose="020B0604020202020204" pitchFamily="34" charset="0"/>
                <a:cs typeface="Arial" panose="020B0604020202020204" pitchFamily="34" charset="0"/>
              </a:rPr>
              <a:t>401 (Non autorisé): </a:t>
            </a:r>
            <a:r>
              <a:rPr lang="fr-FR" sz="1000">
                <a:solidFill>
                  <a:schemeClr val="tx1"/>
                </a:solidFill>
                <a:effectLst/>
                <a:latin typeface="Arial" panose="020B0604020202020204" pitchFamily="34" charset="0"/>
                <a:cs typeface="Arial" panose="020B0604020202020204" pitchFamily="34" charset="0"/>
              </a:rPr>
              <a:t>Action sur</a:t>
            </a:r>
            <a:r>
              <a:rPr lang="fr-FR" sz="1000" dirty="0">
                <a:solidFill>
                  <a:schemeClr val="tx1"/>
                </a:solidFill>
                <a:effectLst/>
                <a:latin typeface="Arial" panose="020B0604020202020204" pitchFamily="34" charset="0"/>
                <a:cs typeface="Arial" panose="020B0604020202020204" pitchFamily="34" charset="0"/>
              </a:rPr>
              <a:t> une ressource </a:t>
            </a:r>
            <a:r>
              <a:rPr lang="fr-FR" sz="1000">
                <a:solidFill>
                  <a:schemeClr val="tx1"/>
                </a:solidFill>
                <a:effectLst/>
                <a:latin typeface="Arial" panose="020B0604020202020204" pitchFamily="34" charset="0"/>
                <a:cs typeface="Arial" panose="020B0604020202020204" pitchFamily="34" charset="0"/>
              </a:rPr>
              <a:t>non autorisée</a:t>
            </a:r>
            <a:r>
              <a:rPr lang="fr-FR" sz="1000" dirty="0">
                <a:solidFill>
                  <a:schemeClr val="tx1"/>
                </a:solidFill>
                <a:effectLst/>
                <a:latin typeface="Arial" panose="020B0604020202020204" pitchFamily="34" charset="0"/>
                <a:cs typeface="Arial" panose="020B0604020202020204" pitchFamily="34" charset="0"/>
              </a:rPr>
              <a:t>.</a:t>
            </a:r>
          </a:p>
          <a:p>
            <a:pPr marL="171450" lvl="1" indent="-171450">
              <a:buFont typeface="Arial" panose="020B0604020202020204" pitchFamily="34" charset="0"/>
              <a:buChar char="•"/>
            </a:pPr>
            <a:r>
              <a:rPr lang="fr-FR" sz="1000" b="1">
                <a:solidFill>
                  <a:schemeClr val="tx1"/>
                </a:solidFill>
                <a:effectLst/>
                <a:latin typeface="Arial" panose="020B0604020202020204" pitchFamily="34" charset="0"/>
                <a:cs typeface="Arial" panose="020B0604020202020204" pitchFamily="34" charset="0"/>
              </a:rPr>
              <a:t>404 (Not </a:t>
            </a:r>
            <a:r>
              <a:rPr lang="fr-FR" sz="1000" b="1" err="1">
                <a:solidFill>
                  <a:schemeClr val="tx1"/>
                </a:solidFill>
                <a:effectLst/>
                <a:latin typeface="Arial" panose="020B0604020202020204" pitchFamily="34" charset="0"/>
                <a:cs typeface="Arial" panose="020B0604020202020204" pitchFamily="34" charset="0"/>
              </a:rPr>
              <a:t>Found</a:t>
            </a:r>
            <a:r>
              <a:rPr lang="fr-FR" sz="1000" b="1">
                <a:solidFill>
                  <a:schemeClr val="tx1"/>
                </a:solidFill>
                <a:effectLst/>
                <a:latin typeface="Arial" panose="020B0604020202020204" pitchFamily="34" charset="0"/>
                <a:cs typeface="Arial" panose="020B0604020202020204" pitchFamily="34" charset="0"/>
              </a:rPr>
              <a:t>): </a:t>
            </a:r>
            <a:r>
              <a:rPr lang="fr-FR" sz="1000" dirty="0">
                <a:solidFill>
                  <a:schemeClr val="tx1"/>
                </a:solidFill>
                <a:effectLst/>
                <a:latin typeface="Arial" panose="020B0604020202020204" pitchFamily="34" charset="0"/>
                <a:cs typeface="Arial" panose="020B0604020202020204" pitchFamily="34" charset="0"/>
              </a:rPr>
              <a:t>La ressource demandée </a:t>
            </a:r>
            <a:r>
              <a:rPr lang="fr-FR" sz="1000">
                <a:solidFill>
                  <a:schemeClr val="tx1"/>
                </a:solidFill>
                <a:effectLst/>
                <a:latin typeface="Arial" panose="020B0604020202020204" pitchFamily="34" charset="0"/>
                <a:cs typeface="Arial" panose="020B0604020202020204" pitchFamily="34" charset="0"/>
              </a:rPr>
              <a:t>n’existe </a:t>
            </a:r>
            <a:r>
              <a:rPr lang="fr-FR" sz="1000" dirty="0">
                <a:solidFill>
                  <a:schemeClr val="tx1"/>
                </a:solidFill>
                <a:effectLst/>
                <a:latin typeface="Arial" panose="020B0604020202020204" pitchFamily="34" charset="0"/>
                <a:cs typeface="Arial" panose="020B0604020202020204" pitchFamily="34" charset="0"/>
              </a:rPr>
              <a:t>pas.</a:t>
            </a:r>
          </a:p>
        </p:txBody>
      </p:sp>
      <p:sp>
        <p:nvSpPr>
          <p:cNvPr id="5" name="Espace réservé du texte 4">
            <a:extLst>
              <a:ext uri="{FF2B5EF4-FFF2-40B4-BE49-F238E27FC236}">
                <a16:creationId xmlns:a16="http://schemas.microsoft.com/office/drawing/2014/main" id="{683E3ED4-0BB5-959A-4B9A-EFF3CE84C0FB}"/>
              </a:ext>
            </a:extLst>
          </p:cNvPr>
          <p:cNvSpPr>
            <a:spLocks noGrp="1"/>
          </p:cNvSpPr>
          <p:nvPr>
            <p:ph type="body" sz="quarter" idx="35"/>
          </p:nvPr>
        </p:nvSpPr>
        <p:spPr/>
        <p:txBody>
          <a:bodyPr/>
          <a:lstStyle/>
          <a:p>
            <a:r>
              <a:rPr lang="fr-FR" dirty="0"/>
              <a:t>Zoom Design</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BONNES PRATIQUES Opérationnelles</a:t>
            </a:r>
          </a:p>
        </p:txBody>
      </p:sp>
      <p:sp>
        <p:nvSpPr>
          <p:cNvPr id="6" name="ZoneTexte 5">
            <a:extLst>
              <a:ext uri="{FF2B5EF4-FFF2-40B4-BE49-F238E27FC236}">
                <a16:creationId xmlns:a16="http://schemas.microsoft.com/office/drawing/2014/main" id="{B1394312-BCA2-5BDC-B488-D1AFACE373B3}"/>
              </a:ext>
            </a:extLst>
          </p:cNvPr>
          <p:cNvSpPr txBox="1"/>
          <p:nvPr/>
        </p:nvSpPr>
        <p:spPr>
          <a:xfrm>
            <a:off x="751290" y="6248154"/>
            <a:ext cx="10895932" cy="307777"/>
          </a:xfrm>
          <a:prstGeom prst="rect">
            <a:avLst/>
          </a:prstGeom>
          <a:noFill/>
        </p:spPr>
        <p:txBody>
          <a:bodyPr wrap="none" rtlCol="0">
            <a:spAutoFit/>
          </a:bodyPr>
          <a:lstStyle/>
          <a:p>
            <a:r>
              <a:rPr lang="fr-FR" sz="1400" b="1" i="1" dirty="0">
                <a:latin typeface="Arial" panose="020B0604020202020204" pitchFamily="34" charset="0"/>
                <a:cs typeface="Arial" panose="020B0604020202020204" pitchFamily="34" charset="0"/>
              </a:rPr>
              <a:t>Les éléments ci-dessus sont fournis à titre d’exemples qui vous sera nécessaire de contextualiser dans vos environnements</a:t>
            </a:r>
          </a:p>
        </p:txBody>
      </p:sp>
      <p:graphicFrame>
        <p:nvGraphicFramePr>
          <p:cNvPr id="8" name="Diagramme 7">
            <a:extLst>
              <a:ext uri="{FF2B5EF4-FFF2-40B4-BE49-F238E27FC236}">
                <a16:creationId xmlns:a16="http://schemas.microsoft.com/office/drawing/2014/main" id="{7B4CE6C0-3A20-5FF7-4C04-60356D9A866D}"/>
              </a:ext>
            </a:extLst>
          </p:cNvPr>
          <p:cNvGraphicFramePr/>
          <p:nvPr/>
        </p:nvGraphicFramePr>
        <p:xfrm>
          <a:off x="637949" y="1173338"/>
          <a:ext cx="7078084" cy="50748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Légende : flèche courbée à une bordure 8">
            <a:extLst>
              <a:ext uri="{FF2B5EF4-FFF2-40B4-BE49-F238E27FC236}">
                <a16:creationId xmlns:a16="http://schemas.microsoft.com/office/drawing/2014/main" id="{9E149A9D-1D28-A85A-A9DE-B802E9D7D055}"/>
              </a:ext>
            </a:extLst>
          </p:cNvPr>
          <p:cNvSpPr/>
          <p:nvPr/>
        </p:nvSpPr>
        <p:spPr>
          <a:xfrm>
            <a:off x="8602214" y="1984652"/>
            <a:ext cx="3589786" cy="1194831"/>
          </a:xfrm>
          <a:prstGeom prst="accentCallout2">
            <a:avLst>
              <a:gd name="adj1" fmla="val 19193"/>
              <a:gd name="adj2" fmla="val -1082"/>
              <a:gd name="adj3" fmla="val 18750"/>
              <a:gd name="adj4" fmla="val -10771"/>
              <a:gd name="adj5" fmla="val 67598"/>
              <a:gd name="adj6" fmla="val -2573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spcBef>
                <a:spcPts val="600"/>
              </a:spcBef>
            </a:pPr>
            <a:r>
              <a:rPr lang="fr-FR" sz="1200">
                <a:solidFill>
                  <a:srgbClr val="333333"/>
                </a:solidFill>
                <a:effectLst/>
                <a:latin typeface="Arial" panose="020B0604020202020204" pitchFamily="34" charset="0"/>
                <a:cs typeface="Arial" panose="020B0604020202020204" pitchFamily="34" charset="0"/>
              </a:rPr>
              <a:t>Exemples:</a:t>
            </a:r>
          </a:p>
          <a:p>
            <a:pPr marL="263525" lvl="1" indent="-263525">
              <a:buFont typeface="Arial" panose="020B0604020202020204" pitchFamily="34" charset="0"/>
              <a:buChar char="•"/>
            </a:pPr>
            <a:r>
              <a:rPr lang="fr-FR" sz="1050">
                <a:solidFill>
                  <a:srgbClr val="333333"/>
                </a:solidFill>
                <a:effectLst/>
                <a:latin typeface="Arial" panose="020B0604020202020204" pitchFamily="34" charset="0"/>
                <a:cs typeface="Arial" panose="020B0604020202020204" pitchFamily="34" charset="0"/>
              </a:rPr>
              <a:t>Vérifier que les ressources sont plurielles</a:t>
            </a:r>
          </a:p>
          <a:p>
            <a:pPr marL="263525" lvl="1" indent="-263525">
              <a:buFont typeface="Arial" panose="020B0604020202020204" pitchFamily="34" charset="0"/>
              <a:buChar char="•"/>
            </a:pPr>
            <a:r>
              <a:rPr lang="fr-FR" sz="1000">
                <a:solidFill>
                  <a:schemeClr val="tx1"/>
                </a:solidFill>
                <a:effectLst/>
                <a:latin typeface="Arial" panose="020B0604020202020204" pitchFamily="34" charset="0"/>
                <a:cs typeface="Arial" panose="020B0604020202020204" pitchFamily="34" charset="0"/>
              </a:rPr>
              <a:t>Respecter les conventions de </a:t>
            </a:r>
            <a:r>
              <a:rPr lang="fr-FR" sz="1000" err="1">
                <a:solidFill>
                  <a:schemeClr val="tx1"/>
                </a:solidFill>
                <a:effectLst/>
                <a:latin typeface="Arial" panose="020B0604020202020204" pitchFamily="34" charset="0"/>
                <a:cs typeface="Arial" panose="020B0604020202020204" pitchFamily="34" charset="0"/>
              </a:rPr>
              <a:t>camelCase</a:t>
            </a:r>
            <a:r>
              <a:rPr lang="fr-FR" sz="1000">
                <a:solidFill>
                  <a:schemeClr val="tx1"/>
                </a:solidFill>
                <a:effectLst/>
                <a:latin typeface="Arial" panose="020B0604020202020204" pitchFamily="34" charset="0"/>
                <a:cs typeface="Arial" panose="020B0604020202020204" pitchFamily="34" charset="0"/>
              </a:rPr>
              <a:t> (données JSON, etc.) ou </a:t>
            </a:r>
            <a:r>
              <a:rPr lang="fr-FR" sz="1000" err="1">
                <a:solidFill>
                  <a:schemeClr val="tx1"/>
                </a:solidFill>
                <a:effectLst/>
                <a:latin typeface="Arial" panose="020B0604020202020204" pitchFamily="34" charset="0"/>
                <a:cs typeface="Arial" panose="020B0604020202020204" pitchFamily="34" charset="0"/>
              </a:rPr>
              <a:t>snake_case</a:t>
            </a:r>
            <a:endParaRPr lang="fr-FR" sz="1000">
              <a:solidFill>
                <a:schemeClr val="tx1"/>
              </a:solidFill>
              <a:effectLst/>
              <a:latin typeface="Arial" panose="020B0604020202020204" pitchFamily="34" charset="0"/>
              <a:cs typeface="Arial" panose="020B0604020202020204" pitchFamily="34" charset="0"/>
            </a:endParaRPr>
          </a:p>
          <a:p>
            <a:pPr marL="263525" lvl="1" indent="-263525">
              <a:buFont typeface="Arial" panose="020B0604020202020204" pitchFamily="34" charset="0"/>
              <a:buChar char="•"/>
            </a:pPr>
            <a:r>
              <a:rPr lang="fr-FR" sz="1000">
                <a:solidFill>
                  <a:schemeClr val="tx1"/>
                </a:solidFill>
                <a:effectLst/>
                <a:latin typeface="Arial" panose="020B0604020202020204" pitchFamily="34" charset="0"/>
                <a:cs typeface="Arial" panose="020B0604020202020204" pitchFamily="34" charset="0"/>
              </a:rPr>
              <a:t>Rajouter un scope en paramètre de requête indiquant les données supplémentaires à récupérer (ex. : /</a:t>
            </a:r>
            <a:r>
              <a:rPr lang="fr-FR" sz="1000" err="1">
                <a:solidFill>
                  <a:schemeClr val="tx1"/>
                </a:solidFill>
                <a:effectLst/>
                <a:latin typeface="Arial" panose="020B0604020202020204" pitchFamily="34" charset="0"/>
                <a:cs typeface="Arial" panose="020B0604020202020204" pitchFamily="34" charset="0"/>
              </a:rPr>
              <a:t>users</a:t>
            </a:r>
            <a:r>
              <a:rPr lang="fr-FR" sz="1000">
                <a:solidFill>
                  <a:schemeClr val="tx1"/>
                </a:solidFill>
                <a:effectLst/>
                <a:latin typeface="Arial" panose="020B0604020202020204" pitchFamily="34" charset="0"/>
                <a:cs typeface="Arial" panose="020B0604020202020204" pitchFamily="34" charset="0"/>
              </a:rPr>
              <a:t>/{id}?scope=</a:t>
            </a:r>
            <a:r>
              <a:rPr lang="fr-FR" sz="1000" err="1">
                <a:solidFill>
                  <a:schemeClr val="tx1"/>
                </a:solidFill>
                <a:effectLst/>
                <a:latin typeface="Arial" panose="020B0604020202020204" pitchFamily="34" charset="0"/>
                <a:cs typeface="Arial" panose="020B0604020202020204" pitchFamily="34" charset="0"/>
              </a:rPr>
              <a:t>roles</a:t>
            </a:r>
            <a:r>
              <a:rPr lang="fr-FR" sz="1000">
                <a:solidFill>
                  <a:schemeClr val="tx1"/>
                </a:solidFill>
                <a:effectLst/>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9449983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FE8A7176-9D2C-4DA6-8245-6A9A6EDBDC53}"/>
              </a:ext>
            </a:extLst>
          </p:cNvPr>
          <p:cNvSpPr>
            <a:spLocks noGrp="1"/>
          </p:cNvSpPr>
          <p:nvPr>
            <p:ph type="body" sz="quarter" idx="35"/>
          </p:nvPr>
        </p:nvSpPr>
        <p:spPr/>
        <p:txBody>
          <a:bodyPr/>
          <a:lstStyle/>
          <a:p>
            <a:r>
              <a:rPr lang="fr-FR"/>
              <a:t>Montée de version d’APIs - Exemple</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BONNES PRATIQUES Opérationnelles</a:t>
            </a:r>
          </a:p>
        </p:txBody>
      </p:sp>
      <p:sp>
        <p:nvSpPr>
          <p:cNvPr id="7" name="Rectangle 6">
            <a:extLst>
              <a:ext uri="{FF2B5EF4-FFF2-40B4-BE49-F238E27FC236}">
                <a16:creationId xmlns:a16="http://schemas.microsoft.com/office/drawing/2014/main" id="{A2F0ACB8-C041-0390-46C1-9ABABE2DB06F}"/>
              </a:ext>
            </a:extLst>
          </p:cNvPr>
          <p:cNvSpPr/>
          <p:nvPr/>
        </p:nvSpPr>
        <p:spPr>
          <a:xfrm>
            <a:off x="337932" y="3699164"/>
            <a:ext cx="2640795" cy="609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r-FR"/>
              <a:t>API major V1</a:t>
            </a:r>
          </a:p>
        </p:txBody>
      </p:sp>
      <p:sp>
        <p:nvSpPr>
          <p:cNvPr id="9" name="Rectangle 8">
            <a:extLst>
              <a:ext uri="{FF2B5EF4-FFF2-40B4-BE49-F238E27FC236}">
                <a16:creationId xmlns:a16="http://schemas.microsoft.com/office/drawing/2014/main" id="{40F40995-545A-7BCC-4C10-627FF995CC65}"/>
              </a:ext>
            </a:extLst>
          </p:cNvPr>
          <p:cNvSpPr/>
          <p:nvPr/>
        </p:nvSpPr>
        <p:spPr>
          <a:xfrm>
            <a:off x="337932" y="2558684"/>
            <a:ext cx="2640795" cy="6096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r-FR"/>
              <a:t>API major V2</a:t>
            </a:r>
          </a:p>
        </p:txBody>
      </p:sp>
      <p:cxnSp>
        <p:nvCxnSpPr>
          <p:cNvPr id="13" name="Connecteur droit avec flèche 12">
            <a:extLst>
              <a:ext uri="{FF2B5EF4-FFF2-40B4-BE49-F238E27FC236}">
                <a16:creationId xmlns:a16="http://schemas.microsoft.com/office/drawing/2014/main" id="{DB9B2D2A-AAFD-750A-1F18-0F5741A279C5}"/>
              </a:ext>
            </a:extLst>
          </p:cNvPr>
          <p:cNvCxnSpPr>
            <a:cxnSpLocks/>
          </p:cNvCxnSpPr>
          <p:nvPr/>
        </p:nvCxnSpPr>
        <p:spPr>
          <a:xfrm>
            <a:off x="3174068" y="5056908"/>
            <a:ext cx="8517155"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4" name="ZoneTexte 13">
            <a:extLst>
              <a:ext uri="{FF2B5EF4-FFF2-40B4-BE49-F238E27FC236}">
                <a16:creationId xmlns:a16="http://schemas.microsoft.com/office/drawing/2014/main" id="{2617D172-BE10-078C-6E0E-5C41DBE9AB56}"/>
              </a:ext>
            </a:extLst>
          </p:cNvPr>
          <p:cNvSpPr txBox="1"/>
          <p:nvPr/>
        </p:nvSpPr>
        <p:spPr>
          <a:xfrm>
            <a:off x="11186634" y="5112309"/>
            <a:ext cx="712054" cy="307777"/>
          </a:xfrm>
          <a:prstGeom prst="rect">
            <a:avLst/>
          </a:prstGeom>
          <a:noFill/>
        </p:spPr>
        <p:txBody>
          <a:bodyPr wrap="none" rtlCol="0">
            <a:spAutoFit/>
          </a:bodyPr>
          <a:lstStyle/>
          <a:p>
            <a:r>
              <a:rPr lang="fr-FR" sz="1400" b="1">
                <a:latin typeface="Arial" panose="020B0604020202020204" pitchFamily="34" charset="0"/>
                <a:cs typeface="Arial" panose="020B0604020202020204" pitchFamily="34" charset="0"/>
              </a:rPr>
              <a:t>temps</a:t>
            </a:r>
          </a:p>
        </p:txBody>
      </p:sp>
      <p:sp>
        <p:nvSpPr>
          <p:cNvPr id="17" name="Rectangle 16">
            <a:extLst>
              <a:ext uri="{FF2B5EF4-FFF2-40B4-BE49-F238E27FC236}">
                <a16:creationId xmlns:a16="http://schemas.microsoft.com/office/drawing/2014/main" id="{A1406A35-79B0-09F2-81E7-B358F808679D}"/>
              </a:ext>
            </a:extLst>
          </p:cNvPr>
          <p:cNvSpPr/>
          <p:nvPr/>
        </p:nvSpPr>
        <p:spPr>
          <a:xfrm>
            <a:off x="3435925" y="3699198"/>
            <a:ext cx="1260764" cy="304774"/>
          </a:xfrm>
          <a:prstGeom prst="rect">
            <a:avLst/>
          </a:prstGeom>
          <a:gradFill flip="none" rotWithShape="1">
            <a:gsLst>
              <a:gs pos="0">
                <a:schemeClr val="tx2">
                  <a:lumMod val="50000"/>
                  <a:shade val="30000"/>
                  <a:satMod val="115000"/>
                </a:schemeClr>
              </a:gs>
              <a:gs pos="50000">
                <a:schemeClr val="tx2">
                  <a:lumMod val="50000"/>
                  <a:shade val="67500"/>
                  <a:satMod val="115000"/>
                </a:schemeClr>
              </a:gs>
              <a:gs pos="100000">
                <a:schemeClr val="tx2">
                  <a:lumMod val="50000"/>
                  <a:shade val="100000"/>
                  <a:satMod val="115000"/>
                </a:schemeClr>
              </a:gs>
            </a:gsLst>
            <a:lin ang="54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BUILD</a:t>
            </a:r>
          </a:p>
        </p:txBody>
      </p:sp>
      <p:sp>
        <p:nvSpPr>
          <p:cNvPr id="18" name="Rectangle 17">
            <a:extLst>
              <a:ext uri="{FF2B5EF4-FFF2-40B4-BE49-F238E27FC236}">
                <a16:creationId xmlns:a16="http://schemas.microsoft.com/office/drawing/2014/main" id="{AE633D79-E5BC-7E3C-5BE4-FBF231493D60}"/>
              </a:ext>
            </a:extLst>
          </p:cNvPr>
          <p:cNvSpPr/>
          <p:nvPr/>
        </p:nvSpPr>
        <p:spPr>
          <a:xfrm>
            <a:off x="4696689" y="3699198"/>
            <a:ext cx="3252024" cy="304771"/>
          </a:xfrm>
          <a:prstGeom prst="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54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RUN</a:t>
            </a:r>
          </a:p>
        </p:txBody>
      </p:sp>
      <p:sp>
        <p:nvSpPr>
          <p:cNvPr id="19" name="Rectangle 18">
            <a:extLst>
              <a:ext uri="{FF2B5EF4-FFF2-40B4-BE49-F238E27FC236}">
                <a16:creationId xmlns:a16="http://schemas.microsoft.com/office/drawing/2014/main" id="{6D8F74FF-D307-5C52-95C5-1DDB0EEF08C5}"/>
              </a:ext>
            </a:extLst>
          </p:cNvPr>
          <p:cNvSpPr/>
          <p:nvPr/>
        </p:nvSpPr>
        <p:spPr>
          <a:xfrm>
            <a:off x="7948713" y="3699199"/>
            <a:ext cx="2398998" cy="304770"/>
          </a:xfrm>
          <a:prstGeom prst="rect">
            <a:avLst/>
          </a:prstGeom>
          <a:gradFill flip="none" rotWithShape="1">
            <a:gsLst>
              <a:gs pos="0">
                <a:schemeClr val="bg2">
                  <a:lumMod val="75000"/>
                  <a:shade val="30000"/>
                  <a:satMod val="115000"/>
                </a:schemeClr>
              </a:gs>
              <a:gs pos="50000">
                <a:schemeClr val="bg2">
                  <a:lumMod val="75000"/>
                  <a:shade val="67500"/>
                  <a:satMod val="115000"/>
                </a:schemeClr>
              </a:gs>
              <a:gs pos="100000">
                <a:schemeClr val="bg2">
                  <a:lumMod val="75000"/>
                  <a:shade val="100000"/>
                  <a:satMod val="115000"/>
                </a:schemeClr>
              </a:gs>
            </a:gsLst>
            <a:lin ang="54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DEPRECATED</a:t>
            </a:r>
          </a:p>
        </p:txBody>
      </p:sp>
      <p:sp>
        <p:nvSpPr>
          <p:cNvPr id="20" name="Rectangle 19">
            <a:extLst>
              <a:ext uri="{FF2B5EF4-FFF2-40B4-BE49-F238E27FC236}">
                <a16:creationId xmlns:a16="http://schemas.microsoft.com/office/drawing/2014/main" id="{1B1CD96B-D521-47F5-D461-22DF131A4C3D}"/>
              </a:ext>
            </a:extLst>
          </p:cNvPr>
          <p:cNvSpPr/>
          <p:nvPr/>
        </p:nvSpPr>
        <p:spPr>
          <a:xfrm>
            <a:off x="10347711" y="3699199"/>
            <a:ext cx="1677846" cy="304765"/>
          </a:xfrm>
          <a:prstGeom prst="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54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RETIRÉE</a:t>
            </a:r>
          </a:p>
        </p:txBody>
      </p:sp>
      <p:sp>
        <p:nvSpPr>
          <p:cNvPr id="22" name="Rectangle 21">
            <a:extLst>
              <a:ext uri="{FF2B5EF4-FFF2-40B4-BE49-F238E27FC236}">
                <a16:creationId xmlns:a16="http://schemas.microsoft.com/office/drawing/2014/main" id="{F54D4E93-9476-4490-1723-27BCA44DDDC1}"/>
              </a:ext>
            </a:extLst>
          </p:cNvPr>
          <p:cNvSpPr/>
          <p:nvPr/>
        </p:nvSpPr>
        <p:spPr>
          <a:xfrm>
            <a:off x="3435925" y="4003998"/>
            <a:ext cx="1260764" cy="3047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accent5">
                    <a:lumMod val="75000"/>
                  </a:schemeClr>
                </a:solidFill>
              </a:rPr>
              <a:t>V0.0.0</a:t>
            </a:r>
          </a:p>
        </p:txBody>
      </p:sp>
      <p:sp>
        <p:nvSpPr>
          <p:cNvPr id="23" name="Rectangle 22">
            <a:extLst>
              <a:ext uri="{FF2B5EF4-FFF2-40B4-BE49-F238E27FC236}">
                <a16:creationId xmlns:a16="http://schemas.microsoft.com/office/drawing/2014/main" id="{3B505364-6298-FC78-FB4A-35A38C0A5E77}"/>
              </a:ext>
            </a:extLst>
          </p:cNvPr>
          <p:cNvSpPr/>
          <p:nvPr/>
        </p:nvSpPr>
        <p:spPr>
          <a:xfrm>
            <a:off x="4696689" y="4003998"/>
            <a:ext cx="3252024" cy="30477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accent5">
                    <a:lumMod val="75000"/>
                  </a:schemeClr>
                </a:solidFill>
              </a:rPr>
              <a:t>V1.0.0      •      V1.1.3      •      V1.2.0</a:t>
            </a:r>
          </a:p>
        </p:txBody>
      </p:sp>
      <p:sp>
        <p:nvSpPr>
          <p:cNvPr id="24" name="Rectangle 23">
            <a:extLst>
              <a:ext uri="{FF2B5EF4-FFF2-40B4-BE49-F238E27FC236}">
                <a16:creationId xmlns:a16="http://schemas.microsoft.com/office/drawing/2014/main" id="{07AECC23-6DCA-184B-28DC-8144005FBD70}"/>
              </a:ext>
            </a:extLst>
          </p:cNvPr>
          <p:cNvSpPr/>
          <p:nvPr/>
        </p:nvSpPr>
        <p:spPr>
          <a:xfrm>
            <a:off x="7948713" y="4003999"/>
            <a:ext cx="2398998" cy="30477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accent5">
                    <a:lumMod val="75000"/>
                  </a:schemeClr>
                </a:solidFill>
              </a:rPr>
              <a:t>V1.3.0</a:t>
            </a:r>
          </a:p>
        </p:txBody>
      </p:sp>
      <p:sp>
        <p:nvSpPr>
          <p:cNvPr id="25" name="Rectangle 24">
            <a:extLst>
              <a:ext uri="{FF2B5EF4-FFF2-40B4-BE49-F238E27FC236}">
                <a16:creationId xmlns:a16="http://schemas.microsoft.com/office/drawing/2014/main" id="{48B6EFC6-958D-D44C-54BE-3CEA17D0B8B5}"/>
              </a:ext>
            </a:extLst>
          </p:cNvPr>
          <p:cNvSpPr/>
          <p:nvPr/>
        </p:nvSpPr>
        <p:spPr>
          <a:xfrm>
            <a:off x="10347711" y="4003999"/>
            <a:ext cx="1677846" cy="3047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accent5">
                    <a:lumMod val="75000"/>
                  </a:schemeClr>
                </a:solidFill>
              </a:rPr>
              <a:t>RETIRÉE</a:t>
            </a:r>
          </a:p>
        </p:txBody>
      </p:sp>
      <p:cxnSp>
        <p:nvCxnSpPr>
          <p:cNvPr id="28" name="Connecteur droit 27">
            <a:extLst>
              <a:ext uri="{FF2B5EF4-FFF2-40B4-BE49-F238E27FC236}">
                <a16:creationId xmlns:a16="http://schemas.microsoft.com/office/drawing/2014/main" id="{2D1F7D51-996A-3D4B-6CB2-E7F3A20AC09A}"/>
              </a:ext>
            </a:extLst>
          </p:cNvPr>
          <p:cNvCxnSpPr/>
          <p:nvPr/>
        </p:nvCxnSpPr>
        <p:spPr>
          <a:xfrm flipV="1">
            <a:off x="4696689" y="2147455"/>
            <a:ext cx="0" cy="2161309"/>
          </a:xfrm>
          <a:prstGeom prst="line">
            <a:avLst/>
          </a:prstGeom>
          <a:ln w="2857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Connecteur droit 28">
            <a:extLst>
              <a:ext uri="{FF2B5EF4-FFF2-40B4-BE49-F238E27FC236}">
                <a16:creationId xmlns:a16="http://schemas.microsoft.com/office/drawing/2014/main" id="{6EF9B152-762A-6887-CF93-87678863E529}"/>
              </a:ext>
            </a:extLst>
          </p:cNvPr>
          <p:cNvCxnSpPr/>
          <p:nvPr/>
        </p:nvCxnSpPr>
        <p:spPr>
          <a:xfrm flipV="1">
            <a:off x="7948713" y="2147455"/>
            <a:ext cx="0" cy="2161309"/>
          </a:xfrm>
          <a:prstGeom prst="line">
            <a:avLst/>
          </a:prstGeom>
          <a:ln w="2857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0" name="Connecteur droit 29">
            <a:extLst>
              <a:ext uri="{FF2B5EF4-FFF2-40B4-BE49-F238E27FC236}">
                <a16:creationId xmlns:a16="http://schemas.microsoft.com/office/drawing/2014/main" id="{BC1F84B9-D824-92FD-CE73-9E3BF28B8294}"/>
              </a:ext>
            </a:extLst>
          </p:cNvPr>
          <p:cNvCxnSpPr/>
          <p:nvPr/>
        </p:nvCxnSpPr>
        <p:spPr>
          <a:xfrm flipV="1">
            <a:off x="10347711" y="2147455"/>
            <a:ext cx="0" cy="2161309"/>
          </a:xfrm>
          <a:prstGeom prst="line">
            <a:avLst/>
          </a:prstGeom>
          <a:ln w="2857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1" name="Rectangle 20">
            <a:extLst>
              <a:ext uri="{FF2B5EF4-FFF2-40B4-BE49-F238E27FC236}">
                <a16:creationId xmlns:a16="http://schemas.microsoft.com/office/drawing/2014/main" id="{E6A41095-C725-DDC7-62A2-C9088455AACA}"/>
              </a:ext>
            </a:extLst>
          </p:cNvPr>
          <p:cNvSpPr/>
          <p:nvPr/>
        </p:nvSpPr>
        <p:spPr>
          <a:xfrm>
            <a:off x="7948714" y="2558684"/>
            <a:ext cx="4076843" cy="304765"/>
          </a:xfrm>
          <a:prstGeom prst="rect">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54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a:t>RUN</a:t>
            </a:r>
          </a:p>
        </p:txBody>
      </p:sp>
      <p:sp>
        <p:nvSpPr>
          <p:cNvPr id="26" name="Rectangle 25">
            <a:extLst>
              <a:ext uri="{FF2B5EF4-FFF2-40B4-BE49-F238E27FC236}">
                <a16:creationId xmlns:a16="http://schemas.microsoft.com/office/drawing/2014/main" id="{BC805CD4-75D8-F616-F265-8FD72ABAFAC0}"/>
              </a:ext>
            </a:extLst>
          </p:cNvPr>
          <p:cNvSpPr/>
          <p:nvPr/>
        </p:nvSpPr>
        <p:spPr>
          <a:xfrm>
            <a:off x="7948713" y="2863514"/>
            <a:ext cx="4076842" cy="2952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accent5">
                    <a:lumMod val="75000"/>
                  </a:schemeClr>
                </a:solidFill>
              </a:rPr>
              <a:t>API v2.0.0               •               API v2.1.4</a:t>
            </a:r>
          </a:p>
        </p:txBody>
      </p:sp>
      <p:sp>
        <p:nvSpPr>
          <p:cNvPr id="31" name="ZoneTexte 30">
            <a:extLst>
              <a:ext uri="{FF2B5EF4-FFF2-40B4-BE49-F238E27FC236}">
                <a16:creationId xmlns:a16="http://schemas.microsoft.com/office/drawing/2014/main" id="{F13AAFE2-F941-B67B-2D1A-112121A63E62}"/>
              </a:ext>
            </a:extLst>
          </p:cNvPr>
          <p:cNvSpPr txBox="1"/>
          <p:nvPr/>
        </p:nvSpPr>
        <p:spPr>
          <a:xfrm>
            <a:off x="3769191" y="1824296"/>
            <a:ext cx="1872935" cy="340519"/>
          </a:xfrm>
          <a:prstGeom prst="round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fr-FR" sz="1400" b="1">
                <a:latin typeface="Arial" panose="020B0604020202020204" pitchFamily="34" charset="0"/>
                <a:cs typeface="Arial" panose="020B0604020202020204" pitchFamily="34" charset="0"/>
              </a:rPr>
              <a:t>Publication de l’API</a:t>
            </a:r>
          </a:p>
        </p:txBody>
      </p:sp>
      <p:sp>
        <p:nvSpPr>
          <p:cNvPr id="32" name="ZoneTexte 31">
            <a:extLst>
              <a:ext uri="{FF2B5EF4-FFF2-40B4-BE49-F238E27FC236}">
                <a16:creationId xmlns:a16="http://schemas.microsoft.com/office/drawing/2014/main" id="{95BC6B4A-EA99-5D15-569F-A98EA6AE1DF6}"/>
              </a:ext>
            </a:extLst>
          </p:cNvPr>
          <p:cNvSpPr txBox="1"/>
          <p:nvPr/>
        </p:nvSpPr>
        <p:spPr>
          <a:xfrm>
            <a:off x="6771948" y="1839673"/>
            <a:ext cx="2376291" cy="340519"/>
          </a:xfrm>
          <a:prstGeom prst="round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fr-FR" sz="1400" b="1">
                <a:latin typeface="Arial" panose="020B0604020202020204" pitchFamily="34" charset="0"/>
                <a:cs typeface="Arial" panose="020B0604020202020204" pitchFamily="34" charset="0"/>
              </a:rPr>
              <a:t>Nouvelle version majeure</a:t>
            </a:r>
          </a:p>
        </p:txBody>
      </p:sp>
      <p:sp>
        <p:nvSpPr>
          <p:cNvPr id="49" name="ZoneTexte 48">
            <a:extLst>
              <a:ext uri="{FF2B5EF4-FFF2-40B4-BE49-F238E27FC236}">
                <a16:creationId xmlns:a16="http://schemas.microsoft.com/office/drawing/2014/main" id="{91D0458F-1EDB-F1DF-B9E2-A2D49EECCEA3}"/>
              </a:ext>
            </a:extLst>
          </p:cNvPr>
          <p:cNvSpPr txBox="1"/>
          <p:nvPr/>
        </p:nvSpPr>
        <p:spPr>
          <a:xfrm>
            <a:off x="9299988" y="1839645"/>
            <a:ext cx="2115711" cy="340519"/>
          </a:xfrm>
          <a:prstGeom prst="round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fr-FR" sz="1400" b="1">
                <a:latin typeface="Arial" panose="020B0604020202020204" pitchFamily="34" charset="0"/>
                <a:cs typeface="Arial" panose="020B0604020202020204" pitchFamily="34" charset="0"/>
              </a:rPr>
              <a:t>Décommissionnement</a:t>
            </a:r>
          </a:p>
        </p:txBody>
      </p:sp>
      <p:sp>
        <p:nvSpPr>
          <p:cNvPr id="53" name="ZoneTexte 52">
            <a:extLst>
              <a:ext uri="{FF2B5EF4-FFF2-40B4-BE49-F238E27FC236}">
                <a16:creationId xmlns:a16="http://schemas.microsoft.com/office/drawing/2014/main" id="{119841D7-A6D2-C16B-9D47-5928C42B90F1}"/>
              </a:ext>
            </a:extLst>
          </p:cNvPr>
          <p:cNvSpPr txBox="1"/>
          <p:nvPr/>
        </p:nvSpPr>
        <p:spPr>
          <a:xfrm>
            <a:off x="1689029" y="5458438"/>
            <a:ext cx="8813941" cy="738664"/>
          </a:xfrm>
          <a:prstGeom prst="rect">
            <a:avLst/>
          </a:prstGeom>
          <a:noFill/>
        </p:spPr>
        <p:txBody>
          <a:bodyPr wrap="square">
            <a:spAutoFit/>
          </a:bodyPr>
          <a:lstStyle/>
          <a:p>
            <a:pPr algn="ctr"/>
            <a:r>
              <a:rPr lang="fr-FR" sz="1400"/>
              <a:t>Il est obligatoire de versionner les API exposées au fur et à mesure qu'elles le permettent et d'atteindre les </a:t>
            </a:r>
            <a:r>
              <a:rPr lang="fr-FR" sz="1400" err="1"/>
              <a:t>endpoints</a:t>
            </a:r>
            <a:r>
              <a:rPr lang="fr-FR" sz="1400"/>
              <a:t> mis à jour. Il s'agit également d'itérations plus rapides qui évitent les requêtes non valides, car elles permettent l'exposition des anciennes versions d'API pendant un certain temps.</a:t>
            </a:r>
          </a:p>
        </p:txBody>
      </p:sp>
      <p:sp>
        <p:nvSpPr>
          <p:cNvPr id="4" name="Espace réservé du texte 1">
            <a:extLst>
              <a:ext uri="{FF2B5EF4-FFF2-40B4-BE49-F238E27FC236}">
                <a16:creationId xmlns:a16="http://schemas.microsoft.com/office/drawing/2014/main" id="{5E27C5AD-F52A-47AE-540C-D153A9E89B3E}"/>
              </a:ext>
            </a:extLst>
          </p:cNvPr>
          <p:cNvSpPr txBox="1">
            <a:spLocks/>
          </p:cNvSpPr>
          <p:nvPr/>
        </p:nvSpPr>
        <p:spPr>
          <a:xfrm>
            <a:off x="337931" y="1210755"/>
            <a:ext cx="11433652" cy="358691"/>
          </a:xfrm>
          <a:prstGeom prst="rect">
            <a:avLst/>
          </a:prstGeom>
        </p:spPr>
        <p:txBody>
          <a:bodyPr anchor="t" anchorCtr="0"/>
          <a:lstStyle>
            <a:lvl1pPr marL="0" indent="0" algn="l" defTabSz="914400" rtl="0" eaLnBrk="1" latinLnBrk="0" hangingPunct="1">
              <a:lnSpc>
                <a:spcPct val="90000"/>
              </a:lnSpc>
              <a:spcBef>
                <a:spcPts val="1000"/>
              </a:spcBef>
              <a:buFont typeface="Arial" panose="020B0604020202020204" pitchFamily="34" charset="0"/>
              <a:buNone/>
              <a:defRPr sz="2400" b="1" kern="1200" cap="all" spc="-150" baseline="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a:p>
        </p:txBody>
      </p:sp>
    </p:spTree>
    <p:extLst>
      <p:ext uri="{BB962C8B-B14F-4D97-AF65-F5344CB8AC3E}">
        <p14:creationId xmlns:p14="http://schemas.microsoft.com/office/powerpoint/2010/main" val="4200951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Légende : flèche courbée à une bordure 8">
            <a:extLst>
              <a:ext uri="{FF2B5EF4-FFF2-40B4-BE49-F238E27FC236}">
                <a16:creationId xmlns:a16="http://schemas.microsoft.com/office/drawing/2014/main" id="{9E149A9D-1D28-A85A-A9DE-B802E9D7D055}"/>
              </a:ext>
            </a:extLst>
          </p:cNvPr>
          <p:cNvSpPr/>
          <p:nvPr/>
        </p:nvSpPr>
        <p:spPr>
          <a:xfrm>
            <a:off x="8602214" y="1307103"/>
            <a:ext cx="3589786" cy="896888"/>
          </a:xfrm>
          <a:prstGeom prst="accentCallout2">
            <a:avLst>
              <a:gd name="adj1" fmla="val 19193"/>
              <a:gd name="adj2" fmla="val -1082"/>
              <a:gd name="adj3" fmla="val 18750"/>
              <a:gd name="adj4" fmla="val -10771"/>
              <a:gd name="adj5" fmla="val 106555"/>
              <a:gd name="adj6" fmla="val -2753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63525" lvl="1" indent="-263525">
              <a:buFont typeface="Arial" panose="020B0604020202020204" pitchFamily="34" charset="0"/>
              <a:buChar char="•"/>
            </a:pPr>
            <a:r>
              <a:rPr lang="fr-FR" sz="1100" dirty="0">
                <a:solidFill>
                  <a:schemeClr val="tx1"/>
                </a:solidFill>
              </a:rPr>
              <a:t>Mettre en place un serveur d’autorisation</a:t>
            </a:r>
          </a:p>
          <a:p>
            <a:pPr marL="263525" lvl="1" indent="-263525">
              <a:buFont typeface="Arial" panose="020B0604020202020204" pitchFamily="34" charset="0"/>
              <a:buChar char="•"/>
            </a:pPr>
            <a:r>
              <a:rPr lang="fr-FR" sz="1100" dirty="0">
                <a:solidFill>
                  <a:schemeClr val="tx1"/>
                </a:solidFill>
              </a:rPr>
              <a:t>Mettre en place un serveur d’authentification</a:t>
            </a:r>
          </a:p>
          <a:p>
            <a:pPr marL="263525" lvl="1" indent="-263525">
              <a:buFont typeface="Arial" panose="020B0604020202020204" pitchFamily="34" charset="0"/>
              <a:buChar char="•"/>
            </a:pPr>
            <a:r>
              <a:rPr lang="fr-FR" sz="1100" dirty="0">
                <a:solidFill>
                  <a:schemeClr val="tx1"/>
                </a:solidFill>
              </a:rPr>
              <a:t>Utilisé des </a:t>
            </a:r>
            <a:r>
              <a:rPr lang="fr-FR" sz="1100" dirty="0" err="1">
                <a:solidFill>
                  <a:schemeClr val="tx1"/>
                </a:solidFill>
              </a:rPr>
              <a:t>token</a:t>
            </a:r>
            <a:r>
              <a:rPr lang="fr-FR" sz="1100" dirty="0">
                <a:solidFill>
                  <a:schemeClr val="tx1"/>
                </a:solidFill>
              </a:rPr>
              <a:t> JWT signé</a:t>
            </a:r>
          </a:p>
          <a:p>
            <a:pPr marL="263525" lvl="1" indent="-263525">
              <a:buFont typeface="Arial" panose="020B0604020202020204" pitchFamily="34" charset="0"/>
              <a:buChar char="•"/>
            </a:pPr>
            <a:r>
              <a:rPr lang="fr-FR" sz="1100" dirty="0">
                <a:solidFill>
                  <a:schemeClr val="tx1"/>
                </a:solidFill>
              </a:rPr>
              <a:t>Réduire la durée de vie des </a:t>
            </a:r>
            <a:r>
              <a:rPr lang="fr-FR" sz="1100" dirty="0" err="1">
                <a:solidFill>
                  <a:schemeClr val="tx1"/>
                </a:solidFill>
              </a:rPr>
              <a:t>token</a:t>
            </a:r>
            <a:r>
              <a:rPr lang="fr-FR" sz="1100" dirty="0">
                <a:solidFill>
                  <a:schemeClr val="tx1"/>
                </a:solidFill>
              </a:rPr>
              <a:t> au strict minimum</a:t>
            </a:r>
            <a:endParaRPr lang="fr-FR" sz="1600" dirty="0">
              <a:solidFill>
                <a:schemeClr val="tx1"/>
              </a:solidFill>
              <a:effectLst/>
              <a:latin typeface="Arial" panose="020B0604020202020204" pitchFamily="34" charset="0"/>
              <a:cs typeface="Arial" panose="020B0604020202020204" pitchFamily="34" charset="0"/>
            </a:endParaRPr>
          </a:p>
        </p:txBody>
      </p:sp>
      <p:sp>
        <p:nvSpPr>
          <p:cNvPr id="10" name="Légende : flèche courbée à une bordure 9">
            <a:extLst>
              <a:ext uri="{FF2B5EF4-FFF2-40B4-BE49-F238E27FC236}">
                <a16:creationId xmlns:a16="http://schemas.microsoft.com/office/drawing/2014/main" id="{7176C719-C781-1E33-D81C-D3837A180136}"/>
              </a:ext>
            </a:extLst>
          </p:cNvPr>
          <p:cNvSpPr/>
          <p:nvPr/>
        </p:nvSpPr>
        <p:spPr>
          <a:xfrm>
            <a:off x="8602214" y="3578595"/>
            <a:ext cx="3589786" cy="739433"/>
          </a:xfrm>
          <a:prstGeom prst="accentCallout2">
            <a:avLst>
              <a:gd name="adj1" fmla="val 19193"/>
              <a:gd name="adj2" fmla="val -1082"/>
              <a:gd name="adj3" fmla="val 18750"/>
              <a:gd name="adj4" fmla="val -10771"/>
              <a:gd name="adj5" fmla="val 120582"/>
              <a:gd name="adj6" fmla="val -2590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r>
              <a:rPr lang="fr-FR" sz="1100" dirty="0">
                <a:solidFill>
                  <a:schemeClr val="tx1"/>
                </a:solidFill>
                <a:effectLst/>
                <a:latin typeface="Arial" panose="020B0604020202020204" pitchFamily="34" charset="0"/>
                <a:cs typeface="Arial" panose="020B0604020202020204" pitchFamily="34" charset="0"/>
              </a:rPr>
              <a:t>Adapter le call flow d’authentification/autorisation en fonction des consommateurs, des données exposées et contexte d’exposition (interne ou externe au SI)</a:t>
            </a:r>
          </a:p>
        </p:txBody>
      </p:sp>
      <p:sp>
        <p:nvSpPr>
          <p:cNvPr id="11" name="Légende : flèche courbée à une bordure 10">
            <a:extLst>
              <a:ext uri="{FF2B5EF4-FFF2-40B4-BE49-F238E27FC236}">
                <a16:creationId xmlns:a16="http://schemas.microsoft.com/office/drawing/2014/main" id="{699CC250-24E2-C53C-0DC8-CCA3626146E1}"/>
              </a:ext>
            </a:extLst>
          </p:cNvPr>
          <p:cNvSpPr/>
          <p:nvPr/>
        </p:nvSpPr>
        <p:spPr>
          <a:xfrm>
            <a:off x="8602214" y="4858811"/>
            <a:ext cx="3322056" cy="307777"/>
          </a:xfrm>
          <a:prstGeom prst="accentCallout2">
            <a:avLst>
              <a:gd name="adj1" fmla="val 19193"/>
              <a:gd name="adj2" fmla="val -1082"/>
              <a:gd name="adj3" fmla="val 18750"/>
              <a:gd name="adj4" fmla="val -10771"/>
              <a:gd name="adj5" fmla="val 244239"/>
              <a:gd name="adj6" fmla="val -2635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r>
              <a:rPr lang="fr-FR" sz="1100" dirty="0">
                <a:solidFill>
                  <a:schemeClr val="tx1"/>
                </a:solidFill>
                <a:effectLst/>
                <a:latin typeface="Arial" panose="020B0604020202020204" pitchFamily="34" charset="0"/>
                <a:cs typeface="Arial" panose="020B0604020202020204" pitchFamily="34" charset="0"/>
              </a:rPr>
              <a:t>Généricité des messages d’erreur</a:t>
            </a:r>
          </a:p>
        </p:txBody>
      </p:sp>
      <p:sp>
        <p:nvSpPr>
          <p:cNvPr id="5" name="Espace réservé du texte 4">
            <a:extLst>
              <a:ext uri="{FF2B5EF4-FFF2-40B4-BE49-F238E27FC236}">
                <a16:creationId xmlns:a16="http://schemas.microsoft.com/office/drawing/2014/main" id="{683E3ED4-0BB5-959A-4B9A-EFF3CE84C0FB}"/>
              </a:ext>
            </a:extLst>
          </p:cNvPr>
          <p:cNvSpPr>
            <a:spLocks noGrp="1"/>
          </p:cNvSpPr>
          <p:nvPr>
            <p:ph type="body" sz="quarter" idx="35"/>
          </p:nvPr>
        </p:nvSpPr>
        <p:spPr/>
        <p:txBody>
          <a:bodyPr/>
          <a:lstStyle/>
          <a:p>
            <a:r>
              <a:rPr lang="fr-FR" dirty="0"/>
              <a:t>Zoom Sécurité</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BONNES PRATIQUES Opérationnelles</a:t>
            </a:r>
          </a:p>
        </p:txBody>
      </p:sp>
      <p:sp>
        <p:nvSpPr>
          <p:cNvPr id="6" name="ZoneTexte 5">
            <a:extLst>
              <a:ext uri="{FF2B5EF4-FFF2-40B4-BE49-F238E27FC236}">
                <a16:creationId xmlns:a16="http://schemas.microsoft.com/office/drawing/2014/main" id="{B1394312-BCA2-5BDC-B488-D1AFACE373B3}"/>
              </a:ext>
            </a:extLst>
          </p:cNvPr>
          <p:cNvSpPr txBox="1"/>
          <p:nvPr/>
        </p:nvSpPr>
        <p:spPr>
          <a:xfrm>
            <a:off x="751290" y="6248154"/>
            <a:ext cx="10895932" cy="307777"/>
          </a:xfrm>
          <a:prstGeom prst="rect">
            <a:avLst/>
          </a:prstGeom>
          <a:noFill/>
        </p:spPr>
        <p:txBody>
          <a:bodyPr wrap="none" rtlCol="0">
            <a:spAutoFit/>
          </a:bodyPr>
          <a:lstStyle/>
          <a:p>
            <a:r>
              <a:rPr lang="fr-FR" sz="1400" b="1" i="1" dirty="0">
                <a:latin typeface="Arial" panose="020B0604020202020204" pitchFamily="34" charset="0"/>
                <a:cs typeface="Arial" panose="020B0604020202020204" pitchFamily="34" charset="0"/>
              </a:rPr>
              <a:t>Les éléments ci-dessus sont fournis à titre d’exemples qui vous sera nécessaire de contextualiser dans vos environnements</a:t>
            </a:r>
          </a:p>
        </p:txBody>
      </p:sp>
      <p:graphicFrame>
        <p:nvGraphicFramePr>
          <p:cNvPr id="8" name="Diagramme 7">
            <a:extLst>
              <a:ext uri="{FF2B5EF4-FFF2-40B4-BE49-F238E27FC236}">
                <a16:creationId xmlns:a16="http://schemas.microsoft.com/office/drawing/2014/main" id="{7B4CE6C0-3A20-5FF7-4C04-60356D9A866D}"/>
              </a:ext>
            </a:extLst>
          </p:cNvPr>
          <p:cNvGraphicFramePr/>
          <p:nvPr/>
        </p:nvGraphicFramePr>
        <p:xfrm>
          <a:off x="637949" y="1173338"/>
          <a:ext cx="7078084" cy="50748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538201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683E3ED4-0BB5-959A-4B9A-EFF3CE84C0FB}"/>
              </a:ext>
            </a:extLst>
          </p:cNvPr>
          <p:cNvSpPr>
            <a:spLocks noGrp="1"/>
          </p:cNvSpPr>
          <p:nvPr>
            <p:ph type="body" sz="quarter" idx="35"/>
          </p:nvPr>
        </p:nvSpPr>
        <p:spPr/>
        <p:txBody>
          <a:bodyPr/>
          <a:lstStyle/>
          <a:p>
            <a:r>
              <a:rPr lang="fr-FR" dirty="0"/>
              <a:t>Outillage </a:t>
            </a:r>
            <a:r>
              <a:rPr lang="fr-FR" dirty="0" err="1"/>
              <a:t>Mulesoft</a:t>
            </a:r>
            <a:r>
              <a:rPr lang="fr-FR" dirty="0"/>
              <a:t> : API </a:t>
            </a:r>
            <a:r>
              <a:rPr lang="fr-FR" dirty="0" err="1"/>
              <a:t>Governance</a:t>
            </a:r>
            <a:endParaRPr lang="fr-FR" dirty="0"/>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LES BONNES PRATIQUES Opérationnelles</a:t>
            </a:r>
          </a:p>
        </p:txBody>
      </p:sp>
      <p:sp>
        <p:nvSpPr>
          <p:cNvPr id="3" name="ZoneTexte 2">
            <a:extLst>
              <a:ext uri="{FF2B5EF4-FFF2-40B4-BE49-F238E27FC236}">
                <a16:creationId xmlns:a16="http://schemas.microsoft.com/office/drawing/2014/main" id="{C1019378-1EA6-9543-73BA-0A4200ED489F}"/>
              </a:ext>
            </a:extLst>
          </p:cNvPr>
          <p:cNvSpPr txBox="1"/>
          <p:nvPr/>
        </p:nvSpPr>
        <p:spPr>
          <a:xfrm>
            <a:off x="337931" y="1133313"/>
            <a:ext cx="10376495" cy="307777"/>
          </a:xfrm>
          <a:prstGeom prst="rect">
            <a:avLst/>
          </a:prstGeom>
          <a:noFill/>
        </p:spPr>
        <p:txBody>
          <a:bodyPr wrap="none" rtlCol="0">
            <a:spAutoFit/>
          </a:bodyPr>
          <a:lstStyle/>
          <a:p>
            <a:r>
              <a:rPr lang="fr-FR" sz="1400" b="1" i="1" dirty="0">
                <a:latin typeface="Arial" panose="020B0604020202020204" pitchFamily="34" charset="0"/>
                <a:cs typeface="Arial" panose="020B0604020202020204" pitchFamily="34" charset="0"/>
              </a:rPr>
              <a:t>Dans son offre </a:t>
            </a:r>
            <a:r>
              <a:rPr lang="fr-FR" sz="1400" b="1" i="1" dirty="0" err="1">
                <a:latin typeface="Arial" panose="020B0604020202020204" pitchFamily="34" charset="0"/>
                <a:cs typeface="Arial" panose="020B0604020202020204" pitchFamily="34" charset="0"/>
              </a:rPr>
              <a:t>mulesoft</a:t>
            </a:r>
            <a:r>
              <a:rPr lang="fr-FR" sz="1400" b="1" i="1" dirty="0">
                <a:latin typeface="Arial" panose="020B0604020202020204" pitchFamily="34" charset="0"/>
                <a:cs typeface="Arial" panose="020B0604020202020204" pitchFamily="34" charset="0"/>
              </a:rPr>
              <a:t> propose un outil qui permettra de valider une partie de vos bonnes pratiques </a:t>
            </a:r>
            <a:r>
              <a:rPr lang="fr-FR" sz="1400" b="1" i="1">
                <a:latin typeface="Arial" panose="020B0604020202020204" pitchFamily="34" charset="0"/>
                <a:cs typeface="Arial" panose="020B0604020202020204" pitchFamily="34" charset="0"/>
              </a:rPr>
              <a:t>parmi lesquelles </a:t>
            </a:r>
            <a:r>
              <a:rPr lang="fr-FR" sz="1400" b="1" i="1" dirty="0">
                <a:latin typeface="Arial" panose="020B0604020202020204" pitchFamily="34" charset="0"/>
                <a:cs typeface="Arial" panose="020B0604020202020204" pitchFamily="34" charset="0"/>
              </a:rPr>
              <a:t>:</a:t>
            </a:r>
          </a:p>
        </p:txBody>
      </p:sp>
      <p:pic>
        <p:nvPicPr>
          <p:cNvPr id="13" name="Image 12" descr="Une image contenant texte, capture d’écran, moniteur, écran&#10;&#10;Description générée automatiquement">
            <a:extLst>
              <a:ext uri="{FF2B5EF4-FFF2-40B4-BE49-F238E27FC236}">
                <a16:creationId xmlns:a16="http://schemas.microsoft.com/office/drawing/2014/main" id="{9A81B658-ED7C-B3A4-C46B-3E6A64FC1E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968" y="1728152"/>
            <a:ext cx="2849062" cy="1574323"/>
          </a:xfrm>
          <a:prstGeom prst="rect">
            <a:avLst/>
          </a:prstGeom>
        </p:spPr>
      </p:pic>
      <p:pic>
        <p:nvPicPr>
          <p:cNvPr id="14" name="Image 13">
            <a:extLst>
              <a:ext uri="{FF2B5EF4-FFF2-40B4-BE49-F238E27FC236}">
                <a16:creationId xmlns:a16="http://schemas.microsoft.com/office/drawing/2014/main" id="{1FF6DBDF-C146-FC3A-8EE3-FA2264A19C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12571" y="2482742"/>
            <a:ext cx="4285046" cy="2004061"/>
          </a:xfrm>
          <a:prstGeom prst="rect">
            <a:avLst/>
          </a:prstGeom>
        </p:spPr>
      </p:pic>
      <p:pic>
        <p:nvPicPr>
          <p:cNvPr id="15" name="Image 14" descr="Une image contenant texte&#10;&#10;Description générée automatiquement">
            <a:extLst>
              <a:ext uri="{FF2B5EF4-FFF2-40B4-BE49-F238E27FC236}">
                <a16:creationId xmlns:a16="http://schemas.microsoft.com/office/drawing/2014/main" id="{02349401-51E4-4C06-E391-528F3E01C6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7968" y="3708266"/>
            <a:ext cx="3297728" cy="1675036"/>
          </a:xfrm>
          <a:prstGeom prst="rect">
            <a:avLst/>
          </a:prstGeom>
        </p:spPr>
      </p:pic>
      <p:pic>
        <p:nvPicPr>
          <p:cNvPr id="16" name="Image 15" descr="Une image contenant texte&#10;&#10;Description générée automatiquement">
            <a:extLst>
              <a:ext uri="{FF2B5EF4-FFF2-40B4-BE49-F238E27FC236}">
                <a16:creationId xmlns:a16="http://schemas.microsoft.com/office/drawing/2014/main" id="{4E3B2470-B32A-8052-C4FD-10F60584AF9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1886" y="4486803"/>
            <a:ext cx="3821371" cy="1792998"/>
          </a:xfrm>
          <a:prstGeom prst="rect">
            <a:avLst/>
          </a:prstGeom>
        </p:spPr>
      </p:pic>
      <p:pic>
        <p:nvPicPr>
          <p:cNvPr id="17" name="Image 16" descr="Une image contenant texte&#10;&#10;Description générée automatiquement">
            <a:extLst>
              <a:ext uri="{FF2B5EF4-FFF2-40B4-BE49-F238E27FC236}">
                <a16:creationId xmlns:a16="http://schemas.microsoft.com/office/drawing/2014/main" id="{85DAD3A8-48AF-D18C-C089-1D009889B49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85699" y="4937764"/>
            <a:ext cx="4010301" cy="1573845"/>
          </a:xfrm>
          <a:prstGeom prst="rect">
            <a:avLst/>
          </a:prstGeom>
        </p:spPr>
      </p:pic>
      <p:sp>
        <p:nvSpPr>
          <p:cNvPr id="18" name="ZoneTexte 17">
            <a:extLst>
              <a:ext uri="{FF2B5EF4-FFF2-40B4-BE49-F238E27FC236}">
                <a16:creationId xmlns:a16="http://schemas.microsoft.com/office/drawing/2014/main" id="{F8C3875B-27A7-BBB7-2644-7910C36B8638}"/>
              </a:ext>
            </a:extLst>
          </p:cNvPr>
          <p:cNvSpPr txBox="1"/>
          <p:nvPr/>
        </p:nvSpPr>
        <p:spPr>
          <a:xfrm>
            <a:off x="7114784" y="1780959"/>
            <a:ext cx="4849248" cy="4031873"/>
          </a:xfrm>
          <a:prstGeom prst="rect">
            <a:avLst/>
          </a:prstGeom>
          <a:noFill/>
        </p:spPr>
        <p:txBody>
          <a:bodyPr wrap="square" rtlCol="0">
            <a:spAutoFit/>
          </a:bodyPr>
          <a:lstStyle/>
          <a:p>
            <a:pPr algn="just"/>
            <a:r>
              <a:rPr lang="fr-FR" sz="1600" dirty="0">
                <a:latin typeface="Arial" panose="020B0604020202020204" pitchFamily="34" charset="0"/>
                <a:cs typeface="Arial" panose="020B0604020202020204" pitchFamily="34" charset="0"/>
              </a:rPr>
              <a:t>Un ensemble de règles «</a:t>
            </a:r>
            <a:r>
              <a:rPr lang="fr-FR" sz="1600" b="1" dirty="0">
                <a:latin typeface="Arial" panose="020B0604020202020204" pitchFamily="34" charset="0"/>
                <a:cs typeface="Arial" panose="020B0604020202020204" pitchFamily="34" charset="0"/>
              </a:rPr>
              <a:t> out of the box</a:t>
            </a:r>
            <a:r>
              <a:rPr lang="fr-FR" sz="1600" dirty="0">
                <a:latin typeface="Arial" panose="020B0604020202020204" pitchFamily="34" charset="0"/>
                <a:cs typeface="Arial" panose="020B0604020202020204" pitchFamily="34" charset="0"/>
              </a:rPr>
              <a:t> » agissent sur les </a:t>
            </a:r>
            <a:r>
              <a:rPr lang="fr-FR" sz="1600" b="1" dirty="0">
                <a:latin typeface="Arial" panose="020B0604020202020204" pitchFamily="34" charset="0"/>
                <a:cs typeface="Arial" panose="020B0604020202020204" pitchFamily="34" charset="0"/>
              </a:rPr>
              <a:t>fichiers de spécification </a:t>
            </a:r>
            <a:r>
              <a:rPr lang="fr-FR" sz="1600" dirty="0">
                <a:latin typeface="Arial" panose="020B0604020202020204" pitchFamily="34" charset="0"/>
                <a:cs typeface="Arial" panose="020B0604020202020204" pitchFamily="34" charset="0"/>
              </a:rPr>
              <a:t>et permettent leur validation (conventions de nommages, règles de conformité, respect des headers). Des règles </a:t>
            </a:r>
            <a:r>
              <a:rPr lang="fr-FR" sz="1600" b="1" dirty="0">
                <a:latin typeface="Arial" panose="020B0604020202020204" pitchFamily="34" charset="0"/>
                <a:cs typeface="Arial" panose="020B0604020202020204" pitchFamily="34" charset="0"/>
              </a:rPr>
              <a:t>personnalisées</a:t>
            </a:r>
            <a:r>
              <a:rPr lang="fr-FR" sz="1600" dirty="0">
                <a:latin typeface="Arial" panose="020B0604020202020204" pitchFamily="34" charset="0"/>
                <a:cs typeface="Arial" panose="020B0604020202020204" pitchFamily="34" charset="0"/>
              </a:rPr>
              <a:t> peuvent être ajoutées si le besoin est noté mais celles présentent forment déjà une base solide.</a:t>
            </a:r>
          </a:p>
          <a:p>
            <a:pPr algn="just"/>
            <a:endParaRPr lang="fr-FR" sz="1600" dirty="0">
              <a:latin typeface="Arial" panose="020B0604020202020204" pitchFamily="34" charset="0"/>
              <a:cs typeface="Arial" panose="020B0604020202020204" pitchFamily="34" charset="0"/>
            </a:endParaRPr>
          </a:p>
          <a:p>
            <a:pPr algn="just"/>
            <a:r>
              <a:rPr lang="fr-FR" sz="1600" dirty="0">
                <a:latin typeface="Arial" panose="020B0604020202020204" pitchFamily="34" charset="0"/>
                <a:cs typeface="Arial" panose="020B0604020202020204" pitchFamily="34" charset="0"/>
              </a:rPr>
              <a:t>Un </a:t>
            </a:r>
            <a:r>
              <a:rPr lang="fr-FR" sz="1600" b="1" dirty="0">
                <a:latin typeface="Arial" panose="020B0604020202020204" pitchFamily="34" charset="0"/>
                <a:cs typeface="Arial" panose="020B0604020202020204" pitchFamily="34" charset="0"/>
              </a:rPr>
              <a:t>Linter</a:t>
            </a:r>
            <a:r>
              <a:rPr lang="fr-FR" sz="1600" dirty="0">
                <a:latin typeface="Arial" panose="020B0604020202020204" pitchFamily="34" charset="0"/>
                <a:cs typeface="Arial" panose="020B0604020202020204" pitchFamily="34" charset="0"/>
              </a:rPr>
              <a:t> sur le Design Center ainsi qu’un dispositif de </a:t>
            </a:r>
            <a:r>
              <a:rPr lang="fr-FR" sz="1600" b="1" dirty="0">
                <a:latin typeface="Arial" panose="020B0604020202020204" pitchFamily="34" charset="0"/>
                <a:cs typeface="Arial" panose="020B0604020202020204" pitchFamily="34" charset="0"/>
              </a:rPr>
              <a:t>notifications</a:t>
            </a:r>
            <a:r>
              <a:rPr lang="fr-FR" sz="1600" dirty="0">
                <a:latin typeface="Arial" panose="020B0604020202020204" pitchFamily="34" charset="0"/>
                <a:cs typeface="Arial" panose="020B0604020202020204" pitchFamily="34" charset="0"/>
              </a:rPr>
              <a:t> du développeur en cas de non respect de ces règles est mis en place afin </a:t>
            </a:r>
            <a:r>
              <a:rPr lang="fr-FR" sz="1600" b="1" dirty="0">
                <a:latin typeface="Arial" panose="020B0604020202020204" pitchFamily="34" charset="0"/>
                <a:cs typeface="Arial" panose="020B0604020202020204" pitchFamily="34" charset="0"/>
              </a:rPr>
              <a:t>d’automatiser la vérification</a:t>
            </a:r>
            <a:r>
              <a:rPr lang="fr-FR" sz="1600" dirty="0">
                <a:latin typeface="Arial" panose="020B0604020202020204" pitchFamily="34" charset="0"/>
                <a:cs typeface="Arial" panose="020B0604020202020204" pitchFamily="34" charset="0"/>
              </a:rPr>
              <a:t>.</a:t>
            </a:r>
          </a:p>
          <a:p>
            <a:pPr algn="just"/>
            <a:endParaRPr lang="fr-FR" sz="1600" dirty="0">
              <a:latin typeface="Arial" panose="020B0604020202020204" pitchFamily="34" charset="0"/>
              <a:cs typeface="Arial" panose="020B0604020202020204" pitchFamily="34" charset="0"/>
            </a:endParaRPr>
          </a:p>
          <a:p>
            <a:pPr algn="just"/>
            <a:r>
              <a:rPr lang="fr-FR" sz="1600" dirty="0">
                <a:latin typeface="Arial" panose="020B0604020202020204" pitchFamily="34" charset="0"/>
                <a:cs typeface="Arial" panose="020B0604020202020204" pitchFamily="34" charset="0"/>
              </a:rPr>
              <a:t>Un ensemble d’outils </a:t>
            </a:r>
            <a:r>
              <a:rPr lang="fr-FR" sz="1600">
                <a:latin typeface="Arial" panose="020B0604020202020204" pitchFamily="34" charset="0"/>
                <a:cs typeface="Arial" panose="020B0604020202020204" pitchFamily="34" charset="0"/>
              </a:rPr>
              <a:t>assure</a:t>
            </a:r>
            <a:r>
              <a:rPr lang="fr-FR" sz="1600" dirty="0">
                <a:latin typeface="Arial" panose="020B0604020202020204" pitchFamily="34" charset="0"/>
                <a:cs typeface="Arial" panose="020B0604020202020204" pitchFamily="34" charset="0"/>
              </a:rPr>
              <a:t> la </a:t>
            </a:r>
            <a:r>
              <a:rPr lang="fr-FR" sz="1600" b="1" dirty="0">
                <a:latin typeface="Arial" panose="020B0604020202020204" pitchFamily="34" charset="0"/>
                <a:cs typeface="Arial" panose="020B0604020202020204" pitchFamily="34" charset="0"/>
              </a:rPr>
              <a:t>sécurité</a:t>
            </a:r>
            <a:r>
              <a:rPr lang="fr-FR" sz="1600" dirty="0">
                <a:latin typeface="Arial" panose="020B0604020202020204" pitchFamily="34" charset="0"/>
                <a:cs typeface="Arial" panose="020B0604020202020204" pitchFamily="34" charset="0"/>
              </a:rPr>
              <a:t> et la qualité des APIs en appliquant des normes à n’importe quelle API de manière cohérente.</a:t>
            </a:r>
          </a:p>
        </p:txBody>
      </p:sp>
    </p:spTree>
    <p:extLst>
      <p:ext uri="{BB962C8B-B14F-4D97-AF65-F5344CB8AC3E}">
        <p14:creationId xmlns:p14="http://schemas.microsoft.com/office/powerpoint/2010/main" val="15384687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2" descr="DevOps : tout ce qu'il y a à savoir">
            <a:extLst>
              <a:ext uri="{FF2B5EF4-FFF2-40B4-BE49-F238E27FC236}">
                <a16:creationId xmlns:a16="http://schemas.microsoft.com/office/drawing/2014/main" id="{BE8259D0-0923-7771-4609-2856F03A40E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642" t="29095" r="7416" b="8479"/>
          <a:stretch/>
        </p:blipFill>
        <p:spPr bwMode="auto">
          <a:xfrm rot="5400000" flipV="1">
            <a:off x="3285228" y="1941369"/>
            <a:ext cx="6863721" cy="2980988"/>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42477" y="-2"/>
            <a:ext cx="2980989"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3D206E94-5069-288D-C38F-B1B8315C3622}"/>
              </a:ext>
            </a:extLst>
          </p:cNvPr>
          <p:cNvSpPr/>
          <p:nvPr/>
        </p:nvSpPr>
        <p:spPr>
          <a:xfrm>
            <a:off x="0" y="2410889"/>
            <a:ext cx="5150050"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dirty="0">
                <a:solidFill>
                  <a:schemeClr val="bg1"/>
                </a:solidFill>
                <a:latin typeface="Arial" panose="020B0604020202020204" pitchFamily="34" charset="0"/>
                <a:ea typeface="Arial Black" charset="0"/>
                <a:cs typeface="Arial" panose="020B0604020202020204" pitchFamily="34" charset="0"/>
              </a:rPr>
              <a:t>Les bonnes pratiques : opérationnelles, automatisation et supervision</a:t>
            </a:r>
          </a:p>
        </p:txBody>
      </p:sp>
      <p:sp>
        <p:nvSpPr>
          <p:cNvPr id="6" name="Rectangle 5">
            <a:extLst>
              <a:ext uri="{FF2B5EF4-FFF2-40B4-BE49-F238E27FC236}">
                <a16:creationId xmlns:a16="http://schemas.microsoft.com/office/drawing/2014/main" id="{58DA52A3-FBAE-49B2-F972-3DAC29D16A36}"/>
              </a:ext>
            </a:extLst>
          </p:cNvPr>
          <p:cNvSpPr/>
          <p:nvPr/>
        </p:nvSpPr>
        <p:spPr>
          <a:xfrm>
            <a:off x="4988435" y="2410889"/>
            <a:ext cx="238158" cy="1929355"/>
          </a:xfrm>
          <a:prstGeom prst="rect">
            <a:avLst/>
          </a:prstGeom>
          <a:solidFill>
            <a:schemeClr val="accent5">
              <a:alpha val="8247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7BB83A"/>
              </a:solidFill>
              <a:effectLst/>
              <a:uLnTx/>
              <a:uFillTx/>
              <a:latin typeface="Arial"/>
              <a:ea typeface="+mn-ea"/>
              <a:cs typeface="+mn-cs"/>
            </a:endParaRPr>
          </a:p>
        </p:txBody>
      </p:sp>
      <p:grpSp>
        <p:nvGrpSpPr>
          <p:cNvPr id="20" name="Groupe 19">
            <a:extLst>
              <a:ext uri="{FF2B5EF4-FFF2-40B4-BE49-F238E27FC236}">
                <a16:creationId xmlns:a16="http://schemas.microsoft.com/office/drawing/2014/main" id="{9E92277F-62D1-96F2-18A9-0B0D0380F58D}"/>
              </a:ext>
            </a:extLst>
          </p:cNvPr>
          <p:cNvGrpSpPr/>
          <p:nvPr/>
        </p:nvGrpSpPr>
        <p:grpSpPr>
          <a:xfrm>
            <a:off x="59059" y="3054876"/>
            <a:ext cx="748248" cy="748248"/>
            <a:chOff x="7838379" y="3232305"/>
            <a:chExt cx="748248" cy="748248"/>
          </a:xfrm>
        </p:grpSpPr>
        <p:sp>
          <p:nvSpPr>
            <p:cNvPr id="21" name="Oval 9">
              <a:extLst>
                <a:ext uri="{FF2B5EF4-FFF2-40B4-BE49-F238E27FC236}">
                  <a16:creationId xmlns:a16="http://schemas.microsoft.com/office/drawing/2014/main" id="{BFE761A1-876D-C7F4-85AE-CBFE6F857E44}"/>
                </a:ext>
              </a:extLst>
            </p:cNvPr>
            <p:cNvSpPr/>
            <p:nvPr/>
          </p:nvSpPr>
          <p:spPr>
            <a:xfrm>
              <a:off x="7838379" y="3232305"/>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22" name="Picture 6">
              <a:extLst>
                <a:ext uri="{FF2B5EF4-FFF2-40B4-BE49-F238E27FC236}">
                  <a16:creationId xmlns:a16="http://schemas.microsoft.com/office/drawing/2014/main" id="{DCF15EE0-61D2-62EA-4887-971FF075FA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33803" y="3361557"/>
              <a:ext cx="547558" cy="547558"/>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TextBox 4">
            <a:extLst>
              <a:ext uri="{FF2B5EF4-FFF2-40B4-BE49-F238E27FC236}">
                <a16:creationId xmlns:a16="http://schemas.microsoft.com/office/drawing/2014/main" id="{0FC61961-E568-9530-84FD-30F35B5CC2CF}"/>
              </a:ext>
            </a:extLst>
          </p:cNvPr>
          <p:cNvSpPr txBox="1"/>
          <p:nvPr/>
        </p:nvSpPr>
        <p:spPr>
          <a:xfrm>
            <a:off x="8737615" y="4798962"/>
            <a:ext cx="2986214" cy="313932"/>
          </a:xfrm>
          <a:prstGeom prst="rect">
            <a:avLst/>
          </a:prstGeom>
          <a:noFill/>
        </p:spPr>
        <p:txBody>
          <a:bodyPr wrap="square" rtlCol="0">
            <a:spAutoFit/>
          </a:bodyPr>
          <a:lstStyle/>
          <a:p>
            <a:pPr>
              <a:lnSpc>
                <a:spcPct val="90000"/>
              </a:lnSpc>
            </a:pPr>
            <a:r>
              <a:rPr lang="fr-FR" sz="1600" dirty="0">
                <a:solidFill>
                  <a:schemeClr val="tx1">
                    <a:lumMod val="50000"/>
                    <a:lumOff val="50000"/>
                  </a:schemeClr>
                </a:solidFill>
                <a:latin typeface="Arial" panose="020B0604020202020204" pitchFamily="34" charset="0"/>
                <a:cs typeface="Arial" panose="020B0604020202020204" pitchFamily="34" charset="0"/>
              </a:rPr>
              <a:t>Supervision et indicateurs</a:t>
            </a:r>
          </a:p>
        </p:txBody>
      </p:sp>
      <p:grpSp>
        <p:nvGrpSpPr>
          <p:cNvPr id="38" name="Groupe 37">
            <a:extLst>
              <a:ext uri="{FF2B5EF4-FFF2-40B4-BE49-F238E27FC236}">
                <a16:creationId xmlns:a16="http://schemas.microsoft.com/office/drawing/2014/main" id="{F79FB604-414A-1B36-EE91-B6B639D08D62}"/>
              </a:ext>
            </a:extLst>
          </p:cNvPr>
          <p:cNvGrpSpPr/>
          <p:nvPr/>
        </p:nvGrpSpPr>
        <p:grpSpPr>
          <a:xfrm>
            <a:off x="7883583" y="4632583"/>
            <a:ext cx="648000" cy="648000"/>
            <a:chOff x="7880947" y="4785313"/>
            <a:chExt cx="648000" cy="648000"/>
          </a:xfrm>
        </p:grpSpPr>
        <p:sp>
          <p:nvSpPr>
            <p:cNvPr id="41" name="Oval 9">
              <a:extLst>
                <a:ext uri="{FF2B5EF4-FFF2-40B4-BE49-F238E27FC236}">
                  <a16:creationId xmlns:a16="http://schemas.microsoft.com/office/drawing/2014/main" id="{B106D339-3AE9-6C30-7E74-8BC66440291C}"/>
                </a:ext>
              </a:extLst>
            </p:cNvPr>
            <p:cNvSpPr/>
            <p:nvPr/>
          </p:nvSpPr>
          <p:spPr>
            <a:xfrm>
              <a:off x="7880947" y="478531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42" name="Picture 6" descr="Benchmark measure icon in flat style. Dashboard rating vector illustration  on white isolated background. Progress service business concept. Stock  Vector | Adobe Stock">
              <a:extLst>
                <a:ext uri="{FF2B5EF4-FFF2-40B4-BE49-F238E27FC236}">
                  <a16:creationId xmlns:a16="http://schemas.microsoft.com/office/drawing/2014/main" id="{0DAC2C00-F8C7-4F20-ED55-58F5F18591D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1720" t="20298" r="10953" b="21027"/>
            <a:stretch/>
          </p:blipFill>
          <p:spPr bwMode="auto">
            <a:xfrm>
              <a:off x="7928042" y="4900958"/>
              <a:ext cx="547465" cy="415401"/>
            </a:xfrm>
            <a:prstGeom prst="roundRect">
              <a:avLst>
                <a:gd name="adj" fmla="val 36791"/>
              </a:avLst>
            </a:prstGeom>
            <a:noFill/>
            <a:extLst>
              <a:ext uri="{909E8E84-426E-40DD-AFC4-6F175D3DCCD1}">
                <a14:hiddenFill xmlns:a14="http://schemas.microsoft.com/office/drawing/2010/main">
                  <a:solidFill>
                    <a:srgbClr val="FFFFFF"/>
                  </a:solidFill>
                </a14:hiddenFill>
              </a:ext>
            </a:extLst>
          </p:spPr>
        </p:pic>
      </p:grpSp>
      <p:grpSp>
        <p:nvGrpSpPr>
          <p:cNvPr id="35" name="Groupe 34">
            <a:extLst>
              <a:ext uri="{FF2B5EF4-FFF2-40B4-BE49-F238E27FC236}">
                <a16:creationId xmlns:a16="http://schemas.microsoft.com/office/drawing/2014/main" id="{2272AD06-E710-3611-4C59-090AD6619153}"/>
              </a:ext>
            </a:extLst>
          </p:cNvPr>
          <p:cNvGrpSpPr/>
          <p:nvPr/>
        </p:nvGrpSpPr>
        <p:grpSpPr>
          <a:xfrm>
            <a:off x="7899486" y="1577418"/>
            <a:ext cx="648000" cy="648000"/>
            <a:chOff x="7899486" y="1003866"/>
            <a:chExt cx="648000" cy="648000"/>
          </a:xfrm>
        </p:grpSpPr>
        <p:sp>
          <p:nvSpPr>
            <p:cNvPr id="25" name="Oval 9">
              <a:extLst>
                <a:ext uri="{FF2B5EF4-FFF2-40B4-BE49-F238E27FC236}">
                  <a16:creationId xmlns:a16="http://schemas.microsoft.com/office/drawing/2014/main" id="{E561F308-646E-62A2-971F-E20F93340E6A}"/>
                </a:ext>
              </a:extLst>
            </p:cNvPr>
            <p:cNvSpPr/>
            <p:nvPr/>
          </p:nvSpPr>
          <p:spPr>
            <a:xfrm>
              <a:off x="7899486" y="1003866"/>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31" name="Picture 6" descr="Api, management, cog, gear, website icon - Download on Iconfinder">
              <a:extLst>
                <a:ext uri="{FF2B5EF4-FFF2-40B4-BE49-F238E27FC236}">
                  <a16:creationId xmlns:a16="http://schemas.microsoft.com/office/drawing/2014/main" id="{6F0D7AF6-B511-1F60-CE4B-FE8E2A2E68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39250" y="1138224"/>
              <a:ext cx="444673" cy="455485"/>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extBox 4">
            <a:extLst>
              <a:ext uri="{FF2B5EF4-FFF2-40B4-BE49-F238E27FC236}">
                <a16:creationId xmlns:a16="http://schemas.microsoft.com/office/drawing/2014/main" id="{EE35005A-B351-5EB4-8F64-6D63F891A6F5}"/>
              </a:ext>
            </a:extLst>
          </p:cNvPr>
          <p:cNvSpPr txBox="1"/>
          <p:nvPr/>
        </p:nvSpPr>
        <p:spPr>
          <a:xfrm>
            <a:off x="8737615" y="1744452"/>
            <a:ext cx="2986214" cy="313932"/>
          </a:xfrm>
          <a:prstGeom prst="rect">
            <a:avLst/>
          </a:prstGeom>
          <a:noFill/>
        </p:spPr>
        <p:txBody>
          <a:bodyPr wrap="square" rtlCol="0">
            <a:spAutoFit/>
          </a:bodyPr>
          <a:lstStyle/>
          <a:p>
            <a:pPr>
              <a:lnSpc>
                <a:spcPct val="90000"/>
              </a:lnSpc>
            </a:pPr>
            <a:r>
              <a:rPr lang="fr-FR" sz="1600" dirty="0">
                <a:solidFill>
                  <a:schemeClr val="tx1">
                    <a:lumMod val="50000"/>
                    <a:lumOff val="50000"/>
                  </a:schemeClr>
                </a:solidFill>
                <a:latin typeface="Arial" panose="020B0604020202020204" pitchFamily="34" charset="0"/>
                <a:cs typeface="Arial" panose="020B0604020202020204" pitchFamily="34" charset="0"/>
              </a:rPr>
              <a:t>Opérationnelle</a:t>
            </a:r>
          </a:p>
        </p:txBody>
      </p:sp>
      <p:grpSp>
        <p:nvGrpSpPr>
          <p:cNvPr id="4" name="Groupe 3">
            <a:extLst>
              <a:ext uri="{FF2B5EF4-FFF2-40B4-BE49-F238E27FC236}">
                <a16:creationId xmlns:a16="http://schemas.microsoft.com/office/drawing/2014/main" id="{6FACFC07-8FE3-E07E-27A0-F0450E510738}"/>
              </a:ext>
            </a:extLst>
          </p:cNvPr>
          <p:cNvGrpSpPr/>
          <p:nvPr/>
        </p:nvGrpSpPr>
        <p:grpSpPr>
          <a:xfrm>
            <a:off x="7921161" y="3105001"/>
            <a:ext cx="648000" cy="648000"/>
            <a:chOff x="7880947" y="4366213"/>
            <a:chExt cx="648000" cy="648000"/>
          </a:xfrm>
        </p:grpSpPr>
        <p:sp>
          <p:nvSpPr>
            <p:cNvPr id="5" name="Oval 9">
              <a:extLst>
                <a:ext uri="{FF2B5EF4-FFF2-40B4-BE49-F238E27FC236}">
                  <a16:creationId xmlns:a16="http://schemas.microsoft.com/office/drawing/2014/main" id="{7BF6DE7E-DE96-B413-03D6-0A6299A3112A}"/>
                </a:ext>
              </a:extLst>
            </p:cNvPr>
            <p:cNvSpPr/>
            <p:nvPr/>
          </p:nvSpPr>
          <p:spPr>
            <a:xfrm>
              <a:off x="7880947" y="436621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8" name="Picture 6" descr="Automatisation - Icônes entreprise gratuites">
              <a:extLst>
                <a:ext uri="{FF2B5EF4-FFF2-40B4-BE49-F238E27FC236}">
                  <a16:creationId xmlns:a16="http://schemas.microsoft.com/office/drawing/2014/main" id="{157032DD-97E4-9CEA-296B-A7C88FDC97E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90357" y="4485374"/>
              <a:ext cx="476330" cy="476330"/>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extBox 4">
            <a:extLst>
              <a:ext uri="{FF2B5EF4-FFF2-40B4-BE49-F238E27FC236}">
                <a16:creationId xmlns:a16="http://schemas.microsoft.com/office/drawing/2014/main" id="{A4365453-7989-040C-C3E4-E0531AD25EAF}"/>
              </a:ext>
            </a:extLst>
          </p:cNvPr>
          <p:cNvSpPr txBox="1"/>
          <p:nvPr/>
        </p:nvSpPr>
        <p:spPr>
          <a:xfrm>
            <a:off x="8777829" y="3272035"/>
            <a:ext cx="3200386" cy="31393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rtlCol="0">
            <a:spAutoFit/>
          </a:bodyPr>
          <a:lstStyle/>
          <a:p>
            <a:pPr>
              <a:lnSpc>
                <a:spcPct val="90000"/>
              </a:lnSpc>
            </a:pPr>
            <a:r>
              <a:rPr lang="fr-FR" sz="1600" b="1" dirty="0">
                <a:solidFill>
                  <a:schemeClr val="bg1"/>
                </a:solidFill>
                <a:latin typeface="Arial" panose="020B0604020202020204" pitchFamily="34" charset="0"/>
                <a:cs typeface="Arial" panose="020B0604020202020204" pitchFamily="34" charset="0"/>
              </a:rPr>
              <a:t>Automatisation</a:t>
            </a:r>
          </a:p>
        </p:txBody>
      </p:sp>
      <p:pic>
        <p:nvPicPr>
          <p:cNvPr id="16" name="Picture 2">
            <a:extLst>
              <a:ext uri="{FF2B5EF4-FFF2-40B4-BE49-F238E27FC236}">
                <a16:creationId xmlns:a16="http://schemas.microsoft.com/office/drawing/2014/main" id="{8DE81188-DE84-4993-C49D-EC7DA098AE4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9140" y="3597368"/>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478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6F25EF89-02BD-10F1-E70F-8BFE42919A8C}"/>
              </a:ext>
            </a:extLst>
          </p:cNvPr>
          <p:cNvSpPr>
            <a:spLocks noGrp="1"/>
          </p:cNvSpPr>
          <p:nvPr>
            <p:ph type="body" sz="quarter" idx="35"/>
          </p:nvPr>
        </p:nvSpPr>
        <p:spPr/>
        <p:txBody>
          <a:bodyPr/>
          <a:lstStyle/>
          <a:p>
            <a:r>
              <a:rPr lang="fr-FR"/>
              <a:t>Bonne pratique</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L’AUTOMATISATION DU DEPLOIEMENT</a:t>
            </a:r>
          </a:p>
        </p:txBody>
      </p:sp>
      <p:sp>
        <p:nvSpPr>
          <p:cNvPr id="11" name="ZoneTexte 10">
            <a:extLst>
              <a:ext uri="{FF2B5EF4-FFF2-40B4-BE49-F238E27FC236}">
                <a16:creationId xmlns:a16="http://schemas.microsoft.com/office/drawing/2014/main" id="{3D9D14D5-5A54-534D-CDC8-1707BCB0C778}"/>
              </a:ext>
            </a:extLst>
          </p:cNvPr>
          <p:cNvSpPr txBox="1"/>
          <p:nvPr/>
        </p:nvSpPr>
        <p:spPr>
          <a:xfrm>
            <a:off x="379173" y="1471768"/>
            <a:ext cx="11433654" cy="646331"/>
          </a:xfrm>
          <a:prstGeom prst="rect">
            <a:avLst/>
          </a:prstGeom>
          <a:noFill/>
        </p:spPr>
        <p:txBody>
          <a:bodyPr wrap="square">
            <a:spAutoFit/>
          </a:bodyPr>
          <a:lstStyle/>
          <a:p>
            <a:r>
              <a:rPr lang="fr-FR" b="0" i="0" dirty="0">
                <a:solidFill>
                  <a:srgbClr val="161C2D"/>
                </a:solidFill>
                <a:effectLst/>
                <a:latin typeface="Inter"/>
              </a:rPr>
              <a:t>Pour </a:t>
            </a:r>
            <a:r>
              <a:rPr lang="fr-FR" b="1" i="0" dirty="0">
                <a:solidFill>
                  <a:srgbClr val="161C2D"/>
                </a:solidFill>
                <a:effectLst/>
                <a:latin typeface="Inter"/>
              </a:rPr>
              <a:t>réduire les délais de mise sur le marché</a:t>
            </a:r>
            <a:r>
              <a:rPr lang="fr-FR" b="0" i="0" dirty="0">
                <a:solidFill>
                  <a:srgbClr val="161C2D"/>
                </a:solidFill>
                <a:effectLst/>
                <a:latin typeface="Inter"/>
              </a:rPr>
              <a:t>, vous pouvez intégrer la génération automatique de la documentation et de l’exposition sécurisée directement dans vos pipelines CI/CD. </a:t>
            </a:r>
          </a:p>
        </p:txBody>
      </p:sp>
      <p:pic>
        <p:nvPicPr>
          <p:cNvPr id="13" name="Graphique 12">
            <a:extLst>
              <a:ext uri="{FF2B5EF4-FFF2-40B4-BE49-F238E27FC236}">
                <a16:creationId xmlns:a16="http://schemas.microsoft.com/office/drawing/2014/main" id="{CF97AC36-945D-981A-93C9-E8F74C8DF14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25837" y="2448359"/>
            <a:ext cx="4936786" cy="3752851"/>
          </a:xfrm>
          <a:prstGeom prst="rect">
            <a:avLst/>
          </a:prstGeom>
        </p:spPr>
      </p:pic>
      <p:sp>
        <p:nvSpPr>
          <p:cNvPr id="5" name="ZoneTexte 4">
            <a:extLst>
              <a:ext uri="{FF2B5EF4-FFF2-40B4-BE49-F238E27FC236}">
                <a16:creationId xmlns:a16="http://schemas.microsoft.com/office/drawing/2014/main" id="{52D11251-0C56-5EF3-EBC2-8CACF9ACEEE2}"/>
              </a:ext>
            </a:extLst>
          </p:cNvPr>
          <p:cNvSpPr txBox="1"/>
          <p:nvPr/>
        </p:nvSpPr>
        <p:spPr>
          <a:xfrm>
            <a:off x="829377" y="2667154"/>
            <a:ext cx="5493406" cy="2739211"/>
          </a:xfrm>
          <a:prstGeom prst="rect">
            <a:avLst/>
          </a:prstGeom>
          <a:noFill/>
        </p:spPr>
        <p:txBody>
          <a:bodyPr wrap="square" rtlCol="0">
            <a:spAutoFit/>
          </a:bodyPr>
          <a:lstStyle/>
          <a:p>
            <a:r>
              <a:rPr lang="fr-FR" sz="1600" b="1" dirty="0">
                <a:latin typeface="Arial" panose="020B0604020202020204" pitchFamily="34" charset="0"/>
                <a:cs typeface="Arial" panose="020B0604020202020204" pitchFamily="34" charset="0"/>
              </a:rPr>
              <a:t>Règles d’automatisation :</a:t>
            </a:r>
          </a:p>
          <a:p>
            <a:endParaRPr lang="fr-FR" sz="1600" b="1" dirty="0">
              <a:latin typeface="Arial" panose="020B0604020202020204" pitchFamily="34" charset="0"/>
              <a:cs typeface="Arial" panose="020B0604020202020204" pitchFamily="34" charset="0"/>
            </a:endParaRPr>
          </a:p>
          <a:p>
            <a:pPr marL="342900" indent="-342900">
              <a:spcAft>
                <a:spcPts val="2400"/>
              </a:spcAft>
              <a:buFont typeface="+mj-lt"/>
              <a:buAutoNum type="arabicPeriod"/>
            </a:pPr>
            <a:r>
              <a:rPr lang="fr-FR" sz="1600" dirty="0">
                <a:latin typeface="Arial" panose="020B0604020202020204" pitchFamily="34" charset="0"/>
                <a:cs typeface="Arial" panose="020B0604020202020204" pitchFamily="34" charset="0"/>
              </a:rPr>
              <a:t>Avoir un seul projet par environnement et organisation</a:t>
            </a:r>
          </a:p>
          <a:p>
            <a:pPr marL="342900" indent="-342900">
              <a:spcAft>
                <a:spcPts val="2400"/>
              </a:spcAft>
              <a:buFont typeface="+mj-lt"/>
              <a:buAutoNum type="arabicPeriod"/>
            </a:pPr>
            <a:r>
              <a:rPr lang="fr-FR" sz="1600" dirty="0">
                <a:latin typeface="Arial" panose="020B0604020202020204" pitchFamily="34" charset="0"/>
                <a:cs typeface="Arial" panose="020B0604020202020204" pitchFamily="34" charset="0"/>
              </a:rPr>
              <a:t>Assurer la testabilité de l’API</a:t>
            </a:r>
          </a:p>
          <a:p>
            <a:pPr marL="342900" indent="-342900">
              <a:spcAft>
                <a:spcPts val="2400"/>
              </a:spcAft>
              <a:buFont typeface="+mj-lt"/>
              <a:buAutoNum type="arabicPeriod"/>
            </a:pPr>
            <a:r>
              <a:rPr lang="fr-FR" sz="1600" dirty="0">
                <a:latin typeface="Arial" panose="020B0604020202020204" pitchFamily="34" charset="0"/>
                <a:cs typeface="Arial" panose="020B0604020202020204" pitchFamily="34" charset="0"/>
              </a:rPr>
              <a:t>Respecter le versioning sémantique (</a:t>
            </a:r>
            <a:r>
              <a:rPr lang="fr-FR" sz="1600" dirty="0" err="1">
                <a:latin typeface="Arial" panose="020B0604020202020204" pitchFamily="34" charset="0"/>
                <a:cs typeface="Arial" panose="020B0604020202020204" pitchFamily="34" charset="0"/>
              </a:rPr>
              <a:t>xx.xx.xx</a:t>
            </a:r>
            <a:r>
              <a:rPr lang="fr-FR" sz="1600" dirty="0">
                <a:latin typeface="Arial" panose="020B0604020202020204" pitchFamily="34" charset="0"/>
                <a:cs typeface="Arial" panose="020B0604020202020204" pitchFamily="34" charset="0"/>
              </a:rPr>
              <a:t>)</a:t>
            </a:r>
          </a:p>
          <a:p>
            <a:pPr marL="342900" indent="-342900">
              <a:buFont typeface="+mj-lt"/>
              <a:buAutoNum type="arabicPeriod"/>
            </a:pPr>
            <a:r>
              <a:rPr lang="fr-FR" sz="1600" dirty="0">
                <a:latin typeface="Arial" panose="020B0604020202020204" pitchFamily="34" charset="0"/>
                <a:cs typeface="Arial" panose="020B0604020202020204" pitchFamily="34" charset="0"/>
              </a:rPr>
              <a:t>Appliquer les principes API-Management-As-A-Code (environnement « </a:t>
            </a:r>
            <a:r>
              <a:rPr lang="fr-FR" sz="1600" dirty="0" err="1">
                <a:latin typeface="Arial" panose="020B0604020202020204" pitchFamily="34" charset="0"/>
                <a:cs typeface="Arial" panose="020B0604020202020204" pitchFamily="34" charset="0"/>
              </a:rPr>
              <a:t>onPremise</a:t>
            </a:r>
            <a:r>
              <a:rPr lang="fr-FR" sz="1600" dirty="0">
                <a:latin typeface="Arial" panose="020B0604020202020204" pitchFamily="34" charset="0"/>
                <a:cs typeface="Arial" panose="020B0604020202020204" pitchFamily="34" charset="0"/>
              </a:rPr>
              <a:t> » ou « runtime </a:t>
            </a:r>
            <a:r>
              <a:rPr lang="fr-FR" sz="1600" dirty="0" err="1">
                <a:latin typeface="Arial" panose="020B0604020202020204" pitchFamily="34" charset="0"/>
                <a:cs typeface="Arial" panose="020B0604020202020204" pitchFamily="34" charset="0"/>
              </a:rPr>
              <a:t>fabric</a:t>
            </a:r>
            <a:r>
              <a:rPr lang="fr-FR" sz="16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700569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46198AF5-92B2-06A7-8679-412394E00DD6}"/>
              </a:ext>
            </a:extLst>
          </p:cNvPr>
          <p:cNvSpPr>
            <a:spLocks noGrp="1"/>
          </p:cNvSpPr>
          <p:nvPr>
            <p:ph type="body" sz="quarter" idx="35"/>
          </p:nvPr>
        </p:nvSpPr>
        <p:spPr/>
        <p:txBody>
          <a:bodyPr/>
          <a:lstStyle/>
          <a:p>
            <a:r>
              <a:rPr lang="fr-FR"/>
              <a:t>Exemple : Via </a:t>
            </a:r>
            <a:r>
              <a:rPr lang="fr-FR" err="1"/>
              <a:t>Github</a:t>
            </a:r>
            <a:r>
              <a:rPr lang="fr-FR"/>
              <a:t> Action</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L’AUTOMATISATION DU DEPLOIEMENT</a:t>
            </a:r>
          </a:p>
        </p:txBody>
      </p:sp>
      <p:pic>
        <p:nvPicPr>
          <p:cNvPr id="6" name="Image 5" descr="Une image contenant texte&#10;&#10;Description générée automatiquement">
            <a:extLst>
              <a:ext uri="{FF2B5EF4-FFF2-40B4-BE49-F238E27FC236}">
                <a16:creationId xmlns:a16="http://schemas.microsoft.com/office/drawing/2014/main" id="{CFA4AB22-5DC2-E83B-A4C8-EE14BFB43A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791715"/>
            <a:ext cx="6934279" cy="2711013"/>
          </a:xfrm>
          <a:prstGeom prst="rect">
            <a:avLst/>
          </a:prstGeom>
        </p:spPr>
      </p:pic>
      <p:sp>
        <p:nvSpPr>
          <p:cNvPr id="5" name="ZoneTexte 4">
            <a:extLst>
              <a:ext uri="{FF2B5EF4-FFF2-40B4-BE49-F238E27FC236}">
                <a16:creationId xmlns:a16="http://schemas.microsoft.com/office/drawing/2014/main" id="{3B2C9084-12F5-8B93-3583-6A888F0BC628}"/>
              </a:ext>
            </a:extLst>
          </p:cNvPr>
          <p:cNvSpPr txBox="1"/>
          <p:nvPr/>
        </p:nvSpPr>
        <p:spPr>
          <a:xfrm>
            <a:off x="6567055" y="2303386"/>
            <a:ext cx="5493406" cy="2031325"/>
          </a:xfrm>
          <a:prstGeom prst="rect">
            <a:avLst/>
          </a:prstGeom>
          <a:noFill/>
        </p:spPr>
        <p:txBody>
          <a:bodyPr wrap="square" rtlCol="0">
            <a:spAutoFit/>
          </a:bodyPr>
          <a:lstStyle/>
          <a:p>
            <a:pPr marL="285750" indent="-285750">
              <a:buFont typeface="Arial" panose="020B0604020202020204" pitchFamily="34" charset="0"/>
              <a:buChar char="•"/>
            </a:pPr>
            <a:r>
              <a:rPr lang="fr-FR" sz="1400" b="1">
                <a:latin typeface="Arial" panose="020B0604020202020204" pitchFamily="34" charset="0"/>
                <a:cs typeface="Arial" panose="020B0604020202020204" pitchFamily="34" charset="0"/>
              </a:rPr>
              <a:t>Ajout de la configuration à l’application JAVA dans le </a:t>
            </a:r>
            <a:r>
              <a:rPr lang="fr-FR" sz="1400" b="1" i="1">
                <a:latin typeface="Arial" panose="020B0604020202020204" pitchFamily="34" charset="0"/>
                <a:cs typeface="Arial" panose="020B0604020202020204" pitchFamily="34" charset="0"/>
              </a:rPr>
              <a:t>pom.xml </a:t>
            </a:r>
            <a:r>
              <a:rPr lang="fr-FR" sz="1400" b="1">
                <a:latin typeface="Arial" panose="020B0604020202020204" pitchFamily="34" charset="0"/>
                <a:cs typeface="Arial" panose="020B0604020202020204" pitchFamily="34" charset="0"/>
              </a:rPr>
              <a:t>avec :</a:t>
            </a:r>
          </a:p>
          <a:p>
            <a:pPr marL="742950" lvl="1" indent="-285750">
              <a:buFont typeface="Arial" panose="020B0604020202020204" pitchFamily="34" charset="0"/>
              <a:buChar char="•"/>
            </a:pPr>
            <a:r>
              <a:rPr lang="fr-FR" sz="1400" b="1">
                <a:latin typeface="Arial" panose="020B0604020202020204" pitchFamily="34" charset="0"/>
                <a:cs typeface="Arial" panose="020B0604020202020204" pitchFamily="34" charset="0"/>
              </a:rPr>
              <a:t>L’url de l’application</a:t>
            </a:r>
          </a:p>
          <a:p>
            <a:pPr marL="742950" lvl="1" indent="-285750">
              <a:buFont typeface="Arial" panose="020B0604020202020204" pitchFamily="34" charset="0"/>
              <a:buChar char="•"/>
            </a:pPr>
            <a:r>
              <a:rPr lang="fr-FR" sz="1400" b="1">
                <a:latin typeface="Arial" panose="020B0604020202020204" pitchFamily="34" charset="0"/>
                <a:cs typeface="Arial" panose="020B0604020202020204" pitchFamily="34" charset="0"/>
              </a:rPr>
              <a:t>La version du runtime</a:t>
            </a:r>
          </a:p>
          <a:p>
            <a:pPr marL="742950" lvl="1" indent="-285750">
              <a:buFont typeface="Arial" panose="020B0604020202020204" pitchFamily="34" charset="0"/>
              <a:buChar char="•"/>
            </a:pPr>
            <a:r>
              <a:rPr lang="fr-FR" sz="1400" b="1">
                <a:latin typeface="Arial" panose="020B0604020202020204" pitchFamily="34" charset="0"/>
                <a:cs typeface="Arial" panose="020B0604020202020204" pitchFamily="34" charset="0"/>
              </a:rPr>
              <a:t>Les identifiants d’accès et de déploiement</a:t>
            </a:r>
          </a:p>
          <a:p>
            <a:pPr marL="742950" lvl="1" indent="-285750">
              <a:buFont typeface="Arial" panose="020B0604020202020204" pitchFamily="34" charset="0"/>
              <a:buChar char="•"/>
            </a:pPr>
            <a:r>
              <a:rPr lang="fr-FR" sz="1400" b="1">
                <a:latin typeface="Arial" panose="020B0604020202020204" pitchFamily="34" charset="0"/>
                <a:cs typeface="Arial" panose="020B0604020202020204" pitchFamily="34" charset="0"/>
              </a:rPr>
              <a:t>L’environnement</a:t>
            </a:r>
          </a:p>
          <a:p>
            <a:pPr marL="742950" lvl="1" indent="-285750">
              <a:buFont typeface="Arial" panose="020B0604020202020204" pitchFamily="34" charset="0"/>
              <a:buChar char="•"/>
            </a:pPr>
            <a:r>
              <a:rPr lang="fr-FR" sz="1400" b="1">
                <a:latin typeface="Arial" panose="020B0604020202020204" pitchFamily="34" charset="0"/>
                <a:cs typeface="Arial" panose="020B0604020202020204" pitchFamily="34" charset="0"/>
              </a:rPr>
              <a:t>Le type de runtime (taille)</a:t>
            </a:r>
          </a:p>
          <a:p>
            <a:r>
              <a:rPr lang="fr-FR" sz="1400" b="1">
                <a:solidFill>
                  <a:srgbClr val="FF0000"/>
                </a:solidFill>
                <a:latin typeface="Arial" panose="020B0604020202020204" pitchFamily="34" charset="0"/>
                <a:cs typeface="Arial" panose="020B0604020202020204" pitchFamily="34" charset="0"/>
              </a:rPr>
              <a:t>Ces informations doivent être dans des variables d’environnements et des secrets GitHub</a:t>
            </a:r>
          </a:p>
        </p:txBody>
      </p:sp>
    </p:spTree>
    <p:extLst>
      <p:ext uri="{BB962C8B-B14F-4D97-AF65-F5344CB8AC3E}">
        <p14:creationId xmlns:p14="http://schemas.microsoft.com/office/powerpoint/2010/main" val="17468225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A0A362F8-FBD4-D610-3ECC-E5BC38D891EE}"/>
              </a:ext>
            </a:extLst>
          </p:cNvPr>
          <p:cNvSpPr>
            <a:spLocks noGrp="1"/>
          </p:cNvSpPr>
          <p:nvPr>
            <p:ph type="body" sz="quarter" idx="35"/>
          </p:nvPr>
        </p:nvSpPr>
        <p:spPr/>
        <p:txBody>
          <a:bodyPr/>
          <a:lstStyle/>
          <a:p>
            <a:r>
              <a:rPr lang="fr-FR"/>
              <a:t>Exemple : Via </a:t>
            </a:r>
            <a:r>
              <a:rPr lang="fr-FR" err="1"/>
              <a:t>Github</a:t>
            </a:r>
            <a:r>
              <a:rPr lang="fr-FR"/>
              <a:t> Action</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L’AUTOMATISATION DU DEPLOIEMENT</a:t>
            </a:r>
          </a:p>
        </p:txBody>
      </p:sp>
      <p:pic>
        <p:nvPicPr>
          <p:cNvPr id="4" name="Image 3" descr="Une image contenant texte&#10;&#10;Description générée automatiquement">
            <a:extLst>
              <a:ext uri="{FF2B5EF4-FFF2-40B4-BE49-F238E27FC236}">
                <a16:creationId xmlns:a16="http://schemas.microsoft.com/office/drawing/2014/main" id="{20EBB5E1-0AF7-F69E-8A1A-A3D7810032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423" y="1942066"/>
            <a:ext cx="4356100" cy="1701800"/>
          </a:xfrm>
          <a:prstGeom prst="rect">
            <a:avLst/>
          </a:prstGeom>
        </p:spPr>
      </p:pic>
      <p:pic>
        <p:nvPicPr>
          <p:cNvPr id="8" name="Image 7" descr="Une image contenant texte&#10;&#10;Description générée automatiquement">
            <a:extLst>
              <a:ext uri="{FF2B5EF4-FFF2-40B4-BE49-F238E27FC236}">
                <a16:creationId xmlns:a16="http://schemas.microsoft.com/office/drawing/2014/main" id="{149F20E2-4ED8-4569-F94C-E2A4F2611B7C}"/>
              </a:ext>
            </a:extLst>
          </p:cNvPr>
          <p:cNvPicPr>
            <a:picLocks noChangeAspect="1"/>
          </p:cNvPicPr>
          <p:nvPr/>
        </p:nvPicPr>
        <p:blipFill rotWithShape="1">
          <a:blip r:embed="rId4">
            <a:extLst>
              <a:ext uri="{28A0092B-C50C-407E-A947-70E740481C1C}">
                <a14:useLocalDpi xmlns:a14="http://schemas.microsoft.com/office/drawing/2010/main" val="0"/>
              </a:ext>
            </a:extLst>
          </a:blip>
          <a:srcRect r="19189"/>
          <a:stretch/>
        </p:blipFill>
        <p:spPr>
          <a:xfrm>
            <a:off x="448768" y="3752737"/>
            <a:ext cx="5475432" cy="1940329"/>
          </a:xfrm>
          <a:prstGeom prst="rect">
            <a:avLst/>
          </a:prstGeom>
        </p:spPr>
      </p:pic>
      <p:sp>
        <p:nvSpPr>
          <p:cNvPr id="9" name="ZoneTexte 8">
            <a:extLst>
              <a:ext uri="{FF2B5EF4-FFF2-40B4-BE49-F238E27FC236}">
                <a16:creationId xmlns:a16="http://schemas.microsoft.com/office/drawing/2014/main" id="{D3BB6346-1238-7FA7-CD43-63138E50023B}"/>
              </a:ext>
            </a:extLst>
          </p:cNvPr>
          <p:cNvSpPr txBox="1"/>
          <p:nvPr/>
        </p:nvSpPr>
        <p:spPr>
          <a:xfrm>
            <a:off x="6567055" y="2289536"/>
            <a:ext cx="5493406" cy="2031325"/>
          </a:xfrm>
          <a:prstGeom prst="rect">
            <a:avLst/>
          </a:prstGeom>
          <a:noFill/>
        </p:spPr>
        <p:txBody>
          <a:bodyPr wrap="square" rtlCol="0">
            <a:spAutoFit/>
          </a:bodyPr>
          <a:lstStyle/>
          <a:p>
            <a:pPr marL="285750" indent="-285750">
              <a:buFont typeface="Arial" panose="020B0604020202020204" pitchFamily="34" charset="0"/>
              <a:buChar char="•"/>
            </a:pPr>
            <a:r>
              <a:rPr lang="fr-FR" sz="1400" b="1">
                <a:latin typeface="Arial" panose="020B0604020202020204" pitchFamily="34" charset="0"/>
                <a:cs typeface="Arial" panose="020B0604020202020204" pitchFamily="34" charset="0"/>
              </a:rPr>
              <a:t>Ajout de la configuration à l’application JAVA dans le </a:t>
            </a:r>
            <a:r>
              <a:rPr lang="fr-FR" sz="1400" b="1" i="1">
                <a:latin typeface="Arial" panose="020B0604020202020204" pitchFamily="34" charset="0"/>
                <a:cs typeface="Arial" panose="020B0604020202020204" pitchFamily="34" charset="0"/>
              </a:rPr>
              <a:t>pom.xml </a:t>
            </a:r>
            <a:r>
              <a:rPr lang="fr-FR" sz="1400" b="1">
                <a:latin typeface="Arial" panose="020B0604020202020204" pitchFamily="34" charset="0"/>
                <a:cs typeface="Arial" panose="020B0604020202020204" pitchFamily="34" charset="0"/>
              </a:rPr>
              <a:t>avec :</a:t>
            </a:r>
          </a:p>
          <a:p>
            <a:pPr marL="742950" lvl="1" indent="-285750">
              <a:buFont typeface="Arial" panose="020B0604020202020204" pitchFamily="34" charset="0"/>
              <a:buChar char="•"/>
            </a:pPr>
            <a:r>
              <a:rPr lang="fr-FR" sz="1400" b="1">
                <a:latin typeface="Arial" panose="020B0604020202020204" pitchFamily="34" charset="0"/>
                <a:cs typeface="Arial" panose="020B0604020202020204" pitchFamily="34" charset="0"/>
              </a:rPr>
              <a:t>L’url de l’application</a:t>
            </a:r>
          </a:p>
          <a:p>
            <a:pPr marL="742950" lvl="1" indent="-285750">
              <a:buFont typeface="Arial" panose="020B0604020202020204" pitchFamily="34" charset="0"/>
              <a:buChar char="•"/>
            </a:pPr>
            <a:r>
              <a:rPr lang="fr-FR" sz="1400" b="1">
                <a:latin typeface="Arial" panose="020B0604020202020204" pitchFamily="34" charset="0"/>
                <a:cs typeface="Arial" panose="020B0604020202020204" pitchFamily="34" charset="0"/>
              </a:rPr>
              <a:t>La version du runtime</a:t>
            </a:r>
          </a:p>
          <a:p>
            <a:pPr marL="742950" lvl="1" indent="-285750">
              <a:buFont typeface="Arial" panose="020B0604020202020204" pitchFamily="34" charset="0"/>
              <a:buChar char="•"/>
            </a:pPr>
            <a:r>
              <a:rPr lang="fr-FR" sz="1400" b="1">
                <a:latin typeface="Arial" panose="020B0604020202020204" pitchFamily="34" charset="0"/>
                <a:cs typeface="Arial" panose="020B0604020202020204" pitchFamily="34" charset="0"/>
              </a:rPr>
              <a:t>Les identifiants d’accès et de déploiement</a:t>
            </a:r>
          </a:p>
          <a:p>
            <a:pPr marL="742950" lvl="1" indent="-285750">
              <a:buFont typeface="Arial" panose="020B0604020202020204" pitchFamily="34" charset="0"/>
              <a:buChar char="•"/>
            </a:pPr>
            <a:r>
              <a:rPr lang="fr-FR" sz="1400" b="1">
                <a:latin typeface="Arial" panose="020B0604020202020204" pitchFamily="34" charset="0"/>
                <a:cs typeface="Arial" panose="020B0604020202020204" pitchFamily="34" charset="0"/>
              </a:rPr>
              <a:t>L’environnement</a:t>
            </a:r>
          </a:p>
          <a:p>
            <a:pPr marL="742950" lvl="1" indent="-285750">
              <a:buFont typeface="Arial" panose="020B0604020202020204" pitchFamily="34" charset="0"/>
              <a:buChar char="•"/>
            </a:pPr>
            <a:r>
              <a:rPr lang="fr-FR" sz="1400" b="1">
                <a:latin typeface="Arial" panose="020B0604020202020204" pitchFamily="34" charset="0"/>
                <a:cs typeface="Arial" panose="020B0604020202020204" pitchFamily="34" charset="0"/>
              </a:rPr>
              <a:t>Le type de runtime (taille)</a:t>
            </a:r>
          </a:p>
          <a:p>
            <a:r>
              <a:rPr lang="fr-FR" sz="1400" b="1">
                <a:solidFill>
                  <a:srgbClr val="FF0000"/>
                </a:solidFill>
                <a:latin typeface="Arial" panose="020B0604020202020204" pitchFamily="34" charset="0"/>
                <a:cs typeface="Arial" panose="020B0604020202020204" pitchFamily="34" charset="0"/>
              </a:rPr>
              <a:t>Ces informations doivent être dans des variables d’environnements et des secrets GitHub</a:t>
            </a:r>
          </a:p>
        </p:txBody>
      </p:sp>
      <p:sp>
        <p:nvSpPr>
          <p:cNvPr id="10" name="ZoneTexte 9">
            <a:extLst>
              <a:ext uri="{FF2B5EF4-FFF2-40B4-BE49-F238E27FC236}">
                <a16:creationId xmlns:a16="http://schemas.microsoft.com/office/drawing/2014/main" id="{893514F6-DE3A-A41D-6CD6-FAA9E36E036F}"/>
              </a:ext>
            </a:extLst>
          </p:cNvPr>
          <p:cNvSpPr txBox="1"/>
          <p:nvPr/>
        </p:nvSpPr>
        <p:spPr>
          <a:xfrm>
            <a:off x="6608620" y="4461292"/>
            <a:ext cx="5493406" cy="523220"/>
          </a:xfrm>
          <a:prstGeom prst="rect">
            <a:avLst/>
          </a:prstGeom>
          <a:noFill/>
        </p:spPr>
        <p:txBody>
          <a:bodyPr wrap="square" rtlCol="0">
            <a:spAutoFit/>
          </a:bodyPr>
          <a:lstStyle/>
          <a:p>
            <a:pPr marL="285750" indent="-285750">
              <a:buFont typeface="Arial" panose="020B0604020202020204" pitchFamily="34" charset="0"/>
              <a:buChar char="•"/>
            </a:pPr>
            <a:r>
              <a:rPr lang="fr-FR" sz="1400" b="1">
                <a:latin typeface="Arial" panose="020B0604020202020204" pitchFamily="34" charset="0"/>
                <a:cs typeface="Arial" panose="020B0604020202020204" pitchFamily="34" charset="0"/>
              </a:rPr>
              <a:t>Ne pas oublier de spécifier les plugins et dépendances utilisées par l’application Mule</a:t>
            </a:r>
          </a:p>
        </p:txBody>
      </p:sp>
    </p:spTree>
    <p:extLst>
      <p:ext uri="{BB962C8B-B14F-4D97-AF65-F5344CB8AC3E}">
        <p14:creationId xmlns:p14="http://schemas.microsoft.com/office/powerpoint/2010/main" val="2065412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A24637AA-5D55-9A8C-D923-4B5C6370D630}"/>
              </a:ext>
            </a:extLst>
          </p:cNvPr>
          <p:cNvSpPr>
            <a:spLocks noGrp="1"/>
          </p:cNvSpPr>
          <p:nvPr>
            <p:ph type="body" sz="quarter" idx="35"/>
          </p:nvPr>
        </p:nvSpPr>
        <p:spPr/>
        <p:txBody>
          <a:bodyPr/>
          <a:lstStyle/>
          <a:p>
            <a:r>
              <a:rPr lang="fr-FR"/>
              <a:t>Exemple : Via </a:t>
            </a:r>
            <a:r>
              <a:rPr lang="fr-FR" err="1"/>
              <a:t>Github</a:t>
            </a:r>
            <a:r>
              <a:rPr lang="fr-FR"/>
              <a:t> Action</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L’AUTOMATISATION DU DEPLOIEMENT</a:t>
            </a:r>
          </a:p>
        </p:txBody>
      </p:sp>
      <p:sp>
        <p:nvSpPr>
          <p:cNvPr id="9" name="ZoneTexte 8">
            <a:extLst>
              <a:ext uri="{FF2B5EF4-FFF2-40B4-BE49-F238E27FC236}">
                <a16:creationId xmlns:a16="http://schemas.microsoft.com/office/drawing/2014/main" id="{D3BB6346-1238-7FA7-CD43-63138E50023B}"/>
              </a:ext>
            </a:extLst>
          </p:cNvPr>
          <p:cNvSpPr txBox="1"/>
          <p:nvPr/>
        </p:nvSpPr>
        <p:spPr>
          <a:xfrm>
            <a:off x="6567055" y="2220262"/>
            <a:ext cx="5493406" cy="2031325"/>
          </a:xfrm>
          <a:prstGeom prst="rect">
            <a:avLst/>
          </a:prstGeom>
          <a:noFill/>
        </p:spPr>
        <p:txBody>
          <a:bodyPr wrap="square" rtlCol="0">
            <a:spAutoFit/>
          </a:bodyPr>
          <a:lstStyle/>
          <a:p>
            <a:pPr marL="285750" indent="-285750">
              <a:buFont typeface="Arial" panose="020B0604020202020204" pitchFamily="34" charset="0"/>
              <a:buChar char="•"/>
            </a:pPr>
            <a:r>
              <a:rPr lang="fr-FR" sz="1400" b="1">
                <a:latin typeface="Arial" panose="020B0604020202020204" pitchFamily="34" charset="0"/>
                <a:cs typeface="Arial" panose="020B0604020202020204" pitchFamily="34" charset="0"/>
              </a:rPr>
              <a:t>Ajout de la configuration à l’application JAVA dans le </a:t>
            </a:r>
            <a:r>
              <a:rPr lang="fr-FR" sz="1400" b="1" i="1">
                <a:latin typeface="Arial" panose="020B0604020202020204" pitchFamily="34" charset="0"/>
                <a:cs typeface="Arial" panose="020B0604020202020204" pitchFamily="34" charset="0"/>
              </a:rPr>
              <a:t>pom.xml </a:t>
            </a:r>
            <a:r>
              <a:rPr lang="fr-FR" sz="1400" b="1">
                <a:latin typeface="Arial" panose="020B0604020202020204" pitchFamily="34" charset="0"/>
                <a:cs typeface="Arial" panose="020B0604020202020204" pitchFamily="34" charset="0"/>
              </a:rPr>
              <a:t>avec :</a:t>
            </a:r>
          </a:p>
          <a:p>
            <a:pPr marL="742950" lvl="1" indent="-285750">
              <a:buFont typeface="Arial" panose="020B0604020202020204" pitchFamily="34" charset="0"/>
              <a:buChar char="•"/>
            </a:pPr>
            <a:r>
              <a:rPr lang="fr-FR" sz="1400" b="1">
                <a:latin typeface="Arial" panose="020B0604020202020204" pitchFamily="34" charset="0"/>
                <a:cs typeface="Arial" panose="020B0604020202020204" pitchFamily="34" charset="0"/>
              </a:rPr>
              <a:t>L’url de l’application</a:t>
            </a:r>
          </a:p>
          <a:p>
            <a:pPr marL="742950" lvl="1" indent="-285750">
              <a:buFont typeface="Arial" panose="020B0604020202020204" pitchFamily="34" charset="0"/>
              <a:buChar char="•"/>
            </a:pPr>
            <a:r>
              <a:rPr lang="fr-FR" sz="1400" b="1">
                <a:latin typeface="Arial" panose="020B0604020202020204" pitchFamily="34" charset="0"/>
                <a:cs typeface="Arial" panose="020B0604020202020204" pitchFamily="34" charset="0"/>
              </a:rPr>
              <a:t>La version du runtime</a:t>
            </a:r>
          </a:p>
          <a:p>
            <a:pPr marL="742950" lvl="1" indent="-285750">
              <a:buFont typeface="Arial" panose="020B0604020202020204" pitchFamily="34" charset="0"/>
              <a:buChar char="•"/>
            </a:pPr>
            <a:r>
              <a:rPr lang="fr-FR" sz="1400" b="1">
                <a:latin typeface="Arial" panose="020B0604020202020204" pitchFamily="34" charset="0"/>
                <a:cs typeface="Arial" panose="020B0604020202020204" pitchFamily="34" charset="0"/>
              </a:rPr>
              <a:t>Les identifiants d’accès et de déploiement</a:t>
            </a:r>
          </a:p>
          <a:p>
            <a:pPr marL="742950" lvl="1" indent="-285750">
              <a:buFont typeface="Arial" panose="020B0604020202020204" pitchFamily="34" charset="0"/>
              <a:buChar char="•"/>
            </a:pPr>
            <a:r>
              <a:rPr lang="fr-FR" sz="1400" b="1">
                <a:latin typeface="Arial" panose="020B0604020202020204" pitchFamily="34" charset="0"/>
                <a:cs typeface="Arial" panose="020B0604020202020204" pitchFamily="34" charset="0"/>
              </a:rPr>
              <a:t>L’environnement</a:t>
            </a:r>
          </a:p>
          <a:p>
            <a:pPr marL="742950" lvl="1" indent="-285750">
              <a:buFont typeface="Arial" panose="020B0604020202020204" pitchFamily="34" charset="0"/>
              <a:buChar char="•"/>
            </a:pPr>
            <a:r>
              <a:rPr lang="fr-FR" sz="1400" b="1">
                <a:latin typeface="Arial" panose="020B0604020202020204" pitchFamily="34" charset="0"/>
                <a:cs typeface="Arial" panose="020B0604020202020204" pitchFamily="34" charset="0"/>
              </a:rPr>
              <a:t>Le type de runtime (taille)</a:t>
            </a:r>
          </a:p>
          <a:p>
            <a:r>
              <a:rPr lang="fr-FR" sz="1400" b="1">
                <a:solidFill>
                  <a:srgbClr val="FF0000"/>
                </a:solidFill>
                <a:latin typeface="Arial" panose="020B0604020202020204" pitchFamily="34" charset="0"/>
                <a:cs typeface="Arial" panose="020B0604020202020204" pitchFamily="34" charset="0"/>
              </a:rPr>
              <a:t>Ces informations doivent être dans des variables d’environnements et des secrets GitHub</a:t>
            </a:r>
          </a:p>
        </p:txBody>
      </p:sp>
      <p:sp>
        <p:nvSpPr>
          <p:cNvPr id="10" name="ZoneTexte 9">
            <a:extLst>
              <a:ext uri="{FF2B5EF4-FFF2-40B4-BE49-F238E27FC236}">
                <a16:creationId xmlns:a16="http://schemas.microsoft.com/office/drawing/2014/main" id="{893514F6-DE3A-A41D-6CD6-FAA9E36E036F}"/>
              </a:ext>
            </a:extLst>
          </p:cNvPr>
          <p:cNvSpPr txBox="1"/>
          <p:nvPr/>
        </p:nvSpPr>
        <p:spPr>
          <a:xfrm>
            <a:off x="6608620" y="4392018"/>
            <a:ext cx="5493406" cy="523220"/>
          </a:xfrm>
          <a:prstGeom prst="rect">
            <a:avLst/>
          </a:prstGeom>
          <a:noFill/>
        </p:spPr>
        <p:txBody>
          <a:bodyPr wrap="square" rtlCol="0">
            <a:spAutoFit/>
          </a:bodyPr>
          <a:lstStyle/>
          <a:p>
            <a:pPr marL="285750" indent="-285750">
              <a:buFont typeface="Arial" panose="020B0604020202020204" pitchFamily="34" charset="0"/>
              <a:buChar char="•"/>
            </a:pPr>
            <a:r>
              <a:rPr lang="fr-FR" sz="1400" b="1">
                <a:latin typeface="Arial" panose="020B0604020202020204" pitchFamily="34" charset="0"/>
                <a:cs typeface="Arial" panose="020B0604020202020204" pitchFamily="34" charset="0"/>
              </a:rPr>
              <a:t>Ne pas oublier de spécifier les plugins et dépendances utilisées par l’application Mule</a:t>
            </a:r>
          </a:p>
        </p:txBody>
      </p:sp>
      <p:pic>
        <p:nvPicPr>
          <p:cNvPr id="5" name="Image 4" descr="Une image contenant texte&#10;&#10;Description générée automatiquement">
            <a:extLst>
              <a:ext uri="{FF2B5EF4-FFF2-40B4-BE49-F238E27FC236}">
                <a16:creationId xmlns:a16="http://schemas.microsoft.com/office/drawing/2014/main" id="{390C67DD-3AF7-01E8-49E9-750913563D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932" y="1360175"/>
            <a:ext cx="3987800" cy="2552700"/>
          </a:xfrm>
          <a:prstGeom prst="rect">
            <a:avLst/>
          </a:prstGeom>
        </p:spPr>
      </p:pic>
      <p:sp>
        <p:nvSpPr>
          <p:cNvPr id="19" name="ZoneTexte 18">
            <a:extLst>
              <a:ext uri="{FF2B5EF4-FFF2-40B4-BE49-F238E27FC236}">
                <a16:creationId xmlns:a16="http://schemas.microsoft.com/office/drawing/2014/main" id="{A322FAF2-1486-7871-DBA5-D2F44BB4581D}"/>
              </a:ext>
            </a:extLst>
          </p:cNvPr>
          <p:cNvSpPr txBox="1"/>
          <p:nvPr/>
        </p:nvSpPr>
        <p:spPr>
          <a:xfrm>
            <a:off x="298895" y="1360175"/>
            <a:ext cx="247184" cy="307777"/>
          </a:xfrm>
          <a:prstGeom prst="rect">
            <a:avLst/>
          </a:prstGeom>
          <a:noFill/>
        </p:spPr>
        <p:txBody>
          <a:bodyPr wrap="none" rtlCol="0">
            <a:spAutoFit/>
          </a:bodyPr>
          <a:lstStyle/>
          <a:p>
            <a:r>
              <a:rPr lang="fr-FR" sz="1400" b="1">
                <a:latin typeface="Arial" panose="020B0604020202020204" pitchFamily="34" charset="0"/>
                <a:cs typeface="Arial" panose="020B0604020202020204" pitchFamily="34" charset="0"/>
              </a:rPr>
              <a:t>•</a:t>
            </a:r>
          </a:p>
        </p:txBody>
      </p:sp>
      <p:sp>
        <p:nvSpPr>
          <p:cNvPr id="20" name="ZoneTexte 19">
            <a:extLst>
              <a:ext uri="{FF2B5EF4-FFF2-40B4-BE49-F238E27FC236}">
                <a16:creationId xmlns:a16="http://schemas.microsoft.com/office/drawing/2014/main" id="{7FC2CB0F-6B9A-4DE2-E0AF-FB49C023110C}"/>
              </a:ext>
            </a:extLst>
          </p:cNvPr>
          <p:cNvSpPr txBox="1"/>
          <p:nvPr/>
        </p:nvSpPr>
        <p:spPr>
          <a:xfrm>
            <a:off x="298895" y="1797637"/>
            <a:ext cx="247184" cy="307777"/>
          </a:xfrm>
          <a:prstGeom prst="rect">
            <a:avLst/>
          </a:prstGeom>
          <a:noFill/>
        </p:spPr>
        <p:txBody>
          <a:bodyPr wrap="none" rtlCol="0">
            <a:spAutoFit/>
          </a:bodyPr>
          <a:lstStyle/>
          <a:p>
            <a:r>
              <a:rPr lang="fr-FR" sz="1400" b="1">
                <a:latin typeface="Arial" panose="020B0604020202020204" pitchFamily="34" charset="0"/>
                <a:cs typeface="Arial" panose="020B0604020202020204" pitchFamily="34" charset="0"/>
              </a:rPr>
              <a:t>•</a:t>
            </a:r>
          </a:p>
        </p:txBody>
      </p:sp>
      <p:cxnSp>
        <p:nvCxnSpPr>
          <p:cNvPr id="22" name="Connecteur en angle 21">
            <a:extLst>
              <a:ext uri="{FF2B5EF4-FFF2-40B4-BE49-F238E27FC236}">
                <a16:creationId xmlns:a16="http://schemas.microsoft.com/office/drawing/2014/main" id="{EC86468F-ED2B-2425-9F63-BCC399C2EEA4}"/>
              </a:ext>
            </a:extLst>
          </p:cNvPr>
          <p:cNvCxnSpPr>
            <a:cxnSpLocks/>
            <a:endCxn id="19" idx="1"/>
          </p:cNvCxnSpPr>
          <p:nvPr/>
        </p:nvCxnSpPr>
        <p:spPr>
          <a:xfrm rot="16200000" flipV="1">
            <a:off x="-933810" y="2746770"/>
            <a:ext cx="3205607" cy="740196"/>
          </a:xfrm>
          <a:prstGeom prst="bentConnector4">
            <a:avLst>
              <a:gd name="adj1" fmla="val 58"/>
              <a:gd name="adj2" fmla="val 130884"/>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6" name="Connecteur en angle 25">
            <a:extLst>
              <a:ext uri="{FF2B5EF4-FFF2-40B4-BE49-F238E27FC236}">
                <a16:creationId xmlns:a16="http://schemas.microsoft.com/office/drawing/2014/main" id="{96B8CBE9-D58D-F7BB-4E1C-D33D3EAA3034}"/>
              </a:ext>
            </a:extLst>
          </p:cNvPr>
          <p:cNvCxnSpPr>
            <a:cxnSpLocks/>
            <a:endCxn id="20" idx="1"/>
          </p:cNvCxnSpPr>
          <p:nvPr/>
        </p:nvCxnSpPr>
        <p:spPr>
          <a:xfrm rot="16200000" flipV="1">
            <a:off x="-787186" y="3037608"/>
            <a:ext cx="2951397" cy="779234"/>
          </a:xfrm>
          <a:prstGeom prst="bentConnector4">
            <a:avLst>
              <a:gd name="adj1" fmla="val -958"/>
              <a:gd name="adj2" fmla="val 116891"/>
            </a:avLst>
          </a:prstGeom>
          <a:ln>
            <a:tailEnd type="triangle"/>
          </a:ln>
        </p:spPr>
        <p:style>
          <a:lnRef idx="3">
            <a:schemeClr val="accent5"/>
          </a:lnRef>
          <a:fillRef idx="0">
            <a:schemeClr val="accent5"/>
          </a:fillRef>
          <a:effectRef idx="2">
            <a:schemeClr val="accent5"/>
          </a:effectRef>
          <a:fontRef idx="minor">
            <a:schemeClr val="tx1"/>
          </a:fontRef>
        </p:style>
      </p:cxnSp>
      <p:sp>
        <p:nvSpPr>
          <p:cNvPr id="6" name="ZoneTexte 5">
            <a:extLst>
              <a:ext uri="{FF2B5EF4-FFF2-40B4-BE49-F238E27FC236}">
                <a16:creationId xmlns:a16="http://schemas.microsoft.com/office/drawing/2014/main" id="{40E86BA2-E614-3E37-9D62-C6D1F07FA408}"/>
              </a:ext>
            </a:extLst>
          </p:cNvPr>
          <p:cNvSpPr txBox="1"/>
          <p:nvPr/>
        </p:nvSpPr>
        <p:spPr>
          <a:xfrm>
            <a:off x="484906" y="4146511"/>
            <a:ext cx="5056910" cy="1384995"/>
          </a:xfrm>
          <a:prstGeom prst="rect">
            <a:avLst/>
          </a:prstGeom>
          <a:noFill/>
        </p:spPr>
        <p:txBody>
          <a:bodyPr wrap="square" rtlCol="0">
            <a:spAutoFit/>
          </a:bodyPr>
          <a:lstStyle/>
          <a:p>
            <a:pPr marL="285750" indent="-285750">
              <a:buFont typeface="Arial" panose="020B0604020202020204" pitchFamily="34" charset="0"/>
              <a:buChar char="•"/>
            </a:pPr>
            <a:r>
              <a:rPr lang="fr-FR" sz="1400">
                <a:latin typeface="Arial" panose="020B0604020202020204" pitchFamily="34" charset="0"/>
                <a:cs typeface="Arial" panose="020B0604020202020204" pitchFamily="34" charset="0"/>
              </a:rPr>
              <a:t>Ajout du workflow à </a:t>
            </a:r>
            <a:r>
              <a:rPr lang="fr-FR" sz="1400" err="1">
                <a:latin typeface="Arial" panose="020B0604020202020204" pitchFamily="34" charset="0"/>
                <a:cs typeface="Arial" panose="020B0604020202020204" pitchFamily="34" charset="0"/>
              </a:rPr>
              <a:t>Github</a:t>
            </a:r>
            <a:r>
              <a:rPr lang="fr-FR" sz="1400">
                <a:latin typeface="Arial" panose="020B0604020202020204" pitchFamily="34" charset="0"/>
                <a:cs typeface="Arial" panose="020B0604020202020204" pitchFamily="34" charset="0"/>
              </a:rPr>
              <a:t>. Fichier </a:t>
            </a:r>
            <a:r>
              <a:rPr lang="fr-FR" sz="1400" err="1">
                <a:latin typeface="Arial" panose="020B0604020202020204" pitchFamily="34" charset="0"/>
                <a:cs typeface="Arial" panose="020B0604020202020204" pitchFamily="34" charset="0"/>
              </a:rPr>
              <a:t>yml</a:t>
            </a:r>
            <a:r>
              <a:rPr lang="fr-FR" sz="1400">
                <a:latin typeface="Arial" panose="020B0604020202020204" pitchFamily="34" charset="0"/>
                <a:cs typeface="Arial" panose="020B0604020202020204" pitchFamily="34" charset="0"/>
              </a:rPr>
              <a:t> dans </a:t>
            </a:r>
            <a:r>
              <a:rPr lang="fr-FR" sz="1400" b="1" i="1">
                <a:latin typeface="Arial" panose="020B0604020202020204" pitchFamily="34" charset="0"/>
                <a:cs typeface="Arial" panose="020B0604020202020204" pitchFamily="34" charset="0"/>
              </a:rPr>
              <a:t>.</a:t>
            </a:r>
            <a:r>
              <a:rPr lang="fr-FR" sz="1400" b="1" i="1" err="1">
                <a:latin typeface="Arial" panose="020B0604020202020204" pitchFamily="34" charset="0"/>
                <a:cs typeface="Arial" panose="020B0604020202020204" pitchFamily="34" charset="0"/>
              </a:rPr>
              <a:t>github</a:t>
            </a:r>
            <a:r>
              <a:rPr lang="fr-FR" sz="1400" b="1" i="1">
                <a:latin typeface="Arial" panose="020B0604020202020204" pitchFamily="34" charset="0"/>
                <a:cs typeface="Arial" panose="020B0604020202020204" pitchFamily="34" charset="0"/>
              </a:rPr>
              <a:t>/workflows/&lt;</a:t>
            </a:r>
            <a:r>
              <a:rPr lang="fr-FR" sz="1400" b="1" i="1" err="1">
                <a:latin typeface="Arial" panose="020B0604020202020204" pitchFamily="34" charset="0"/>
                <a:cs typeface="Arial" panose="020B0604020202020204" pitchFamily="34" charset="0"/>
              </a:rPr>
              <a:t>name</a:t>
            </a:r>
            <a:r>
              <a:rPr lang="fr-FR" sz="1400" b="1" i="1">
                <a:latin typeface="Arial" panose="020B0604020202020204" pitchFamily="34" charset="0"/>
                <a:cs typeface="Arial" panose="020B0604020202020204" pitchFamily="34" charset="0"/>
              </a:rPr>
              <a:t>&gt;.</a:t>
            </a:r>
            <a:r>
              <a:rPr lang="fr-FR" sz="1400" b="1" i="1" err="1">
                <a:latin typeface="Arial" panose="020B0604020202020204" pitchFamily="34" charset="0"/>
                <a:cs typeface="Arial" panose="020B0604020202020204" pitchFamily="34" charset="0"/>
              </a:rPr>
              <a:t>yml</a:t>
            </a:r>
            <a:r>
              <a:rPr lang="fr-FR" sz="1400" b="1" i="1">
                <a:latin typeface="Arial" panose="020B0604020202020204" pitchFamily="34" charset="0"/>
                <a:cs typeface="Arial" panose="020B0604020202020204" pitchFamily="34" charset="0"/>
              </a:rPr>
              <a:t> </a:t>
            </a:r>
            <a:r>
              <a:rPr lang="fr-FR" sz="1400">
                <a:latin typeface="Arial" panose="020B0604020202020204" pitchFamily="34" charset="0"/>
                <a:cs typeface="Arial" panose="020B0604020202020204" pitchFamily="34" charset="0"/>
              </a:rPr>
              <a:t>avec : </a:t>
            </a:r>
          </a:p>
          <a:p>
            <a:pPr marL="742950" lvl="1" indent="-285750">
              <a:buFont typeface="Arial" panose="020B0604020202020204" pitchFamily="34" charset="0"/>
              <a:buChar char="•"/>
            </a:pPr>
            <a:r>
              <a:rPr lang="fr-FR" sz="1400">
                <a:latin typeface="Arial" panose="020B0604020202020204" pitchFamily="34" charset="0"/>
                <a:cs typeface="Arial" panose="020B0604020202020204" pitchFamily="34" charset="0"/>
              </a:rPr>
              <a:t>Un nom au flow</a:t>
            </a:r>
          </a:p>
          <a:p>
            <a:pPr marL="742950" lvl="1" indent="-285750">
              <a:buFont typeface="Arial" panose="020B0604020202020204" pitchFamily="34" charset="0"/>
              <a:buChar char="•"/>
            </a:pPr>
            <a:r>
              <a:rPr lang="fr-FR" sz="1400">
                <a:latin typeface="Arial" panose="020B0604020202020204" pitchFamily="34" charset="0"/>
                <a:cs typeface="Arial" panose="020B0604020202020204" pitchFamily="34" charset="0"/>
              </a:rPr>
              <a:t>Un trigger qui permet de l’enclencher</a:t>
            </a:r>
          </a:p>
          <a:p>
            <a:pPr marL="742950" lvl="1" indent="-285750">
              <a:buFont typeface="Arial" panose="020B0604020202020204" pitchFamily="34" charset="0"/>
              <a:buChar char="•"/>
            </a:pPr>
            <a:endParaRPr lang="fr-FR" sz="1400">
              <a:latin typeface="Arial" panose="020B0604020202020204" pitchFamily="34" charset="0"/>
              <a:cs typeface="Arial" panose="020B0604020202020204" pitchFamily="34" charset="0"/>
            </a:endParaRPr>
          </a:p>
          <a:p>
            <a:r>
              <a:rPr lang="fr-FR" sz="1400" b="1" i="1">
                <a:latin typeface="Arial" panose="020B0604020202020204" pitchFamily="34" charset="0"/>
                <a:cs typeface="Arial" panose="020B0604020202020204" pitchFamily="34" charset="0"/>
              </a:rPr>
              <a:t>NE PAS OUBLIER DE METTRE EN PLACE LES SECRETS</a:t>
            </a:r>
          </a:p>
        </p:txBody>
      </p:sp>
    </p:spTree>
    <p:extLst>
      <p:ext uri="{BB962C8B-B14F-4D97-AF65-F5344CB8AC3E}">
        <p14:creationId xmlns:p14="http://schemas.microsoft.com/office/powerpoint/2010/main" val="27643652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F2D47068-4788-93F1-6D2D-1307F6A17F3B}"/>
              </a:ext>
            </a:extLst>
          </p:cNvPr>
          <p:cNvSpPr>
            <a:spLocks noGrp="1"/>
          </p:cNvSpPr>
          <p:nvPr>
            <p:ph type="body" sz="quarter" idx="35"/>
          </p:nvPr>
        </p:nvSpPr>
        <p:spPr/>
        <p:txBody>
          <a:bodyPr/>
          <a:lstStyle/>
          <a:p>
            <a:r>
              <a:rPr lang="fr-FR"/>
              <a:t>Exemple : Via </a:t>
            </a:r>
            <a:r>
              <a:rPr lang="fr-FR" err="1"/>
              <a:t>Github</a:t>
            </a:r>
            <a:r>
              <a:rPr lang="fr-FR"/>
              <a:t> Action</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L’AUTOMATISATION DU DEPLOIEMENT</a:t>
            </a:r>
          </a:p>
        </p:txBody>
      </p:sp>
      <p:sp>
        <p:nvSpPr>
          <p:cNvPr id="6" name="ZoneTexte 5">
            <a:extLst>
              <a:ext uri="{FF2B5EF4-FFF2-40B4-BE49-F238E27FC236}">
                <a16:creationId xmlns:a16="http://schemas.microsoft.com/office/drawing/2014/main" id="{40E86BA2-E614-3E37-9D62-C6D1F07FA408}"/>
              </a:ext>
            </a:extLst>
          </p:cNvPr>
          <p:cNvSpPr txBox="1"/>
          <p:nvPr/>
        </p:nvSpPr>
        <p:spPr>
          <a:xfrm>
            <a:off x="420415" y="1447218"/>
            <a:ext cx="5056910" cy="1384995"/>
          </a:xfrm>
          <a:prstGeom prst="rect">
            <a:avLst/>
          </a:prstGeom>
          <a:noFill/>
        </p:spPr>
        <p:txBody>
          <a:bodyPr wrap="square" rtlCol="0">
            <a:spAutoFit/>
          </a:bodyPr>
          <a:lstStyle/>
          <a:p>
            <a:pPr marL="285750" indent="-285750">
              <a:buFont typeface="Arial" panose="020B0604020202020204" pitchFamily="34" charset="0"/>
              <a:buChar char="•"/>
            </a:pPr>
            <a:r>
              <a:rPr lang="fr-FR" sz="1400">
                <a:latin typeface="Arial" panose="020B0604020202020204" pitchFamily="34" charset="0"/>
                <a:cs typeface="Arial" panose="020B0604020202020204" pitchFamily="34" charset="0"/>
              </a:rPr>
              <a:t>Ajout du workflow à </a:t>
            </a:r>
            <a:r>
              <a:rPr lang="fr-FR" sz="1400" err="1">
                <a:latin typeface="Arial" panose="020B0604020202020204" pitchFamily="34" charset="0"/>
                <a:cs typeface="Arial" panose="020B0604020202020204" pitchFamily="34" charset="0"/>
              </a:rPr>
              <a:t>Github</a:t>
            </a:r>
            <a:r>
              <a:rPr lang="fr-FR" sz="1400">
                <a:latin typeface="Arial" panose="020B0604020202020204" pitchFamily="34" charset="0"/>
                <a:cs typeface="Arial" panose="020B0604020202020204" pitchFamily="34" charset="0"/>
              </a:rPr>
              <a:t>. Fichier </a:t>
            </a:r>
            <a:r>
              <a:rPr lang="fr-FR" sz="1400" err="1">
                <a:latin typeface="Arial" panose="020B0604020202020204" pitchFamily="34" charset="0"/>
                <a:cs typeface="Arial" panose="020B0604020202020204" pitchFamily="34" charset="0"/>
              </a:rPr>
              <a:t>yml</a:t>
            </a:r>
            <a:r>
              <a:rPr lang="fr-FR" sz="1400">
                <a:latin typeface="Arial" panose="020B0604020202020204" pitchFamily="34" charset="0"/>
                <a:cs typeface="Arial" panose="020B0604020202020204" pitchFamily="34" charset="0"/>
              </a:rPr>
              <a:t> dans </a:t>
            </a:r>
            <a:r>
              <a:rPr lang="fr-FR" sz="1400" b="1" i="1">
                <a:latin typeface="Arial" panose="020B0604020202020204" pitchFamily="34" charset="0"/>
                <a:cs typeface="Arial" panose="020B0604020202020204" pitchFamily="34" charset="0"/>
              </a:rPr>
              <a:t>.</a:t>
            </a:r>
            <a:r>
              <a:rPr lang="fr-FR" sz="1400" b="1" i="1" err="1">
                <a:latin typeface="Arial" panose="020B0604020202020204" pitchFamily="34" charset="0"/>
                <a:cs typeface="Arial" panose="020B0604020202020204" pitchFamily="34" charset="0"/>
              </a:rPr>
              <a:t>github</a:t>
            </a:r>
            <a:r>
              <a:rPr lang="fr-FR" sz="1400" b="1" i="1">
                <a:latin typeface="Arial" panose="020B0604020202020204" pitchFamily="34" charset="0"/>
                <a:cs typeface="Arial" panose="020B0604020202020204" pitchFamily="34" charset="0"/>
              </a:rPr>
              <a:t>/workflows/&lt;</a:t>
            </a:r>
            <a:r>
              <a:rPr lang="fr-FR" sz="1400" b="1" i="1" err="1">
                <a:latin typeface="Arial" panose="020B0604020202020204" pitchFamily="34" charset="0"/>
                <a:cs typeface="Arial" panose="020B0604020202020204" pitchFamily="34" charset="0"/>
              </a:rPr>
              <a:t>name</a:t>
            </a:r>
            <a:r>
              <a:rPr lang="fr-FR" sz="1400" b="1" i="1">
                <a:latin typeface="Arial" panose="020B0604020202020204" pitchFamily="34" charset="0"/>
                <a:cs typeface="Arial" panose="020B0604020202020204" pitchFamily="34" charset="0"/>
              </a:rPr>
              <a:t>&gt;.</a:t>
            </a:r>
            <a:r>
              <a:rPr lang="fr-FR" sz="1400" b="1" i="1" err="1">
                <a:latin typeface="Arial" panose="020B0604020202020204" pitchFamily="34" charset="0"/>
                <a:cs typeface="Arial" panose="020B0604020202020204" pitchFamily="34" charset="0"/>
              </a:rPr>
              <a:t>yml</a:t>
            </a:r>
            <a:r>
              <a:rPr lang="fr-FR" sz="1400" b="1" i="1">
                <a:latin typeface="Arial" panose="020B0604020202020204" pitchFamily="34" charset="0"/>
                <a:cs typeface="Arial" panose="020B0604020202020204" pitchFamily="34" charset="0"/>
              </a:rPr>
              <a:t> </a:t>
            </a:r>
            <a:r>
              <a:rPr lang="fr-FR" sz="1400">
                <a:latin typeface="Arial" panose="020B0604020202020204" pitchFamily="34" charset="0"/>
                <a:cs typeface="Arial" panose="020B0604020202020204" pitchFamily="34" charset="0"/>
              </a:rPr>
              <a:t>avec : </a:t>
            </a:r>
          </a:p>
          <a:p>
            <a:pPr marL="742950" lvl="1" indent="-285750">
              <a:buFont typeface="Arial" panose="020B0604020202020204" pitchFamily="34" charset="0"/>
              <a:buChar char="•"/>
            </a:pPr>
            <a:r>
              <a:rPr lang="fr-FR" sz="1400">
                <a:latin typeface="Arial" panose="020B0604020202020204" pitchFamily="34" charset="0"/>
                <a:cs typeface="Arial" panose="020B0604020202020204" pitchFamily="34" charset="0"/>
              </a:rPr>
              <a:t>Un </a:t>
            </a:r>
            <a:r>
              <a:rPr lang="fr-FR" sz="1400" b="1">
                <a:latin typeface="Arial" panose="020B0604020202020204" pitchFamily="34" charset="0"/>
                <a:cs typeface="Arial" panose="020B0604020202020204" pitchFamily="34" charset="0"/>
              </a:rPr>
              <a:t>nom</a:t>
            </a:r>
            <a:r>
              <a:rPr lang="fr-FR" sz="1400">
                <a:latin typeface="Arial" panose="020B0604020202020204" pitchFamily="34" charset="0"/>
                <a:cs typeface="Arial" panose="020B0604020202020204" pitchFamily="34" charset="0"/>
              </a:rPr>
              <a:t> au flow</a:t>
            </a:r>
          </a:p>
          <a:p>
            <a:pPr marL="742950" lvl="1" indent="-285750">
              <a:buFont typeface="Arial" panose="020B0604020202020204" pitchFamily="34" charset="0"/>
              <a:buChar char="•"/>
            </a:pPr>
            <a:r>
              <a:rPr lang="fr-FR" sz="1400">
                <a:latin typeface="Arial" panose="020B0604020202020204" pitchFamily="34" charset="0"/>
                <a:cs typeface="Arial" panose="020B0604020202020204" pitchFamily="34" charset="0"/>
              </a:rPr>
              <a:t>Un </a:t>
            </a:r>
            <a:r>
              <a:rPr lang="fr-FR" sz="1400" b="1">
                <a:latin typeface="Arial" panose="020B0604020202020204" pitchFamily="34" charset="0"/>
                <a:cs typeface="Arial" panose="020B0604020202020204" pitchFamily="34" charset="0"/>
              </a:rPr>
              <a:t>trigger</a:t>
            </a:r>
            <a:r>
              <a:rPr lang="fr-FR" sz="1400">
                <a:latin typeface="Arial" panose="020B0604020202020204" pitchFamily="34" charset="0"/>
                <a:cs typeface="Arial" panose="020B0604020202020204" pitchFamily="34" charset="0"/>
              </a:rPr>
              <a:t> qui permet de l’enclencher</a:t>
            </a:r>
          </a:p>
          <a:p>
            <a:pPr marL="742950" lvl="1" indent="-285750">
              <a:buFont typeface="Arial" panose="020B0604020202020204" pitchFamily="34" charset="0"/>
              <a:buChar char="•"/>
            </a:pPr>
            <a:endParaRPr lang="fr-FR" sz="1400">
              <a:latin typeface="Arial" panose="020B0604020202020204" pitchFamily="34" charset="0"/>
              <a:cs typeface="Arial" panose="020B0604020202020204" pitchFamily="34" charset="0"/>
            </a:endParaRPr>
          </a:p>
          <a:p>
            <a:r>
              <a:rPr lang="fr-FR" sz="1400" b="1" i="1">
                <a:latin typeface="Arial" panose="020B0604020202020204" pitchFamily="34" charset="0"/>
                <a:cs typeface="Arial" panose="020B0604020202020204" pitchFamily="34" charset="0"/>
              </a:rPr>
              <a:t>NE PAS OUBLIER DE METTRE EN PLACE LES SECRETS</a:t>
            </a:r>
          </a:p>
        </p:txBody>
      </p:sp>
      <p:sp>
        <p:nvSpPr>
          <p:cNvPr id="3" name="ZoneTexte 2">
            <a:extLst>
              <a:ext uri="{FF2B5EF4-FFF2-40B4-BE49-F238E27FC236}">
                <a16:creationId xmlns:a16="http://schemas.microsoft.com/office/drawing/2014/main" id="{009A03A9-B666-E36A-D8FC-76CE3D8563EE}"/>
              </a:ext>
            </a:extLst>
          </p:cNvPr>
          <p:cNvSpPr txBox="1"/>
          <p:nvPr/>
        </p:nvSpPr>
        <p:spPr>
          <a:xfrm>
            <a:off x="420415" y="2905780"/>
            <a:ext cx="5056910" cy="523220"/>
          </a:xfrm>
          <a:prstGeom prst="rect">
            <a:avLst/>
          </a:prstGeom>
          <a:noFill/>
        </p:spPr>
        <p:txBody>
          <a:bodyPr wrap="square" rtlCol="0">
            <a:spAutoFit/>
          </a:bodyPr>
          <a:lstStyle/>
          <a:p>
            <a:pPr marL="742950" lvl="1" indent="-285750">
              <a:buFont typeface="Arial" panose="020B0604020202020204" pitchFamily="34" charset="0"/>
              <a:buChar char="•"/>
            </a:pPr>
            <a:r>
              <a:rPr lang="fr-FR" sz="1400">
                <a:latin typeface="Arial" panose="020B0604020202020204" pitchFamily="34" charset="0"/>
                <a:cs typeface="Arial" panose="020B0604020202020204" pitchFamily="34" charset="0"/>
              </a:rPr>
              <a:t>Des </a:t>
            </a:r>
            <a:r>
              <a:rPr lang="fr-FR" sz="1400" b="1">
                <a:latin typeface="Arial" panose="020B0604020202020204" pitchFamily="34" charset="0"/>
                <a:cs typeface="Arial" panose="020B0604020202020204" pitchFamily="34" charset="0"/>
              </a:rPr>
              <a:t>Jobs</a:t>
            </a:r>
            <a:r>
              <a:rPr lang="fr-FR" sz="1400">
                <a:latin typeface="Arial" panose="020B0604020202020204" pitchFamily="34" charset="0"/>
                <a:cs typeface="Arial" panose="020B0604020202020204" pitchFamily="34" charset="0"/>
              </a:rPr>
              <a:t> décrivant les étapes de </a:t>
            </a:r>
            <a:r>
              <a:rPr lang="fr-FR" sz="1400" b="1">
                <a:latin typeface="Arial" panose="020B0604020202020204" pitchFamily="34" charset="0"/>
                <a:cs typeface="Arial" panose="020B0604020202020204" pitchFamily="34" charset="0"/>
              </a:rPr>
              <a:t>construction</a:t>
            </a:r>
            <a:r>
              <a:rPr lang="fr-FR" sz="1400">
                <a:latin typeface="Arial" panose="020B0604020202020204" pitchFamily="34" charset="0"/>
                <a:cs typeface="Arial" panose="020B0604020202020204" pitchFamily="34" charset="0"/>
              </a:rPr>
              <a:t> de l’image, de test et de </a:t>
            </a:r>
            <a:r>
              <a:rPr lang="fr-FR" sz="1400" b="1">
                <a:latin typeface="Arial" panose="020B0604020202020204" pitchFamily="34" charset="0"/>
                <a:cs typeface="Arial" panose="020B0604020202020204" pitchFamily="34" charset="0"/>
              </a:rPr>
              <a:t>déploiement</a:t>
            </a:r>
          </a:p>
        </p:txBody>
      </p:sp>
      <p:pic>
        <p:nvPicPr>
          <p:cNvPr id="7" name="Image 6" descr="Une image contenant texte&#10;&#10;Description générée automatiquement">
            <a:extLst>
              <a:ext uri="{FF2B5EF4-FFF2-40B4-BE49-F238E27FC236}">
                <a16:creationId xmlns:a16="http://schemas.microsoft.com/office/drawing/2014/main" id="{E6888953-B3EF-A1CD-9CD9-25109C50ED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6460" y="1736891"/>
            <a:ext cx="5023226" cy="3908722"/>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12229BCB-3BC0-3B9F-A125-EB8C8048AD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2314" y="3429000"/>
            <a:ext cx="5959917" cy="2966474"/>
          </a:xfrm>
          <a:prstGeom prst="rect">
            <a:avLst/>
          </a:prstGeom>
        </p:spPr>
      </p:pic>
      <p:sp>
        <p:nvSpPr>
          <p:cNvPr id="12" name="ZoneTexte 11">
            <a:extLst>
              <a:ext uri="{FF2B5EF4-FFF2-40B4-BE49-F238E27FC236}">
                <a16:creationId xmlns:a16="http://schemas.microsoft.com/office/drawing/2014/main" id="{D7D62CAF-8DEA-B25C-644F-B0E33178D122}"/>
              </a:ext>
            </a:extLst>
          </p:cNvPr>
          <p:cNvSpPr txBox="1"/>
          <p:nvPr/>
        </p:nvSpPr>
        <p:spPr>
          <a:xfrm>
            <a:off x="8625112" y="6293978"/>
            <a:ext cx="2824812" cy="307777"/>
          </a:xfrm>
          <a:prstGeom prst="rect">
            <a:avLst/>
          </a:prstGeom>
          <a:noFill/>
        </p:spPr>
        <p:txBody>
          <a:bodyPr wrap="none" rtlCol="0">
            <a:spAutoFit/>
          </a:bodyPr>
          <a:lstStyle/>
          <a:p>
            <a:r>
              <a:rPr lang="fr-FR" sz="1400" b="1" i="1">
                <a:latin typeface="Arial" panose="020B0604020202020204" pitchFamily="34" charset="0"/>
                <a:cs typeface="Arial" panose="020B0604020202020204" pitchFamily="34" charset="0"/>
              </a:rPr>
              <a:t>*</a:t>
            </a:r>
            <a:r>
              <a:rPr lang="fr-FR" sz="1400" b="1" i="1" err="1">
                <a:latin typeface="Arial" panose="020B0604020202020204" pitchFamily="34" charset="0"/>
                <a:cs typeface="Arial" panose="020B0604020202020204" pitchFamily="34" charset="0"/>
              </a:rPr>
              <a:t>deploy</a:t>
            </a:r>
            <a:r>
              <a:rPr lang="fr-FR" sz="1400" b="1" i="1">
                <a:latin typeface="Arial" panose="020B0604020202020204" pitchFamily="34" charset="0"/>
                <a:cs typeface="Arial" panose="020B0604020202020204" pitchFamily="34" charset="0"/>
              </a:rPr>
              <a:t> et </a:t>
            </a:r>
            <a:r>
              <a:rPr lang="fr-FR" sz="1400" b="1" i="1" err="1">
                <a:latin typeface="Arial" panose="020B0604020202020204" pitchFamily="34" charset="0"/>
                <a:cs typeface="Arial" panose="020B0604020202020204" pitchFamily="34" charset="0"/>
              </a:rPr>
              <a:t>build</a:t>
            </a:r>
            <a:r>
              <a:rPr lang="fr-FR" sz="1400" b="1" i="1">
                <a:latin typeface="Arial" panose="020B0604020202020204" pitchFamily="34" charset="0"/>
                <a:cs typeface="Arial" panose="020B0604020202020204" pitchFamily="34" charset="0"/>
              </a:rPr>
              <a:t> sont deux jobs</a:t>
            </a:r>
          </a:p>
        </p:txBody>
      </p:sp>
    </p:spTree>
    <p:extLst>
      <p:ext uri="{BB962C8B-B14F-4D97-AF65-F5344CB8AC3E}">
        <p14:creationId xmlns:p14="http://schemas.microsoft.com/office/powerpoint/2010/main" val="321284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2" descr="DevOps : tout ce qu'il y a à savoir">
            <a:extLst>
              <a:ext uri="{FF2B5EF4-FFF2-40B4-BE49-F238E27FC236}">
                <a16:creationId xmlns:a16="http://schemas.microsoft.com/office/drawing/2014/main" id="{BE8259D0-0923-7771-4609-2856F03A40E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642" t="29095" r="7416" b="8479"/>
          <a:stretch/>
        </p:blipFill>
        <p:spPr bwMode="auto">
          <a:xfrm rot="5400000" flipV="1">
            <a:off x="3285228" y="1941369"/>
            <a:ext cx="6863721" cy="2980988"/>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C1561B8B-9AD9-4B58-B285-4A9DD8D5901C}"/>
              </a:ext>
            </a:extLst>
          </p:cNvPr>
          <p:cNvSpPr/>
          <p:nvPr>
            <p:custDataLst>
              <p:tags r:id="rId1"/>
            </p:custDataLst>
          </p:nvPr>
        </p:nvSpPr>
        <p:spPr>
          <a:xfrm>
            <a:off x="5242477" y="-2"/>
            <a:ext cx="2980989" cy="6858000"/>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srgbClr val="FEFEFE"/>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3D206E94-5069-288D-C38F-B1B8315C3622}"/>
              </a:ext>
            </a:extLst>
          </p:cNvPr>
          <p:cNvSpPr/>
          <p:nvPr/>
        </p:nvSpPr>
        <p:spPr>
          <a:xfrm>
            <a:off x="0" y="2410889"/>
            <a:ext cx="5150050" cy="1929355"/>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9625">
              <a:defRPr/>
            </a:pPr>
            <a:r>
              <a:rPr lang="fr-FR" sz="2400" b="1" dirty="0">
                <a:solidFill>
                  <a:schemeClr val="bg1"/>
                </a:solidFill>
                <a:latin typeface="Arial" panose="020B0604020202020204" pitchFamily="34" charset="0"/>
                <a:ea typeface="Arial Black" charset="0"/>
                <a:cs typeface="Arial" panose="020B0604020202020204" pitchFamily="34" charset="0"/>
              </a:rPr>
              <a:t>Les bonnes pratiques : opérationnelles, automatisation et supervision</a:t>
            </a:r>
          </a:p>
        </p:txBody>
      </p:sp>
      <p:sp>
        <p:nvSpPr>
          <p:cNvPr id="6" name="Rectangle 5">
            <a:extLst>
              <a:ext uri="{FF2B5EF4-FFF2-40B4-BE49-F238E27FC236}">
                <a16:creationId xmlns:a16="http://schemas.microsoft.com/office/drawing/2014/main" id="{58DA52A3-FBAE-49B2-F972-3DAC29D16A36}"/>
              </a:ext>
            </a:extLst>
          </p:cNvPr>
          <p:cNvSpPr/>
          <p:nvPr/>
        </p:nvSpPr>
        <p:spPr>
          <a:xfrm>
            <a:off x="4988435" y="2410889"/>
            <a:ext cx="238158" cy="1929355"/>
          </a:xfrm>
          <a:prstGeom prst="rect">
            <a:avLst/>
          </a:prstGeom>
          <a:solidFill>
            <a:schemeClr val="accent5">
              <a:alpha val="8247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7BB83A"/>
              </a:solidFill>
              <a:effectLst/>
              <a:uLnTx/>
              <a:uFillTx/>
              <a:latin typeface="Arial"/>
              <a:ea typeface="+mn-ea"/>
              <a:cs typeface="+mn-cs"/>
            </a:endParaRPr>
          </a:p>
        </p:txBody>
      </p:sp>
      <p:grpSp>
        <p:nvGrpSpPr>
          <p:cNvPr id="20" name="Groupe 19">
            <a:extLst>
              <a:ext uri="{FF2B5EF4-FFF2-40B4-BE49-F238E27FC236}">
                <a16:creationId xmlns:a16="http://schemas.microsoft.com/office/drawing/2014/main" id="{9E92277F-62D1-96F2-18A9-0B0D0380F58D}"/>
              </a:ext>
            </a:extLst>
          </p:cNvPr>
          <p:cNvGrpSpPr/>
          <p:nvPr/>
        </p:nvGrpSpPr>
        <p:grpSpPr>
          <a:xfrm>
            <a:off x="59059" y="3054876"/>
            <a:ext cx="748248" cy="748248"/>
            <a:chOff x="7838379" y="3232305"/>
            <a:chExt cx="748248" cy="748248"/>
          </a:xfrm>
        </p:grpSpPr>
        <p:sp>
          <p:nvSpPr>
            <p:cNvPr id="21" name="Oval 9">
              <a:extLst>
                <a:ext uri="{FF2B5EF4-FFF2-40B4-BE49-F238E27FC236}">
                  <a16:creationId xmlns:a16="http://schemas.microsoft.com/office/drawing/2014/main" id="{BFE761A1-876D-C7F4-85AE-CBFE6F857E44}"/>
                </a:ext>
              </a:extLst>
            </p:cNvPr>
            <p:cNvSpPr/>
            <p:nvPr/>
          </p:nvSpPr>
          <p:spPr>
            <a:xfrm>
              <a:off x="7838379" y="3232305"/>
              <a:ext cx="748248" cy="748248"/>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22" name="Picture 6">
              <a:extLst>
                <a:ext uri="{FF2B5EF4-FFF2-40B4-BE49-F238E27FC236}">
                  <a16:creationId xmlns:a16="http://schemas.microsoft.com/office/drawing/2014/main" id="{DCF15EE0-61D2-62EA-4887-971FF075FA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33803" y="3361557"/>
              <a:ext cx="547558" cy="547558"/>
            </a:xfrm>
            <a:prstGeom prst="rect">
              <a:avLst/>
            </a:prstGeom>
            <a:noFill/>
            <a:extLst>
              <a:ext uri="{909E8E84-426E-40DD-AFC4-6F175D3DCCD1}">
                <a14:hiddenFill xmlns:a14="http://schemas.microsoft.com/office/drawing/2010/main">
                  <a:solidFill>
                    <a:srgbClr val="FFFFFF"/>
                  </a:solidFill>
                </a14:hiddenFill>
              </a:ext>
            </a:extLst>
          </p:spPr>
        </p:pic>
      </p:grpSp>
      <p:sp>
        <p:nvSpPr>
          <p:cNvPr id="56" name="TextBox 4">
            <a:extLst>
              <a:ext uri="{FF2B5EF4-FFF2-40B4-BE49-F238E27FC236}">
                <a16:creationId xmlns:a16="http://schemas.microsoft.com/office/drawing/2014/main" id="{1A482FFF-5CD7-DFDF-723C-F9825ABEDE90}"/>
              </a:ext>
            </a:extLst>
          </p:cNvPr>
          <p:cNvSpPr txBox="1"/>
          <p:nvPr/>
        </p:nvSpPr>
        <p:spPr>
          <a:xfrm>
            <a:off x="8737615" y="4798962"/>
            <a:ext cx="2986214" cy="313932"/>
          </a:xfrm>
          <a:prstGeom prst="rect">
            <a:avLst/>
          </a:prstGeom>
          <a:noFill/>
        </p:spPr>
        <p:txBody>
          <a:bodyPr wrap="square" rtlCol="0">
            <a:spAutoFit/>
          </a:bodyPr>
          <a:lstStyle/>
          <a:p>
            <a:pPr>
              <a:lnSpc>
                <a:spcPct val="90000"/>
              </a:lnSpc>
            </a:pPr>
            <a:r>
              <a:rPr lang="fr-FR" sz="1600" b="1" dirty="0">
                <a:solidFill>
                  <a:schemeClr val="bg1"/>
                </a:solidFill>
                <a:latin typeface="Arial" panose="020B0604020202020204" pitchFamily="34" charset="0"/>
                <a:cs typeface="Arial" panose="020B0604020202020204" pitchFamily="34" charset="0"/>
              </a:rPr>
              <a:t>Supervision et indicateurs</a:t>
            </a:r>
          </a:p>
        </p:txBody>
      </p:sp>
      <p:grpSp>
        <p:nvGrpSpPr>
          <p:cNvPr id="57" name="Groupe 56">
            <a:extLst>
              <a:ext uri="{FF2B5EF4-FFF2-40B4-BE49-F238E27FC236}">
                <a16:creationId xmlns:a16="http://schemas.microsoft.com/office/drawing/2014/main" id="{CEC16872-6EDA-007A-A90A-B2A806CDA7A6}"/>
              </a:ext>
            </a:extLst>
          </p:cNvPr>
          <p:cNvGrpSpPr/>
          <p:nvPr/>
        </p:nvGrpSpPr>
        <p:grpSpPr>
          <a:xfrm>
            <a:off x="7883583" y="4632583"/>
            <a:ext cx="648000" cy="648000"/>
            <a:chOff x="7880947" y="4785313"/>
            <a:chExt cx="648000" cy="648000"/>
          </a:xfrm>
        </p:grpSpPr>
        <p:sp>
          <p:nvSpPr>
            <p:cNvPr id="58" name="Oval 9">
              <a:extLst>
                <a:ext uri="{FF2B5EF4-FFF2-40B4-BE49-F238E27FC236}">
                  <a16:creationId xmlns:a16="http://schemas.microsoft.com/office/drawing/2014/main" id="{8D792C85-76DD-ADF6-843C-7296A0E1AAAE}"/>
                </a:ext>
              </a:extLst>
            </p:cNvPr>
            <p:cNvSpPr/>
            <p:nvPr/>
          </p:nvSpPr>
          <p:spPr>
            <a:xfrm>
              <a:off x="7880947" y="478531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59" name="Picture 6" descr="Benchmark measure icon in flat style. Dashboard rating vector illustration  on white isolated background. Progress service business concept. Stock  Vector | Adobe Stock">
              <a:extLst>
                <a:ext uri="{FF2B5EF4-FFF2-40B4-BE49-F238E27FC236}">
                  <a16:creationId xmlns:a16="http://schemas.microsoft.com/office/drawing/2014/main" id="{B72F2EB4-4367-0016-B7EA-F7BCD643DB7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1720" t="20298" r="10953" b="21027"/>
            <a:stretch/>
          </p:blipFill>
          <p:spPr bwMode="auto">
            <a:xfrm>
              <a:off x="7928042" y="4900958"/>
              <a:ext cx="547465" cy="415401"/>
            </a:xfrm>
            <a:prstGeom prst="roundRect">
              <a:avLst>
                <a:gd name="adj" fmla="val 36791"/>
              </a:avLst>
            </a:prstGeom>
            <a:noFill/>
            <a:extLst>
              <a:ext uri="{909E8E84-426E-40DD-AFC4-6F175D3DCCD1}">
                <a14:hiddenFill xmlns:a14="http://schemas.microsoft.com/office/drawing/2010/main">
                  <a:solidFill>
                    <a:srgbClr val="FFFFFF"/>
                  </a:solidFill>
                </a14:hiddenFill>
              </a:ext>
            </a:extLst>
          </p:spPr>
        </p:pic>
      </p:grpSp>
      <p:grpSp>
        <p:nvGrpSpPr>
          <p:cNvPr id="60" name="Groupe 59">
            <a:extLst>
              <a:ext uri="{FF2B5EF4-FFF2-40B4-BE49-F238E27FC236}">
                <a16:creationId xmlns:a16="http://schemas.microsoft.com/office/drawing/2014/main" id="{222B8555-0D07-0464-431B-99DD5345DF1A}"/>
              </a:ext>
            </a:extLst>
          </p:cNvPr>
          <p:cNvGrpSpPr/>
          <p:nvPr/>
        </p:nvGrpSpPr>
        <p:grpSpPr>
          <a:xfrm>
            <a:off x="7899486" y="1577418"/>
            <a:ext cx="648000" cy="648000"/>
            <a:chOff x="7899486" y="1003866"/>
            <a:chExt cx="648000" cy="648000"/>
          </a:xfrm>
        </p:grpSpPr>
        <p:sp>
          <p:nvSpPr>
            <p:cNvPr id="61" name="Oval 9">
              <a:extLst>
                <a:ext uri="{FF2B5EF4-FFF2-40B4-BE49-F238E27FC236}">
                  <a16:creationId xmlns:a16="http://schemas.microsoft.com/office/drawing/2014/main" id="{CB22F73A-7308-4BFB-050E-B4DBCB1753C4}"/>
                </a:ext>
              </a:extLst>
            </p:cNvPr>
            <p:cNvSpPr/>
            <p:nvPr/>
          </p:nvSpPr>
          <p:spPr>
            <a:xfrm>
              <a:off x="7899486" y="1003866"/>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2" name="Picture 6" descr="Api, management, cog, gear, website icon - Download on Iconfinder">
              <a:extLst>
                <a:ext uri="{FF2B5EF4-FFF2-40B4-BE49-F238E27FC236}">
                  <a16:creationId xmlns:a16="http://schemas.microsoft.com/office/drawing/2014/main" id="{55CE5FD7-BD83-CAEF-9A9B-FD1BC1C1F8B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39250" y="1138224"/>
              <a:ext cx="444673" cy="455485"/>
            </a:xfrm>
            <a:prstGeom prst="rect">
              <a:avLst/>
            </a:prstGeom>
            <a:noFill/>
            <a:extLst>
              <a:ext uri="{909E8E84-426E-40DD-AFC4-6F175D3DCCD1}">
                <a14:hiddenFill xmlns:a14="http://schemas.microsoft.com/office/drawing/2010/main">
                  <a:solidFill>
                    <a:srgbClr val="FFFFFF"/>
                  </a:solidFill>
                </a14:hiddenFill>
              </a:ext>
            </a:extLst>
          </p:spPr>
        </p:pic>
      </p:grpSp>
      <p:sp>
        <p:nvSpPr>
          <p:cNvPr id="63" name="TextBox 4">
            <a:extLst>
              <a:ext uri="{FF2B5EF4-FFF2-40B4-BE49-F238E27FC236}">
                <a16:creationId xmlns:a16="http://schemas.microsoft.com/office/drawing/2014/main" id="{E26EDA35-0415-816F-B8E5-D80EE335B39B}"/>
              </a:ext>
            </a:extLst>
          </p:cNvPr>
          <p:cNvSpPr txBox="1"/>
          <p:nvPr/>
        </p:nvSpPr>
        <p:spPr>
          <a:xfrm>
            <a:off x="8737615" y="1744452"/>
            <a:ext cx="2986214" cy="313932"/>
          </a:xfrm>
          <a:prstGeom prst="rect">
            <a:avLst/>
          </a:prstGeom>
          <a:noFill/>
        </p:spPr>
        <p:txBody>
          <a:bodyPr wrap="square" rtlCol="0">
            <a:spAutoFit/>
          </a:bodyPr>
          <a:lstStyle/>
          <a:p>
            <a:pPr>
              <a:lnSpc>
                <a:spcPct val="90000"/>
              </a:lnSpc>
            </a:pPr>
            <a:r>
              <a:rPr lang="fr-FR" sz="1600" dirty="0">
                <a:solidFill>
                  <a:schemeClr val="tx1">
                    <a:lumMod val="50000"/>
                    <a:lumOff val="50000"/>
                  </a:schemeClr>
                </a:solidFill>
                <a:latin typeface="Arial" panose="020B0604020202020204" pitchFamily="34" charset="0"/>
                <a:cs typeface="Arial" panose="020B0604020202020204" pitchFamily="34" charset="0"/>
              </a:rPr>
              <a:t>Opérationnelle</a:t>
            </a:r>
          </a:p>
        </p:txBody>
      </p:sp>
      <p:grpSp>
        <p:nvGrpSpPr>
          <p:cNvPr id="64" name="Groupe 63">
            <a:extLst>
              <a:ext uri="{FF2B5EF4-FFF2-40B4-BE49-F238E27FC236}">
                <a16:creationId xmlns:a16="http://schemas.microsoft.com/office/drawing/2014/main" id="{7BA8788C-5AB4-DDE2-5CCB-2DB6C75A9C8E}"/>
              </a:ext>
            </a:extLst>
          </p:cNvPr>
          <p:cNvGrpSpPr/>
          <p:nvPr/>
        </p:nvGrpSpPr>
        <p:grpSpPr>
          <a:xfrm>
            <a:off x="7921161" y="3105001"/>
            <a:ext cx="648000" cy="648000"/>
            <a:chOff x="7880947" y="4366213"/>
            <a:chExt cx="648000" cy="648000"/>
          </a:xfrm>
        </p:grpSpPr>
        <p:sp>
          <p:nvSpPr>
            <p:cNvPr id="65" name="Oval 9">
              <a:extLst>
                <a:ext uri="{FF2B5EF4-FFF2-40B4-BE49-F238E27FC236}">
                  <a16:creationId xmlns:a16="http://schemas.microsoft.com/office/drawing/2014/main" id="{55E4066A-2224-D366-F453-CE8196C6A88A}"/>
                </a:ext>
              </a:extLst>
            </p:cNvPr>
            <p:cNvSpPr/>
            <p:nvPr/>
          </p:nvSpPr>
          <p:spPr>
            <a:xfrm>
              <a:off x="7880947" y="4366213"/>
              <a:ext cx="648000" cy="648000"/>
            </a:xfrm>
            <a:prstGeom prst="ellipse">
              <a:avLst/>
            </a:prstGeom>
            <a:solidFill>
              <a:schemeClr val="bg1"/>
            </a:solidFill>
            <a:ln w="16510">
              <a:noFill/>
            </a:ln>
          </p:spPr>
          <p:style>
            <a:lnRef idx="2">
              <a:schemeClr val="accent1">
                <a:shade val="50000"/>
              </a:schemeClr>
            </a:lnRef>
            <a:fillRef idx="1">
              <a:schemeClr val="accent1"/>
            </a:fillRef>
            <a:effectRef idx="0">
              <a:schemeClr val="accent1"/>
            </a:effectRef>
            <a:fontRef idx="minor">
              <a:schemeClr val="lt1"/>
            </a:fontRef>
          </p:style>
          <p:txBody>
            <a:bodyPr lIns="45720" tIns="91440" rIns="0" bIns="0" rtlCol="0" anchor="ctr"/>
            <a:lstStyle/>
            <a:p>
              <a:pPr algn="ctr"/>
              <a:endParaRPr lang="fr-FR" sz="2800" spc="300">
                <a:latin typeface="Arial" charset="0"/>
                <a:ea typeface="Arial" charset="0"/>
                <a:cs typeface="Arial" charset="0"/>
              </a:endParaRPr>
            </a:p>
          </p:txBody>
        </p:sp>
        <p:pic>
          <p:nvPicPr>
            <p:cNvPr id="66" name="Picture 6" descr="Automatisation - Icônes entreprise gratuites">
              <a:extLst>
                <a:ext uri="{FF2B5EF4-FFF2-40B4-BE49-F238E27FC236}">
                  <a16:creationId xmlns:a16="http://schemas.microsoft.com/office/drawing/2014/main" id="{F01BE4DA-BC38-00F7-4CCA-4F78DA6871A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90357" y="4485374"/>
              <a:ext cx="476330" cy="476330"/>
            </a:xfrm>
            <a:prstGeom prst="rect">
              <a:avLst/>
            </a:prstGeom>
            <a:noFill/>
            <a:extLst>
              <a:ext uri="{909E8E84-426E-40DD-AFC4-6F175D3DCCD1}">
                <a14:hiddenFill xmlns:a14="http://schemas.microsoft.com/office/drawing/2010/main">
                  <a:solidFill>
                    <a:srgbClr val="FFFFFF"/>
                  </a:solidFill>
                </a14:hiddenFill>
              </a:ext>
            </a:extLst>
          </p:spPr>
        </p:pic>
      </p:grpSp>
      <p:sp>
        <p:nvSpPr>
          <p:cNvPr id="67" name="TextBox 4">
            <a:extLst>
              <a:ext uri="{FF2B5EF4-FFF2-40B4-BE49-F238E27FC236}">
                <a16:creationId xmlns:a16="http://schemas.microsoft.com/office/drawing/2014/main" id="{AC6C0F79-1EEC-74D5-0629-CB985C33DBC3}"/>
              </a:ext>
            </a:extLst>
          </p:cNvPr>
          <p:cNvSpPr txBox="1"/>
          <p:nvPr/>
        </p:nvSpPr>
        <p:spPr>
          <a:xfrm>
            <a:off x="8777829" y="3272035"/>
            <a:ext cx="3200386" cy="31393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rtlCol="0">
            <a:spAutoFit/>
          </a:bodyPr>
          <a:lstStyle/>
          <a:p>
            <a:pPr>
              <a:lnSpc>
                <a:spcPct val="90000"/>
              </a:lnSpc>
            </a:pPr>
            <a:r>
              <a:rPr lang="fr-FR" sz="1600" dirty="0">
                <a:solidFill>
                  <a:schemeClr val="tx1">
                    <a:lumMod val="50000"/>
                    <a:lumOff val="50000"/>
                  </a:schemeClr>
                </a:solidFill>
                <a:latin typeface="Arial" panose="020B0604020202020204" pitchFamily="34" charset="0"/>
                <a:cs typeface="Arial" panose="020B0604020202020204" pitchFamily="34" charset="0"/>
              </a:rPr>
              <a:t>Automatisation</a:t>
            </a:r>
          </a:p>
        </p:txBody>
      </p:sp>
      <p:pic>
        <p:nvPicPr>
          <p:cNvPr id="68" name="Picture 2">
            <a:extLst>
              <a:ext uri="{FF2B5EF4-FFF2-40B4-BE49-F238E27FC236}">
                <a16:creationId xmlns:a16="http://schemas.microsoft.com/office/drawing/2014/main" id="{3333E0AB-A732-1E05-A4F1-0B30BFCE6B7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9140" y="5125540"/>
            <a:ext cx="194685" cy="19468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76575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Supervision – Introduction</a:t>
            </a:r>
          </a:p>
        </p:txBody>
      </p:sp>
      <p:cxnSp>
        <p:nvCxnSpPr>
          <p:cNvPr id="8" name="Connecteur droit 7">
            <a:extLst>
              <a:ext uri="{FF2B5EF4-FFF2-40B4-BE49-F238E27FC236}">
                <a16:creationId xmlns:a16="http://schemas.microsoft.com/office/drawing/2014/main" id="{12224F64-B37C-B1B6-84AE-5758115B52DB}"/>
              </a:ext>
            </a:extLst>
          </p:cNvPr>
          <p:cNvCxnSpPr>
            <a:cxnSpLocks/>
          </p:cNvCxnSpPr>
          <p:nvPr/>
        </p:nvCxnSpPr>
        <p:spPr>
          <a:xfrm>
            <a:off x="6096000" y="1352811"/>
            <a:ext cx="0" cy="3960594"/>
          </a:xfrm>
          <a:prstGeom prst="line">
            <a:avLst/>
          </a:prstGeom>
          <a:ln w="38100"/>
        </p:spPr>
        <p:style>
          <a:lnRef idx="1">
            <a:schemeClr val="dk1"/>
          </a:lnRef>
          <a:fillRef idx="0">
            <a:schemeClr val="dk1"/>
          </a:fillRef>
          <a:effectRef idx="0">
            <a:schemeClr val="dk1"/>
          </a:effectRef>
          <a:fontRef idx="minor">
            <a:schemeClr val="tx1"/>
          </a:fontRef>
        </p:style>
      </p:cxnSp>
      <p:sp>
        <p:nvSpPr>
          <p:cNvPr id="9" name="ZoneTexte 8">
            <a:extLst>
              <a:ext uri="{FF2B5EF4-FFF2-40B4-BE49-F238E27FC236}">
                <a16:creationId xmlns:a16="http://schemas.microsoft.com/office/drawing/2014/main" id="{0E851378-6D2F-70C4-64A3-5F862F2FEF9C}"/>
              </a:ext>
            </a:extLst>
          </p:cNvPr>
          <p:cNvSpPr txBox="1"/>
          <p:nvPr/>
        </p:nvSpPr>
        <p:spPr>
          <a:xfrm>
            <a:off x="1631214" y="1201972"/>
            <a:ext cx="2793301" cy="307777"/>
          </a:xfrm>
          <a:prstGeom prst="rect">
            <a:avLst/>
          </a:prstGeom>
          <a:noFill/>
        </p:spPr>
        <p:txBody>
          <a:bodyPr wrap="square" rtlCol="0">
            <a:spAutoFit/>
          </a:bodyPr>
          <a:lstStyle/>
          <a:p>
            <a:pPr algn="ctr"/>
            <a:r>
              <a:rPr lang="fr-FR" sz="1400" b="1">
                <a:latin typeface="Arial" panose="020B0604020202020204" pitchFamily="34" charset="0"/>
                <a:cs typeface="Arial" panose="020B0604020202020204" pitchFamily="34" charset="0"/>
              </a:rPr>
              <a:t>Globale</a:t>
            </a:r>
          </a:p>
        </p:txBody>
      </p:sp>
      <p:sp>
        <p:nvSpPr>
          <p:cNvPr id="10" name="ZoneTexte 9">
            <a:extLst>
              <a:ext uri="{FF2B5EF4-FFF2-40B4-BE49-F238E27FC236}">
                <a16:creationId xmlns:a16="http://schemas.microsoft.com/office/drawing/2014/main" id="{B88245EC-31D3-BBFA-7206-6D4A54390538}"/>
              </a:ext>
            </a:extLst>
          </p:cNvPr>
          <p:cNvSpPr txBox="1"/>
          <p:nvPr/>
        </p:nvSpPr>
        <p:spPr>
          <a:xfrm>
            <a:off x="7767485" y="1201972"/>
            <a:ext cx="2793301" cy="307777"/>
          </a:xfrm>
          <a:prstGeom prst="rect">
            <a:avLst/>
          </a:prstGeom>
          <a:noFill/>
        </p:spPr>
        <p:txBody>
          <a:bodyPr wrap="square" rtlCol="0">
            <a:spAutoFit/>
          </a:bodyPr>
          <a:lstStyle/>
          <a:p>
            <a:pPr algn="ctr"/>
            <a:r>
              <a:rPr lang="fr-FR" sz="1400" b="1">
                <a:latin typeface="Arial" panose="020B0604020202020204" pitchFamily="34" charset="0"/>
                <a:cs typeface="Arial" panose="020B0604020202020204" pitchFamily="34" charset="0"/>
              </a:rPr>
              <a:t>Modulaire</a:t>
            </a:r>
          </a:p>
        </p:txBody>
      </p:sp>
      <p:sp>
        <p:nvSpPr>
          <p:cNvPr id="30" name="ZoneTexte 29">
            <a:extLst>
              <a:ext uri="{FF2B5EF4-FFF2-40B4-BE49-F238E27FC236}">
                <a16:creationId xmlns:a16="http://schemas.microsoft.com/office/drawing/2014/main" id="{5073893F-AF77-5123-33E1-DBA192560E1C}"/>
              </a:ext>
            </a:extLst>
          </p:cNvPr>
          <p:cNvSpPr txBox="1"/>
          <p:nvPr/>
        </p:nvSpPr>
        <p:spPr>
          <a:xfrm>
            <a:off x="337932" y="1582330"/>
            <a:ext cx="5627619" cy="3970318"/>
          </a:xfrm>
          <a:prstGeom prst="rect">
            <a:avLst/>
          </a:prstGeom>
          <a:noFill/>
        </p:spPr>
        <p:txBody>
          <a:bodyPr wrap="square" rtlCol="0">
            <a:spAutoFit/>
          </a:bodyPr>
          <a:lstStyle/>
          <a:p>
            <a:pPr algn="just"/>
            <a:r>
              <a:rPr lang="fr-FR" sz="1400">
                <a:latin typeface="Arial" panose="020B0604020202020204" pitchFamily="34" charset="0"/>
                <a:cs typeface="Arial" panose="020B0604020202020204" pitchFamily="34" charset="0"/>
              </a:rPr>
              <a:t>Supervision de bout en bout, adresse, à la fois, les dimensions perception utilisateur/consommateur et  perception technique, ce qui se traduit par :</a:t>
            </a:r>
            <a:endParaRPr lang="fr-FR" sz="1400" b="1">
              <a:latin typeface="Arial" panose="020B0604020202020204" pitchFamily="34" charset="0"/>
              <a:cs typeface="Arial" panose="020B0604020202020204" pitchFamily="34" charset="0"/>
            </a:endParaRPr>
          </a:p>
          <a:p>
            <a:pPr algn="just"/>
            <a:endParaRPr lang="fr-FR" sz="1400" b="1">
              <a:latin typeface="Arial" panose="020B0604020202020204" pitchFamily="34" charset="0"/>
              <a:cs typeface="Arial" panose="020B0604020202020204" pitchFamily="34" charset="0"/>
            </a:endParaRPr>
          </a:p>
          <a:p>
            <a:pPr algn="just"/>
            <a:r>
              <a:rPr lang="fr-FR" sz="1400" b="1">
                <a:latin typeface="Arial" panose="020B0604020202020204" pitchFamily="34" charset="0"/>
                <a:cs typeface="Arial" panose="020B0604020202020204" pitchFamily="34" charset="0"/>
              </a:rPr>
              <a:t>Une vision technique : </a:t>
            </a:r>
            <a:r>
              <a:rPr lang="fr-FR" sz="1400">
                <a:latin typeface="Arial" panose="020B0604020202020204" pitchFamily="34" charset="0"/>
                <a:cs typeface="Arial" panose="020B0604020202020204" pitchFamily="34" charset="0"/>
              </a:rPr>
              <a:t>Retracer la chaîne d’exécution et mesurer les actions réalisées – Traitements, séquences, temps de réponses, erreurs etc. – Cette vision technique répond aux questions :</a:t>
            </a:r>
          </a:p>
          <a:p>
            <a:pPr marL="285750" indent="-285750" algn="just">
              <a:buFont typeface="Arial" panose="020B0604020202020204" pitchFamily="34" charset="0"/>
              <a:buChar char="•"/>
            </a:pPr>
            <a:r>
              <a:rPr lang="fr-FR" sz="1400">
                <a:latin typeface="Arial" panose="020B0604020202020204" pitchFamily="34" charset="0"/>
                <a:cs typeface="Arial" panose="020B0604020202020204" pitchFamily="34" charset="0"/>
              </a:rPr>
              <a:t>Quelle séquence d’appel ?</a:t>
            </a:r>
          </a:p>
          <a:p>
            <a:pPr marL="285750" indent="-285750" algn="just">
              <a:buFont typeface="Arial" panose="020B0604020202020204" pitchFamily="34" charset="0"/>
              <a:buChar char="•"/>
            </a:pPr>
            <a:r>
              <a:rPr lang="fr-FR" sz="1400">
                <a:latin typeface="Arial" panose="020B0604020202020204" pitchFamily="34" charset="0"/>
                <a:cs typeface="Arial" panose="020B0604020202020204" pitchFamily="34" charset="0"/>
              </a:rPr>
              <a:t>Quels furent les comportements des systèmes sollicités (Erreurs, Temps de réponse…) ?</a:t>
            </a:r>
          </a:p>
          <a:p>
            <a:pPr marL="285750" indent="-285750" algn="just">
              <a:buFont typeface="Arial" panose="020B0604020202020204" pitchFamily="34" charset="0"/>
              <a:buChar char="•"/>
            </a:pPr>
            <a:r>
              <a:rPr lang="fr-FR" sz="1400">
                <a:latin typeface="Arial" panose="020B0604020202020204" pitchFamily="34" charset="0"/>
                <a:cs typeface="Arial" panose="020B0604020202020204" pitchFamily="34" charset="0"/>
              </a:rPr>
              <a:t>A partir de quel point le système se dégrade ? …</a:t>
            </a:r>
          </a:p>
          <a:p>
            <a:pPr marL="285750" indent="-285750" algn="just">
              <a:buFont typeface="Arial" panose="020B0604020202020204" pitchFamily="34" charset="0"/>
              <a:buChar char="•"/>
            </a:pPr>
            <a:endParaRPr lang="fr-FR" sz="1400">
              <a:latin typeface="Arial" panose="020B0604020202020204" pitchFamily="34" charset="0"/>
              <a:cs typeface="Arial" panose="020B0604020202020204" pitchFamily="34" charset="0"/>
            </a:endParaRPr>
          </a:p>
          <a:p>
            <a:pPr algn="just"/>
            <a:r>
              <a:rPr lang="fr-FR" sz="1400" b="1">
                <a:latin typeface="Arial" panose="020B0604020202020204" pitchFamily="34" charset="0"/>
                <a:cs typeface="Arial" panose="020B0604020202020204" pitchFamily="34" charset="0"/>
              </a:rPr>
              <a:t>Une vision fonctionnelle :</a:t>
            </a:r>
            <a:r>
              <a:rPr lang="fr-FR" sz="1400">
                <a:latin typeface="Arial" panose="020B0604020202020204" pitchFamily="34" charset="0"/>
                <a:cs typeface="Arial" panose="020B0604020202020204" pitchFamily="34" charset="0"/>
              </a:rPr>
              <a:t> Retracer la chaîne d’exécution dans un contexte fonctionnel particulier</a:t>
            </a:r>
          </a:p>
          <a:p>
            <a:pPr marL="285750" indent="-285750" algn="just">
              <a:buFont typeface="Arial" panose="020B0604020202020204" pitchFamily="34" charset="0"/>
              <a:buChar char="•"/>
            </a:pPr>
            <a:r>
              <a:rPr lang="fr-FR" sz="1400">
                <a:latin typeface="Arial" panose="020B0604020202020204" pitchFamily="34" charset="0"/>
                <a:cs typeface="Arial" panose="020B0604020202020204" pitchFamily="34" charset="0"/>
              </a:rPr>
              <a:t>Quel contexte fonctionnel?</a:t>
            </a:r>
          </a:p>
          <a:p>
            <a:pPr marL="285750" indent="-285750" algn="just">
              <a:buFont typeface="Arial" panose="020B0604020202020204" pitchFamily="34" charset="0"/>
              <a:buChar char="•"/>
            </a:pPr>
            <a:r>
              <a:rPr lang="fr-FR" sz="1400">
                <a:latin typeface="Arial" panose="020B0604020202020204" pitchFamily="34" charset="0"/>
                <a:cs typeface="Arial" panose="020B0604020202020204" pitchFamily="34" charset="0"/>
              </a:rPr>
              <a:t>Le traitement est-il terminé ?</a:t>
            </a:r>
          </a:p>
          <a:p>
            <a:pPr marL="285750" indent="-285750" algn="just">
              <a:buFont typeface="Arial" panose="020B0604020202020204" pitchFamily="34" charset="0"/>
              <a:buChar char="•"/>
            </a:pPr>
            <a:r>
              <a:rPr lang="fr-FR" sz="1400">
                <a:latin typeface="Arial" panose="020B0604020202020204" pitchFamily="34" charset="0"/>
                <a:cs typeface="Arial" panose="020B0604020202020204" pitchFamily="34" charset="0"/>
              </a:rPr>
              <a:t>Quel est l’état du traitement?</a:t>
            </a:r>
          </a:p>
          <a:p>
            <a:pPr marL="285750" indent="-285750" algn="just">
              <a:buFont typeface="Arial" panose="020B0604020202020204" pitchFamily="34" charset="0"/>
              <a:buChar char="•"/>
            </a:pPr>
            <a:r>
              <a:rPr lang="fr-FR" sz="1400">
                <a:latin typeface="Arial" panose="020B0604020202020204" pitchFamily="34" charset="0"/>
                <a:cs typeface="Arial" panose="020B0604020202020204" pitchFamily="34" charset="0"/>
              </a:rPr>
              <a:t>Quelles sont les erreurs remontées?...</a:t>
            </a:r>
          </a:p>
        </p:txBody>
      </p:sp>
      <p:sp>
        <p:nvSpPr>
          <p:cNvPr id="31" name="ZoneTexte 30">
            <a:extLst>
              <a:ext uri="{FF2B5EF4-FFF2-40B4-BE49-F238E27FC236}">
                <a16:creationId xmlns:a16="http://schemas.microsoft.com/office/drawing/2014/main" id="{4F373A22-1076-69EC-0808-5E5F22800205}"/>
              </a:ext>
            </a:extLst>
          </p:cNvPr>
          <p:cNvSpPr txBox="1"/>
          <p:nvPr/>
        </p:nvSpPr>
        <p:spPr>
          <a:xfrm>
            <a:off x="6226449" y="1582330"/>
            <a:ext cx="5627619" cy="2246769"/>
          </a:xfrm>
          <a:prstGeom prst="rect">
            <a:avLst/>
          </a:prstGeom>
          <a:noFill/>
        </p:spPr>
        <p:txBody>
          <a:bodyPr wrap="square" rtlCol="0">
            <a:spAutoFit/>
          </a:bodyPr>
          <a:lstStyle/>
          <a:p>
            <a:pPr algn="just"/>
            <a:r>
              <a:rPr lang="fr-FR" sz="1400">
                <a:latin typeface="Arial" panose="020B0604020202020204" pitchFamily="34" charset="0"/>
                <a:cs typeface="Arial" panose="020B0604020202020204" pitchFamily="34" charset="0"/>
              </a:rPr>
              <a:t>Dans ce cas, on a une vision parcellaire de notre système en supervisant domaine de responsabilité par domaine de responsabilité.</a:t>
            </a:r>
          </a:p>
          <a:p>
            <a:pPr algn="just"/>
            <a:endParaRPr lang="fr-FR" sz="1400">
              <a:latin typeface="Arial" panose="020B0604020202020204" pitchFamily="34" charset="0"/>
              <a:cs typeface="Arial" panose="020B0604020202020204" pitchFamily="34" charset="0"/>
            </a:endParaRPr>
          </a:p>
          <a:p>
            <a:pPr algn="just"/>
            <a:r>
              <a:rPr lang="fr-FR" sz="1400">
                <a:latin typeface="Arial" panose="020B0604020202020204" pitchFamily="34" charset="0"/>
                <a:cs typeface="Arial" panose="020B0604020202020204" pitchFamily="34" charset="0"/>
              </a:rPr>
              <a:t>Chaque service collecte des métriques de son utilisation afin de détecter des problèmes.</a:t>
            </a:r>
          </a:p>
          <a:p>
            <a:pPr algn="just"/>
            <a:endParaRPr lang="fr-FR" sz="1400">
              <a:latin typeface="Arial" panose="020B0604020202020204" pitchFamily="34" charset="0"/>
              <a:cs typeface="Arial" panose="020B0604020202020204" pitchFamily="34" charset="0"/>
            </a:endParaRPr>
          </a:p>
          <a:p>
            <a:pPr algn="just"/>
            <a:r>
              <a:rPr lang="fr-FR" sz="1400">
                <a:latin typeface="Arial" panose="020B0604020202020204" pitchFamily="34" charset="0"/>
                <a:cs typeface="Arial" panose="020B0604020202020204" pitchFamily="34" charset="0"/>
              </a:rPr>
              <a:t>La supervision de chaque domaine doit mener à des alertes et une résolution du problème locale ainsi que la notification des équipes concernées.</a:t>
            </a:r>
          </a:p>
        </p:txBody>
      </p:sp>
      <p:sp>
        <p:nvSpPr>
          <p:cNvPr id="3" name="ZoneTexte 2">
            <a:extLst>
              <a:ext uri="{FF2B5EF4-FFF2-40B4-BE49-F238E27FC236}">
                <a16:creationId xmlns:a16="http://schemas.microsoft.com/office/drawing/2014/main" id="{E70CC896-A0EB-996B-93D5-1521307945C1}"/>
              </a:ext>
            </a:extLst>
          </p:cNvPr>
          <p:cNvSpPr txBox="1"/>
          <p:nvPr/>
        </p:nvSpPr>
        <p:spPr>
          <a:xfrm>
            <a:off x="316935" y="5656028"/>
            <a:ext cx="11537133" cy="830997"/>
          </a:xfrm>
          <a:prstGeom prst="rect">
            <a:avLst/>
          </a:prstGeom>
          <a:noFill/>
        </p:spPr>
        <p:txBody>
          <a:bodyPr wrap="square" rtlCol="0">
            <a:spAutoFit/>
          </a:bodyPr>
          <a:lstStyle/>
          <a:p>
            <a:pPr algn="just"/>
            <a:r>
              <a:rPr lang="fr-FR" sz="1600">
                <a:latin typeface="Arial" panose="020B0604020202020204" pitchFamily="34" charset="0"/>
                <a:cs typeface="Arial" panose="020B0604020202020204" pitchFamily="34" charset="0"/>
              </a:rPr>
              <a:t>Pour pouvoir faire de la supervision de bout en bout, il faut pouvoir reconsolider toutes les informations, ce qui se traduit par :</a:t>
            </a:r>
          </a:p>
          <a:p>
            <a:pPr marL="285750" indent="-285750" algn="just">
              <a:buFont typeface="Arial" panose="020B0604020202020204" pitchFamily="34" charset="0"/>
              <a:buChar char="•"/>
            </a:pPr>
            <a:r>
              <a:rPr lang="fr-FR" sz="1600">
                <a:latin typeface="Arial" panose="020B0604020202020204" pitchFamily="34" charset="0"/>
                <a:cs typeface="Arial" panose="020B0604020202020204" pitchFamily="34" charset="0"/>
              </a:rPr>
              <a:t>Mise en place d’un id de corrélation</a:t>
            </a:r>
          </a:p>
          <a:p>
            <a:pPr marL="285750" indent="-285750" algn="just">
              <a:buFont typeface="Arial" panose="020B0604020202020204" pitchFamily="34" charset="0"/>
              <a:buChar char="•"/>
            </a:pPr>
            <a:r>
              <a:rPr lang="fr-FR" sz="1600">
                <a:latin typeface="Arial" panose="020B0604020202020204" pitchFamily="34" charset="0"/>
                <a:cs typeface="Arial" panose="020B0604020202020204" pitchFamily="34" charset="0"/>
              </a:rPr>
              <a:t>Centralisation des logs</a:t>
            </a:r>
          </a:p>
        </p:txBody>
      </p:sp>
    </p:spTree>
    <p:extLst>
      <p:ext uri="{BB962C8B-B14F-4D97-AF65-F5344CB8AC3E}">
        <p14:creationId xmlns:p14="http://schemas.microsoft.com/office/powerpoint/2010/main" val="8901615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Supervision – Corrélation des messages</a:t>
            </a:r>
          </a:p>
        </p:txBody>
      </p:sp>
      <p:sp>
        <p:nvSpPr>
          <p:cNvPr id="3" name="ZoneTexte 2">
            <a:extLst>
              <a:ext uri="{FF2B5EF4-FFF2-40B4-BE49-F238E27FC236}">
                <a16:creationId xmlns:a16="http://schemas.microsoft.com/office/drawing/2014/main" id="{A8CE8575-D7EF-3E15-61D6-7FE0BCAB033D}"/>
              </a:ext>
            </a:extLst>
          </p:cNvPr>
          <p:cNvSpPr txBox="1"/>
          <p:nvPr/>
        </p:nvSpPr>
        <p:spPr>
          <a:xfrm>
            <a:off x="337932" y="1358659"/>
            <a:ext cx="11243784" cy="338554"/>
          </a:xfrm>
          <a:prstGeom prst="rect">
            <a:avLst/>
          </a:prstGeom>
          <a:noFill/>
        </p:spPr>
        <p:txBody>
          <a:bodyPr wrap="none" rtlCol="0">
            <a:spAutoFit/>
          </a:bodyPr>
          <a:lstStyle/>
          <a:p>
            <a:r>
              <a:rPr lang="fr-FR" sz="1600" b="1">
                <a:latin typeface="Arial" panose="020B0604020202020204" pitchFamily="34" charset="0"/>
                <a:cs typeface="Arial" panose="020B0604020202020204" pitchFamily="34" charset="0"/>
              </a:rPr>
              <a:t>Pour être en capacité de recréer les messages sauvegarder dans un contexte actif, la solution la plus simple est :</a:t>
            </a:r>
          </a:p>
        </p:txBody>
      </p:sp>
      <p:sp>
        <p:nvSpPr>
          <p:cNvPr id="6" name="ZoneTexte 5">
            <a:extLst>
              <a:ext uri="{FF2B5EF4-FFF2-40B4-BE49-F238E27FC236}">
                <a16:creationId xmlns:a16="http://schemas.microsoft.com/office/drawing/2014/main" id="{D775E729-6971-A710-8AC4-F7B6F4D9523E}"/>
              </a:ext>
            </a:extLst>
          </p:cNvPr>
          <p:cNvSpPr txBox="1"/>
          <p:nvPr/>
        </p:nvSpPr>
        <p:spPr>
          <a:xfrm>
            <a:off x="337932" y="1749836"/>
            <a:ext cx="2804166" cy="400110"/>
          </a:xfrm>
          <a:prstGeom prst="rect">
            <a:avLst/>
          </a:prstGeom>
          <a:noFill/>
        </p:spPr>
        <p:txBody>
          <a:bodyPr wrap="square" rtlCol="0">
            <a:spAutoFit/>
          </a:bodyPr>
          <a:lstStyle/>
          <a:p>
            <a:r>
              <a:rPr lang="fr-FR" sz="2000" b="1">
                <a:latin typeface="Arial" panose="020B0604020202020204" pitchFamily="34" charset="0"/>
                <a:cs typeface="Arial" panose="020B0604020202020204" pitchFamily="34" charset="0"/>
              </a:rPr>
              <a:t>ID DE CORRÉLATION</a:t>
            </a:r>
          </a:p>
        </p:txBody>
      </p:sp>
      <p:sp>
        <p:nvSpPr>
          <p:cNvPr id="7" name="ZoneTexte 6">
            <a:extLst>
              <a:ext uri="{FF2B5EF4-FFF2-40B4-BE49-F238E27FC236}">
                <a16:creationId xmlns:a16="http://schemas.microsoft.com/office/drawing/2014/main" id="{A0214E1D-1D3F-1BDC-280E-6439C157BCA7}"/>
              </a:ext>
            </a:extLst>
          </p:cNvPr>
          <p:cNvSpPr txBox="1"/>
          <p:nvPr/>
        </p:nvSpPr>
        <p:spPr>
          <a:xfrm>
            <a:off x="491472" y="2423477"/>
            <a:ext cx="5120189" cy="2677656"/>
          </a:xfrm>
          <a:prstGeom prst="rect">
            <a:avLst/>
          </a:prstGeom>
          <a:noFill/>
        </p:spPr>
        <p:txBody>
          <a:bodyPr wrap="square" rtlCol="0">
            <a:spAutoFit/>
          </a:bodyPr>
          <a:lstStyle/>
          <a:p>
            <a:r>
              <a:rPr lang="fr-FR" b="1" i="1">
                <a:latin typeface="Arial" panose="020B0604020202020204" pitchFamily="34" charset="0"/>
                <a:cs typeface="Arial" panose="020B0604020202020204" pitchFamily="34" charset="0"/>
              </a:rPr>
              <a:t>Présentation</a:t>
            </a:r>
          </a:p>
          <a:p>
            <a:endParaRPr lang="fr-FR" b="1" i="1">
              <a:latin typeface="Arial" panose="020B0604020202020204" pitchFamily="34" charset="0"/>
              <a:cs typeface="Arial" panose="020B0604020202020204" pitchFamily="34" charset="0"/>
            </a:endParaRPr>
          </a:p>
          <a:p>
            <a:pPr>
              <a:spcAft>
                <a:spcPts val="1200"/>
              </a:spcAft>
            </a:pPr>
            <a:r>
              <a:rPr lang="fr-FR" sz="1600">
                <a:latin typeface="Arial" panose="020B0604020202020204" pitchFamily="34" charset="0"/>
                <a:cs typeface="Arial" panose="020B0604020202020204" pitchFamily="34" charset="0"/>
              </a:rPr>
              <a:t>L’indicateur nécessaire à la gestion de messages et de processus asynchrones. Il :</a:t>
            </a:r>
          </a:p>
          <a:p>
            <a:pPr marL="285750" indent="-285750">
              <a:spcAft>
                <a:spcPts val="1200"/>
              </a:spcAft>
              <a:buFont typeface="Arial" panose="020B0604020202020204" pitchFamily="34" charset="0"/>
              <a:buChar char="•"/>
            </a:pPr>
            <a:r>
              <a:rPr lang="fr-FR" sz="1600">
                <a:latin typeface="Arial" panose="020B0604020202020204" pitchFamily="34" charset="0"/>
                <a:cs typeface="Arial" panose="020B0604020202020204" pitchFamily="34" charset="0"/>
              </a:rPr>
              <a:t>Fournit l’identification de manière unique d’un flux sur plusieurs services du SI</a:t>
            </a:r>
          </a:p>
          <a:p>
            <a:pPr marL="285750" indent="-285750">
              <a:spcAft>
                <a:spcPts val="1200"/>
              </a:spcAft>
              <a:buFont typeface="Arial" panose="020B0604020202020204" pitchFamily="34" charset="0"/>
              <a:buChar char="•"/>
            </a:pPr>
            <a:r>
              <a:rPr lang="fr-FR" sz="1600">
                <a:latin typeface="Arial" panose="020B0604020202020204" pitchFamily="34" charset="0"/>
                <a:cs typeface="Arial" panose="020B0604020202020204" pitchFamily="34" charset="0"/>
              </a:rPr>
              <a:t>Sert de référence pour une chaîne de transactions ou d’évènements et permet la redirection de la réponse vers la cible concernée</a:t>
            </a:r>
          </a:p>
        </p:txBody>
      </p:sp>
      <p:sp>
        <p:nvSpPr>
          <p:cNvPr id="4" name="ZoneTexte 3">
            <a:extLst>
              <a:ext uri="{FF2B5EF4-FFF2-40B4-BE49-F238E27FC236}">
                <a16:creationId xmlns:a16="http://schemas.microsoft.com/office/drawing/2014/main" id="{DECFBC2A-331F-E61C-D722-2E4B328453B2}"/>
              </a:ext>
            </a:extLst>
          </p:cNvPr>
          <p:cNvSpPr txBox="1"/>
          <p:nvPr/>
        </p:nvSpPr>
        <p:spPr>
          <a:xfrm>
            <a:off x="6096001" y="2423477"/>
            <a:ext cx="5120190" cy="2985433"/>
          </a:xfrm>
          <a:prstGeom prst="rect">
            <a:avLst/>
          </a:prstGeom>
          <a:noFill/>
        </p:spPr>
        <p:txBody>
          <a:bodyPr wrap="square" rtlCol="0">
            <a:spAutoFit/>
          </a:bodyPr>
          <a:lstStyle/>
          <a:p>
            <a:r>
              <a:rPr lang="fr-FR" b="1" i="1">
                <a:latin typeface="Arial" panose="020B0604020202020204" pitchFamily="34" charset="0"/>
                <a:cs typeface="Arial" panose="020B0604020202020204" pitchFamily="34" charset="0"/>
              </a:rPr>
              <a:t>Bonnes pratiques</a:t>
            </a:r>
          </a:p>
          <a:p>
            <a:endParaRPr lang="fr-FR" b="1" i="1">
              <a:latin typeface="Arial" panose="020B0604020202020204" pitchFamily="34" charset="0"/>
              <a:cs typeface="Arial" panose="020B0604020202020204" pitchFamily="34" charset="0"/>
            </a:endParaRPr>
          </a:p>
          <a:p>
            <a:pPr>
              <a:spcAft>
                <a:spcPts val="1200"/>
              </a:spcAft>
            </a:pPr>
            <a:r>
              <a:rPr lang="fr-FR" sz="1600">
                <a:latin typeface="Arial" panose="020B0604020202020204" pitchFamily="34" charset="0"/>
                <a:cs typeface="Arial" panose="020B0604020202020204" pitchFamily="34" charset="0"/>
              </a:rPr>
              <a:t>Un </a:t>
            </a:r>
            <a:r>
              <a:rPr lang="fr-FR" sz="1600" err="1">
                <a:latin typeface="Arial" panose="020B0604020202020204" pitchFamily="34" charset="0"/>
                <a:cs typeface="Arial" panose="020B0604020202020204" pitchFamily="34" charset="0"/>
              </a:rPr>
              <a:t>cID</a:t>
            </a:r>
            <a:r>
              <a:rPr lang="fr-FR" sz="1600">
                <a:latin typeface="Arial" panose="020B0604020202020204" pitchFamily="34" charset="0"/>
                <a:cs typeface="Arial" panose="020B0604020202020204" pitchFamily="34" charset="0"/>
              </a:rPr>
              <a:t> doit être:</a:t>
            </a:r>
          </a:p>
          <a:p>
            <a:pPr marL="285750" indent="-285750">
              <a:spcAft>
                <a:spcPts val="1200"/>
              </a:spcAft>
              <a:buFont typeface="Arial" panose="020B0604020202020204" pitchFamily="34" charset="0"/>
              <a:buChar char="•"/>
            </a:pPr>
            <a:r>
              <a:rPr lang="fr-FR" sz="1600">
                <a:latin typeface="Arial" panose="020B0604020202020204" pitchFamily="34" charset="0"/>
                <a:cs typeface="Arial" panose="020B0604020202020204" pitchFamily="34" charset="0"/>
              </a:rPr>
              <a:t>unique par flux/message sur l’ensemble de la chaine</a:t>
            </a:r>
          </a:p>
          <a:p>
            <a:pPr marL="285750" indent="-285750">
              <a:spcAft>
                <a:spcPts val="1200"/>
              </a:spcAft>
              <a:buFont typeface="Arial" panose="020B0604020202020204" pitchFamily="34" charset="0"/>
              <a:buChar char="•"/>
            </a:pPr>
            <a:r>
              <a:rPr lang="fr-FR" sz="1600">
                <a:latin typeface="Arial" panose="020B0604020202020204" pitchFamily="34" charset="0"/>
                <a:cs typeface="Arial" panose="020B0604020202020204" pitchFamily="34" charset="0"/>
              </a:rPr>
              <a:t>généré par un système et un seul</a:t>
            </a:r>
          </a:p>
          <a:p>
            <a:pPr marL="285750" indent="-285750">
              <a:spcAft>
                <a:spcPts val="1200"/>
              </a:spcAft>
              <a:buFont typeface="Arial" panose="020B0604020202020204" pitchFamily="34" charset="0"/>
              <a:buChar char="•"/>
            </a:pPr>
            <a:r>
              <a:rPr lang="fr-FR" sz="1600">
                <a:latin typeface="Arial" panose="020B0604020202020204" pitchFamily="34" charset="0"/>
                <a:cs typeface="Arial" panose="020B0604020202020204" pitchFamily="34" charset="0"/>
              </a:rPr>
              <a:t>Inclus dans toutes les traces (logs)</a:t>
            </a:r>
            <a:endParaRPr lang="fr-FR" sz="1600" i="1">
              <a:latin typeface="Arial" panose="020B0604020202020204" pitchFamily="34" charset="0"/>
              <a:cs typeface="Arial" panose="020B0604020202020204" pitchFamily="34" charset="0"/>
            </a:endParaRPr>
          </a:p>
          <a:p>
            <a:r>
              <a:rPr lang="fr-FR" sz="1600" i="1">
                <a:solidFill>
                  <a:srgbClr val="C00000"/>
                </a:solidFill>
                <a:latin typeface="Arial" panose="020B0604020202020204" pitchFamily="34" charset="0"/>
                <a:cs typeface="Arial" panose="020B0604020202020204" pitchFamily="34" charset="0"/>
              </a:rPr>
              <a:t>Attention : Il ne doit contenir aucune donnée précise sur l’identité du consommateur.</a:t>
            </a:r>
          </a:p>
        </p:txBody>
      </p:sp>
      <p:sp>
        <p:nvSpPr>
          <p:cNvPr id="8" name="ZoneTexte 7">
            <a:extLst>
              <a:ext uri="{FF2B5EF4-FFF2-40B4-BE49-F238E27FC236}">
                <a16:creationId xmlns:a16="http://schemas.microsoft.com/office/drawing/2014/main" id="{DB033575-8583-6C73-929A-3700EA5E0489}"/>
              </a:ext>
            </a:extLst>
          </p:cNvPr>
          <p:cNvSpPr txBox="1"/>
          <p:nvPr/>
        </p:nvSpPr>
        <p:spPr>
          <a:xfrm>
            <a:off x="436517" y="5970812"/>
            <a:ext cx="11200502" cy="646331"/>
          </a:xfrm>
          <a:prstGeom prst="rect">
            <a:avLst/>
          </a:prstGeom>
          <a:noFill/>
        </p:spPr>
        <p:txBody>
          <a:bodyPr wrap="none" rtlCol="0">
            <a:spAutoFit/>
          </a:bodyPr>
          <a:lstStyle/>
          <a:p>
            <a:r>
              <a:rPr lang="fr-FR">
                <a:latin typeface="Arial" panose="020B0604020202020204" pitchFamily="34" charset="0"/>
                <a:cs typeface="Arial" panose="020B0604020202020204" pitchFamily="34" charset="0"/>
              </a:rPr>
              <a:t>Grace  à l’ID de corrélation il est possible d’auditer les flux, de mesurer les dépendances entre les systèmes</a:t>
            </a:r>
            <a:endParaRPr lang="fr-FR" i="1">
              <a:latin typeface="Arial" panose="020B0604020202020204" pitchFamily="34" charset="0"/>
              <a:cs typeface="Arial" panose="020B0604020202020204" pitchFamily="34" charset="0"/>
            </a:endParaRPr>
          </a:p>
          <a:p>
            <a:endParaRPr lang="fr-FR"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73671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4"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Supervision – Structure des messages</a:t>
            </a:r>
          </a:p>
        </p:txBody>
      </p:sp>
      <p:sp>
        <p:nvSpPr>
          <p:cNvPr id="4" name="Rectangle 3">
            <a:extLst>
              <a:ext uri="{FF2B5EF4-FFF2-40B4-BE49-F238E27FC236}">
                <a16:creationId xmlns:a16="http://schemas.microsoft.com/office/drawing/2014/main" id="{2DAF0CFF-867E-A4C9-5A2F-457931D69BC4}"/>
              </a:ext>
            </a:extLst>
          </p:cNvPr>
          <p:cNvSpPr/>
          <p:nvPr>
            <p:custDataLst>
              <p:tags r:id="rId1"/>
            </p:custDataLst>
          </p:nvPr>
        </p:nvSpPr>
        <p:spPr>
          <a:xfrm>
            <a:off x="203200" y="1567544"/>
            <a:ext cx="4064386" cy="4464956"/>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t"/>
          <a:lstStyle/>
          <a:p>
            <a:pPr algn="ctr"/>
            <a:r>
              <a:rPr lang="fr-FR" b="1">
                <a:solidFill>
                  <a:schemeClr val="tx1"/>
                </a:solidFill>
              </a:rPr>
              <a:t>Log</a:t>
            </a:r>
          </a:p>
        </p:txBody>
      </p:sp>
      <p:sp>
        <p:nvSpPr>
          <p:cNvPr id="8" name="Rectangle 7">
            <a:extLst>
              <a:ext uri="{FF2B5EF4-FFF2-40B4-BE49-F238E27FC236}">
                <a16:creationId xmlns:a16="http://schemas.microsoft.com/office/drawing/2014/main" id="{2D666F5F-215B-1E74-884F-AB8BDCCDDEBD}"/>
              </a:ext>
            </a:extLst>
          </p:cNvPr>
          <p:cNvSpPr/>
          <p:nvPr>
            <p:custDataLst>
              <p:tags r:id="rId2"/>
            </p:custDataLst>
          </p:nvPr>
        </p:nvSpPr>
        <p:spPr>
          <a:xfrm>
            <a:off x="395220" y="2146995"/>
            <a:ext cx="3673808" cy="1477328"/>
          </a:xfrm>
          <a:prstGeom prst="rect">
            <a:avLst/>
          </a:prstGeom>
          <a:ln>
            <a:solidFill>
              <a:schemeClr val="tx2"/>
            </a:solidFill>
          </a:ln>
        </p:spPr>
        <p:style>
          <a:lnRef idx="2">
            <a:schemeClr val="accent3"/>
          </a:lnRef>
          <a:fillRef idx="1">
            <a:schemeClr val="lt1"/>
          </a:fillRef>
          <a:effectRef idx="0">
            <a:schemeClr val="accent3"/>
          </a:effectRef>
          <a:fontRef idx="minor">
            <a:schemeClr val="dk1"/>
          </a:fontRef>
        </p:style>
        <p:txBody>
          <a:bodyPr wrap="square" rtlCol="0" anchor="t">
            <a:spAutoFit/>
          </a:bodyPr>
          <a:lstStyle/>
          <a:p>
            <a:pPr algn="ctr"/>
            <a:r>
              <a:rPr lang="fr-FR" b="1" dirty="0">
                <a:solidFill>
                  <a:schemeClr val="tx2"/>
                </a:solidFill>
              </a:rPr>
              <a:t>Header (En-tête)</a:t>
            </a:r>
          </a:p>
          <a:p>
            <a:r>
              <a:rPr lang="fr-FR" b="1" err="1">
                <a:solidFill>
                  <a:schemeClr val="tx2"/>
                </a:solidFill>
              </a:rPr>
              <a:t>cID</a:t>
            </a:r>
            <a:r>
              <a:rPr lang="fr-FR" b="1">
                <a:solidFill>
                  <a:schemeClr val="tx2"/>
                </a:solidFill>
              </a:rPr>
              <a:t> : id de corrélation</a:t>
            </a:r>
          </a:p>
          <a:p>
            <a:r>
              <a:rPr lang="fr-FR" b="1" err="1">
                <a:solidFill>
                  <a:schemeClr val="tx2"/>
                </a:solidFill>
              </a:rPr>
              <a:t>isProspect</a:t>
            </a:r>
            <a:r>
              <a:rPr lang="fr-FR" b="1">
                <a:solidFill>
                  <a:schemeClr val="tx2"/>
                </a:solidFill>
              </a:rPr>
              <a:t> : est-il authentifié ?</a:t>
            </a:r>
          </a:p>
          <a:p>
            <a:r>
              <a:rPr lang="fr-FR" i="1">
                <a:solidFill>
                  <a:schemeClr val="tx2"/>
                </a:solidFill>
              </a:rPr>
              <a:t>ID système source</a:t>
            </a:r>
          </a:p>
          <a:p>
            <a:r>
              <a:rPr lang="fr-FR" i="1">
                <a:solidFill>
                  <a:schemeClr val="tx2"/>
                </a:solidFill>
              </a:rPr>
              <a:t>…</a:t>
            </a:r>
          </a:p>
        </p:txBody>
      </p:sp>
      <p:sp>
        <p:nvSpPr>
          <p:cNvPr id="9" name="Rectangle 8">
            <a:extLst>
              <a:ext uri="{FF2B5EF4-FFF2-40B4-BE49-F238E27FC236}">
                <a16:creationId xmlns:a16="http://schemas.microsoft.com/office/drawing/2014/main" id="{B22D9F91-057C-1324-8B63-1F3D55D5F84E}"/>
              </a:ext>
            </a:extLst>
          </p:cNvPr>
          <p:cNvSpPr/>
          <p:nvPr>
            <p:custDataLst>
              <p:tags r:id="rId3"/>
            </p:custDataLst>
          </p:nvPr>
        </p:nvSpPr>
        <p:spPr>
          <a:xfrm>
            <a:off x="395220" y="3787147"/>
            <a:ext cx="3673808" cy="2031325"/>
          </a:xfrm>
          <a:prstGeom prst="rect">
            <a:avLst/>
          </a:prstGeom>
          <a:ln>
            <a:solidFill>
              <a:schemeClr val="accent5"/>
            </a:solidFill>
          </a:ln>
        </p:spPr>
        <p:style>
          <a:lnRef idx="2">
            <a:schemeClr val="accent4"/>
          </a:lnRef>
          <a:fillRef idx="1">
            <a:schemeClr val="lt1"/>
          </a:fillRef>
          <a:effectRef idx="0">
            <a:schemeClr val="accent4"/>
          </a:effectRef>
          <a:fontRef idx="minor">
            <a:schemeClr val="dk1"/>
          </a:fontRef>
        </p:style>
        <p:txBody>
          <a:bodyPr wrap="square" rtlCol="0" anchor="t">
            <a:spAutoFit/>
          </a:bodyPr>
          <a:lstStyle/>
          <a:p>
            <a:pPr algn="ctr"/>
            <a:r>
              <a:rPr lang="fr-FR" b="1" dirty="0" err="1">
                <a:solidFill>
                  <a:schemeClr val="accent5"/>
                </a:solidFill>
              </a:rPr>
              <a:t>Payload</a:t>
            </a:r>
            <a:r>
              <a:rPr lang="fr-FR" b="1" dirty="0">
                <a:solidFill>
                  <a:schemeClr val="accent5"/>
                </a:solidFill>
              </a:rPr>
              <a:t> (Corps)</a:t>
            </a:r>
          </a:p>
          <a:p>
            <a:r>
              <a:rPr lang="fr-FR" dirty="0" err="1">
                <a:solidFill>
                  <a:schemeClr val="accent5"/>
                </a:solidFill>
              </a:rPr>
              <a:t>status</a:t>
            </a:r>
            <a:r>
              <a:rPr lang="fr-FR" dirty="0">
                <a:solidFill>
                  <a:schemeClr val="accent5"/>
                </a:solidFill>
              </a:rPr>
              <a:t> : message descriptif ou code</a:t>
            </a:r>
          </a:p>
          <a:p>
            <a:r>
              <a:rPr lang="fr-FR" dirty="0" err="1">
                <a:solidFill>
                  <a:schemeClr val="accent5"/>
                </a:solidFill>
              </a:rPr>
              <a:t>timeIn</a:t>
            </a:r>
            <a:r>
              <a:rPr lang="fr-FR" dirty="0">
                <a:solidFill>
                  <a:schemeClr val="accent5"/>
                </a:solidFill>
              </a:rPr>
              <a:t> : heure d’entrée</a:t>
            </a:r>
          </a:p>
          <a:p>
            <a:r>
              <a:rPr lang="fr-FR" dirty="0" err="1">
                <a:solidFill>
                  <a:schemeClr val="accent5"/>
                </a:solidFill>
              </a:rPr>
              <a:t>timeOut</a:t>
            </a:r>
            <a:r>
              <a:rPr lang="fr-FR" dirty="0">
                <a:solidFill>
                  <a:schemeClr val="accent5"/>
                </a:solidFill>
              </a:rPr>
              <a:t> : heure de sortie</a:t>
            </a:r>
          </a:p>
          <a:p>
            <a:r>
              <a:rPr lang="fr-FR" dirty="0" err="1">
                <a:solidFill>
                  <a:schemeClr val="accent5"/>
                </a:solidFill>
              </a:rPr>
              <a:t>numberClient</a:t>
            </a:r>
            <a:r>
              <a:rPr lang="fr-FR" dirty="0">
                <a:solidFill>
                  <a:schemeClr val="accent5"/>
                </a:solidFill>
              </a:rPr>
              <a:t> : id du client</a:t>
            </a:r>
          </a:p>
          <a:p>
            <a:r>
              <a:rPr lang="fr-FR" dirty="0">
                <a:solidFill>
                  <a:schemeClr val="accent5"/>
                </a:solidFill>
              </a:rPr>
              <a:t>…</a:t>
            </a:r>
          </a:p>
        </p:txBody>
      </p:sp>
      <p:sp>
        <p:nvSpPr>
          <p:cNvPr id="10" name="Accolade fermante 9">
            <a:extLst>
              <a:ext uri="{FF2B5EF4-FFF2-40B4-BE49-F238E27FC236}">
                <a16:creationId xmlns:a16="http://schemas.microsoft.com/office/drawing/2014/main" id="{75713876-9E35-00ED-9C6C-A4D4DB87E809}"/>
              </a:ext>
            </a:extLst>
          </p:cNvPr>
          <p:cNvSpPr/>
          <p:nvPr>
            <p:custDataLst>
              <p:tags r:id="rId4"/>
            </p:custDataLst>
          </p:nvPr>
        </p:nvSpPr>
        <p:spPr>
          <a:xfrm>
            <a:off x="4521796" y="2146995"/>
            <a:ext cx="323556" cy="1477328"/>
          </a:xfrm>
          <a:prstGeom prst="rightBrace">
            <a:avLst/>
          </a:prstGeom>
          <a:ln>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1" name="Accolade fermante 10">
            <a:extLst>
              <a:ext uri="{FF2B5EF4-FFF2-40B4-BE49-F238E27FC236}">
                <a16:creationId xmlns:a16="http://schemas.microsoft.com/office/drawing/2014/main" id="{A92452C0-D94B-7F84-6F5B-957BD29A5D64}"/>
              </a:ext>
            </a:extLst>
          </p:cNvPr>
          <p:cNvSpPr/>
          <p:nvPr>
            <p:custDataLst>
              <p:tags r:id="rId5"/>
            </p:custDataLst>
          </p:nvPr>
        </p:nvSpPr>
        <p:spPr>
          <a:xfrm>
            <a:off x="4521796" y="3787146"/>
            <a:ext cx="323556" cy="2031325"/>
          </a:xfrm>
          <a:prstGeom prst="rightBrace">
            <a:avLst/>
          </a:prstGeom>
          <a:ln>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2" name="ZoneTexte 11">
            <a:extLst>
              <a:ext uri="{FF2B5EF4-FFF2-40B4-BE49-F238E27FC236}">
                <a16:creationId xmlns:a16="http://schemas.microsoft.com/office/drawing/2014/main" id="{36D6BDBE-2783-D7B2-E616-2E6AD17CB2B1}"/>
              </a:ext>
            </a:extLst>
          </p:cNvPr>
          <p:cNvSpPr txBox="1"/>
          <p:nvPr>
            <p:custDataLst>
              <p:tags r:id="rId6"/>
            </p:custDataLst>
          </p:nvPr>
        </p:nvSpPr>
        <p:spPr>
          <a:xfrm>
            <a:off x="5099561" y="2468376"/>
            <a:ext cx="6288887" cy="646331"/>
          </a:xfrm>
          <a:prstGeom prst="rect">
            <a:avLst/>
          </a:prstGeom>
          <a:noFill/>
        </p:spPr>
        <p:txBody>
          <a:bodyPr wrap="square" rtlCol="0">
            <a:spAutoFit/>
          </a:bodyPr>
          <a:lstStyle/>
          <a:p>
            <a:r>
              <a:rPr lang="fr-FR"/>
              <a:t>Ces informations sont toujours les mêmes à travers toute la session</a:t>
            </a:r>
            <a:r>
              <a:rPr lang="fr-FR" b="1" i="1"/>
              <a:t>. Il est instancié à l’entrée du flux</a:t>
            </a:r>
            <a:r>
              <a:rPr lang="fr-FR"/>
              <a:t>. </a:t>
            </a:r>
          </a:p>
        </p:txBody>
      </p:sp>
      <p:sp>
        <p:nvSpPr>
          <p:cNvPr id="13" name="ZoneTexte 12">
            <a:extLst>
              <a:ext uri="{FF2B5EF4-FFF2-40B4-BE49-F238E27FC236}">
                <a16:creationId xmlns:a16="http://schemas.microsoft.com/office/drawing/2014/main" id="{E8A5C18B-4B18-65A7-F7DC-F2D81283FED4}"/>
              </a:ext>
            </a:extLst>
          </p:cNvPr>
          <p:cNvSpPr txBox="1"/>
          <p:nvPr>
            <p:custDataLst>
              <p:tags r:id="rId7"/>
            </p:custDataLst>
          </p:nvPr>
        </p:nvSpPr>
        <p:spPr>
          <a:xfrm>
            <a:off x="5021482" y="4064146"/>
            <a:ext cx="6750104" cy="1200329"/>
          </a:xfrm>
          <a:prstGeom prst="rect">
            <a:avLst/>
          </a:prstGeom>
          <a:noFill/>
        </p:spPr>
        <p:txBody>
          <a:bodyPr wrap="square" rtlCol="0" anchor="ctr">
            <a:spAutoFit/>
          </a:bodyPr>
          <a:lstStyle/>
          <a:p>
            <a:r>
              <a:rPr lang="fr-FR"/>
              <a:t>Il est dépendant du service dans lequel le log est produit. Il permet de logger des informations sur l’utilisation de ce service.</a:t>
            </a:r>
          </a:p>
          <a:p>
            <a:r>
              <a:rPr lang="fr-FR" b="1" i="1">
                <a:solidFill>
                  <a:srgbClr val="FF0000"/>
                </a:solidFill>
              </a:rPr>
              <a:t>Remarque: Prendre toutes les précautions quant à l’usage de données personnelles</a:t>
            </a:r>
          </a:p>
        </p:txBody>
      </p:sp>
      <p:sp>
        <p:nvSpPr>
          <p:cNvPr id="17" name="Rectangle : coins arrondis 16">
            <a:extLst>
              <a:ext uri="{FF2B5EF4-FFF2-40B4-BE49-F238E27FC236}">
                <a16:creationId xmlns:a16="http://schemas.microsoft.com/office/drawing/2014/main" id="{BBCA6129-5861-71A0-FD86-D2A29AAD1767}"/>
              </a:ext>
            </a:extLst>
          </p:cNvPr>
          <p:cNvSpPr/>
          <p:nvPr/>
        </p:nvSpPr>
        <p:spPr>
          <a:xfrm>
            <a:off x="5404620" y="5441491"/>
            <a:ext cx="5983828" cy="947431"/>
          </a:xfrm>
          <a:prstGeom prst="roundRect">
            <a:avLst/>
          </a:prstGeom>
          <a:ln w="190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r>
              <a:rPr lang="fr-FR" sz="1200" b="1" i="1">
                <a:latin typeface="Arial" panose="020B0604020202020204" pitchFamily="34" charset="0"/>
                <a:cs typeface="Arial" panose="020B0604020202020204" pitchFamily="34" charset="0"/>
              </a:rPr>
              <a:t>Utilisation de l’heure selon UTC</a:t>
            </a:r>
          </a:p>
          <a:p>
            <a:endParaRPr lang="fr-FR" sz="120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Permet d’ordonner correctement les messages dans l’outils d’agrégation</a:t>
            </a:r>
          </a:p>
          <a:p>
            <a:pPr marL="285750" indent="-285750">
              <a:buFont typeface="Arial" panose="020B0604020202020204" pitchFamily="34" charset="0"/>
              <a:buChar char="•"/>
            </a:pPr>
            <a:r>
              <a:rPr lang="fr-FR" sz="1200">
                <a:latin typeface="Arial" panose="020B0604020202020204" pitchFamily="34" charset="0"/>
                <a:cs typeface="Arial" panose="020B0604020202020204" pitchFamily="34" charset="0"/>
              </a:rPr>
              <a:t>Peut être particulièrement critique dans le cas d’un contexte international</a:t>
            </a:r>
          </a:p>
        </p:txBody>
      </p:sp>
      <p:cxnSp>
        <p:nvCxnSpPr>
          <p:cNvPr id="18" name="Connecteur droit avec flèche 17">
            <a:extLst>
              <a:ext uri="{FF2B5EF4-FFF2-40B4-BE49-F238E27FC236}">
                <a16:creationId xmlns:a16="http://schemas.microsoft.com/office/drawing/2014/main" id="{363740C9-FBCB-727D-CDE2-08B82C837805}"/>
              </a:ext>
            </a:extLst>
          </p:cNvPr>
          <p:cNvCxnSpPr>
            <a:cxnSpLocks/>
            <a:stCxn id="17" idx="1"/>
          </p:cNvCxnSpPr>
          <p:nvPr/>
        </p:nvCxnSpPr>
        <p:spPr>
          <a:xfrm flipH="1" flipV="1">
            <a:off x="3544866" y="4987475"/>
            <a:ext cx="1859754" cy="9277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63960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Connecteur droit 42">
            <a:extLst>
              <a:ext uri="{FF2B5EF4-FFF2-40B4-BE49-F238E27FC236}">
                <a16:creationId xmlns:a16="http://schemas.microsoft.com/office/drawing/2014/main" id="{2C5389C8-0287-0597-991C-00D18E843EE1}"/>
              </a:ext>
            </a:extLst>
          </p:cNvPr>
          <p:cNvCxnSpPr>
            <a:cxnSpLocks/>
          </p:cNvCxnSpPr>
          <p:nvPr/>
        </p:nvCxnSpPr>
        <p:spPr>
          <a:xfrm flipH="1" flipV="1">
            <a:off x="2053167" y="4068233"/>
            <a:ext cx="419079" cy="447556"/>
          </a:xfrm>
          <a:prstGeom prst="line">
            <a:avLst/>
          </a:prstGeom>
          <a:ln w="28575"/>
        </p:spPr>
        <p:style>
          <a:lnRef idx="1">
            <a:schemeClr val="dk1"/>
          </a:lnRef>
          <a:fillRef idx="0">
            <a:schemeClr val="dk1"/>
          </a:fillRef>
          <a:effectRef idx="0">
            <a:schemeClr val="dk1"/>
          </a:effectRef>
          <a:fontRef idx="minor">
            <a:schemeClr val="tx1"/>
          </a:fontRef>
        </p:style>
      </p:cxnSp>
      <p:cxnSp>
        <p:nvCxnSpPr>
          <p:cNvPr id="44" name="Connecteur droit 43">
            <a:extLst>
              <a:ext uri="{FF2B5EF4-FFF2-40B4-BE49-F238E27FC236}">
                <a16:creationId xmlns:a16="http://schemas.microsoft.com/office/drawing/2014/main" id="{CDC96E84-849B-FDA6-936E-5B4AE19FB580}"/>
              </a:ext>
            </a:extLst>
          </p:cNvPr>
          <p:cNvCxnSpPr>
            <a:cxnSpLocks/>
          </p:cNvCxnSpPr>
          <p:nvPr/>
        </p:nvCxnSpPr>
        <p:spPr>
          <a:xfrm flipV="1">
            <a:off x="958850" y="4004733"/>
            <a:ext cx="484717" cy="508530"/>
          </a:xfrm>
          <a:prstGeom prst="line">
            <a:avLst/>
          </a:prstGeom>
          <a:ln w="28575"/>
        </p:spPr>
        <p:style>
          <a:lnRef idx="1">
            <a:schemeClr val="dk1"/>
          </a:lnRef>
          <a:fillRef idx="0">
            <a:schemeClr val="dk1"/>
          </a:fillRef>
          <a:effectRef idx="0">
            <a:schemeClr val="dk1"/>
          </a:effectRef>
          <a:fontRef idx="minor">
            <a:schemeClr val="tx1"/>
          </a:fontRef>
        </p:style>
      </p:cxnSp>
      <p:sp>
        <p:nvSpPr>
          <p:cNvPr id="3" name="Espace réservé du texte 2">
            <a:extLst>
              <a:ext uri="{FF2B5EF4-FFF2-40B4-BE49-F238E27FC236}">
                <a16:creationId xmlns:a16="http://schemas.microsoft.com/office/drawing/2014/main" id="{C1DFB3CE-7CA0-9213-5265-F55473AB870C}"/>
              </a:ext>
            </a:extLst>
          </p:cNvPr>
          <p:cNvSpPr>
            <a:spLocks noGrp="1"/>
          </p:cNvSpPr>
          <p:nvPr>
            <p:ph type="body" sz="quarter" idx="35"/>
          </p:nvPr>
        </p:nvSpPr>
        <p:spPr/>
        <p:txBody>
          <a:bodyPr/>
          <a:lstStyle/>
          <a:p>
            <a:r>
              <a:rPr lang="fr-FR" dirty="0"/>
              <a:t>Exemple : Bout en bout</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Supervision</a:t>
            </a:r>
          </a:p>
        </p:txBody>
      </p:sp>
      <p:sp>
        <p:nvSpPr>
          <p:cNvPr id="26" name="Rectangle 25">
            <a:extLst>
              <a:ext uri="{FF2B5EF4-FFF2-40B4-BE49-F238E27FC236}">
                <a16:creationId xmlns:a16="http://schemas.microsoft.com/office/drawing/2014/main" id="{A19E92F7-3EF1-447B-08EB-22E765738511}"/>
              </a:ext>
            </a:extLst>
          </p:cNvPr>
          <p:cNvSpPr/>
          <p:nvPr/>
        </p:nvSpPr>
        <p:spPr>
          <a:xfrm>
            <a:off x="3784995" y="2114431"/>
            <a:ext cx="514466" cy="2330036"/>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A</a:t>
            </a:r>
          </a:p>
          <a:p>
            <a:pPr algn="ctr"/>
            <a:r>
              <a:rPr lang="fr-FR" dirty="0">
                <a:solidFill>
                  <a:schemeClr val="tx1"/>
                </a:solidFill>
              </a:rPr>
              <a:t>P</a:t>
            </a:r>
            <a:br>
              <a:rPr lang="fr-FR" dirty="0">
                <a:solidFill>
                  <a:schemeClr val="tx1"/>
                </a:solidFill>
              </a:rPr>
            </a:br>
            <a:r>
              <a:rPr lang="fr-FR" dirty="0">
                <a:solidFill>
                  <a:schemeClr val="tx1"/>
                </a:solidFill>
              </a:rPr>
              <a:t>I</a:t>
            </a:r>
            <a:br>
              <a:rPr lang="fr-FR" dirty="0">
                <a:solidFill>
                  <a:schemeClr val="tx1"/>
                </a:solidFill>
              </a:rPr>
            </a:br>
            <a:r>
              <a:rPr lang="fr-FR" dirty="0">
                <a:solidFill>
                  <a:schemeClr val="tx1"/>
                </a:solidFill>
              </a:rPr>
              <a:t>M</a:t>
            </a:r>
          </a:p>
        </p:txBody>
      </p:sp>
      <p:pic>
        <p:nvPicPr>
          <p:cNvPr id="1026" name="Picture 2" descr="User Icons – Download for Free in PNG and SVG">
            <a:extLst>
              <a:ext uri="{FF2B5EF4-FFF2-40B4-BE49-F238E27FC236}">
                <a16:creationId xmlns:a16="http://schemas.microsoft.com/office/drawing/2014/main" id="{668200FC-B23B-DA84-0337-45F6CE98BDD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157" t="20834" r="20157" b="23745"/>
          <a:stretch/>
        </p:blipFill>
        <p:spPr bwMode="auto">
          <a:xfrm>
            <a:off x="242394" y="3684107"/>
            <a:ext cx="538619" cy="53862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4" name="Picture 6" descr="Automatisation - Icônes entreprise gratuites">
            <a:extLst>
              <a:ext uri="{FF2B5EF4-FFF2-40B4-BE49-F238E27FC236}">
                <a16:creationId xmlns:a16="http://schemas.microsoft.com/office/drawing/2014/main" id="{D16DACCE-7A31-F761-C9F2-F561923D34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747" y="3612715"/>
            <a:ext cx="682749" cy="682749"/>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35EB3BB4-1B52-B4D7-B5E5-99427C4C4FD9}"/>
              </a:ext>
            </a:extLst>
          </p:cNvPr>
          <p:cNvSpPr/>
          <p:nvPr/>
        </p:nvSpPr>
        <p:spPr>
          <a:xfrm>
            <a:off x="5997960" y="2114432"/>
            <a:ext cx="1145839" cy="1510148"/>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ESB</a:t>
            </a:r>
          </a:p>
        </p:txBody>
      </p:sp>
      <p:sp>
        <p:nvSpPr>
          <p:cNvPr id="13" name="Rectangle 12">
            <a:extLst>
              <a:ext uri="{FF2B5EF4-FFF2-40B4-BE49-F238E27FC236}">
                <a16:creationId xmlns:a16="http://schemas.microsoft.com/office/drawing/2014/main" id="{BD13BA52-AD56-DDA2-EE12-6F73C6DFDD3A}"/>
              </a:ext>
            </a:extLst>
          </p:cNvPr>
          <p:cNvSpPr/>
          <p:nvPr/>
        </p:nvSpPr>
        <p:spPr>
          <a:xfrm>
            <a:off x="8842298" y="4048847"/>
            <a:ext cx="1145840" cy="395620"/>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Backend</a:t>
            </a:r>
          </a:p>
        </p:txBody>
      </p:sp>
      <p:cxnSp>
        <p:nvCxnSpPr>
          <p:cNvPr id="23" name="Connecteur droit avec flèche 22">
            <a:extLst>
              <a:ext uri="{FF2B5EF4-FFF2-40B4-BE49-F238E27FC236}">
                <a16:creationId xmlns:a16="http://schemas.microsoft.com/office/drawing/2014/main" id="{04D71F6F-1C9D-F8FC-D8D0-2FFCFCF142A2}"/>
              </a:ext>
            </a:extLst>
          </p:cNvPr>
          <p:cNvCxnSpPr>
            <a:cxnSpLocks/>
            <a:stCxn id="1026" idx="6"/>
            <a:endCxn id="4" idx="1"/>
          </p:cNvCxnSpPr>
          <p:nvPr/>
        </p:nvCxnSpPr>
        <p:spPr>
          <a:xfrm>
            <a:off x="781013" y="3953417"/>
            <a:ext cx="622734" cy="6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1" name="Picture 2" descr="User Icons – Download for Free in PNG and SVG">
            <a:extLst>
              <a:ext uri="{FF2B5EF4-FFF2-40B4-BE49-F238E27FC236}">
                <a16:creationId xmlns:a16="http://schemas.microsoft.com/office/drawing/2014/main" id="{CA552F4A-A921-2F2C-6A10-C292CA10A1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157" t="20834" r="20157" b="23745"/>
          <a:stretch/>
        </p:blipFill>
        <p:spPr bwMode="auto">
          <a:xfrm>
            <a:off x="242394" y="2303097"/>
            <a:ext cx="538619" cy="53862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39" name="Picture 6" descr="Automatisation - Icônes entreprise gratuites">
            <a:extLst>
              <a:ext uri="{FF2B5EF4-FFF2-40B4-BE49-F238E27FC236}">
                <a16:creationId xmlns:a16="http://schemas.microsoft.com/office/drawing/2014/main" id="{165653E7-8086-7A46-C16B-1E0CA03D6A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747" y="2231705"/>
            <a:ext cx="682749" cy="682749"/>
          </a:xfrm>
          <a:prstGeom prst="rect">
            <a:avLst/>
          </a:prstGeom>
          <a:noFill/>
          <a:extLst>
            <a:ext uri="{909E8E84-426E-40DD-AFC4-6F175D3DCCD1}">
              <a14:hiddenFill xmlns:a14="http://schemas.microsoft.com/office/drawing/2010/main">
                <a:solidFill>
                  <a:srgbClr val="FFFFFF"/>
                </a:solidFill>
              </a14:hiddenFill>
            </a:ext>
          </a:extLst>
        </p:spPr>
      </p:pic>
      <p:cxnSp>
        <p:nvCxnSpPr>
          <p:cNvPr id="40" name="Connecteur droit avec flèche 39">
            <a:extLst>
              <a:ext uri="{FF2B5EF4-FFF2-40B4-BE49-F238E27FC236}">
                <a16:creationId xmlns:a16="http://schemas.microsoft.com/office/drawing/2014/main" id="{AF2652C8-281A-DF0D-C83E-C66279B5391B}"/>
              </a:ext>
            </a:extLst>
          </p:cNvPr>
          <p:cNvCxnSpPr>
            <a:cxnSpLocks/>
            <a:stCxn id="31" idx="6"/>
            <a:endCxn id="39" idx="1"/>
          </p:cNvCxnSpPr>
          <p:nvPr/>
        </p:nvCxnSpPr>
        <p:spPr>
          <a:xfrm>
            <a:off x="781013" y="2572407"/>
            <a:ext cx="622734" cy="6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5E002435-AAC4-7579-AA3E-63C7BB33700E}"/>
              </a:ext>
            </a:extLst>
          </p:cNvPr>
          <p:cNvSpPr/>
          <p:nvPr/>
        </p:nvSpPr>
        <p:spPr>
          <a:xfrm>
            <a:off x="957981" y="4515789"/>
            <a:ext cx="1514265" cy="772444"/>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51" name="Rectangle 50">
            <a:extLst>
              <a:ext uri="{FF2B5EF4-FFF2-40B4-BE49-F238E27FC236}">
                <a16:creationId xmlns:a16="http://schemas.microsoft.com/office/drawing/2014/main" id="{CD39ACEB-D5A8-8BC1-992C-9F4F271FBE66}"/>
              </a:ext>
            </a:extLst>
          </p:cNvPr>
          <p:cNvSpPr/>
          <p:nvPr/>
        </p:nvSpPr>
        <p:spPr>
          <a:xfrm>
            <a:off x="1092380" y="4819299"/>
            <a:ext cx="216000" cy="216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51">
            <a:extLst>
              <a:ext uri="{FF2B5EF4-FFF2-40B4-BE49-F238E27FC236}">
                <a16:creationId xmlns:a16="http://schemas.microsoft.com/office/drawing/2014/main" id="{A8B124AC-2CD8-53A2-A5F6-F18D964195A4}"/>
              </a:ext>
            </a:extLst>
          </p:cNvPr>
          <p:cNvSpPr/>
          <p:nvPr/>
        </p:nvSpPr>
        <p:spPr>
          <a:xfrm>
            <a:off x="1602588" y="4627503"/>
            <a:ext cx="216000" cy="216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52">
            <a:extLst>
              <a:ext uri="{FF2B5EF4-FFF2-40B4-BE49-F238E27FC236}">
                <a16:creationId xmlns:a16="http://schemas.microsoft.com/office/drawing/2014/main" id="{02630238-F2CD-6BA7-7A91-DB80E80CF242}"/>
              </a:ext>
            </a:extLst>
          </p:cNvPr>
          <p:cNvSpPr/>
          <p:nvPr/>
        </p:nvSpPr>
        <p:spPr>
          <a:xfrm>
            <a:off x="1602588" y="5033372"/>
            <a:ext cx="216000" cy="216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3">
            <a:extLst>
              <a:ext uri="{FF2B5EF4-FFF2-40B4-BE49-F238E27FC236}">
                <a16:creationId xmlns:a16="http://schemas.microsoft.com/office/drawing/2014/main" id="{A1502984-0C1E-3FD8-14CC-7065B3007346}"/>
              </a:ext>
            </a:extLst>
          </p:cNvPr>
          <p:cNvSpPr/>
          <p:nvPr/>
        </p:nvSpPr>
        <p:spPr>
          <a:xfrm>
            <a:off x="2112796" y="4815860"/>
            <a:ext cx="216000" cy="216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6" name="Connecteur : en angle 55">
            <a:extLst>
              <a:ext uri="{FF2B5EF4-FFF2-40B4-BE49-F238E27FC236}">
                <a16:creationId xmlns:a16="http://schemas.microsoft.com/office/drawing/2014/main" id="{F7FA7C8A-7B99-766C-3B39-63D7AD002DE4}"/>
              </a:ext>
            </a:extLst>
          </p:cNvPr>
          <p:cNvCxnSpPr>
            <a:stCxn id="51" idx="3"/>
            <a:endCxn id="52" idx="1"/>
          </p:cNvCxnSpPr>
          <p:nvPr/>
        </p:nvCxnSpPr>
        <p:spPr>
          <a:xfrm flipV="1">
            <a:off x="1308380" y="4735503"/>
            <a:ext cx="294208" cy="19179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7" name="Connecteur : en angle 56">
            <a:extLst>
              <a:ext uri="{FF2B5EF4-FFF2-40B4-BE49-F238E27FC236}">
                <a16:creationId xmlns:a16="http://schemas.microsoft.com/office/drawing/2014/main" id="{CA9E5AE7-18BD-164B-FF3D-A4F8ED63DB88}"/>
              </a:ext>
            </a:extLst>
          </p:cNvPr>
          <p:cNvCxnSpPr>
            <a:cxnSpLocks/>
            <a:stCxn id="51" idx="3"/>
            <a:endCxn id="53" idx="1"/>
          </p:cNvCxnSpPr>
          <p:nvPr/>
        </p:nvCxnSpPr>
        <p:spPr>
          <a:xfrm>
            <a:off x="1308380" y="4927299"/>
            <a:ext cx="294208" cy="21407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0" name="Connecteur : en angle 59">
            <a:extLst>
              <a:ext uri="{FF2B5EF4-FFF2-40B4-BE49-F238E27FC236}">
                <a16:creationId xmlns:a16="http://schemas.microsoft.com/office/drawing/2014/main" id="{B3B61655-DDBA-CFBA-67D6-BF1F254ED3CB}"/>
              </a:ext>
            </a:extLst>
          </p:cNvPr>
          <p:cNvCxnSpPr>
            <a:cxnSpLocks/>
            <a:stCxn id="53" idx="3"/>
          </p:cNvCxnSpPr>
          <p:nvPr/>
        </p:nvCxnSpPr>
        <p:spPr>
          <a:xfrm flipV="1">
            <a:off x="1818588" y="4923860"/>
            <a:ext cx="294208" cy="21751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3" name="Connecteur : en angle 62">
            <a:extLst>
              <a:ext uri="{FF2B5EF4-FFF2-40B4-BE49-F238E27FC236}">
                <a16:creationId xmlns:a16="http://schemas.microsoft.com/office/drawing/2014/main" id="{A91A2165-0AD8-B044-38FF-A9659A3AB00B}"/>
              </a:ext>
            </a:extLst>
          </p:cNvPr>
          <p:cNvCxnSpPr>
            <a:cxnSpLocks/>
            <a:stCxn id="52" idx="3"/>
            <a:endCxn id="54" idx="1"/>
          </p:cNvCxnSpPr>
          <p:nvPr/>
        </p:nvCxnSpPr>
        <p:spPr>
          <a:xfrm>
            <a:off x="1818588" y="4735503"/>
            <a:ext cx="294208" cy="18835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028" name="Connecteur droit avec flèche 1027">
            <a:extLst>
              <a:ext uri="{FF2B5EF4-FFF2-40B4-BE49-F238E27FC236}">
                <a16:creationId xmlns:a16="http://schemas.microsoft.com/office/drawing/2014/main" id="{38EECBB6-357D-D7EE-5D1F-01235EB7C01E}"/>
              </a:ext>
            </a:extLst>
          </p:cNvPr>
          <p:cNvCxnSpPr>
            <a:stCxn id="4" idx="3"/>
          </p:cNvCxnSpPr>
          <p:nvPr/>
        </p:nvCxnSpPr>
        <p:spPr>
          <a:xfrm flipV="1">
            <a:off x="2086496" y="3953417"/>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1031" name="Connecteur : en angle 1030">
            <a:extLst>
              <a:ext uri="{FF2B5EF4-FFF2-40B4-BE49-F238E27FC236}">
                <a16:creationId xmlns:a16="http://schemas.microsoft.com/office/drawing/2014/main" id="{3E5F292C-3326-80A8-C298-7BAC509EE512}"/>
              </a:ext>
            </a:extLst>
          </p:cNvPr>
          <p:cNvCxnSpPr>
            <a:cxnSpLocks/>
          </p:cNvCxnSpPr>
          <p:nvPr/>
        </p:nvCxnSpPr>
        <p:spPr>
          <a:xfrm flipV="1">
            <a:off x="2086496" y="3624580"/>
            <a:ext cx="1693024" cy="247333"/>
          </a:xfrm>
          <a:prstGeom prst="bentConnector3">
            <a:avLst>
              <a:gd name="adj1" fmla="val 76105"/>
            </a:avLst>
          </a:prstGeom>
          <a:ln>
            <a:tailEnd type="triangle"/>
          </a:ln>
        </p:spPr>
        <p:style>
          <a:lnRef idx="1">
            <a:schemeClr val="dk1"/>
          </a:lnRef>
          <a:fillRef idx="0">
            <a:schemeClr val="dk1"/>
          </a:fillRef>
          <a:effectRef idx="0">
            <a:schemeClr val="dk1"/>
          </a:effectRef>
          <a:fontRef idx="minor">
            <a:schemeClr val="tx1"/>
          </a:fontRef>
        </p:style>
      </p:cxnSp>
      <p:cxnSp>
        <p:nvCxnSpPr>
          <p:cNvPr id="1035" name="Connecteur : en angle 1034">
            <a:extLst>
              <a:ext uri="{FF2B5EF4-FFF2-40B4-BE49-F238E27FC236}">
                <a16:creationId xmlns:a16="http://schemas.microsoft.com/office/drawing/2014/main" id="{457DD9CC-8165-FFF7-5141-DB2AAE9AAA2C}"/>
              </a:ext>
            </a:extLst>
          </p:cNvPr>
          <p:cNvCxnSpPr>
            <a:cxnSpLocks/>
          </p:cNvCxnSpPr>
          <p:nvPr/>
        </p:nvCxnSpPr>
        <p:spPr>
          <a:xfrm flipV="1">
            <a:off x="2093231" y="3289300"/>
            <a:ext cx="1691369" cy="488710"/>
          </a:xfrm>
          <a:prstGeom prst="bentConnector3">
            <a:avLst>
              <a:gd name="adj1" fmla="val 63516"/>
            </a:avLst>
          </a:prstGeom>
          <a:ln>
            <a:tailEnd type="triangle"/>
          </a:ln>
        </p:spPr>
        <p:style>
          <a:lnRef idx="1">
            <a:schemeClr val="dk1"/>
          </a:lnRef>
          <a:fillRef idx="0">
            <a:schemeClr val="dk1"/>
          </a:fillRef>
          <a:effectRef idx="0">
            <a:schemeClr val="dk1"/>
          </a:effectRef>
          <a:fontRef idx="minor">
            <a:schemeClr val="tx1"/>
          </a:fontRef>
        </p:style>
      </p:cxnSp>
      <p:cxnSp>
        <p:nvCxnSpPr>
          <p:cNvPr id="1041" name="Connecteur : en angle 1040">
            <a:extLst>
              <a:ext uri="{FF2B5EF4-FFF2-40B4-BE49-F238E27FC236}">
                <a16:creationId xmlns:a16="http://schemas.microsoft.com/office/drawing/2014/main" id="{27A3A428-2533-99E2-BEB5-DEBF7400B234}"/>
              </a:ext>
            </a:extLst>
          </p:cNvPr>
          <p:cNvCxnSpPr>
            <a:cxnSpLocks/>
          </p:cNvCxnSpPr>
          <p:nvPr/>
        </p:nvCxnSpPr>
        <p:spPr>
          <a:xfrm flipV="1">
            <a:off x="2093231" y="2980407"/>
            <a:ext cx="1685029" cy="69443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044" name="Connecteur droit avec flèche 1043">
            <a:extLst>
              <a:ext uri="{FF2B5EF4-FFF2-40B4-BE49-F238E27FC236}">
                <a16:creationId xmlns:a16="http://schemas.microsoft.com/office/drawing/2014/main" id="{FE5E61DA-3E6D-8E72-8FF4-B4A9136EB7CA}"/>
              </a:ext>
            </a:extLst>
          </p:cNvPr>
          <p:cNvCxnSpPr/>
          <p:nvPr/>
        </p:nvCxnSpPr>
        <p:spPr>
          <a:xfrm flipV="1">
            <a:off x="2092895" y="2351039"/>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1045" name="Connecteur : en angle 1044">
            <a:extLst>
              <a:ext uri="{FF2B5EF4-FFF2-40B4-BE49-F238E27FC236}">
                <a16:creationId xmlns:a16="http://schemas.microsoft.com/office/drawing/2014/main" id="{1BD346B1-E4EE-FBE7-E50C-948027B05738}"/>
              </a:ext>
            </a:extLst>
          </p:cNvPr>
          <p:cNvCxnSpPr>
            <a:cxnSpLocks/>
          </p:cNvCxnSpPr>
          <p:nvPr/>
        </p:nvCxnSpPr>
        <p:spPr>
          <a:xfrm>
            <a:off x="2092895" y="2443812"/>
            <a:ext cx="1698499" cy="229973"/>
          </a:xfrm>
          <a:prstGeom prst="bentConnector3">
            <a:avLst>
              <a:gd name="adj1" fmla="val 76021"/>
            </a:avLst>
          </a:prstGeom>
          <a:ln>
            <a:tailEnd type="triangle"/>
          </a:ln>
        </p:spPr>
        <p:style>
          <a:lnRef idx="1">
            <a:schemeClr val="dk1"/>
          </a:lnRef>
          <a:fillRef idx="0">
            <a:schemeClr val="dk1"/>
          </a:fillRef>
          <a:effectRef idx="0">
            <a:schemeClr val="dk1"/>
          </a:effectRef>
          <a:fontRef idx="minor">
            <a:schemeClr val="tx1"/>
          </a:fontRef>
        </p:style>
      </p:cxnSp>
      <p:cxnSp>
        <p:nvCxnSpPr>
          <p:cNvPr id="1046" name="Connecteur : en angle 1045">
            <a:extLst>
              <a:ext uri="{FF2B5EF4-FFF2-40B4-BE49-F238E27FC236}">
                <a16:creationId xmlns:a16="http://schemas.microsoft.com/office/drawing/2014/main" id="{3F115D88-CEEC-7D8E-E9E6-EB3CA63923F5}"/>
              </a:ext>
            </a:extLst>
          </p:cNvPr>
          <p:cNvCxnSpPr>
            <a:cxnSpLocks/>
          </p:cNvCxnSpPr>
          <p:nvPr/>
        </p:nvCxnSpPr>
        <p:spPr>
          <a:xfrm>
            <a:off x="2091267" y="2709333"/>
            <a:ext cx="1686993" cy="27107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047" name="Connecteur : en angle 1046">
            <a:extLst>
              <a:ext uri="{FF2B5EF4-FFF2-40B4-BE49-F238E27FC236}">
                <a16:creationId xmlns:a16="http://schemas.microsoft.com/office/drawing/2014/main" id="{4EB3BA8A-C92F-5AA3-E975-02996B9AE833}"/>
              </a:ext>
            </a:extLst>
          </p:cNvPr>
          <p:cNvCxnSpPr>
            <a:cxnSpLocks/>
            <a:stCxn id="39" idx="3"/>
          </p:cNvCxnSpPr>
          <p:nvPr/>
        </p:nvCxnSpPr>
        <p:spPr>
          <a:xfrm>
            <a:off x="2086496" y="2573080"/>
            <a:ext cx="1691764" cy="712719"/>
          </a:xfrm>
          <a:prstGeom prst="bentConnector3">
            <a:avLst>
              <a:gd name="adj1" fmla="val 63888"/>
            </a:avLst>
          </a:prstGeom>
          <a:ln>
            <a:tailEnd type="triangle"/>
          </a:ln>
        </p:spPr>
        <p:style>
          <a:lnRef idx="1">
            <a:schemeClr val="dk1"/>
          </a:lnRef>
          <a:fillRef idx="0">
            <a:schemeClr val="dk1"/>
          </a:fillRef>
          <a:effectRef idx="0">
            <a:schemeClr val="dk1"/>
          </a:effectRef>
          <a:fontRef idx="minor">
            <a:schemeClr val="tx1"/>
          </a:fontRef>
        </p:style>
      </p:cxnSp>
      <p:cxnSp>
        <p:nvCxnSpPr>
          <p:cNvPr id="19" name="Connecteur droit avec flèche 18">
            <a:extLst>
              <a:ext uri="{FF2B5EF4-FFF2-40B4-BE49-F238E27FC236}">
                <a16:creationId xmlns:a16="http://schemas.microsoft.com/office/drawing/2014/main" id="{814109C2-6DCB-F8E5-8D09-BFFD03F3C316}"/>
              </a:ext>
            </a:extLst>
          </p:cNvPr>
          <p:cNvCxnSpPr/>
          <p:nvPr/>
        </p:nvCxnSpPr>
        <p:spPr>
          <a:xfrm flipV="1">
            <a:off x="4299460" y="2521385"/>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21" name="Connecteur droit avec flèche 20">
            <a:extLst>
              <a:ext uri="{FF2B5EF4-FFF2-40B4-BE49-F238E27FC236}">
                <a16:creationId xmlns:a16="http://schemas.microsoft.com/office/drawing/2014/main" id="{5357F494-759A-376C-5ADA-38396F5D06CF}"/>
              </a:ext>
            </a:extLst>
          </p:cNvPr>
          <p:cNvCxnSpPr/>
          <p:nvPr/>
        </p:nvCxnSpPr>
        <p:spPr>
          <a:xfrm flipV="1">
            <a:off x="4299460" y="3416523"/>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22" name="Connecteur droit avec flèche 21">
            <a:extLst>
              <a:ext uri="{FF2B5EF4-FFF2-40B4-BE49-F238E27FC236}">
                <a16:creationId xmlns:a16="http://schemas.microsoft.com/office/drawing/2014/main" id="{139D491D-0318-E5A1-8D7A-1F6BCC532534}"/>
              </a:ext>
            </a:extLst>
          </p:cNvPr>
          <p:cNvCxnSpPr/>
          <p:nvPr/>
        </p:nvCxnSpPr>
        <p:spPr>
          <a:xfrm flipV="1">
            <a:off x="4291921" y="2359510"/>
            <a:ext cx="1698499" cy="673"/>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a:extLst>
              <a:ext uri="{FF2B5EF4-FFF2-40B4-BE49-F238E27FC236}">
                <a16:creationId xmlns:a16="http://schemas.microsoft.com/office/drawing/2014/main" id="{2F97F03C-6381-640A-9E40-18766A8D04E0}"/>
              </a:ext>
            </a:extLst>
          </p:cNvPr>
          <p:cNvCxnSpPr/>
          <p:nvPr/>
        </p:nvCxnSpPr>
        <p:spPr>
          <a:xfrm flipV="1">
            <a:off x="4291920" y="3265231"/>
            <a:ext cx="1698499" cy="673"/>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sp>
        <p:nvSpPr>
          <p:cNvPr id="30" name="Rectangle 29">
            <a:extLst>
              <a:ext uri="{FF2B5EF4-FFF2-40B4-BE49-F238E27FC236}">
                <a16:creationId xmlns:a16="http://schemas.microsoft.com/office/drawing/2014/main" id="{C98E797F-4EF9-AF6F-395C-B3A5E1F636A4}"/>
              </a:ext>
            </a:extLst>
          </p:cNvPr>
          <p:cNvSpPr/>
          <p:nvPr/>
        </p:nvSpPr>
        <p:spPr>
          <a:xfrm>
            <a:off x="8842298" y="2114432"/>
            <a:ext cx="1145840" cy="395620"/>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Backend</a:t>
            </a:r>
          </a:p>
        </p:txBody>
      </p:sp>
      <p:sp>
        <p:nvSpPr>
          <p:cNvPr id="32" name="Rectangle 31">
            <a:extLst>
              <a:ext uri="{FF2B5EF4-FFF2-40B4-BE49-F238E27FC236}">
                <a16:creationId xmlns:a16="http://schemas.microsoft.com/office/drawing/2014/main" id="{F6674AF0-FD98-072D-6B4F-E237A8EB98D4}"/>
              </a:ext>
            </a:extLst>
          </p:cNvPr>
          <p:cNvSpPr/>
          <p:nvPr/>
        </p:nvSpPr>
        <p:spPr>
          <a:xfrm>
            <a:off x="8842298" y="3209597"/>
            <a:ext cx="1145840" cy="395620"/>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Backend</a:t>
            </a:r>
          </a:p>
        </p:txBody>
      </p:sp>
      <p:cxnSp>
        <p:nvCxnSpPr>
          <p:cNvPr id="37" name="Connecteur droit avec flèche 36">
            <a:extLst>
              <a:ext uri="{FF2B5EF4-FFF2-40B4-BE49-F238E27FC236}">
                <a16:creationId xmlns:a16="http://schemas.microsoft.com/office/drawing/2014/main" id="{EA94E08F-2B47-1A29-1795-8A0A18063C40}"/>
              </a:ext>
            </a:extLst>
          </p:cNvPr>
          <p:cNvCxnSpPr/>
          <p:nvPr/>
        </p:nvCxnSpPr>
        <p:spPr>
          <a:xfrm flipV="1">
            <a:off x="7159393" y="3482718"/>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38" name="Connecteur droit avec flèche 37">
            <a:extLst>
              <a:ext uri="{FF2B5EF4-FFF2-40B4-BE49-F238E27FC236}">
                <a16:creationId xmlns:a16="http://schemas.microsoft.com/office/drawing/2014/main" id="{50C798E0-3DCA-7458-0BDB-F412486F93ED}"/>
              </a:ext>
            </a:extLst>
          </p:cNvPr>
          <p:cNvCxnSpPr/>
          <p:nvPr/>
        </p:nvCxnSpPr>
        <p:spPr>
          <a:xfrm flipV="1">
            <a:off x="7151853" y="3331426"/>
            <a:ext cx="1698499" cy="673"/>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cxnSp>
        <p:nvCxnSpPr>
          <p:cNvPr id="45" name="Connecteur droit avec flèche 44">
            <a:extLst>
              <a:ext uri="{FF2B5EF4-FFF2-40B4-BE49-F238E27FC236}">
                <a16:creationId xmlns:a16="http://schemas.microsoft.com/office/drawing/2014/main" id="{44BAB662-3086-709D-103F-F859C5B437FE}"/>
              </a:ext>
            </a:extLst>
          </p:cNvPr>
          <p:cNvCxnSpPr/>
          <p:nvPr/>
        </p:nvCxnSpPr>
        <p:spPr>
          <a:xfrm flipV="1">
            <a:off x="7147569" y="2387552"/>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46" name="Connecteur droit avec flèche 45">
            <a:extLst>
              <a:ext uri="{FF2B5EF4-FFF2-40B4-BE49-F238E27FC236}">
                <a16:creationId xmlns:a16="http://schemas.microsoft.com/office/drawing/2014/main" id="{8D82478D-9B0D-6E1D-4625-83B813CA04E2}"/>
              </a:ext>
            </a:extLst>
          </p:cNvPr>
          <p:cNvCxnSpPr/>
          <p:nvPr/>
        </p:nvCxnSpPr>
        <p:spPr>
          <a:xfrm flipV="1">
            <a:off x="7140029" y="2236260"/>
            <a:ext cx="1698499" cy="673"/>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cxnSp>
        <p:nvCxnSpPr>
          <p:cNvPr id="48" name="Connecteur droit avec flèche 47">
            <a:extLst>
              <a:ext uri="{FF2B5EF4-FFF2-40B4-BE49-F238E27FC236}">
                <a16:creationId xmlns:a16="http://schemas.microsoft.com/office/drawing/2014/main" id="{1D9A4573-4EC2-71D8-EA35-E7625E836E46}"/>
              </a:ext>
            </a:extLst>
          </p:cNvPr>
          <p:cNvCxnSpPr>
            <a:cxnSpLocks/>
          </p:cNvCxnSpPr>
          <p:nvPr/>
        </p:nvCxnSpPr>
        <p:spPr>
          <a:xfrm>
            <a:off x="4299460" y="4329559"/>
            <a:ext cx="4541328" cy="0"/>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49" name="Connecteur droit avec flèche 48">
            <a:extLst>
              <a:ext uri="{FF2B5EF4-FFF2-40B4-BE49-F238E27FC236}">
                <a16:creationId xmlns:a16="http://schemas.microsoft.com/office/drawing/2014/main" id="{47C265DD-1071-DB29-062F-5B46F1F5F811}"/>
              </a:ext>
            </a:extLst>
          </p:cNvPr>
          <p:cNvCxnSpPr>
            <a:cxnSpLocks/>
          </p:cNvCxnSpPr>
          <p:nvPr/>
        </p:nvCxnSpPr>
        <p:spPr>
          <a:xfrm>
            <a:off x="4306197" y="4177594"/>
            <a:ext cx="4539872" cy="0"/>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cxnSp>
        <p:nvCxnSpPr>
          <p:cNvPr id="58" name="Connecteur : en angle 57">
            <a:extLst>
              <a:ext uri="{FF2B5EF4-FFF2-40B4-BE49-F238E27FC236}">
                <a16:creationId xmlns:a16="http://schemas.microsoft.com/office/drawing/2014/main" id="{A33DEDA4-67AF-6768-67E2-B052591AD7A0}"/>
              </a:ext>
            </a:extLst>
          </p:cNvPr>
          <p:cNvCxnSpPr>
            <a:stCxn id="30" idx="3"/>
            <a:endCxn id="26" idx="0"/>
          </p:cNvCxnSpPr>
          <p:nvPr/>
        </p:nvCxnSpPr>
        <p:spPr>
          <a:xfrm flipH="1" flipV="1">
            <a:off x="4042228" y="2114431"/>
            <a:ext cx="5945910" cy="197811"/>
          </a:xfrm>
          <a:prstGeom prst="bentConnector4">
            <a:avLst>
              <a:gd name="adj1" fmla="val -8117"/>
              <a:gd name="adj2" fmla="val 587941"/>
            </a:avLst>
          </a:prstGeom>
          <a:ln>
            <a:tailEnd type="triangle"/>
          </a:ln>
        </p:spPr>
        <p:style>
          <a:lnRef idx="1">
            <a:schemeClr val="dk1"/>
          </a:lnRef>
          <a:fillRef idx="0">
            <a:schemeClr val="dk1"/>
          </a:fillRef>
          <a:effectRef idx="0">
            <a:schemeClr val="dk1"/>
          </a:effectRef>
          <a:fontRef idx="minor">
            <a:schemeClr val="tx1"/>
          </a:fontRef>
        </p:style>
      </p:cxnSp>
      <p:sp>
        <p:nvSpPr>
          <p:cNvPr id="1024" name="Cylindre 1023">
            <a:extLst>
              <a:ext uri="{FF2B5EF4-FFF2-40B4-BE49-F238E27FC236}">
                <a16:creationId xmlns:a16="http://schemas.microsoft.com/office/drawing/2014/main" id="{7F5DEB5B-EED6-DF4D-EC57-9AB02038E764}"/>
              </a:ext>
            </a:extLst>
          </p:cNvPr>
          <p:cNvSpPr/>
          <p:nvPr/>
        </p:nvSpPr>
        <p:spPr>
          <a:xfrm>
            <a:off x="10975916" y="3973908"/>
            <a:ext cx="514467" cy="570180"/>
          </a:xfrm>
          <a:prstGeom prst="can">
            <a:avLst>
              <a:gd name="adj" fmla="val 33599"/>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042" name="Connecteur droit avec flèche 1041">
            <a:extLst>
              <a:ext uri="{FF2B5EF4-FFF2-40B4-BE49-F238E27FC236}">
                <a16:creationId xmlns:a16="http://schemas.microsoft.com/office/drawing/2014/main" id="{01587672-CEEA-B39C-08F9-64CF6AA415AC}"/>
              </a:ext>
            </a:extLst>
          </p:cNvPr>
          <p:cNvCxnSpPr>
            <a:cxnSpLocks/>
          </p:cNvCxnSpPr>
          <p:nvPr/>
        </p:nvCxnSpPr>
        <p:spPr>
          <a:xfrm>
            <a:off x="9980597" y="4328886"/>
            <a:ext cx="992203" cy="0"/>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1043" name="Connecteur droit avec flèche 1042">
            <a:extLst>
              <a:ext uri="{FF2B5EF4-FFF2-40B4-BE49-F238E27FC236}">
                <a16:creationId xmlns:a16="http://schemas.microsoft.com/office/drawing/2014/main" id="{0A06DFD0-EB70-1DC5-2E5D-B785B5E06D6B}"/>
              </a:ext>
            </a:extLst>
          </p:cNvPr>
          <p:cNvCxnSpPr>
            <a:cxnSpLocks/>
          </p:cNvCxnSpPr>
          <p:nvPr/>
        </p:nvCxnSpPr>
        <p:spPr>
          <a:xfrm>
            <a:off x="9991725" y="4177594"/>
            <a:ext cx="986155" cy="0"/>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pic>
        <p:nvPicPr>
          <p:cNvPr id="1050" name="Image 1049">
            <a:extLst>
              <a:ext uri="{FF2B5EF4-FFF2-40B4-BE49-F238E27FC236}">
                <a16:creationId xmlns:a16="http://schemas.microsoft.com/office/drawing/2014/main" id="{106C8CED-E407-C98E-7116-3C9E402C2529}"/>
              </a:ext>
            </a:extLst>
          </p:cNvPr>
          <p:cNvPicPr>
            <a:picLocks noChangeAspect="1"/>
          </p:cNvPicPr>
          <p:nvPr/>
        </p:nvPicPr>
        <p:blipFill rotWithShape="1">
          <a:blip r:embed="rId5"/>
          <a:srcRect r="2176" b="17661"/>
          <a:stretch/>
        </p:blipFill>
        <p:spPr>
          <a:xfrm>
            <a:off x="9719357" y="3082163"/>
            <a:ext cx="379748" cy="319636"/>
          </a:xfrm>
          <a:prstGeom prst="rect">
            <a:avLst/>
          </a:prstGeom>
        </p:spPr>
      </p:pic>
      <p:pic>
        <p:nvPicPr>
          <p:cNvPr id="1051" name="Image 1050">
            <a:extLst>
              <a:ext uri="{FF2B5EF4-FFF2-40B4-BE49-F238E27FC236}">
                <a16:creationId xmlns:a16="http://schemas.microsoft.com/office/drawing/2014/main" id="{21C8BF2D-D5A5-A924-A421-72EFB245F03F}"/>
              </a:ext>
            </a:extLst>
          </p:cNvPr>
          <p:cNvPicPr>
            <a:picLocks noChangeAspect="1"/>
          </p:cNvPicPr>
          <p:nvPr/>
        </p:nvPicPr>
        <p:blipFill rotWithShape="1">
          <a:blip r:embed="rId6"/>
          <a:srcRect l="20141" r="21734" b="16138"/>
          <a:stretch/>
        </p:blipFill>
        <p:spPr>
          <a:xfrm rot="10800000">
            <a:off x="3843533" y="4691462"/>
            <a:ext cx="397390" cy="573347"/>
          </a:xfrm>
          <a:prstGeom prst="rect">
            <a:avLst/>
          </a:prstGeom>
        </p:spPr>
      </p:pic>
      <p:pic>
        <p:nvPicPr>
          <p:cNvPr id="1052" name="Image 1051">
            <a:extLst>
              <a:ext uri="{FF2B5EF4-FFF2-40B4-BE49-F238E27FC236}">
                <a16:creationId xmlns:a16="http://schemas.microsoft.com/office/drawing/2014/main" id="{EA1D5A90-87BF-1E12-AA95-4E9B71F1B1AD}"/>
              </a:ext>
            </a:extLst>
          </p:cNvPr>
          <p:cNvPicPr>
            <a:picLocks noChangeAspect="1"/>
          </p:cNvPicPr>
          <p:nvPr/>
        </p:nvPicPr>
        <p:blipFill rotWithShape="1">
          <a:blip r:embed="rId6"/>
          <a:srcRect l="20141" r="21734" b="16138"/>
          <a:stretch/>
        </p:blipFill>
        <p:spPr>
          <a:xfrm>
            <a:off x="3078615" y="1301715"/>
            <a:ext cx="397390" cy="573347"/>
          </a:xfrm>
          <a:prstGeom prst="rect">
            <a:avLst/>
          </a:prstGeom>
        </p:spPr>
      </p:pic>
      <p:pic>
        <p:nvPicPr>
          <p:cNvPr id="1053" name="Image 1052">
            <a:extLst>
              <a:ext uri="{FF2B5EF4-FFF2-40B4-BE49-F238E27FC236}">
                <a16:creationId xmlns:a16="http://schemas.microsoft.com/office/drawing/2014/main" id="{95711108-C513-5E1C-49FC-7107CCEA828C}"/>
              </a:ext>
            </a:extLst>
          </p:cNvPr>
          <p:cNvPicPr>
            <a:picLocks noChangeAspect="1"/>
          </p:cNvPicPr>
          <p:nvPr/>
        </p:nvPicPr>
        <p:blipFill rotWithShape="1">
          <a:blip r:embed="rId6"/>
          <a:srcRect l="20141" r="21734" b="16138"/>
          <a:stretch/>
        </p:blipFill>
        <p:spPr>
          <a:xfrm rot="10800000">
            <a:off x="1007904" y="5507947"/>
            <a:ext cx="397390" cy="573347"/>
          </a:xfrm>
          <a:prstGeom prst="rect">
            <a:avLst/>
          </a:prstGeom>
        </p:spPr>
      </p:pic>
      <p:pic>
        <p:nvPicPr>
          <p:cNvPr id="1054" name="Image 1053">
            <a:extLst>
              <a:ext uri="{FF2B5EF4-FFF2-40B4-BE49-F238E27FC236}">
                <a16:creationId xmlns:a16="http://schemas.microsoft.com/office/drawing/2014/main" id="{A97B834C-0572-1802-20D9-481F16571A30}"/>
              </a:ext>
            </a:extLst>
          </p:cNvPr>
          <p:cNvPicPr>
            <a:picLocks noChangeAspect="1"/>
          </p:cNvPicPr>
          <p:nvPr/>
        </p:nvPicPr>
        <p:blipFill rotWithShape="1">
          <a:blip r:embed="rId6"/>
          <a:srcRect l="20141" r="21734" b="16138"/>
          <a:stretch/>
        </p:blipFill>
        <p:spPr>
          <a:xfrm rot="10800000">
            <a:off x="1511091" y="5507946"/>
            <a:ext cx="397390" cy="573347"/>
          </a:xfrm>
          <a:prstGeom prst="rect">
            <a:avLst/>
          </a:prstGeom>
        </p:spPr>
      </p:pic>
      <p:pic>
        <p:nvPicPr>
          <p:cNvPr id="1055" name="Image 1054">
            <a:extLst>
              <a:ext uri="{FF2B5EF4-FFF2-40B4-BE49-F238E27FC236}">
                <a16:creationId xmlns:a16="http://schemas.microsoft.com/office/drawing/2014/main" id="{E0C262EF-609D-3836-8311-D7A479D0419C}"/>
              </a:ext>
            </a:extLst>
          </p:cNvPr>
          <p:cNvPicPr>
            <a:picLocks noChangeAspect="1"/>
          </p:cNvPicPr>
          <p:nvPr/>
        </p:nvPicPr>
        <p:blipFill rotWithShape="1">
          <a:blip r:embed="rId6"/>
          <a:srcRect l="20141" r="21734" b="16138"/>
          <a:stretch/>
        </p:blipFill>
        <p:spPr>
          <a:xfrm rot="10800000">
            <a:off x="2022101" y="5510983"/>
            <a:ext cx="397390" cy="573347"/>
          </a:xfrm>
          <a:prstGeom prst="rect">
            <a:avLst/>
          </a:prstGeom>
        </p:spPr>
      </p:pic>
      <p:pic>
        <p:nvPicPr>
          <p:cNvPr id="1056" name="Image 1055">
            <a:extLst>
              <a:ext uri="{FF2B5EF4-FFF2-40B4-BE49-F238E27FC236}">
                <a16:creationId xmlns:a16="http://schemas.microsoft.com/office/drawing/2014/main" id="{4A6EF7CC-8A47-7641-98B8-3E5C34000034}"/>
              </a:ext>
            </a:extLst>
          </p:cNvPr>
          <p:cNvPicPr>
            <a:picLocks noChangeAspect="1"/>
          </p:cNvPicPr>
          <p:nvPr/>
        </p:nvPicPr>
        <p:blipFill rotWithShape="1">
          <a:blip r:embed="rId6"/>
          <a:srcRect l="20141" r="21734" b="16138"/>
          <a:stretch/>
        </p:blipFill>
        <p:spPr>
          <a:xfrm>
            <a:off x="4950014" y="1301715"/>
            <a:ext cx="397390" cy="573347"/>
          </a:xfrm>
          <a:prstGeom prst="rect">
            <a:avLst/>
          </a:prstGeom>
        </p:spPr>
      </p:pic>
      <p:pic>
        <p:nvPicPr>
          <p:cNvPr id="1057" name="Image 1056">
            <a:extLst>
              <a:ext uri="{FF2B5EF4-FFF2-40B4-BE49-F238E27FC236}">
                <a16:creationId xmlns:a16="http://schemas.microsoft.com/office/drawing/2014/main" id="{D53874A1-8563-3A0F-F46E-55D9CFA57BDC}"/>
              </a:ext>
            </a:extLst>
          </p:cNvPr>
          <p:cNvPicPr>
            <a:picLocks noChangeAspect="1"/>
          </p:cNvPicPr>
          <p:nvPr/>
        </p:nvPicPr>
        <p:blipFill rotWithShape="1">
          <a:blip r:embed="rId6"/>
          <a:srcRect l="20141" r="21734" b="16138"/>
          <a:stretch/>
        </p:blipFill>
        <p:spPr>
          <a:xfrm>
            <a:off x="6371429" y="1301715"/>
            <a:ext cx="397390" cy="573347"/>
          </a:xfrm>
          <a:prstGeom prst="rect">
            <a:avLst/>
          </a:prstGeom>
        </p:spPr>
      </p:pic>
      <p:pic>
        <p:nvPicPr>
          <p:cNvPr id="1058" name="Image 1057">
            <a:extLst>
              <a:ext uri="{FF2B5EF4-FFF2-40B4-BE49-F238E27FC236}">
                <a16:creationId xmlns:a16="http://schemas.microsoft.com/office/drawing/2014/main" id="{7311D17D-9D3C-363D-2703-2B8A7A54E7ED}"/>
              </a:ext>
            </a:extLst>
          </p:cNvPr>
          <p:cNvPicPr>
            <a:picLocks noChangeAspect="1"/>
          </p:cNvPicPr>
          <p:nvPr/>
        </p:nvPicPr>
        <p:blipFill rotWithShape="1">
          <a:blip r:embed="rId6"/>
          <a:srcRect l="20141" r="21734" b="16138"/>
          <a:stretch/>
        </p:blipFill>
        <p:spPr>
          <a:xfrm>
            <a:off x="7809947" y="1301715"/>
            <a:ext cx="397390" cy="573347"/>
          </a:xfrm>
          <a:prstGeom prst="rect">
            <a:avLst/>
          </a:prstGeom>
        </p:spPr>
      </p:pic>
      <p:pic>
        <p:nvPicPr>
          <p:cNvPr id="1059" name="Image 1058">
            <a:extLst>
              <a:ext uri="{FF2B5EF4-FFF2-40B4-BE49-F238E27FC236}">
                <a16:creationId xmlns:a16="http://schemas.microsoft.com/office/drawing/2014/main" id="{C5564A36-A91E-65FD-386A-621C8E83E254}"/>
              </a:ext>
            </a:extLst>
          </p:cNvPr>
          <p:cNvPicPr>
            <a:picLocks noChangeAspect="1"/>
          </p:cNvPicPr>
          <p:nvPr/>
        </p:nvPicPr>
        <p:blipFill rotWithShape="1">
          <a:blip r:embed="rId6"/>
          <a:srcRect l="20141" r="21734" b="16138"/>
          <a:stretch/>
        </p:blipFill>
        <p:spPr>
          <a:xfrm>
            <a:off x="9216523" y="1301715"/>
            <a:ext cx="397390" cy="573347"/>
          </a:xfrm>
          <a:prstGeom prst="rect">
            <a:avLst/>
          </a:prstGeom>
        </p:spPr>
      </p:pic>
      <p:pic>
        <p:nvPicPr>
          <p:cNvPr id="1060" name="Image 1059">
            <a:extLst>
              <a:ext uri="{FF2B5EF4-FFF2-40B4-BE49-F238E27FC236}">
                <a16:creationId xmlns:a16="http://schemas.microsoft.com/office/drawing/2014/main" id="{1383ACE0-2060-7503-8DCE-275A49AF5A67}"/>
              </a:ext>
            </a:extLst>
          </p:cNvPr>
          <p:cNvPicPr>
            <a:picLocks noChangeAspect="1"/>
          </p:cNvPicPr>
          <p:nvPr/>
        </p:nvPicPr>
        <p:blipFill rotWithShape="1">
          <a:blip r:embed="rId6"/>
          <a:srcRect l="20141" r="21734" b="16138"/>
          <a:stretch/>
        </p:blipFill>
        <p:spPr>
          <a:xfrm>
            <a:off x="7015183" y="363627"/>
            <a:ext cx="397390" cy="573347"/>
          </a:xfrm>
          <a:prstGeom prst="rect">
            <a:avLst/>
          </a:prstGeom>
        </p:spPr>
      </p:pic>
      <p:pic>
        <p:nvPicPr>
          <p:cNvPr id="1061" name="Image 1060">
            <a:extLst>
              <a:ext uri="{FF2B5EF4-FFF2-40B4-BE49-F238E27FC236}">
                <a16:creationId xmlns:a16="http://schemas.microsoft.com/office/drawing/2014/main" id="{8721BF74-B709-E426-400C-0FD2E637E83A}"/>
              </a:ext>
            </a:extLst>
          </p:cNvPr>
          <p:cNvPicPr>
            <a:picLocks noChangeAspect="1"/>
          </p:cNvPicPr>
          <p:nvPr/>
        </p:nvPicPr>
        <p:blipFill rotWithShape="1">
          <a:blip r:embed="rId6"/>
          <a:srcRect l="20141" r="21734" b="16138"/>
          <a:stretch/>
        </p:blipFill>
        <p:spPr>
          <a:xfrm rot="10800000">
            <a:off x="6371430" y="4691462"/>
            <a:ext cx="397390" cy="573347"/>
          </a:xfrm>
          <a:prstGeom prst="rect">
            <a:avLst/>
          </a:prstGeom>
        </p:spPr>
      </p:pic>
      <p:pic>
        <p:nvPicPr>
          <p:cNvPr id="1062" name="Image 1061">
            <a:extLst>
              <a:ext uri="{FF2B5EF4-FFF2-40B4-BE49-F238E27FC236}">
                <a16:creationId xmlns:a16="http://schemas.microsoft.com/office/drawing/2014/main" id="{B4130070-DB58-7CB9-C0DA-4986DBFC72EF}"/>
              </a:ext>
            </a:extLst>
          </p:cNvPr>
          <p:cNvPicPr>
            <a:picLocks noChangeAspect="1"/>
          </p:cNvPicPr>
          <p:nvPr/>
        </p:nvPicPr>
        <p:blipFill rotWithShape="1">
          <a:blip r:embed="rId6"/>
          <a:srcRect l="20141" r="21734" b="16138"/>
          <a:stretch/>
        </p:blipFill>
        <p:spPr>
          <a:xfrm rot="10800000">
            <a:off x="9216523" y="4746075"/>
            <a:ext cx="397390" cy="573347"/>
          </a:xfrm>
          <a:prstGeom prst="rect">
            <a:avLst/>
          </a:prstGeom>
        </p:spPr>
      </p:pic>
      <p:pic>
        <p:nvPicPr>
          <p:cNvPr id="1063" name="Image 1062">
            <a:extLst>
              <a:ext uri="{FF2B5EF4-FFF2-40B4-BE49-F238E27FC236}">
                <a16:creationId xmlns:a16="http://schemas.microsoft.com/office/drawing/2014/main" id="{39B1AC02-8F80-0B91-CD59-C5FD36F95ECC}"/>
              </a:ext>
            </a:extLst>
          </p:cNvPr>
          <p:cNvPicPr>
            <a:picLocks noChangeAspect="1"/>
          </p:cNvPicPr>
          <p:nvPr/>
        </p:nvPicPr>
        <p:blipFill rotWithShape="1">
          <a:blip r:embed="rId6"/>
          <a:srcRect l="20141" r="21734" b="16138"/>
          <a:stretch/>
        </p:blipFill>
        <p:spPr>
          <a:xfrm rot="10800000">
            <a:off x="11034453" y="4723648"/>
            <a:ext cx="397390" cy="573347"/>
          </a:xfrm>
          <a:prstGeom prst="rect">
            <a:avLst/>
          </a:prstGeom>
        </p:spPr>
      </p:pic>
      <p:cxnSp>
        <p:nvCxnSpPr>
          <p:cNvPr id="1065" name="Connecteur droit 1064">
            <a:extLst>
              <a:ext uri="{FF2B5EF4-FFF2-40B4-BE49-F238E27FC236}">
                <a16:creationId xmlns:a16="http://schemas.microsoft.com/office/drawing/2014/main" id="{0A996AB5-C2B4-4605-A3F1-641F072F763A}"/>
              </a:ext>
            </a:extLst>
          </p:cNvPr>
          <p:cNvCxnSpPr>
            <a:stCxn id="1053" idx="2"/>
          </p:cNvCxnSpPr>
          <p:nvPr/>
        </p:nvCxnSpPr>
        <p:spPr>
          <a:xfrm flipH="1" flipV="1">
            <a:off x="1202267" y="4923860"/>
            <a:ext cx="4332" cy="584087"/>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66" name="Connecteur droit 1065">
            <a:extLst>
              <a:ext uri="{FF2B5EF4-FFF2-40B4-BE49-F238E27FC236}">
                <a16:creationId xmlns:a16="http://schemas.microsoft.com/office/drawing/2014/main" id="{E19CE6F9-E2BA-3004-7731-DFC8FF9FC221}"/>
              </a:ext>
            </a:extLst>
          </p:cNvPr>
          <p:cNvCxnSpPr>
            <a:cxnSpLocks/>
          </p:cNvCxnSpPr>
          <p:nvPr/>
        </p:nvCxnSpPr>
        <p:spPr>
          <a:xfrm flipV="1">
            <a:off x="1691949" y="5141372"/>
            <a:ext cx="0" cy="362418"/>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69" name="Connecteur droit 1068">
            <a:extLst>
              <a:ext uri="{FF2B5EF4-FFF2-40B4-BE49-F238E27FC236}">
                <a16:creationId xmlns:a16="http://schemas.microsoft.com/office/drawing/2014/main" id="{26527A18-F681-EEEA-C0FC-DCCE684BFF93}"/>
              </a:ext>
            </a:extLst>
          </p:cNvPr>
          <p:cNvCxnSpPr>
            <a:cxnSpLocks/>
          </p:cNvCxnSpPr>
          <p:nvPr/>
        </p:nvCxnSpPr>
        <p:spPr>
          <a:xfrm flipV="1">
            <a:off x="2220796" y="4978136"/>
            <a:ext cx="0" cy="535217"/>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72" name="Connecteur droit 1071">
            <a:extLst>
              <a:ext uri="{FF2B5EF4-FFF2-40B4-BE49-F238E27FC236}">
                <a16:creationId xmlns:a16="http://schemas.microsoft.com/office/drawing/2014/main" id="{63B7814A-B643-84F2-495E-2C6D894F2732}"/>
              </a:ext>
            </a:extLst>
          </p:cNvPr>
          <p:cNvCxnSpPr>
            <a:cxnSpLocks/>
          </p:cNvCxnSpPr>
          <p:nvPr/>
        </p:nvCxnSpPr>
        <p:spPr>
          <a:xfrm flipV="1">
            <a:off x="4033760" y="4340521"/>
            <a:ext cx="0" cy="362418"/>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73" name="Connecteur droit 1072">
            <a:extLst>
              <a:ext uri="{FF2B5EF4-FFF2-40B4-BE49-F238E27FC236}">
                <a16:creationId xmlns:a16="http://schemas.microsoft.com/office/drawing/2014/main" id="{DD436DB3-B28B-46EF-9C7B-A0C237F98E11}"/>
              </a:ext>
            </a:extLst>
          </p:cNvPr>
          <p:cNvCxnSpPr>
            <a:cxnSpLocks/>
          </p:cNvCxnSpPr>
          <p:nvPr/>
        </p:nvCxnSpPr>
        <p:spPr>
          <a:xfrm flipV="1">
            <a:off x="6561657" y="4068233"/>
            <a:ext cx="0" cy="614604"/>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75" name="Connecteur droit 1074">
            <a:extLst>
              <a:ext uri="{FF2B5EF4-FFF2-40B4-BE49-F238E27FC236}">
                <a16:creationId xmlns:a16="http://schemas.microsoft.com/office/drawing/2014/main" id="{30DC0F58-ABAF-31A0-83D6-D9002D2EDD67}"/>
              </a:ext>
            </a:extLst>
          </p:cNvPr>
          <p:cNvCxnSpPr>
            <a:cxnSpLocks/>
          </p:cNvCxnSpPr>
          <p:nvPr/>
        </p:nvCxnSpPr>
        <p:spPr>
          <a:xfrm flipV="1">
            <a:off x="9406742" y="4377267"/>
            <a:ext cx="0" cy="374502"/>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79" name="Connecteur droit 1078">
            <a:extLst>
              <a:ext uri="{FF2B5EF4-FFF2-40B4-BE49-F238E27FC236}">
                <a16:creationId xmlns:a16="http://schemas.microsoft.com/office/drawing/2014/main" id="{6CF69823-1ADA-8C98-F502-15FCC08822AB}"/>
              </a:ext>
            </a:extLst>
          </p:cNvPr>
          <p:cNvCxnSpPr>
            <a:cxnSpLocks/>
          </p:cNvCxnSpPr>
          <p:nvPr/>
        </p:nvCxnSpPr>
        <p:spPr>
          <a:xfrm flipV="1">
            <a:off x="11233148" y="4356837"/>
            <a:ext cx="0" cy="374502"/>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0" name="Connecteur droit 1079">
            <a:extLst>
              <a:ext uri="{FF2B5EF4-FFF2-40B4-BE49-F238E27FC236}">
                <a16:creationId xmlns:a16="http://schemas.microsoft.com/office/drawing/2014/main" id="{05E855D3-25C9-7B77-C85C-E1D4650AA19D}"/>
              </a:ext>
            </a:extLst>
          </p:cNvPr>
          <p:cNvCxnSpPr>
            <a:cxnSpLocks/>
          </p:cNvCxnSpPr>
          <p:nvPr/>
        </p:nvCxnSpPr>
        <p:spPr>
          <a:xfrm flipV="1">
            <a:off x="9419166" y="1866596"/>
            <a:ext cx="0" cy="313571"/>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2" name="Connecteur droit 1081">
            <a:extLst>
              <a:ext uri="{FF2B5EF4-FFF2-40B4-BE49-F238E27FC236}">
                <a16:creationId xmlns:a16="http://schemas.microsoft.com/office/drawing/2014/main" id="{EDE0B250-C12E-9062-1C04-F0E281F690BA}"/>
              </a:ext>
            </a:extLst>
          </p:cNvPr>
          <p:cNvCxnSpPr>
            <a:cxnSpLocks/>
          </p:cNvCxnSpPr>
          <p:nvPr/>
        </p:nvCxnSpPr>
        <p:spPr>
          <a:xfrm flipV="1">
            <a:off x="8012875" y="1866595"/>
            <a:ext cx="0" cy="577217"/>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4" name="Connecteur droit 1083">
            <a:extLst>
              <a:ext uri="{FF2B5EF4-FFF2-40B4-BE49-F238E27FC236}">
                <a16:creationId xmlns:a16="http://schemas.microsoft.com/office/drawing/2014/main" id="{9333D626-6821-7F84-8F86-B1ED8015285D}"/>
              </a:ext>
            </a:extLst>
          </p:cNvPr>
          <p:cNvCxnSpPr>
            <a:cxnSpLocks/>
          </p:cNvCxnSpPr>
          <p:nvPr/>
        </p:nvCxnSpPr>
        <p:spPr>
          <a:xfrm flipV="1">
            <a:off x="6561657" y="1866596"/>
            <a:ext cx="0" cy="313571"/>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5" name="Connecteur droit 1084">
            <a:extLst>
              <a:ext uri="{FF2B5EF4-FFF2-40B4-BE49-F238E27FC236}">
                <a16:creationId xmlns:a16="http://schemas.microsoft.com/office/drawing/2014/main" id="{5BC6845C-6308-C6BE-9AB4-E584C89ABA35}"/>
              </a:ext>
            </a:extLst>
          </p:cNvPr>
          <p:cNvCxnSpPr>
            <a:cxnSpLocks/>
          </p:cNvCxnSpPr>
          <p:nvPr/>
        </p:nvCxnSpPr>
        <p:spPr>
          <a:xfrm flipV="1">
            <a:off x="5153868" y="1870829"/>
            <a:ext cx="0" cy="1753751"/>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7" name="Connecteur droit 1086">
            <a:extLst>
              <a:ext uri="{FF2B5EF4-FFF2-40B4-BE49-F238E27FC236}">
                <a16:creationId xmlns:a16="http://schemas.microsoft.com/office/drawing/2014/main" id="{4992B2B5-C806-BDC6-70C5-736CDF5B0262}"/>
              </a:ext>
            </a:extLst>
          </p:cNvPr>
          <p:cNvCxnSpPr>
            <a:cxnSpLocks/>
          </p:cNvCxnSpPr>
          <p:nvPr/>
        </p:nvCxnSpPr>
        <p:spPr>
          <a:xfrm flipV="1">
            <a:off x="7213878" y="936974"/>
            <a:ext cx="0" cy="303393"/>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9" name="Connecteur droit 1088">
            <a:extLst>
              <a:ext uri="{FF2B5EF4-FFF2-40B4-BE49-F238E27FC236}">
                <a16:creationId xmlns:a16="http://schemas.microsoft.com/office/drawing/2014/main" id="{C3AC47CA-77A0-65AA-0A32-D1F7DAAA65FD}"/>
              </a:ext>
            </a:extLst>
          </p:cNvPr>
          <p:cNvCxnSpPr>
            <a:cxnSpLocks/>
          </p:cNvCxnSpPr>
          <p:nvPr/>
        </p:nvCxnSpPr>
        <p:spPr>
          <a:xfrm flipV="1">
            <a:off x="3277310" y="1870829"/>
            <a:ext cx="0" cy="2178018"/>
          </a:xfrm>
          <a:prstGeom prst="line">
            <a:avLst/>
          </a:prstGeom>
          <a:ln>
            <a:prstDash val="lgDash"/>
          </a:ln>
        </p:spPr>
        <p:style>
          <a:lnRef idx="1">
            <a:schemeClr val="dk1"/>
          </a:lnRef>
          <a:fillRef idx="0">
            <a:schemeClr val="dk1"/>
          </a:fillRef>
          <a:effectRef idx="0">
            <a:schemeClr val="dk1"/>
          </a:effectRef>
          <a:fontRef idx="minor">
            <a:schemeClr val="tx1"/>
          </a:fontRef>
        </p:style>
      </p:cxnSp>
      <p:pic>
        <p:nvPicPr>
          <p:cNvPr id="1092" name="Image 1091">
            <a:extLst>
              <a:ext uri="{FF2B5EF4-FFF2-40B4-BE49-F238E27FC236}">
                <a16:creationId xmlns:a16="http://schemas.microsoft.com/office/drawing/2014/main" id="{34C5D68D-5A5F-63AD-BB86-8691876E9427}"/>
              </a:ext>
            </a:extLst>
          </p:cNvPr>
          <p:cNvPicPr>
            <a:picLocks noChangeAspect="1"/>
          </p:cNvPicPr>
          <p:nvPr/>
        </p:nvPicPr>
        <p:blipFill rotWithShape="1">
          <a:blip r:embed="rId6"/>
          <a:srcRect l="20141" r="21734" b="16138"/>
          <a:stretch/>
        </p:blipFill>
        <p:spPr>
          <a:xfrm>
            <a:off x="8948594" y="5998292"/>
            <a:ext cx="269912" cy="389424"/>
          </a:xfrm>
          <a:prstGeom prst="rect">
            <a:avLst/>
          </a:prstGeom>
        </p:spPr>
      </p:pic>
      <p:cxnSp>
        <p:nvCxnSpPr>
          <p:cNvPr id="1094" name="Connecteur : en angle 1093">
            <a:extLst>
              <a:ext uri="{FF2B5EF4-FFF2-40B4-BE49-F238E27FC236}">
                <a16:creationId xmlns:a16="http://schemas.microsoft.com/office/drawing/2014/main" id="{4C2D927B-5D21-0285-8C05-51E2FAD03F1F}"/>
              </a:ext>
            </a:extLst>
          </p:cNvPr>
          <p:cNvCxnSpPr>
            <a:cxnSpLocks/>
          </p:cNvCxnSpPr>
          <p:nvPr/>
        </p:nvCxnSpPr>
        <p:spPr>
          <a:xfrm flipV="1">
            <a:off x="7048500" y="5566445"/>
            <a:ext cx="5143500" cy="1105288"/>
          </a:xfrm>
          <a:prstGeom prst="bentConnector3">
            <a:avLst>
              <a:gd name="adj1" fmla="val 41"/>
            </a:avLst>
          </a:prstGeom>
        </p:spPr>
        <p:style>
          <a:lnRef idx="1">
            <a:schemeClr val="dk1"/>
          </a:lnRef>
          <a:fillRef idx="0">
            <a:schemeClr val="dk1"/>
          </a:fillRef>
          <a:effectRef idx="0">
            <a:schemeClr val="dk1"/>
          </a:effectRef>
          <a:fontRef idx="minor">
            <a:schemeClr val="tx1"/>
          </a:fontRef>
        </p:style>
      </p:cxnSp>
      <p:sp>
        <p:nvSpPr>
          <p:cNvPr id="1098" name="ZoneTexte 1097">
            <a:extLst>
              <a:ext uri="{FF2B5EF4-FFF2-40B4-BE49-F238E27FC236}">
                <a16:creationId xmlns:a16="http://schemas.microsoft.com/office/drawing/2014/main" id="{DA41AE9F-82D7-92D1-570E-F4A73090DA03}"/>
              </a:ext>
            </a:extLst>
          </p:cNvPr>
          <p:cNvSpPr txBox="1"/>
          <p:nvPr/>
        </p:nvSpPr>
        <p:spPr>
          <a:xfrm>
            <a:off x="7118027" y="5617167"/>
            <a:ext cx="1241213" cy="307777"/>
          </a:xfrm>
          <a:prstGeom prst="rect">
            <a:avLst/>
          </a:prstGeom>
          <a:noFill/>
        </p:spPr>
        <p:txBody>
          <a:bodyPr wrap="square" rtlCol="0">
            <a:spAutoFit/>
          </a:bodyPr>
          <a:lstStyle/>
          <a:p>
            <a:r>
              <a:rPr lang="fr-FR" sz="1400" b="1" dirty="0">
                <a:latin typeface="Arial" panose="020B0604020202020204" pitchFamily="34" charset="0"/>
                <a:cs typeface="Arial" panose="020B0604020202020204" pitchFamily="34" charset="0"/>
              </a:rPr>
              <a:t>Légende :</a:t>
            </a:r>
          </a:p>
        </p:txBody>
      </p:sp>
      <p:sp>
        <p:nvSpPr>
          <p:cNvPr id="1099" name="ZoneTexte 1098">
            <a:extLst>
              <a:ext uri="{FF2B5EF4-FFF2-40B4-BE49-F238E27FC236}">
                <a16:creationId xmlns:a16="http://schemas.microsoft.com/office/drawing/2014/main" id="{4642AD3B-55EC-CF55-A1F0-42555194E007}"/>
              </a:ext>
            </a:extLst>
          </p:cNvPr>
          <p:cNvSpPr txBox="1"/>
          <p:nvPr/>
        </p:nvSpPr>
        <p:spPr>
          <a:xfrm>
            <a:off x="9218506" y="6043352"/>
            <a:ext cx="872157" cy="307777"/>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Sonde</a:t>
            </a:r>
          </a:p>
        </p:txBody>
      </p:sp>
      <p:sp>
        <p:nvSpPr>
          <p:cNvPr id="1100" name="ZoneTexte 1099">
            <a:extLst>
              <a:ext uri="{FF2B5EF4-FFF2-40B4-BE49-F238E27FC236}">
                <a16:creationId xmlns:a16="http://schemas.microsoft.com/office/drawing/2014/main" id="{6D99BC69-4BDF-EDAB-2C01-0B27C5309AB5}"/>
              </a:ext>
            </a:extLst>
          </p:cNvPr>
          <p:cNvSpPr txBox="1"/>
          <p:nvPr/>
        </p:nvSpPr>
        <p:spPr>
          <a:xfrm>
            <a:off x="10856428" y="5932938"/>
            <a:ext cx="872157" cy="523220"/>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Base de données</a:t>
            </a:r>
          </a:p>
        </p:txBody>
      </p:sp>
      <p:sp>
        <p:nvSpPr>
          <p:cNvPr id="1101" name="Cylindre 1100">
            <a:extLst>
              <a:ext uri="{FF2B5EF4-FFF2-40B4-BE49-F238E27FC236}">
                <a16:creationId xmlns:a16="http://schemas.microsoft.com/office/drawing/2014/main" id="{C75894CC-03BA-784C-CA8D-B6182E9DF2B6}"/>
              </a:ext>
            </a:extLst>
          </p:cNvPr>
          <p:cNvSpPr/>
          <p:nvPr/>
        </p:nvSpPr>
        <p:spPr>
          <a:xfrm>
            <a:off x="10420350" y="6002434"/>
            <a:ext cx="343898" cy="381140"/>
          </a:xfrm>
          <a:prstGeom prst="can">
            <a:avLst>
              <a:gd name="adj" fmla="val 33599"/>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07" name="Picture 6" descr="Automatisation - Icônes entreprise gratuites">
            <a:extLst>
              <a:ext uri="{FF2B5EF4-FFF2-40B4-BE49-F238E27FC236}">
                <a16:creationId xmlns:a16="http://schemas.microsoft.com/office/drawing/2014/main" id="{FE672B85-EF7A-1243-F832-988E6C4F47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3878" y="5996857"/>
            <a:ext cx="392294" cy="392294"/>
          </a:xfrm>
          <a:prstGeom prst="rect">
            <a:avLst/>
          </a:prstGeom>
          <a:noFill/>
          <a:extLst>
            <a:ext uri="{909E8E84-426E-40DD-AFC4-6F175D3DCCD1}">
              <a14:hiddenFill xmlns:a14="http://schemas.microsoft.com/office/drawing/2010/main">
                <a:solidFill>
                  <a:srgbClr val="FFFFFF"/>
                </a:solidFill>
              </a14:hiddenFill>
            </a:ext>
          </a:extLst>
        </p:spPr>
      </p:pic>
      <p:sp>
        <p:nvSpPr>
          <p:cNvPr id="1108" name="ZoneTexte 1107">
            <a:extLst>
              <a:ext uri="{FF2B5EF4-FFF2-40B4-BE49-F238E27FC236}">
                <a16:creationId xmlns:a16="http://schemas.microsoft.com/office/drawing/2014/main" id="{A2EB36D2-DFC5-0E8B-C8EA-DA49F184490A}"/>
              </a:ext>
            </a:extLst>
          </p:cNvPr>
          <p:cNvSpPr txBox="1"/>
          <p:nvPr/>
        </p:nvSpPr>
        <p:spPr>
          <a:xfrm>
            <a:off x="7580328" y="6043352"/>
            <a:ext cx="1064697" cy="307777"/>
          </a:xfrm>
          <a:prstGeom prst="rect">
            <a:avLst/>
          </a:prstGeom>
          <a:noFill/>
        </p:spPr>
        <p:txBody>
          <a:bodyPr wrap="square" rtlCol="0">
            <a:spAutoFit/>
          </a:bodyPr>
          <a:lstStyle/>
          <a:p>
            <a:r>
              <a:rPr lang="fr-FR" sz="1400" dirty="0">
                <a:latin typeface="Arial" panose="020B0604020202020204" pitchFamily="34" charset="0"/>
                <a:cs typeface="Arial" panose="020B0604020202020204" pitchFamily="34" charset="0"/>
              </a:rPr>
              <a:t>Application</a:t>
            </a:r>
          </a:p>
        </p:txBody>
      </p:sp>
      <p:sp>
        <p:nvSpPr>
          <p:cNvPr id="1109" name="ZoneTexte 1108">
            <a:extLst>
              <a:ext uri="{FF2B5EF4-FFF2-40B4-BE49-F238E27FC236}">
                <a16:creationId xmlns:a16="http://schemas.microsoft.com/office/drawing/2014/main" id="{894E893E-11C9-979A-D98B-CA2F175EB6C7}"/>
              </a:ext>
            </a:extLst>
          </p:cNvPr>
          <p:cNvSpPr txBox="1"/>
          <p:nvPr/>
        </p:nvSpPr>
        <p:spPr>
          <a:xfrm>
            <a:off x="1055354" y="6119089"/>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a:t>
            </a:r>
          </a:p>
        </p:txBody>
      </p:sp>
      <p:sp>
        <p:nvSpPr>
          <p:cNvPr id="1110" name="ZoneTexte 1109">
            <a:extLst>
              <a:ext uri="{FF2B5EF4-FFF2-40B4-BE49-F238E27FC236}">
                <a16:creationId xmlns:a16="http://schemas.microsoft.com/office/drawing/2014/main" id="{FA60BA74-40E2-500A-209C-6659534085A3}"/>
              </a:ext>
            </a:extLst>
          </p:cNvPr>
          <p:cNvSpPr txBox="1"/>
          <p:nvPr/>
        </p:nvSpPr>
        <p:spPr>
          <a:xfrm>
            <a:off x="1555530" y="6121151"/>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S2</a:t>
            </a:r>
          </a:p>
        </p:txBody>
      </p:sp>
      <p:sp>
        <p:nvSpPr>
          <p:cNvPr id="1111" name="ZoneTexte 1110">
            <a:extLst>
              <a:ext uri="{FF2B5EF4-FFF2-40B4-BE49-F238E27FC236}">
                <a16:creationId xmlns:a16="http://schemas.microsoft.com/office/drawing/2014/main" id="{0BC96452-018C-9F0F-5ADF-8874F58EBD15}"/>
              </a:ext>
            </a:extLst>
          </p:cNvPr>
          <p:cNvSpPr txBox="1"/>
          <p:nvPr/>
        </p:nvSpPr>
        <p:spPr>
          <a:xfrm>
            <a:off x="2059713" y="6121151"/>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S3</a:t>
            </a:r>
          </a:p>
        </p:txBody>
      </p:sp>
      <p:sp>
        <p:nvSpPr>
          <p:cNvPr id="1112" name="ZoneTexte 1111">
            <a:extLst>
              <a:ext uri="{FF2B5EF4-FFF2-40B4-BE49-F238E27FC236}">
                <a16:creationId xmlns:a16="http://schemas.microsoft.com/office/drawing/2014/main" id="{5A6D0029-EA48-6615-96DD-35A9456FD1FD}"/>
              </a:ext>
            </a:extLst>
          </p:cNvPr>
          <p:cNvSpPr txBox="1"/>
          <p:nvPr/>
        </p:nvSpPr>
        <p:spPr>
          <a:xfrm>
            <a:off x="3882573" y="5296996"/>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S5</a:t>
            </a:r>
          </a:p>
        </p:txBody>
      </p:sp>
      <p:sp>
        <p:nvSpPr>
          <p:cNvPr id="1113" name="ZoneTexte 1112">
            <a:extLst>
              <a:ext uri="{FF2B5EF4-FFF2-40B4-BE49-F238E27FC236}">
                <a16:creationId xmlns:a16="http://schemas.microsoft.com/office/drawing/2014/main" id="{FBC4FE3E-E5E6-F76F-03E1-0C676AB37F69}"/>
              </a:ext>
            </a:extLst>
          </p:cNvPr>
          <p:cNvSpPr txBox="1"/>
          <p:nvPr/>
        </p:nvSpPr>
        <p:spPr>
          <a:xfrm>
            <a:off x="6397380" y="5307053"/>
            <a:ext cx="35218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S13</a:t>
            </a:r>
          </a:p>
        </p:txBody>
      </p:sp>
      <p:sp>
        <p:nvSpPr>
          <p:cNvPr id="1114" name="ZoneTexte 1113">
            <a:extLst>
              <a:ext uri="{FF2B5EF4-FFF2-40B4-BE49-F238E27FC236}">
                <a16:creationId xmlns:a16="http://schemas.microsoft.com/office/drawing/2014/main" id="{0DAA77A0-955B-6EA7-89DB-C944D2C391A8}"/>
              </a:ext>
            </a:extLst>
          </p:cNvPr>
          <p:cNvSpPr txBox="1"/>
          <p:nvPr/>
        </p:nvSpPr>
        <p:spPr>
          <a:xfrm>
            <a:off x="9239123" y="5307052"/>
            <a:ext cx="35218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S14</a:t>
            </a:r>
          </a:p>
        </p:txBody>
      </p:sp>
      <p:sp>
        <p:nvSpPr>
          <p:cNvPr id="1115" name="ZoneTexte 1114">
            <a:extLst>
              <a:ext uri="{FF2B5EF4-FFF2-40B4-BE49-F238E27FC236}">
                <a16:creationId xmlns:a16="http://schemas.microsoft.com/office/drawing/2014/main" id="{46AB9EDA-9B00-FE02-82FD-EBE8CF793A9B}"/>
              </a:ext>
            </a:extLst>
          </p:cNvPr>
          <p:cNvSpPr txBox="1"/>
          <p:nvPr/>
        </p:nvSpPr>
        <p:spPr>
          <a:xfrm>
            <a:off x="11057054" y="5287647"/>
            <a:ext cx="35218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S15</a:t>
            </a:r>
          </a:p>
        </p:txBody>
      </p:sp>
      <p:pic>
        <p:nvPicPr>
          <p:cNvPr id="1116" name="Image 1115">
            <a:extLst>
              <a:ext uri="{FF2B5EF4-FFF2-40B4-BE49-F238E27FC236}">
                <a16:creationId xmlns:a16="http://schemas.microsoft.com/office/drawing/2014/main" id="{C8D99735-00AF-18CA-83A0-34685792739B}"/>
              </a:ext>
            </a:extLst>
          </p:cNvPr>
          <p:cNvPicPr>
            <a:picLocks noChangeAspect="1"/>
          </p:cNvPicPr>
          <p:nvPr/>
        </p:nvPicPr>
        <p:blipFill rotWithShape="1">
          <a:blip r:embed="rId6"/>
          <a:srcRect l="20141" r="21734" b="16138"/>
          <a:stretch/>
        </p:blipFill>
        <p:spPr>
          <a:xfrm>
            <a:off x="7809947" y="2559039"/>
            <a:ext cx="397390" cy="573347"/>
          </a:xfrm>
          <a:prstGeom prst="rect">
            <a:avLst/>
          </a:prstGeom>
        </p:spPr>
      </p:pic>
      <p:pic>
        <p:nvPicPr>
          <p:cNvPr id="1117" name="Image 1116">
            <a:extLst>
              <a:ext uri="{FF2B5EF4-FFF2-40B4-BE49-F238E27FC236}">
                <a16:creationId xmlns:a16="http://schemas.microsoft.com/office/drawing/2014/main" id="{A0230DAE-C0E5-4B47-39D0-E4527A97D3D6}"/>
              </a:ext>
            </a:extLst>
          </p:cNvPr>
          <p:cNvPicPr>
            <a:picLocks noChangeAspect="1"/>
          </p:cNvPicPr>
          <p:nvPr/>
        </p:nvPicPr>
        <p:blipFill rotWithShape="1">
          <a:blip r:embed="rId6"/>
          <a:srcRect l="20141" r="21734" b="16138"/>
          <a:stretch/>
        </p:blipFill>
        <p:spPr>
          <a:xfrm>
            <a:off x="9216523" y="2559039"/>
            <a:ext cx="397390" cy="573347"/>
          </a:xfrm>
          <a:prstGeom prst="rect">
            <a:avLst/>
          </a:prstGeom>
        </p:spPr>
      </p:pic>
      <p:cxnSp>
        <p:nvCxnSpPr>
          <p:cNvPr id="1118" name="Connecteur droit 1117">
            <a:extLst>
              <a:ext uri="{FF2B5EF4-FFF2-40B4-BE49-F238E27FC236}">
                <a16:creationId xmlns:a16="http://schemas.microsoft.com/office/drawing/2014/main" id="{337E74B3-0AF9-A1F6-0086-D2302A689630}"/>
              </a:ext>
            </a:extLst>
          </p:cNvPr>
          <p:cNvCxnSpPr>
            <a:cxnSpLocks/>
          </p:cNvCxnSpPr>
          <p:nvPr/>
        </p:nvCxnSpPr>
        <p:spPr>
          <a:xfrm flipV="1">
            <a:off x="9419166" y="3123920"/>
            <a:ext cx="0" cy="156913"/>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119" name="Connecteur droit 1118">
            <a:extLst>
              <a:ext uri="{FF2B5EF4-FFF2-40B4-BE49-F238E27FC236}">
                <a16:creationId xmlns:a16="http://schemas.microsoft.com/office/drawing/2014/main" id="{BEF94F6A-647A-E70F-C32C-72CE8968C5F9}"/>
              </a:ext>
            </a:extLst>
          </p:cNvPr>
          <p:cNvCxnSpPr>
            <a:cxnSpLocks/>
          </p:cNvCxnSpPr>
          <p:nvPr/>
        </p:nvCxnSpPr>
        <p:spPr>
          <a:xfrm flipV="1">
            <a:off x="8012875" y="3123919"/>
            <a:ext cx="0" cy="500661"/>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1129" name="ZoneTexte 1128">
            <a:extLst>
              <a:ext uri="{FF2B5EF4-FFF2-40B4-BE49-F238E27FC236}">
                <a16:creationId xmlns:a16="http://schemas.microsoft.com/office/drawing/2014/main" id="{20515F3B-B03A-7DA9-9E44-72DE15F7A62C}"/>
              </a:ext>
            </a:extLst>
          </p:cNvPr>
          <p:cNvSpPr txBox="1"/>
          <p:nvPr/>
        </p:nvSpPr>
        <p:spPr>
          <a:xfrm>
            <a:off x="3437905" y="1447218"/>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S4</a:t>
            </a:r>
          </a:p>
        </p:txBody>
      </p:sp>
      <p:sp>
        <p:nvSpPr>
          <p:cNvPr id="1130" name="ZoneTexte 1129">
            <a:extLst>
              <a:ext uri="{FF2B5EF4-FFF2-40B4-BE49-F238E27FC236}">
                <a16:creationId xmlns:a16="http://schemas.microsoft.com/office/drawing/2014/main" id="{FB9F160C-4B30-0B21-DA5A-16A678914EA0}"/>
              </a:ext>
            </a:extLst>
          </p:cNvPr>
          <p:cNvSpPr txBox="1"/>
          <p:nvPr/>
        </p:nvSpPr>
        <p:spPr>
          <a:xfrm>
            <a:off x="5298551" y="1447218"/>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S6</a:t>
            </a:r>
          </a:p>
        </p:txBody>
      </p:sp>
      <p:sp>
        <p:nvSpPr>
          <p:cNvPr id="1131" name="ZoneTexte 1130">
            <a:extLst>
              <a:ext uri="{FF2B5EF4-FFF2-40B4-BE49-F238E27FC236}">
                <a16:creationId xmlns:a16="http://schemas.microsoft.com/office/drawing/2014/main" id="{3E2C3FDB-15EF-21D2-9C48-2C6592BD7C01}"/>
              </a:ext>
            </a:extLst>
          </p:cNvPr>
          <p:cNvSpPr txBox="1"/>
          <p:nvPr/>
        </p:nvSpPr>
        <p:spPr>
          <a:xfrm>
            <a:off x="6706081" y="1447218"/>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S7</a:t>
            </a:r>
          </a:p>
        </p:txBody>
      </p:sp>
      <p:sp>
        <p:nvSpPr>
          <p:cNvPr id="1132" name="ZoneTexte 1131">
            <a:extLst>
              <a:ext uri="{FF2B5EF4-FFF2-40B4-BE49-F238E27FC236}">
                <a16:creationId xmlns:a16="http://schemas.microsoft.com/office/drawing/2014/main" id="{243BC232-6E01-51D3-D7E5-646393F0D457}"/>
              </a:ext>
            </a:extLst>
          </p:cNvPr>
          <p:cNvSpPr txBox="1"/>
          <p:nvPr/>
        </p:nvSpPr>
        <p:spPr>
          <a:xfrm>
            <a:off x="8170055" y="1447218"/>
            <a:ext cx="36509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S10</a:t>
            </a:r>
          </a:p>
        </p:txBody>
      </p:sp>
      <p:sp>
        <p:nvSpPr>
          <p:cNvPr id="1133" name="ZoneTexte 1132">
            <a:extLst>
              <a:ext uri="{FF2B5EF4-FFF2-40B4-BE49-F238E27FC236}">
                <a16:creationId xmlns:a16="http://schemas.microsoft.com/office/drawing/2014/main" id="{83FDFAF9-BFAD-039E-FB32-16593E0B6DF9}"/>
              </a:ext>
            </a:extLst>
          </p:cNvPr>
          <p:cNvSpPr txBox="1"/>
          <p:nvPr/>
        </p:nvSpPr>
        <p:spPr>
          <a:xfrm>
            <a:off x="8152985" y="2721058"/>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S8</a:t>
            </a:r>
          </a:p>
        </p:txBody>
      </p:sp>
      <p:sp>
        <p:nvSpPr>
          <p:cNvPr id="1134" name="ZoneTexte 1133">
            <a:extLst>
              <a:ext uri="{FF2B5EF4-FFF2-40B4-BE49-F238E27FC236}">
                <a16:creationId xmlns:a16="http://schemas.microsoft.com/office/drawing/2014/main" id="{8DF73215-DC25-B507-558C-E28843ADFB86}"/>
              </a:ext>
            </a:extLst>
          </p:cNvPr>
          <p:cNvSpPr txBox="1"/>
          <p:nvPr/>
        </p:nvSpPr>
        <p:spPr>
          <a:xfrm>
            <a:off x="9525496" y="2740279"/>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S9</a:t>
            </a:r>
          </a:p>
        </p:txBody>
      </p:sp>
      <p:sp>
        <p:nvSpPr>
          <p:cNvPr id="1135" name="ZoneTexte 1134">
            <a:extLst>
              <a:ext uri="{FF2B5EF4-FFF2-40B4-BE49-F238E27FC236}">
                <a16:creationId xmlns:a16="http://schemas.microsoft.com/office/drawing/2014/main" id="{30BBCC37-462D-C0B1-15E2-661216EC5B29}"/>
              </a:ext>
            </a:extLst>
          </p:cNvPr>
          <p:cNvSpPr txBox="1"/>
          <p:nvPr/>
        </p:nvSpPr>
        <p:spPr>
          <a:xfrm>
            <a:off x="9556763" y="1447218"/>
            <a:ext cx="36509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S11</a:t>
            </a:r>
          </a:p>
        </p:txBody>
      </p:sp>
      <p:sp>
        <p:nvSpPr>
          <p:cNvPr id="1136" name="ZoneTexte 1135">
            <a:extLst>
              <a:ext uri="{FF2B5EF4-FFF2-40B4-BE49-F238E27FC236}">
                <a16:creationId xmlns:a16="http://schemas.microsoft.com/office/drawing/2014/main" id="{2071547C-99BE-EF42-AB80-9258F97C5DC6}"/>
              </a:ext>
            </a:extLst>
          </p:cNvPr>
          <p:cNvSpPr txBox="1"/>
          <p:nvPr/>
        </p:nvSpPr>
        <p:spPr>
          <a:xfrm>
            <a:off x="7370373" y="520151"/>
            <a:ext cx="36509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S12</a:t>
            </a:r>
          </a:p>
        </p:txBody>
      </p:sp>
    </p:spTree>
    <p:extLst>
      <p:ext uri="{BB962C8B-B14F-4D97-AF65-F5344CB8AC3E}">
        <p14:creationId xmlns:p14="http://schemas.microsoft.com/office/powerpoint/2010/main" val="890399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7" name="Image 1116">
            <a:extLst>
              <a:ext uri="{FF2B5EF4-FFF2-40B4-BE49-F238E27FC236}">
                <a16:creationId xmlns:a16="http://schemas.microsoft.com/office/drawing/2014/main" id="{A0230DAE-C0E5-4B47-39D0-E4527A97D3D6}"/>
              </a:ext>
            </a:extLst>
          </p:cNvPr>
          <p:cNvPicPr>
            <a:picLocks noChangeAspect="1"/>
          </p:cNvPicPr>
          <p:nvPr/>
        </p:nvPicPr>
        <p:blipFill rotWithShape="1">
          <a:blip r:embed="rId3"/>
          <a:srcRect l="20141" r="21734" b="16138"/>
          <a:stretch/>
        </p:blipFill>
        <p:spPr>
          <a:xfrm>
            <a:off x="9216523" y="2559039"/>
            <a:ext cx="397390" cy="573347"/>
          </a:xfrm>
          <a:prstGeom prst="rect">
            <a:avLst/>
          </a:prstGeom>
        </p:spPr>
      </p:pic>
      <p:pic>
        <p:nvPicPr>
          <p:cNvPr id="1051" name="Image 1050">
            <a:extLst>
              <a:ext uri="{FF2B5EF4-FFF2-40B4-BE49-F238E27FC236}">
                <a16:creationId xmlns:a16="http://schemas.microsoft.com/office/drawing/2014/main" id="{21C8BF2D-D5A5-A924-A421-72EFB245F03F}"/>
              </a:ext>
            </a:extLst>
          </p:cNvPr>
          <p:cNvPicPr>
            <a:picLocks noChangeAspect="1"/>
          </p:cNvPicPr>
          <p:nvPr/>
        </p:nvPicPr>
        <p:blipFill rotWithShape="1">
          <a:blip r:embed="rId3"/>
          <a:srcRect l="20141" r="21734" b="16138"/>
          <a:stretch/>
        </p:blipFill>
        <p:spPr>
          <a:xfrm rot="10800000">
            <a:off x="3843533" y="4691462"/>
            <a:ext cx="397390" cy="573347"/>
          </a:xfrm>
          <a:prstGeom prst="rect">
            <a:avLst/>
          </a:prstGeom>
        </p:spPr>
      </p:pic>
      <p:pic>
        <p:nvPicPr>
          <p:cNvPr id="1052" name="Image 1051">
            <a:extLst>
              <a:ext uri="{FF2B5EF4-FFF2-40B4-BE49-F238E27FC236}">
                <a16:creationId xmlns:a16="http://schemas.microsoft.com/office/drawing/2014/main" id="{EA1D5A90-87BF-1E12-AA95-4E9B71F1B1AD}"/>
              </a:ext>
            </a:extLst>
          </p:cNvPr>
          <p:cNvPicPr>
            <a:picLocks noChangeAspect="1"/>
          </p:cNvPicPr>
          <p:nvPr/>
        </p:nvPicPr>
        <p:blipFill rotWithShape="1">
          <a:blip r:embed="rId3"/>
          <a:srcRect l="20141" r="21734" b="16138"/>
          <a:stretch/>
        </p:blipFill>
        <p:spPr>
          <a:xfrm>
            <a:off x="3078615" y="1301715"/>
            <a:ext cx="397390" cy="573347"/>
          </a:xfrm>
          <a:prstGeom prst="rect">
            <a:avLst/>
          </a:prstGeom>
        </p:spPr>
      </p:pic>
      <p:pic>
        <p:nvPicPr>
          <p:cNvPr id="1053" name="Image 1052">
            <a:extLst>
              <a:ext uri="{FF2B5EF4-FFF2-40B4-BE49-F238E27FC236}">
                <a16:creationId xmlns:a16="http://schemas.microsoft.com/office/drawing/2014/main" id="{95711108-C513-5E1C-49FC-7107CCEA828C}"/>
              </a:ext>
            </a:extLst>
          </p:cNvPr>
          <p:cNvPicPr>
            <a:picLocks noChangeAspect="1"/>
          </p:cNvPicPr>
          <p:nvPr/>
        </p:nvPicPr>
        <p:blipFill rotWithShape="1">
          <a:blip r:embed="rId3"/>
          <a:srcRect l="20141" r="21734" b="16138"/>
          <a:stretch/>
        </p:blipFill>
        <p:spPr>
          <a:xfrm rot="10800000">
            <a:off x="1007904" y="5507947"/>
            <a:ext cx="397390" cy="573347"/>
          </a:xfrm>
          <a:prstGeom prst="rect">
            <a:avLst/>
          </a:prstGeom>
        </p:spPr>
      </p:pic>
      <p:pic>
        <p:nvPicPr>
          <p:cNvPr id="1056" name="Image 1055">
            <a:extLst>
              <a:ext uri="{FF2B5EF4-FFF2-40B4-BE49-F238E27FC236}">
                <a16:creationId xmlns:a16="http://schemas.microsoft.com/office/drawing/2014/main" id="{4A6EF7CC-8A47-7641-98B8-3E5C34000034}"/>
              </a:ext>
            </a:extLst>
          </p:cNvPr>
          <p:cNvPicPr>
            <a:picLocks noChangeAspect="1"/>
          </p:cNvPicPr>
          <p:nvPr/>
        </p:nvPicPr>
        <p:blipFill rotWithShape="1">
          <a:blip r:embed="rId3"/>
          <a:srcRect l="20141" r="21734" b="16138"/>
          <a:stretch/>
        </p:blipFill>
        <p:spPr>
          <a:xfrm>
            <a:off x="4950014" y="1301715"/>
            <a:ext cx="397390" cy="573347"/>
          </a:xfrm>
          <a:prstGeom prst="rect">
            <a:avLst/>
          </a:prstGeom>
        </p:spPr>
      </p:pic>
      <p:pic>
        <p:nvPicPr>
          <p:cNvPr id="1057" name="Image 1056">
            <a:extLst>
              <a:ext uri="{FF2B5EF4-FFF2-40B4-BE49-F238E27FC236}">
                <a16:creationId xmlns:a16="http://schemas.microsoft.com/office/drawing/2014/main" id="{D53874A1-8563-3A0F-F46E-55D9CFA57BDC}"/>
              </a:ext>
            </a:extLst>
          </p:cNvPr>
          <p:cNvPicPr>
            <a:picLocks noChangeAspect="1"/>
          </p:cNvPicPr>
          <p:nvPr/>
        </p:nvPicPr>
        <p:blipFill rotWithShape="1">
          <a:blip r:embed="rId3"/>
          <a:srcRect l="20141" r="21734" b="16138"/>
          <a:stretch/>
        </p:blipFill>
        <p:spPr>
          <a:xfrm>
            <a:off x="6371429" y="1301715"/>
            <a:ext cx="397390" cy="573347"/>
          </a:xfrm>
          <a:prstGeom prst="rect">
            <a:avLst/>
          </a:prstGeom>
        </p:spPr>
      </p:pic>
      <p:pic>
        <p:nvPicPr>
          <p:cNvPr id="1116" name="Image 1115">
            <a:extLst>
              <a:ext uri="{FF2B5EF4-FFF2-40B4-BE49-F238E27FC236}">
                <a16:creationId xmlns:a16="http://schemas.microsoft.com/office/drawing/2014/main" id="{C8D99735-00AF-18CA-83A0-34685792739B}"/>
              </a:ext>
            </a:extLst>
          </p:cNvPr>
          <p:cNvPicPr>
            <a:picLocks noChangeAspect="1"/>
          </p:cNvPicPr>
          <p:nvPr/>
        </p:nvPicPr>
        <p:blipFill rotWithShape="1">
          <a:blip r:embed="rId3"/>
          <a:srcRect l="20141" r="21734" b="16138"/>
          <a:stretch/>
        </p:blipFill>
        <p:spPr>
          <a:xfrm>
            <a:off x="7809947" y="2559039"/>
            <a:ext cx="397390" cy="573347"/>
          </a:xfrm>
          <a:prstGeom prst="rect">
            <a:avLst/>
          </a:prstGeom>
        </p:spPr>
      </p:pic>
      <p:pic>
        <p:nvPicPr>
          <p:cNvPr id="1103" name="Image 1102">
            <a:extLst>
              <a:ext uri="{FF2B5EF4-FFF2-40B4-BE49-F238E27FC236}">
                <a16:creationId xmlns:a16="http://schemas.microsoft.com/office/drawing/2014/main" id="{CC7C8692-D5EE-8ADA-07F7-CCA0123F0693}"/>
              </a:ext>
            </a:extLst>
          </p:cNvPr>
          <p:cNvPicPr>
            <a:picLocks noChangeAspect="1"/>
          </p:cNvPicPr>
          <p:nvPr/>
        </p:nvPicPr>
        <p:blipFill rotWithShape="1">
          <a:blip r:embed="rId3">
            <a:duotone>
              <a:schemeClr val="accent3">
                <a:shade val="45000"/>
                <a:satMod val="135000"/>
              </a:schemeClr>
              <a:prstClr val="white"/>
            </a:duotone>
          </a:blip>
          <a:srcRect l="20141" r="21734" b="16138"/>
          <a:stretch/>
        </p:blipFill>
        <p:spPr>
          <a:xfrm>
            <a:off x="9216523" y="2559039"/>
            <a:ext cx="397390" cy="573347"/>
          </a:xfrm>
          <a:prstGeom prst="rect">
            <a:avLst/>
          </a:prstGeom>
        </p:spPr>
      </p:pic>
      <p:pic>
        <p:nvPicPr>
          <p:cNvPr id="1101" name="Image 1100">
            <a:extLst>
              <a:ext uri="{FF2B5EF4-FFF2-40B4-BE49-F238E27FC236}">
                <a16:creationId xmlns:a16="http://schemas.microsoft.com/office/drawing/2014/main" id="{729E2629-F3B2-D2DF-4240-D8B039C1F7F7}"/>
              </a:ext>
            </a:extLst>
          </p:cNvPr>
          <p:cNvPicPr>
            <a:picLocks noChangeAspect="1"/>
          </p:cNvPicPr>
          <p:nvPr/>
        </p:nvPicPr>
        <p:blipFill rotWithShape="1">
          <a:blip r:embed="rId3">
            <a:duotone>
              <a:schemeClr val="accent3">
                <a:shade val="45000"/>
                <a:satMod val="135000"/>
              </a:schemeClr>
              <a:prstClr val="white"/>
            </a:duotone>
          </a:blip>
          <a:srcRect l="20141" r="21734" b="16138"/>
          <a:stretch/>
        </p:blipFill>
        <p:spPr>
          <a:xfrm>
            <a:off x="6371429" y="1301715"/>
            <a:ext cx="397390" cy="573347"/>
          </a:xfrm>
          <a:prstGeom prst="rect">
            <a:avLst/>
          </a:prstGeom>
        </p:spPr>
      </p:pic>
      <p:pic>
        <p:nvPicPr>
          <p:cNvPr id="1102" name="Image 1101">
            <a:extLst>
              <a:ext uri="{FF2B5EF4-FFF2-40B4-BE49-F238E27FC236}">
                <a16:creationId xmlns:a16="http://schemas.microsoft.com/office/drawing/2014/main" id="{DCD84242-2DDD-B364-8500-0E1C84141A0B}"/>
              </a:ext>
            </a:extLst>
          </p:cNvPr>
          <p:cNvPicPr>
            <a:picLocks noChangeAspect="1"/>
          </p:cNvPicPr>
          <p:nvPr/>
        </p:nvPicPr>
        <p:blipFill rotWithShape="1">
          <a:blip r:embed="rId3">
            <a:duotone>
              <a:schemeClr val="accent3">
                <a:shade val="45000"/>
                <a:satMod val="135000"/>
              </a:schemeClr>
              <a:prstClr val="white"/>
            </a:duotone>
          </a:blip>
          <a:srcRect l="20141" r="21734" b="16138"/>
          <a:stretch/>
        </p:blipFill>
        <p:spPr>
          <a:xfrm>
            <a:off x="7809947" y="2559039"/>
            <a:ext cx="397390" cy="573347"/>
          </a:xfrm>
          <a:prstGeom prst="rect">
            <a:avLst/>
          </a:prstGeom>
        </p:spPr>
      </p:pic>
      <p:pic>
        <p:nvPicPr>
          <p:cNvPr id="1105" name="Image 1104">
            <a:extLst>
              <a:ext uri="{FF2B5EF4-FFF2-40B4-BE49-F238E27FC236}">
                <a16:creationId xmlns:a16="http://schemas.microsoft.com/office/drawing/2014/main" id="{83F8F8EE-FC40-6433-F2D7-C155840BA5E9}"/>
              </a:ext>
            </a:extLst>
          </p:cNvPr>
          <p:cNvPicPr>
            <a:picLocks noChangeAspect="1"/>
          </p:cNvPicPr>
          <p:nvPr/>
        </p:nvPicPr>
        <p:blipFill rotWithShape="1">
          <a:blip r:embed="rId3">
            <a:duotone>
              <a:schemeClr val="accent3">
                <a:shade val="45000"/>
                <a:satMod val="135000"/>
              </a:schemeClr>
              <a:prstClr val="white"/>
            </a:duotone>
          </a:blip>
          <a:srcRect l="20141" r="21734" b="16138"/>
          <a:stretch/>
        </p:blipFill>
        <p:spPr>
          <a:xfrm rot="10800000">
            <a:off x="3843533" y="4691462"/>
            <a:ext cx="397390" cy="573347"/>
          </a:xfrm>
          <a:prstGeom prst="rect">
            <a:avLst/>
          </a:prstGeom>
        </p:spPr>
      </p:pic>
      <p:pic>
        <p:nvPicPr>
          <p:cNvPr id="1100" name="Image 1099">
            <a:extLst>
              <a:ext uri="{FF2B5EF4-FFF2-40B4-BE49-F238E27FC236}">
                <a16:creationId xmlns:a16="http://schemas.microsoft.com/office/drawing/2014/main" id="{C61BC60B-4006-6977-11A0-823282C00EC1}"/>
              </a:ext>
            </a:extLst>
          </p:cNvPr>
          <p:cNvPicPr>
            <a:picLocks noChangeAspect="1"/>
          </p:cNvPicPr>
          <p:nvPr/>
        </p:nvPicPr>
        <p:blipFill rotWithShape="1">
          <a:blip r:embed="rId3">
            <a:duotone>
              <a:schemeClr val="accent3">
                <a:shade val="45000"/>
                <a:satMod val="135000"/>
              </a:schemeClr>
              <a:prstClr val="white"/>
            </a:duotone>
          </a:blip>
          <a:srcRect l="20141" r="21734" b="16138"/>
          <a:stretch/>
        </p:blipFill>
        <p:spPr>
          <a:xfrm>
            <a:off x="4950014" y="1301715"/>
            <a:ext cx="397390" cy="573347"/>
          </a:xfrm>
          <a:prstGeom prst="rect">
            <a:avLst/>
          </a:prstGeom>
        </p:spPr>
      </p:pic>
      <p:pic>
        <p:nvPicPr>
          <p:cNvPr id="1098" name="Image 1097">
            <a:extLst>
              <a:ext uri="{FF2B5EF4-FFF2-40B4-BE49-F238E27FC236}">
                <a16:creationId xmlns:a16="http://schemas.microsoft.com/office/drawing/2014/main" id="{06224C1F-6211-0B5F-A1DE-CDAF2A1AA5D0}"/>
              </a:ext>
            </a:extLst>
          </p:cNvPr>
          <p:cNvPicPr>
            <a:picLocks noChangeAspect="1"/>
          </p:cNvPicPr>
          <p:nvPr/>
        </p:nvPicPr>
        <p:blipFill rotWithShape="1">
          <a:blip r:embed="rId3">
            <a:duotone>
              <a:schemeClr val="accent3">
                <a:shade val="45000"/>
                <a:satMod val="135000"/>
              </a:schemeClr>
              <a:prstClr val="white"/>
            </a:duotone>
          </a:blip>
          <a:srcRect l="20141" r="21734" b="16138"/>
          <a:stretch/>
        </p:blipFill>
        <p:spPr>
          <a:xfrm>
            <a:off x="3078615" y="1301715"/>
            <a:ext cx="397390" cy="573347"/>
          </a:xfrm>
          <a:prstGeom prst="rect">
            <a:avLst/>
          </a:prstGeom>
        </p:spPr>
      </p:pic>
      <p:pic>
        <p:nvPicPr>
          <p:cNvPr id="1104" name="Image 1103">
            <a:extLst>
              <a:ext uri="{FF2B5EF4-FFF2-40B4-BE49-F238E27FC236}">
                <a16:creationId xmlns:a16="http://schemas.microsoft.com/office/drawing/2014/main" id="{108A4E66-05B1-9CAE-9729-463B9FB915E1}"/>
              </a:ext>
            </a:extLst>
          </p:cNvPr>
          <p:cNvPicPr>
            <a:picLocks noChangeAspect="1"/>
          </p:cNvPicPr>
          <p:nvPr/>
        </p:nvPicPr>
        <p:blipFill rotWithShape="1">
          <a:blip r:embed="rId3">
            <a:duotone>
              <a:schemeClr val="accent3">
                <a:shade val="45000"/>
                <a:satMod val="135000"/>
              </a:schemeClr>
              <a:prstClr val="white"/>
            </a:duotone>
          </a:blip>
          <a:srcRect l="20141" r="21734" b="16138"/>
          <a:stretch/>
        </p:blipFill>
        <p:spPr>
          <a:xfrm rot="10800000">
            <a:off x="1007904" y="5507947"/>
            <a:ext cx="397390" cy="573347"/>
          </a:xfrm>
          <a:prstGeom prst="rect">
            <a:avLst/>
          </a:prstGeom>
        </p:spPr>
      </p:pic>
      <p:graphicFrame>
        <p:nvGraphicFramePr>
          <p:cNvPr id="1095" name="Tableau 5">
            <a:extLst>
              <a:ext uri="{FF2B5EF4-FFF2-40B4-BE49-F238E27FC236}">
                <a16:creationId xmlns:a16="http://schemas.microsoft.com/office/drawing/2014/main" id="{A98C56F7-E42C-600F-D42C-131E3EB15E29}"/>
              </a:ext>
            </a:extLst>
          </p:cNvPr>
          <p:cNvGraphicFramePr>
            <a:graphicFrameLocks noGrp="1"/>
          </p:cNvGraphicFramePr>
          <p:nvPr/>
        </p:nvGraphicFramePr>
        <p:xfrm>
          <a:off x="3486955" y="5756173"/>
          <a:ext cx="8128003" cy="741680"/>
        </p:xfrm>
        <a:graphic>
          <a:graphicData uri="http://schemas.openxmlformats.org/drawingml/2006/table">
            <a:tbl>
              <a:tblPr firstRow="1" bandRow="1">
                <a:tableStyleId>{5C22544A-7EE6-4342-B048-85BDC9FD1C3A}</a:tableStyleId>
              </a:tblPr>
              <a:tblGrid>
                <a:gridCol w="625231">
                  <a:extLst>
                    <a:ext uri="{9D8B030D-6E8A-4147-A177-3AD203B41FA5}">
                      <a16:colId xmlns:a16="http://schemas.microsoft.com/office/drawing/2014/main" val="3074520889"/>
                    </a:ext>
                  </a:extLst>
                </a:gridCol>
                <a:gridCol w="625231">
                  <a:extLst>
                    <a:ext uri="{9D8B030D-6E8A-4147-A177-3AD203B41FA5}">
                      <a16:colId xmlns:a16="http://schemas.microsoft.com/office/drawing/2014/main" val="1977502800"/>
                    </a:ext>
                  </a:extLst>
                </a:gridCol>
                <a:gridCol w="625231">
                  <a:extLst>
                    <a:ext uri="{9D8B030D-6E8A-4147-A177-3AD203B41FA5}">
                      <a16:colId xmlns:a16="http://schemas.microsoft.com/office/drawing/2014/main" val="2250631236"/>
                    </a:ext>
                  </a:extLst>
                </a:gridCol>
                <a:gridCol w="625231">
                  <a:extLst>
                    <a:ext uri="{9D8B030D-6E8A-4147-A177-3AD203B41FA5}">
                      <a16:colId xmlns:a16="http://schemas.microsoft.com/office/drawing/2014/main" val="1976034832"/>
                    </a:ext>
                  </a:extLst>
                </a:gridCol>
                <a:gridCol w="625231">
                  <a:extLst>
                    <a:ext uri="{9D8B030D-6E8A-4147-A177-3AD203B41FA5}">
                      <a16:colId xmlns:a16="http://schemas.microsoft.com/office/drawing/2014/main" val="3785069717"/>
                    </a:ext>
                  </a:extLst>
                </a:gridCol>
                <a:gridCol w="656370">
                  <a:extLst>
                    <a:ext uri="{9D8B030D-6E8A-4147-A177-3AD203B41FA5}">
                      <a16:colId xmlns:a16="http://schemas.microsoft.com/office/drawing/2014/main" val="3136472409"/>
                    </a:ext>
                  </a:extLst>
                </a:gridCol>
                <a:gridCol w="594092">
                  <a:extLst>
                    <a:ext uri="{9D8B030D-6E8A-4147-A177-3AD203B41FA5}">
                      <a16:colId xmlns:a16="http://schemas.microsoft.com/office/drawing/2014/main" val="4041003530"/>
                    </a:ext>
                  </a:extLst>
                </a:gridCol>
                <a:gridCol w="625231">
                  <a:extLst>
                    <a:ext uri="{9D8B030D-6E8A-4147-A177-3AD203B41FA5}">
                      <a16:colId xmlns:a16="http://schemas.microsoft.com/office/drawing/2014/main" val="601941723"/>
                    </a:ext>
                  </a:extLst>
                </a:gridCol>
                <a:gridCol w="625231">
                  <a:extLst>
                    <a:ext uri="{9D8B030D-6E8A-4147-A177-3AD203B41FA5}">
                      <a16:colId xmlns:a16="http://schemas.microsoft.com/office/drawing/2014/main" val="2569856903"/>
                    </a:ext>
                  </a:extLst>
                </a:gridCol>
                <a:gridCol w="625231">
                  <a:extLst>
                    <a:ext uri="{9D8B030D-6E8A-4147-A177-3AD203B41FA5}">
                      <a16:colId xmlns:a16="http://schemas.microsoft.com/office/drawing/2014/main" val="2056896560"/>
                    </a:ext>
                  </a:extLst>
                </a:gridCol>
                <a:gridCol w="625231">
                  <a:extLst>
                    <a:ext uri="{9D8B030D-6E8A-4147-A177-3AD203B41FA5}">
                      <a16:colId xmlns:a16="http://schemas.microsoft.com/office/drawing/2014/main" val="1398429220"/>
                    </a:ext>
                  </a:extLst>
                </a:gridCol>
                <a:gridCol w="625231">
                  <a:extLst>
                    <a:ext uri="{9D8B030D-6E8A-4147-A177-3AD203B41FA5}">
                      <a16:colId xmlns:a16="http://schemas.microsoft.com/office/drawing/2014/main" val="1491505093"/>
                    </a:ext>
                  </a:extLst>
                </a:gridCol>
                <a:gridCol w="625231">
                  <a:extLst>
                    <a:ext uri="{9D8B030D-6E8A-4147-A177-3AD203B41FA5}">
                      <a16:colId xmlns:a16="http://schemas.microsoft.com/office/drawing/2014/main" val="734180611"/>
                    </a:ext>
                  </a:extLst>
                </a:gridCol>
              </a:tblGrid>
              <a:tr h="370840">
                <a:tc>
                  <a:txBody>
                    <a:bodyPr/>
                    <a:lstStyle/>
                    <a:p>
                      <a:pPr algn="ctr"/>
                      <a:r>
                        <a:rPr lang="fr-FR" dirty="0"/>
                        <a:t>S1</a:t>
                      </a:r>
                    </a:p>
                  </a:txBody>
                  <a:tcPr/>
                </a:tc>
                <a:tc>
                  <a:txBody>
                    <a:bodyPr/>
                    <a:lstStyle/>
                    <a:p>
                      <a:pPr algn="ctr"/>
                      <a:r>
                        <a:rPr lang="fr-FR" dirty="0"/>
                        <a:t>S4</a:t>
                      </a:r>
                    </a:p>
                  </a:txBody>
                  <a:tcPr/>
                </a:tc>
                <a:tc>
                  <a:txBody>
                    <a:bodyPr/>
                    <a:lstStyle/>
                    <a:p>
                      <a:pPr algn="ctr"/>
                      <a:r>
                        <a:rPr lang="fr-FR" dirty="0"/>
                        <a:t>S5</a:t>
                      </a:r>
                    </a:p>
                  </a:txBody>
                  <a:tcPr/>
                </a:tc>
                <a:tc>
                  <a:txBody>
                    <a:bodyPr/>
                    <a:lstStyle/>
                    <a:p>
                      <a:pPr algn="ctr"/>
                      <a:r>
                        <a:rPr lang="fr-FR" dirty="0"/>
                        <a:t>S6</a:t>
                      </a:r>
                    </a:p>
                  </a:txBody>
                  <a:tcPr/>
                </a:tc>
                <a:tc>
                  <a:txBody>
                    <a:bodyPr/>
                    <a:lstStyle/>
                    <a:p>
                      <a:pPr algn="ctr"/>
                      <a:r>
                        <a:rPr lang="fr-FR" dirty="0"/>
                        <a:t>S7</a:t>
                      </a:r>
                    </a:p>
                  </a:txBody>
                  <a:tcPr/>
                </a:tc>
                <a:tc>
                  <a:txBody>
                    <a:bodyPr/>
                    <a:lstStyle/>
                    <a:p>
                      <a:pPr algn="ctr"/>
                      <a:r>
                        <a:rPr lang="fr-FR" dirty="0"/>
                        <a:t>S8</a:t>
                      </a:r>
                    </a:p>
                  </a:txBody>
                  <a:tcPr/>
                </a:tc>
                <a:tc>
                  <a:txBody>
                    <a:bodyPr/>
                    <a:lstStyle/>
                    <a:p>
                      <a:pPr algn="ctr"/>
                      <a:r>
                        <a:rPr lang="fr-FR" dirty="0"/>
                        <a:t>S9</a:t>
                      </a:r>
                    </a:p>
                  </a:txBody>
                  <a:tcPr/>
                </a:tc>
                <a:tc>
                  <a:txBody>
                    <a:bodyPr/>
                    <a:lstStyle/>
                    <a:p>
                      <a:pPr algn="ctr"/>
                      <a:r>
                        <a:rPr lang="fr-FR" dirty="0"/>
                        <a:t>S8</a:t>
                      </a:r>
                    </a:p>
                  </a:txBody>
                  <a:tcPr/>
                </a:tc>
                <a:tc>
                  <a:txBody>
                    <a:bodyPr/>
                    <a:lstStyle/>
                    <a:p>
                      <a:pPr algn="ctr"/>
                      <a:r>
                        <a:rPr lang="fr-FR" dirty="0"/>
                        <a:t>S7</a:t>
                      </a:r>
                    </a:p>
                  </a:txBody>
                  <a:tcPr/>
                </a:tc>
                <a:tc>
                  <a:txBody>
                    <a:bodyPr/>
                    <a:lstStyle/>
                    <a:p>
                      <a:pPr algn="ctr"/>
                      <a:r>
                        <a:rPr lang="fr-FR" dirty="0"/>
                        <a:t>S6</a:t>
                      </a:r>
                    </a:p>
                  </a:txBody>
                  <a:tcPr/>
                </a:tc>
                <a:tc>
                  <a:txBody>
                    <a:bodyPr/>
                    <a:lstStyle/>
                    <a:p>
                      <a:pPr algn="ctr"/>
                      <a:r>
                        <a:rPr lang="fr-FR" dirty="0"/>
                        <a:t>S5</a:t>
                      </a:r>
                    </a:p>
                  </a:txBody>
                  <a:tcPr/>
                </a:tc>
                <a:tc>
                  <a:txBody>
                    <a:bodyPr/>
                    <a:lstStyle/>
                    <a:p>
                      <a:pPr algn="ctr"/>
                      <a:r>
                        <a:rPr lang="fr-FR" dirty="0"/>
                        <a:t>S4</a:t>
                      </a:r>
                    </a:p>
                  </a:txBody>
                  <a:tcPr/>
                </a:tc>
                <a:tc>
                  <a:txBody>
                    <a:bodyPr/>
                    <a:lstStyle/>
                    <a:p>
                      <a:pPr algn="ctr"/>
                      <a:r>
                        <a:rPr lang="fr-FR" dirty="0"/>
                        <a:t>S1</a:t>
                      </a:r>
                    </a:p>
                  </a:txBody>
                  <a:tcPr/>
                </a:tc>
                <a:extLst>
                  <a:ext uri="{0D108BD9-81ED-4DB2-BD59-A6C34878D82A}">
                    <a16:rowId xmlns:a16="http://schemas.microsoft.com/office/drawing/2014/main" val="873312705"/>
                  </a:ext>
                </a:extLst>
              </a:tr>
              <a:tr h="370840">
                <a:tc>
                  <a:txBody>
                    <a:bodyPr/>
                    <a:lstStyle/>
                    <a:p>
                      <a:pPr algn="ctr"/>
                      <a:endParaRPr lang="fr-FR" dirty="0"/>
                    </a:p>
                  </a:txBody>
                  <a:tcPr/>
                </a:tc>
                <a:tc>
                  <a:txBody>
                    <a:bodyPr/>
                    <a:lstStyle/>
                    <a:p>
                      <a:pPr algn="ctr"/>
                      <a:endParaRPr lang="fr-FR"/>
                    </a:p>
                  </a:txBody>
                  <a:tcPr/>
                </a:tc>
                <a:tc>
                  <a:txBody>
                    <a:bodyPr/>
                    <a:lstStyle/>
                    <a:p>
                      <a:pPr algn="ctr"/>
                      <a:endParaRPr lang="fr-FR"/>
                    </a:p>
                  </a:txBody>
                  <a:tcPr/>
                </a:tc>
                <a:tc>
                  <a:txBody>
                    <a:bodyPr/>
                    <a:lstStyle/>
                    <a:p>
                      <a:pPr algn="ctr"/>
                      <a:endParaRPr lang="fr-FR" dirty="0"/>
                    </a:p>
                  </a:txBody>
                  <a:tcPr/>
                </a:tc>
                <a:tc>
                  <a:txBody>
                    <a:bodyPr/>
                    <a:lstStyle/>
                    <a:p>
                      <a:pPr algn="ctr"/>
                      <a:endParaRPr lang="fr-FR"/>
                    </a:p>
                  </a:txBody>
                  <a:tcPr/>
                </a:tc>
                <a:tc>
                  <a:txBody>
                    <a:bodyPr/>
                    <a:lstStyle/>
                    <a:p>
                      <a:pPr algn="ctr"/>
                      <a:endParaRPr lang="fr-FR"/>
                    </a:p>
                  </a:txBody>
                  <a:tcPr/>
                </a:tc>
                <a:tc>
                  <a:txBody>
                    <a:bodyPr/>
                    <a:lstStyle/>
                    <a:p>
                      <a:pPr algn="ctr"/>
                      <a:endParaRPr lang="fr-FR" dirty="0"/>
                    </a:p>
                  </a:txBody>
                  <a:tcPr/>
                </a:tc>
                <a:tc>
                  <a:txBody>
                    <a:bodyPr/>
                    <a:lstStyle/>
                    <a:p>
                      <a:pPr algn="ctr"/>
                      <a:endParaRPr lang="fr-FR" dirty="0"/>
                    </a:p>
                  </a:txBody>
                  <a:tcPr/>
                </a:tc>
                <a:tc>
                  <a:txBody>
                    <a:bodyPr/>
                    <a:lstStyle/>
                    <a:p>
                      <a:pPr algn="ctr"/>
                      <a:endParaRPr lang="fr-FR" dirty="0"/>
                    </a:p>
                  </a:txBody>
                  <a:tcPr/>
                </a:tc>
                <a:tc>
                  <a:txBody>
                    <a:bodyPr/>
                    <a:lstStyle/>
                    <a:p>
                      <a:pPr algn="ctr"/>
                      <a:endParaRPr lang="fr-FR" dirty="0"/>
                    </a:p>
                  </a:txBody>
                  <a:tcPr/>
                </a:tc>
                <a:tc>
                  <a:txBody>
                    <a:bodyPr/>
                    <a:lstStyle/>
                    <a:p>
                      <a:pPr algn="ctr"/>
                      <a:endParaRPr lang="fr-FR" dirty="0"/>
                    </a:p>
                  </a:txBody>
                  <a:tcPr/>
                </a:tc>
                <a:tc>
                  <a:txBody>
                    <a:bodyPr/>
                    <a:lstStyle/>
                    <a:p>
                      <a:pPr algn="ctr"/>
                      <a:endParaRPr lang="fr-FR" dirty="0"/>
                    </a:p>
                  </a:txBody>
                  <a:tcPr/>
                </a:tc>
                <a:tc>
                  <a:txBody>
                    <a:bodyPr/>
                    <a:lstStyle/>
                    <a:p>
                      <a:pPr algn="ctr"/>
                      <a:endParaRPr lang="fr-FR" dirty="0"/>
                    </a:p>
                  </a:txBody>
                  <a:tcPr/>
                </a:tc>
                <a:extLst>
                  <a:ext uri="{0D108BD9-81ED-4DB2-BD59-A6C34878D82A}">
                    <a16:rowId xmlns:a16="http://schemas.microsoft.com/office/drawing/2014/main" val="2931787522"/>
                  </a:ext>
                </a:extLst>
              </a:tr>
            </a:tbl>
          </a:graphicData>
        </a:graphic>
      </p:graphicFrame>
      <p:sp>
        <p:nvSpPr>
          <p:cNvPr id="8" name="AutoShape 3">
            <a:extLst>
              <a:ext uri="{FF2B5EF4-FFF2-40B4-BE49-F238E27FC236}">
                <a16:creationId xmlns:a16="http://schemas.microsoft.com/office/drawing/2014/main" id="{FFAA71C9-95C7-5B44-FB61-4A412038C79B}"/>
              </a:ext>
            </a:extLst>
          </p:cNvPr>
          <p:cNvSpPr>
            <a:spLocks noChangeAspect="1" noChangeArrowheads="1" noTextEdit="1"/>
          </p:cNvSpPr>
          <p:nvPr/>
        </p:nvSpPr>
        <p:spPr bwMode="auto">
          <a:xfrm>
            <a:off x="3478530" y="5725817"/>
            <a:ext cx="8164513" cy="781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Rectangle 17">
            <a:extLst>
              <a:ext uri="{FF2B5EF4-FFF2-40B4-BE49-F238E27FC236}">
                <a16:creationId xmlns:a16="http://schemas.microsoft.com/office/drawing/2014/main" id="{48B4BA62-6AF6-F22E-10EC-58F34ED74AE8}"/>
              </a:ext>
            </a:extLst>
          </p:cNvPr>
          <p:cNvSpPr>
            <a:spLocks noChangeArrowheads="1"/>
          </p:cNvSpPr>
          <p:nvPr/>
        </p:nvSpPr>
        <p:spPr bwMode="auto">
          <a:xfrm>
            <a:off x="10992168" y="-7801"/>
            <a:ext cx="623888" cy="234"/>
          </a:xfrm>
          <a:prstGeom prst="rect">
            <a:avLst/>
          </a:prstGeom>
          <a:solidFill>
            <a:srgbClr val="FF6F5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endParaRPr lang="fr-FR"/>
          </a:p>
        </p:txBody>
      </p:sp>
      <p:sp>
        <p:nvSpPr>
          <p:cNvPr id="33" name="Rectangle 18">
            <a:extLst>
              <a:ext uri="{FF2B5EF4-FFF2-40B4-BE49-F238E27FC236}">
                <a16:creationId xmlns:a16="http://schemas.microsoft.com/office/drawing/2014/main" id="{AE82BBF3-B7EC-CF29-44B2-8F9C441F25BA}"/>
              </a:ext>
            </a:extLst>
          </p:cNvPr>
          <p:cNvSpPr>
            <a:spLocks noChangeArrowheads="1"/>
          </p:cNvSpPr>
          <p:nvPr/>
        </p:nvSpPr>
        <p:spPr bwMode="auto">
          <a:xfrm>
            <a:off x="3486468" y="6121106"/>
            <a:ext cx="625475" cy="371476"/>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34" name="Rectangle 19">
            <a:extLst>
              <a:ext uri="{FF2B5EF4-FFF2-40B4-BE49-F238E27FC236}">
                <a16:creationId xmlns:a16="http://schemas.microsoft.com/office/drawing/2014/main" id="{4EDE9AB7-B9A0-20B7-BC9F-6FA9812AEA5B}"/>
              </a:ext>
            </a:extLst>
          </p:cNvPr>
          <p:cNvSpPr>
            <a:spLocks noChangeArrowheads="1"/>
          </p:cNvSpPr>
          <p:nvPr/>
        </p:nvSpPr>
        <p:spPr bwMode="auto">
          <a:xfrm>
            <a:off x="4111943" y="6121106"/>
            <a:ext cx="625475" cy="371476"/>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35" name="Rectangle 20">
            <a:extLst>
              <a:ext uri="{FF2B5EF4-FFF2-40B4-BE49-F238E27FC236}">
                <a16:creationId xmlns:a16="http://schemas.microsoft.com/office/drawing/2014/main" id="{41769EEA-198F-5FC0-A1AC-8B144D15D59E}"/>
              </a:ext>
            </a:extLst>
          </p:cNvPr>
          <p:cNvSpPr>
            <a:spLocks noChangeArrowheads="1"/>
          </p:cNvSpPr>
          <p:nvPr/>
        </p:nvSpPr>
        <p:spPr bwMode="auto">
          <a:xfrm>
            <a:off x="4737418" y="6121106"/>
            <a:ext cx="625475" cy="371476"/>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36" name="Rectangle 21">
            <a:extLst>
              <a:ext uri="{FF2B5EF4-FFF2-40B4-BE49-F238E27FC236}">
                <a16:creationId xmlns:a16="http://schemas.microsoft.com/office/drawing/2014/main" id="{3D4963B7-18E4-092E-D5A1-055EC54D996A}"/>
              </a:ext>
            </a:extLst>
          </p:cNvPr>
          <p:cNvSpPr>
            <a:spLocks noChangeArrowheads="1"/>
          </p:cNvSpPr>
          <p:nvPr/>
        </p:nvSpPr>
        <p:spPr bwMode="auto">
          <a:xfrm>
            <a:off x="5362893" y="6121106"/>
            <a:ext cx="625475" cy="371476"/>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42" name="Rectangle 22">
            <a:extLst>
              <a:ext uri="{FF2B5EF4-FFF2-40B4-BE49-F238E27FC236}">
                <a16:creationId xmlns:a16="http://schemas.microsoft.com/office/drawing/2014/main" id="{182C62A7-4E2F-A7BB-3789-83D7FCD70E1F}"/>
              </a:ext>
            </a:extLst>
          </p:cNvPr>
          <p:cNvSpPr>
            <a:spLocks noChangeArrowheads="1"/>
          </p:cNvSpPr>
          <p:nvPr/>
        </p:nvSpPr>
        <p:spPr bwMode="auto">
          <a:xfrm>
            <a:off x="5988368" y="6121106"/>
            <a:ext cx="625475" cy="371476"/>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47" name="Rectangle 23">
            <a:extLst>
              <a:ext uri="{FF2B5EF4-FFF2-40B4-BE49-F238E27FC236}">
                <a16:creationId xmlns:a16="http://schemas.microsoft.com/office/drawing/2014/main" id="{8C2B0CB4-D086-0B9C-CE7C-D1DB85B07D73}"/>
              </a:ext>
            </a:extLst>
          </p:cNvPr>
          <p:cNvSpPr>
            <a:spLocks noChangeArrowheads="1"/>
          </p:cNvSpPr>
          <p:nvPr/>
        </p:nvSpPr>
        <p:spPr bwMode="auto">
          <a:xfrm>
            <a:off x="6613843" y="6121106"/>
            <a:ext cx="655638" cy="371476"/>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50" name="Rectangle 24">
            <a:extLst>
              <a:ext uri="{FF2B5EF4-FFF2-40B4-BE49-F238E27FC236}">
                <a16:creationId xmlns:a16="http://schemas.microsoft.com/office/drawing/2014/main" id="{87C10C01-EB3F-F056-1DF8-D9F48AAED59D}"/>
              </a:ext>
            </a:extLst>
          </p:cNvPr>
          <p:cNvSpPr>
            <a:spLocks noChangeArrowheads="1"/>
          </p:cNvSpPr>
          <p:nvPr/>
        </p:nvSpPr>
        <p:spPr bwMode="auto">
          <a:xfrm>
            <a:off x="7269480" y="6121106"/>
            <a:ext cx="595313" cy="371476"/>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55" name="Rectangle 25">
            <a:extLst>
              <a:ext uri="{FF2B5EF4-FFF2-40B4-BE49-F238E27FC236}">
                <a16:creationId xmlns:a16="http://schemas.microsoft.com/office/drawing/2014/main" id="{6F393A5A-D1A4-21BA-123D-10E58ACBC2F4}"/>
              </a:ext>
            </a:extLst>
          </p:cNvPr>
          <p:cNvSpPr>
            <a:spLocks noChangeArrowheads="1"/>
          </p:cNvSpPr>
          <p:nvPr/>
        </p:nvSpPr>
        <p:spPr bwMode="auto">
          <a:xfrm>
            <a:off x="7864793" y="6121106"/>
            <a:ext cx="625475" cy="371476"/>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59" name="Rectangle 26">
            <a:extLst>
              <a:ext uri="{FF2B5EF4-FFF2-40B4-BE49-F238E27FC236}">
                <a16:creationId xmlns:a16="http://schemas.microsoft.com/office/drawing/2014/main" id="{D735B15F-E68F-5B0A-36A3-42FBFB58B423}"/>
              </a:ext>
            </a:extLst>
          </p:cNvPr>
          <p:cNvSpPr>
            <a:spLocks noChangeArrowheads="1"/>
          </p:cNvSpPr>
          <p:nvPr/>
        </p:nvSpPr>
        <p:spPr bwMode="auto">
          <a:xfrm>
            <a:off x="8490268" y="6121106"/>
            <a:ext cx="625475" cy="371476"/>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61" name="Rectangle 27">
            <a:extLst>
              <a:ext uri="{FF2B5EF4-FFF2-40B4-BE49-F238E27FC236}">
                <a16:creationId xmlns:a16="http://schemas.microsoft.com/office/drawing/2014/main" id="{B3BD9FF3-6F1C-1B8C-9F8C-3D7B47679CC4}"/>
              </a:ext>
            </a:extLst>
          </p:cNvPr>
          <p:cNvSpPr>
            <a:spLocks noChangeArrowheads="1"/>
          </p:cNvSpPr>
          <p:nvPr/>
        </p:nvSpPr>
        <p:spPr bwMode="auto">
          <a:xfrm>
            <a:off x="9115743" y="6121106"/>
            <a:ext cx="625475" cy="371476"/>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62" name="Rectangle 28">
            <a:extLst>
              <a:ext uri="{FF2B5EF4-FFF2-40B4-BE49-F238E27FC236}">
                <a16:creationId xmlns:a16="http://schemas.microsoft.com/office/drawing/2014/main" id="{C722F41D-A541-065F-13E5-C617F0963A12}"/>
              </a:ext>
            </a:extLst>
          </p:cNvPr>
          <p:cNvSpPr>
            <a:spLocks noChangeArrowheads="1"/>
          </p:cNvSpPr>
          <p:nvPr/>
        </p:nvSpPr>
        <p:spPr bwMode="auto">
          <a:xfrm>
            <a:off x="9741218" y="6121106"/>
            <a:ext cx="625475" cy="371476"/>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1025" name="Rectangle 29">
            <a:extLst>
              <a:ext uri="{FF2B5EF4-FFF2-40B4-BE49-F238E27FC236}">
                <a16:creationId xmlns:a16="http://schemas.microsoft.com/office/drawing/2014/main" id="{202182EE-CC7E-2F13-C2D5-01555D36F467}"/>
              </a:ext>
            </a:extLst>
          </p:cNvPr>
          <p:cNvSpPr>
            <a:spLocks noChangeArrowheads="1"/>
          </p:cNvSpPr>
          <p:nvPr/>
        </p:nvSpPr>
        <p:spPr bwMode="auto">
          <a:xfrm>
            <a:off x="10366693" y="6121106"/>
            <a:ext cx="625475" cy="371476"/>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1027" name="Rectangle 30">
            <a:extLst>
              <a:ext uri="{FF2B5EF4-FFF2-40B4-BE49-F238E27FC236}">
                <a16:creationId xmlns:a16="http://schemas.microsoft.com/office/drawing/2014/main" id="{542A2655-EB03-0514-022C-2543D37DA8D2}"/>
              </a:ext>
            </a:extLst>
          </p:cNvPr>
          <p:cNvSpPr>
            <a:spLocks noChangeArrowheads="1"/>
          </p:cNvSpPr>
          <p:nvPr/>
        </p:nvSpPr>
        <p:spPr bwMode="auto">
          <a:xfrm>
            <a:off x="10992168" y="6121106"/>
            <a:ext cx="623888" cy="371476"/>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1029" name="Line 31">
            <a:extLst>
              <a:ext uri="{FF2B5EF4-FFF2-40B4-BE49-F238E27FC236}">
                <a16:creationId xmlns:a16="http://schemas.microsoft.com/office/drawing/2014/main" id="{75F41796-A8B5-79D0-F165-FCAFF61271C3}"/>
              </a:ext>
            </a:extLst>
          </p:cNvPr>
          <p:cNvSpPr>
            <a:spLocks noChangeShapeType="1"/>
          </p:cNvSpPr>
          <p:nvPr/>
        </p:nvSpPr>
        <p:spPr bwMode="auto">
          <a:xfrm>
            <a:off x="4111943" y="5743280"/>
            <a:ext cx="0" cy="755653"/>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30" name="Line 32">
            <a:extLst>
              <a:ext uri="{FF2B5EF4-FFF2-40B4-BE49-F238E27FC236}">
                <a16:creationId xmlns:a16="http://schemas.microsoft.com/office/drawing/2014/main" id="{F30BF206-E947-A918-4A4A-F6C1F933E649}"/>
              </a:ext>
            </a:extLst>
          </p:cNvPr>
          <p:cNvSpPr>
            <a:spLocks noChangeShapeType="1"/>
          </p:cNvSpPr>
          <p:nvPr/>
        </p:nvSpPr>
        <p:spPr bwMode="auto">
          <a:xfrm>
            <a:off x="4737418" y="5743280"/>
            <a:ext cx="0" cy="755653"/>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32" name="Line 33">
            <a:extLst>
              <a:ext uri="{FF2B5EF4-FFF2-40B4-BE49-F238E27FC236}">
                <a16:creationId xmlns:a16="http://schemas.microsoft.com/office/drawing/2014/main" id="{983D4D4B-C11B-EE2A-3BDB-5727F28C1B4D}"/>
              </a:ext>
            </a:extLst>
          </p:cNvPr>
          <p:cNvSpPr>
            <a:spLocks noChangeShapeType="1"/>
          </p:cNvSpPr>
          <p:nvPr/>
        </p:nvSpPr>
        <p:spPr bwMode="auto">
          <a:xfrm>
            <a:off x="5362893" y="5743280"/>
            <a:ext cx="0" cy="755653"/>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33" name="Line 34">
            <a:extLst>
              <a:ext uri="{FF2B5EF4-FFF2-40B4-BE49-F238E27FC236}">
                <a16:creationId xmlns:a16="http://schemas.microsoft.com/office/drawing/2014/main" id="{1BEE1B69-3FAF-2215-71C8-0AD322B85A6E}"/>
              </a:ext>
            </a:extLst>
          </p:cNvPr>
          <p:cNvSpPr>
            <a:spLocks noChangeShapeType="1"/>
          </p:cNvSpPr>
          <p:nvPr/>
        </p:nvSpPr>
        <p:spPr bwMode="auto">
          <a:xfrm>
            <a:off x="5988368" y="5743280"/>
            <a:ext cx="0" cy="755653"/>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34" name="Line 35">
            <a:extLst>
              <a:ext uri="{FF2B5EF4-FFF2-40B4-BE49-F238E27FC236}">
                <a16:creationId xmlns:a16="http://schemas.microsoft.com/office/drawing/2014/main" id="{D58D74DE-F300-9263-25EC-3583E7260BAC}"/>
              </a:ext>
            </a:extLst>
          </p:cNvPr>
          <p:cNvSpPr>
            <a:spLocks noChangeShapeType="1"/>
          </p:cNvSpPr>
          <p:nvPr/>
        </p:nvSpPr>
        <p:spPr bwMode="auto">
          <a:xfrm>
            <a:off x="6613843" y="5743280"/>
            <a:ext cx="0" cy="755653"/>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36" name="Line 36">
            <a:extLst>
              <a:ext uri="{FF2B5EF4-FFF2-40B4-BE49-F238E27FC236}">
                <a16:creationId xmlns:a16="http://schemas.microsoft.com/office/drawing/2014/main" id="{87492EAA-8111-6937-BECB-893579EBA2A7}"/>
              </a:ext>
            </a:extLst>
          </p:cNvPr>
          <p:cNvSpPr>
            <a:spLocks noChangeShapeType="1"/>
          </p:cNvSpPr>
          <p:nvPr/>
        </p:nvSpPr>
        <p:spPr bwMode="auto">
          <a:xfrm>
            <a:off x="7269480" y="5743280"/>
            <a:ext cx="0" cy="755653"/>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37" name="Line 37">
            <a:extLst>
              <a:ext uri="{FF2B5EF4-FFF2-40B4-BE49-F238E27FC236}">
                <a16:creationId xmlns:a16="http://schemas.microsoft.com/office/drawing/2014/main" id="{A3873633-68F8-30CE-C68B-1E29D0A15D7E}"/>
              </a:ext>
            </a:extLst>
          </p:cNvPr>
          <p:cNvSpPr>
            <a:spLocks noChangeShapeType="1"/>
          </p:cNvSpPr>
          <p:nvPr/>
        </p:nvSpPr>
        <p:spPr bwMode="auto">
          <a:xfrm>
            <a:off x="7864793" y="5743280"/>
            <a:ext cx="0" cy="755653"/>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38" name="Line 38">
            <a:extLst>
              <a:ext uri="{FF2B5EF4-FFF2-40B4-BE49-F238E27FC236}">
                <a16:creationId xmlns:a16="http://schemas.microsoft.com/office/drawing/2014/main" id="{35407D99-7E3D-0CBC-3A33-F207A694819E}"/>
              </a:ext>
            </a:extLst>
          </p:cNvPr>
          <p:cNvSpPr>
            <a:spLocks noChangeShapeType="1"/>
          </p:cNvSpPr>
          <p:nvPr/>
        </p:nvSpPr>
        <p:spPr bwMode="auto">
          <a:xfrm>
            <a:off x="8490268" y="5743280"/>
            <a:ext cx="0" cy="755653"/>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39" name="Line 39">
            <a:extLst>
              <a:ext uri="{FF2B5EF4-FFF2-40B4-BE49-F238E27FC236}">
                <a16:creationId xmlns:a16="http://schemas.microsoft.com/office/drawing/2014/main" id="{DB82CD7C-58F2-28A1-9BBC-AFE384D078F4}"/>
              </a:ext>
            </a:extLst>
          </p:cNvPr>
          <p:cNvSpPr>
            <a:spLocks noChangeShapeType="1"/>
          </p:cNvSpPr>
          <p:nvPr/>
        </p:nvSpPr>
        <p:spPr bwMode="auto">
          <a:xfrm>
            <a:off x="9115743" y="5743280"/>
            <a:ext cx="0" cy="755653"/>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40" name="Line 40">
            <a:extLst>
              <a:ext uri="{FF2B5EF4-FFF2-40B4-BE49-F238E27FC236}">
                <a16:creationId xmlns:a16="http://schemas.microsoft.com/office/drawing/2014/main" id="{3538B8D6-428D-A352-75CD-996AF2D78A4C}"/>
              </a:ext>
            </a:extLst>
          </p:cNvPr>
          <p:cNvSpPr>
            <a:spLocks noChangeShapeType="1"/>
          </p:cNvSpPr>
          <p:nvPr/>
        </p:nvSpPr>
        <p:spPr bwMode="auto">
          <a:xfrm>
            <a:off x="9741218" y="5743280"/>
            <a:ext cx="0" cy="755653"/>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48" name="Line 41">
            <a:extLst>
              <a:ext uri="{FF2B5EF4-FFF2-40B4-BE49-F238E27FC236}">
                <a16:creationId xmlns:a16="http://schemas.microsoft.com/office/drawing/2014/main" id="{DEF2D524-CEB6-C423-022C-448EBA9A0366}"/>
              </a:ext>
            </a:extLst>
          </p:cNvPr>
          <p:cNvSpPr>
            <a:spLocks noChangeShapeType="1"/>
          </p:cNvSpPr>
          <p:nvPr/>
        </p:nvSpPr>
        <p:spPr bwMode="auto">
          <a:xfrm>
            <a:off x="10366693" y="5743280"/>
            <a:ext cx="0" cy="755653"/>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49" name="Line 42">
            <a:extLst>
              <a:ext uri="{FF2B5EF4-FFF2-40B4-BE49-F238E27FC236}">
                <a16:creationId xmlns:a16="http://schemas.microsoft.com/office/drawing/2014/main" id="{695D6B08-C2E6-2565-D5D6-24D2BF76077B}"/>
              </a:ext>
            </a:extLst>
          </p:cNvPr>
          <p:cNvSpPr>
            <a:spLocks noChangeShapeType="1"/>
          </p:cNvSpPr>
          <p:nvPr/>
        </p:nvSpPr>
        <p:spPr bwMode="auto">
          <a:xfrm>
            <a:off x="10992168" y="5743280"/>
            <a:ext cx="0" cy="755653"/>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64" name="Line 43">
            <a:extLst>
              <a:ext uri="{FF2B5EF4-FFF2-40B4-BE49-F238E27FC236}">
                <a16:creationId xmlns:a16="http://schemas.microsoft.com/office/drawing/2014/main" id="{B58069C8-2C31-9E27-8720-BCAE1A7F5D5E}"/>
              </a:ext>
            </a:extLst>
          </p:cNvPr>
          <p:cNvSpPr>
            <a:spLocks noChangeShapeType="1"/>
          </p:cNvSpPr>
          <p:nvPr/>
        </p:nvSpPr>
        <p:spPr bwMode="auto">
          <a:xfrm>
            <a:off x="3480118" y="6121106"/>
            <a:ext cx="8143875" cy="0"/>
          </a:xfrm>
          <a:prstGeom prst="line">
            <a:avLst/>
          </a:prstGeom>
          <a:noFill/>
          <a:ln w="381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dirty="0"/>
          </a:p>
        </p:txBody>
      </p:sp>
      <p:sp>
        <p:nvSpPr>
          <p:cNvPr id="1067" name="Line 44">
            <a:extLst>
              <a:ext uri="{FF2B5EF4-FFF2-40B4-BE49-F238E27FC236}">
                <a16:creationId xmlns:a16="http://schemas.microsoft.com/office/drawing/2014/main" id="{42DBB534-CE6A-EDE8-4A38-733B5F671C13}"/>
              </a:ext>
            </a:extLst>
          </p:cNvPr>
          <p:cNvSpPr>
            <a:spLocks noChangeShapeType="1"/>
          </p:cNvSpPr>
          <p:nvPr/>
        </p:nvSpPr>
        <p:spPr bwMode="auto">
          <a:xfrm>
            <a:off x="3486468" y="5743280"/>
            <a:ext cx="0" cy="755653"/>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68" name="Line 45">
            <a:extLst>
              <a:ext uri="{FF2B5EF4-FFF2-40B4-BE49-F238E27FC236}">
                <a16:creationId xmlns:a16="http://schemas.microsoft.com/office/drawing/2014/main" id="{E59DCAAC-A9D9-21F4-A23F-0F6AB1490076}"/>
              </a:ext>
            </a:extLst>
          </p:cNvPr>
          <p:cNvSpPr>
            <a:spLocks noChangeShapeType="1"/>
          </p:cNvSpPr>
          <p:nvPr/>
        </p:nvSpPr>
        <p:spPr bwMode="auto">
          <a:xfrm>
            <a:off x="11616055" y="5743280"/>
            <a:ext cx="0" cy="755653"/>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cxnSp>
        <p:nvCxnSpPr>
          <p:cNvPr id="43" name="Connecteur droit 42">
            <a:extLst>
              <a:ext uri="{FF2B5EF4-FFF2-40B4-BE49-F238E27FC236}">
                <a16:creationId xmlns:a16="http://schemas.microsoft.com/office/drawing/2014/main" id="{2C5389C8-0287-0597-991C-00D18E843EE1}"/>
              </a:ext>
            </a:extLst>
          </p:cNvPr>
          <p:cNvCxnSpPr>
            <a:cxnSpLocks/>
          </p:cNvCxnSpPr>
          <p:nvPr/>
        </p:nvCxnSpPr>
        <p:spPr>
          <a:xfrm flipH="1" flipV="1">
            <a:off x="2053167" y="4068233"/>
            <a:ext cx="419079" cy="447556"/>
          </a:xfrm>
          <a:prstGeom prst="line">
            <a:avLst/>
          </a:prstGeom>
          <a:ln w="28575"/>
        </p:spPr>
        <p:style>
          <a:lnRef idx="1">
            <a:schemeClr val="dk1"/>
          </a:lnRef>
          <a:fillRef idx="0">
            <a:schemeClr val="dk1"/>
          </a:fillRef>
          <a:effectRef idx="0">
            <a:schemeClr val="dk1"/>
          </a:effectRef>
          <a:fontRef idx="minor">
            <a:schemeClr val="tx1"/>
          </a:fontRef>
        </p:style>
      </p:cxnSp>
      <p:cxnSp>
        <p:nvCxnSpPr>
          <p:cNvPr id="44" name="Connecteur droit 43">
            <a:extLst>
              <a:ext uri="{FF2B5EF4-FFF2-40B4-BE49-F238E27FC236}">
                <a16:creationId xmlns:a16="http://schemas.microsoft.com/office/drawing/2014/main" id="{CDC96E84-849B-FDA6-936E-5B4AE19FB580}"/>
              </a:ext>
            </a:extLst>
          </p:cNvPr>
          <p:cNvCxnSpPr>
            <a:cxnSpLocks/>
          </p:cNvCxnSpPr>
          <p:nvPr/>
        </p:nvCxnSpPr>
        <p:spPr>
          <a:xfrm flipV="1">
            <a:off x="958850" y="4004733"/>
            <a:ext cx="484717" cy="508530"/>
          </a:xfrm>
          <a:prstGeom prst="line">
            <a:avLst/>
          </a:prstGeom>
          <a:ln w="28575"/>
        </p:spPr>
        <p:style>
          <a:lnRef idx="1">
            <a:schemeClr val="dk1"/>
          </a:lnRef>
          <a:fillRef idx="0">
            <a:schemeClr val="dk1"/>
          </a:fillRef>
          <a:effectRef idx="0">
            <a:schemeClr val="dk1"/>
          </a:effectRef>
          <a:fontRef idx="minor">
            <a:schemeClr val="tx1"/>
          </a:fontRef>
        </p:style>
      </p:cxnSp>
      <p:sp>
        <p:nvSpPr>
          <p:cNvPr id="3" name="Espace réservé du texte 2">
            <a:extLst>
              <a:ext uri="{FF2B5EF4-FFF2-40B4-BE49-F238E27FC236}">
                <a16:creationId xmlns:a16="http://schemas.microsoft.com/office/drawing/2014/main" id="{C1DFB3CE-7CA0-9213-5265-F55473AB870C}"/>
              </a:ext>
            </a:extLst>
          </p:cNvPr>
          <p:cNvSpPr>
            <a:spLocks noGrp="1"/>
          </p:cNvSpPr>
          <p:nvPr>
            <p:ph type="body" sz="quarter" idx="35"/>
          </p:nvPr>
        </p:nvSpPr>
        <p:spPr/>
        <p:txBody>
          <a:bodyPr/>
          <a:lstStyle/>
          <a:p>
            <a:r>
              <a:rPr lang="fr-FR" dirty="0"/>
              <a:t>Exemple : Bout en bout – UC1</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Supervision</a:t>
            </a:r>
          </a:p>
        </p:txBody>
      </p:sp>
      <p:sp>
        <p:nvSpPr>
          <p:cNvPr id="26" name="Rectangle 25">
            <a:extLst>
              <a:ext uri="{FF2B5EF4-FFF2-40B4-BE49-F238E27FC236}">
                <a16:creationId xmlns:a16="http://schemas.microsoft.com/office/drawing/2014/main" id="{A19E92F7-3EF1-447B-08EB-22E765738511}"/>
              </a:ext>
            </a:extLst>
          </p:cNvPr>
          <p:cNvSpPr/>
          <p:nvPr/>
        </p:nvSpPr>
        <p:spPr>
          <a:xfrm>
            <a:off x="3784995" y="2114431"/>
            <a:ext cx="514466" cy="2330036"/>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A</a:t>
            </a:r>
          </a:p>
          <a:p>
            <a:pPr algn="ctr"/>
            <a:r>
              <a:rPr lang="fr-FR" dirty="0">
                <a:solidFill>
                  <a:schemeClr val="tx1"/>
                </a:solidFill>
              </a:rPr>
              <a:t>P</a:t>
            </a:r>
            <a:br>
              <a:rPr lang="fr-FR" dirty="0">
                <a:solidFill>
                  <a:schemeClr val="tx1"/>
                </a:solidFill>
              </a:rPr>
            </a:br>
            <a:r>
              <a:rPr lang="fr-FR" dirty="0">
                <a:solidFill>
                  <a:schemeClr val="tx1"/>
                </a:solidFill>
              </a:rPr>
              <a:t>I</a:t>
            </a:r>
            <a:br>
              <a:rPr lang="fr-FR" dirty="0">
                <a:solidFill>
                  <a:schemeClr val="tx1"/>
                </a:solidFill>
              </a:rPr>
            </a:br>
            <a:r>
              <a:rPr lang="fr-FR" dirty="0">
                <a:solidFill>
                  <a:schemeClr val="tx1"/>
                </a:solidFill>
              </a:rPr>
              <a:t>M</a:t>
            </a:r>
          </a:p>
        </p:txBody>
      </p:sp>
      <p:pic>
        <p:nvPicPr>
          <p:cNvPr id="1026" name="Picture 2" descr="User Icons – Download for Free in PNG and SVG">
            <a:extLst>
              <a:ext uri="{FF2B5EF4-FFF2-40B4-BE49-F238E27FC236}">
                <a16:creationId xmlns:a16="http://schemas.microsoft.com/office/drawing/2014/main" id="{668200FC-B23B-DA84-0337-45F6CE98BDD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157" t="20834" r="20157" b="23745"/>
          <a:stretch/>
        </p:blipFill>
        <p:spPr bwMode="auto">
          <a:xfrm>
            <a:off x="242394" y="3684107"/>
            <a:ext cx="538619" cy="53862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4" name="Picture 6" descr="Automatisation - Icônes entreprise gratuites">
            <a:extLst>
              <a:ext uri="{FF2B5EF4-FFF2-40B4-BE49-F238E27FC236}">
                <a16:creationId xmlns:a16="http://schemas.microsoft.com/office/drawing/2014/main" id="{D16DACCE-7A31-F761-C9F2-F561923D34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747" y="3612715"/>
            <a:ext cx="682749" cy="682749"/>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35EB3BB4-1B52-B4D7-B5E5-99427C4C4FD9}"/>
              </a:ext>
            </a:extLst>
          </p:cNvPr>
          <p:cNvSpPr/>
          <p:nvPr/>
        </p:nvSpPr>
        <p:spPr>
          <a:xfrm>
            <a:off x="5997960" y="2114432"/>
            <a:ext cx="1145839" cy="1510148"/>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ESB</a:t>
            </a:r>
          </a:p>
        </p:txBody>
      </p:sp>
      <p:sp>
        <p:nvSpPr>
          <p:cNvPr id="13" name="Rectangle 12">
            <a:extLst>
              <a:ext uri="{FF2B5EF4-FFF2-40B4-BE49-F238E27FC236}">
                <a16:creationId xmlns:a16="http://schemas.microsoft.com/office/drawing/2014/main" id="{BD13BA52-AD56-DDA2-EE12-6F73C6DFDD3A}"/>
              </a:ext>
            </a:extLst>
          </p:cNvPr>
          <p:cNvSpPr/>
          <p:nvPr/>
        </p:nvSpPr>
        <p:spPr>
          <a:xfrm>
            <a:off x="8842298" y="4048847"/>
            <a:ext cx="1145840" cy="395620"/>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Backend</a:t>
            </a:r>
          </a:p>
        </p:txBody>
      </p:sp>
      <p:cxnSp>
        <p:nvCxnSpPr>
          <p:cNvPr id="23" name="Connecteur droit avec flèche 22">
            <a:extLst>
              <a:ext uri="{FF2B5EF4-FFF2-40B4-BE49-F238E27FC236}">
                <a16:creationId xmlns:a16="http://schemas.microsoft.com/office/drawing/2014/main" id="{04D71F6F-1C9D-F8FC-D8D0-2FFCFCF142A2}"/>
              </a:ext>
            </a:extLst>
          </p:cNvPr>
          <p:cNvCxnSpPr>
            <a:cxnSpLocks/>
            <a:stCxn id="1026" idx="6"/>
            <a:endCxn id="4" idx="1"/>
          </p:cNvCxnSpPr>
          <p:nvPr/>
        </p:nvCxnSpPr>
        <p:spPr>
          <a:xfrm>
            <a:off x="781013" y="3953417"/>
            <a:ext cx="622734" cy="6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1" name="Picture 2" descr="User Icons – Download for Free in PNG and SVG">
            <a:extLst>
              <a:ext uri="{FF2B5EF4-FFF2-40B4-BE49-F238E27FC236}">
                <a16:creationId xmlns:a16="http://schemas.microsoft.com/office/drawing/2014/main" id="{CA552F4A-A921-2F2C-6A10-C292CA10A16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157" t="20834" r="20157" b="23745"/>
          <a:stretch/>
        </p:blipFill>
        <p:spPr bwMode="auto">
          <a:xfrm>
            <a:off x="242394" y="2303097"/>
            <a:ext cx="538619" cy="53862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39" name="Picture 6" descr="Automatisation - Icônes entreprise gratuites">
            <a:extLst>
              <a:ext uri="{FF2B5EF4-FFF2-40B4-BE49-F238E27FC236}">
                <a16:creationId xmlns:a16="http://schemas.microsoft.com/office/drawing/2014/main" id="{165653E7-8086-7A46-C16B-1E0CA03D6A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747" y="2231705"/>
            <a:ext cx="682749" cy="682749"/>
          </a:xfrm>
          <a:prstGeom prst="rect">
            <a:avLst/>
          </a:prstGeom>
          <a:noFill/>
          <a:extLst>
            <a:ext uri="{909E8E84-426E-40DD-AFC4-6F175D3DCCD1}">
              <a14:hiddenFill xmlns:a14="http://schemas.microsoft.com/office/drawing/2010/main">
                <a:solidFill>
                  <a:srgbClr val="FFFFFF"/>
                </a:solidFill>
              </a14:hiddenFill>
            </a:ext>
          </a:extLst>
        </p:spPr>
      </p:pic>
      <p:cxnSp>
        <p:nvCxnSpPr>
          <p:cNvPr id="40" name="Connecteur droit avec flèche 39">
            <a:extLst>
              <a:ext uri="{FF2B5EF4-FFF2-40B4-BE49-F238E27FC236}">
                <a16:creationId xmlns:a16="http://schemas.microsoft.com/office/drawing/2014/main" id="{AF2652C8-281A-DF0D-C83E-C66279B5391B}"/>
              </a:ext>
            </a:extLst>
          </p:cNvPr>
          <p:cNvCxnSpPr>
            <a:cxnSpLocks/>
            <a:stCxn id="31" idx="6"/>
            <a:endCxn id="39" idx="1"/>
          </p:cNvCxnSpPr>
          <p:nvPr/>
        </p:nvCxnSpPr>
        <p:spPr>
          <a:xfrm>
            <a:off x="781013" y="2572407"/>
            <a:ext cx="622734" cy="6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5E002435-AAC4-7579-AA3E-63C7BB33700E}"/>
              </a:ext>
            </a:extLst>
          </p:cNvPr>
          <p:cNvSpPr/>
          <p:nvPr/>
        </p:nvSpPr>
        <p:spPr>
          <a:xfrm>
            <a:off x="957981" y="4515789"/>
            <a:ext cx="1514265" cy="772444"/>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51" name="Rectangle 50">
            <a:extLst>
              <a:ext uri="{FF2B5EF4-FFF2-40B4-BE49-F238E27FC236}">
                <a16:creationId xmlns:a16="http://schemas.microsoft.com/office/drawing/2014/main" id="{CD39ACEB-D5A8-8BC1-992C-9F4F271FBE66}"/>
              </a:ext>
            </a:extLst>
          </p:cNvPr>
          <p:cNvSpPr/>
          <p:nvPr/>
        </p:nvSpPr>
        <p:spPr>
          <a:xfrm>
            <a:off x="1092380" y="4819299"/>
            <a:ext cx="216000" cy="216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51">
            <a:extLst>
              <a:ext uri="{FF2B5EF4-FFF2-40B4-BE49-F238E27FC236}">
                <a16:creationId xmlns:a16="http://schemas.microsoft.com/office/drawing/2014/main" id="{A8B124AC-2CD8-53A2-A5F6-F18D964195A4}"/>
              </a:ext>
            </a:extLst>
          </p:cNvPr>
          <p:cNvSpPr/>
          <p:nvPr/>
        </p:nvSpPr>
        <p:spPr>
          <a:xfrm>
            <a:off x="1602588" y="4627503"/>
            <a:ext cx="216000" cy="216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52">
            <a:extLst>
              <a:ext uri="{FF2B5EF4-FFF2-40B4-BE49-F238E27FC236}">
                <a16:creationId xmlns:a16="http://schemas.microsoft.com/office/drawing/2014/main" id="{02630238-F2CD-6BA7-7A91-DB80E80CF242}"/>
              </a:ext>
            </a:extLst>
          </p:cNvPr>
          <p:cNvSpPr/>
          <p:nvPr/>
        </p:nvSpPr>
        <p:spPr>
          <a:xfrm>
            <a:off x="1602588" y="5033372"/>
            <a:ext cx="216000" cy="216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3">
            <a:extLst>
              <a:ext uri="{FF2B5EF4-FFF2-40B4-BE49-F238E27FC236}">
                <a16:creationId xmlns:a16="http://schemas.microsoft.com/office/drawing/2014/main" id="{A1502984-0C1E-3FD8-14CC-7065B3007346}"/>
              </a:ext>
            </a:extLst>
          </p:cNvPr>
          <p:cNvSpPr/>
          <p:nvPr/>
        </p:nvSpPr>
        <p:spPr>
          <a:xfrm>
            <a:off x="2112796" y="4815860"/>
            <a:ext cx="216000" cy="216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6" name="Connecteur : en angle 55">
            <a:extLst>
              <a:ext uri="{FF2B5EF4-FFF2-40B4-BE49-F238E27FC236}">
                <a16:creationId xmlns:a16="http://schemas.microsoft.com/office/drawing/2014/main" id="{F7FA7C8A-7B99-766C-3B39-63D7AD002DE4}"/>
              </a:ext>
            </a:extLst>
          </p:cNvPr>
          <p:cNvCxnSpPr>
            <a:stCxn id="51" idx="3"/>
            <a:endCxn id="52" idx="1"/>
          </p:cNvCxnSpPr>
          <p:nvPr/>
        </p:nvCxnSpPr>
        <p:spPr>
          <a:xfrm flipV="1">
            <a:off x="1308380" y="4735503"/>
            <a:ext cx="294208" cy="19179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7" name="Connecteur : en angle 56">
            <a:extLst>
              <a:ext uri="{FF2B5EF4-FFF2-40B4-BE49-F238E27FC236}">
                <a16:creationId xmlns:a16="http://schemas.microsoft.com/office/drawing/2014/main" id="{CA9E5AE7-18BD-164B-FF3D-A4F8ED63DB88}"/>
              </a:ext>
            </a:extLst>
          </p:cNvPr>
          <p:cNvCxnSpPr>
            <a:cxnSpLocks/>
            <a:stCxn id="51" idx="3"/>
            <a:endCxn id="53" idx="1"/>
          </p:cNvCxnSpPr>
          <p:nvPr/>
        </p:nvCxnSpPr>
        <p:spPr>
          <a:xfrm>
            <a:off x="1308380" y="4927299"/>
            <a:ext cx="294208" cy="21407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0" name="Connecteur : en angle 59">
            <a:extLst>
              <a:ext uri="{FF2B5EF4-FFF2-40B4-BE49-F238E27FC236}">
                <a16:creationId xmlns:a16="http://schemas.microsoft.com/office/drawing/2014/main" id="{B3B61655-DDBA-CFBA-67D6-BF1F254ED3CB}"/>
              </a:ext>
            </a:extLst>
          </p:cNvPr>
          <p:cNvCxnSpPr>
            <a:cxnSpLocks/>
            <a:stCxn id="53" idx="3"/>
          </p:cNvCxnSpPr>
          <p:nvPr/>
        </p:nvCxnSpPr>
        <p:spPr>
          <a:xfrm flipV="1">
            <a:off x="1818588" y="4923860"/>
            <a:ext cx="294208" cy="21751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3" name="Connecteur : en angle 62">
            <a:extLst>
              <a:ext uri="{FF2B5EF4-FFF2-40B4-BE49-F238E27FC236}">
                <a16:creationId xmlns:a16="http://schemas.microsoft.com/office/drawing/2014/main" id="{A91A2165-0AD8-B044-38FF-A9659A3AB00B}"/>
              </a:ext>
            </a:extLst>
          </p:cNvPr>
          <p:cNvCxnSpPr>
            <a:cxnSpLocks/>
            <a:stCxn id="52" idx="3"/>
            <a:endCxn id="54" idx="1"/>
          </p:cNvCxnSpPr>
          <p:nvPr/>
        </p:nvCxnSpPr>
        <p:spPr>
          <a:xfrm>
            <a:off x="1818588" y="4735503"/>
            <a:ext cx="294208" cy="18835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028" name="Connecteur droit avec flèche 1027">
            <a:extLst>
              <a:ext uri="{FF2B5EF4-FFF2-40B4-BE49-F238E27FC236}">
                <a16:creationId xmlns:a16="http://schemas.microsoft.com/office/drawing/2014/main" id="{38EECBB6-357D-D7EE-5D1F-01235EB7C01E}"/>
              </a:ext>
            </a:extLst>
          </p:cNvPr>
          <p:cNvCxnSpPr>
            <a:stCxn id="4" idx="3"/>
          </p:cNvCxnSpPr>
          <p:nvPr/>
        </p:nvCxnSpPr>
        <p:spPr>
          <a:xfrm flipV="1">
            <a:off x="2086496" y="3953417"/>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1031" name="Connecteur : en angle 1030">
            <a:extLst>
              <a:ext uri="{FF2B5EF4-FFF2-40B4-BE49-F238E27FC236}">
                <a16:creationId xmlns:a16="http://schemas.microsoft.com/office/drawing/2014/main" id="{3E5F292C-3326-80A8-C298-7BAC509EE512}"/>
              </a:ext>
            </a:extLst>
          </p:cNvPr>
          <p:cNvCxnSpPr>
            <a:cxnSpLocks/>
          </p:cNvCxnSpPr>
          <p:nvPr/>
        </p:nvCxnSpPr>
        <p:spPr>
          <a:xfrm flipV="1">
            <a:off x="2086496" y="3624580"/>
            <a:ext cx="1693024" cy="247333"/>
          </a:xfrm>
          <a:prstGeom prst="bentConnector3">
            <a:avLst>
              <a:gd name="adj1" fmla="val 76105"/>
            </a:avLst>
          </a:prstGeom>
          <a:ln>
            <a:tailEnd type="triangle"/>
          </a:ln>
        </p:spPr>
        <p:style>
          <a:lnRef idx="1">
            <a:schemeClr val="dk1"/>
          </a:lnRef>
          <a:fillRef idx="0">
            <a:schemeClr val="dk1"/>
          </a:fillRef>
          <a:effectRef idx="0">
            <a:schemeClr val="dk1"/>
          </a:effectRef>
          <a:fontRef idx="minor">
            <a:schemeClr val="tx1"/>
          </a:fontRef>
        </p:style>
      </p:cxnSp>
      <p:cxnSp>
        <p:nvCxnSpPr>
          <p:cNvPr id="1035" name="Connecteur : en angle 1034">
            <a:extLst>
              <a:ext uri="{FF2B5EF4-FFF2-40B4-BE49-F238E27FC236}">
                <a16:creationId xmlns:a16="http://schemas.microsoft.com/office/drawing/2014/main" id="{457DD9CC-8165-FFF7-5141-DB2AAE9AAA2C}"/>
              </a:ext>
            </a:extLst>
          </p:cNvPr>
          <p:cNvCxnSpPr>
            <a:cxnSpLocks/>
          </p:cNvCxnSpPr>
          <p:nvPr/>
        </p:nvCxnSpPr>
        <p:spPr>
          <a:xfrm flipV="1">
            <a:off x="2093231" y="3289300"/>
            <a:ext cx="1691369" cy="488710"/>
          </a:xfrm>
          <a:prstGeom prst="bentConnector3">
            <a:avLst>
              <a:gd name="adj1" fmla="val 63516"/>
            </a:avLst>
          </a:prstGeom>
          <a:ln>
            <a:tailEnd type="triangle"/>
          </a:ln>
        </p:spPr>
        <p:style>
          <a:lnRef idx="1">
            <a:schemeClr val="dk1"/>
          </a:lnRef>
          <a:fillRef idx="0">
            <a:schemeClr val="dk1"/>
          </a:fillRef>
          <a:effectRef idx="0">
            <a:schemeClr val="dk1"/>
          </a:effectRef>
          <a:fontRef idx="minor">
            <a:schemeClr val="tx1"/>
          </a:fontRef>
        </p:style>
      </p:cxnSp>
      <p:cxnSp>
        <p:nvCxnSpPr>
          <p:cNvPr id="1041" name="Connecteur : en angle 1040">
            <a:extLst>
              <a:ext uri="{FF2B5EF4-FFF2-40B4-BE49-F238E27FC236}">
                <a16:creationId xmlns:a16="http://schemas.microsoft.com/office/drawing/2014/main" id="{27A3A428-2533-99E2-BEB5-DEBF7400B234}"/>
              </a:ext>
            </a:extLst>
          </p:cNvPr>
          <p:cNvCxnSpPr>
            <a:cxnSpLocks/>
          </p:cNvCxnSpPr>
          <p:nvPr/>
        </p:nvCxnSpPr>
        <p:spPr>
          <a:xfrm flipV="1">
            <a:off x="2093231" y="2980407"/>
            <a:ext cx="1685029" cy="69443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044" name="Connecteur droit avec flèche 1043">
            <a:extLst>
              <a:ext uri="{FF2B5EF4-FFF2-40B4-BE49-F238E27FC236}">
                <a16:creationId xmlns:a16="http://schemas.microsoft.com/office/drawing/2014/main" id="{FE5E61DA-3E6D-8E72-8FF4-B4A9136EB7CA}"/>
              </a:ext>
            </a:extLst>
          </p:cNvPr>
          <p:cNvCxnSpPr/>
          <p:nvPr/>
        </p:nvCxnSpPr>
        <p:spPr>
          <a:xfrm flipV="1">
            <a:off x="2092895" y="2351039"/>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1045" name="Connecteur : en angle 1044">
            <a:extLst>
              <a:ext uri="{FF2B5EF4-FFF2-40B4-BE49-F238E27FC236}">
                <a16:creationId xmlns:a16="http://schemas.microsoft.com/office/drawing/2014/main" id="{1BD346B1-E4EE-FBE7-E50C-948027B05738}"/>
              </a:ext>
            </a:extLst>
          </p:cNvPr>
          <p:cNvCxnSpPr>
            <a:cxnSpLocks/>
          </p:cNvCxnSpPr>
          <p:nvPr/>
        </p:nvCxnSpPr>
        <p:spPr>
          <a:xfrm>
            <a:off x="2092895" y="2443812"/>
            <a:ext cx="1698499" cy="229973"/>
          </a:xfrm>
          <a:prstGeom prst="bentConnector3">
            <a:avLst>
              <a:gd name="adj1" fmla="val 76021"/>
            </a:avLst>
          </a:prstGeom>
          <a:ln>
            <a:tailEnd type="triangle"/>
          </a:ln>
        </p:spPr>
        <p:style>
          <a:lnRef idx="1">
            <a:schemeClr val="dk1"/>
          </a:lnRef>
          <a:fillRef idx="0">
            <a:schemeClr val="dk1"/>
          </a:fillRef>
          <a:effectRef idx="0">
            <a:schemeClr val="dk1"/>
          </a:effectRef>
          <a:fontRef idx="minor">
            <a:schemeClr val="tx1"/>
          </a:fontRef>
        </p:style>
      </p:cxnSp>
      <p:cxnSp>
        <p:nvCxnSpPr>
          <p:cNvPr id="1046" name="Connecteur : en angle 1045">
            <a:extLst>
              <a:ext uri="{FF2B5EF4-FFF2-40B4-BE49-F238E27FC236}">
                <a16:creationId xmlns:a16="http://schemas.microsoft.com/office/drawing/2014/main" id="{3F115D88-CEEC-7D8E-E9E6-EB3CA63923F5}"/>
              </a:ext>
            </a:extLst>
          </p:cNvPr>
          <p:cNvCxnSpPr>
            <a:cxnSpLocks/>
          </p:cNvCxnSpPr>
          <p:nvPr/>
        </p:nvCxnSpPr>
        <p:spPr>
          <a:xfrm>
            <a:off x="2091267" y="2709333"/>
            <a:ext cx="1686993" cy="27107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047" name="Connecteur : en angle 1046">
            <a:extLst>
              <a:ext uri="{FF2B5EF4-FFF2-40B4-BE49-F238E27FC236}">
                <a16:creationId xmlns:a16="http://schemas.microsoft.com/office/drawing/2014/main" id="{4EB3BA8A-C92F-5AA3-E975-02996B9AE833}"/>
              </a:ext>
            </a:extLst>
          </p:cNvPr>
          <p:cNvCxnSpPr>
            <a:cxnSpLocks/>
            <a:stCxn id="39" idx="3"/>
          </p:cNvCxnSpPr>
          <p:nvPr/>
        </p:nvCxnSpPr>
        <p:spPr>
          <a:xfrm>
            <a:off x="2086496" y="2573080"/>
            <a:ext cx="1691764" cy="712719"/>
          </a:xfrm>
          <a:prstGeom prst="bentConnector3">
            <a:avLst>
              <a:gd name="adj1" fmla="val 63888"/>
            </a:avLst>
          </a:prstGeom>
          <a:ln>
            <a:tailEnd type="triangle"/>
          </a:ln>
        </p:spPr>
        <p:style>
          <a:lnRef idx="1">
            <a:schemeClr val="dk1"/>
          </a:lnRef>
          <a:fillRef idx="0">
            <a:schemeClr val="dk1"/>
          </a:fillRef>
          <a:effectRef idx="0">
            <a:schemeClr val="dk1"/>
          </a:effectRef>
          <a:fontRef idx="minor">
            <a:schemeClr val="tx1"/>
          </a:fontRef>
        </p:style>
      </p:cxnSp>
      <p:cxnSp>
        <p:nvCxnSpPr>
          <p:cNvPr id="19" name="Connecteur droit avec flèche 18">
            <a:extLst>
              <a:ext uri="{FF2B5EF4-FFF2-40B4-BE49-F238E27FC236}">
                <a16:creationId xmlns:a16="http://schemas.microsoft.com/office/drawing/2014/main" id="{814109C2-6DCB-F8E5-8D09-BFFD03F3C316}"/>
              </a:ext>
            </a:extLst>
          </p:cNvPr>
          <p:cNvCxnSpPr/>
          <p:nvPr/>
        </p:nvCxnSpPr>
        <p:spPr>
          <a:xfrm flipV="1">
            <a:off x="4299460" y="2521385"/>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21" name="Connecteur droit avec flèche 20">
            <a:extLst>
              <a:ext uri="{FF2B5EF4-FFF2-40B4-BE49-F238E27FC236}">
                <a16:creationId xmlns:a16="http://schemas.microsoft.com/office/drawing/2014/main" id="{5357F494-759A-376C-5ADA-38396F5D06CF}"/>
              </a:ext>
            </a:extLst>
          </p:cNvPr>
          <p:cNvCxnSpPr/>
          <p:nvPr/>
        </p:nvCxnSpPr>
        <p:spPr>
          <a:xfrm flipV="1">
            <a:off x="4299460" y="3416523"/>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22" name="Connecteur droit avec flèche 21">
            <a:extLst>
              <a:ext uri="{FF2B5EF4-FFF2-40B4-BE49-F238E27FC236}">
                <a16:creationId xmlns:a16="http://schemas.microsoft.com/office/drawing/2014/main" id="{139D491D-0318-E5A1-8D7A-1F6BCC532534}"/>
              </a:ext>
            </a:extLst>
          </p:cNvPr>
          <p:cNvCxnSpPr/>
          <p:nvPr/>
        </p:nvCxnSpPr>
        <p:spPr>
          <a:xfrm flipV="1">
            <a:off x="4291921" y="2359510"/>
            <a:ext cx="1698499" cy="673"/>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a:extLst>
              <a:ext uri="{FF2B5EF4-FFF2-40B4-BE49-F238E27FC236}">
                <a16:creationId xmlns:a16="http://schemas.microsoft.com/office/drawing/2014/main" id="{2F97F03C-6381-640A-9E40-18766A8D04E0}"/>
              </a:ext>
            </a:extLst>
          </p:cNvPr>
          <p:cNvCxnSpPr/>
          <p:nvPr/>
        </p:nvCxnSpPr>
        <p:spPr>
          <a:xfrm flipV="1">
            <a:off x="4291920" y="3265231"/>
            <a:ext cx="1698499" cy="673"/>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sp>
        <p:nvSpPr>
          <p:cNvPr id="30" name="Rectangle 29">
            <a:extLst>
              <a:ext uri="{FF2B5EF4-FFF2-40B4-BE49-F238E27FC236}">
                <a16:creationId xmlns:a16="http://schemas.microsoft.com/office/drawing/2014/main" id="{C98E797F-4EF9-AF6F-395C-B3A5E1F636A4}"/>
              </a:ext>
            </a:extLst>
          </p:cNvPr>
          <p:cNvSpPr/>
          <p:nvPr/>
        </p:nvSpPr>
        <p:spPr>
          <a:xfrm>
            <a:off x="8842298" y="2114432"/>
            <a:ext cx="1145840" cy="395620"/>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Backend</a:t>
            </a:r>
          </a:p>
        </p:txBody>
      </p:sp>
      <p:sp>
        <p:nvSpPr>
          <p:cNvPr id="32" name="Rectangle 31">
            <a:extLst>
              <a:ext uri="{FF2B5EF4-FFF2-40B4-BE49-F238E27FC236}">
                <a16:creationId xmlns:a16="http://schemas.microsoft.com/office/drawing/2014/main" id="{F6674AF0-FD98-072D-6B4F-E237A8EB98D4}"/>
              </a:ext>
            </a:extLst>
          </p:cNvPr>
          <p:cNvSpPr/>
          <p:nvPr/>
        </p:nvSpPr>
        <p:spPr>
          <a:xfrm>
            <a:off x="8842298" y="3209597"/>
            <a:ext cx="1145840" cy="395620"/>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Backend</a:t>
            </a:r>
          </a:p>
        </p:txBody>
      </p:sp>
      <p:cxnSp>
        <p:nvCxnSpPr>
          <p:cNvPr id="37" name="Connecteur droit avec flèche 36">
            <a:extLst>
              <a:ext uri="{FF2B5EF4-FFF2-40B4-BE49-F238E27FC236}">
                <a16:creationId xmlns:a16="http://schemas.microsoft.com/office/drawing/2014/main" id="{EA94E08F-2B47-1A29-1795-8A0A18063C40}"/>
              </a:ext>
            </a:extLst>
          </p:cNvPr>
          <p:cNvCxnSpPr/>
          <p:nvPr/>
        </p:nvCxnSpPr>
        <p:spPr>
          <a:xfrm flipV="1">
            <a:off x="7159393" y="3482718"/>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38" name="Connecteur droit avec flèche 37">
            <a:extLst>
              <a:ext uri="{FF2B5EF4-FFF2-40B4-BE49-F238E27FC236}">
                <a16:creationId xmlns:a16="http://schemas.microsoft.com/office/drawing/2014/main" id="{50C798E0-3DCA-7458-0BDB-F412486F93ED}"/>
              </a:ext>
            </a:extLst>
          </p:cNvPr>
          <p:cNvCxnSpPr/>
          <p:nvPr/>
        </p:nvCxnSpPr>
        <p:spPr>
          <a:xfrm flipV="1">
            <a:off x="7151853" y="3331426"/>
            <a:ext cx="1698499" cy="673"/>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cxnSp>
        <p:nvCxnSpPr>
          <p:cNvPr id="45" name="Connecteur droit avec flèche 44">
            <a:extLst>
              <a:ext uri="{FF2B5EF4-FFF2-40B4-BE49-F238E27FC236}">
                <a16:creationId xmlns:a16="http://schemas.microsoft.com/office/drawing/2014/main" id="{44BAB662-3086-709D-103F-F859C5B437FE}"/>
              </a:ext>
            </a:extLst>
          </p:cNvPr>
          <p:cNvCxnSpPr/>
          <p:nvPr/>
        </p:nvCxnSpPr>
        <p:spPr>
          <a:xfrm flipV="1">
            <a:off x="7147569" y="2387552"/>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46" name="Connecteur droit avec flèche 45">
            <a:extLst>
              <a:ext uri="{FF2B5EF4-FFF2-40B4-BE49-F238E27FC236}">
                <a16:creationId xmlns:a16="http://schemas.microsoft.com/office/drawing/2014/main" id="{8D82478D-9B0D-6E1D-4625-83B813CA04E2}"/>
              </a:ext>
            </a:extLst>
          </p:cNvPr>
          <p:cNvCxnSpPr/>
          <p:nvPr/>
        </p:nvCxnSpPr>
        <p:spPr>
          <a:xfrm flipV="1">
            <a:off x="7140029" y="2236260"/>
            <a:ext cx="1698499" cy="673"/>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cxnSp>
        <p:nvCxnSpPr>
          <p:cNvPr id="48" name="Connecteur droit avec flèche 47">
            <a:extLst>
              <a:ext uri="{FF2B5EF4-FFF2-40B4-BE49-F238E27FC236}">
                <a16:creationId xmlns:a16="http://schemas.microsoft.com/office/drawing/2014/main" id="{1D9A4573-4EC2-71D8-EA35-E7625E836E46}"/>
              </a:ext>
            </a:extLst>
          </p:cNvPr>
          <p:cNvCxnSpPr>
            <a:cxnSpLocks/>
          </p:cNvCxnSpPr>
          <p:nvPr/>
        </p:nvCxnSpPr>
        <p:spPr>
          <a:xfrm>
            <a:off x="4299460" y="4329559"/>
            <a:ext cx="4541328" cy="0"/>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49" name="Connecteur droit avec flèche 48">
            <a:extLst>
              <a:ext uri="{FF2B5EF4-FFF2-40B4-BE49-F238E27FC236}">
                <a16:creationId xmlns:a16="http://schemas.microsoft.com/office/drawing/2014/main" id="{47C265DD-1071-DB29-062F-5B46F1F5F811}"/>
              </a:ext>
            </a:extLst>
          </p:cNvPr>
          <p:cNvCxnSpPr>
            <a:cxnSpLocks/>
          </p:cNvCxnSpPr>
          <p:nvPr/>
        </p:nvCxnSpPr>
        <p:spPr>
          <a:xfrm>
            <a:off x="4306197" y="4177594"/>
            <a:ext cx="4539872" cy="0"/>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cxnSp>
        <p:nvCxnSpPr>
          <p:cNvPr id="58" name="Connecteur : en angle 57">
            <a:extLst>
              <a:ext uri="{FF2B5EF4-FFF2-40B4-BE49-F238E27FC236}">
                <a16:creationId xmlns:a16="http://schemas.microsoft.com/office/drawing/2014/main" id="{A33DEDA4-67AF-6768-67E2-B052591AD7A0}"/>
              </a:ext>
            </a:extLst>
          </p:cNvPr>
          <p:cNvCxnSpPr>
            <a:stCxn id="30" idx="3"/>
            <a:endCxn id="26" idx="0"/>
          </p:cNvCxnSpPr>
          <p:nvPr/>
        </p:nvCxnSpPr>
        <p:spPr>
          <a:xfrm flipH="1" flipV="1">
            <a:off x="4042228" y="2114431"/>
            <a:ext cx="5945910" cy="197811"/>
          </a:xfrm>
          <a:prstGeom prst="bentConnector4">
            <a:avLst>
              <a:gd name="adj1" fmla="val -8117"/>
              <a:gd name="adj2" fmla="val 587941"/>
            </a:avLst>
          </a:prstGeom>
          <a:ln>
            <a:tailEnd type="triangle"/>
          </a:ln>
        </p:spPr>
        <p:style>
          <a:lnRef idx="1">
            <a:schemeClr val="dk1"/>
          </a:lnRef>
          <a:fillRef idx="0">
            <a:schemeClr val="dk1"/>
          </a:fillRef>
          <a:effectRef idx="0">
            <a:schemeClr val="dk1"/>
          </a:effectRef>
          <a:fontRef idx="minor">
            <a:schemeClr val="tx1"/>
          </a:fontRef>
        </p:style>
      </p:cxnSp>
      <p:sp>
        <p:nvSpPr>
          <p:cNvPr id="1024" name="Cylindre 1023">
            <a:extLst>
              <a:ext uri="{FF2B5EF4-FFF2-40B4-BE49-F238E27FC236}">
                <a16:creationId xmlns:a16="http://schemas.microsoft.com/office/drawing/2014/main" id="{7F5DEB5B-EED6-DF4D-EC57-9AB02038E764}"/>
              </a:ext>
            </a:extLst>
          </p:cNvPr>
          <p:cNvSpPr/>
          <p:nvPr/>
        </p:nvSpPr>
        <p:spPr>
          <a:xfrm>
            <a:off x="10975916" y="3973908"/>
            <a:ext cx="514467" cy="570180"/>
          </a:xfrm>
          <a:prstGeom prst="can">
            <a:avLst>
              <a:gd name="adj" fmla="val 33599"/>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042" name="Connecteur droit avec flèche 1041">
            <a:extLst>
              <a:ext uri="{FF2B5EF4-FFF2-40B4-BE49-F238E27FC236}">
                <a16:creationId xmlns:a16="http://schemas.microsoft.com/office/drawing/2014/main" id="{01587672-CEEA-B39C-08F9-64CF6AA415AC}"/>
              </a:ext>
            </a:extLst>
          </p:cNvPr>
          <p:cNvCxnSpPr>
            <a:cxnSpLocks/>
          </p:cNvCxnSpPr>
          <p:nvPr/>
        </p:nvCxnSpPr>
        <p:spPr>
          <a:xfrm>
            <a:off x="9980597" y="4328886"/>
            <a:ext cx="992203" cy="0"/>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1043" name="Connecteur droit avec flèche 1042">
            <a:extLst>
              <a:ext uri="{FF2B5EF4-FFF2-40B4-BE49-F238E27FC236}">
                <a16:creationId xmlns:a16="http://schemas.microsoft.com/office/drawing/2014/main" id="{0A06DFD0-EB70-1DC5-2E5D-B785B5E06D6B}"/>
              </a:ext>
            </a:extLst>
          </p:cNvPr>
          <p:cNvCxnSpPr>
            <a:cxnSpLocks/>
          </p:cNvCxnSpPr>
          <p:nvPr/>
        </p:nvCxnSpPr>
        <p:spPr>
          <a:xfrm>
            <a:off x="9991725" y="4177594"/>
            <a:ext cx="986155" cy="0"/>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pic>
        <p:nvPicPr>
          <p:cNvPr id="1050" name="Image 1049">
            <a:extLst>
              <a:ext uri="{FF2B5EF4-FFF2-40B4-BE49-F238E27FC236}">
                <a16:creationId xmlns:a16="http://schemas.microsoft.com/office/drawing/2014/main" id="{106C8CED-E407-C98E-7116-3C9E402C2529}"/>
              </a:ext>
            </a:extLst>
          </p:cNvPr>
          <p:cNvPicPr>
            <a:picLocks noChangeAspect="1"/>
          </p:cNvPicPr>
          <p:nvPr/>
        </p:nvPicPr>
        <p:blipFill rotWithShape="1">
          <a:blip r:embed="rId6"/>
          <a:srcRect r="2176" b="17661"/>
          <a:stretch/>
        </p:blipFill>
        <p:spPr>
          <a:xfrm>
            <a:off x="9719357" y="3082163"/>
            <a:ext cx="379748" cy="319636"/>
          </a:xfrm>
          <a:prstGeom prst="rect">
            <a:avLst/>
          </a:prstGeom>
        </p:spPr>
      </p:pic>
      <p:pic>
        <p:nvPicPr>
          <p:cNvPr id="1054" name="Image 1053">
            <a:extLst>
              <a:ext uri="{FF2B5EF4-FFF2-40B4-BE49-F238E27FC236}">
                <a16:creationId xmlns:a16="http://schemas.microsoft.com/office/drawing/2014/main" id="{A97B834C-0572-1802-20D9-481F16571A30}"/>
              </a:ext>
            </a:extLst>
          </p:cNvPr>
          <p:cNvPicPr>
            <a:picLocks noChangeAspect="1"/>
          </p:cNvPicPr>
          <p:nvPr/>
        </p:nvPicPr>
        <p:blipFill rotWithShape="1">
          <a:blip r:embed="rId3"/>
          <a:srcRect l="20141" r="21734" b="16138"/>
          <a:stretch/>
        </p:blipFill>
        <p:spPr>
          <a:xfrm rot="10800000">
            <a:off x="1511091" y="5507946"/>
            <a:ext cx="397390" cy="573347"/>
          </a:xfrm>
          <a:prstGeom prst="rect">
            <a:avLst/>
          </a:prstGeom>
        </p:spPr>
      </p:pic>
      <p:pic>
        <p:nvPicPr>
          <p:cNvPr id="1055" name="Image 1054">
            <a:extLst>
              <a:ext uri="{FF2B5EF4-FFF2-40B4-BE49-F238E27FC236}">
                <a16:creationId xmlns:a16="http://schemas.microsoft.com/office/drawing/2014/main" id="{E0C262EF-609D-3836-8311-D7A479D0419C}"/>
              </a:ext>
            </a:extLst>
          </p:cNvPr>
          <p:cNvPicPr>
            <a:picLocks noChangeAspect="1"/>
          </p:cNvPicPr>
          <p:nvPr/>
        </p:nvPicPr>
        <p:blipFill rotWithShape="1">
          <a:blip r:embed="rId3"/>
          <a:srcRect l="20141" r="21734" b="16138"/>
          <a:stretch/>
        </p:blipFill>
        <p:spPr>
          <a:xfrm rot="10800000">
            <a:off x="2022101" y="5510983"/>
            <a:ext cx="397390" cy="573347"/>
          </a:xfrm>
          <a:prstGeom prst="rect">
            <a:avLst/>
          </a:prstGeom>
        </p:spPr>
      </p:pic>
      <p:pic>
        <p:nvPicPr>
          <p:cNvPr id="1058" name="Image 1057">
            <a:extLst>
              <a:ext uri="{FF2B5EF4-FFF2-40B4-BE49-F238E27FC236}">
                <a16:creationId xmlns:a16="http://schemas.microsoft.com/office/drawing/2014/main" id="{7311D17D-9D3C-363D-2703-2B8A7A54E7ED}"/>
              </a:ext>
            </a:extLst>
          </p:cNvPr>
          <p:cNvPicPr>
            <a:picLocks noChangeAspect="1"/>
          </p:cNvPicPr>
          <p:nvPr/>
        </p:nvPicPr>
        <p:blipFill rotWithShape="1">
          <a:blip r:embed="rId3"/>
          <a:srcRect l="20141" r="21734" b="16138"/>
          <a:stretch/>
        </p:blipFill>
        <p:spPr>
          <a:xfrm>
            <a:off x="7809947" y="1301715"/>
            <a:ext cx="397390" cy="573347"/>
          </a:xfrm>
          <a:prstGeom prst="rect">
            <a:avLst/>
          </a:prstGeom>
        </p:spPr>
      </p:pic>
      <p:pic>
        <p:nvPicPr>
          <p:cNvPr id="1059" name="Image 1058">
            <a:extLst>
              <a:ext uri="{FF2B5EF4-FFF2-40B4-BE49-F238E27FC236}">
                <a16:creationId xmlns:a16="http://schemas.microsoft.com/office/drawing/2014/main" id="{C5564A36-A91E-65FD-386A-621C8E83E254}"/>
              </a:ext>
            </a:extLst>
          </p:cNvPr>
          <p:cNvPicPr>
            <a:picLocks noChangeAspect="1"/>
          </p:cNvPicPr>
          <p:nvPr/>
        </p:nvPicPr>
        <p:blipFill rotWithShape="1">
          <a:blip r:embed="rId3"/>
          <a:srcRect l="20141" r="21734" b="16138"/>
          <a:stretch/>
        </p:blipFill>
        <p:spPr>
          <a:xfrm>
            <a:off x="9216523" y="1301715"/>
            <a:ext cx="397390" cy="573347"/>
          </a:xfrm>
          <a:prstGeom prst="rect">
            <a:avLst/>
          </a:prstGeom>
        </p:spPr>
      </p:pic>
      <p:pic>
        <p:nvPicPr>
          <p:cNvPr id="1060" name="Image 1059">
            <a:extLst>
              <a:ext uri="{FF2B5EF4-FFF2-40B4-BE49-F238E27FC236}">
                <a16:creationId xmlns:a16="http://schemas.microsoft.com/office/drawing/2014/main" id="{1383ACE0-2060-7503-8DCE-275A49AF5A67}"/>
              </a:ext>
            </a:extLst>
          </p:cNvPr>
          <p:cNvPicPr>
            <a:picLocks noChangeAspect="1"/>
          </p:cNvPicPr>
          <p:nvPr/>
        </p:nvPicPr>
        <p:blipFill rotWithShape="1">
          <a:blip r:embed="rId3"/>
          <a:srcRect l="20141" r="21734" b="16138"/>
          <a:stretch/>
        </p:blipFill>
        <p:spPr>
          <a:xfrm>
            <a:off x="7015183" y="363627"/>
            <a:ext cx="397390" cy="573347"/>
          </a:xfrm>
          <a:prstGeom prst="rect">
            <a:avLst/>
          </a:prstGeom>
        </p:spPr>
      </p:pic>
      <p:pic>
        <p:nvPicPr>
          <p:cNvPr id="1061" name="Image 1060">
            <a:extLst>
              <a:ext uri="{FF2B5EF4-FFF2-40B4-BE49-F238E27FC236}">
                <a16:creationId xmlns:a16="http://schemas.microsoft.com/office/drawing/2014/main" id="{8721BF74-B709-E426-400C-0FD2E637E83A}"/>
              </a:ext>
            </a:extLst>
          </p:cNvPr>
          <p:cNvPicPr>
            <a:picLocks noChangeAspect="1"/>
          </p:cNvPicPr>
          <p:nvPr/>
        </p:nvPicPr>
        <p:blipFill rotWithShape="1">
          <a:blip r:embed="rId3"/>
          <a:srcRect l="20141" r="21734" b="16138"/>
          <a:stretch/>
        </p:blipFill>
        <p:spPr>
          <a:xfrm rot="10800000">
            <a:off x="6371430" y="4691462"/>
            <a:ext cx="397390" cy="573347"/>
          </a:xfrm>
          <a:prstGeom prst="rect">
            <a:avLst/>
          </a:prstGeom>
        </p:spPr>
      </p:pic>
      <p:pic>
        <p:nvPicPr>
          <p:cNvPr id="1062" name="Image 1061">
            <a:extLst>
              <a:ext uri="{FF2B5EF4-FFF2-40B4-BE49-F238E27FC236}">
                <a16:creationId xmlns:a16="http://schemas.microsoft.com/office/drawing/2014/main" id="{B4130070-DB58-7CB9-C0DA-4986DBFC72EF}"/>
              </a:ext>
            </a:extLst>
          </p:cNvPr>
          <p:cNvPicPr>
            <a:picLocks noChangeAspect="1"/>
          </p:cNvPicPr>
          <p:nvPr/>
        </p:nvPicPr>
        <p:blipFill rotWithShape="1">
          <a:blip r:embed="rId3"/>
          <a:srcRect l="20141" r="21734" b="16138"/>
          <a:stretch/>
        </p:blipFill>
        <p:spPr>
          <a:xfrm rot="10800000">
            <a:off x="9216523" y="4746075"/>
            <a:ext cx="397390" cy="573347"/>
          </a:xfrm>
          <a:prstGeom prst="rect">
            <a:avLst/>
          </a:prstGeom>
        </p:spPr>
      </p:pic>
      <p:pic>
        <p:nvPicPr>
          <p:cNvPr id="1063" name="Image 1062">
            <a:extLst>
              <a:ext uri="{FF2B5EF4-FFF2-40B4-BE49-F238E27FC236}">
                <a16:creationId xmlns:a16="http://schemas.microsoft.com/office/drawing/2014/main" id="{39B1AC02-8F80-0B91-CD59-C5FD36F95ECC}"/>
              </a:ext>
            </a:extLst>
          </p:cNvPr>
          <p:cNvPicPr>
            <a:picLocks noChangeAspect="1"/>
          </p:cNvPicPr>
          <p:nvPr/>
        </p:nvPicPr>
        <p:blipFill rotWithShape="1">
          <a:blip r:embed="rId3"/>
          <a:srcRect l="20141" r="21734" b="16138"/>
          <a:stretch/>
        </p:blipFill>
        <p:spPr>
          <a:xfrm rot="10800000">
            <a:off x="11034453" y="4723648"/>
            <a:ext cx="397390" cy="573347"/>
          </a:xfrm>
          <a:prstGeom prst="rect">
            <a:avLst/>
          </a:prstGeom>
        </p:spPr>
      </p:pic>
      <p:cxnSp>
        <p:nvCxnSpPr>
          <p:cNvPr id="1065" name="Connecteur droit 1064">
            <a:extLst>
              <a:ext uri="{FF2B5EF4-FFF2-40B4-BE49-F238E27FC236}">
                <a16:creationId xmlns:a16="http://schemas.microsoft.com/office/drawing/2014/main" id="{0A996AB5-C2B4-4605-A3F1-641F072F763A}"/>
              </a:ext>
            </a:extLst>
          </p:cNvPr>
          <p:cNvCxnSpPr>
            <a:cxnSpLocks/>
            <a:stCxn id="1053" idx="2"/>
          </p:cNvCxnSpPr>
          <p:nvPr/>
        </p:nvCxnSpPr>
        <p:spPr>
          <a:xfrm flipH="1" flipV="1">
            <a:off x="1202267" y="4923860"/>
            <a:ext cx="4332" cy="584087"/>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66" name="Connecteur droit 1065">
            <a:extLst>
              <a:ext uri="{FF2B5EF4-FFF2-40B4-BE49-F238E27FC236}">
                <a16:creationId xmlns:a16="http://schemas.microsoft.com/office/drawing/2014/main" id="{E19CE6F9-E2BA-3004-7731-DFC8FF9FC221}"/>
              </a:ext>
            </a:extLst>
          </p:cNvPr>
          <p:cNvCxnSpPr>
            <a:cxnSpLocks/>
          </p:cNvCxnSpPr>
          <p:nvPr/>
        </p:nvCxnSpPr>
        <p:spPr>
          <a:xfrm flipV="1">
            <a:off x="1691949" y="5141372"/>
            <a:ext cx="0" cy="362418"/>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69" name="Connecteur droit 1068">
            <a:extLst>
              <a:ext uri="{FF2B5EF4-FFF2-40B4-BE49-F238E27FC236}">
                <a16:creationId xmlns:a16="http://schemas.microsoft.com/office/drawing/2014/main" id="{26527A18-F681-EEEA-C0FC-DCCE684BFF93}"/>
              </a:ext>
            </a:extLst>
          </p:cNvPr>
          <p:cNvCxnSpPr>
            <a:cxnSpLocks/>
          </p:cNvCxnSpPr>
          <p:nvPr/>
        </p:nvCxnSpPr>
        <p:spPr>
          <a:xfrm flipV="1">
            <a:off x="2220796" y="4978136"/>
            <a:ext cx="0" cy="535217"/>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72" name="Connecteur droit 1071">
            <a:extLst>
              <a:ext uri="{FF2B5EF4-FFF2-40B4-BE49-F238E27FC236}">
                <a16:creationId xmlns:a16="http://schemas.microsoft.com/office/drawing/2014/main" id="{63B7814A-B643-84F2-495E-2C6D894F2732}"/>
              </a:ext>
            </a:extLst>
          </p:cNvPr>
          <p:cNvCxnSpPr>
            <a:cxnSpLocks/>
          </p:cNvCxnSpPr>
          <p:nvPr/>
        </p:nvCxnSpPr>
        <p:spPr>
          <a:xfrm flipV="1">
            <a:off x="4033760" y="4340521"/>
            <a:ext cx="0" cy="362418"/>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73" name="Connecteur droit 1072">
            <a:extLst>
              <a:ext uri="{FF2B5EF4-FFF2-40B4-BE49-F238E27FC236}">
                <a16:creationId xmlns:a16="http://schemas.microsoft.com/office/drawing/2014/main" id="{DD436DB3-B28B-46EF-9C7B-A0C237F98E11}"/>
              </a:ext>
            </a:extLst>
          </p:cNvPr>
          <p:cNvCxnSpPr>
            <a:cxnSpLocks/>
          </p:cNvCxnSpPr>
          <p:nvPr/>
        </p:nvCxnSpPr>
        <p:spPr>
          <a:xfrm flipV="1">
            <a:off x="6561657" y="4068233"/>
            <a:ext cx="0" cy="614604"/>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75" name="Connecteur droit 1074">
            <a:extLst>
              <a:ext uri="{FF2B5EF4-FFF2-40B4-BE49-F238E27FC236}">
                <a16:creationId xmlns:a16="http://schemas.microsoft.com/office/drawing/2014/main" id="{30DC0F58-ABAF-31A0-83D6-D9002D2EDD67}"/>
              </a:ext>
            </a:extLst>
          </p:cNvPr>
          <p:cNvCxnSpPr>
            <a:cxnSpLocks/>
          </p:cNvCxnSpPr>
          <p:nvPr/>
        </p:nvCxnSpPr>
        <p:spPr>
          <a:xfrm flipV="1">
            <a:off x="9406742" y="4377267"/>
            <a:ext cx="0" cy="374502"/>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79" name="Connecteur droit 1078">
            <a:extLst>
              <a:ext uri="{FF2B5EF4-FFF2-40B4-BE49-F238E27FC236}">
                <a16:creationId xmlns:a16="http://schemas.microsoft.com/office/drawing/2014/main" id="{6CF69823-1ADA-8C98-F502-15FCC08822AB}"/>
              </a:ext>
            </a:extLst>
          </p:cNvPr>
          <p:cNvCxnSpPr>
            <a:cxnSpLocks/>
          </p:cNvCxnSpPr>
          <p:nvPr/>
        </p:nvCxnSpPr>
        <p:spPr>
          <a:xfrm flipV="1">
            <a:off x="11233148" y="4356837"/>
            <a:ext cx="0" cy="374502"/>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0" name="Connecteur droit 1079">
            <a:extLst>
              <a:ext uri="{FF2B5EF4-FFF2-40B4-BE49-F238E27FC236}">
                <a16:creationId xmlns:a16="http://schemas.microsoft.com/office/drawing/2014/main" id="{05E855D3-25C9-7B77-C85C-E1D4650AA19D}"/>
              </a:ext>
            </a:extLst>
          </p:cNvPr>
          <p:cNvCxnSpPr>
            <a:cxnSpLocks/>
          </p:cNvCxnSpPr>
          <p:nvPr/>
        </p:nvCxnSpPr>
        <p:spPr>
          <a:xfrm flipV="1">
            <a:off x="9419166" y="1866596"/>
            <a:ext cx="0" cy="313571"/>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2" name="Connecteur droit 1081">
            <a:extLst>
              <a:ext uri="{FF2B5EF4-FFF2-40B4-BE49-F238E27FC236}">
                <a16:creationId xmlns:a16="http://schemas.microsoft.com/office/drawing/2014/main" id="{EDE0B250-C12E-9062-1C04-F0E281F690BA}"/>
              </a:ext>
            </a:extLst>
          </p:cNvPr>
          <p:cNvCxnSpPr>
            <a:cxnSpLocks/>
          </p:cNvCxnSpPr>
          <p:nvPr/>
        </p:nvCxnSpPr>
        <p:spPr>
          <a:xfrm flipV="1">
            <a:off x="8012875" y="1866595"/>
            <a:ext cx="0" cy="577217"/>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4" name="Connecteur droit 1083">
            <a:extLst>
              <a:ext uri="{FF2B5EF4-FFF2-40B4-BE49-F238E27FC236}">
                <a16:creationId xmlns:a16="http://schemas.microsoft.com/office/drawing/2014/main" id="{9333D626-6821-7F84-8F86-B1ED8015285D}"/>
              </a:ext>
            </a:extLst>
          </p:cNvPr>
          <p:cNvCxnSpPr>
            <a:cxnSpLocks/>
          </p:cNvCxnSpPr>
          <p:nvPr/>
        </p:nvCxnSpPr>
        <p:spPr>
          <a:xfrm flipV="1">
            <a:off x="6561657" y="1866596"/>
            <a:ext cx="0" cy="313571"/>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5" name="Connecteur droit 1084">
            <a:extLst>
              <a:ext uri="{FF2B5EF4-FFF2-40B4-BE49-F238E27FC236}">
                <a16:creationId xmlns:a16="http://schemas.microsoft.com/office/drawing/2014/main" id="{5BC6845C-6308-C6BE-9AB4-E584C89ABA35}"/>
              </a:ext>
            </a:extLst>
          </p:cNvPr>
          <p:cNvCxnSpPr>
            <a:cxnSpLocks/>
          </p:cNvCxnSpPr>
          <p:nvPr/>
        </p:nvCxnSpPr>
        <p:spPr>
          <a:xfrm flipV="1">
            <a:off x="5153868" y="1870829"/>
            <a:ext cx="0" cy="1753751"/>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7" name="Connecteur droit 1086">
            <a:extLst>
              <a:ext uri="{FF2B5EF4-FFF2-40B4-BE49-F238E27FC236}">
                <a16:creationId xmlns:a16="http://schemas.microsoft.com/office/drawing/2014/main" id="{4992B2B5-C806-BDC6-70C5-736CDF5B0262}"/>
              </a:ext>
            </a:extLst>
          </p:cNvPr>
          <p:cNvCxnSpPr>
            <a:cxnSpLocks/>
          </p:cNvCxnSpPr>
          <p:nvPr/>
        </p:nvCxnSpPr>
        <p:spPr>
          <a:xfrm flipV="1">
            <a:off x="7213878" y="936974"/>
            <a:ext cx="0" cy="303393"/>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9" name="Connecteur droit 1088">
            <a:extLst>
              <a:ext uri="{FF2B5EF4-FFF2-40B4-BE49-F238E27FC236}">
                <a16:creationId xmlns:a16="http://schemas.microsoft.com/office/drawing/2014/main" id="{C3AC47CA-77A0-65AA-0A32-D1F7DAAA65FD}"/>
              </a:ext>
            </a:extLst>
          </p:cNvPr>
          <p:cNvCxnSpPr>
            <a:cxnSpLocks/>
          </p:cNvCxnSpPr>
          <p:nvPr/>
        </p:nvCxnSpPr>
        <p:spPr>
          <a:xfrm flipV="1">
            <a:off x="3277310" y="1870829"/>
            <a:ext cx="0" cy="2178018"/>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1109" name="ZoneTexte 1108">
            <a:extLst>
              <a:ext uri="{FF2B5EF4-FFF2-40B4-BE49-F238E27FC236}">
                <a16:creationId xmlns:a16="http://schemas.microsoft.com/office/drawing/2014/main" id="{894E893E-11C9-979A-D98B-CA2F175EB6C7}"/>
              </a:ext>
            </a:extLst>
          </p:cNvPr>
          <p:cNvSpPr txBox="1"/>
          <p:nvPr/>
        </p:nvSpPr>
        <p:spPr>
          <a:xfrm>
            <a:off x="1055354" y="6119089"/>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a:t>
            </a:r>
          </a:p>
        </p:txBody>
      </p:sp>
      <p:sp>
        <p:nvSpPr>
          <p:cNvPr id="1110" name="ZoneTexte 1109">
            <a:extLst>
              <a:ext uri="{FF2B5EF4-FFF2-40B4-BE49-F238E27FC236}">
                <a16:creationId xmlns:a16="http://schemas.microsoft.com/office/drawing/2014/main" id="{FA60BA74-40E2-500A-209C-6659534085A3}"/>
              </a:ext>
            </a:extLst>
          </p:cNvPr>
          <p:cNvSpPr txBox="1"/>
          <p:nvPr/>
        </p:nvSpPr>
        <p:spPr>
          <a:xfrm>
            <a:off x="1555530" y="6121151"/>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S2</a:t>
            </a:r>
          </a:p>
        </p:txBody>
      </p:sp>
      <p:sp>
        <p:nvSpPr>
          <p:cNvPr id="1111" name="ZoneTexte 1110">
            <a:extLst>
              <a:ext uri="{FF2B5EF4-FFF2-40B4-BE49-F238E27FC236}">
                <a16:creationId xmlns:a16="http://schemas.microsoft.com/office/drawing/2014/main" id="{0BC96452-018C-9F0F-5ADF-8874F58EBD15}"/>
              </a:ext>
            </a:extLst>
          </p:cNvPr>
          <p:cNvSpPr txBox="1"/>
          <p:nvPr/>
        </p:nvSpPr>
        <p:spPr>
          <a:xfrm>
            <a:off x="2059713" y="6121151"/>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S3</a:t>
            </a:r>
          </a:p>
        </p:txBody>
      </p:sp>
      <p:sp>
        <p:nvSpPr>
          <p:cNvPr id="1112" name="ZoneTexte 1111">
            <a:extLst>
              <a:ext uri="{FF2B5EF4-FFF2-40B4-BE49-F238E27FC236}">
                <a16:creationId xmlns:a16="http://schemas.microsoft.com/office/drawing/2014/main" id="{5A6D0029-EA48-6615-96DD-35A9456FD1FD}"/>
              </a:ext>
            </a:extLst>
          </p:cNvPr>
          <p:cNvSpPr txBox="1"/>
          <p:nvPr/>
        </p:nvSpPr>
        <p:spPr>
          <a:xfrm>
            <a:off x="3882573" y="5296996"/>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S5</a:t>
            </a:r>
          </a:p>
        </p:txBody>
      </p:sp>
      <p:sp>
        <p:nvSpPr>
          <p:cNvPr id="1113" name="ZoneTexte 1112">
            <a:extLst>
              <a:ext uri="{FF2B5EF4-FFF2-40B4-BE49-F238E27FC236}">
                <a16:creationId xmlns:a16="http://schemas.microsoft.com/office/drawing/2014/main" id="{FBC4FE3E-E5E6-F76F-03E1-0C676AB37F69}"/>
              </a:ext>
            </a:extLst>
          </p:cNvPr>
          <p:cNvSpPr txBox="1"/>
          <p:nvPr/>
        </p:nvSpPr>
        <p:spPr>
          <a:xfrm>
            <a:off x="6397380" y="5307053"/>
            <a:ext cx="35218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S13</a:t>
            </a:r>
          </a:p>
        </p:txBody>
      </p:sp>
      <p:sp>
        <p:nvSpPr>
          <p:cNvPr id="1114" name="ZoneTexte 1113">
            <a:extLst>
              <a:ext uri="{FF2B5EF4-FFF2-40B4-BE49-F238E27FC236}">
                <a16:creationId xmlns:a16="http://schemas.microsoft.com/office/drawing/2014/main" id="{0DAA77A0-955B-6EA7-89DB-C944D2C391A8}"/>
              </a:ext>
            </a:extLst>
          </p:cNvPr>
          <p:cNvSpPr txBox="1"/>
          <p:nvPr/>
        </p:nvSpPr>
        <p:spPr>
          <a:xfrm>
            <a:off x="9239123" y="5307052"/>
            <a:ext cx="35218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S14</a:t>
            </a:r>
          </a:p>
        </p:txBody>
      </p:sp>
      <p:sp>
        <p:nvSpPr>
          <p:cNvPr id="1115" name="ZoneTexte 1114">
            <a:extLst>
              <a:ext uri="{FF2B5EF4-FFF2-40B4-BE49-F238E27FC236}">
                <a16:creationId xmlns:a16="http://schemas.microsoft.com/office/drawing/2014/main" id="{46AB9EDA-9B00-FE02-82FD-EBE8CF793A9B}"/>
              </a:ext>
            </a:extLst>
          </p:cNvPr>
          <p:cNvSpPr txBox="1"/>
          <p:nvPr/>
        </p:nvSpPr>
        <p:spPr>
          <a:xfrm>
            <a:off x="11057054" y="5287647"/>
            <a:ext cx="35218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S15</a:t>
            </a:r>
          </a:p>
        </p:txBody>
      </p:sp>
      <p:cxnSp>
        <p:nvCxnSpPr>
          <p:cNvPr id="1118" name="Connecteur droit 1117">
            <a:extLst>
              <a:ext uri="{FF2B5EF4-FFF2-40B4-BE49-F238E27FC236}">
                <a16:creationId xmlns:a16="http://schemas.microsoft.com/office/drawing/2014/main" id="{337E74B3-0AF9-A1F6-0086-D2302A689630}"/>
              </a:ext>
            </a:extLst>
          </p:cNvPr>
          <p:cNvCxnSpPr>
            <a:cxnSpLocks/>
          </p:cNvCxnSpPr>
          <p:nvPr/>
        </p:nvCxnSpPr>
        <p:spPr>
          <a:xfrm flipV="1">
            <a:off x="9419166" y="3123920"/>
            <a:ext cx="0" cy="156913"/>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119" name="Connecteur droit 1118">
            <a:extLst>
              <a:ext uri="{FF2B5EF4-FFF2-40B4-BE49-F238E27FC236}">
                <a16:creationId xmlns:a16="http://schemas.microsoft.com/office/drawing/2014/main" id="{BEF94F6A-647A-E70F-C32C-72CE8968C5F9}"/>
              </a:ext>
            </a:extLst>
          </p:cNvPr>
          <p:cNvCxnSpPr>
            <a:cxnSpLocks/>
          </p:cNvCxnSpPr>
          <p:nvPr/>
        </p:nvCxnSpPr>
        <p:spPr>
          <a:xfrm flipV="1">
            <a:off x="8012875" y="3123919"/>
            <a:ext cx="0" cy="500661"/>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1129" name="ZoneTexte 1128">
            <a:extLst>
              <a:ext uri="{FF2B5EF4-FFF2-40B4-BE49-F238E27FC236}">
                <a16:creationId xmlns:a16="http://schemas.microsoft.com/office/drawing/2014/main" id="{20515F3B-B03A-7DA9-9E44-72DE15F7A62C}"/>
              </a:ext>
            </a:extLst>
          </p:cNvPr>
          <p:cNvSpPr txBox="1"/>
          <p:nvPr/>
        </p:nvSpPr>
        <p:spPr>
          <a:xfrm>
            <a:off x="3437905" y="1447218"/>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S4</a:t>
            </a:r>
          </a:p>
        </p:txBody>
      </p:sp>
      <p:sp>
        <p:nvSpPr>
          <p:cNvPr id="1130" name="ZoneTexte 1129">
            <a:extLst>
              <a:ext uri="{FF2B5EF4-FFF2-40B4-BE49-F238E27FC236}">
                <a16:creationId xmlns:a16="http://schemas.microsoft.com/office/drawing/2014/main" id="{FB9F160C-4B30-0B21-DA5A-16A678914EA0}"/>
              </a:ext>
            </a:extLst>
          </p:cNvPr>
          <p:cNvSpPr txBox="1"/>
          <p:nvPr/>
        </p:nvSpPr>
        <p:spPr>
          <a:xfrm>
            <a:off x="5298551" y="1447218"/>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S6</a:t>
            </a:r>
          </a:p>
        </p:txBody>
      </p:sp>
      <p:sp>
        <p:nvSpPr>
          <p:cNvPr id="1131" name="ZoneTexte 1130">
            <a:extLst>
              <a:ext uri="{FF2B5EF4-FFF2-40B4-BE49-F238E27FC236}">
                <a16:creationId xmlns:a16="http://schemas.microsoft.com/office/drawing/2014/main" id="{3E2C3FDB-15EF-21D2-9C48-2C6592BD7C01}"/>
              </a:ext>
            </a:extLst>
          </p:cNvPr>
          <p:cNvSpPr txBox="1"/>
          <p:nvPr/>
        </p:nvSpPr>
        <p:spPr>
          <a:xfrm>
            <a:off x="6706081" y="1447218"/>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S7</a:t>
            </a:r>
          </a:p>
        </p:txBody>
      </p:sp>
      <p:sp>
        <p:nvSpPr>
          <p:cNvPr id="1132" name="ZoneTexte 1131">
            <a:extLst>
              <a:ext uri="{FF2B5EF4-FFF2-40B4-BE49-F238E27FC236}">
                <a16:creationId xmlns:a16="http://schemas.microsoft.com/office/drawing/2014/main" id="{243BC232-6E01-51D3-D7E5-646393F0D457}"/>
              </a:ext>
            </a:extLst>
          </p:cNvPr>
          <p:cNvSpPr txBox="1"/>
          <p:nvPr/>
        </p:nvSpPr>
        <p:spPr>
          <a:xfrm>
            <a:off x="8170055" y="1447218"/>
            <a:ext cx="36509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S10</a:t>
            </a:r>
          </a:p>
        </p:txBody>
      </p:sp>
      <p:sp>
        <p:nvSpPr>
          <p:cNvPr id="1133" name="ZoneTexte 1132">
            <a:extLst>
              <a:ext uri="{FF2B5EF4-FFF2-40B4-BE49-F238E27FC236}">
                <a16:creationId xmlns:a16="http://schemas.microsoft.com/office/drawing/2014/main" id="{83FDFAF9-BFAD-039E-FB32-16593E0B6DF9}"/>
              </a:ext>
            </a:extLst>
          </p:cNvPr>
          <p:cNvSpPr txBox="1"/>
          <p:nvPr/>
        </p:nvSpPr>
        <p:spPr>
          <a:xfrm>
            <a:off x="8152985" y="2721058"/>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S8</a:t>
            </a:r>
          </a:p>
        </p:txBody>
      </p:sp>
      <p:sp>
        <p:nvSpPr>
          <p:cNvPr id="1134" name="ZoneTexte 1133">
            <a:extLst>
              <a:ext uri="{FF2B5EF4-FFF2-40B4-BE49-F238E27FC236}">
                <a16:creationId xmlns:a16="http://schemas.microsoft.com/office/drawing/2014/main" id="{8DF73215-DC25-B507-558C-E28843ADFB86}"/>
              </a:ext>
            </a:extLst>
          </p:cNvPr>
          <p:cNvSpPr txBox="1"/>
          <p:nvPr/>
        </p:nvSpPr>
        <p:spPr>
          <a:xfrm>
            <a:off x="9525496" y="2740279"/>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S9</a:t>
            </a:r>
          </a:p>
        </p:txBody>
      </p:sp>
      <p:sp>
        <p:nvSpPr>
          <p:cNvPr id="1135" name="ZoneTexte 1134">
            <a:extLst>
              <a:ext uri="{FF2B5EF4-FFF2-40B4-BE49-F238E27FC236}">
                <a16:creationId xmlns:a16="http://schemas.microsoft.com/office/drawing/2014/main" id="{30BBCC37-462D-C0B1-15E2-661216EC5B29}"/>
              </a:ext>
            </a:extLst>
          </p:cNvPr>
          <p:cNvSpPr txBox="1"/>
          <p:nvPr/>
        </p:nvSpPr>
        <p:spPr>
          <a:xfrm>
            <a:off x="9556763" y="1447218"/>
            <a:ext cx="36509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S11</a:t>
            </a:r>
          </a:p>
        </p:txBody>
      </p:sp>
      <p:sp>
        <p:nvSpPr>
          <p:cNvPr id="1136" name="ZoneTexte 1135">
            <a:extLst>
              <a:ext uri="{FF2B5EF4-FFF2-40B4-BE49-F238E27FC236}">
                <a16:creationId xmlns:a16="http://schemas.microsoft.com/office/drawing/2014/main" id="{2071547C-99BE-EF42-AB80-9258F97C5DC6}"/>
              </a:ext>
            </a:extLst>
          </p:cNvPr>
          <p:cNvSpPr txBox="1"/>
          <p:nvPr/>
        </p:nvSpPr>
        <p:spPr>
          <a:xfrm>
            <a:off x="7370373" y="520151"/>
            <a:ext cx="36509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S12</a:t>
            </a:r>
          </a:p>
        </p:txBody>
      </p:sp>
    </p:spTree>
    <p:extLst>
      <p:ext uri="{BB962C8B-B14F-4D97-AF65-F5344CB8AC3E}">
        <p14:creationId xmlns:p14="http://schemas.microsoft.com/office/powerpoint/2010/main" val="60665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10" fill="hold"/>
                                        <p:tgtEl>
                                          <p:spTgt spid="23"/>
                                        </p:tgtEl>
                                        <p:attrNameLst>
                                          <p:attrName>stroke.color</p:attrName>
                                        </p:attrNameLst>
                                      </p:cBhvr>
                                      <p:to>
                                        <a:srgbClr val="56BF7B"/>
                                      </p:to>
                                    </p:animClr>
                                    <p:set>
                                      <p:cBhvr>
                                        <p:cTn id="7" dur="10" fill="hold"/>
                                        <p:tgtEl>
                                          <p:spTgt spid="23"/>
                                        </p:tgtEl>
                                        <p:attrNameLst>
                                          <p:attrName>stroke.on</p:attrName>
                                        </p:attrNameLst>
                                      </p:cBhvr>
                                      <p:to>
                                        <p:strVal val="true"/>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childTnLst>
                                </p:cTn>
                              </p:par>
                              <p:par>
                                <p:cTn id="12" presetID="7" presetClass="emph" presetSubtype="2" fill="hold" nodeType="withEffect">
                                  <p:stCondLst>
                                    <p:cond delay="0"/>
                                  </p:stCondLst>
                                  <p:childTnLst>
                                    <p:animClr clrSpc="rgb" dir="cw">
                                      <p:cBhvr>
                                        <p:cTn id="13" dur="10" fill="hold"/>
                                        <p:tgtEl>
                                          <p:spTgt spid="51"/>
                                        </p:tgtEl>
                                        <p:attrNameLst>
                                          <p:attrName>stroke.color</p:attrName>
                                        </p:attrNameLst>
                                      </p:cBhvr>
                                      <p:to>
                                        <a:srgbClr val="56BF7B"/>
                                      </p:to>
                                    </p:animClr>
                                    <p:set>
                                      <p:cBhvr>
                                        <p:cTn id="14" dur="10" fill="hold"/>
                                        <p:tgtEl>
                                          <p:spTgt spid="51"/>
                                        </p:tgtEl>
                                        <p:attrNameLst>
                                          <p:attrName>stroke.on</p:attrName>
                                        </p:attrNameLst>
                                      </p:cBhvr>
                                      <p:to>
                                        <p:strVal val="true"/>
                                      </p:to>
                                    </p:set>
                                  </p:childTnLst>
                                </p:cTn>
                              </p:par>
                              <p:par>
                                <p:cTn id="15" presetID="1" presetClass="entr" presetSubtype="0" fill="hold" nodeType="withEffect">
                                  <p:stCondLst>
                                    <p:cond delay="0"/>
                                  </p:stCondLst>
                                  <p:childTnLst>
                                    <p:set>
                                      <p:cBhvr>
                                        <p:cTn id="16" dur="1" fill="hold">
                                          <p:stCondLst>
                                            <p:cond delay="0"/>
                                          </p:stCondLst>
                                        </p:cTn>
                                        <p:tgtEl>
                                          <p:spTgt spid="1104"/>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105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7" presetClass="emph" presetSubtype="2" fill="hold" nodeType="withEffect">
                                  <p:stCondLst>
                                    <p:cond delay="0"/>
                                  </p:stCondLst>
                                  <p:childTnLst>
                                    <p:animClr clrSpc="rgb" dir="cw">
                                      <p:cBhvr>
                                        <p:cTn id="24" dur="10" fill="hold"/>
                                        <p:tgtEl>
                                          <p:spTgt spid="1031"/>
                                        </p:tgtEl>
                                        <p:attrNameLst>
                                          <p:attrName>stroke.color</p:attrName>
                                        </p:attrNameLst>
                                      </p:cBhvr>
                                      <p:to>
                                        <a:srgbClr val="56BF7B"/>
                                      </p:to>
                                    </p:animClr>
                                    <p:set>
                                      <p:cBhvr>
                                        <p:cTn id="25" dur="10" fill="hold"/>
                                        <p:tgtEl>
                                          <p:spTgt spid="1031"/>
                                        </p:tgtEl>
                                        <p:attrNameLst>
                                          <p:attrName>stroke.on</p:attrName>
                                        </p:attrNameLst>
                                      </p:cBhvr>
                                      <p:to>
                                        <p:strVal val="true"/>
                                      </p:to>
                                    </p:set>
                                  </p:childTnLst>
                                </p:cTn>
                              </p:par>
                              <p:par>
                                <p:cTn id="26" presetID="1" presetClass="entr" presetSubtype="0" fill="hold" nodeType="withEffect">
                                  <p:stCondLst>
                                    <p:cond delay="0"/>
                                  </p:stCondLst>
                                  <p:childTnLst>
                                    <p:set>
                                      <p:cBhvr>
                                        <p:cTn id="27" dur="1" fill="hold">
                                          <p:stCondLst>
                                            <p:cond delay="0"/>
                                          </p:stCondLst>
                                        </p:cTn>
                                        <p:tgtEl>
                                          <p:spTgt spid="1098"/>
                                        </p:tgtEl>
                                        <p:attrNameLst>
                                          <p:attrName>style.visibility</p:attrName>
                                        </p:attrNameLst>
                                      </p:cBhvr>
                                      <p:to>
                                        <p:strVal val="visible"/>
                                      </p:to>
                                    </p:set>
                                  </p:childTnLst>
                                </p:cTn>
                              </p:par>
                              <p:par>
                                <p:cTn id="28" presetID="1" presetClass="exit" presetSubtype="0" fill="hold" nodeType="withEffect">
                                  <p:stCondLst>
                                    <p:cond delay="0"/>
                                  </p:stCondLst>
                                  <p:childTnLst>
                                    <p:set>
                                      <p:cBhvr>
                                        <p:cTn id="29" dur="1" fill="hold">
                                          <p:stCondLst>
                                            <p:cond delay="0"/>
                                          </p:stCondLst>
                                        </p:cTn>
                                        <p:tgtEl>
                                          <p:spTgt spid="1052"/>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5"/>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105"/>
                                        </p:tgtEl>
                                        <p:attrNameLst>
                                          <p:attrName>style.visibility</p:attrName>
                                        </p:attrNameLst>
                                      </p:cBhvr>
                                      <p:to>
                                        <p:strVal val="visible"/>
                                      </p:to>
                                    </p:set>
                                  </p:childTnLst>
                                </p:cTn>
                              </p:par>
                              <p:par>
                                <p:cTn id="36" presetID="1" presetClass="exit" presetSubtype="0" fill="hold" nodeType="withEffect">
                                  <p:stCondLst>
                                    <p:cond delay="0"/>
                                  </p:stCondLst>
                                  <p:childTnLst>
                                    <p:set>
                                      <p:cBhvr>
                                        <p:cTn id="37" dur="1" fill="hold">
                                          <p:stCondLst>
                                            <p:cond delay="0"/>
                                          </p:stCondLst>
                                        </p:cTn>
                                        <p:tgtEl>
                                          <p:spTgt spid="1051"/>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6"/>
                                        </p:tgtEl>
                                        <p:attrNameLst>
                                          <p:attrName>style.visibility</p:attrName>
                                        </p:attrNameLst>
                                      </p:cBhvr>
                                      <p:to>
                                        <p:strVal val="visible"/>
                                      </p:to>
                                    </p:set>
                                  </p:childTnLst>
                                </p:cTn>
                              </p:par>
                              <p:par>
                                <p:cTn id="42" presetID="7" presetClass="emph" presetSubtype="2" fill="hold" nodeType="withEffect">
                                  <p:stCondLst>
                                    <p:cond delay="0"/>
                                  </p:stCondLst>
                                  <p:childTnLst>
                                    <p:animClr clrSpc="rgb" dir="cw">
                                      <p:cBhvr>
                                        <p:cTn id="43" dur="10" fill="hold"/>
                                        <p:tgtEl>
                                          <p:spTgt spid="25"/>
                                        </p:tgtEl>
                                        <p:attrNameLst>
                                          <p:attrName>stroke.color</p:attrName>
                                        </p:attrNameLst>
                                      </p:cBhvr>
                                      <p:to>
                                        <a:srgbClr val="56BF7B"/>
                                      </p:to>
                                    </p:animClr>
                                    <p:set>
                                      <p:cBhvr>
                                        <p:cTn id="44" dur="10" fill="hold"/>
                                        <p:tgtEl>
                                          <p:spTgt spid="25"/>
                                        </p:tgtEl>
                                        <p:attrNameLst>
                                          <p:attrName>stroke.on</p:attrName>
                                        </p:attrNameLst>
                                      </p:cBhvr>
                                      <p:to>
                                        <p:strVal val="true"/>
                                      </p:to>
                                    </p:set>
                                  </p:childTnLst>
                                </p:cTn>
                              </p:par>
                              <p:par>
                                <p:cTn id="45" presetID="1" presetClass="entr" presetSubtype="0" fill="hold" nodeType="withEffect">
                                  <p:stCondLst>
                                    <p:cond delay="0"/>
                                  </p:stCondLst>
                                  <p:childTnLst>
                                    <p:set>
                                      <p:cBhvr>
                                        <p:cTn id="46" dur="1" fill="hold">
                                          <p:stCondLst>
                                            <p:cond delay="0"/>
                                          </p:stCondLst>
                                        </p:cTn>
                                        <p:tgtEl>
                                          <p:spTgt spid="1100"/>
                                        </p:tgtEl>
                                        <p:attrNameLst>
                                          <p:attrName>style.visibility</p:attrName>
                                        </p:attrNameLst>
                                      </p:cBhvr>
                                      <p:to>
                                        <p:strVal val="visible"/>
                                      </p:to>
                                    </p:set>
                                  </p:childTnLst>
                                </p:cTn>
                              </p:par>
                              <p:par>
                                <p:cTn id="47" presetID="1" presetClass="exit" presetSubtype="0" fill="hold" nodeType="withEffect">
                                  <p:stCondLst>
                                    <p:cond delay="0"/>
                                  </p:stCondLst>
                                  <p:childTnLst>
                                    <p:set>
                                      <p:cBhvr>
                                        <p:cTn id="48" dur="1" fill="hold">
                                          <p:stCondLst>
                                            <p:cond delay="0"/>
                                          </p:stCondLst>
                                        </p:cTn>
                                        <p:tgtEl>
                                          <p:spTgt spid="1056"/>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01"/>
                                        </p:tgtEl>
                                        <p:attrNameLst>
                                          <p:attrName>style.visibility</p:attrName>
                                        </p:attrNameLst>
                                      </p:cBhvr>
                                      <p:to>
                                        <p:strVal val="visible"/>
                                      </p:to>
                                    </p:set>
                                  </p:childTnLst>
                                </p:cTn>
                              </p:par>
                              <p:par>
                                <p:cTn id="55" presetID="1" presetClass="exit" presetSubtype="0" fill="hold" nodeType="withEffect">
                                  <p:stCondLst>
                                    <p:cond delay="0"/>
                                  </p:stCondLst>
                                  <p:childTnLst>
                                    <p:set>
                                      <p:cBhvr>
                                        <p:cTn id="56" dur="1" fill="hold">
                                          <p:stCondLst>
                                            <p:cond delay="0"/>
                                          </p:stCondLst>
                                        </p:cTn>
                                        <p:tgtEl>
                                          <p:spTgt spid="1057"/>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7"/>
                                        </p:tgtEl>
                                        <p:attrNameLst>
                                          <p:attrName>style.visibility</p:attrName>
                                        </p:attrNameLst>
                                      </p:cBhvr>
                                      <p:to>
                                        <p:strVal val="visible"/>
                                      </p:to>
                                    </p:set>
                                  </p:childTnLst>
                                </p:cTn>
                              </p:par>
                              <p:par>
                                <p:cTn id="61" presetID="7" presetClass="emph" presetSubtype="2" fill="hold" nodeType="withEffect">
                                  <p:stCondLst>
                                    <p:cond delay="0"/>
                                  </p:stCondLst>
                                  <p:childTnLst>
                                    <p:animClr clrSpc="rgb" dir="cw">
                                      <p:cBhvr>
                                        <p:cTn id="62" dur="10" fill="hold"/>
                                        <p:tgtEl>
                                          <p:spTgt spid="38"/>
                                        </p:tgtEl>
                                        <p:attrNameLst>
                                          <p:attrName>stroke.color</p:attrName>
                                        </p:attrNameLst>
                                      </p:cBhvr>
                                      <p:to>
                                        <a:srgbClr val="56BF7B"/>
                                      </p:to>
                                    </p:animClr>
                                    <p:set>
                                      <p:cBhvr>
                                        <p:cTn id="63" dur="10" fill="hold"/>
                                        <p:tgtEl>
                                          <p:spTgt spid="38"/>
                                        </p:tgtEl>
                                        <p:attrNameLst>
                                          <p:attrName>stroke.on</p:attrName>
                                        </p:attrNameLst>
                                      </p:cBhvr>
                                      <p:to>
                                        <p:strVal val="true"/>
                                      </p:to>
                                    </p:set>
                                  </p:childTnLst>
                                </p:cTn>
                              </p:par>
                              <p:par>
                                <p:cTn id="64" presetID="1" presetClass="entr" presetSubtype="0" fill="hold" nodeType="withEffect">
                                  <p:stCondLst>
                                    <p:cond delay="0"/>
                                  </p:stCondLst>
                                  <p:childTnLst>
                                    <p:set>
                                      <p:cBhvr>
                                        <p:cTn id="65" dur="1" fill="hold">
                                          <p:stCondLst>
                                            <p:cond delay="0"/>
                                          </p:stCondLst>
                                        </p:cTn>
                                        <p:tgtEl>
                                          <p:spTgt spid="1102"/>
                                        </p:tgtEl>
                                        <p:attrNameLst>
                                          <p:attrName>style.visibility</p:attrName>
                                        </p:attrNameLst>
                                      </p:cBhvr>
                                      <p:to>
                                        <p:strVal val="visible"/>
                                      </p:to>
                                    </p:set>
                                  </p:childTnLst>
                                </p:cTn>
                              </p:par>
                              <p:par>
                                <p:cTn id="66" presetID="1" presetClass="exit" presetSubtype="0" fill="hold" nodeType="withEffect">
                                  <p:stCondLst>
                                    <p:cond delay="0"/>
                                  </p:stCondLst>
                                  <p:childTnLst>
                                    <p:set>
                                      <p:cBhvr>
                                        <p:cTn id="67" dur="1" fill="hold">
                                          <p:stCondLst>
                                            <p:cond delay="0"/>
                                          </p:stCondLst>
                                        </p:cTn>
                                        <p:tgtEl>
                                          <p:spTgt spid="1116"/>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50"/>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1103"/>
                                        </p:tgtEl>
                                        <p:attrNameLst>
                                          <p:attrName>style.visibility</p:attrName>
                                        </p:attrNameLst>
                                      </p:cBhvr>
                                      <p:to>
                                        <p:strVal val="visible"/>
                                      </p:to>
                                    </p:set>
                                  </p:childTnLst>
                                </p:cTn>
                              </p:par>
                              <p:par>
                                <p:cTn id="74" presetID="1" presetClass="exit" presetSubtype="0" fill="hold" nodeType="withEffect">
                                  <p:stCondLst>
                                    <p:cond delay="0"/>
                                  </p:stCondLst>
                                  <p:childTnLst>
                                    <p:set>
                                      <p:cBhvr>
                                        <p:cTn id="75" dur="1" fill="hold">
                                          <p:stCondLst>
                                            <p:cond delay="0"/>
                                          </p:stCondLst>
                                        </p:cTn>
                                        <p:tgtEl>
                                          <p:spTgt spid="1117"/>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55"/>
                                        </p:tgtEl>
                                        <p:attrNameLst>
                                          <p:attrName>style.visibility</p:attrName>
                                        </p:attrNameLst>
                                      </p:cBhvr>
                                      <p:to>
                                        <p:strVal val="visible"/>
                                      </p:to>
                                    </p:set>
                                  </p:childTnLst>
                                </p:cTn>
                              </p:par>
                              <p:par>
                                <p:cTn id="80" presetID="7" presetClass="emph" presetSubtype="2" fill="hold" nodeType="withEffect">
                                  <p:stCondLst>
                                    <p:cond delay="0"/>
                                  </p:stCondLst>
                                  <p:childTnLst>
                                    <p:animClr clrSpc="rgb" dir="cw">
                                      <p:cBhvr>
                                        <p:cTn id="81" dur="10" fill="hold"/>
                                        <p:tgtEl>
                                          <p:spTgt spid="37"/>
                                        </p:tgtEl>
                                        <p:attrNameLst>
                                          <p:attrName>stroke.color</p:attrName>
                                        </p:attrNameLst>
                                      </p:cBhvr>
                                      <p:to>
                                        <a:srgbClr val="56BF7B"/>
                                      </p:to>
                                    </p:animClr>
                                    <p:set>
                                      <p:cBhvr>
                                        <p:cTn id="82" dur="10" fill="hold"/>
                                        <p:tgtEl>
                                          <p:spTgt spid="37"/>
                                        </p:tgtEl>
                                        <p:attrNameLst>
                                          <p:attrName>stroke.on</p:attrName>
                                        </p:attrNameLst>
                                      </p:cBhvr>
                                      <p:to>
                                        <p:strVal val="tru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61"/>
                                        </p:tgtEl>
                                        <p:attrNameLst>
                                          <p:attrName>style.visibility</p:attrName>
                                        </p:attrNameLst>
                                      </p:cBhvr>
                                      <p:to>
                                        <p:strVal val="visible"/>
                                      </p:to>
                                    </p:set>
                                  </p:childTnLst>
                                </p:cTn>
                              </p:par>
                              <p:par>
                                <p:cTn id="91" presetID="7" presetClass="emph" presetSubtype="2" fill="hold" nodeType="withEffect">
                                  <p:stCondLst>
                                    <p:cond delay="0"/>
                                  </p:stCondLst>
                                  <p:childTnLst>
                                    <p:animClr clrSpc="rgb" dir="cw">
                                      <p:cBhvr>
                                        <p:cTn id="92" dur="10" fill="hold"/>
                                        <p:tgtEl>
                                          <p:spTgt spid="21"/>
                                        </p:tgtEl>
                                        <p:attrNameLst>
                                          <p:attrName>stroke.color</p:attrName>
                                        </p:attrNameLst>
                                      </p:cBhvr>
                                      <p:to>
                                        <a:srgbClr val="56BF7B"/>
                                      </p:to>
                                    </p:animClr>
                                    <p:set>
                                      <p:cBhvr>
                                        <p:cTn id="93" dur="10" fill="hold"/>
                                        <p:tgtEl>
                                          <p:spTgt spid="21"/>
                                        </p:tgtEl>
                                        <p:attrNameLst>
                                          <p:attrName>stroke.on</p:attrName>
                                        </p:attrNameLst>
                                      </p:cBhvr>
                                      <p:to>
                                        <p:strVal val="tru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62"/>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1025"/>
                                        </p:tgtEl>
                                        <p:attrNameLst>
                                          <p:attrName>style.visibility</p:attrName>
                                        </p:attrNameLst>
                                      </p:cBhvr>
                                      <p:to>
                                        <p:strVal val="visible"/>
                                      </p:to>
                                    </p:set>
                                  </p:childTnLst>
                                </p:cTn>
                              </p:par>
                              <p:par>
                                <p:cTn id="102" presetID="7" presetClass="emph" presetSubtype="2" fill="hold" nodeType="withEffect">
                                  <p:stCondLst>
                                    <p:cond delay="0"/>
                                  </p:stCondLst>
                                  <p:childTnLst>
                                    <p:animClr clrSpc="rgb" dir="cw">
                                      <p:cBhvr>
                                        <p:cTn id="103" dur="10" fill="hold"/>
                                        <p:tgtEl>
                                          <p:spTgt spid="1028"/>
                                        </p:tgtEl>
                                        <p:attrNameLst>
                                          <p:attrName>stroke.color</p:attrName>
                                        </p:attrNameLst>
                                      </p:cBhvr>
                                      <p:to>
                                        <a:srgbClr val="56BF7B"/>
                                      </p:to>
                                    </p:animClr>
                                    <p:set>
                                      <p:cBhvr>
                                        <p:cTn id="104" dur="10" fill="hold"/>
                                        <p:tgtEl>
                                          <p:spTgt spid="1028"/>
                                        </p:tgtEl>
                                        <p:attrNameLst>
                                          <p:attrName>stroke.on</p:attrName>
                                        </p:attrNameLst>
                                      </p:cBhvr>
                                      <p:to>
                                        <p:strVal val="tru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027"/>
                                        </p:tgtEl>
                                        <p:attrNameLst>
                                          <p:attrName>style.visibility</p:attrName>
                                        </p:attrNameLst>
                                      </p:cBhvr>
                                      <p:to>
                                        <p:strVal val="visible"/>
                                      </p:to>
                                    </p:set>
                                  </p:childTnLst>
                                </p:cTn>
                              </p:par>
                              <p:par>
                                <p:cTn id="109" presetID="7" presetClass="emph" presetSubtype="2" fill="hold" nodeType="withEffect">
                                  <p:stCondLst>
                                    <p:cond delay="0"/>
                                  </p:stCondLst>
                                  <p:childTnLst>
                                    <p:animClr clrSpc="rgb" dir="cw">
                                      <p:cBhvr>
                                        <p:cTn id="110" dur="10" fill="hold"/>
                                        <p:tgtEl>
                                          <p:spTgt spid="57"/>
                                        </p:tgtEl>
                                        <p:attrNameLst>
                                          <p:attrName>stroke.color</p:attrName>
                                        </p:attrNameLst>
                                      </p:cBhvr>
                                      <p:to>
                                        <a:srgbClr val="56BF7B"/>
                                      </p:to>
                                    </p:animClr>
                                    <p:set>
                                      <p:cBhvr>
                                        <p:cTn id="111" dur="10" fill="hold"/>
                                        <p:tgtEl>
                                          <p:spTgt spid="57"/>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P spid="36" grpId="0" animBg="1"/>
      <p:bldP spid="42" grpId="0" animBg="1"/>
      <p:bldP spid="47" grpId="0" animBg="1"/>
      <p:bldP spid="50" grpId="0" animBg="1"/>
      <p:bldP spid="55" grpId="0" animBg="1"/>
      <p:bldP spid="59" grpId="0" animBg="1"/>
      <p:bldP spid="61" grpId="0" animBg="1"/>
      <p:bldP spid="62" grpId="0" animBg="1"/>
      <p:bldP spid="1025" grpId="0" animBg="1"/>
      <p:bldP spid="1027" grpId="0" animBg="1"/>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1" name="Image 1140">
            <a:extLst>
              <a:ext uri="{FF2B5EF4-FFF2-40B4-BE49-F238E27FC236}">
                <a16:creationId xmlns:a16="http://schemas.microsoft.com/office/drawing/2014/main" id="{638F593E-B9D6-373F-F64D-B49875703DAB}"/>
              </a:ext>
            </a:extLst>
          </p:cNvPr>
          <p:cNvPicPr>
            <a:picLocks noChangeAspect="1"/>
          </p:cNvPicPr>
          <p:nvPr/>
        </p:nvPicPr>
        <p:blipFill rotWithShape="1">
          <a:blip r:embed="rId3">
            <a:duotone>
              <a:schemeClr val="accent1">
                <a:shade val="45000"/>
                <a:satMod val="135000"/>
              </a:schemeClr>
              <a:prstClr val="white"/>
            </a:duotone>
          </a:blip>
          <a:srcRect l="20141" r="21734" b="16138"/>
          <a:stretch/>
        </p:blipFill>
        <p:spPr>
          <a:xfrm rot="10800000">
            <a:off x="3843533" y="4691462"/>
            <a:ext cx="397390" cy="573347"/>
          </a:xfrm>
          <a:prstGeom prst="rect">
            <a:avLst/>
          </a:prstGeom>
        </p:spPr>
      </p:pic>
      <p:pic>
        <p:nvPicPr>
          <p:cNvPr id="1051" name="Image 1050">
            <a:extLst>
              <a:ext uri="{FF2B5EF4-FFF2-40B4-BE49-F238E27FC236}">
                <a16:creationId xmlns:a16="http://schemas.microsoft.com/office/drawing/2014/main" id="{21C8BF2D-D5A5-A924-A421-72EFB245F03F}"/>
              </a:ext>
            </a:extLst>
          </p:cNvPr>
          <p:cNvPicPr>
            <a:picLocks noChangeAspect="1"/>
          </p:cNvPicPr>
          <p:nvPr/>
        </p:nvPicPr>
        <p:blipFill rotWithShape="1">
          <a:blip r:embed="rId3"/>
          <a:srcRect l="20141" r="21734" b="16138"/>
          <a:stretch/>
        </p:blipFill>
        <p:spPr>
          <a:xfrm rot="10800000">
            <a:off x="3843533" y="4691462"/>
            <a:ext cx="397390" cy="573347"/>
          </a:xfrm>
          <a:prstGeom prst="rect">
            <a:avLst/>
          </a:prstGeom>
        </p:spPr>
      </p:pic>
      <p:pic>
        <p:nvPicPr>
          <p:cNvPr id="1052" name="Image 1051">
            <a:extLst>
              <a:ext uri="{FF2B5EF4-FFF2-40B4-BE49-F238E27FC236}">
                <a16:creationId xmlns:a16="http://schemas.microsoft.com/office/drawing/2014/main" id="{EA1D5A90-87BF-1E12-AA95-4E9B71F1B1AD}"/>
              </a:ext>
            </a:extLst>
          </p:cNvPr>
          <p:cNvPicPr>
            <a:picLocks noChangeAspect="1"/>
          </p:cNvPicPr>
          <p:nvPr/>
        </p:nvPicPr>
        <p:blipFill rotWithShape="1">
          <a:blip r:embed="rId3"/>
          <a:srcRect l="20141" r="21734" b="16138"/>
          <a:stretch/>
        </p:blipFill>
        <p:spPr>
          <a:xfrm>
            <a:off x="3078615" y="1301715"/>
            <a:ext cx="397390" cy="573347"/>
          </a:xfrm>
          <a:prstGeom prst="rect">
            <a:avLst/>
          </a:prstGeom>
        </p:spPr>
      </p:pic>
      <p:pic>
        <p:nvPicPr>
          <p:cNvPr id="1054" name="Image 1053">
            <a:extLst>
              <a:ext uri="{FF2B5EF4-FFF2-40B4-BE49-F238E27FC236}">
                <a16:creationId xmlns:a16="http://schemas.microsoft.com/office/drawing/2014/main" id="{A97B834C-0572-1802-20D9-481F16571A30}"/>
              </a:ext>
            </a:extLst>
          </p:cNvPr>
          <p:cNvPicPr>
            <a:picLocks noChangeAspect="1"/>
          </p:cNvPicPr>
          <p:nvPr/>
        </p:nvPicPr>
        <p:blipFill rotWithShape="1">
          <a:blip r:embed="rId3"/>
          <a:srcRect l="20141" r="21734" b="16138"/>
          <a:stretch/>
        </p:blipFill>
        <p:spPr>
          <a:xfrm rot="10800000">
            <a:off x="1511091" y="5507946"/>
            <a:ext cx="397390" cy="573347"/>
          </a:xfrm>
          <a:prstGeom prst="rect">
            <a:avLst/>
          </a:prstGeom>
        </p:spPr>
      </p:pic>
      <p:pic>
        <p:nvPicPr>
          <p:cNvPr id="1056" name="Image 1055">
            <a:extLst>
              <a:ext uri="{FF2B5EF4-FFF2-40B4-BE49-F238E27FC236}">
                <a16:creationId xmlns:a16="http://schemas.microsoft.com/office/drawing/2014/main" id="{4A6EF7CC-8A47-7641-98B8-3E5C34000034}"/>
              </a:ext>
            </a:extLst>
          </p:cNvPr>
          <p:cNvPicPr>
            <a:picLocks noChangeAspect="1"/>
          </p:cNvPicPr>
          <p:nvPr/>
        </p:nvPicPr>
        <p:blipFill rotWithShape="1">
          <a:blip r:embed="rId3"/>
          <a:srcRect l="20141" r="21734" b="16138"/>
          <a:stretch/>
        </p:blipFill>
        <p:spPr>
          <a:xfrm>
            <a:off x="4950014" y="1301715"/>
            <a:ext cx="397390" cy="573347"/>
          </a:xfrm>
          <a:prstGeom prst="rect">
            <a:avLst/>
          </a:prstGeom>
        </p:spPr>
      </p:pic>
      <p:pic>
        <p:nvPicPr>
          <p:cNvPr id="1057" name="Image 1056">
            <a:extLst>
              <a:ext uri="{FF2B5EF4-FFF2-40B4-BE49-F238E27FC236}">
                <a16:creationId xmlns:a16="http://schemas.microsoft.com/office/drawing/2014/main" id="{D53874A1-8563-3A0F-F46E-55D9CFA57BDC}"/>
              </a:ext>
            </a:extLst>
          </p:cNvPr>
          <p:cNvPicPr>
            <a:picLocks noChangeAspect="1"/>
          </p:cNvPicPr>
          <p:nvPr/>
        </p:nvPicPr>
        <p:blipFill rotWithShape="1">
          <a:blip r:embed="rId3"/>
          <a:srcRect l="20141" r="21734" b="16138"/>
          <a:stretch/>
        </p:blipFill>
        <p:spPr>
          <a:xfrm>
            <a:off x="6371429" y="1301715"/>
            <a:ext cx="397390" cy="573347"/>
          </a:xfrm>
          <a:prstGeom prst="rect">
            <a:avLst/>
          </a:prstGeom>
        </p:spPr>
      </p:pic>
      <p:pic>
        <p:nvPicPr>
          <p:cNvPr id="1058" name="Image 1057">
            <a:extLst>
              <a:ext uri="{FF2B5EF4-FFF2-40B4-BE49-F238E27FC236}">
                <a16:creationId xmlns:a16="http://schemas.microsoft.com/office/drawing/2014/main" id="{7311D17D-9D3C-363D-2703-2B8A7A54E7ED}"/>
              </a:ext>
            </a:extLst>
          </p:cNvPr>
          <p:cNvPicPr>
            <a:picLocks noChangeAspect="1"/>
          </p:cNvPicPr>
          <p:nvPr/>
        </p:nvPicPr>
        <p:blipFill rotWithShape="1">
          <a:blip r:embed="rId3"/>
          <a:srcRect l="20141" r="21734" b="16138"/>
          <a:stretch/>
        </p:blipFill>
        <p:spPr>
          <a:xfrm>
            <a:off x="7809947" y="1301715"/>
            <a:ext cx="397390" cy="573347"/>
          </a:xfrm>
          <a:prstGeom prst="rect">
            <a:avLst/>
          </a:prstGeom>
        </p:spPr>
      </p:pic>
      <p:pic>
        <p:nvPicPr>
          <p:cNvPr id="1059" name="Image 1058">
            <a:extLst>
              <a:ext uri="{FF2B5EF4-FFF2-40B4-BE49-F238E27FC236}">
                <a16:creationId xmlns:a16="http://schemas.microsoft.com/office/drawing/2014/main" id="{C5564A36-A91E-65FD-386A-621C8E83E254}"/>
              </a:ext>
            </a:extLst>
          </p:cNvPr>
          <p:cNvPicPr>
            <a:picLocks noChangeAspect="1"/>
          </p:cNvPicPr>
          <p:nvPr/>
        </p:nvPicPr>
        <p:blipFill rotWithShape="1">
          <a:blip r:embed="rId3"/>
          <a:srcRect l="20141" r="21734" b="16138"/>
          <a:stretch/>
        </p:blipFill>
        <p:spPr>
          <a:xfrm>
            <a:off x="9216523" y="1301715"/>
            <a:ext cx="397390" cy="573347"/>
          </a:xfrm>
          <a:prstGeom prst="rect">
            <a:avLst/>
          </a:prstGeom>
        </p:spPr>
      </p:pic>
      <p:graphicFrame>
        <p:nvGraphicFramePr>
          <p:cNvPr id="5" name="Tableau 5">
            <a:extLst>
              <a:ext uri="{FF2B5EF4-FFF2-40B4-BE49-F238E27FC236}">
                <a16:creationId xmlns:a16="http://schemas.microsoft.com/office/drawing/2014/main" id="{3D63A8CF-F881-AA04-9FF7-C5E601F9C319}"/>
              </a:ext>
            </a:extLst>
          </p:cNvPr>
          <p:cNvGraphicFramePr>
            <a:graphicFrameLocks noGrp="1"/>
          </p:cNvGraphicFramePr>
          <p:nvPr/>
        </p:nvGraphicFramePr>
        <p:xfrm>
          <a:off x="3329496" y="5749776"/>
          <a:ext cx="8502645" cy="741680"/>
        </p:xfrm>
        <a:graphic>
          <a:graphicData uri="http://schemas.openxmlformats.org/drawingml/2006/table">
            <a:tbl>
              <a:tblPr firstRow="1" bandRow="1">
                <a:tableStyleId>{5C22544A-7EE6-4342-B048-85BDC9FD1C3A}</a:tableStyleId>
              </a:tblPr>
              <a:tblGrid>
                <a:gridCol w="566843">
                  <a:extLst>
                    <a:ext uri="{9D8B030D-6E8A-4147-A177-3AD203B41FA5}">
                      <a16:colId xmlns:a16="http://schemas.microsoft.com/office/drawing/2014/main" val="3074520889"/>
                    </a:ext>
                  </a:extLst>
                </a:gridCol>
                <a:gridCol w="566843">
                  <a:extLst>
                    <a:ext uri="{9D8B030D-6E8A-4147-A177-3AD203B41FA5}">
                      <a16:colId xmlns:a16="http://schemas.microsoft.com/office/drawing/2014/main" val="1977502800"/>
                    </a:ext>
                  </a:extLst>
                </a:gridCol>
                <a:gridCol w="566843">
                  <a:extLst>
                    <a:ext uri="{9D8B030D-6E8A-4147-A177-3AD203B41FA5}">
                      <a16:colId xmlns:a16="http://schemas.microsoft.com/office/drawing/2014/main" val="2250631236"/>
                    </a:ext>
                  </a:extLst>
                </a:gridCol>
                <a:gridCol w="566843">
                  <a:extLst>
                    <a:ext uri="{9D8B030D-6E8A-4147-A177-3AD203B41FA5}">
                      <a16:colId xmlns:a16="http://schemas.microsoft.com/office/drawing/2014/main" val="1976034832"/>
                    </a:ext>
                  </a:extLst>
                </a:gridCol>
                <a:gridCol w="566843">
                  <a:extLst>
                    <a:ext uri="{9D8B030D-6E8A-4147-A177-3AD203B41FA5}">
                      <a16:colId xmlns:a16="http://schemas.microsoft.com/office/drawing/2014/main" val="3785069717"/>
                    </a:ext>
                  </a:extLst>
                </a:gridCol>
                <a:gridCol w="566843">
                  <a:extLst>
                    <a:ext uri="{9D8B030D-6E8A-4147-A177-3AD203B41FA5}">
                      <a16:colId xmlns:a16="http://schemas.microsoft.com/office/drawing/2014/main" val="601941723"/>
                    </a:ext>
                  </a:extLst>
                </a:gridCol>
                <a:gridCol w="566843">
                  <a:extLst>
                    <a:ext uri="{9D8B030D-6E8A-4147-A177-3AD203B41FA5}">
                      <a16:colId xmlns:a16="http://schemas.microsoft.com/office/drawing/2014/main" val="2569856903"/>
                    </a:ext>
                  </a:extLst>
                </a:gridCol>
                <a:gridCol w="566843">
                  <a:extLst>
                    <a:ext uri="{9D8B030D-6E8A-4147-A177-3AD203B41FA5}">
                      <a16:colId xmlns:a16="http://schemas.microsoft.com/office/drawing/2014/main" val="2056896560"/>
                    </a:ext>
                  </a:extLst>
                </a:gridCol>
                <a:gridCol w="566843">
                  <a:extLst>
                    <a:ext uri="{9D8B030D-6E8A-4147-A177-3AD203B41FA5}">
                      <a16:colId xmlns:a16="http://schemas.microsoft.com/office/drawing/2014/main" val="1398429220"/>
                    </a:ext>
                  </a:extLst>
                </a:gridCol>
                <a:gridCol w="566843">
                  <a:extLst>
                    <a:ext uri="{9D8B030D-6E8A-4147-A177-3AD203B41FA5}">
                      <a16:colId xmlns:a16="http://schemas.microsoft.com/office/drawing/2014/main" val="1491505093"/>
                    </a:ext>
                  </a:extLst>
                </a:gridCol>
                <a:gridCol w="566843">
                  <a:extLst>
                    <a:ext uri="{9D8B030D-6E8A-4147-A177-3AD203B41FA5}">
                      <a16:colId xmlns:a16="http://schemas.microsoft.com/office/drawing/2014/main" val="734180611"/>
                    </a:ext>
                  </a:extLst>
                </a:gridCol>
                <a:gridCol w="566843">
                  <a:extLst>
                    <a:ext uri="{9D8B030D-6E8A-4147-A177-3AD203B41FA5}">
                      <a16:colId xmlns:a16="http://schemas.microsoft.com/office/drawing/2014/main" val="3290323442"/>
                    </a:ext>
                  </a:extLst>
                </a:gridCol>
                <a:gridCol w="566843">
                  <a:extLst>
                    <a:ext uri="{9D8B030D-6E8A-4147-A177-3AD203B41FA5}">
                      <a16:colId xmlns:a16="http://schemas.microsoft.com/office/drawing/2014/main" val="565412976"/>
                    </a:ext>
                  </a:extLst>
                </a:gridCol>
                <a:gridCol w="566843">
                  <a:extLst>
                    <a:ext uri="{9D8B030D-6E8A-4147-A177-3AD203B41FA5}">
                      <a16:colId xmlns:a16="http://schemas.microsoft.com/office/drawing/2014/main" val="1924083004"/>
                    </a:ext>
                  </a:extLst>
                </a:gridCol>
                <a:gridCol w="566843">
                  <a:extLst>
                    <a:ext uri="{9D8B030D-6E8A-4147-A177-3AD203B41FA5}">
                      <a16:colId xmlns:a16="http://schemas.microsoft.com/office/drawing/2014/main" val="875973867"/>
                    </a:ext>
                  </a:extLst>
                </a:gridCol>
              </a:tblGrid>
              <a:tr h="370840">
                <a:tc>
                  <a:txBody>
                    <a:bodyPr/>
                    <a:lstStyle/>
                    <a:p>
                      <a:pPr algn="ctr"/>
                      <a:r>
                        <a:rPr lang="fr-FR" sz="1600" dirty="0"/>
                        <a:t>S2</a:t>
                      </a:r>
                    </a:p>
                  </a:txBody>
                  <a:tcPr/>
                </a:tc>
                <a:tc>
                  <a:txBody>
                    <a:bodyPr/>
                    <a:lstStyle/>
                    <a:p>
                      <a:pPr algn="ctr"/>
                      <a:r>
                        <a:rPr lang="fr-FR" sz="1600" dirty="0"/>
                        <a:t>S4</a:t>
                      </a:r>
                    </a:p>
                  </a:txBody>
                  <a:tcPr/>
                </a:tc>
                <a:tc>
                  <a:txBody>
                    <a:bodyPr/>
                    <a:lstStyle/>
                    <a:p>
                      <a:pPr algn="ctr"/>
                      <a:r>
                        <a:rPr lang="fr-FR" sz="1600" dirty="0"/>
                        <a:t>S5</a:t>
                      </a:r>
                    </a:p>
                  </a:txBody>
                  <a:tcPr/>
                </a:tc>
                <a:tc>
                  <a:txBody>
                    <a:bodyPr/>
                    <a:lstStyle/>
                    <a:p>
                      <a:pPr algn="ctr"/>
                      <a:r>
                        <a:rPr lang="fr-FR" sz="1600" dirty="0"/>
                        <a:t>S6</a:t>
                      </a:r>
                    </a:p>
                  </a:txBody>
                  <a:tcPr/>
                </a:tc>
                <a:tc>
                  <a:txBody>
                    <a:bodyPr/>
                    <a:lstStyle/>
                    <a:p>
                      <a:pPr algn="ctr"/>
                      <a:r>
                        <a:rPr lang="fr-FR" sz="1600" dirty="0"/>
                        <a:t>S7</a:t>
                      </a:r>
                    </a:p>
                  </a:txBody>
                  <a:tcPr/>
                </a:tc>
                <a:tc>
                  <a:txBody>
                    <a:bodyPr/>
                    <a:lstStyle/>
                    <a:p>
                      <a:pPr algn="ctr"/>
                      <a:r>
                        <a:rPr lang="fr-FR" sz="1600" dirty="0"/>
                        <a:t>S10</a:t>
                      </a:r>
                    </a:p>
                  </a:txBody>
                  <a:tcPr/>
                </a:tc>
                <a:tc>
                  <a:txBody>
                    <a:bodyPr/>
                    <a:lstStyle/>
                    <a:p>
                      <a:pPr algn="ctr"/>
                      <a:r>
                        <a:rPr lang="fr-FR" sz="1600" dirty="0"/>
                        <a:t>S11</a:t>
                      </a:r>
                    </a:p>
                  </a:txBody>
                  <a:tcPr/>
                </a:tc>
                <a:tc>
                  <a:txBody>
                    <a:bodyPr/>
                    <a:lstStyle/>
                    <a:p>
                      <a:pPr algn="ctr"/>
                      <a:r>
                        <a:rPr lang="fr-FR" sz="1600" dirty="0"/>
                        <a:t>S10</a:t>
                      </a:r>
                    </a:p>
                  </a:txBody>
                  <a:tcPr/>
                </a:tc>
                <a:tc>
                  <a:txBody>
                    <a:bodyPr/>
                    <a:lstStyle/>
                    <a:p>
                      <a:pPr algn="ctr"/>
                      <a:r>
                        <a:rPr lang="fr-FR" sz="1600" dirty="0"/>
                        <a:t>S11</a:t>
                      </a:r>
                    </a:p>
                  </a:txBody>
                  <a:tcPr/>
                </a:tc>
                <a:tc>
                  <a:txBody>
                    <a:bodyPr/>
                    <a:lstStyle/>
                    <a:p>
                      <a:pPr algn="ctr"/>
                      <a:r>
                        <a:rPr lang="fr-FR" sz="1600" dirty="0"/>
                        <a:t>S10</a:t>
                      </a:r>
                    </a:p>
                  </a:txBody>
                  <a:tcPr/>
                </a:tc>
                <a:tc>
                  <a:txBody>
                    <a:bodyPr/>
                    <a:lstStyle/>
                    <a:p>
                      <a:pPr algn="ctr"/>
                      <a:r>
                        <a:rPr lang="fr-FR" sz="1600" dirty="0"/>
                        <a:t>S11</a:t>
                      </a:r>
                    </a:p>
                  </a:txBody>
                  <a:tcPr/>
                </a:tc>
                <a:tc>
                  <a:txBody>
                    <a:bodyPr/>
                    <a:lstStyle/>
                    <a:p>
                      <a:pPr algn="ctr"/>
                      <a:r>
                        <a:rPr lang="fr-FR" sz="1600" dirty="0"/>
                        <a:t>S12</a:t>
                      </a:r>
                    </a:p>
                  </a:txBody>
                  <a:tcPr/>
                </a:tc>
                <a:tc>
                  <a:txBody>
                    <a:bodyPr/>
                    <a:lstStyle/>
                    <a:p>
                      <a:pPr algn="ctr"/>
                      <a:r>
                        <a:rPr lang="fr-FR" sz="1600" dirty="0"/>
                        <a:t>S5</a:t>
                      </a:r>
                    </a:p>
                  </a:txBody>
                  <a:tcPr/>
                </a:tc>
                <a:tc>
                  <a:txBody>
                    <a:bodyPr/>
                    <a:lstStyle/>
                    <a:p>
                      <a:pPr algn="ctr"/>
                      <a:r>
                        <a:rPr lang="fr-FR" sz="1600" dirty="0"/>
                        <a:t>S4</a:t>
                      </a:r>
                    </a:p>
                  </a:txBody>
                  <a:tcPr/>
                </a:tc>
                <a:tc>
                  <a:txBody>
                    <a:bodyPr/>
                    <a:lstStyle/>
                    <a:p>
                      <a:pPr algn="ctr"/>
                      <a:r>
                        <a:rPr lang="fr-FR" sz="1600" dirty="0"/>
                        <a:t>S2</a:t>
                      </a:r>
                    </a:p>
                  </a:txBody>
                  <a:tcPr/>
                </a:tc>
                <a:extLst>
                  <a:ext uri="{0D108BD9-81ED-4DB2-BD59-A6C34878D82A}">
                    <a16:rowId xmlns:a16="http://schemas.microsoft.com/office/drawing/2014/main" val="873312705"/>
                  </a:ext>
                </a:extLst>
              </a:tr>
              <a:tr h="370840">
                <a:tc>
                  <a:txBody>
                    <a:bodyPr/>
                    <a:lstStyle/>
                    <a:p>
                      <a:pPr algn="ctr"/>
                      <a:endParaRPr lang="fr-FR" sz="1600" dirty="0"/>
                    </a:p>
                  </a:txBody>
                  <a:tcPr/>
                </a:tc>
                <a:tc>
                  <a:txBody>
                    <a:bodyPr/>
                    <a:lstStyle/>
                    <a:p>
                      <a:pPr algn="ctr"/>
                      <a:endParaRPr lang="fr-FR" sz="1600" dirty="0"/>
                    </a:p>
                  </a:txBody>
                  <a:tcPr/>
                </a:tc>
                <a:tc>
                  <a:txBody>
                    <a:bodyPr/>
                    <a:lstStyle/>
                    <a:p>
                      <a:pPr algn="ctr"/>
                      <a:endParaRPr lang="fr-FR" sz="1600" dirty="0"/>
                    </a:p>
                  </a:txBody>
                  <a:tcPr/>
                </a:tc>
                <a:tc>
                  <a:txBody>
                    <a:bodyPr/>
                    <a:lstStyle/>
                    <a:p>
                      <a:pPr algn="ctr"/>
                      <a:endParaRPr lang="fr-FR" sz="1600" dirty="0"/>
                    </a:p>
                  </a:txBody>
                  <a:tcPr/>
                </a:tc>
                <a:tc>
                  <a:txBody>
                    <a:bodyPr/>
                    <a:lstStyle/>
                    <a:p>
                      <a:pPr algn="ctr"/>
                      <a:endParaRPr lang="fr-FR" sz="1600"/>
                    </a:p>
                  </a:txBody>
                  <a:tcPr/>
                </a:tc>
                <a:tc>
                  <a:txBody>
                    <a:bodyPr/>
                    <a:lstStyle/>
                    <a:p>
                      <a:pPr algn="ctr"/>
                      <a:endParaRPr lang="fr-FR" sz="1600" dirty="0"/>
                    </a:p>
                  </a:txBody>
                  <a:tcPr/>
                </a:tc>
                <a:tc>
                  <a:txBody>
                    <a:bodyPr/>
                    <a:lstStyle/>
                    <a:p>
                      <a:pPr algn="ctr"/>
                      <a:endParaRPr lang="fr-FR" sz="1600" dirty="0"/>
                    </a:p>
                  </a:txBody>
                  <a:tcPr/>
                </a:tc>
                <a:tc>
                  <a:txBody>
                    <a:bodyPr/>
                    <a:lstStyle/>
                    <a:p>
                      <a:pPr algn="ctr"/>
                      <a:endParaRPr lang="fr-FR" sz="1600" dirty="0"/>
                    </a:p>
                  </a:txBody>
                  <a:tcPr/>
                </a:tc>
                <a:tc>
                  <a:txBody>
                    <a:bodyPr/>
                    <a:lstStyle/>
                    <a:p>
                      <a:pPr algn="ctr"/>
                      <a:endParaRPr lang="fr-FR" sz="1600" dirty="0"/>
                    </a:p>
                  </a:txBody>
                  <a:tcPr/>
                </a:tc>
                <a:tc>
                  <a:txBody>
                    <a:bodyPr/>
                    <a:lstStyle/>
                    <a:p>
                      <a:pPr algn="ctr"/>
                      <a:endParaRPr lang="fr-FR" sz="1600" dirty="0"/>
                    </a:p>
                  </a:txBody>
                  <a:tcPr/>
                </a:tc>
                <a:tc>
                  <a:txBody>
                    <a:bodyPr/>
                    <a:lstStyle/>
                    <a:p>
                      <a:pPr algn="ctr"/>
                      <a:endParaRPr lang="fr-FR" sz="1600" dirty="0"/>
                    </a:p>
                  </a:txBody>
                  <a:tcPr/>
                </a:tc>
                <a:tc>
                  <a:txBody>
                    <a:bodyPr/>
                    <a:lstStyle/>
                    <a:p>
                      <a:pPr algn="ctr"/>
                      <a:endParaRPr lang="fr-FR" sz="1600" dirty="0"/>
                    </a:p>
                  </a:txBody>
                  <a:tcPr/>
                </a:tc>
                <a:tc>
                  <a:txBody>
                    <a:bodyPr/>
                    <a:lstStyle/>
                    <a:p>
                      <a:pPr algn="ctr"/>
                      <a:endParaRPr lang="fr-FR" sz="1600" dirty="0"/>
                    </a:p>
                  </a:txBody>
                  <a:tcPr/>
                </a:tc>
                <a:tc>
                  <a:txBody>
                    <a:bodyPr/>
                    <a:lstStyle/>
                    <a:p>
                      <a:pPr algn="ctr"/>
                      <a:endParaRPr lang="fr-FR" sz="1600" dirty="0"/>
                    </a:p>
                  </a:txBody>
                  <a:tcPr/>
                </a:tc>
                <a:tc>
                  <a:txBody>
                    <a:bodyPr/>
                    <a:lstStyle/>
                    <a:p>
                      <a:pPr algn="ctr"/>
                      <a:endParaRPr lang="fr-FR" sz="1600" dirty="0"/>
                    </a:p>
                  </a:txBody>
                  <a:tcPr/>
                </a:tc>
                <a:extLst>
                  <a:ext uri="{0D108BD9-81ED-4DB2-BD59-A6C34878D82A}">
                    <a16:rowId xmlns:a16="http://schemas.microsoft.com/office/drawing/2014/main" val="2931787522"/>
                  </a:ext>
                </a:extLst>
              </a:tr>
            </a:tbl>
          </a:graphicData>
        </a:graphic>
      </p:graphicFrame>
      <p:sp>
        <p:nvSpPr>
          <p:cNvPr id="8" name="AutoShape 3">
            <a:extLst>
              <a:ext uri="{FF2B5EF4-FFF2-40B4-BE49-F238E27FC236}">
                <a16:creationId xmlns:a16="http://schemas.microsoft.com/office/drawing/2014/main" id="{8E10595D-E8C1-1C63-F9FE-836F436ED3F6}"/>
              </a:ext>
            </a:extLst>
          </p:cNvPr>
          <p:cNvSpPr>
            <a:spLocks noChangeAspect="1" noChangeArrowheads="1" noTextEdit="1"/>
          </p:cNvSpPr>
          <p:nvPr/>
        </p:nvSpPr>
        <p:spPr bwMode="auto">
          <a:xfrm>
            <a:off x="3317558" y="5716270"/>
            <a:ext cx="8537575" cy="77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pic>
        <p:nvPicPr>
          <p:cNvPr id="1125" name="Image 1124">
            <a:extLst>
              <a:ext uri="{FF2B5EF4-FFF2-40B4-BE49-F238E27FC236}">
                <a16:creationId xmlns:a16="http://schemas.microsoft.com/office/drawing/2014/main" id="{11D9BBF3-769E-2958-D1E4-E32AF71AB18E}"/>
              </a:ext>
            </a:extLst>
          </p:cNvPr>
          <p:cNvPicPr>
            <a:picLocks noChangeAspect="1"/>
          </p:cNvPicPr>
          <p:nvPr/>
        </p:nvPicPr>
        <p:blipFill rotWithShape="1">
          <a:blip r:embed="rId3">
            <a:duotone>
              <a:schemeClr val="accent3">
                <a:shade val="45000"/>
                <a:satMod val="135000"/>
              </a:schemeClr>
              <a:prstClr val="white"/>
            </a:duotone>
          </a:blip>
          <a:srcRect l="20141" r="21734" b="16138"/>
          <a:stretch/>
        </p:blipFill>
        <p:spPr>
          <a:xfrm rot="10800000">
            <a:off x="3843533" y="4691462"/>
            <a:ext cx="397390" cy="573347"/>
          </a:xfrm>
          <a:prstGeom prst="rect">
            <a:avLst/>
          </a:prstGeom>
        </p:spPr>
      </p:pic>
      <p:pic>
        <p:nvPicPr>
          <p:cNvPr id="1124" name="Image 1123">
            <a:extLst>
              <a:ext uri="{FF2B5EF4-FFF2-40B4-BE49-F238E27FC236}">
                <a16:creationId xmlns:a16="http://schemas.microsoft.com/office/drawing/2014/main" id="{706A3529-D5BE-93C8-916B-1684D5AA99AC}"/>
              </a:ext>
            </a:extLst>
          </p:cNvPr>
          <p:cNvPicPr>
            <a:picLocks noChangeAspect="1"/>
          </p:cNvPicPr>
          <p:nvPr/>
        </p:nvPicPr>
        <p:blipFill rotWithShape="1">
          <a:blip r:embed="rId3">
            <a:duotone>
              <a:schemeClr val="accent3">
                <a:shade val="45000"/>
                <a:satMod val="135000"/>
              </a:schemeClr>
              <a:prstClr val="white"/>
            </a:duotone>
          </a:blip>
          <a:srcRect l="20141" r="21734" b="16138"/>
          <a:stretch/>
        </p:blipFill>
        <p:spPr>
          <a:xfrm rot="10800000">
            <a:off x="1511091" y="5507946"/>
            <a:ext cx="397390" cy="573347"/>
          </a:xfrm>
          <a:prstGeom prst="rect">
            <a:avLst/>
          </a:prstGeom>
        </p:spPr>
      </p:pic>
      <p:pic>
        <p:nvPicPr>
          <p:cNvPr id="1126" name="Image 1125">
            <a:extLst>
              <a:ext uri="{FF2B5EF4-FFF2-40B4-BE49-F238E27FC236}">
                <a16:creationId xmlns:a16="http://schemas.microsoft.com/office/drawing/2014/main" id="{64C09C17-CCAF-08D2-10E9-8B31B2FF9074}"/>
              </a:ext>
            </a:extLst>
          </p:cNvPr>
          <p:cNvPicPr>
            <a:picLocks noChangeAspect="1"/>
          </p:cNvPicPr>
          <p:nvPr/>
        </p:nvPicPr>
        <p:blipFill rotWithShape="1">
          <a:blip r:embed="rId3">
            <a:duotone>
              <a:schemeClr val="accent3">
                <a:shade val="45000"/>
                <a:satMod val="135000"/>
              </a:schemeClr>
              <a:prstClr val="white"/>
            </a:duotone>
          </a:blip>
          <a:srcRect l="20141" r="21734" b="16138"/>
          <a:stretch/>
        </p:blipFill>
        <p:spPr>
          <a:xfrm>
            <a:off x="3078615" y="1301715"/>
            <a:ext cx="397390" cy="573347"/>
          </a:xfrm>
          <a:prstGeom prst="rect">
            <a:avLst/>
          </a:prstGeom>
        </p:spPr>
      </p:pic>
      <p:pic>
        <p:nvPicPr>
          <p:cNvPr id="1127" name="Image 1126">
            <a:extLst>
              <a:ext uri="{FF2B5EF4-FFF2-40B4-BE49-F238E27FC236}">
                <a16:creationId xmlns:a16="http://schemas.microsoft.com/office/drawing/2014/main" id="{3EB313FD-005F-D889-9E3F-ADE99DABA59E}"/>
              </a:ext>
            </a:extLst>
          </p:cNvPr>
          <p:cNvPicPr>
            <a:picLocks noChangeAspect="1"/>
          </p:cNvPicPr>
          <p:nvPr/>
        </p:nvPicPr>
        <p:blipFill rotWithShape="1">
          <a:blip r:embed="rId3">
            <a:duotone>
              <a:schemeClr val="accent3">
                <a:shade val="45000"/>
                <a:satMod val="135000"/>
              </a:schemeClr>
              <a:prstClr val="white"/>
            </a:duotone>
          </a:blip>
          <a:srcRect l="20141" r="21734" b="16138"/>
          <a:stretch/>
        </p:blipFill>
        <p:spPr>
          <a:xfrm>
            <a:off x="4950014" y="1301715"/>
            <a:ext cx="397390" cy="573347"/>
          </a:xfrm>
          <a:prstGeom prst="rect">
            <a:avLst/>
          </a:prstGeom>
        </p:spPr>
      </p:pic>
      <p:pic>
        <p:nvPicPr>
          <p:cNvPr id="1128" name="Image 1127">
            <a:extLst>
              <a:ext uri="{FF2B5EF4-FFF2-40B4-BE49-F238E27FC236}">
                <a16:creationId xmlns:a16="http://schemas.microsoft.com/office/drawing/2014/main" id="{4A617E94-DE1C-2211-DA0B-6D64563A40BD}"/>
              </a:ext>
            </a:extLst>
          </p:cNvPr>
          <p:cNvPicPr>
            <a:picLocks noChangeAspect="1"/>
          </p:cNvPicPr>
          <p:nvPr/>
        </p:nvPicPr>
        <p:blipFill rotWithShape="1">
          <a:blip r:embed="rId3">
            <a:duotone>
              <a:schemeClr val="accent3">
                <a:shade val="45000"/>
                <a:satMod val="135000"/>
              </a:schemeClr>
              <a:prstClr val="white"/>
            </a:duotone>
          </a:blip>
          <a:srcRect l="20141" r="21734" b="16138"/>
          <a:stretch/>
        </p:blipFill>
        <p:spPr>
          <a:xfrm>
            <a:off x="7809947" y="1301715"/>
            <a:ext cx="397390" cy="573347"/>
          </a:xfrm>
          <a:prstGeom prst="rect">
            <a:avLst/>
          </a:prstGeom>
        </p:spPr>
      </p:pic>
      <p:pic>
        <p:nvPicPr>
          <p:cNvPr id="1137" name="Image 1136">
            <a:extLst>
              <a:ext uri="{FF2B5EF4-FFF2-40B4-BE49-F238E27FC236}">
                <a16:creationId xmlns:a16="http://schemas.microsoft.com/office/drawing/2014/main" id="{561771C9-7B39-A0AE-3DF7-310BC23F403C}"/>
              </a:ext>
            </a:extLst>
          </p:cNvPr>
          <p:cNvPicPr>
            <a:picLocks noChangeAspect="1"/>
          </p:cNvPicPr>
          <p:nvPr/>
        </p:nvPicPr>
        <p:blipFill rotWithShape="1">
          <a:blip r:embed="rId3">
            <a:duotone>
              <a:schemeClr val="accent3">
                <a:shade val="45000"/>
                <a:satMod val="135000"/>
              </a:schemeClr>
              <a:prstClr val="white"/>
            </a:duotone>
          </a:blip>
          <a:srcRect l="20141" r="21734" b="16138"/>
          <a:stretch/>
        </p:blipFill>
        <p:spPr>
          <a:xfrm>
            <a:off x="6371429" y="1301715"/>
            <a:ext cx="397390" cy="573347"/>
          </a:xfrm>
          <a:prstGeom prst="rect">
            <a:avLst/>
          </a:prstGeom>
        </p:spPr>
      </p:pic>
      <p:pic>
        <p:nvPicPr>
          <p:cNvPr id="1138" name="Image 1137">
            <a:extLst>
              <a:ext uri="{FF2B5EF4-FFF2-40B4-BE49-F238E27FC236}">
                <a16:creationId xmlns:a16="http://schemas.microsoft.com/office/drawing/2014/main" id="{638A02B4-D345-B6AC-2792-68FFD39BAEC5}"/>
              </a:ext>
            </a:extLst>
          </p:cNvPr>
          <p:cNvPicPr>
            <a:picLocks noChangeAspect="1"/>
          </p:cNvPicPr>
          <p:nvPr/>
        </p:nvPicPr>
        <p:blipFill rotWithShape="1">
          <a:blip r:embed="rId3">
            <a:duotone>
              <a:schemeClr val="accent3">
                <a:shade val="45000"/>
                <a:satMod val="135000"/>
              </a:schemeClr>
              <a:prstClr val="white"/>
            </a:duotone>
          </a:blip>
          <a:srcRect l="20141" r="21734" b="16138"/>
          <a:stretch/>
        </p:blipFill>
        <p:spPr>
          <a:xfrm>
            <a:off x="9216523" y="1301715"/>
            <a:ext cx="397390" cy="573347"/>
          </a:xfrm>
          <a:prstGeom prst="rect">
            <a:avLst/>
          </a:prstGeom>
        </p:spPr>
      </p:pic>
      <p:pic>
        <p:nvPicPr>
          <p:cNvPr id="1139" name="Image 1138">
            <a:extLst>
              <a:ext uri="{FF2B5EF4-FFF2-40B4-BE49-F238E27FC236}">
                <a16:creationId xmlns:a16="http://schemas.microsoft.com/office/drawing/2014/main" id="{0BC429F2-1808-5E12-6140-5D259474FE1B}"/>
              </a:ext>
            </a:extLst>
          </p:cNvPr>
          <p:cNvPicPr>
            <a:picLocks noChangeAspect="1"/>
          </p:cNvPicPr>
          <p:nvPr/>
        </p:nvPicPr>
        <p:blipFill rotWithShape="1">
          <a:blip r:embed="rId3">
            <a:duotone>
              <a:schemeClr val="accent3">
                <a:shade val="45000"/>
                <a:satMod val="135000"/>
              </a:schemeClr>
              <a:prstClr val="white"/>
            </a:duotone>
          </a:blip>
          <a:srcRect l="20141" r="21734" b="16138"/>
          <a:stretch/>
        </p:blipFill>
        <p:spPr>
          <a:xfrm>
            <a:off x="7015183" y="363627"/>
            <a:ext cx="397390" cy="573347"/>
          </a:xfrm>
          <a:prstGeom prst="rect">
            <a:avLst/>
          </a:prstGeom>
        </p:spPr>
      </p:pic>
      <p:pic>
        <p:nvPicPr>
          <p:cNvPr id="1140" name="Image 1139">
            <a:extLst>
              <a:ext uri="{FF2B5EF4-FFF2-40B4-BE49-F238E27FC236}">
                <a16:creationId xmlns:a16="http://schemas.microsoft.com/office/drawing/2014/main" id="{53973783-23BD-676C-42E9-017AC13D519A}"/>
              </a:ext>
            </a:extLst>
          </p:cNvPr>
          <p:cNvPicPr>
            <a:picLocks noChangeAspect="1"/>
          </p:cNvPicPr>
          <p:nvPr/>
        </p:nvPicPr>
        <p:blipFill rotWithShape="1">
          <a:blip r:embed="rId3">
            <a:duotone>
              <a:schemeClr val="accent1">
                <a:shade val="45000"/>
                <a:satMod val="135000"/>
              </a:schemeClr>
              <a:prstClr val="white"/>
            </a:duotone>
          </a:blip>
          <a:srcRect l="20141" r="21734" b="16138"/>
          <a:stretch/>
        </p:blipFill>
        <p:spPr>
          <a:xfrm>
            <a:off x="9220333" y="1305525"/>
            <a:ext cx="397390" cy="573347"/>
          </a:xfrm>
          <a:prstGeom prst="rect">
            <a:avLst/>
          </a:prstGeom>
        </p:spPr>
      </p:pic>
      <p:cxnSp>
        <p:nvCxnSpPr>
          <p:cNvPr id="43" name="Connecteur droit 42">
            <a:extLst>
              <a:ext uri="{FF2B5EF4-FFF2-40B4-BE49-F238E27FC236}">
                <a16:creationId xmlns:a16="http://schemas.microsoft.com/office/drawing/2014/main" id="{2C5389C8-0287-0597-991C-00D18E843EE1}"/>
              </a:ext>
            </a:extLst>
          </p:cNvPr>
          <p:cNvCxnSpPr>
            <a:cxnSpLocks/>
          </p:cNvCxnSpPr>
          <p:nvPr/>
        </p:nvCxnSpPr>
        <p:spPr>
          <a:xfrm flipH="1" flipV="1">
            <a:off x="2053167" y="4068233"/>
            <a:ext cx="419079" cy="447556"/>
          </a:xfrm>
          <a:prstGeom prst="line">
            <a:avLst/>
          </a:prstGeom>
          <a:ln w="28575"/>
        </p:spPr>
        <p:style>
          <a:lnRef idx="1">
            <a:schemeClr val="dk1"/>
          </a:lnRef>
          <a:fillRef idx="0">
            <a:schemeClr val="dk1"/>
          </a:fillRef>
          <a:effectRef idx="0">
            <a:schemeClr val="dk1"/>
          </a:effectRef>
          <a:fontRef idx="minor">
            <a:schemeClr val="tx1"/>
          </a:fontRef>
        </p:style>
      </p:cxnSp>
      <p:cxnSp>
        <p:nvCxnSpPr>
          <p:cNvPr id="44" name="Connecteur droit 43">
            <a:extLst>
              <a:ext uri="{FF2B5EF4-FFF2-40B4-BE49-F238E27FC236}">
                <a16:creationId xmlns:a16="http://schemas.microsoft.com/office/drawing/2014/main" id="{CDC96E84-849B-FDA6-936E-5B4AE19FB580}"/>
              </a:ext>
            </a:extLst>
          </p:cNvPr>
          <p:cNvCxnSpPr>
            <a:cxnSpLocks/>
          </p:cNvCxnSpPr>
          <p:nvPr/>
        </p:nvCxnSpPr>
        <p:spPr>
          <a:xfrm flipV="1">
            <a:off x="958850" y="4004733"/>
            <a:ext cx="484717" cy="508530"/>
          </a:xfrm>
          <a:prstGeom prst="line">
            <a:avLst/>
          </a:prstGeom>
          <a:ln w="28575"/>
        </p:spPr>
        <p:style>
          <a:lnRef idx="1">
            <a:schemeClr val="dk1"/>
          </a:lnRef>
          <a:fillRef idx="0">
            <a:schemeClr val="dk1"/>
          </a:fillRef>
          <a:effectRef idx="0">
            <a:schemeClr val="dk1"/>
          </a:effectRef>
          <a:fontRef idx="minor">
            <a:schemeClr val="tx1"/>
          </a:fontRef>
        </p:style>
      </p:cxnSp>
      <p:sp>
        <p:nvSpPr>
          <p:cNvPr id="3" name="Espace réservé du texte 2">
            <a:extLst>
              <a:ext uri="{FF2B5EF4-FFF2-40B4-BE49-F238E27FC236}">
                <a16:creationId xmlns:a16="http://schemas.microsoft.com/office/drawing/2014/main" id="{C1DFB3CE-7CA0-9213-5265-F55473AB870C}"/>
              </a:ext>
            </a:extLst>
          </p:cNvPr>
          <p:cNvSpPr>
            <a:spLocks noGrp="1"/>
          </p:cNvSpPr>
          <p:nvPr>
            <p:ph type="body" sz="quarter" idx="35"/>
          </p:nvPr>
        </p:nvSpPr>
        <p:spPr/>
        <p:txBody>
          <a:bodyPr/>
          <a:lstStyle/>
          <a:p>
            <a:r>
              <a:rPr lang="fr-FR" dirty="0"/>
              <a:t>Exemple : Bout en bout – UC2</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Supervision</a:t>
            </a:r>
          </a:p>
        </p:txBody>
      </p:sp>
      <p:sp>
        <p:nvSpPr>
          <p:cNvPr id="26" name="Rectangle 25">
            <a:extLst>
              <a:ext uri="{FF2B5EF4-FFF2-40B4-BE49-F238E27FC236}">
                <a16:creationId xmlns:a16="http://schemas.microsoft.com/office/drawing/2014/main" id="{A19E92F7-3EF1-447B-08EB-22E765738511}"/>
              </a:ext>
            </a:extLst>
          </p:cNvPr>
          <p:cNvSpPr/>
          <p:nvPr/>
        </p:nvSpPr>
        <p:spPr>
          <a:xfrm>
            <a:off x="3784995" y="2114431"/>
            <a:ext cx="514466" cy="2330036"/>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A</a:t>
            </a:r>
          </a:p>
          <a:p>
            <a:pPr algn="ctr"/>
            <a:r>
              <a:rPr lang="fr-FR" dirty="0">
                <a:solidFill>
                  <a:schemeClr val="tx1"/>
                </a:solidFill>
              </a:rPr>
              <a:t>P</a:t>
            </a:r>
            <a:br>
              <a:rPr lang="fr-FR" dirty="0">
                <a:solidFill>
                  <a:schemeClr val="tx1"/>
                </a:solidFill>
              </a:rPr>
            </a:br>
            <a:r>
              <a:rPr lang="fr-FR" dirty="0">
                <a:solidFill>
                  <a:schemeClr val="tx1"/>
                </a:solidFill>
              </a:rPr>
              <a:t>I</a:t>
            </a:r>
            <a:br>
              <a:rPr lang="fr-FR" dirty="0">
                <a:solidFill>
                  <a:schemeClr val="tx1"/>
                </a:solidFill>
              </a:rPr>
            </a:br>
            <a:r>
              <a:rPr lang="fr-FR" dirty="0">
                <a:solidFill>
                  <a:schemeClr val="tx1"/>
                </a:solidFill>
              </a:rPr>
              <a:t>M</a:t>
            </a:r>
          </a:p>
        </p:txBody>
      </p:sp>
      <p:pic>
        <p:nvPicPr>
          <p:cNvPr id="1026" name="Picture 2" descr="User Icons – Download for Free in PNG and SVG">
            <a:extLst>
              <a:ext uri="{FF2B5EF4-FFF2-40B4-BE49-F238E27FC236}">
                <a16:creationId xmlns:a16="http://schemas.microsoft.com/office/drawing/2014/main" id="{668200FC-B23B-DA84-0337-45F6CE98BDD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157" t="20834" r="20157" b="23745"/>
          <a:stretch/>
        </p:blipFill>
        <p:spPr bwMode="auto">
          <a:xfrm>
            <a:off x="242394" y="3684107"/>
            <a:ext cx="538619" cy="53862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4" name="Picture 6" descr="Automatisation - Icônes entreprise gratuites">
            <a:extLst>
              <a:ext uri="{FF2B5EF4-FFF2-40B4-BE49-F238E27FC236}">
                <a16:creationId xmlns:a16="http://schemas.microsoft.com/office/drawing/2014/main" id="{D16DACCE-7A31-F761-C9F2-F561923D34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747" y="3612715"/>
            <a:ext cx="682749" cy="682749"/>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35EB3BB4-1B52-B4D7-B5E5-99427C4C4FD9}"/>
              </a:ext>
            </a:extLst>
          </p:cNvPr>
          <p:cNvSpPr/>
          <p:nvPr/>
        </p:nvSpPr>
        <p:spPr>
          <a:xfrm>
            <a:off x="5997960" y="2114432"/>
            <a:ext cx="1145839" cy="1510148"/>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ESB</a:t>
            </a:r>
          </a:p>
          <a:p>
            <a:pPr algn="ctr"/>
            <a:r>
              <a:rPr lang="fr-FR" sz="1200" dirty="0">
                <a:solidFill>
                  <a:schemeClr val="tx1"/>
                </a:solidFill>
              </a:rPr>
              <a:t>(3 tentatives)</a:t>
            </a:r>
          </a:p>
        </p:txBody>
      </p:sp>
      <p:sp>
        <p:nvSpPr>
          <p:cNvPr id="13" name="Rectangle 12">
            <a:extLst>
              <a:ext uri="{FF2B5EF4-FFF2-40B4-BE49-F238E27FC236}">
                <a16:creationId xmlns:a16="http://schemas.microsoft.com/office/drawing/2014/main" id="{BD13BA52-AD56-DDA2-EE12-6F73C6DFDD3A}"/>
              </a:ext>
            </a:extLst>
          </p:cNvPr>
          <p:cNvSpPr/>
          <p:nvPr/>
        </p:nvSpPr>
        <p:spPr>
          <a:xfrm>
            <a:off x="8842298" y="4048847"/>
            <a:ext cx="1145840" cy="395620"/>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Backend</a:t>
            </a:r>
          </a:p>
        </p:txBody>
      </p:sp>
      <p:cxnSp>
        <p:nvCxnSpPr>
          <p:cNvPr id="23" name="Connecteur droit avec flèche 22">
            <a:extLst>
              <a:ext uri="{FF2B5EF4-FFF2-40B4-BE49-F238E27FC236}">
                <a16:creationId xmlns:a16="http://schemas.microsoft.com/office/drawing/2014/main" id="{04D71F6F-1C9D-F8FC-D8D0-2FFCFCF142A2}"/>
              </a:ext>
            </a:extLst>
          </p:cNvPr>
          <p:cNvCxnSpPr>
            <a:cxnSpLocks/>
            <a:stCxn id="1026" idx="6"/>
            <a:endCxn id="4" idx="1"/>
          </p:cNvCxnSpPr>
          <p:nvPr/>
        </p:nvCxnSpPr>
        <p:spPr>
          <a:xfrm>
            <a:off x="781013" y="3953417"/>
            <a:ext cx="622734" cy="673"/>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pic>
        <p:nvPicPr>
          <p:cNvPr id="31" name="Picture 2" descr="User Icons – Download for Free in PNG and SVG">
            <a:extLst>
              <a:ext uri="{FF2B5EF4-FFF2-40B4-BE49-F238E27FC236}">
                <a16:creationId xmlns:a16="http://schemas.microsoft.com/office/drawing/2014/main" id="{CA552F4A-A921-2F2C-6A10-C292CA10A16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157" t="20834" r="20157" b="23745"/>
          <a:stretch/>
        </p:blipFill>
        <p:spPr bwMode="auto">
          <a:xfrm>
            <a:off x="242394" y="2303097"/>
            <a:ext cx="538619" cy="53862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39" name="Picture 6" descr="Automatisation - Icônes entreprise gratuites">
            <a:extLst>
              <a:ext uri="{FF2B5EF4-FFF2-40B4-BE49-F238E27FC236}">
                <a16:creationId xmlns:a16="http://schemas.microsoft.com/office/drawing/2014/main" id="{165653E7-8086-7A46-C16B-1E0CA03D6A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747" y="2231705"/>
            <a:ext cx="682749" cy="682749"/>
          </a:xfrm>
          <a:prstGeom prst="rect">
            <a:avLst/>
          </a:prstGeom>
          <a:noFill/>
          <a:extLst>
            <a:ext uri="{909E8E84-426E-40DD-AFC4-6F175D3DCCD1}">
              <a14:hiddenFill xmlns:a14="http://schemas.microsoft.com/office/drawing/2010/main">
                <a:solidFill>
                  <a:srgbClr val="FFFFFF"/>
                </a:solidFill>
              </a14:hiddenFill>
            </a:ext>
          </a:extLst>
        </p:spPr>
      </p:pic>
      <p:cxnSp>
        <p:nvCxnSpPr>
          <p:cNvPr id="40" name="Connecteur droit avec flèche 39">
            <a:extLst>
              <a:ext uri="{FF2B5EF4-FFF2-40B4-BE49-F238E27FC236}">
                <a16:creationId xmlns:a16="http://schemas.microsoft.com/office/drawing/2014/main" id="{AF2652C8-281A-DF0D-C83E-C66279B5391B}"/>
              </a:ext>
            </a:extLst>
          </p:cNvPr>
          <p:cNvCxnSpPr>
            <a:cxnSpLocks/>
            <a:stCxn id="31" idx="6"/>
            <a:endCxn id="39" idx="1"/>
          </p:cNvCxnSpPr>
          <p:nvPr/>
        </p:nvCxnSpPr>
        <p:spPr>
          <a:xfrm>
            <a:off x="781013" y="2572407"/>
            <a:ext cx="622734" cy="6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5E002435-AAC4-7579-AA3E-63C7BB33700E}"/>
              </a:ext>
            </a:extLst>
          </p:cNvPr>
          <p:cNvSpPr/>
          <p:nvPr/>
        </p:nvSpPr>
        <p:spPr>
          <a:xfrm>
            <a:off x="957981" y="4515789"/>
            <a:ext cx="1514265" cy="772444"/>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51" name="Rectangle 50">
            <a:extLst>
              <a:ext uri="{FF2B5EF4-FFF2-40B4-BE49-F238E27FC236}">
                <a16:creationId xmlns:a16="http://schemas.microsoft.com/office/drawing/2014/main" id="{CD39ACEB-D5A8-8BC1-992C-9F4F271FBE66}"/>
              </a:ext>
            </a:extLst>
          </p:cNvPr>
          <p:cNvSpPr/>
          <p:nvPr/>
        </p:nvSpPr>
        <p:spPr>
          <a:xfrm>
            <a:off x="1092380" y="4819299"/>
            <a:ext cx="216000" cy="216000"/>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51">
            <a:extLst>
              <a:ext uri="{FF2B5EF4-FFF2-40B4-BE49-F238E27FC236}">
                <a16:creationId xmlns:a16="http://schemas.microsoft.com/office/drawing/2014/main" id="{A8B124AC-2CD8-53A2-A5F6-F18D964195A4}"/>
              </a:ext>
            </a:extLst>
          </p:cNvPr>
          <p:cNvSpPr/>
          <p:nvPr/>
        </p:nvSpPr>
        <p:spPr>
          <a:xfrm>
            <a:off x="1602588" y="4627503"/>
            <a:ext cx="216000" cy="216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3">
            <a:extLst>
              <a:ext uri="{FF2B5EF4-FFF2-40B4-BE49-F238E27FC236}">
                <a16:creationId xmlns:a16="http://schemas.microsoft.com/office/drawing/2014/main" id="{A1502984-0C1E-3FD8-14CC-7065B3007346}"/>
              </a:ext>
            </a:extLst>
          </p:cNvPr>
          <p:cNvSpPr/>
          <p:nvPr/>
        </p:nvSpPr>
        <p:spPr>
          <a:xfrm>
            <a:off x="2112796" y="4815860"/>
            <a:ext cx="216000" cy="216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6" name="Connecteur : en angle 55">
            <a:extLst>
              <a:ext uri="{FF2B5EF4-FFF2-40B4-BE49-F238E27FC236}">
                <a16:creationId xmlns:a16="http://schemas.microsoft.com/office/drawing/2014/main" id="{F7FA7C8A-7B99-766C-3B39-63D7AD002DE4}"/>
              </a:ext>
            </a:extLst>
          </p:cNvPr>
          <p:cNvCxnSpPr>
            <a:stCxn id="51" idx="3"/>
            <a:endCxn id="52" idx="1"/>
          </p:cNvCxnSpPr>
          <p:nvPr/>
        </p:nvCxnSpPr>
        <p:spPr>
          <a:xfrm flipV="1">
            <a:off x="1308380" y="4735503"/>
            <a:ext cx="294208" cy="19179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7" name="Connecteur : en angle 56">
            <a:extLst>
              <a:ext uri="{FF2B5EF4-FFF2-40B4-BE49-F238E27FC236}">
                <a16:creationId xmlns:a16="http://schemas.microsoft.com/office/drawing/2014/main" id="{CA9E5AE7-18BD-164B-FF3D-A4F8ED63DB88}"/>
              </a:ext>
            </a:extLst>
          </p:cNvPr>
          <p:cNvCxnSpPr>
            <a:cxnSpLocks/>
            <a:stCxn id="51" idx="3"/>
            <a:endCxn id="53" idx="1"/>
          </p:cNvCxnSpPr>
          <p:nvPr/>
        </p:nvCxnSpPr>
        <p:spPr>
          <a:xfrm>
            <a:off x="1308380" y="4927299"/>
            <a:ext cx="294208" cy="214073"/>
          </a:xfrm>
          <a:prstGeom prst="bentConnector3">
            <a:avLst/>
          </a:prstGeom>
          <a:ln>
            <a:solidFill>
              <a:schemeClr val="accent3"/>
            </a:solidFill>
            <a:tailEnd type="triangle"/>
          </a:ln>
        </p:spPr>
        <p:style>
          <a:lnRef idx="1">
            <a:schemeClr val="dk1"/>
          </a:lnRef>
          <a:fillRef idx="0">
            <a:schemeClr val="dk1"/>
          </a:fillRef>
          <a:effectRef idx="0">
            <a:schemeClr val="dk1"/>
          </a:effectRef>
          <a:fontRef idx="minor">
            <a:schemeClr val="tx1"/>
          </a:fontRef>
        </p:style>
      </p:cxnSp>
      <p:cxnSp>
        <p:nvCxnSpPr>
          <p:cNvPr id="63" name="Connecteur : en angle 62">
            <a:extLst>
              <a:ext uri="{FF2B5EF4-FFF2-40B4-BE49-F238E27FC236}">
                <a16:creationId xmlns:a16="http://schemas.microsoft.com/office/drawing/2014/main" id="{A91A2165-0AD8-B044-38FF-A9659A3AB00B}"/>
              </a:ext>
            </a:extLst>
          </p:cNvPr>
          <p:cNvCxnSpPr>
            <a:cxnSpLocks/>
            <a:stCxn id="52" idx="3"/>
            <a:endCxn id="54" idx="1"/>
          </p:cNvCxnSpPr>
          <p:nvPr/>
        </p:nvCxnSpPr>
        <p:spPr>
          <a:xfrm>
            <a:off x="1818588" y="4735503"/>
            <a:ext cx="294208" cy="18835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028" name="Connecteur droit avec flèche 1027">
            <a:extLst>
              <a:ext uri="{FF2B5EF4-FFF2-40B4-BE49-F238E27FC236}">
                <a16:creationId xmlns:a16="http://schemas.microsoft.com/office/drawing/2014/main" id="{38EECBB6-357D-D7EE-5D1F-01235EB7C01E}"/>
              </a:ext>
            </a:extLst>
          </p:cNvPr>
          <p:cNvCxnSpPr>
            <a:stCxn id="4" idx="3"/>
          </p:cNvCxnSpPr>
          <p:nvPr/>
        </p:nvCxnSpPr>
        <p:spPr>
          <a:xfrm flipV="1">
            <a:off x="2086496" y="3953417"/>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1031" name="Connecteur : en angle 1030">
            <a:extLst>
              <a:ext uri="{FF2B5EF4-FFF2-40B4-BE49-F238E27FC236}">
                <a16:creationId xmlns:a16="http://schemas.microsoft.com/office/drawing/2014/main" id="{3E5F292C-3326-80A8-C298-7BAC509EE512}"/>
              </a:ext>
            </a:extLst>
          </p:cNvPr>
          <p:cNvCxnSpPr>
            <a:cxnSpLocks/>
          </p:cNvCxnSpPr>
          <p:nvPr/>
        </p:nvCxnSpPr>
        <p:spPr>
          <a:xfrm flipV="1">
            <a:off x="2086496" y="3624580"/>
            <a:ext cx="1693024" cy="247333"/>
          </a:xfrm>
          <a:prstGeom prst="bentConnector3">
            <a:avLst>
              <a:gd name="adj1" fmla="val 76105"/>
            </a:avLst>
          </a:prstGeom>
          <a:ln>
            <a:tailEnd type="triangle"/>
          </a:ln>
        </p:spPr>
        <p:style>
          <a:lnRef idx="1">
            <a:schemeClr val="dk1"/>
          </a:lnRef>
          <a:fillRef idx="0">
            <a:schemeClr val="dk1"/>
          </a:fillRef>
          <a:effectRef idx="0">
            <a:schemeClr val="dk1"/>
          </a:effectRef>
          <a:fontRef idx="minor">
            <a:schemeClr val="tx1"/>
          </a:fontRef>
        </p:style>
      </p:cxnSp>
      <p:cxnSp>
        <p:nvCxnSpPr>
          <p:cNvPr id="1041" name="Connecteur : en angle 1040">
            <a:extLst>
              <a:ext uri="{FF2B5EF4-FFF2-40B4-BE49-F238E27FC236}">
                <a16:creationId xmlns:a16="http://schemas.microsoft.com/office/drawing/2014/main" id="{27A3A428-2533-99E2-BEB5-DEBF7400B234}"/>
              </a:ext>
            </a:extLst>
          </p:cNvPr>
          <p:cNvCxnSpPr>
            <a:cxnSpLocks/>
          </p:cNvCxnSpPr>
          <p:nvPr/>
        </p:nvCxnSpPr>
        <p:spPr>
          <a:xfrm flipV="1">
            <a:off x="2093231" y="2980407"/>
            <a:ext cx="1685029" cy="69443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044" name="Connecteur droit avec flèche 1043">
            <a:extLst>
              <a:ext uri="{FF2B5EF4-FFF2-40B4-BE49-F238E27FC236}">
                <a16:creationId xmlns:a16="http://schemas.microsoft.com/office/drawing/2014/main" id="{FE5E61DA-3E6D-8E72-8FF4-B4A9136EB7CA}"/>
              </a:ext>
            </a:extLst>
          </p:cNvPr>
          <p:cNvCxnSpPr/>
          <p:nvPr/>
        </p:nvCxnSpPr>
        <p:spPr>
          <a:xfrm flipV="1">
            <a:off x="2092895" y="2351039"/>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1045" name="Connecteur : en angle 1044">
            <a:extLst>
              <a:ext uri="{FF2B5EF4-FFF2-40B4-BE49-F238E27FC236}">
                <a16:creationId xmlns:a16="http://schemas.microsoft.com/office/drawing/2014/main" id="{1BD346B1-E4EE-FBE7-E50C-948027B05738}"/>
              </a:ext>
            </a:extLst>
          </p:cNvPr>
          <p:cNvCxnSpPr>
            <a:cxnSpLocks/>
          </p:cNvCxnSpPr>
          <p:nvPr/>
        </p:nvCxnSpPr>
        <p:spPr>
          <a:xfrm>
            <a:off x="2092895" y="2443812"/>
            <a:ext cx="1698499" cy="229973"/>
          </a:xfrm>
          <a:prstGeom prst="bentConnector3">
            <a:avLst>
              <a:gd name="adj1" fmla="val 76021"/>
            </a:avLst>
          </a:prstGeom>
          <a:ln>
            <a:tailEnd type="triangle"/>
          </a:ln>
        </p:spPr>
        <p:style>
          <a:lnRef idx="1">
            <a:schemeClr val="dk1"/>
          </a:lnRef>
          <a:fillRef idx="0">
            <a:schemeClr val="dk1"/>
          </a:fillRef>
          <a:effectRef idx="0">
            <a:schemeClr val="dk1"/>
          </a:effectRef>
          <a:fontRef idx="minor">
            <a:schemeClr val="tx1"/>
          </a:fontRef>
        </p:style>
      </p:cxnSp>
      <p:cxnSp>
        <p:nvCxnSpPr>
          <p:cNvPr id="1046" name="Connecteur : en angle 1045">
            <a:extLst>
              <a:ext uri="{FF2B5EF4-FFF2-40B4-BE49-F238E27FC236}">
                <a16:creationId xmlns:a16="http://schemas.microsoft.com/office/drawing/2014/main" id="{3F115D88-CEEC-7D8E-E9E6-EB3CA63923F5}"/>
              </a:ext>
            </a:extLst>
          </p:cNvPr>
          <p:cNvCxnSpPr>
            <a:cxnSpLocks/>
          </p:cNvCxnSpPr>
          <p:nvPr/>
        </p:nvCxnSpPr>
        <p:spPr>
          <a:xfrm>
            <a:off x="2091267" y="2709333"/>
            <a:ext cx="1686993" cy="27107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047" name="Connecteur : en angle 1046">
            <a:extLst>
              <a:ext uri="{FF2B5EF4-FFF2-40B4-BE49-F238E27FC236}">
                <a16:creationId xmlns:a16="http://schemas.microsoft.com/office/drawing/2014/main" id="{4EB3BA8A-C92F-5AA3-E975-02996B9AE833}"/>
              </a:ext>
            </a:extLst>
          </p:cNvPr>
          <p:cNvCxnSpPr>
            <a:cxnSpLocks/>
            <a:stCxn id="39" idx="3"/>
          </p:cNvCxnSpPr>
          <p:nvPr/>
        </p:nvCxnSpPr>
        <p:spPr>
          <a:xfrm>
            <a:off x="2086496" y="2573080"/>
            <a:ext cx="1691764" cy="712719"/>
          </a:xfrm>
          <a:prstGeom prst="bentConnector3">
            <a:avLst>
              <a:gd name="adj1" fmla="val 63888"/>
            </a:avLst>
          </a:prstGeom>
          <a:ln>
            <a:tailEnd type="triangle"/>
          </a:ln>
        </p:spPr>
        <p:style>
          <a:lnRef idx="1">
            <a:schemeClr val="dk1"/>
          </a:lnRef>
          <a:fillRef idx="0">
            <a:schemeClr val="dk1"/>
          </a:fillRef>
          <a:effectRef idx="0">
            <a:schemeClr val="dk1"/>
          </a:effectRef>
          <a:fontRef idx="minor">
            <a:schemeClr val="tx1"/>
          </a:fontRef>
        </p:style>
      </p:cxnSp>
      <p:cxnSp>
        <p:nvCxnSpPr>
          <p:cNvPr id="19" name="Connecteur droit avec flèche 18">
            <a:extLst>
              <a:ext uri="{FF2B5EF4-FFF2-40B4-BE49-F238E27FC236}">
                <a16:creationId xmlns:a16="http://schemas.microsoft.com/office/drawing/2014/main" id="{814109C2-6DCB-F8E5-8D09-BFFD03F3C316}"/>
              </a:ext>
            </a:extLst>
          </p:cNvPr>
          <p:cNvCxnSpPr/>
          <p:nvPr/>
        </p:nvCxnSpPr>
        <p:spPr>
          <a:xfrm flipV="1">
            <a:off x="4299460" y="2521385"/>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21" name="Connecteur droit avec flèche 20">
            <a:extLst>
              <a:ext uri="{FF2B5EF4-FFF2-40B4-BE49-F238E27FC236}">
                <a16:creationId xmlns:a16="http://schemas.microsoft.com/office/drawing/2014/main" id="{5357F494-759A-376C-5ADA-38396F5D06CF}"/>
              </a:ext>
            </a:extLst>
          </p:cNvPr>
          <p:cNvCxnSpPr/>
          <p:nvPr/>
        </p:nvCxnSpPr>
        <p:spPr>
          <a:xfrm flipV="1">
            <a:off x="4299460" y="3416523"/>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22" name="Connecteur droit avec flèche 21">
            <a:extLst>
              <a:ext uri="{FF2B5EF4-FFF2-40B4-BE49-F238E27FC236}">
                <a16:creationId xmlns:a16="http://schemas.microsoft.com/office/drawing/2014/main" id="{139D491D-0318-E5A1-8D7A-1F6BCC532534}"/>
              </a:ext>
            </a:extLst>
          </p:cNvPr>
          <p:cNvCxnSpPr/>
          <p:nvPr/>
        </p:nvCxnSpPr>
        <p:spPr>
          <a:xfrm flipV="1">
            <a:off x="4291921" y="2359510"/>
            <a:ext cx="1698499" cy="673"/>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a:extLst>
              <a:ext uri="{FF2B5EF4-FFF2-40B4-BE49-F238E27FC236}">
                <a16:creationId xmlns:a16="http://schemas.microsoft.com/office/drawing/2014/main" id="{2F97F03C-6381-640A-9E40-18766A8D04E0}"/>
              </a:ext>
            </a:extLst>
          </p:cNvPr>
          <p:cNvCxnSpPr/>
          <p:nvPr/>
        </p:nvCxnSpPr>
        <p:spPr>
          <a:xfrm flipV="1">
            <a:off x="4291920" y="3265231"/>
            <a:ext cx="1698499" cy="673"/>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sp>
        <p:nvSpPr>
          <p:cNvPr id="30" name="Rectangle 29">
            <a:extLst>
              <a:ext uri="{FF2B5EF4-FFF2-40B4-BE49-F238E27FC236}">
                <a16:creationId xmlns:a16="http://schemas.microsoft.com/office/drawing/2014/main" id="{C98E797F-4EF9-AF6F-395C-B3A5E1F636A4}"/>
              </a:ext>
            </a:extLst>
          </p:cNvPr>
          <p:cNvSpPr/>
          <p:nvPr/>
        </p:nvSpPr>
        <p:spPr>
          <a:xfrm>
            <a:off x="8842298" y="2114432"/>
            <a:ext cx="1145840" cy="395620"/>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Backend</a:t>
            </a:r>
          </a:p>
        </p:txBody>
      </p:sp>
      <p:sp>
        <p:nvSpPr>
          <p:cNvPr id="32" name="Rectangle 31">
            <a:extLst>
              <a:ext uri="{FF2B5EF4-FFF2-40B4-BE49-F238E27FC236}">
                <a16:creationId xmlns:a16="http://schemas.microsoft.com/office/drawing/2014/main" id="{F6674AF0-FD98-072D-6B4F-E237A8EB98D4}"/>
              </a:ext>
            </a:extLst>
          </p:cNvPr>
          <p:cNvSpPr/>
          <p:nvPr/>
        </p:nvSpPr>
        <p:spPr>
          <a:xfrm>
            <a:off x="8842298" y="3209597"/>
            <a:ext cx="1145840" cy="395620"/>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Backend</a:t>
            </a:r>
          </a:p>
        </p:txBody>
      </p:sp>
      <p:cxnSp>
        <p:nvCxnSpPr>
          <p:cNvPr id="37" name="Connecteur droit avec flèche 36">
            <a:extLst>
              <a:ext uri="{FF2B5EF4-FFF2-40B4-BE49-F238E27FC236}">
                <a16:creationId xmlns:a16="http://schemas.microsoft.com/office/drawing/2014/main" id="{EA94E08F-2B47-1A29-1795-8A0A18063C40}"/>
              </a:ext>
            </a:extLst>
          </p:cNvPr>
          <p:cNvCxnSpPr/>
          <p:nvPr/>
        </p:nvCxnSpPr>
        <p:spPr>
          <a:xfrm flipV="1">
            <a:off x="7159393" y="3482718"/>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38" name="Connecteur droit avec flèche 37">
            <a:extLst>
              <a:ext uri="{FF2B5EF4-FFF2-40B4-BE49-F238E27FC236}">
                <a16:creationId xmlns:a16="http://schemas.microsoft.com/office/drawing/2014/main" id="{50C798E0-3DCA-7458-0BDB-F412486F93ED}"/>
              </a:ext>
            </a:extLst>
          </p:cNvPr>
          <p:cNvCxnSpPr/>
          <p:nvPr/>
        </p:nvCxnSpPr>
        <p:spPr>
          <a:xfrm flipV="1">
            <a:off x="7151853" y="3331426"/>
            <a:ext cx="1698499" cy="673"/>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cxnSp>
        <p:nvCxnSpPr>
          <p:cNvPr id="45" name="Connecteur droit avec flèche 44">
            <a:extLst>
              <a:ext uri="{FF2B5EF4-FFF2-40B4-BE49-F238E27FC236}">
                <a16:creationId xmlns:a16="http://schemas.microsoft.com/office/drawing/2014/main" id="{44BAB662-3086-709D-103F-F859C5B437FE}"/>
              </a:ext>
            </a:extLst>
          </p:cNvPr>
          <p:cNvCxnSpPr/>
          <p:nvPr/>
        </p:nvCxnSpPr>
        <p:spPr>
          <a:xfrm flipV="1">
            <a:off x="7147569" y="2387552"/>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46" name="Connecteur droit avec flèche 45">
            <a:extLst>
              <a:ext uri="{FF2B5EF4-FFF2-40B4-BE49-F238E27FC236}">
                <a16:creationId xmlns:a16="http://schemas.microsoft.com/office/drawing/2014/main" id="{8D82478D-9B0D-6E1D-4625-83B813CA04E2}"/>
              </a:ext>
            </a:extLst>
          </p:cNvPr>
          <p:cNvCxnSpPr/>
          <p:nvPr/>
        </p:nvCxnSpPr>
        <p:spPr>
          <a:xfrm flipV="1">
            <a:off x="7140029" y="2236260"/>
            <a:ext cx="1698499" cy="673"/>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cxnSp>
        <p:nvCxnSpPr>
          <p:cNvPr id="48" name="Connecteur droit avec flèche 47">
            <a:extLst>
              <a:ext uri="{FF2B5EF4-FFF2-40B4-BE49-F238E27FC236}">
                <a16:creationId xmlns:a16="http://schemas.microsoft.com/office/drawing/2014/main" id="{1D9A4573-4EC2-71D8-EA35-E7625E836E46}"/>
              </a:ext>
            </a:extLst>
          </p:cNvPr>
          <p:cNvCxnSpPr>
            <a:cxnSpLocks/>
          </p:cNvCxnSpPr>
          <p:nvPr/>
        </p:nvCxnSpPr>
        <p:spPr>
          <a:xfrm>
            <a:off x="4299460" y="4329559"/>
            <a:ext cx="4541328" cy="0"/>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49" name="Connecteur droit avec flèche 48">
            <a:extLst>
              <a:ext uri="{FF2B5EF4-FFF2-40B4-BE49-F238E27FC236}">
                <a16:creationId xmlns:a16="http://schemas.microsoft.com/office/drawing/2014/main" id="{47C265DD-1071-DB29-062F-5B46F1F5F811}"/>
              </a:ext>
            </a:extLst>
          </p:cNvPr>
          <p:cNvCxnSpPr>
            <a:cxnSpLocks/>
          </p:cNvCxnSpPr>
          <p:nvPr/>
        </p:nvCxnSpPr>
        <p:spPr>
          <a:xfrm>
            <a:off x="4306197" y="4177594"/>
            <a:ext cx="4539872" cy="0"/>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cxnSp>
        <p:nvCxnSpPr>
          <p:cNvPr id="58" name="Connecteur : en angle 57">
            <a:extLst>
              <a:ext uri="{FF2B5EF4-FFF2-40B4-BE49-F238E27FC236}">
                <a16:creationId xmlns:a16="http://schemas.microsoft.com/office/drawing/2014/main" id="{A33DEDA4-67AF-6768-67E2-B052591AD7A0}"/>
              </a:ext>
            </a:extLst>
          </p:cNvPr>
          <p:cNvCxnSpPr>
            <a:stCxn id="30" idx="3"/>
            <a:endCxn id="26" idx="0"/>
          </p:cNvCxnSpPr>
          <p:nvPr/>
        </p:nvCxnSpPr>
        <p:spPr>
          <a:xfrm flipH="1" flipV="1">
            <a:off x="4042228" y="2114431"/>
            <a:ext cx="5945910" cy="197811"/>
          </a:xfrm>
          <a:prstGeom prst="bentConnector4">
            <a:avLst>
              <a:gd name="adj1" fmla="val -8117"/>
              <a:gd name="adj2" fmla="val 587941"/>
            </a:avLst>
          </a:prstGeom>
          <a:ln>
            <a:tailEnd type="triangle"/>
          </a:ln>
        </p:spPr>
        <p:style>
          <a:lnRef idx="1">
            <a:schemeClr val="dk1"/>
          </a:lnRef>
          <a:fillRef idx="0">
            <a:schemeClr val="dk1"/>
          </a:fillRef>
          <a:effectRef idx="0">
            <a:schemeClr val="dk1"/>
          </a:effectRef>
          <a:fontRef idx="minor">
            <a:schemeClr val="tx1"/>
          </a:fontRef>
        </p:style>
      </p:cxnSp>
      <p:sp>
        <p:nvSpPr>
          <p:cNvPr id="1024" name="Cylindre 1023">
            <a:extLst>
              <a:ext uri="{FF2B5EF4-FFF2-40B4-BE49-F238E27FC236}">
                <a16:creationId xmlns:a16="http://schemas.microsoft.com/office/drawing/2014/main" id="{7F5DEB5B-EED6-DF4D-EC57-9AB02038E764}"/>
              </a:ext>
            </a:extLst>
          </p:cNvPr>
          <p:cNvSpPr/>
          <p:nvPr/>
        </p:nvSpPr>
        <p:spPr>
          <a:xfrm>
            <a:off x="10975916" y="3973908"/>
            <a:ext cx="514467" cy="570180"/>
          </a:xfrm>
          <a:prstGeom prst="can">
            <a:avLst>
              <a:gd name="adj" fmla="val 33599"/>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042" name="Connecteur droit avec flèche 1041">
            <a:extLst>
              <a:ext uri="{FF2B5EF4-FFF2-40B4-BE49-F238E27FC236}">
                <a16:creationId xmlns:a16="http://schemas.microsoft.com/office/drawing/2014/main" id="{01587672-CEEA-B39C-08F9-64CF6AA415AC}"/>
              </a:ext>
            </a:extLst>
          </p:cNvPr>
          <p:cNvCxnSpPr>
            <a:cxnSpLocks/>
          </p:cNvCxnSpPr>
          <p:nvPr/>
        </p:nvCxnSpPr>
        <p:spPr>
          <a:xfrm>
            <a:off x="9980597" y="4328886"/>
            <a:ext cx="992203" cy="0"/>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1043" name="Connecteur droit avec flèche 1042">
            <a:extLst>
              <a:ext uri="{FF2B5EF4-FFF2-40B4-BE49-F238E27FC236}">
                <a16:creationId xmlns:a16="http://schemas.microsoft.com/office/drawing/2014/main" id="{0A06DFD0-EB70-1DC5-2E5D-B785B5E06D6B}"/>
              </a:ext>
            </a:extLst>
          </p:cNvPr>
          <p:cNvCxnSpPr>
            <a:cxnSpLocks/>
          </p:cNvCxnSpPr>
          <p:nvPr/>
        </p:nvCxnSpPr>
        <p:spPr>
          <a:xfrm>
            <a:off x="9991725" y="4177594"/>
            <a:ext cx="986155" cy="0"/>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pic>
        <p:nvPicPr>
          <p:cNvPr id="1050" name="Image 1049">
            <a:extLst>
              <a:ext uri="{FF2B5EF4-FFF2-40B4-BE49-F238E27FC236}">
                <a16:creationId xmlns:a16="http://schemas.microsoft.com/office/drawing/2014/main" id="{106C8CED-E407-C98E-7116-3C9E402C2529}"/>
              </a:ext>
            </a:extLst>
          </p:cNvPr>
          <p:cNvPicPr>
            <a:picLocks noChangeAspect="1"/>
          </p:cNvPicPr>
          <p:nvPr/>
        </p:nvPicPr>
        <p:blipFill rotWithShape="1">
          <a:blip r:embed="rId6"/>
          <a:srcRect r="2176" b="17661"/>
          <a:stretch/>
        </p:blipFill>
        <p:spPr>
          <a:xfrm>
            <a:off x="9719357" y="3082163"/>
            <a:ext cx="379748" cy="319636"/>
          </a:xfrm>
          <a:prstGeom prst="rect">
            <a:avLst/>
          </a:prstGeom>
        </p:spPr>
      </p:pic>
      <p:pic>
        <p:nvPicPr>
          <p:cNvPr id="1053" name="Image 1052">
            <a:extLst>
              <a:ext uri="{FF2B5EF4-FFF2-40B4-BE49-F238E27FC236}">
                <a16:creationId xmlns:a16="http://schemas.microsoft.com/office/drawing/2014/main" id="{95711108-C513-5E1C-49FC-7107CCEA828C}"/>
              </a:ext>
            </a:extLst>
          </p:cNvPr>
          <p:cNvPicPr>
            <a:picLocks noChangeAspect="1"/>
          </p:cNvPicPr>
          <p:nvPr/>
        </p:nvPicPr>
        <p:blipFill rotWithShape="1">
          <a:blip r:embed="rId3"/>
          <a:srcRect l="20141" r="21734" b="16138"/>
          <a:stretch/>
        </p:blipFill>
        <p:spPr>
          <a:xfrm rot="10800000">
            <a:off x="1007904" y="5507947"/>
            <a:ext cx="397390" cy="573347"/>
          </a:xfrm>
          <a:prstGeom prst="rect">
            <a:avLst/>
          </a:prstGeom>
        </p:spPr>
      </p:pic>
      <p:pic>
        <p:nvPicPr>
          <p:cNvPr id="1055" name="Image 1054">
            <a:extLst>
              <a:ext uri="{FF2B5EF4-FFF2-40B4-BE49-F238E27FC236}">
                <a16:creationId xmlns:a16="http://schemas.microsoft.com/office/drawing/2014/main" id="{E0C262EF-609D-3836-8311-D7A479D0419C}"/>
              </a:ext>
            </a:extLst>
          </p:cNvPr>
          <p:cNvPicPr>
            <a:picLocks noChangeAspect="1"/>
          </p:cNvPicPr>
          <p:nvPr/>
        </p:nvPicPr>
        <p:blipFill rotWithShape="1">
          <a:blip r:embed="rId3"/>
          <a:srcRect l="20141" r="21734" b="16138"/>
          <a:stretch/>
        </p:blipFill>
        <p:spPr>
          <a:xfrm rot="10800000">
            <a:off x="2022101" y="5510983"/>
            <a:ext cx="397390" cy="573347"/>
          </a:xfrm>
          <a:prstGeom prst="rect">
            <a:avLst/>
          </a:prstGeom>
        </p:spPr>
      </p:pic>
      <p:pic>
        <p:nvPicPr>
          <p:cNvPr id="1060" name="Image 1059">
            <a:extLst>
              <a:ext uri="{FF2B5EF4-FFF2-40B4-BE49-F238E27FC236}">
                <a16:creationId xmlns:a16="http://schemas.microsoft.com/office/drawing/2014/main" id="{1383ACE0-2060-7503-8DCE-275A49AF5A67}"/>
              </a:ext>
            </a:extLst>
          </p:cNvPr>
          <p:cNvPicPr>
            <a:picLocks noChangeAspect="1"/>
          </p:cNvPicPr>
          <p:nvPr/>
        </p:nvPicPr>
        <p:blipFill rotWithShape="1">
          <a:blip r:embed="rId3"/>
          <a:srcRect l="20141" r="21734" b="16138"/>
          <a:stretch/>
        </p:blipFill>
        <p:spPr>
          <a:xfrm>
            <a:off x="7015183" y="363627"/>
            <a:ext cx="397390" cy="573347"/>
          </a:xfrm>
          <a:prstGeom prst="rect">
            <a:avLst/>
          </a:prstGeom>
        </p:spPr>
      </p:pic>
      <p:pic>
        <p:nvPicPr>
          <p:cNvPr id="1061" name="Image 1060">
            <a:extLst>
              <a:ext uri="{FF2B5EF4-FFF2-40B4-BE49-F238E27FC236}">
                <a16:creationId xmlns:a16="http://schemas.microsoft.com/office/drawing/2014/main" id="{8721BF74-B709-E426-400C-0FD2E637E83A}"/>
              </a:ext>
            </a:extLst>
          </p:cNvPr>
          <p:cNvPicPr>
            <a:picLocks noChangeAspect="1"/>
          </p:cNvPicPr>
          <p:nvPr/>
        </p:nvPicPr>
        <p:blipFill rotWithShape="1">
          <a:blip r:embed="rId3"/>
          <a:srcRect l="20141" r="21734" b="16138"/>
          <a:stretch/>
        </p:blipFill>
        <p:spPr>
          <a:xfrm rot="10800000">
            <a:off x="6371430" y="4691462"/>
            <a:ext cx="397390" cy="573347"/>
          </a:xfrm>
          <a:prstGeom prst="rect">
            <a:avLst/>
          </a:prstGeom>
        </p:spPr>
      </p:pic>
      <p:pic>
        <p:nvPicPr>
          <p:cNvPr id="1062" name="Image 1061">
            <a:extLst>
              <a:ext uri="{FF2B5EF4-FFF2-40B4-BE49-F238E27FC236}">
                <a16:creationId xmlns:a16="http://schemas.microsoft.com/office/drawing/2014/main" id="{B4130070-DB58-7CB9-C0DA-4986DBFC72EF}"/>
              </a:ext>
            </a:extLst>
          </p:cNvPr>
          <p:cNvPicPr>
            <a:picLocks noChangeAspect="1"/>
          </p:cNvPicPr>
          <p:nvPr/>
        </p:nvPicPr>
        <p:blipFill rotWithShape="1">
          <a:blip r:embed="rId3"/>
          <a:srcRect l="20141" r="21734" b="16138"/>
          <a:stretch/>
        </p:blipFill>
        <p:spPr>
          <a:xfrm rot="10800000">
            <a:off x="9216523" y="4746075"/>
            <a:ext cx="397390" cy="573347"/>
          </a:xfrm>
          <a:prstGeom prst="rect">
            <a:avLst/>
          </a:prstGeom>
        </p:spPr>
      </p:pic>
      <p:pic>
        <p:nvPicPr>
          <p:cNvPr id="1063" name="Image 1062">
            <a:extLst>
              <a:ext uri="{FF2B5EF4-FFF2-40B4-BE49-F238E27FC236}">
                <a16:creationId xmlns:a16="http://schemas.microsoft.com/office/drawing/2014/main" id="{39B1AC02-8F80-0B91-CD59-C5FD36F95ECC}"/>
              </a:ext>
            </a:extLst>
          </p:cNvPr>
          <p:cNvPicPr>
            <a:picLocks noChangeAspect="1"/>
          </p:cNvPicPr>
          <p:nvPr/>
        </p:nvPicPr>
        <p:blipFill rotWithShape="1">
          <a:blip r:embed="rId3"/>
          <a:srcRect l="20141" r="21734" b="16138"/>
          <a:stretch/>
        </p:blipFill>
        <p:spPr>
          <a:xfrm rot="10800000">
            <a:off x="11034453" y="4723648"/>
            <a:ext cx="397390" cy="573347"/>
          </a:xfrm>
          <a:prstGeom prst="rect">
            <a:avLst/>
          </a:prstGeom>
        </p:spPr>
      </p:pic>
      <p:cxnSp>
        <p:nvCxnSpPr>
          <p:cNvPr id="1065" name="Connecteur droit 1064">
            <a:extLst>
              <a:ext uri="{FF2B5EF4-FFF2-40B4-BE49-F238E27FC236}">
                <a16:creationId xmlns:a16="http://schemas.microsoft.com/office/drawing/2014/main" id="{0A996AB5-C2B4-4605-A3F1-641F072F763A}"/>
              </a:ext>
            </a:extLst>
          </p:cNvPr>
          <p:cNvCxnSpPr>
            <a:stCxn id="1053" idx="2"/>
          </p:cNvCxnSpPr>
          <p:nvPr/>
        </p:nvCxnSpPr>
        <p:spPr>
          <a:xfrm flipH="1" flipV="1">
            <a:off x="1202267" y="4923860"/>
            <a:ext cx="4332" cy="584087"/>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66" name="Connecteur droit 1065">
            <a:extLst>
              <a:ext uri="{FF2B5EF4-FFF2-40B4-BE49-F238E27FC236}">
                <a16:creationId xmlns:a16="http://schemas.microsoft.com/office/drawing/2014/main" id="{E19CE6F9-E2BA-3004-7731-DFC8FF9FC221}"/>
              </a:ext>
            </a:extLst>
          </p:cNvPr>
          <p:cNvCxnSpPr>
            <a:cxnSpLocks/>
          </p:cNvCxnSpPr>
          <p:nvPr/>
        </p:nvCxnSpPr>
        <p:spPr>
          <a:xfrm flipV="1">
            <a:off x="1691949" y="5141372"/>
            <a:ext cx="0" cy="362418"/>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69" name="Connecteur droit 1068">
            <a:extLst>
              <a:ext uri="{FF2B5EF4-FFF2-40B4-BE49-F238E27FC236}">
                <a16:creationId xmlns:a16="http://schemas.microsoft.com/office/drawing/2014/main" id="{26527A18-F681-EEEA-C0FC-DCCE684BFF93}"/>
              </a:ext>
            </a:extLst>
          </p:cNvPr>
          <p:cNvCxnSpPr>
            <a:cxnSpLocks/>
          </p:cNvCxnSpPr>
          <p:nvPr/>
        </p:nvCxnSpPr>
        <p:spPr>
          <a:xfrm flipV="1">
            <a:off x="2220796" y="4978136"/>
            <a:ext cx="0" cy="535217"/>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72" name="Connecteur droit 1071">
            <a:extLst>
              <a:ext uri="{FF2B5EF4-FFF2-40B4-BE49-F238E27FC236}">
                <a16:creationId xmlns:a16="http://schemas.microsoft.com/office/drawing/2014/main" id="{63B7814A-B643-84F2-495E-2C6D894F2732}"/>
              </a:ext>
            </a:extLst>
          </p:cNvPr>
          <p:cNvCxnSpPr>
            <a:cxnSpLocks/>
          </p:cNvCxnSpPr>
          <p:nvPr/>
        </p:nvCxnSpPr>
        <p:spPr>
          <a:xfrm flipV="1">
            <a:off x="4033760" y="4340521"/>
            <a:ext cx="0" cy="362418"/>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73" name="Connecteur droit 1072">
            <a:extLst>
              <a:ext uri="{FF2B5EF4-FFF2-40B4-BE49-F238E27FC236}">
                <a16:creationId xmlns:a16="http://schemas.microsoft.com/office/drawing/2014/main" id="{DD436DB3-B28B-46EF-9C7B-A0C237F98E11}"/>
              </a:ext>
            </a:extLst>
          </p:cNvPr>
          <p:cNvCxnSpPr>
            <a:cxnSpLocks/>
          </p:cNvCxnSpPr>
          <p:nvPr/>
        </p:nvCxnSpPr>
        <p:spPr>
          <a:xfrm flipV="1">
            <a:off x="6561657" y="4068233"/>
            <a:ext cx="0" cy="614604"/>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75" name="Connecteur droit 1074">
            <a:extLst>
              <a:ext uri="{FF2B5EF4-FFF2-40B4-BE49-F238E27FC236}">
                <a16:creationId xmlns:a16="http://schemas.microsoft.com/office/drawing/2014/main" id="{30DC0F58-ABAF-31A0-83D6-D9002D2EDD67}"/>
              </a:ext>
            </a:extLst>
          </p:cNvPr>
          <p:cNvCxnSpPr>
            <a:cxnSpLocks/>
          </p:cNvCxnSpPr>
          <p:nvPr/>
        </p:nvCxnSpPr>
        <p:spPr>
          <a:xfrm flipV="1">
            <a:off x="9406742" y="4377267"/>
            <a:ext cx="0" cy="374502"/>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79" name="Connecteur droit 1078">
            <a:extLst>
              <a:ext uri="{FF2B5EF4-FFF2-40B4-BE49-F238E27FC236}">
                <a16:creationId xmlns:a16="http://schemas.microsoft.com/office/drawing/2014/main" id="{6CF69823-1ADA-8C98-F502-15FCC08822AB}"/>
              </a:ext>
            </a:extLst>
          </p:cNvPr>
          <p:cNvCxnSpPr>
            <a:cxnSpLocks/>
          </p:cNvCxnSpPr>
          <p:nvPr/>
        </p:nvCxnSpPr>
        <p:spPr>
          <a:xfrm flipV="1">
            <a:off x="11233148" y="4356837"/>
            <a:ext cx="0" cy="374502"/>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0" name="Connecteur droit 1079">
            <a:extLst>
              <a:ext uri="{FF2B5EF4-FFF2-40B4-BE49-F238E27FC236}">
                <a16:creationId xmlns:a16="http://schemas.microsoft.com/office/drawing/2014/main" id="{05E855D3-25C9-7B77-C85C-E1D4650AA19D}"/>
              </a:ext>
            </a:extLst>
          </p:cNvPr>
          <p:cNvCxnSpPr>
            <a:cxnSpLocks/>
          </p:cNvCxnSpPr>
          <p:nvPr/>
        </p:nvCxnSpPr>
        <p:spPr>
          <a:xfrm flipV="1">
            <a:off x="9419166" y="1866596"/>
            <a:ext cx="0" cy="313571"/>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2" name="Connecteur droit 1081">
            <a:extLst>
              <a:ext uri="{FF2B5EF4-FFF2-40B4-BE49-F238E27FC236}">
                <a16:creationId xmlns:a16="http://schemas.microsoft.com/office/drawing/2014/main" id="{EDE0B250-C12E-9062-1C04-F0E281F690BA}"/>
              </a:ext>
            </a:extLst>
          </p:cNvPr>
          <p:cNvCxnSpPr>
            <a:cxnSpLocks/>
          </p:cNvCxnSpPr>
          <p:nvPr/>
        </p:nvCxnSpPr>
        <p:spPr>
          <a:xfrm flipV="1">
            <a:off x="8012875" y="1866595"/>
            <a:ext cx="0" cy="577217"/>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4" name="Connecteur droit 1083">
            <a:extLst>
              <a:ext uri="{FF2B5EF4-FFF2-40B4-BE49-F238E27FC236}">
                <a16:creationId xmlns:a16="http://schemas.microsoft.com/office/drawing/2014/main" id="{9333D626-6821-7F84-8F86-B1ED8015285D}"/>
              </a:ext>
            </a:extLst>
          </p:cNvPr>
          <p:cNvCxnSpPr>
            <a:cxnSpLocks/>
          </p:cNvCxnSpPr>
          <p:nvPr/>
        </p:nvCxnSpPr>
        <p:spPr>
          <a:xfrm flipV="1">
            <a:off x="6561657" y="1866596"/>
            <a:ext cx="0" cy="313571"/>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5" name="Connecteur droit 1084">
            <a:extLst>
              <a:ext uri="{FF2B5EF4-FFF2-40B4-BE49-F238E27FC236}">
                <a16:creationId xmlns:a16="http://schemas.microsoft.com/office/drawing/2014/main" id="{5BC6845C-6308-C6BE-9AB4-E584C89ABA35}"/>
              </a:ext>
            </a:extLst>
          </p:cNvPr>
          <p:cNvCxnSpPr>
            <a:cxnSpLocks/>
          </p:cNvCxnSpPr>
          <p:nvPr/>
        </p:nvCxnSpPr>
        <p:spPr>
          <a:xfrm flipV="1">
            <a:off x="5153868" y="1870829"/>
            <a:ext cx="0" cy="1753751"/>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7" name="Connecteur droit 1086">
            <a:extLst>
              <a:ext uri="{FF2B5EF4-FFF2-40B4-BE49-F238E27FC236}">
                <a16:creationId xmlns:a16="http://schemas.microsoft.com/office/drawing/2014/main" id="{4992B2B5-C806-BDC6-70C5-736CDF5B0262}"/>
              </a:ext>
            </a:extLst>
          </p:cNvPr>
          <p:cNvCxnSpPr>
            <a:cxnSpLocks/>
          </p:cNvCxnSpPr>
          <p:nvPr/>
        </p:nvCxnSpPr>
        <p:spPr>
          <a:xfrm flipV="1">
            <a:off x="7213878" y="936974"/>
            <a:ext cx="0" cy="303393"/>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9" name="Connecteur droit 1088">
            <a:extLst>
              <a:ext uri="{FF2B5EF4-FFF2-40B4-BE49-F238E27FC236}">
                <a16:creationId xmlns:a16="http://schemas.microsoft.com/office/drawing/2014/main" id="{C3AC47CA-77A0-65AA-0A32-D1F7DAAA65FD}"/>
              </a:ext>
            </a:extLst>
          </p:cNvPr>
          <p:cNvCxnSpPr>
            <a:cxnSpLocks/>
          </p:cNvCxnSpPr>
          <p:nvPr/>
        </p:nvCxnSpPr>
        <p:spPr>
          <a:xfrm flipV="1">
            <a:off x="3277310" y="1870829"/>
            <a:ext cx="0" cy="2178018"/>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1109" name="ZoneTexte 1108">
            <a:extLst>
              <a:ext uri="{FF2B5EF4-FFF2-40B4-BE49-F238E27FC236}">
                <a16:creationId xmlns:a16="http://schemas.microsoft.com/office/drawing/2014/main" id="{894E893E-11C9-979A-D98B-CA2F175EB6C7}"/>
              </a:ext>
            </a:extLst>
          </p:cNvPr>
          <p:cNvSpPr txBox="1"/>
          <p:nvPr/>
        </p:nvSpPr>
        <p:spPr>
          <a:xfrm>
            <a:off x="1055354" y="6119089"/>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a:t>
            </a:r>
          </a:p>
        </p:txBody>
      </p:sp>
      <p:sp>
        <p:nvSpPr>
          <p:cNvPr id="1110" name="ZoneTexte 1109">
            <a:extLst>
              <a:ext uri="{FF2B5EF4-FFF2-40B4-BE49-F238E27FC236}">
                <a16:creationId xmlns:a16="http://schemas.microsoft.com/office/drawing/2014/main" id="{FA60BA74-40E2-500A-209C-6659534085A3}"/>
              </a:ext>
            </a:extLst>
          </p:cNvPr>
          <p:cNvSpPr txBox="1"/>
          <p:nvPr/>
        </p:nvSpPr>
        <p:spPr>
          <a:xfrm>
            <a:off x="1555530" y="6121151"/>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S2</a:t>
            </a:r>
          </a:p>
        </p:txBody>
      </p:sp>
      <p:sp>
        <p:nvSpPr>
          <p:cNvPr id="1111" name="ZoneTexte 1110">
            <a:extLst>
              <a:ext uri="{FF2B5EF4-FFF2-40B4-BE49-F238E27FC236}">
                <a16:creationId xmlns:a16="http://schemas.microsoft.com/office/drawing/2014/main" id="{0BC96452-018C-9F0F-5ADF-8874F58EBD15}"/>
              </a:ext>
            </a:extLst>
          </p:cNvPr>
          <p:cNvSpPr txBox="1"/>
          <p:nvPr/>
        </p:nvSpPr>
        <p:spPr>
          <a:xfrm>
            <a:off x="2059713" y="6121151"/>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S3</a:t>
            </a:r>
          </a:p>
        </p:txBody>
      </p:sp>
      <p:sp>
        <p:nvSpPr>
          <p:cNvPr id="1112" name="ZoneTexte 1111">
            <a:extLst>
              <a:ext uri="{FF2B5EF4-FFF2-40B4-BE49-F238E27FC236}">
                <a16:creationId xmlns:a16="http://schemas.microsoft.com/office/drawing/2014/main" id="{5A6D0029-EA48-6615-96DD-35A9456FD1FD}"/>
              </a:ext>
            </a:extLst>
          </p:cNvPr>
          <p:cNvSpPr txBox="1"/>
          <p:nvPr/>
        </p:nvSpPr>
        <p:spPr>
          <a:xfrm>
            <a:off x="3882573" y="5296996"/>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S5</a:t>
            </a:r>
          </a:p>
        </p:txBody>
      </p:sp>
      <p:sp>
        <p:nvSpPr>
          <p:cNvPr id="1113" name="ZoneTexte 1112">
            <a:extLst>
              <a:ext uri="{FF2B5EF4-FFF2-40B4-BE49-F238E27FC236}">
                <a16:creationId xmlns:a16="http://schemas.microsoft.com/office/drawing/2014/main" id="{FBC4FE3E-E5E6-F76F-03E1-0C676AB37F69}"/>
              </a:ext>
            </a:extLst>
          </p:cNvPr>
          <p:cNvSpPr txBox="1"/>
          <p:nvPr/>
        </p:nvSpPr>
        <p:spPr>
          <a:xfrm>
            <a:off x="6397380" y="5307053"/>
            <a:ext cx="35218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S13</a:t>
            </a:r>
          </a:p>
        </p:txBody>
      </p:sp>
      <p:sp>
        <p:nvSpPr>
          <p:cNvPr id="1114" name="ZoneTexte 1113">
            <a:extLst>
              <a:ext uri="{FF2B5EF4-FFF2-40B4-BE49-F238E27FC236}">
                <a16:creationId xmlns:a16="http://schemas.microsoft.com/office/drawing/2014/main" id="{0DAA77A0-955B-6EA7-89DB-C944D2C391A8}"/>
              </a:ext>
            </a:extLst>
          </p:cNvPr>
          <p:cNvSpPr txBox="1"/>
          <p:nvPr/>
        </p:nvSpPr>
        <p:spPr>
          <a:xfrm>
            <a:off x="9239123" y="5307052"/>
            <a:ext cx="35218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S14</a:t>
            </a:r>
          </a:p>
        </p:txBody>
      </p:sp>
      <p:sp>
        <p:nvSpPr>
          <p:cNvPr id="1115" name="ZoneTexte 1114">
            <a:extLst>
              <a:ext uri="{FF2B5EF4-FFF2-40B4-BE49-F238E27FC236}">
                <a16:creationId xmlns:a16="http://schemas.microsoft.com/office/drawing/2014/main" id="{46AB9EDA-9B00-FE02-82FD-EBE8CF793A9B}"/>
              </a:ext>
            </a:extLst>
          </p:cNvPr>
          <p:cNvSpPr txBox="1"/>
          <p:nvPr/>
        </p:nvSpPr>
        <p:spPr>
          <a:xfrm>
            <a:off x="11057054" y="5287647"/>
            <a:ext cx="35218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S15</a:t>
            </a:r>
          </a:p>
        </p:txBody>
      </p:sp>
      <p:pic>
        <p:nvPicPr>
          <p:cNvPr id="1116" name="Image 1115">
            <a:extLst>
              <a:ext uri="{FF2B5EF4-FFF2-40B4-BE49-F238E27FC236}">
                <a16:creationId xmlns:a16="http://schemas.microsoft.com/office/drawing/2014/main" id="{C8D99735-00AF-18CA-83A0-34685792739B}"/>
              </a:ext>
            </a:extLst>
          </p:cNvPr>
          <p:cNvPicPr>
            <a:picLocks noChangeAspect="1"/>
          </p:cNvPicPr>
          <p:nvPr/>
        </p:nvPicPr>
        <p:blipFill rotWithShape="1">
          <a:blip r:embed="rId3"/>
          <a:srcRect l="20141" r="21734" b="16138"/>
          <a:stretch/>
        </p:blipFill>
        <p:spPr>
          <a:xfrm>
            <a:off x="7809947" y="2559039"/>
            <a:ext cx="397390" cy="573347"/>
          </a:xfrm>
          <a:prstGeom prst="rect">
            <a:avLst/>
          </a:prstGeom>
        </p:spPr>
      </p:pic>
      <p:pic>
        <p:nvPicPr>
          <p:cNvPr id="1117" name="Image 1116">
            <a:extLst>
              <a:ext uri="{FF2B5EF4-FFF2-40B4-BE49-F238E27FC236}">
                <a16:creationId xmlns:a16="http://schemas.microsoft.com/office/drawing/2014/main" id="{A0230DAE-C0E5-4B47-39D0-E4527A97D3D6}"/>
              </a:ext>
            </a:extLst>
          </p:cNvPr>
          <p:cNvPicPr>
            <a:picLocks noChangeAspect="1"/>
          </p:cNvPicPr>
          <p:nvPr/>
        </p:nvPicPr>
        <p:blipFill rotWithShape="1">
          <a:blip r:embed="rId3"/>
          <a:srcRect l="20141" r="21734" b="16138"/>
          <a:stretch/>
        </p:blipFill>
        <p:spPr>
          <a:xfrm>
            <a:off x="9216523" y="2559039"/>
            <a:ext cx="397390" cy="573347"/>
          </a:xfrm>
          <a:prstGeom prst="rect">
            <a:avLst/>
          </a:prstGeom>
        </p:spPr>
      </p:pic>
      <p:cxnSp>
        <p:nvCxnSpPr>
          <p:cNvPr id="1118" name="Connecteur droit 1117">
            <a:extLst>
              <a:ext uri="{FF2B5EF4-FFF2-40B4-BE49-F238E27FC236}">
                <a16:creationId xmlns:a16="http://schemas.microsoft.com/office/drawing/2014/main" id="{337E74B3-0AF9-A1F6-0086-D2302A689630}"/>
              </a:ext>
            </a:extLst>
          </p:cNvPr>
          <p:cNvCxnSpPr>
            <a:cxnSpLocks/>
          </p:cNvCxnSpPr>
          <p:nvPr/>
        </p:nvCxnSpPr>
        <p:spPr>
          <a:xfrm flipV="1">
            <a:off x="9419166" y="3123920"/>
            <a:ext cx="0" cy="156913"/>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119" name="Connecteur droit 1118">
            <a:extLst>
              <a:ext uri="{FF2B5EF4-FFF2-40B4-BE49-F238E27FC236}">
                <a16:creationId xmlns:a16="http://schemas.microsoft.com/office/drawing/2014/main" id="{BEF94F6A-647A-E70F-C32C-72CE8968C5F9}"/>
              </a:ext>
            </a:extLst>
          </p:cNvPr>
          <p:cNvCxnSpPr>
            <a:cxnSpLocks/>
          </p:cNvCxnSpPr>
          <p:nvPr/>
        </p:nvCxnSpPr>
        <p:spPr>
          <a:xfrm flipV="1">
            <a:off x="8012875" y="3123919"/>
            <a:ext cx="0" cy="500661"/>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1129" name="ZoneTexte 1128">
            <a:extLst>
              <a:ext uri="{FF2B5EF4-FFF2-40B4-BE49-F238E27FC236}">
                <a16:creationId xmlns:a16="http://schemas.microsoft.com/office/drawing/2014/main" id="{20515F3B-B03A-7DA9-9E44-72DE15F7A62C}"/>
              </a:ext>
            </a:extLst>
          </p:cNvPr>
          <p:cNvSpPr txBox="1"/>
          <p:nvPr/>
        </p:nvSpPr>
        <p:spPr>
          <a:xfrm>
            <a:off x="3437905" y="1447218"/>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S4</a:t>
            </a:r>
          </a:p>
        </p:txBody>
      </p:sp>
      <p:sp>
        <p:nvSpPr>
          <p:cNvPr id="1130" name="ZoneTexte 1129">
            <a:extLst>
              <a:ext uri="{FF2B5EF4-FFF2-40B4-BE49-F238E27FC236}">
                <a16:creationId xmlns:a16="http://schemas.microsoft.com/office/drawing/2014/main" id="{FB9F160C-4B30-0B21-DA5A-16A678914EA0}"/>
              </a:ext>
            </a:extLst>
          </p:cNvPr>
          <p:cNvSpPr txBox="1"/>
          <p:nvPr/>
        </p:nvSpPr>
        <p:spPr>
          <a:xfrm>
            <a:off x="5298551" y="1447218"/>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S6</a:t>
            </a:r>
          </a:p>
        </p:txBody>
      </p:sp>
      <p:sp>
        <p:nvSpPr>
          <p:cNvPr id="1131" name="ZoneTexte 1130">
            <a:extLst>
              <a:ext uri="{FF2B5EF4-FFF2-40B4-BE49-F238E27FC236}">
                <a16:creationId xmlns:a16="http://schemas.microsoft.com/office/drawing/2014/main" id="{3E2C3FDB-15EF-21D2-9C48-2C6592BD7C01}"/>
              </a:ext>
            </a:extLst>
          </p:cNvPr>
          <p:cNvSpPr txBox="1"/>
          <p:nvPr/>
        </p:nvSpPr>
        <p:spPr>
          <a:xfrm>
            <a:off x="6706081" y="1447218"/>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S7</a:t>
            </a:r>
          </a:p>
        </p:txBody>
      </p:sp>
      <p:sp>
        <p:nvSpPr>
          <p:cNvPr id="1132" name="ZoneTexte 1131">
            <a:extLst>
              <a:ext uri="{FF2B5EF4-FFF2-40B4-BE49-F238E27FC236}">
                <a16:creationId xmlns:a16="http://schemas.microsoft.com/office/drawing/2014/main" id="{243BC232-6E01-51D3-D7E5-646393F0D457}"/>
              </a:ext>
            </a:extLst>
          </p:cNvPr>
          <p:cNvSpPr txBox="1"/>
          <p:nvPr/>
        </p:nvSpPr>
        <p:spPr>
          <a:xfrm>
            <a:off x="8170055" y="1447218"/>
            <a:ext cx="36509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S10</a:t>
            </a:r>
          </a:p>
        </p:txBody>
      </p:sp>
      <p:sp>
        <p:nvSpPr>
          <p:cNvPr id="1133" name="ZoneTexte 1132">
            <a:extLst>
              <a:ext uri="{FF2B5EF4-FFF2-40B4-BE49-F238E27FC236}">
                <a16:creationId xmlns:a16="http://schemas.microsoft.com/office/drawing/2014/main" id="{83FDFAF9-BFAD-039E-FB32-16593E0B6DF9}"/>
              </a:ext>
            </a:extLst>
          </p:cNvPr>
          <p:cNvSpPr txBox="1"/>
          <p:nvPr/>
        </p:nvSpPr>
        <p:spPr>
          <a:xfrm>
            <a:off x="8152985" y="2721058"/>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S8</a:t>
            </a:r>
          </a:p>
        </p:txBody>
      </p:sp>
      <p:sp>
        <p:nvSpPr>
          <p:cNvPr id="1134" name="ZoneTexte 1133">
            <a:extLst>
              <a:ext uri="{FF2B5EF4-FFF2-40B4-BE49-F238E27FC236}">
                <a16:creationId xmlns:a16="http://schemas.microsoft.com/office/drawing/2014/main" id="{8DF73215-DC25-B507-558C-E28843ADFB86}"/>
              </a:ext>
            </a:extLst>
          </p:cNvPr>
          <p:cNvSpPr txBox="1"/>
          <p:nvPr/>
        </p:nvSpPr>
        <p:spPr>
          <a:xfrm>
            <a:off x="9525496" y="2740279"/>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S9</a:t>
            </a:r>
          </a:p>
        </p:txBody>
      </p:sp>
      <p:sp>
        <p:nvSpPr>
          <p:cNvPr id="1135" name="ZoneTexte 1134">
            <a:extLst>
              <a:ext uri="{FF2B5EF4-FFF2-40B4-BE49-F238E27FC236}">
                <a16:creationId xmlns:a16="http://schemas.microsoft.com/office/drawing/2014/main" id="{30BBCC37-462D-C0B1-15E2-661216EC5B29}"/>
              </a:ext>
            </a:extLst>
          </p:cNvPr>
          <p:cNvSpPr txBox="1"/>
          <p:nvPr/>
        </p:nvSpPr>
        <p:spPr>
          <a:xfrm>
            <a:off x="9556763" y="1447218"/>
            <a:ext cx="36509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S11</a:t>
            </a:r>
          </a:p>
        </p:txBody>
      </p:sp>
      <p:sp>
        <p:nvSpPr>
          <p:cNvPr id="1136" name="ZoneTexte 1135">
            <a:extLst>
              <a:ext uri="{FF2B5EF4-FFF2-40B4-BE49-F238E27FC236}">
                <a16:creationId xmlns:a16="http://schemas.microsoft.com/office/drawing/2014/main" id="{2071547C-99BE-EF42-AB80-9258F97C5DC6}"/>
              </a:ext>
            </a:extLst>
          </p:cNvPr>
          <p:cNvSpPr txBox="1"/>
          <p:nvPr/>
        </p:nvSpPr>
        <p:spPr>
          <a:xfrm>
            <a:off x="7370373" y="520151"/>
            <a:ext cx="36509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S12</a:t>
            </a:r>
          </a:p>
        </p:txBody>
      </p:sp>
      <p:sp>
        <p:nvSpPr>
          <p:cNvPr id="35" name="Rectangle 20">
            <a:extLst>
              <a:ext uri="{FF2B5EF4-FFF2-40B4-BE49-F238E27FC236}">
                <a16:creationId xmlns:a16="http://schemas.microsoft.com/office/drawing/2014/main" id="{FDFEDACF-268D-9A1E-CF06-7487CEF07A0C}"/>
              </a:ext>
            </a:extLst>
          </p:cNvPr>
          <p:cNvSpPr>
            <a:spLocks noChangeArrowheads="1"/>
          </p:cNvSpPr>
          <p:nvPr/>
        </p:nvSpPr>
        <p:spPr bwMode="auto">
          <a:xfrm>
            <a:off x="3325496" y="6105208"/>
            <a:ext cx="566738"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36" name="Rectangle 21">
            <a:extLst>
              <a:ext uri="{FF2B5EF4-FFF2-40B4-BE49-F238E27FC236}">
                <a16:creationId xmlns:a16="http://schemas.microsoft.com/office/drawing/2014/main" id="{3E9499C5-97D6-A9DC-3DCE-37DA787EBC86}"/>
              </a:ext>
            </a:extLst>
          </p:cNvPr>
          <p:cNvSpPr>
            <a:spLocks noChangeArrowheads="1"/>
          </p:cNvSpPr>
          <p:nvPr/>
        </p:nvSpPr>
        <p:spPr bwMode="auto">
          <a:xfrm>
            <a:off x="3892233" y="6105208"/>
            <a:ext cx="566738"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42" name="Rectangle 22">
            <a:extLst>
              <a:ext uri="{FF2B5EF4-FFF2-40B4-BE49-F238E27FC236}">
                <a16:creationId xmlns:a16="http://schemas.microsoft.com/office/drawing/2014/main" id="{446AF0C1-65E2-ACEC-EAC5-097B26CF3437}"/>
              </a:ext>
            </a:extLst>
          </p:cNvPr>
          <p:cNvSpPr>
            <a:spLocks noChangeArrowheads="1"/>
          </p:cNvSpPr>
          <p:nvPr/>
        </p:nvSpPr>
        <p:spPr bwMode="auto">
          <a:xfrm>
            <a:off x="4458971" y="6105208"/>
            <a:ext cx="566738"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47" name="Rectangle 23">
            <a:extLst>
              <a:ext uri="{FF2B5EF4-FFF2-40B4-BE49-F238E27FC236}">
                <a16:creationId xmlns:a16="http://schemas.microsoft.com/office/drawing/2014/main" id="{FB90C0AC-EF4A-CAEC-2521-DC5EBA6EB9E9}"/>
              </a:ext>
            </a:extLst>
          </p:cNvPr>
          <p:cNvSpPr>
            <a:spLocks noChangeArrowheads="1"/>
          </p:cNvSpPr>
          <p:nvPr/>
        </p:nvSpPr>
        <p:spPr bwMode="auto">
          <a:xfrm>
            <a:off x="5025708" y="6105208"/>
            <a:ext cx="566738"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50" name="Rectangle 24">
            <a:extLst>
              <a:ext uri="{FF2B5EF4-FFF2-40B4-BE49-F238E27FC236}">
                <a16:creationId xmlns:a16="http://schemas.microsoft.com/office/drawing/2014/main" id="{DD4CB00E-8254-A1C2-1E41-BFDC44EF6856}"/>
              </a:ext>
            </a:extLst>
          </p:cNvPr>
          <p:cNvSpPr>
            <a:spLocks noChangeArrowheads="1"/>
          </p:cNvSpPr>
          <p:nvPr/>
        </p:nvSpPr>
        <p:spPr bwMode="auto">
          <a:xfrm>
            <a:off x="5592446" y="6105208"/>
            <a:ext cx="566738"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55" name="Rectangle 25">
            <a:extLst>
              <a:ext uri="{FF2B5EF4-FFF2-40B4-BE49-F238E27FC236}">
                <a16:creationId xmlns:a16="http://schemas.microsoft.com/office/drawing/2014/main" id="{A4F819B2-688E-EE84-85C4-8D76C974D2E7}"/>
              </a:ext>
            </a:extLst>
          </p:cNvPr>
          <p:cNvSpPr>
            <a:spLocks noChangeArrowheads="1"/>
          </p:cNvSpPr>
          <p:nvPr/>
        </p:nvSpPr>
        <p:spPr bwMode="auto">
          <a:xfrm>
            <a:off x="6159183" y="6105208"/>
            <a:ext cx="566738"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59" name="Rectangle 26">
            <a:extLst>
              <a:ext uri="{FF2B5EF4-FFF2-40B4-BE49-F238E27FC236}">
                <a16:creationId xmlns:a16="http://schemas.microsoft.com/office/drawing/2014/main" id="{49762C2D-B737-DA1A-5B71-C5396215CD37}"/>
              </a:ext>
            </a:extLst>
          </p:cNvPr>
          <p:cNvSpPr>
            <a:spLocks noChangeArrowheads="1"/>
          </p:cNvSpPr>
          <p:nvPr/>
        </p:nvSpPr>
        <p:spPr bwMode="auto">
          <a:xfrm>
            <a:off x="6725921" y="6105208"/>
            <a:ext cx="568325"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R</a:t>
            </a:r>
          </a:p>
        </p:txBody>
      </p:sp>
      <p:sp>
        <p:nvSpPr>
          <p:cNvPr id="61" name="Rectangle 27">
            <a:extLst>
              <a:ext uri="{FF2B5EF4-FFF2-40B4-BE49-F238E27FC236}">
                <a16:creationId xmlns:a16="http://schemas.microsoft.com/office/drawing/2014/main" id="{AF33CF05-B5CD-3881-B4AA-D45F8E142CF3}"/>
              </a:ext>
            </a:extLst>
          </p:cNvPr>
          <p:cNvSpPr>
            <a:spLocks noChangeArrowheads="1"/>
          </p:cNvSpPr>
          <p:nvPr/>
        </p:nvSpPr>
        <p:spPr bwMode="auto">
          <a:xfrm>
            <a:off x="7294246" y="6105208"/>
            <a:ext cx="566738"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62" name="Rectangle 28">
            <a:extLst>
              <a:ext uri="{FF2B5EF4-FFF2-40B4-BE49-F238E27FC236}">
                <a16:creationId xmlns:a16="http://schemas.microsoft.com/office/drawing/2014/main" id="{5011B5E8-AB1A-C751-F514-E095F7D2DEC6}"/>
              </a:ext>
            </a:extLst>
          </p:cNvPr>
          <p:cNvSpPr>
            <a:spLocks noChangeArrowheads="1"/>
          </p:cNvSpPr>
          <p:nvPr/>
        </p:nvSpPr>
        <p:spPr bwMode="auto">
          <a:xfrm>
            <a:off x="7860983" y="6105208"/>
            <a:ext cx="566738"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R</a:t>
            </a:r>
          </a:p>
        </p:txBody>
      </p:sp>
      <p:sp>
        <p:nvSpPr>
          <p:cNvPr id="1025" name="Rectangle 29">
            <a:extLst>
              <a:ext uri="{FF2B5EF4-FFF2-40B4-BE49-F238E27FC236}">
                <a16:creationId xmlns:a16="http://schemas.microsoft.com/office/drawing/2014/main" id="{524A5489-7379-AE50-22DB-AAF5991766C7}"/>
              </a:ext>
            </a:extLst>
          </p:cNvPr>
          <p:cNvSpPr>
            <a:spLocks noChangeArrowheads="1"/>
          </p:cNvSpPr>
          <p:nvPr/>
        </p:nvSpPr>
        <p:spPr bwMode="auto">
          <a:xfrm>
            <a:off x="8427721" y="6105208"/>
            <a:ext cx="566738"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1027" name="Rectangle 30">
            <a:extLst>
              <a:ext uri="{FF2B5EF4-FFF2-40B4-BE49-F238E27FC236}">
                <a16:creationId xmlns:a16="http://schemas.microsoft.com/office/drawing/2014/main" id="{8985B513-A3D8-15CF-C56F-73242A2B0FBF}"/>
              </a:ext>
            </a:extLst>
          </p:cNvPr>
          <p:cNvSpPr>
            <a:spLocks noChangeArrowheads="1"/>
          </p:cNvSpPr>
          <p:nvPr/>
        </p:nvSpPr>
        <p:spPr bwMode="auto">
          <a:xfrm>
            <a:off x="8994458" y="6105208"/>
            <a:ext cx="566738"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1029" name="Rectangle 31">
            <a:extLst>
              <a:ext uri="{FF2B5EF4-FFF2-40B4-BE49-F238E27FC236}">
                <a16:creationId xmlns:a16="http://schemas.microsoft.com/office/drawing/2014/main" id="{1137308D-30C0-9BDC-4993-CD29FB651226}"/>
              </a:ext>
            </a:extLst>
          </p:cNvPr>
          <p:cNvSpPr>
            <a:spLocks noChangeArrowheads="1"/>
          </p:cNvSpPr>
          <p:nvPr/>
        </p:nvSpPr>
        <p:spPr bwMode="auto">
          <a:xfrm>
            <a:off x="9561196" y="6105208"/>
            <a:ext cx="566738"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1030" name="Rectangle 32">
            <a:extLst>
              <a:ext uri="{FF2B5EF4-FFF2-40B4-BE49-F238E27FC236}">
                <a16:creationId xmlns:a16="http://schemas.microsoft.com/office/drawing/2014/main" id="{F80767CA-C108-4FFC-90EA-D6F37C3B1D53}"/>
              </a:ext>
            </a:extLst>
          </p:cNvPr>
          <p:cNvSpPr>
            <a:spLocks noChangeArrowheads="1"/>
          </p:cNvSpPr>
          <p:nvPr/>
        </p:nvSpPr>
        <p:spPr bwMode="auto">
          <a:xfrm>
            <a:off x="10127933" y="6105208"/>
            <a:ext cx="566738"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R</a:t>
            </a:r>
          </a:p>
        </p:txBody>
      </p:sp>
      <p:sp>
        <p:nvSpPr>
          <p:cNvPr id="1032" name="Rectangle 33">
            <a:extLst>
              <a:ext uri="{FF2B5EF4-FFF2-40B4-BE49-F238E27FC236}">
                <a16:creationId xmlns:a16="http://schemas.microsoft.com/office/drawing/2014/main" id="{234F846C-945B-ED76-F7B6-D51516A2208E}"/>
              </a:ext>
            </a:extLst>
          </p:cNvPr>
          <p:cNvSpPr>
            <a:spLocks noChangeArrowheads="1"/>
          </p:cNvSpPr>
          <p:nvPr/>
        </p:nvSpPr>
        <p:spPr bwMode="auto">
          <a:xfrm>
            <a:off x="10694671" y="6105208"/>
            <a:ext cx="568325"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1033" name="Rectangle 34">
            <a:extLst>
              <a:ext uri="{FF2B5EF4-FFF2-40B4-BE49-F238E27FC236}">
                <a16:creationId xmlns:a16="http://schemas.microsoft.com/office/drawing/2014/main" id="{28FAF748-5054-2BE8-10B1-69C29AC216EC}"/>
              </a:ext>
            </a:extLst>
          </p:cNvPr>
          <p:cNvSpPr>
            <a:spLocks noChangeArrowheads="1"/>
          </p:cNvSpPr>
          <p:nvPr/>
        </p:nvSpPr>
        <p:spPr bwMode="auto">
          <a:xfrm>
            <a:off x="11262996" y="6105208"/>
            <a:ext cx="566738"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1034" name="Line 35">
            <a:extLst>
              <a:ext uri="{FF2B5EF4-FFF2-40B4-BE49-F238E27FC236}">
                <a16:creationId xmlns:a16="http://schemas.microsoft.com/office/drawing/2014/main" id="{C377A1F0-4C1D-6207-D703-C022F411A2FB}"/>
              </a:ext>
            </a:extLst>
          </p:cNvPr>
          <p:cNvSpPr>
            <a:spLocks noChangeShapeType="1"/>
          </p:cNvSpPr>
          <p:nvPr/>
        </p:nvSpPr>
        <p:spPr bwMode="auto">
          <a:xfrm>
            <a:off x="3892233" y="572738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36" name="Line 36">
            <a:extLst>
              <a:ext uri="{FF2B5EF4-FFF2-40B4-BE49-F238E27FC236}">
                <a16:creationId xmlns:a16="http://schemas.microsoft.com/office/drawing/2014/main" id="{06AC3672-BF17-96CE-18F1-6E66EE108D66}"/>
              </a:ext>
            </a:extLst>
          </p:cNvPr>
          <p:cNvSpPr>
            <a:spLocks noChangeShapeType="1"/>
          </p:cNvSpPr>
          <p:nvPr/>
        </p:nvSpPr>
        <p:spPr bwMode="auto">
          <a:xfrm>
            <a:off x="4458971" y="572738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37" name="Line 37">
            <a:extLst>
              <a:ext uri="{FF2B5EF4-FFF2-40B4-BE49-F238E27FC236}">
                <a16:creationId xmlns:a16="http://schemas.microsoft.com/office/drawing/2014/main" id="{99020C19-DB98-F7DE-543F-0077580954F2}"/>
              </a:ext>
            </a:extLst>
          </p:cNvPr>
          <p:cNvSpPr>
            <a:spLocks noChangeShapeType="1"/>
          </p:cNvSpPr>
          <p:nvPr/>
        </p:nvSpPr>
        <p:spPr bwMode="auto">
          <a:xfrm>
            <a:off x="5025708" y="572738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38" name="Line 38">
            <a:extLst>
              <a:ext uri="{FF2B5EF4-FFF2-40B4-BE49-F238E27FC236}">
                <a16:creationId xmlns:a16="http://schemas.microsoft.com/office/drawing/2014/main" id="{2610ECEE-E620-7EB6-E130-3C6266AD3A28}"/>
              </a:ext>
            </a:extLst>
          </p:cNvPr>
          <p:cNvSpPr>
            <a:spLocks noChangeShapeType="1"/>
          </p:cNvSpPr>
          <p:nvPr/>
        </p:nvSpPr>
        <p:spPr bwMode="auto">
          <a:xfrm>
            <a:off x="5592446" y="572738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39" name="Line 39">
            <a:extLst>
              <a:ext uri="{FF2B5EF4-FFF2-40B4-BE49-F238E27FC236}">
                <a16:creationId xmlns:a16="http://schemas.microsoft.com/office/drawing/2014/main" id="{2E9BF9D6-A483-6ABE-9597-0181A9533AD6}"/>
              </a:ext>
            </a:extLst>
          </p:cNvPr>
          <p:cNvSpPr>
            <a:spLocks noChangeShapeType="1"/>
          </p:cNvSpPr>
          <p:nvPr/>
        </p:nvSpPr>
        <p:spPr bwMode="auto">
          <a:xfrm>
            <a:off x="6159183" y="572738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40" name="Line 40">
            <a:extLst>
              <a:ext uri="{FF2B5EF4-FFF2-40B4-BE49-F238E27FC236}">
                <a16:creationId xmlns:a16="http://schemas.microsoft.com/office/drawing/2014/main" id="{C8BF561F-7610-0E22-37BF-DA158CDB1B67}"/>
              </a:ext>
            </a:extLst>
          </p:cNvPr>
          <p:cNvSpPr>
            <a:spLocks noChangeShapeType="1"/>
          </p:cNvSpPr>
          <p:nvPr/>
        </p:nvSpPr>
        <p:spPr bwMode="auto">
          <a:xfrm>
            <a:off x="6725921" y="572738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48" name="Line 41">
            <a:extLst>
              <a:ext uri="{FF2B5EF4-FFF2-40B4-BE49-F238E27FC236}">
                <a16:creationId xmlns:a16="http://schemas.microsoft.com/office/drawing/2014/main" id="{17ED59CF-D852-5618-113B-DBA5AD636E16}"/>
              </a:ext>
            </a:extLst>
          </p:cNvPr>
          <p:cNvSpPr>
            <a:spLocks noChangeShapeType="1"/>
          </p:cNvSpPr>
          <p:nvPr/>
        </p:nvSpPr>
        <p:spPr bwMode="auto">
          <a:xfrm>
            <a:off x="7294246" y="572738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49" name="Line 42">
            <a:extLst>
              <a:ext uri="{FF2B5EF4-FFF2-40B4-BE49-F238E27FC236}">
                <a16:creationId xmlns:a16="http://schemas.microsoft.com/office/drawing/2014/main" id="{17007764-D60D-CB22-9A65-E68508E7095C}"/>
              </a:ext>
            </a:extLst>
          </p:cNvPr>
          <p:cNvSpPr>
            <a:spLocks noChangeShapeType="1"/>
          </p:cNvSpPr>
          <p:nvPr/>
        </p:nvSpPr>
        <p:spPr bwMode="auto">
          <a:xfrm>
            <a:off x="7860983" y="572738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64" name="Line 43">
            <a:extLst>
              <a:ext uri="{FF2B5EF4-FFF2-40B4-BE49-F238E27FC236}">
                <a16:creationId xmlns:a16="http://schemas.microsoft.com/office/drawing/2014/main" id="{80EEE38F-A0F0-4EE5-BE87-24266538ADBC}"/>
              </a:ext>
            </a:extLst>
          </p:cNvPr>
          <p:cNvSpPr>
            <a:spLocks noChangeShapeType="1"/>
          </p:cNvSpPr>
          <p:nvPr/>
        </p:nvSpPr>
        <p:spPr bwMode="auto">
          <a:xfrm>
            <a:off x="8427721" y="572738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67" name="Line 44">
            <a:extLst>
              <a:ext uri="{FF2B5EF4-FFF2-40B4-BE49-F238E27FC236}">
                <a16:creationId xmlns:a16="http://schemas.microsoft.com/office/drawing/2014/main" id="{A7138A56-27F9-180F-8A07-AD8B436F987E}"/>
              </a:ext>
            </a:extLst>
          </p:cNvPr>
          <p:cNvSpPr>
            <a:spLocks noChangeShapeType="1"/>
          </p:cNvSpPr>
          <p:nvPr/>
        </p:nvSpPr>
        <p:spPr bwMode="auto">
          <a:xfrm>
            <a:off x="8994458" y="572738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68" name="Line 45">
            <a:extLst>
              <a:ext uri="{FF2B5EF4-FFF2-40B4-BE49-F238E27FC236}">
                <a16:creationId xmlns:a16="http://schemas.microsoft.com/office/drawing/2014/main" id="{130DB8A0-CF93-0ADF-BC4E-060FEB010F08}"/>
              </a:ext>
            </a:extLst>
          </p:cNvPr>
          <p:cNvSpPr>
            <a:spLocks noChangeShapeType="1"/>
          </p:cNvSpPr>
          <p:nvPr/>
        </p:nvSpPr>
        <p:spPr bwMode="auto">
          <a:xfrm>
            <a:off x="9561196" y="572738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70" name="Line 46">
            <a:extLst>
              <a:ext uri="{FF2B5EF4-FFF2-40B4-BE49-F238E27FC236}">
                <a16:creationId xmlns:a16="http://schemas.microsoft.com/office/drawing/2014/main" id="{494D4E99-DD65-F17B-6BE7-BB9B12F18D3E}"/>
              </a:ext>
            </a:extLst>
          </p:cNvPr>
          <p:cNvSpPr>
            <a:spLocks noChangeShapeType="1"/>
          </p:cNvSpPr>
          <p:nvPr/>
        </p:nvSpPr>
        <p:spPr bwMode="auto">
          <a:xfrm>
            <a:off x="10127933" y="572738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71" name="Line 47">
            <a:extLst>
              <a:ext uri="{FF2B5EF4-FFF2-40B4-BE49-F238E27FC236}">
                <a16:creationId xmlns:a16="http://schemas.microsoft.com/office/drawing/2014/main" id="{4B57D12B-BE8C-CADB-A7E2-7A9EE84CB6B0}"/>
              </a:ext>
            </a:extLst>
          </p:cNvPr>
          <p:cNvSpPr>
            <a:spLocks noChangeShapeType="1"/>
          </p:cNvSpPr>
          <p:nvPr/>
        </p:nvSpPr>
        <p:spPr bwMode="auto">
          <a:xfrm>
            <a:off x="10694671" y="572738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74" name="Line 48">
            <a:extLst>
              <a:ext uri="{FF2B5EF4-FFF2-40B4-BE49-F238E27FC236}">
                <a16:creationId xmlns:a16="http://schemas.microsoft.com/office/drawing/2014/main" id="{79EFCC72-79A0-3A98-CD72-437ED06FCE0A}"/>
              </a:ext>
            </a:extLst>
          </p:cNvPr>
          <p:cNvSpPr>
            <a:spLocks noChangeShapeType="1"/>
          </p:cNvSpPr>
          <p:nvPr/>
        </p:nvSpPr>
        <p:spPr bwMode="auto">
          <a:xfrm>
            <a:off x="11262996" y="572738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76" name="Line 49">
            <a:extLst>
              <a:ext uri="{FF2B5EF4-FFF2-40B4-BE49-F238E27FC236}">
                <a16:creationId xmlns:a16="http://schemas.microsoft.com/office/drawing/2014/main" id="{DCD43333-4927-5AD6-0AC0-D44154780C47}"/>
              </a:ext>
            </a:extLst>
          </p:cNvPr>
          <p:cNvSpPr>
            <a:spLocks noChangeShapeType="1"/>
          </p:cNvSpPr>
          <p:nvPr/>
        </p:nvSpPr>
        <p:spPr bwMode="auto">
          <a:xfrm>
            <a:off x="3319146" y="6105208"/>
            <a:ext cx="8516938" cy="0"/>
          </a:xfrm>
          <a:prstGeom prst="line">
            <a:avLst/>
          </a:prstGeom>
          <a:noFill/>
          <a:ln w="381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77" name="Line 50">
            <a:extLst>
              <a:ext uri="{FF2B5EF4-FFF2-40B4-BE49-F238E27FC236}">
                <a16:creationId xmlns:a16="http://schemas.microsoft.com/office/drawing/2014/main" id="{4E6B8103-E077-84C2-B6AC-947EFB95B134}"/>
              </a:ext>
            </a:extLst>
          </p:cNvPr>
          <p:cNvSpPr>
            <a:spLocks noChangeShapeType="1"/>
          </p:cNvSpPr>
          <p:nvPr/>
        </p:nvSpPr>
        <p:spPr bwMode="auto">
          <a:xfrm>
            <a:off x="3325496" y="572738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78" name="Line 51">
            <a:extLst>
              <a:ext uri="{FF2B5EF4-FFF2-40B4-BE49-F238E27FC236}">
                <a16:creationId xmlns:a16="http://schemas.microsoft.com/office/drawing/2014/main" id="{600E5792-FF5A-D4E2-C183-AD730886798D}"/>
              </a:ext>
            </a:extLst>
          </p:cNvPr>
          <p:cNvSpPr>
            <a:spLocks noChangeShapeType="1"/>
          </p:cNvSpPr>
          <p:nvPr/>
        </p:nvSpPr>
        <p:spPr bwMode="auto">
          <a:xfrm>
            <a:off x="11829733" y="572738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83" name="Line 53">
            <a:extLst>
              <a:ext uri="{FF2B5EF4-FFF2-40B4-BE49-F238E27FC236}">
                <a16:creationId xmlns:a16="http://schemas.microsoft.com/office/drawing/2014/main" id="{7E7B045C-A188-78BA-BE3D-0DE6614A0C4B}"/>
              </a:ext>
            </a:extLst>
          </p:cNvPr>
          <p:cNvSpPr>
            <a:spLocks noChangeShapeType="1"/>
          </p:cNvSpPr>
          <p:nvPr/>
        </p:nvSpPr>
        <p:spPr bwMode="auto">
          <a:xfrm>
            <a:off x="3319146" y="6476683"/>
            <a:ext cx="8516938" cy="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88" name="Rectangle 55">
            <a:extLst>
              <a:ext uri="{FF2B5EF4-FFF2-40B4-BE49-F238E27FC236}">
                <a16:creationId xmlns:a16="http://schemas.microsoft.com/office/drawing/2014/main" id="{95FF8E29-FA7B-3DE6-617D-FBAF97FB3C01}"/>
              </a:ext>
            </a:extLst>
          </p:cNvPr>
          <p:cNvSpPr>
            <a:spLocks noChangeArrowheads="1"/>
          </p:cNvSpPr>
          <p:nvPr/>
        </p:nvSpPr>
        <p:spPr bwMode="auto">
          <a:xfrm>
            <a:off x="4052571" y="5789295"/>
            <a:ext cx="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103" name="Rectangle : coins arrondis 1102">
            <a:extLst>
              <a:ext uri="{FF2B5EF4-FFF2-40B4-BE49-F238E27FC236}">
                <a16:creationId xmlns:a16="http://schemas.microsoft.com/office/drawing/2014/main" id="{CCC285A2-58CC-1EE7-3856-186A7F07E0E2}"/>
              </a:ext>
            </a:extLst>
          </p:cNvPr>
          <p:cNvSpPr/>
          <p:nvPr/>
        </p:nvSpPr>
        <p:spPr>
          <a:xfrm>
            <a:off x="9688259" y="4934255"/>
            <a:ext cx="1284541" cy="584876"/>
          </a:xfrm>
          <a:prstGeom prst="round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sz="1600" dirty="0"/>
              <a:t>SLA non respectées</a:t>
            </a:r>
          </a:p>
        </p:txBody>
      </p:sp>
      <p:cxnSp>
        <p:nvCxnSpPr>
          <p:cNvPr id="1104" name="Connecteur droit avec flèche 1103">
            <a:extLst>
              <a:ext uri="{FF2B5EF4-FFF2-40B4-BE49-F238E27FC236}">
                <a16:creationId xmlns:a16="http://schemas.microsoft.com/office/drawing/2014/main" id="{483247AB-A1C2-6C47-525D-57B0C9C8A413}"/>
              </a:ext>
            </a:extLst>
          </p:cNvPr>
          <p:cNvCxnSpPr>
            <a:cxnSpLocks/>
            <a:stCxn id="1103" idx="2"/>
          </p:cNvCxnSpPr>
          <p:nvPr/>
        </p:nvCxnSpPr>
        <p:spPr>
          <a:xfrm>
            <a:off x="10330530" y="5519131"/>
            <a:ext cx="103255" cy="230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05" name="Rectangle : coins arrondis 1104">
            <a:extLst>
              <a:ext uri="{FF2B5EF4-FFF2-40B4-BE49-F238E27FC236}">
                <a16:creationId xmlns:a16="http://schemas.microsoft.com/office/drawing/2014/main" id="{305CA872-611C-6778-F236-47ECB6D1FEB6}"/>
              </a:ext>
            </a:extLst>
          </p:cNvPr>
          <p:cNvSpPr/>
          <p:nvPr/>
        </p:nvSpPr>
        <p:spPr>
          <a:xfrm>
            <a:off x="7285419" y="4934255"/>
            <a:ext cx="1395252" cy="584876"/>
          </a:xfrm>
          <a:prstGeom prst="round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sz="1600" dirty="0"/>
              <a:t>Service indisponible</a:t>
            </a:r>
          </a:p>
        </p:txBody>
      </p:sp>
      <p:cxnSp>
        <p:nvCxnSpPr>
          <p:cNvPr id="1106" name="Connecteur droit avec flèche 1105">
            <a:extLst>
              <a:ext uri="{FF2B5EF4-FFF2-40B4-BE49-F238E27FC236}">
                <a16:creationId xmlns:a16="http://schemas.microsoft.com/office/drawing/2014/main" id="{97C5C38D-3404-B26A-B6AB-AAFCAFE22672}"/>
              </a:ext>
            </a:extLst>
          </p:cNvPr>
          <p:cNvCxnSpPr>
            <a:cxnSpLocks/>
          </p:cNvCxnSpPr>
          <p:nvPr/>
        </p:nvCxnSpPr>
        <p:spPr>
          <a:xfrm flipH="1">
            <a:off x="7015183" y="5519131"/>
            <a:ext cx="397390" cy="230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02630238-F2CD-6BA7-7A91-DB80E80CF242}"/>
              </a:ext>
            </a:extLst>
          </p:cNvPr>
          <p:cNvSpPr/>
          <p:nvPr/>
        </p:nvSpPr>
        <p:spPr>
          <a:xfrm>
            <a:off x="1602588" y="5033372"/>
            <a:ext cx="216000" cy="216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0" name="Connecteur : en angle 59">
            <a:extLst>
              <a:ext uri="{FF2B5EF4-FFF2-40B4-BE49-F238E27FC236}">
                <a16:creationId xmlns:a16="http://schemas.microsoft.com/office/drawing/2014/main" id="{B3B61655-DDBA-CFBA-67D6-BF1F254ED3CB}"/>
              </a:ext>
            </a:extLst>
          </p:cNvPr>
          <p:cNvCxnSpPr>
            <a:cxnSpLocks/>
            <a:stCxn id="53" idx="3"/>
          </p:cNvCxnSpPr>
          <p:nvPr/>
        </p:nvCxnSpPr>
        <p:spPr>
          <a:xfrm flipV="1">
            <a:off x="1818588" y="4923860"/>
            <a:ext cx="294208" cy="21751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035" name="Connecteur : en angle 1034">
            <a:extLst>
              <a:ext uri="{FF2B5EF4-FFF2-40B4-BE49-F238E27FC236}">
                <a16:creationId xmlns:a16="http://schemas.microsoft.com/office/drawing/2014/main" id="{457DD9CC-8165-FFF7-5141-DB2AAE9AAA2C}"/>
              </a:ext>
            </a:extLst>
          </p:cNvPr>
          <p:cNvCxnSpPr>
            <a:cxnSpLocks/>
          </p:cNvCxnSpPr>
          <p:nvPr/>
        </p:nvCxnSpPr>
        <p:spPr>
          <a:xfrm flipV="1">
            <a:off x="2093231" y="3289300"/>
            <a:ext cx="1691369" cy="488710"/>
          </a:xfrm>
          <a:prstGeom prst="bentConnector3">
            <a:avLst>
              <a:gd name="adj1" fmla="val 63516"/>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132045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7" presetClass="emph" presetSubtype="2" fill="hold" nodeType="withEffect">
                                  <p:stCondLst>
                                    <p:cond delay="0"/>
                                  </p:stCondLst>
                                  <p:childTnLst>
                                    <p:animClr clrSpc="rgb" dir="cw">
                                      <p:cBhvr>
                                        <p:cTn id="8" dur="10" fill="hold"/>
                                        <p:tgtEl>
                                          <p:spTgt spid="53"/>
                                        </p:tgtEl>
                                        <p:attrNameLst>
                                          <p:attrName>stroke.color</p:attrName>
                                        </p:attrNameLst>
                                      </p:cBhvr>
                                      <p:to>
                                        <a:srgbClr val="56BF7B"/>
                                      </p:to>
                                    </p:animClr>
                                    <p:set>
                                      <p:cBhvr>
                                        <p:cTn id="9" dur="10" fill="hold"/>
                                        <p:tgtEl>
                                          <p:spTgt spid="53"/>
                                        </p:tgtEl>
                                        <p:attrNameLst>
                                          <p:attrName>stroke.on</p:attrName>
                                        </p:attrNameLst>
                                      </p:cBhvr>
                                      <p:to>
                                        <p:strVal val="true"/>
                                      </p:to>
                                    </p:set>
                                  </p:childTnLst>
                                </p:cTn>
                              </p:par>
                              <p:par>
                                <p:cTn id="10" presetID="1" presetClass="entr" presetSubtype="0" fill="hold" nodeType="withEffect">
                                  <p:stCondLst>
                                    <p:cond delay="0"/>
                                  </p:stCondLst>
                                  <p:childTnLst>
                                    <p:set>
                                      <p:cBhvr>
                                        <p:cTn id="11" dur="1" fill="hold">
                                          <p:stCondLst>
                                            <p:cond delay="0"/>
                                          </p:stCondLst>
                                        </p:cTn>
                                        <p:tgtEl>
                                          <p:spTgt spid="1124"/>
                                        </p:tgtEl>
                                        <p:attrNameLst>
                                          <p:attrName>style.visibility</p:attrName>
                                        </p:attrNameLst>
                                      </p:cBhvr>
                                      <p:to>
                                        <p:strVal val="visible"/>
                                      </p:to>
                                    </p:set>
                                  </p:childTnLst>
                                </p:cTn>
                              </p:par>
                              <p:par>
                                <p:cTn id="12" presetID="1" presetClass="exit" presetSubtype="0" fill="hold" nodeType="withEffect">
                                  <p:stCondLst>
                                    <p:cond delay="0"/>
                                  </p:stCondLst>
                                  <p:childTnLst>
                                    <p:set>
                                      <p:cBhvr>
                                        <p:cTn id="13" dur="1" fill="hold">
                                          <p:stCondLst>
                                            <p:cond delay="0"/>
                                          </p:stCondLst>
                                        </p:cTn>
                                        <p:tgtEl>
                                          <p:spTgt spid="1054"/>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6"/>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126"/>
                                        </p:tgtEl>
                                        <p:attrNameLst>
                                          <p:attrName>style.visibility</p:attrName>
                                        </p:attrNameLst>
                                      </p:cBhvr>
                                      <p:to>
                                        <p:strVal val="visible"/>
                                      </p:to>
                                    </p:set>
                                  </p:childTnLst>
                                </p:cTn>
                              </p:par>
                              <p:par>
                                <p:cTn id="20" presetID="1" presetClass="exit" presetSubtype="0" fill="hold" nodeType="withEffect">
                                  <p:stCondLst>
                                    <p:cond delay="0"/>
                                  </p:stCondLst>
                                  <p:childTnLst>
                                    <p:set>
                                      <p:cBhvr>
                                        <p:cTn id="21" dur="1" fill="hold">
                                          <p:stCondLst>
                                            <p:cond delay="0"/>
                                          </p:stCondLst>
                                        </p:cTn>
                                        <p:tgtEl>
                                          <p:spTgt spid="1052"/>
                                        </p:tgtEl>
                                        <p:attrNameLst>
                                          <p:attrName>style.visibility</p:attrName>
                                        </p:attrNameLst>
                                      </p:cBhvr>
                                      <p:to>
                                        <p:strVal val="hidden"/>
                                      </p:to>
                                    </p:set>
                                  </p:childTnLst>
                                </p:cTn>
                              </p:par>
                              <p:par>
                                <p:cTn id="22" presetID="7" presetClass="emph" presetSubtype="2" fill="hold" nodeType="withEffect">
                                  <p:stCondLst>
                                    <p:cond delay="0"/>
                                  </p:stCondLst>
                                  <p:childTnLst>
                                    <p:animClr clrSpc="rgb" dir="cw">
                                      <p:cBhvr>
                                        <p:cTn id="23" dur="10" fill="hold"/>
                                        <p:tgtEl>
                                          <p:spTgt spid="1035"/>
                                        </p:tgtEl>
                                        <p:attrNameLst>
                                          <p:attrName>stroke.color</p:attrName>
                                        </p:attrNameLst>
                                      </p:cBhvr>
                                      <p:to>
                                        <a:srgbClr val="56BF7B"/>
                                      </p:to>
                                    </p:animClr>
                                    <p:set>
                                      <p:cBhvr>
                                        <p:cTn id="24" dur="10" fill="hold"/>
                                        <p:tgtEl>
                                          <p:spTgt spid="1035"/>
                                        </p:tgtEl>
                                        <p:attrNameLst>
                                          <p:attrName>stroke.on</p:attrName>
                                        </p:attrNameLst>
                                      </p:cBhvr>
                                      <p:to>
                                        <p:strVal val="tru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25"/>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1051"/>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27"/>
                                        </p:tgtEl>
                                        <p:attrNameLst>
                                          <p:attrName>style.visibility</p:attrName>
                                        </p:attrNameLst>
                                      </p:cBhvr>
                                      <p:to>
                                        <p:strVal val="visible"/>
                                      </p:to>
                                    </p:set>
                                  </p:childTnLst>
                                </p:cTn>
                              </p:par>
                              <p:par>
                                <p:cTn id="39" presetID="1" presetClass="exit" presetSubtype="0" fill="hold" nodeType="withEffect">
                                  <p:stCondLst>
                                    <p:cond delay="0"/>
                                  </p:stCondLst>
                                  <p:childTnLst>
                                    <p:set>
                                      <p:cBhvr>
                                        <p:cTn id="40" dur="1" fill="hold">
                                          <p:stCondLst>
                                            <p:cond delay="0"/>
                                          </p:stCondLst>
                                        </p:cTn>
                                        <p:tgtEl>
                                          <p:spTgt spid="1056"/>
                                        </p:tgtEl>
                                        <p:attrNameLst>
                                          <p:attrName>style.visibility</p:attrName>
                                        </p:attrNameLst>
                                      </p:cBhvr>
                                      <p:to>
                                        <p:strVal val="hidden"/>
                                      </p:to>
                                    </p:set>
                                  </p:childTnLst>
                                </p:cTn>
                              </p:par>
                              <p:par>
                                <p:cTn id="41" presetID="7" presetClass="emph" presetSubtype="2" fill="hold" nodeType="withEffect">
                                  <p:stCondLst>
                                    <p:cond delay="0"/>
                                  </p:stCondLst>
                                  <p:childTnLst>
                                    <p:animClr clrSpc="rgb" dir="cw">
                                      <p:cBhvr>
                                        <p:cTn id="42" dur="10" fill="hold"/>
                                        <p:tgtEl>
                                          <p:spTgt spid="22"/>
                                        </p:tgtEl>
                                        <p:attrNameLst>
                                          <p:attrName>stroke.color</p:attrName>
                                        </p:attrNameLst>
                                      </p:cBhvr>
                                      <p:to>
                                        <a:srgbClr val="56BF7B"/>
                                      </p:to>
                                    </p:animClr>
                                    <p:set>
                                      <p:cBhvr>
                                        <p:cTn id="43" dur="10" fill="hold"/>
                                        <p:tgtEl>
                                          <p:spTgt spid="22"/>
                                        </p:tgtEl>
                                        <p:attrNameLst>
                                          <p:attrName>stroke.on</p:attrName>
                                        </p:attrNameLst>
                                      </p:cBhvr>
                                      <p:to>
                                        <p:strVal val="tru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50"/>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1137"/>
                                        </p:tgtEl>
                                        <p:attrNameLst>
                                          <p:attrName>style.visibility</p:attrName>
                                        </p:attrNameLst>
                                      </p:cBhvr>
                                      <p:to>
                                        <p:strVal val="visible"/>
                                      </p:to>
                                    </p:set>
                                  </p:childTnLst>
                                </p:cTn>
                              </p:par>
                              <p:par>
                                <p:cTn id="50" presetID="1" presetClass="exit" presetSubtype="0" fill="hold" nodeType="withEffect">
                                  <p:stCondLst>
                                    <p:cond delay="0"/>
                                  </p:stCondLst>
                                  <p:childTnLst>
                                    <p:set>
                                      <p:cBhvr>
                                        <p:cTn id="51" dur="1" fill="hold">
                                          <p:stCondLst>
                                            <p:cond delay="0"/>
                                          </p:stCondLst>
                                        </p:cTn>
                                        <p:tgtEl>
                                          <p:spTgt spid="1057"/>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55"/>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1128"/>
                                        </p:tgtEl>
                                        <p:attrNameLst>
                                          <p:attrName>style.visibility</p:attrName>
                                        </p:attrNameLst>
                                      </p:cBhvr>
                                      <p:to>
                                        <p:strVal val="visible"/>
                                      </p:to>
                                    </p:set>
                                  </p:childTnLst>
                                </p:cTn>
                              </p:par>
                              <p:par>
                                <p:cTn id="58" presetID="1" presetClass="exit" presetSubtype="0" fill="hold" nodeType="withEffect">
                                  <p:stCondLst>
                                    <p:cond delay="0"/>
                                  </p:stCondLst>
                                  <p:childTnLst>
                                    <p:set>
                                      <p:cBhvr>
                                        <p:cTn id="59" dur="1" fill="hold">
                                          <p:stCondLst>
                                            <p:cond delay="0"/>
                                          </p:stCondLst>
                                        </p:cTn>
                                        <p:tgtEl>
                                          <p:spTgt spid="1058"/>
                                        </p:tgtEl>
                                        <p:attrNameLst>
                                          <p:attrName>style.visibility</p:attrName>
                                        </p:attrNameLst>
                                      </p:cBhvr>
                                      <p:to>
                                        <p:strVal val="hidden"/>
                                      </p:to>
                                    </p:set>
                                  </p:childTnLst>
                                </p:cTn>
                              </p:par>
                              <p:par>
                                <p:cTn id="60" presetID="7" presetClass="emph" presetSubtype="2" fill="hold" nodeType="withEffect">
                                  <p:stCondLst>
                                    <p:cond delay="0"/>
                                  </p:stCondLst>
                                  <p:childTnLst>
                                    <p:animClr clrSpc="rgb" dir="cw">
                                      <p:cBhvr>
                                        <p:cTn id="61" dur="10" fill="hold"/>
                                        <p:tgtEl>
                                          <p:spTgt spid="46"/>
                                        </p:tgtEl>
                                        <p:attrNameLst>
                                          <p:attrName>stroke.color</p:attrName>
                                        </p:attrNameLst>
                                      </p:cBhvr>
                                      <p:to>
                                        <a:srgbClr val="56BF7B"/>
                                      </p:to>
                                    </p:animClr>
                                    <p:set>
                                      <p:cBhvr>
                                        <p:cTn id="62" dur="10" fill="hold"/>
                                        <p:tgtEl>
                                          <p:spTgt spid="46"/>
                                        </p:tgtEl>
                                        <p:attrNameLst>
                                          <p:attrName>stroke.on</p:attrName>
                                        </p:attrNameLst>
                                      </p:cBhvr>
                                      <p:to>
                                        <p:strVal val="tru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10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10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140"/>
                                        </p:tgtEl>
                                        <p:attrNameLst>
                                          <p:attrName>style.visibility</p:attrName>
                                        </p:attrNameLst>
                                      </p:cBhvr>
                                      <p:to>
                                        <p:strVal val="visible"/>
                                      </p:to>
                                    </p:set>
                                  </p:childTnLst>
                                </p:cTn>
                              </p:par>
                              <p:par>
                                <p:cTn id="73" presetID="1" presetClass="exit" presetSubtype="0" fill="hold" nodeType="withEffect">
                                  <p:stCondLst>
                                    <p:cond delay="0"/>
                                  </p:stCondLst>
                                  <p:childTnLst>
                                    <p:set>
                                      <p:cBhvr>
                                        <p:cTn id="74" dur="1" fill="hold">
                                          <p:stCondLst>
                                            <p:cond delay="0"/>
                                          </p:stCondLst>
                                        </p:cTn>
                                        <p:tgtEl>
                                          <p:spTgt spid="1059"/>
                                        </p:tgtEl>
                                        <p:attrNameLst>
                                          <p:attrName>style.visibility</p:attrName>
                                        </p:attrNameLst>
                                      </p:cBhvr>
                                      <p:to>
                                        <p:strVal val="hidden"/>
                                      </p:to>
                                    </p:set>
                                  </p:childTnLst>
                                </p:cTn>
                              </p:par>
                              <p:par>
                                <p:cTn id="75" presetID="7" presetClass="emph" presetSubtype="2" fill="hold" nodeType="withEffect">
                                  <p:stCondLst>
                                    <p:cond delay="0"/>
                                  </p:stCondLst>
                                  <p:childTnLst>
                                    <p:animClr clrSpc="rgb" dir="cw">
                                      <p:cBhvr>
                                        <p:cTn id="76" dur="10" fill="hold"/>
                                        <p:tgtEl>
                                          <p:spTgt spid="45"/>
                                        </p:tgtEl>
                                        <p:attrNameLst>
                                          <p:attrName>stroke.color</p:attrName>
                                        </p:attrNameLst>
                                      </p:cBhvr>
                                      <p:to>
                                        <a:srgbClr val="FF6F5F"/>
                                      </p:to>
                                    </p:animClr>
                                    <p:set>
                                      <p:cBhvr>
                                        <p:cTn id="77" dur="10" fill="hold"/>
                                        <p:tgtEl>
                                          <p:spTgt spid="45"/>
                                        </p:tgtEl>
                                        <p:attrNameLst>
                                          <p:attrName>stroke.on</p:attrName>
                                        </p:attrNameLst>
                                      </p:cBhvr>
                                      <p:to>
                                        <p:strVal val="tru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61"/>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62"/>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1025"/>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1027"/>
                                        </p:tgtEl>
                                        <p:attrNameLst>
                                          <p:attrName>style.visibility</p:attrName>
                                        </p:attrNameLst>
                                      </p:cBhvr>
                                      <p:to>
                                        <p:strVal val="visible"/>
                                      </p:to>
                                    </p:set>
                                  </p:childTnLst>
                                </p:cTn>
                              </p:par>
                              <p:par>
                                <p:cTn id="94" presetID="1" presetClass="exit" presetSubtype="0" fill="hold" nodeType="withEffect">
                                  <p:stCondLst>
                                    <p:cond delay="0"/>
                                  </p:stCondLst>
                                  <p:childTnLst>
                                    <p:set>
                                      <p:cBhvr>
                                        <p:cTn id="95" dur="1" fill="hold">
                                          <p:stCondLst>
                                            <p:cond delay="0"/>
                                          </p:stCondLst>
                                        </p:cTn>
                                        <p:tgtEl>
                                          <p:spTgt spid="1140"/>
                                        </p:tgtEl>
                                        <p:attrNameLst>
                                          <p:attrName>style.visibility</p:attrName>
                                        </p:attrNameLst>
                                      </p:cBhvr>
                                      <p:to>
                                        <p:strVal val="hidden"/>
                                      </p:to>
                                    </p:set>
                                  </p:childTnLst>
                                </p:cTn>
                              </p:par>
                              <p:par>
                                <p:cTn id="96" presetID="1" presetClass="entr" presetSubtype="0" fill="hold" nodeType="withEffect">
                                  <p:stCondLst>
                                    <p:cond delay="0"/>
                                  </p:stCondLst>
                                  <p:childTnLst>
                                    <p:set>
                                      <p:cBhvr>
                                        <p:cTn id="97" dur="1" fill="hold">
                                          <p:stCondLst>
                                            <p:cond delay="0"/>
                                          </p:stCondLst>
                                        </p:cTn>
                                        <p:tgtEl>
                                          <p:spTgt spid="1138"/>
                                        </p:tgtEl>
                                        <p:attrNameLst>
                                          <p:attrName>style.visibility</p:attrName>
                                        </p:attrNameLst>
                                      </p:cBhvr>
                                      <p:to>
                                        <p:strVal val="visible"/>
                                      </p:to>
                                    </p:set>
                                  </p:childTnLst>
                                </p:cTn>
                              </p:par>
                              <p:par>
                                <p:cTn id="98" presetID="7" presetClass="emph" presetSubtype="2" fill="hold" nodeType="withEffect">
                                  <p:stCondLst>
                                    <p:cond delay="0"/>
                                  </p:stCondLst>
                                  <p:childTnLst>
                                    <p:animClr clrSpc="rgb" dir="cw">
                                      <p:cBhvr>
                                        <p:cTn id="99" dur="10" fill="hold"/>
                                        <p:tgtEl>
                                          <p:spTgt spid="45"/>
                                        </p:tgtEl>
                                        <p:attrNameLst>
                                          <p:attrName>stroke.color</p:attrName>
                                        </p:attrNameLst>
                                      </p:cBhvr>
                                      <p:to>
                                        <a:srgbClr val="272727"/>
                                      </p:to>
                                    </p:animClr>
                                    <p:set>
                                      <p:cBhvr>
                                        <p:cTn id="100" dur="10" fill="hold"/>
                                        <p:tgtEl>
                                          <p:spTgt spid="45"/>
                                        </p:tgtEl>
                                        <p:attrNameLst>
                                          <p:attrName>stroke.on</p:attrName>
                                        </p:attrNameLst>
                                      </p:cBhvr>
                                      <p:to>
                                        <p:strVal val="tru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029"/>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139"/>
                                        </p:tgtEl>
                                        <p:attrNameLst>
                                          <p:attrName>style.visibility</p:attrName>
                                        </p:attrNameLst>
                                      </p:cBhvr>
                                      <p:to>
                                        <p:strVal val="visible"/>
                                      </p:to>
                                    </p:set>
                                  </p:childTnLst>
                                </p:cTn>
                              </p:par>
                              <p:par>
                                <p:cTn id="107" presetID="1" presetClass="exit" presetSubtype="0" fill="hold" nodeType="withEffect">
                                  <p:stCondLst>
                                    <p:cond delay="0"/>
                                  </p:stCondLst>
                                  <p:childTnLst>
                                    <p:set>
                                      <p:cBhvr>
                                        <p:cTn id="108" dur="1" fill="hold">
                                          <p:stCondLst>
                                            <p:cond delay="0"/>
                                          </p:stCondLst>
                                        </p:cTn>
                                        <p:tgtEl>
                                          <p:spTgt spid="1060"/>
                                        </p:tgtEl>
                                        <p:attrNameLst>
                                          <p:attrName>style.visibility</p:attrName>
                                        </p:attrNameLst>
                                      </p:cBhvr>
                                      <p:to>
                                        <p:strVal val="hidden"/>
                                      </p:to>
                                    </p:set>
                                  </p:childTnLst>
                                </p:cTn>
                              </p:par>
                              <p:par>
                                <p:cTn id="109" presetID="7" presetClass="emph" presetSubtype="2" fill="hold" nodeType="withEffect">
                                  <p:stCondLst>
                                    <p:cond delay="0"/>
                                  </p:stCondLst>
                                  <p:childTnLst>
                                    <p:animClr clrSpc="rgb" dir="cw">
                                      <p:cBhvr>
                                        <p:cTn id="110" dur="10" fill="hold"/>
                                        <p:tgtEl>
                                          <p:spTgt spid="58"/>
                                        </p:tgtEl>
                                        <p:attrNameLst>
                                          <p:attrName>stroke.color</p:attrName>
                                        </p:attrNameLst>
                                      </p:cBhvr>
                                      <p:to>
                                        <a:srgbClr val="56BF7B"/>
                                      </p:to>
                                    </p:animClr>
                                    <p:set>
                                      <p:cBhvr>
                                        <p:cTn id="111" dur="10" fill="hold"/>
                                        <p:tgtEl>
                                          <p:spTgt spid="58"/>
                                        </p:tgtEl>
                                        <p:attrNameLst>
                                          <p:attrName>stroke.on</p:attrName>
                                        </p:attrNameLst>
                                      </p:cBhvr>
                                      <p:to>
                                        <p:strVal val="tru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1030"/>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1103"/>
                                        </p:tgtEl>
                                        <p:attrNameLst>
                                          <p:attrName>style.visibility</p:attrName>
                                        </p:attrNameLst>
                                      </p:cBhvr>
                                      <p:to>
                                        <p:strVal val="visible"/>
                                      </p:to>
                                    </p:set>
                                  </p:childTnLst>
                                </p:cTn>
                              </p:par>
                              <p:par>
                                <p:cTn id="118" presetID="1" presetClass="entr" presetSubtype="0" fill="hold" nodeType="withEffect">
                                  <p:stCondLst>
                                    <p:cond delay="0"/>
                                  </p:stCondLst>
                                  <p:childTnLst>
                                    <p:set>
                                      <p:cBhvr>
                                        <p:cTn id="119" dur="1" fill="hold">
                                          <p:stCondLst>
                                            <p:cond delay="0"/>
                                          </p:stCondLst>
                                        </p:cTn>
                                        <p:tgtEl>
                                          <p:spTgt spid="1104"/>
                                        </p:tgtEl>
                                        <p:attrNameLst>
                                          <p:attrName>style.visibility</p:attrName>
                                        </p:attrNameLst>
                                      </p:cBhvr>
                                      <p:to>
                                        <p:strVal val="visible"/>
                                      </p:to>
                                    </p:set>
                                  </p:childTnLst>
                                </p:cTn>
                              </p:par>
                              <p:par>
                                <p:cTn id="120" presetID="1" presetClass="exit" presetSubtype="0" fill="hold" nodeType="withEffect">
                                  <p:stCondLst>
                                    <p:cond delay="0"/>
                                  </p:stCondLst>
                                  <p:childTnLst>
                                    <p:set>
                                      <p:cBhvr>
                                        <p:cTn id="121" dur="1" fill="hold">
                                          <p:stCondLst>
                                            <p:cond delay="0"/>
                                          </p:stCondLst>
                                        </p:cTn>
                                        <p:tgtEl>
                                          <p:spTgt spid="1125"/>
                                        </p:tgtEl>
                                        <p:attrNameLst>
                                          <p:attrName>style.visibility</p:attrName>
                                        </p:attrNameLst>
                                      </p:cBhvr>
                                      <p:to>
                                        <p:strVal val="hidden"/>
                                      </p:to>
                                    </p:set>
                                  </p:childTnLst>
                                </p:cTn>
                              </p:par>
                              <p:par>
                                <p:cTn id="122" presetID="1" presetClass="entr" presetSubtype="0" fill="hold" nodeType="withEffect">
                                  <p:stCondLst>
                                    <p:cond delay="0"/>
                                  </p:stCondLst>
                                  <p:childTnLst>
                                    <p:set>
                                      <p:cBhvr>
                                        <p:cTn id="123" dur="1" fill="hold">
                                          <p:stCondLst>
                                            <p:cond delay="0"/>
                                          </p:stCondLst>
                                        </p:cTn>
                                        <p:tgtEl>
                                          <p:spTgt spid="1141"/>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1032"/>
                                        </p:tgtEl>
                                        <p:attrNameLst>
                                          <p:attrName>style.visibility</p:attrName>
                                        </p:attrNameLst>
                                      </p:cBhvr>
                                      <p:to>
                                        <p:strVal val="visible"/>
                                      </p:to>
                                    </p:set>
                                  </p:childTnLst>
                                </p:cTn>
                              </p:par>
                              <p:par>
                                <p:cTn id="128" presetID="7" presetClass="emph" presetSubtype="2" fill="hold" nodeType="withEffect">
                                  <p:stCondLst>
                                    <p:cond delay="0"/>
                                  </p:stCondLst>
                                  <p:childTnLst>
                                    <p:animClr clrSpc="rgb" dir="cw">
                                      <p:cBhvr>
                                        <p:cTn id="129" dur="10" fill="hold"/>
                                        <p:tgtEl>
                                          <p:spTgt spid="1028"/>
                                        </p:tgtEl>
                                        <p:attrNameLst>
                                          <p:attrName>stroke.color</p:attrName>
                                        </p:attrNameLst>
                                      </p:cBhvr>
                                      <p:to>
                                        <a:srgbClr val="56BF7B"/>
                                      </p:to>
                                    </p:animClr>
                                    <p:set>
                                      <p:cBhvr>
                                        <p:cTn id="130" dur="10" fill="hold"/>
                                        <p:tgtEl>
                                          <p:spTgt spid="1028"/>
                                        </p:tgtEl>
                                        <p:attrNameLst>
                                          <p:attrName>stroke.on</p:attrName>
                                        </p:attrNameLst>
                                      </p:cBhvr>
                                      <p:to>
                                        <p:strVal val="tru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033"/>
                                        </p:tgtEl>
                                        <p:attrNameLst>
                                          <p:attrName>style.visibility</p:attrName>
                                        </p:attrNameLst>
                                      </p:cBhvr>
                                      <p:to>
                                        <p:strVal val="visible"/>
                                      </p:to>
                                    </p:set>
                                  </p:childTnLst>
                                </p:cTn>
                              </p:par>
                              <p:par>
                                <p:cTn id="135" presetID="7" presetClass="emph" presetSubtype="2" fill="hold" nodeType="withEffect">
                                  <p:stCondLst>
                                    <p:cond delay="0"/>
                                  </p:stCondLst>
                                  <p:childTnLst>
                                    <p:animClr clrSpc="rgb" dir="cw">
                                      <p:cBhvr>
                                        <p:cTn id="136" dur="10" fill="hold"/>
                                        <p:tgtEl>
                                          <p:spTgt spid="60"/>
                                        </p:tgtEl>
                                        <p:attrNameLst>
                                          <p:attrName>stroke.color</p:attrName>
                                        </p:attrNameLst>
                                      </p:cBhvr>
                                      <p:to>
                                        <a:srgbClr val="56BF7B"/>
                                      </p:to>
                                    </p:animClr>
                                    <p:set>
                                      <p:cBhvr>
                                        <p:cTn id="137" dur="10" fill="hold"/>
                                        <p:tgtEl>
                                          <p:spTgt spid="60"/>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42" grpId="0" animBg="1"/>
      <p:bldP spid="47" grpId="0" animBg="1"/>
      <p:bldP spid="50" grpId="0" animBg="1"/>
      <p:bldP spid="55" grpId="0" animBg="1"/>
      <p:bldP spid="59" grpId="0" animBg="1"/>
      <p:bldP spid="61" grpId="0" animBg="1"/>
      <p:bldP spid="62" grpId="0" animBg="1"/>
      <p:bldP spid="1025" grpId="0" animBg="1"/>
      <p:bldP spid="1027" grpId="0" animBg="1"/>
      <p:bldP spid="1029" grpId="0" animBg="1"/>
      <p:bldP spid="1030" grpId="0" animBg="1"/>
      <p:bldP spid="1032" grpId="0" animBg="1"/>
      <p:bldP spid="1033" grpId="0" animBg="1"/>
      <p:bldP spid="1103" grpId="0" animBg="1"/>
      <p:bldP spid="1105"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Connecteur droit 42">
            <a:extLst>
              <a:ext uri="{FF2B5EF4-FFF2-40B4-BE49-F238E27FC236}">
                <a16:creationId xmlns:a16="http://schemas.microsoft.com/office/drawing/2014/main" id="{2C5389C8-0287-0597-991C-00D18E843EE1}"/>
              </a:ext>
            </a:extLst>
          </p:cNvPr>
          <p:cNvCxnSpPr>
            <a:cxnSpLocks/>
          </p:cNvCxnSpPr>
          <p:nvPr/>
        </p:nvCxnSpPr>
        <p:spPr>
          <a:xfrm flipH="1" flipV="1">
            <a:off x="2053167" y="4068233"/>
            <a:ext cx="419079" cy="447556"/>
          </a:xfrm>
          <a:prstGeom prst="line">
            <a:avLst/>
          </a:prstGeom>
          <a:ln w="28575"/>
        </p:spPr>
        <p:style>
          <a:lnRef idx="1">
            <a:schemeClr val="dk1"/>
          </a:lnRef>
          <a:fillRef idx="0">
            <a:schemeClr val="dk1"/>
          </a:fillRef>
          <a:effectRef idx="0">
            <a:schemeClr val="dk1"/>
          </a:effectRef>
          <a:fontRef idx="minor">
            <a:schemeClr val="tx1"/>
          </a:fontRef>
        </p:style>
      </p:cxnSp>
      <p:cxnSp>
        <p:nvCxnSpPr>
          <p:cNvPr id="44" name="Connecteur droit 43">
            <a:extLst>
              <a:ext uri="{FF2B5EF4-FFF2-40B4-BE49-F238E27FC236}">
                <a16:creationId xmlns:a16="http://schemas.microsoft.com/office/drawing/2014/main" id="{CDC96E84-849B-FDA6-936E-5B4AE19FB580}"/>
              </a:ext>
            </a:extLst>
          </p:cNvPr>
          <p:cNvCxnSpPr>
            <a:cxnSpLocks/>
          </p:cNvCxnSpPr>
          <p:nvPr/>
        </p:nvCxnSpPr>
        <p:spPr>
          <a:xfrm flipV="1">
            <a:off x="958850" y="4004733"/>
            <a:ext cx="484717" cy="508530"/>
          </a:xfrm>
          <a:prstGeom prst="line">
            <a:avLst/>
          </a:prstGeom>
          <a:ln w="28575"/>
        </p:spPr>
        <p:style>
          <a:lnRef idx="1">
            <a:schemeClr val="dk1"/>
          </a:lnRef>
          <a:fillRef idx="0">
            <a:schemeClr val="dk1"/>
          </a:fillRef>
          <a:effectRef idx="0">
            <a:schemeClr val="dk1"/>
          </a:effectRef>
          <a:fontRef idx="minor">
            <a:schemeClr val="tx1"/>
          </a:fontRef>
        </p:style>
      </p:cxnSp>
      <p:sp>
        <p:nvSpPr>
          <p:cNvPr id="3" name="Espace réservé du texte 2">
            <a:extLst>
              <a:ext uri="{FF2B5EF4-FFF2-40B4-BE49-F238E27FC236}">
                <a16:creationId xmlns:a16="http://schemas.microsoft.com/office/drawing/2014/main" id="{C1DFB3CE-7CA0-9213-5265-F55473AB870C}"/>
              </a:ext>
            </a:extLst>
          </p:cNvPr>
          <p:cNvSpPr>
            <a:spLocks noGrp="1"/>
          </p:cNvSpPr>
          <p:nvPr>
            <p:ph type="body" sz="quarter" idx="35"/>
          </p:nvPr>
        </p:nvSpPr>
        <p:spPr/>
        <p:txBody>
          <a:bodyPr/>
          <a:lstStyle/>
          <a:p>
            <a:r>
              <a:rPr lang="fr-FR" dirty="0"/>
              <a:t>Exemple : Bout en bout – UC3</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Supervision</a:t>
            </a:r>
          </a:p>
        </p:txBody>
      </p:sp>
      <p:sp>
        <p:nvSpPr>
          <p:cNvPr id="26" name="Rectangle 25">
            <a:extLst>
              <a:ext uri="{FF2B5EF4-FFF2-40B4-BE49-F238E27FC236}">
                <a16:creationId xmlns:a16="http://schemas.microsoft.com/office/drawing/2014/main" id="{A19E92F7-3EF1-447B-08EB-22E765738511}"/>
              </a:ext>
            </a:extLst>
          </p:cNvPr>
          <p:cNvSpPr/>
          <p:nvPr/>
        </p:nvSpPr>
        <p:spPr>
          <a:xfrm>
            <a:off x="3784995" y="2114431"/>
            <a:ext cx="514466" cy="2330036"/>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A</a:t>
            </a:r>
          </a:p>
          <a:p>
            <a:pPr algn="ctr"/>
            <a:r>
              <a:rPr lang="fr-FR" dirty="0">
                <a:solidFill>
                  <a:schemeClr val="tx1"/>
                </a:solidFill>
              </a:rPr>
              <a:t>P</a:t>
            </a:r>
            <a:br>
              <a:rPr lang="fr-FR" dirty="0">
                <a:solidFill>
                  <a:schemeClr val="tx1"/>
                </a:solidFill>
              </a:rPr>
            </a:br>
            <a:r>
              <a:rPr lang="fr-FR" dirty="0">
                <a:solidFill>
                  <a:schemeClr val="tx1"/>
                </a:solidFill>
              </a:rPr>
              <a:t>I</a:t>
            </a:r>
            <a:br>
              <a:rPr lang="fr-FR" dirty="0">
                <a:solidFill>
                  <a:schemeClr val="tx1"/>
                </a:solidFill>
              </a:rPr>
            </a:br>
            <a:r>
              <a:rPr lang="fr-FR" dirty="0">
                <a:solidFill>
                  <a:schemeClr val="tx1"/>
                </a:solidFill>
              </a:rPr>
              <a:t>M</a:t>
            </a:r>
          </a:p>
        </p:txBody>
      </p:sp>
      <p:pic>
        <p:nvPicPr>
          <p:cNvPr id="1026" name="Picture 2" descr="User Icons – Download for Free in PNG and SVG">
            <a:extLst>
              <a:ext uri="{FF2B5EF4-FFF2-40B4-BE49-F238E27FC236}">
                <a16:creationId xmlns:a16="http://schemas.microsoft.com/office/drawing/2014/main" id="{668200FC-B23B-DA84-0337-45F6CE98BDD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157" t="20834" r="20157" b="23745"/>
          <a:stretch/>
        </p:blipFill>
        <p:spPr bwMode="auto">
          <a:xfrm>
            <a:off x="242394" y="3684107"/>
            <a:ext cx="538619" cy="53862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4" name="Picture 6" descr="Automatisation - Icônes entreprise gratuites">
            <a:extLst>
              <a:ext uri="{FF2B5EF4-FFF2-40B4-BE49-F238E27FC236}">
                <a16:creationId xmlns:a16="http://schemas.microsoft.com/office/drawing/2014/main" id="{D16DACCE-7A31-F761-C9F2-F561923D34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747" y="3612715"/>
            <a:ext cx="682749" cy="682749"/>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35EB3BB4-1B52-B4D7-B5E5-99427C4C4FD9}"/>
              </a:ext>
            </a:extLst>
          </p:cNvPr>
          <p:cNvSpPr/>
          <p:nvPr/>
        </p:nvSpPr>
        <p:spPr>
          <a:xfrm>
            <a:off x="5997960" y="2114432"/>
            <a:ext cx="1145839" cy="1510148"/>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ESB</a:t>
            </a:r>
          </a:p>
        </p:txBody>
      </p:sp>
      <p:sp>
        <p:nvSpPr>
          <p:cNvPr id="13" name="Rectangle 12">
            <a:extLst>
              <a:ext uri="{FF2B5EF4-FFF2-40B4-BE49-F238E27FC236}">
                <a16:creationId xmlns:a16="http://schemas.microsoft.com/office/drawing/2014/main" id="{BD13BA52-AD56-DDA2-EE12-6F73C6DFDD3A}"/>
              </a:ext>
            </a:extLst>
          </p:cNvPr>
          <p:cNvSpPr/>
          <p:nvPr/>
        </p:nvSpPr>
        <p:spPr>
          <a:xfrm>
            <a:off x="8842298" y="4048847"/>
            <a:ext cx="1145840" cy="395620"/>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Backend</a:t>
            </a:r>
          </a:p>
        </p:txBody>
      </p:sp>
      <p:cxnSp>
        <p:nvCxnSpPr>
          <p:cNvPr id="23" name="Connecteur droit avec flèche 22">
            <a:extLst>
              <a:ext uri="{FF2B5EF4-FFF2-40B4-BE49-F238E27FC236}">
                <a16:creationId xmlns:a16="http://schemas.microsoft.com/office/drawing/2014/main" id="{04D71F6F-1C9D-F8FC-D8D0-2FFCFCF142A2}"/>
              </a:ext>
            </a:extLst>
          </p:cNvPr>
          <p:cNvCxnSpPr>
            <a:cxnSpLocks/>
            <a:stCxn id="1026" idx="6"/>
            <a:endCxn id="4" idx="1"/>
          </p:cNvCxnSpPr>
          <p:nvPr/>
        </p:nvCxnSpPr>
        <p:spPr>
          <a:xfrm>
            <a:off x="781013" y="3953417"/>
            <a:ext cx="622734" cy="673"/>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pic>
        <p:nvPicPr>
          <p:cNvPr id="31" name="Picture 2" descr="User Icons – Download for Free in PNG and SVG">
            <a:extLst>
              <a:ext uri="{FF2B5EF4-FFF2-40B4-BE49-F238E27FC236}">
                <a16:creationId xmlns:a16="http://schemas.microsoft.com/office/drawing/2014/main" id="{CA552F4A-A921-2F2C-6A10-C292CA10A1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157" t="20834" r="20157" b="23745"/>
          <a:stretch/>
        </p:blipFill>
        <p:spPr bwMode="auto">
          <a:xfrm>
            <a:off x="242394" y="2303097"/>
            <a:ext cx="538619" cy="538620"/>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39" name="Picture 6" descr="Automatisation - Icônes entreprise gratuites">
            <a:extLst>
              <a:ext uri="{FF2B5EF4-FFF2-40B4-BE49-F238E27FC236}">
                <a16:creationId xmlns:a16="http://schemas.microsoft.com/office/drawing/2014/main" id="{165653E7-8086-7A46-C16B-1E0CA03D6A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747" y="2231705"/>
            <a:ext cx="682749" cy="682749"/>
          </a:xfrm>
          <a:prstGeom prst="rect">
            <a:avLst/>
          </a:prstGeom>
          <a:noFill/>
          <a:extLst>
            <a:ext uri="{909E8E84-426E-40DD-AFC4-6F175D3DCCD1}">
              <a14:hiddenFill xmlns:a14="http://schemas.microsoft.com/office/drawing/2010/main">
                <a:solidFill>
                  <a:srgbClr val="FFFFFF"/>
                </a:solidFill>
              </a14:hiddenFill>
            </a:ext>
          </a:extLst>
        </p:spPr>
      </p:pic>
      <p:cxnSp>
        <p:nvCxnSpPr>
          <p:cNvPr id="40" name="Connecteur droit avec flèche 39">
            <a:extLst>
              <a:ext uri="{FF2B5EF4-FFF2-40B4-BE49-F238E27FC236}">
                <a16:creationId xmlns:a16="http://schemas.microsoft.com/office/drawing/2014/main" id="{AF2652C8-281A-DF0D-C83E-C66279B5391B}"/>
              </a:ext>
            </a:extLst>
          </p:cNvPr>
          <p:cNvCxnSpPr>
            <a:cxnSpLocks/>
            <a:stCxn id="31" idx="6"/>
            <a:endCxn id="39" idx="1"/>
          </p:cNvCxnSpPr>
          <p:nvPr/>
        </p:nvCxnSpPr>
        <p:spPr>
          <a:xfrm>
            <a:off x="781013" y="2572407"/>
            <a:ext cx="622734" cy="6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5E002435-AAC4-7579-AA3E-63C7BB33700E}"/>
              </a:ext>
            </a:extLst>
          </p:cNvPr>
          <p:cNvSpPr/>
          <p:nvPr/>
        </p:nvSpPr>
        <p:spPr>
          <a:xfrm>
            <a:off x="957981" y="4515789"/>
            <a:ext cx="1514265" cy="772444"/>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51" name="Rectangle 50">
            <a:extLst>
              <a:ext uri="{FF2B5EF4-FFF2-40B4-BE49-F238E27FC236}">
                <a16:creationId xmlns:a16="http://schemas.microsoft.com/office/drawing/2014/main" id="{CD39ACEB-D5A8-8BC1-992C-9F4F271FBE66}"/>
              </a:ext>
            </a:extLst>
          </p:cNvPr>
          <p:cNvSpPr/>
          <p:nvPr/>
        </p:nvSpPr>
        <p:spPr>
          <a:xfrm>
            <a:off x="1092380" y="4819299"/>
            <a:ext cx="216000" cy="216000"/>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51">
            <a:extLst>
              <a:ext uri="{FF2B5EF4-FFF2-40B4-BE49-F238E27FC236}">
                <a16:creationId xmlns:a16="http://schemas.microsoft.com/office/drawing/2014/main" id="{A8B124AC-2CD8-53A2-A5F6-F18D964195A4}"/>
              </a:ext>
            </a:extLst>
          </p:cNvPr>
          <p:cNvSpPr/>
          <p:nvPr/>
        </p:nvSpPr>
        <p:spPr>
          <a:xfrm>
            <a:off x="1602588" y="4627503"/>
            <a:ext cx="216000" cy="216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52">
            <a:extLst>
              <a:ext uri="{FF2B5EF4-FFF2-40B4-BE49-F238E27FC236}">
                <a16:creationId xmlns:a16="http://schemas.microsoft.com/office/drawing/2014/main" id="{02630238-F2CD-6BA7-7A91-DB80E80CF242}"/>
              </a:ext>
            </a:extLst>
          </p:cNvPr>
          <p:cNvSpPr/>
          <p:nvPr/>
        </p:nvSpPr>
        <p:spPr>
          <a:xfrm>
            <a:off x="1602588" y="5033372"/>
            <a:ext cx="216000" cy="216000"/>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3">
            <a:extLst>
              <a:ext uri="{FF2B5EF4-FFF2-40B4-BE49-F238E27FC236}">
                <a16:creationId xmlns:a16="http://schemas.microsoft.com/office/drawing/2014/main" id="{A1502984-0C1E-3FD8-14CC-7065B3007346}"/>
              </a:ext>
            </a:extLst>
          </p:cNvPr>
          <p:cNvSpPr/>
          <p:nvPr/>
        </p:nvSpPr>
        <p:spPr>
          <a:xfrm>
            <a:off x="2112796" y="4815860"/>
            <a:ext cx="216000" cy="216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6" name="Connecteur : en angle 55">
            <a:extLst>
              <a:ext uri="{FF2B5EF4-FFF2-40B4-BE49-F238E27FC236}">
                <a16:creationId xmlns:a16="http://schemas.microsoft.com/office/drawing/2014/main" id="{F7FA7C8A-7B99-766C-3B39-63D7AD002DE4}"/>
              </a:ext>
            </a:extLst>
          </p:cNvPr>
          <p:cNvCxnSpPr>
            <a:stCxn id="51" idx="3"/>
            <a:endCxn id="52" idx="1"/>
          </p:cNvCxnSpPr>
          <p:nvPr/>
        </p:nvCxnSpPr>
        <p:spPr>
          <a:xfrm flipV="1">
            <a:off x="1308380" y="4735503"/>
            <a:ext cx="294208" cy="19179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7" name="Connecteur : en angle 56">
            <a:extLst>
              <a:ext uri="{FF2B5EF4-FFF2-40B4-BE49-F238E27FC236}">
                <a16:creationId xmlns:a16="http://schemas.microsoft.com/office/drawing/2014/main" id="{CA9E5AE7-18BD-164B-FF3D-A4F8ED63DB88}"/>
              </a:ext>
            </a:extLst>
          </p:cNvPr>
          <p:cNvCxnSpPr>
            <a:cxnSpLocks/>
            <a:stCxn id="51" idx="3"/>
            <a:endCxn id="53" idx="1"/>
          </p:cNvCxnSpPr>
          <p:nvPr/>
        </p:nvCxnSpPr>
        <p:spPr>
          <a:xfrm>
            <a:off x="1308380" y="4927299"/>
            <a:ext cx="294208" cy="214073"/>
          </a:xfrm>
          <a:prstGeom prst="bentConnector3">
            <a:avLst/>
          </a:prstGeom>
          <a:ln>
            <a:solidFill>
              <a:schemeClr val="accent3"/>
            </a:solidFill>
            <a:tailEnd type="triangle"/>
          </a:ln>
        </p:spPr>
        <p:style>
          <a:lnRef idx="1">
            <a:schemeClr val="dk1"/>
          </a:lnRef>
          <a:fillRef idx="0">
            <a:schemeClr val="dk1"/>
          </a:fillRef>
          <a:effectRef idx="0">
            <a:schemeClr val="dk1"/>
          </a:effectRef>
          <a:fontRef idx="minor">
            <a:schemeClr val="tx1"/>
          </a:fontRef>
        </p:style>
      </p:cxnSp>
      <p:cxnSp>
        <p:nvCxnSpPr>
          <p:cNvPr id="63" name="Connecteur : en angle 62">
            <a:extLst>
              <a:ext uri="{FF2B5EF4-FFF2-40B4-BE49-F238E27FC236}">
                <a16:creationId xmlns:a16="http://schemas.microsoft.com/office/drawing/2014/main" id="{A91A2165-0AD8-B044-38FF-A9659A3AB00B}"/>
              </a:ext>
            </a:extLst>
          </p:cNvPr>
          <p:cNvCxnSpPr>
            <a:cxnSpLocks/>
            <a:stCxn id="52" idx="3"/>
            <a:endCxn id="54" idx="1"/>
          </p:cNvCxnSpPr>
          <p:nvPr/>
        </p:nvCxnSpPr>
        <p:spPr>
          <a:xfrm>
            <a:off x="1818588" y="4735503"/>
            <a:ext cx="294208" cy="18835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028" name="Connecteur droit avec flèche 1027">
            <a:extLst>
              <a:ext uri="{FF2B5EF4-FFF2-40B4-BE49-F238E27FC236}">
                <a16:creationId xmlns:a16="http://schemas.microsoft.com/office/drawing/2014/main" id="{38EECBB6-357D-D7EE-5D1F-01235EB7C01E}"/>
              </a:ext>
            </a:extLst>
          </p:cNvPr>
          <p:cNvCxnSpPr>
            <a:stCxn id="4" idx="3"/>
          </p:cNvCxnSpPr>
          <p:nvPr/>
        </p:nvCxnSpPr>
        <p:spPr>
          <a:xfrm flipV="1">
            <a:off x="2086496" y="3953417"/>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1031" name="Connecteur : en angle 1030">
            <a:extLst>
              <a:ext uri="{FF2B5EF4-FFF2-40B4-BE49-F238E27FC236}">
                <a16:creationId xmlns:a16="http://schemas.microsoft.com/office/drawing/2014/main" id="{3E5F292C-3326-80A8-C298-7BAC509EE512}"/>
              </a:ext>
            </a:extLst>
          </p:cNvPr>
          <p:cNvCxnSpPr>
            <a:cxnSpLocks/>
          </p:cNvCxnSpPr>
          <p:nvPr/>
        </p:nvCxnSpPr>
        <p:spPr>
          <a:xfrm flipV="1">
            <a:off x="2086496" y="3624580"/>
            <a:ext cx="1693024" cy="247333"/>
          </a:xfrm>
          <a:prstGeom prst="bentConnector3">
            <a:avLst>
              <a:gd name="adj1" fmla="val 76105"/>
            </a:avLst>
          </a:prstGeom>
          <a:ln>
            <a:tailEnd type="triangle"/>
          </a:ln>
        </p:spPr>
        <p:style>
          <a:lnRef idx="1">
            <a:schemeClr val="dk1"/>
          </a:lnRef>
          <a:fillRef idx="0">
            <a:schemeClr val="dk1"/>
          </a:fillRef>
          <a:effectRef idx="0">
            <a:schemeClr val="dk1"/>
          </a:effectRef>
          <a:fontRef idx="minor">
            <a:schemeClr val="tx1"/>
          </a:fontRef>
        </p:style>
      </p:cxnSp>
      <p:cxnSp>
        <p:nvCxnSpPr>
          <p:cNvPr id="1035" name="Connecteur : en angle 1034">
            <a:extLst>
              <a:ext uri="{FF2B5EF4-FFF2-40B4-BE49-F238E27FC236}">
                <a16:creationId xmlns:a16="http://schemas.microsoft.com/office/drawing/2014/main" id="{457DD9CC-8165-FFF7-5141-DB2AAE9AAA2C}"/>
              </a:ext>
            </a:extLst>
          </p:cNvPr>
          <p:cNvCxnSpPr>
            <a:cxnSpLocks/>
          </p:cNvCxnSpPr>
          <p:nvPr/>
        </p:nvCxnSpPr>
        <p:spPr>
          <a:xfrm flipV="1">
            <a:off x="2093231" y="3289300"/>
            <a:ext cx="1691369" cy="488710"/>
          </a:xfrm>
          <a:prstGeom prst="bentConnector3">
            <a:avLst>
              <a:gd name="adj1" fmla="val 63516"/>
            </a:avLst>
          </a:prstGeom>
          <a:ln>
            <a:tailEnd type="triangle"/>
          </a:ln>
        </p:spPr>
        <p:style>
          <a:lnRef idx="1">
            <a:schemeClr val="dk1"/>
          </a:lnRef>
          <a:fillRef idx="0">
            <a:schemeClr val="dk1"/>
          </a:fillRef>
          <a:effectRef idx="0">
            <a:schemeClr val="dk1"/>
          </a:effectRef>
          <a:fontRef idx="minor">
            <a:schemeClr val="tx1"/>
          </a:fontRef>
        </p:style>
      </p:cxnSp>
      <p:cxnSp>
        <p:nvCxnSpPr>
          <p:cNvPr id="1044" name="Connecteur droit avec flèche 1043">
            <a:extLst>
              <a:ext uri="{FF2B5EF4-FFF2-40B4-BE49-F238E27FC236}">
                <a16:creationId xmlns:a16="http://schemas.microsoft.com/office/drawing/2014/main" id="{FE5E61DA-3E6D-8E72-8FF4-B4A9136EB7CA}"/>
              </a:ext>
            </a:extLst>
          </p:cNvPr>
          <p:cNvCxnSpPr/>
          <p:nvPr/>
        </p:nvCxnSpPr>
        <p:spPr>
          <a:xfrm flipV="1">
            <a:off x="2092895" y="2351039"/>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1045" name="Connecteur : en angle 1044">
            <a:extLst>
              <a:ext uri="{FF2B5EF4-FFF2-40B4-BE49-F238E27FC236}">
                <a16:creationId xmlns:a16="http://schemas.microsoft.com/office/drawing/2014/main" id="{1BD346B1-E4EE-FBE7-E50C-948027B05738}"/>
              </a:ext>
            </a:extLst>
          </p:cNvPr>
          <p:cNvCxnSpPr>
            <a:cxnSpLocks/>
          </p:cNvCxnSpPr>
          <p:nvPr/>
        </p:nvCxnSpPr>
        <p:spPr>
          <a:xfrm>
            <a:off x="2092895" y="2443812"/>
            <a:ext cx="1698499" cy="229973"/>
          </a:xfrm>
          <a:prstGeom prst="bentConnector3">
            <a:avLst>
              <a:gd name="adj1" fmla="val 76021"/>
            </a:avLst>
          </a:prstGeom>
          <a:ln>
            <a:tailEnd type="triangle"/>
          </a:ln>
        </p:spPr>
        <p:style>
          <a:lnRef idx="1">
            <a:schemeClr val="dk1"/>
          </a:lnRef>
          <a:fillRef idx="0">
            <a:schemeClr val="dk1"/>
          </a:fillRef>
          <a:effectRef idx="0">
            <a:schemeClr val="dk1"/>
          </a:effectRef>
          <a:fontRef idx="minor">
            <a:schemeClr val="tx1"/>
          </a:fontRef>
        </p:style>
      </p:cxnSp>
      <p:cxnSp>
        <p:nvCxnSpPr>
          <p:cNvPr id="1046" name="Connecteur : en angle 1045">
            <a:extLst>
              <a:ext uri="{FF2B5EF4-FFF2-40B4-BE49-F238E27FC236}">
                <a16:creationId xmlns:a16="http://schemas.microsoft.com/office/drawing/2014/main" id="{3F115D88-CEEC-7D8E-E9E6-EB3CA63923F5}"/>
              </a:ext>
            </a:extLst>
          </p:cNvPr>
          <p:cNvCxnSpPr>
            <a:cxnSpLocks/>
          </p:cNvCxnSpPr>
          <p:nvPr/>
        </p:nvCxnSpPr>
        <p:spPr>
          <a:xfrm>
            <a:off x="2091267" y="2709333"/>
            <a:ext cx="1686993" cy="27107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047" name="Connecteur : en angle 1046">
            <a:extLst>
              <a:ext uri="{FF2B5EF4-FFF2-40B4-BE49-F238E27FC236}">
                <a16:creationId xmlns:a16="http://schemas.microsoft.com/office/drawing/2014/main" id="{4EB3BA8A-C92F-5AA3-E975-02996B9AE833}"/>
              </a:ext>
            </a:extLst>
          </p:cNvPr>
          <p:cNvCxnSpPr>
            <a:cxnSpLocks/>
            <a:stCxn id="39" idx="3"/>
          </p:cNvCxnSpPr>
          <p:nvPr/>
        </p:nvCxnSpPr>
        <p:spPr>
          <a:xfrm>
            <a:off x="2086496" y="2573080"/>
            <a:ext cx="1691764" cy="712719"/>
          </a:xfrm>
          <a:prstGeom prst="bentConnector3">
            <a:avLst>
              <a:gd name="adj1" fmla="val 63888"/>
            </a:avLst>
          </a:prstGeom>
          <a:ln>
            <a:tailEnd type="triangle"/>
          </a:ln>
        </p:spPr>
        <p:style>
          <a:lnRef idx="1">
            <a:schemeClr val="dk1"/>
          </a:lnRef>
          <a:fillRef idx="0">
            <a:schemeClr val="dk1"/>
          </a:fillRef>
          <a:effectRef idx="0">
            <a:schemeClr val="dk1"/>
          </a:effectRef>
          <a:fontRef idx="minor">
            <a:schemeClr val="tx1"/>
          </a:fontRef>
        </p:style>
      </p:cxnSp>
      <p:cxnSp>
        <p:nvCxnSpPr>
          <p:cNvPr id="19" name="Connecteur droit avec flèche 18">
            <a:extLst>
              <a:ext uri="{FF2B5EF4-FFF2-40B4-BE49-F238E27FC236}">
                <a16:creationId xmlns:a16="http://schemas.microsoft.com/office/drawing/2014/main" id="{814109C2-6DCB-F8E5-8D09-BFFD03F3C316}"/>
              </a:ext>
            </a:extLst>
          </p:cNvPr>
          <p:cNvCxnSpPr/>
          <p:nvPr/>
        </p:nvCxnSpPr>
        <p:spPr>
          <a:xfrm flipV="1">
            <a:off x="4299460" y="2521385"/>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21" name="Connecteur droit avec flèche 20">
            <a:extLst>
              <a:ext uri="{FF2B5EF4-FFF2-40B4-BE49-F238E27FC236}">
                <a16:creationId xmlns:a16="http://schemas.microsoft.com/office/drawing/2014/main" id="{5357F494-759A-376C-5ADA-38396F5D06CF}"/>
              </a:ext>
            </a:extLst>
          </p:cNvPr>
          <p:cNvCxnSpPr/>
          <p:nvPr/>
        </p:nvCxnSpPr>
        <p:spPr>
          <a:xfrm flipV="1">
            <a:off x="4299460" y="3416523"/>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22" name="Connecteur droit avec flèche 21">
            <a:extLst>
              <a:ext uri="{FF2B5EF4-FFF2-40B4-BE49-F238E27FC236}">
                <a16:creationId xmlns:a16="http://schemas.microsoft.com/office/drawing/2014/main" id="{139D491D-0318-E5A1-8D7A-1F6BCC532534}"/>
              </a:ext>
            </a:extLst>
          </p:cNvPr>
          <p:cNvCxnSpPr/>
          <p:nvPr/>
        </p:nvCxnSpPr>
        <p:spPr>
          <a:xfrm flipV="1">
            <a:off x="4291921" y="2359510"/>
            <a:ext cx="1698499" cy="673"/>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cxnSp>
        <p:nvCxnSpPr>
          <p:cNvPr id="25" name="Connecteur droit avec flèche 24">
            <a:extLst>
              <a:ext uri="{FF2B5EF4-FFF2-40B4-BE49-F238E27FC236}">
                <a16:creationId xmlns:a16="http://schemas.microsoft.com/office/drawing/2014/main" id="{2F97F03C-6381-640A-9E40-18766A8D04E0}"/>
              </a:ext>
            </a:extLst>
          </p:cNvPr>
          <p:cNvCxnSpPr/>
          <p:nvPr/>
        </p:nvCxnSpPr>
        <p:spPr>
          <a:xfrm flipV="1">
            <a:off x="4291920" y="3265231"/>
            <a:ext cx="1698499" cy="673"/>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sp>
        <p:nvSpPr>
          <p:cNvPr id="30" name="Rectangle 29">
            <a:extLst>
              <a:ext uri="{FF2B5EF4-FFF2-40B4-BE49-F238E27FC236}">
                <a16:creationId xmlns:a16="http://schemas.microsoft.com/office/drawing/2014/main" id="{C98E797F-4EF9-AF6F-395C-B3A5E1F636A4}"/>
              </a:ext>
            </a:extLst>
          </p:cNvPr>
          <p:cNvSpPr/>
          <p:nvPr/>
        </p:nvSpPr>
        <p:spPr>
          <a:xfrm>
            <a:off x="8842298" y="2114432"/>
            <a:ext cx="1145840" cy="395620"/>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Backend</a:t>
            </a:r>
          </a:p>
        </p:txBody>
      </p:sp>
      <p:sp>
        <p:nvSpPr>
          <p:cNvPr id="32" name="Rectangle 31">
            <a:extLst>
              <a:ext uri="{FF2B5EF4-FFF2-40B4-BE49-F238E27FC236}">
                <a16:creationId xmlns:a16="http://schemas.microsoft.com/office/drawing/2014/main" id="{F6674AF0-FD98-072D-6B4F-E237A8EB98D4}"/>
              </a:ext>
            </a:extLst>
          </p:cNvPr>
          <p:cNvSpPr/>
          <p:nvPr/>
        </p:nvSpPr>
        <p:spPr>
          <a:xfrm>
            <a:off x="8842298" y="3209597"/>
            <a:ext cx="1145840" cy="395620"/>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Backend</a:t>
            </a:r>
          </a:p>
        </p:txBody>
      </p:sp>
      <p:cxnSp>
        <p:nvCxnSpPr>
          <p:cNvPr id="37" name="Connecteur droit avec flèche 36">
            <a:extLst>
              <a:ext uri="{FF2B5EF4-FFF2-40B4-BE49-F238E27FC236}">
                <a16:creationId xmlns:a16="http://schemas.microsoft.com/office/drawing/2014/main" id="{EA94E08F-2B47-1A29-1795-8A0A18063C40}"/>
              </a:ext>
            </a:extLst>
          </p:cNvPr>
          <p:cNvCxnSpPr/>
          <p:nvPr/>
        </p:nvCxnSpPr>
        <p:spPr>
          <a:xfrm flipV="1">
            <a:off x="7159393" y="3482718"/>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38" name="Connecteur droit avec flèche 37">
            <a:extLst>
              <a:ext uri="{FF2B5EF4-FFF2-40B4-BE49-F238E27FC236}">
                <a16:creationId xmlns:a16="http://schemas.microsoft.com/office/drawing/2014/main" id="{50C798E0-3DCA-7458-0BDB-F412486F93ED}"/>
              </a:ext>
            </a:extLst>
          </p:cNvPr>
          <p:cNvCxnSpPr/>
          <p:nvPr/>
        </p:nvCxnSpPr>
        <p:spPr>
          <a:xfrm flipV="1">
            <a:off x="7151853" y="3331426"/>
            <a:ext cx="1698499" cy="673"/>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cxnSp>
        <p:nvCxnSpPr>
          <p:cNvPr id="45" name="Connecteur droit avec flèche 44">
            <a:extLst>
              <a:ext uri="{FF2B5EF4-FFF2-40B4-BE49-F238E27FC236}">
                <a16:creationId xmlns:a16="http://schemas.microsoft.com/office/drawing/2014/main" id="{44BAB662-3086-709D-103F-F859C5B437FE}"/>
              </a:ext>
            </a:extLst>
          </p:cNvPr>
          <p:cNvCxnSpPr/>
          <p:nvPr/>
        </p:nvCxnSpPr>
        <p:spPr>
          <a:xfrm flipV="1">
            <a:off x="7147569" y="2387552"/>
            <a:ext cx="1698499" cy="673"/>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46" name="Connecteur droit avec flèche 45">
            <a:extLst>
              <a:ext uri="{FF2B5EF4-FFF2-40B4-BE49-F238E27FC236}">
                <a16:creationId xmlns:a16="http://schemas.microsoft.com/office/drawing/2014/main" id="{8D82478D-9B0D-6E1D-4625-83B813CA04E2}"/>
              </a:ext>
            </a:extLst>
          </p:cNvPr>
          <p:cNvCxnSpPr/>
          <p:nvPr/>
        </p:nvCxnSpPr>
        <p:spPr>
          <a:xfrm flipV="1">
            <a:off x="7140029" y="2236260"/>
            <a:ext cx="1698499" cy="673"/>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cxnSp>
        <p:nvCxnSpPr>
          <p:cNvPr id="48" name="Connecteur droit avec flèche 47">
            <a:extLst>
              <a:ext uri="{FF2B5EF4-FFF2-40B4-BE49-F238E27FC236}">
                <a16:creationId xmlns:a16="http://schemas.microsoft.com/office/drawing/2014/main" id="{1D9A4573-4EC2-71D8-EA35-E7625E836E46}"/>
              </a:ext>
            </a:extLst>
          </p:cNvPr>
          <p:cNvCxnSpPr>
            <a:cxnSpLocks/>
          </p:cNvCxnSpPr>
          <p:nvPr/>
        </p:nvCxnSpPr>
        <p:spPr>
          <a:xfrm>
            <a:off x="4299460" y="4329559"/>
            <a:ext cx="4541328" cy="0"/>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49" name="Connecteur droit avec flèche 48">
            <a:extLst>
              <a:ext uri="{FF2B5EF4-FFF2-40B4-BE49-F238E27FC236}">
                <a16:creationId xmlns:a16="http://schemas.microsoft.com/office/drawing/2014/main" id="{47C265DD-1071-DB29-062F-5B46F1F5F811}"/>
              </a:ext>
            </a:extLst>
          </p:cNvPr>
          <p:cNvCxnSpPr>
            <a:cxnSpLocks/>
          </p:cNvCxnSpPr>
          <p:nvPr/>
        </p:nvCxnSpPr>
        <p:spPr>
          <a:xfrm>
            <a:off x="4306197" y="4177594"/>
            <a:ext cx="4539872" cy="0"/>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cxnSp>
        <p:nvCxnSpPr>
          <p:cNvPr id="58" name="Connecteur : en angle 57">
            <a:extLst>
              <a:ext uri="{FF2B5EF4-FFF2-40B4-BE49-F238E27FC236}">
                <a16:creationId xmlns:a16="http://schemas.microsoft.com/office/drawing/2014/main" id="{A33DEDA4-67AF-6768-67E2-B052591AD7A0}"/>
              </a:ext>
            </a:extLst>
          </p:cNvPr>
          <p:cNvCxnSpPr>
            <a:stCxn id="30" idx="3"/>
            <a:endCxn id="26" idx="0"/>
          </p:cNvCxnSpPr>
          <p:nvPr/>
        </p:nvCxnSpPr>
        <p:spPr>
          <a:xfrm flipH="1" flipV="1">
            <a:off x="4042228" y="2114431"/>
            <a:ext cx="5945910" cy="197811"/>
          </a:xfrm>
          <a:prstGeom prst="bentConnector4">
            <a:avLst>
              <a:gd name="adj1" fmla="val -8117"/>
              <a:gd name="adj2" fmla="val 587941"/>
            </a:avLst>
          </a:prstGeom>
          <a:ln>
            <a:tailEnd type="triangle"/>
          </a:ln>
        </p:spPr>
        <p:style>
          <a:lnRef idx="1">
            <a:schemeClr val="dk1"/>
          </a:lnRef>
          <a:fillRef idx="0">
            <a:schemeClr val="dk1"/>
          </a:fillRef>
          <a:effectRef idx="0">
            <a:schemeClr val="dk1"/>
          </a:effectRef>
          <a:fontRef idx="minor">
            <a:schemeClr val="tx1"/>
          </a:fontRef>
        </p:style>
      </p:cxnSp>
      <p:sp>
        <p:nvSpPr>
          <p:cNvPr id="1024" name="Cylindre 1023">
            <a:extLst>
              <a:ext uri="{FF2B5EF4-FFF2-40B4-BE49-F238E27FC236}">
                <a16:creationId xmlns:a16="http://schemas.microsoft.com/office/drawing/2014/main" id="{7F5DEB5B-EED6-DF4D-EC57-9AB02038E764}"/>
              </a:ext>
            </a:extLst>
          </p:cNvPr>
          <p:cNvSpPr/>
          <p:nvPr/>
        </p:nvSpPr>
        <p:spPr>
          <a:xfrm>
            <a:off x="10975916" y="3973908"/>
            <a:ext cx="514467" cy="570180"/>
          </a:xfrm>
          <a:prstGeom prst="can">
            <a:avLst>
              <a:gd name="adj" fmla="val 33599"/>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042" name="Connecteur droit avec flèche 1041">
            <a:extLst>
              <a:ext uri="{FF2B5EF4-FFF2-40B4-BE49-F238E27FC236}">
                <a16:creationId xmlns:a16="http://schemas.microsoft.com/office/drawing/2014/main" id="{01587672-CEEA-B39C-08F9-64CF6AA415AC}"/>
              </a:ext>
            </a:extLst>
          </p:cNvPr>
          <p:cNvCxnSpPr>
            <a:cxnSpLocks/>
          </p:cNvCxnSpPr>
          <p:nvPr/>
        </p:nvCxnSpPr>
        <p:spPr>
          <a:xfrm>
            <a:off x="9980597" y="4328886"/>
            <a:ext cx="992203" cy="0"/>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1043" name="Connecteur droit avec flèche 1042">
            <a:extLst>
              <a:ext uri="{FF2B5EF4-FFF2-40B4-BE49-F238E27FC236}">
                <a16:creationId xmlns:a16="http://schemas.microsoft.com/office/drawing/2014/main" id="{0A06DFD0-EB70-1DC5-2E5D-B785B5E06D6B}"/>
              </a:ext>
            </a:extLst>
          </p:cNvPr>
          <p:cNvCxnSpPr>
            <a:cxnSpLocks/>
          </p:cNvCxnSpPr>
          <p:nvPr/>
        </p:nvCxnSpPr>
        <p:spPr>
          <a:xfrm>
            <a:off x="9991725" y="4177594"/>
            <a:ext cx="986155" cy="0"/>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pic>
        <p:nvPicPr>
          <p:cNvPr id="1050" name="Image 1049">
            <a:extLst>
              <a:ext uri="{FF2B5EF4-FFF2-40B4-BE49-F238E27FC236}">
                <a16:creationId xmlns:a16="http://schemas.microsoft.com/office/drawing/2014/main" id="{106C8CED-E407-C98E-7116-3C9E402C2529}"/>
              </a:ext>
            </a:extLst>
          </p:cNvPr>
          <p:cNvPicPr>
            <a:picLocks noChangeAspect="1"/>
          </p:cNvPicPr>
          <p:nvPr/>
        </p:nvPicPr>
        <p:blipFill rotWithShape="1">
          <a:blip r:embed="rId5"/>
          <a:srcRect r="2176" b="17661"/>
          <a:stretch/>
        </p:blipFill>
        <p:spPr>
          <a:xfrm>
            <a:off x="9719357" y="3082163"/>
            <a:ext cx="379748" cy="319636"/>
          </a:xfrm>
          <a:prstGeom prst="rect">
            <a:avLst/>
          </a:prstGeom>
        </p:spPr>
      </p:pic>
      <p:pic>
        <p:nvPicPr>
          <p:cNvPr id="1051" name="Image 1050">
            <a:extLst>
              <a:ext uri="{FF2B5EF4-FFF2-40B4-BE49-F238E27FC236}">
                <a16:creationId xmlns:a16="http://schemas.microsoft.com/office/drawing/2014/main" id="{21C8BF2D-D5A5-A924-A421-72EFB245F03F}"/>
              </a:ext>
            </a:extLst>
          </p:cNvPr>
          <p:cNvPicPr>
            <a:picLocks noChangeAspect="1"/>
          </p:cNvPicPr>
          <p:nvPr/>
        </p:nvPicPr>
        <p:blipFill rotWithShape="1">
          <a:blip r:embed="rId6"/>
          <a:srcRect l="20141" r="21734" b="16138"/>
          <a:stretch/>
        </p:blipFill>
        <p:spPr>
          <a:xfrm rot="10800000">
            <a:off x="3843533" y="4691462"/>
            <a:ext cx="397390" cy="573347"/>
          </a:xfrm>
          <a:prstGeom prst="rect">
            <a:avLst/>
          </a:prstGeom>
        </p:spPr>
      </p:pic>
      <p:pic>
        <p:nvPicPr>
          <p:cNvPr id="1052" name="Image 1051">
            <a:extLst>
              <a:ext uri="{FF2B5EF4-FFF2-40B4-BE49-F238E27FC236}">
                <a16:creationId xmlns:a16="http://schemas.microsoft.com/office/drawing/2014/main" id="{EA1D5A90-87BF-1E12-AA95-4E9B71F1B1AD}"/>
              </a:ext>
            </a:extLst>
          </p:cNvPr>
          <p:cNvPicPr>
            <a:picLocks noChangeAspect="1"/>
          </p:cNvPicPr>
          <p:nvPr/>
        </p:nvPicPr>
        <p:blipFill rotWithShape="1">
          <a:blip r:embed="rId6"/>
          <a:srcRect l="20141" r="21734" b="16138"/>
          <a:stretch/>
        </p:blipFill>
        <p:spPr>
          <a:xfrm>
            <a:off x="3078615" y="1301715"/>
            <a:ext cx="397390" cy="573347"/>
          </a:xfrm>
          <a:prstGeom prst="rect">
            <a:avLst/>
          </a:prstGeom>
        </p:spPr>
      </p:pic>
      <p:pic>
        <p:nvPicPr>
          <p:cNvPr id="1053" name="Image 1052">
            <a:extLst>
              <a:ext uri="{FF2B5EF4-FFF2-40B4-BE49-F238E27FC236}">
                <a16:creationId xmlns:a16="http://schemas.microsoft.com/office/drawing/2014/main" id="{95711108-C513-5E1C-49FC-7107CCEA828C}"/>
              </a:ext>
            </a:extLst>
          </p:cNvPr>
          <p:cNvPicPr>
            <a:picLocks noChangeAspect="1"/>
          </p:cNvPicPr>
          <p:nvPr/>
        </p:nvPicPr>
        <p:blipFill rotWithShape="1">
          <a:blip r:embed="rId6"/>
          <a:srcRect l="20141" r="21734" b="16138"/>
          <a:stretch/>
        </p:blipFill>
        <p:spPr>
          <a:xfrm rot="10800000">
            <a:off x="1007904" y="5507947"/>
            <a:ext cx="397390" cy="573347"/>
          </a:xfrm>
          <a:prstGeom prst="rect">
            <a:avLst/>
          </a:prstGeom>
        </p:spPr>
      </p:pic>
      <p:pic>
        <p:nvPicPr>
          <p:cNvPr id="1054" name="Image 1053">
            <a:extLst>
              <a:ext uri="{FF2B5EF4-FFF2-40B4-BE49-F238E27FC236}">
                <a16:creationId xmlns:a16="http://schemas.microsoft.com/office/drawing/2014/main" id="{A97B834C-0572-1802-20D9-481F16571A30}"/>
              </a:ext>
            </a:extLst>
          </p:cNvPr>
          <p:cNvPicPr>
            <a:picLocks noChangeAspect="1"/>
          </p:cNvPicPr>
          <p:nvPr/>
        </p:nvPicPr>
        <p:blipFill rotWithShape="1">
          <a:blip r:embed="rId6"/>
          <a:srcRect l="20141" r="21734" b="16138"/>
          <a:stretch/>
        </p:blipFill>
        <p:spPr>
          <a:xfrm rot="10800000">
            <a:off x="1511091" y="5507946"/>
            <a:ext cx="397390" cy="573347"/>
          </a:xfrm>
          <a:prstGeom prst="rect">
            <a:avLst/>
          </a:prstGeom>
        </p:spPr>
      </p:pic>
      <p:pic>
        <p:nvPicPr>
          <p:cNvPr id="1055" name="Image 1054">
            <a:extLst>
              <a:ext uri="{FF2B5EF4-FFF2-40B4-BE49-F238E27FC236}">
                <a16:creationId xmlns:a16="http://schemas.microsoft.com/office/drawing/2014/main" id="{E0C262EF-609D-3836-8311-D7A479D0419C}"/>
              </a:ext>
            </a:extLst>
          </p:cNvPr>
          <p:cNvPicPr>
            <a:picLocks noChangeAspect="1"/>
          </p:cNvPicPr>
          <p:nvPr/>
        </p:nvPicPr>
        <p:blipFill rotWithShape="1">
          <a:blip r:embed="rId6"/>
          <a:srcRect l="20141" r="21734" b="16138"/>
          <a:stretch/>
        </p:blipFill>
        <p:spPr>
          <a:xfrm rot="10800000">
            <a:off x="2022101" y="5510983"/>
            <a:ext cx="397390" cy="573347"/>
          </a:xfrm>
          <a:prstGeom prst="rect">
            <a:avLst/>
          </a:prstGeom>
        </p:spPr>
      </p:pic>
      <p:pic>
        <p:nvPicPr>
          <p:cNvPr id="1056" name="Image 1055">
            <a:extLst>
              <a:ext uri="{FF2B5EF4-FFF2-40B4-BE49-F238E27FC236}">
                <a16:creationId xmlns:a16="http://schemas.microsoft.com/office/drawing/2014/main" id="{4A6EF7CC-8A47-7641-98B8-3E5C34000034}"/>
              </a:ext>
            </a:extLst>
          </p:cNvPr>
          <p:cNvPicPr>
            <a:picLocks noChangeAspect="1"/>
          </p:cNvPicPr>
          <p:nvPr/>
        </p:nvPicPr>
        <p:blipFill rotWithShape="1">
          <a:blip r:embed="rId6"/>
          <a:srcRect l="20141" r="21734" b="16138"/>
          <a:stretch/>
        </p:blipFill>
        <p:spPr>
          <a:xfrm>
            <a:off x="4950014" y="1301715"/>
            <a:ext cx="397390" cy="573347"/>
          </a:xfrm>
          <a:prstGeom prst="rect">
            <a:avLst/>
          </a:prstGeom>
        </p:spPr>
      </p:pic>
      <p:pic>
        <p:nvPicPr>
          <p:cNvPr id="1057" name="Image 1056">
            <a:extLst>
              <a:ext uri="{FF2B5EF4-FFF2-40B4-BE49-F238E27FC236}">
                <a16:creationId xmlns:a16="http://schemas.microsoft.com/office/drawing/2014/main" id="{D53874A1-8563-3A0F-F46E-55D9CFA57BDC}"/>
              </a:ext>
            </a:extLst>
          </p:cNvPr>
          <p:cNvPicPr>
            <a:picLocks noChangeAspect="1"/>
          </p:cNvPicPr>
          <p:nvPr/>
        </p:nvPicPr>
        <p:blipFill rotWithShape="1">
          <a:blip r:embed="rId6"/>
          <a:srcRect l="20141" r="21734" b="16138"/>
          <a:stretch/>
        </p:blipFill>
        <p:spPr>
          <a:xfrm>
            <a:off x="6371429" y="1301715"/>
            <a:ext cx="397390" cy="573347"/>
          </a:xfrm>
          <a:prstGeom prst="rect">
            <a:avLst/>
          </a:prstGeom>
        </p:spPr>
      </p:pic>
      <p:pic>
        <p:nvPicPr>
          <p:cNvPr id="1058" name="Image 1057">
            <a:extLst>
              <a:ext uri="{FF2B5EF4-FFF2-40B4-BE49-F238E27FC236}">
                <a16:creationId xmlns:a16="http://schemas.microsoft.com/office/drawing/2014/main" id="{7311D17D-9D3C-363D-2703-2B8A7A54E7ED}"/>
              </a:ext>
            </a:extLst>
          </p:cNvPr>
          <p:cNvPicPr>
            <a:picLocks noChangeAspect="1"/>
          </p:cNvPicPr>
          <p:nvPr/>
        </p:nvPicPr>
        <p:blipFill rotWithShape="1">
          <a:blip r:embed="rId6"/>
          <a:srcRect l="20141" r="21734" b="16138"/>
          <a:stretch/>
        </p:blipFill>
        <p:spPr>
          <a:xfrm>
            <a:off x="7809947" y="1301715"/>
            <a:ext cx="397390" cy="573347"/>
          </a:xfrm>
          <a:prstGeom prst="rect">
            <a:avLst/>
          </a:prstGeom>
        </p:spPr>
      </p:pic>
      <p:pic>
        <p:nvPicPr>
          <p:cNvPr id="1059" name="Image 1058">
            <a:extLst>
              <a:ext uri="{FF2B5EF4-FFF2-40B4-BE49-F238E27FC236}">
                <a16:creationId xmlns:a16="http://schemas.microsoft.com/office/drawing/2014/main" id="{C5564A36-A91E-65FD-386A-621C8E83E254}"/>
              </a:ext>
            </a:extLst>
          </p:cNvPr>
          <p:cNvPicPr>
            <a:picLocks noChangeAspect="1"/>
          </p:cNvPicPr>
          <p:nvPr/>
        </p:nvPicPr>
        <p:blipFill rotWithShape="1">
          <a:blip r:embed="rId6"/>
          <a:srcRect l="20141" r="21734" b="16138"/>
          <a:stretch/>
        </p:blipFill>
        <p:spPr>
          <a:xfrm>
            <a:off x="9216523" y="1301715"/>
            <a:ext cx="397390" cy="573347"/>
          </a:xfrm>
          <a:prstGeom prst="rect">
            <a:avLst/>
          </a:prstGeom>
        </p:spPr>
      </p:pic>
      <p:pic>
        <p:nvPicPr>
          <p:cNvPr id="1060" name="Image 1059">
            <a:extLst>
              <a:ext uri="{FF2B5EF4-FFF2-40B4-BE49-F238E27FC236}">
                <a16:creationId xmlns:a16="http://schemas.microsoft.com/office/drawing/2014/main" id="{1383ACE0-2060-7503-8DCE-275A49AF5A67}"/>
              </a:ext>
            </a:extLst>
          </p:cNvPr>
          <p:cNvPicPr>
            <a:picLocks noChangeAspect="1"/>
          </p:cNvPicPr>
          <p:nvPr/>
        </p:nvPicPr>
        <p:blipFill rotWithShape="1">
          <a:blip r:embed="rId6"/>
          <a:srcRect l="20141" r="21734" b="16138"/>
          <a:stretch/>
        </p:blipFill>
        <p:spPr>
          <a:xfrm>
            <a:off x="7015183" y="363627"/>
            <a:ext cx="397390" cy="573347"/>
          </a:xfrm>
          <a:prstGeom prst="rect">
            <a:avLst/>
          </a:prstGeom>
        </p:spPr>
      </p:pic>
      <p:pic>
        <p:nvPicPr>
          <p:cNvPr id="1061" name="Image 1060">
            <a:extLst>
              <a:ext uri="{FF2B5EF4-FFF2-40B4-BE49-F238E27FC236}">
                <a16:creationId xmlns:a16="http://schemas.microsoft.com/office/drawing/2014/main" id="{8721BF74-B709-E426-400C-0FD2E637E83A}"/>
              </a:ext>
            </a:extLst>
          </p:cNvPr>
          <p:cNvPicPr>
            <a:picLocks noChangeAspect="1"/>
          </p:cNvPicPr>
          <p:nvPr/>
        </p:nvPicPr>
        <p:blipFill rotWithShape="1">
          <a:blip r:embed="rId6"/>
          <a:srcRect l="20141" r="21734" b="16138"/>
          <a:stretch/>
        </p:blipFill>
        <p:spPr>
          <a:xfrm rot="10800000">
            <a:off x="6371430" y="4691462"/>
            <a:ext cx="397390" cy="573347"/>
          </a:xfrm>
          <a:prstGeom prst="rect">
            <a:avLst/>
          </a:prstGeom>
        </p:spPr>
      </p:pic>
      <p:pic>
        <p:nvPicPr>
          <p:cNvPr id="1062" name="Image 1061">
            <a:extLst>
              <a:ext uri="{FF2B5EF4-FFF2-40B4-BE49-F238E27FC236}">
                <a16:creationId xmlns:a16="http://schemas.microsoft.com/office/drawing/2014/main" id="{B4130070-DB58-7CB9-C0DA-4986DBFC72EF}"/>
              </a:ext>
            </a:extLst>
          </p:cNvPr>
          <p:cNvPicPr>
            <a:picLocks noChangeAspect="1"/>
          </p:cNvPicPr>
          <p:nvPr/>
        </p:nvPicPr>
        <p:blipFill rotWithShape="1">
          <a:blip r:embed="rId6"/>
          <a:srcRect l="20141" r="21734" b="16138"/>
          <a:stretch/>
        </p:blipFill>
        <p:spPr>
          <a:xfrm rot="10800000">
            <a:off x="9216523" y="4746075"/>
            <a:ext cx="397390" cy="573347"/>
          </a:xfrm>
          <a:prstGeom prst="rect">
            <a:avLst/>
          </a:prstGeom>
        </p:spPr>
      </p:pic>
      <p:pic>
        <p:nvPicPr>
          <p:cNvPr id="1063" name="Image 1062">
            <a:extLst>
              <a:ext uri="{FF2B5EF4-FFF2-40B4-BE49-F238E27FC236}">
                <a16:creationId xmlns:a16="http://schemas.microsoft.com/office/drawing/2014/main" id="{39B1AC02-8F80-0B91-CD59-C5FD36F95ECC}"/>
              </a:ext>
            </a:extLst>
          </p:cNvPr>
          <p:cNvPicPr>
            <a:picLocks noChangeAspect="1"/>
          </p:cNvPicPr>
          <p:nvPr/>
        </p:nvPicPr>
        <p:blipFill rotWithShape="1">
          <a:blip r:embed="rId6"/>
          <a:srcRect l="20141" r="21734" b="16138"/>
          <a:stretch/>
        </p:blipFill>
        <p:spPr>
          <a:xfrm rot="10800000">
            <a:off x="11034453" y="4723648"/>
            <a:ext cx="397390" cy="573347"/>
          </a:xfrm>
          <a:prstGeom prst="rect">
            <a:avLst/>
          </a:prstGeom>
        </p:spPr>
      </p:pic>
      <p:cxnSp>
        <p:nvCxnSpPr>
          <p:cNvPr id="1065" name="Connecteur droit 1064">
            <a:extLst>
              <a:ext uri="{FF2B5EF4-FFF2-40B4-BE49-F238E27FC236}">
                <a16:creationId xmlns:a16="http://schemas.microsoft.com/office/drawing/2014/main" id="{0A996AB5-C2B4-4605-A3F1-641F072F763A}"/>
              </a:ext>
            </a:extLst>
          </p:cNvPr>
          <p:cNvCxnSpPr>
            <a:stCxn id="1053" idx="2"/>
          </p:cNvCxnSpPr>
          <p:nvPr/>
        </p:nvCxnSpPr>
        <p:spPr>
          <a:xfrm flipH="1" flipV="1">
            <a:off x="1202267" y="4923860"/>
            <a:ext cx="4332" cy="584087"/>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66" name="Connecteur droit 1065">
            <a:extLst>
              <a:ext uri="{FF2B5EF4-FFF2-40B4-BE49-F238E27FC236}">
                <a16:creationId xmlns:a16="http://schemas.microsoft.com/office/drawing/2014/main" id="{E19CE6F9-E2BA-3004-7731-DFC8FF9FC221}"/>
              </a:ext>
            </a:extLst>
          </p:cNvPr>
          <p:cNvCxnSpPr>
            <a:cxnSpLocks/>
          </p:cNvCxnSpPr>
          <p:nvPr/>
        </p:nvCxnSpPr>
        <p:spPr>
          <a:xfrm flipV="1">
            <a:off x="1691949" y="5141372"/>
            <a:ext cx="0" cy="362418"/>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69" name="Connecteur droit 1068">
            <a:extLst>
              <a:ext uri="{FF2B5EF4-FFF2-40B4-BE49-F238E27FC236}">
                <a16:creationId xmlns:a16="http://schemas.microsoft.com/office/drawing/2014/main" id="{26527A18-F681-EEEA-C0FC-DCCE684BFF93}"/>
              </a:ext>
            </a:extLst>
          </p:cNvPr>
          <p:cNvCxnSpPr>
            <a:cxnSpLocks/>
          </p:cNvCxnSpPr>
          <p:nvPr/>
        </p:nvCxnSpPr>
        <p:spPr>
          <a:xfrm flipV="1">
            <a:off x="2220796" y="4978136"/>
            <a:ext cx="0" cy="535217"/>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72" name="Connecteur droit 1071">
            <a:extLst>
              <a:ext uri="{FF2B5EF4-FFF2-40B4-BE49-F238E27FC236}">
                <a16:creationId xmlns:a16="http://schemas.microsoft.com/office/drawing/2014/main" id="{63B7814A-B643-84F2-495E-2C6D894F2732}"/>
              </a:ext>
            </a:extLst>
          </p:cNvPr>
          <p:cNvCxnSpPr>
            <a:cxnSpLocks/>
          </p:cNvCxnSpPr>
          <p:nvPr/>
        </p:nvCxnSpPr>
        <p:spPr>
          <a:xfrm flipV="1">
            <a:off x="4033760" y="4340521"/>
            <a:ext cx="0" cy="362418"/>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73" name="Connecteur droit 1072">
            <a:extLst>
              <a:ext uri="{FF2B5EF4-FFF2-40B4-BE49-F238E27FC236}">
                <a16:creationId xmlns:a16="http://schemas.microsoft.com/office/drawing/2014/main" id="{DD436DB3-B28B-46EF-9C7B-A0C237F98E11}"/>
              </a:ext>
            </a:extLst>
          </p:cNvPr>
          <p:cNvCxnSpPr>
            <a:cxnSpLocks/>
          </p:cNvCxnSpPr>
          <p:nvPr/>
        </p:nvCxnSpPr>
        <p:spPr>
          <a:xfrm flipV="1">
            <a:off x="6561657" y="4068233"/>
            <a:ext cx="0" cy="614604"/>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75" name="Connecteur droit 1074">
            <a:extLst>
              <a:ext uri="{FF2B5EF4-FFF2-40B4-BE49-F238E27FC236}">
                <a16:creationId xmlns:a16="http://schemas.microsoft.com/office/drawing/2014/main" id="{30DC0F58-ABAF-31A0-83D6-D9002D2EDD67}"/>
              </a:ext>
            </a:extLst>
          </p:cNvPr>
          <p:cNvCxnSpPr>
            <a:cxnSpLocks/>
          </p:cNvCxnSpPr>
          <p:nvPr/>
        </p:nvCxnSpPr>
        <p:spPr>
          <a:xfrm flipV="1">
            <a:off x="9406742" y="4377267"/>
            <a:ext cx="0" cy="374502"/>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79" name="Connecteur droit 1078">
            <a:extLst>
              <a:ext uri="{FF2B5EF4-FFF2-40B4-BE49-F238E27FC236}">
                <a16:creationId xmlns:a16="http://schemas.microsoft.com/office/drawing/2014/main" id="{6CF69823-1ADA-8C98-F502-15FCC08822AB}"/>
              </a:ext>
            </a:extLst>
          </p:cNvPr>
          <p:cNvCxnSpPr>
            <a:cxnSpLocks/>
          </p:cNvCxnSpPr>
          <p:nvPr/>
        </p:nvCxnSpPr>
        <p:spPr>
          <a:xfrm flipV="1">
            <a:off x="11233148" y="4356837"/>
            <a:ext cx="0" cy="374502"/>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0" name="Connecteur droit 1079">
            <a:extLst>
              <a:ext uri="{FF2B5EF4-FFF2-40B4-BE49-F238E27FC236}">
                <a16:creationId xmlns:a16="http://schemas.microsoft.com/office/drawing/2014/main" id="{05E855D3-25C9-7B77-C85C-E1D4650AA19D}"/>
              </a:ext>
            </a:extLst>
          </p:cNvPr>
          <p:cNvCxnSpPr>
            <a:cxnSpLocks/>
          </p:cNvCxnSpPr>
          <p:nvPr/>
        </p:nvCxnSpPr>
        <p:spPr>
          <a:xfrm flipV="1">
            <a:off x="9419166" y="1866596"/>
            <a:ext cx="0" cy="313571"/>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2" name="Connecteur droit 1081">
            <a:extLst>
              <a:ext uri="{FF2B5EF4-FFF2-40B4-BE49-F238E27FC236}">
                <a16:creationId xmlns:a16="http://schemas.microsoft.com/office/drawing/2014/main" id="{EDE0B250-C12E-9062-1C04-F0E281F690BA}"/>
              </a:ext>
            </a:extLst>
          </p:cNvPr>
          <p:cNvCxnSpPr>
            <a:cxnSpLocks/>
          </p:cNvCxnSpPr>
          <p:nvPr/>
        </p:nvCxnSpPr>
        <p:spPr>
          <a:xfrm flipV="1">
            <a:off x="8012875" y="1866595"/>
            <a:ext cx="0" cy="577217"/>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4" name="Connecteur droit 1083">
            <a:extLst>
              <a:ext uri="{FF2B5EF4-FFF2-40B4-BE49-F238E27FC236}">
                <a16:creationId xmlns:a16="http://schemas.microsoft.com/office/drawing/2014/main" id="{9333D626-6821-7F84-8F86-B1ED8015285D}"/>
              </a:ext>
            </a:extLst>
          </p:cNvPr>
          <p:cNvCxnSpPr>
            <a:cxnSpLocks/>
          </p:cNvCxnSpPr>
          <p:nvPr/>
        </p:nvCxnSpPr>
        <p:spPr>
          <a:xfrm flipV="1">
            <a:off x="6561657" y="1866596"/>
            <a:ext cx="0" cy="313571"/>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5" name="Connecteur droit 1084">
            <a:extLst>
              <a:ext uri="{FF2B5EF4-FFF2-40B4-BE49-F238E27FC236}">
                <a16:creationId xmlns:a16="http://schemas.microsoft.com/office/drawing/2014/main" id="{5BC6845C-6308-C6BE-9AB4-E584C89ABA35}"/>
              </a:ext>
            </a:extLst>
          </p:cNvPr>
          <p:cNvCxnSpPr>
            <a:cxnSpLocks/>
          </p:cNvCxnSpPr>
          <p:nvPr/>
        </p:nvCxnSpPr>
        <p:spPr>
          <a:xfrm flipV="1">
            <a:off x="5153868" y="1870829"/>
            <a:ext cx="0" cy="1753751"/>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7" name="Connecteur droit 1086">
            <a:extLst>
              <a:ext uri="{FF2B5EF4-FFF2-40B4-BE49-F238E27FC236}">
                <a16:creationId xmlns:a16="http://schemas.microsoft.com/office/drawing/2014/main" id="{4992B2B5-C806-BDC6-70C5-736CDF5B0262}"/>
              </a:ext>
            </a:extLst>
          </p:cNvPr>
          <p:cNvCxnSpPr>
            <a:cxnSpLocks/>
          </p:cNvCxnSpPr>
          <p:nvPr/>
        </p:nvCxnSpPr>
        <p:spPr>
          <a:xfrm flipV="1">
            <a:off x="7213878" y="936974"/>
            <a:ext cx="0" cy="303393"/>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89" name="Connecteur droit 1088">
            <a:extLst>
              <a:ext uri="{FF2B5EF4-FFF2-40B4-BE49-F238E27FC236}">
                <a16:creationId xmlns:a16="http://schemas.microsoft.com/office/drawing/2014/main" id="{C3AC47CA-77A0-65AA-0A32-D1F7DAAA65FD}"/>
              </a:ext>
            </a:extLst>
          </p:cNvPr>
          <p:cNvCxnSpPr>
            <a:cxnSpLocks/>
          </p:cNvCxnSpPr>
          <p:nvPr/>
        </p:nvCxnSpPr>
        <p:spPr>
          <a:xfrm flipV="1">
            <a:off x="3277310" y="1870829"/>
            <a:ext cx="0" cy="2178018"/>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1109" name="ZoneTexte 1108">
            <a:extLst>
              <a:ext uri="{FF2B5EF4-FFF2-40B4-BE49-F238E27FC236}">
                <a16:creationId xmlns:a16="http://schemas.microsoft.com/office/drawing/2014/main" id="{894E893E-11C9-979A-D98B-CA2F175EB6C7}"/>
              </a:ext>
            </a:extLst>
          </p:cNvPr>
          <p:cNvSpPr txBox="1"/>
          <p:nvPr/>
        </p:nvSpPr>
        <p:spPr>
          <a:xfrm>
            <a:off x="1055354" y="6119089"/>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a:t>
            </a:r>
          </a:p>
        </p:txBody>
      </p:sp>
      <p:sp>
        <p:nvSpPr>
          <p:cNvPr id="1110" name="ZoneTexte 1109">
            <a:extLst>
              <a:ext uri="{FF2B5EF4-FFF2-40B4-BE49-F238E27FC236}">
                <a16:creationId xmlns:a16="http://schemas.microsoft.com/office/drawing/2014/main" id="{FA60BA74-40E2-500A-209C-6659534085A3}"/>
              </a:ext>
            </a:extLst>
          </p:cNvPr>
          <p:cNvSpPr txBox="1"/>
          <p:nvPr/>
        </p:nvSpPr>
        <p:spPr>
          <a:xfrm>
            <a:off x="1555530" y="6121151"/>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S2</a:t>
            </a:r>
          </a:p>
        </p:txBody>
      </p:sp>
      <p:sp>
        <p:nvSpPr>
          <p:cNvPr id="1111" name="ZoneTexte 1110">
            <a:extLst>
              <a:ext uri="{FF2B5EF4-FFF2-40B4-BE49-F238E27FC236}">
                <a16:creationId xmlns:a16="http://schemas.microsoft.com/office/drawing/2014/main" id="{0BC96452-018C-9F0F-5ADF-8874F58EBD15}"/>
              </a:ext>
            </a:extLst>
          </p:cNvPr>
          <p:cNvSpPr txBox="1"/>
          <p:nvPr/>
        </p:nvSpPr>
        <p:spPr>
          <a:xfrm>
            <a:off x="2059713" y="6121151"/>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S3</a:t>
            </a:r>
          </a:p>
        </p:txBody>
      </p:sp>
      <p:sp>
        <p:nvSpPr>
          <p:cNvPr id="1112" name="ZoneTexte 1111">
            <a:extLst>
              <a:ext uri="{FF2B5EF4-FFF2-40B4-BE49-F238E27FC236}">
                <a16:creationId xmlns:a16="http://schemas.microsoft.com/office/drawing/2014/main" id="{5A6D0029-EA48-6615-96DD-35A9456FD1FD}"/>
              </a:ext>
            </a:extLst>
          </p:cNvPr>
          <p:cNvSpPr txBox="1"/>
          <p:nvPr/>
        </p:nvSpPr>
        <p:spPr>
          <a:xfrm>
            <a:off x="3882573" y="5296996"/>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S5</a:t>
            </a:r>
          </a:p>
        </p:txBody>
      </p:sp>
      <p:sp>
        <p:nvSpPr>
          <p:cNvPr id="1113" name="ZoneTexte 1112">
            <a:extLst>
              <a:ext uri="{FF2B5EF4-FFF2-40B4-BE49-F238E27FC236}">
                <a16:creationId xmlns:a16="http://schemas.microsoft.com/office/drawing/2014/main" id="{FBC4FE3E-E5E6-F76F-03E1-0C676AB37F69}"/>
              </a:ext>
            </a:extLst>
          </p:cNvPr>
          <p:cNvSpPr txBox="1"/>
          <p:nvPr/>
        </p:nvSpPr>
        <p:spPr>
          <a:xfrm>
            <a:off x="6397380" y="5307053"/>
            <a:ext cx="35218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S13</a:t>
            </a:r>
          </a:p>
        </p:txBody>
      </p:sp>
      <p:sp>
        <p:nvSpPr>
          <p:cNvPr id="1114" name="ZoneTexte 1113">
            <a:extLst>
              <a:ext uri="{FF2B5EF4-FFF2-40B4-BE49-F238E27FC236}">
                <a16:creationId xmlns:a16="http://schemas.microsoft.com/office/drawing/2014/main" id="{0DAA77A0-955B-6EA7-89DB-C944D2C391A8}"/>
              </a:ext>
            </a:extLst>
          </p:cNvPr>
          <p:cNvSpPr txBox="1"/>
          <p:nvPr/>
        </p:nvSpPr>
        <p:spPr>
          <a:xfrm>
            <a:off x="9239123" y="5307052"/>
            <a:ext cx="35218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S14</a:t>
            </a:r>
          </a:p>
        </p:txBody>
      </p:sp>
      <p:sp>
        <p:nvSpPr>
          <p:cNvPr id="1115" name="ZoneTexte 1114">
            <a:extLst>
              <a:ext uri="{FF2B5EF4-FFF2-40B4-BE49-F238E27FC236}">
                <a16:creationId xmlns:a16="http://schemas.microsoft.com/office/drawing/2014/main" id="{46AB9EDA-9B00-FE02-82FD-EBE8CF793A9B}"/>
              </a:ext>
            </a:extLst>
          </p:cNvPr>
          <p:cNvSpPr txBox="1"/>
          <p:nvPr/>
        </p:nvSpPr>
        <p:spPr>
          <a:xfrm>
            <a:off x="11057054" y="5287647"/>
            <a:ext cx="35218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S15</a:t>
            </a:r>
          </a:p>
        </p:txBody>
      </p:sp>
      <p:pic>
        <p:nvPicPr>
          <p:cNvPr id="1116" name="Image 1115">
            <a:extLst>
              <a:ext uri="{FF2B5EF4-FFF2-40B4-BE49-F238E27FC236}">
                <a16:creationId xmlns:a16="http://schemas.microsoft.com/office/drawing/2014/main" id="{C8D99735-00AF-18CA-83A0-34685792739B}"/>
              </a:ext>
            </a:extLst>
          </p:cNvPr>
          <p:cNvPicPr>
            <a:picLocks noChangeAspect="1"/>
          </p:cNvPicPr>
          <p:nvPr/>
        </p:nvPicPr>
        <p:blipFill rotWithShape="1">
          <a:blip r:embed="rId6"/>
          <a:srcRect l="20141" r="21734" b="16138"/>
          <a:stretch/>
        </p:blipFill>
        <p:spPr>
          <a:xfrm>
            <a:off x="7809947" y="2559039"/>
            <a:ext cx="397390" cy="573347"/>
          </a:xfrm>
          <a:prstGeom prst="rect">
            <a:avLst/>
          </a:prstGeom>
        </p:spPr>
      </p:pic>
      <p:pic>
        <p:nvPicPr>
          <p:cNvPr id="1117" name="Image 1116">
            <a:extLst>
              <a:ext uri="{FF2B5EF4-FFF2-40B4-BE49-F238E27FC236}">
                <a16:creationId xmlns:a16="http://schemas.microsoft.com/office/drawing/2014/main" id="{A0230DAE-C0E5-4B47-39D0-E4527A97D3D6}"/>
              </a:ext>
            </a:extLst>
          </p:cNvPr>
          <p:cNvPicPr>
            <a:picLocks noChangeAspect="1"/>
          </p:cNvPicPr>
          <p:nvPr/>
        </p:nvPicPr>
        <p:blipFill rotWithShape="1">
          <a:blip r:embed="rId6"/>
          <a:srcRect l="20141" r="21734" b="16138"/>
          <a:stretch/>
        </p:blipFill>
        <p:spPr>
          <a:xfrm>
            <a:off x="9216523" y="2559039"/>
            <a:ext cx="397390" cy="573347"/>
          </a:xfrm>
          <a:prstGeom prst="rect">
            <a:avLst/>
          </a:prstGeom>
        </p:spPr>
      </p:pic>
      <p:cxnSp>
        <p:nvCxnSpPr>
          <p:cNvPr id="1118" name="Connecteur droit 1117">
            <a:extLst>
              <a:ext uri="{FF2B5EF4-FFF2-40B4-BE49-F238E27FC236}">
                <a16:creationId xmlns:a16="http://schemas.microsoft.com/office/drawing/2014/main" id="{337E74B3-0AF9-A1F6-0086-D2302A689630}"/>
              </a:ext>
            </a:extLst>
          </p:cNvPr>
          <p:cNvCxnSpPr>
            <a:cxnSpLocks/>
          </p:cNvCxnSpPr>
          <p:nvPr/>
        </p:nvCxnSpPr>
        <p:spPr>
          <a:xfrm flipV="1">
            <a:off x="9419166" y="3123920"/>
            <a:ext cx="0" cy="156913"/>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119" name="Connecteur droit 1118">
            <a:extLst>
              <a:ext uri="{FF2B5EF4-FFF2-40B4-BE49-F238E27FC236}">
                <a16:creationId xmlns:a16="http://schemas.microsoft.com/office/drawing/2014/main" id="{BEF94F6A-647A-E70F-C32C-72CE8968C5F9}"/>
              </a:ext>
            </a:extLst>
          </p:cNvPr>
          <p:cNvCxnSpPr>
            <a:cxnSpLocks/>
          </p:cNvCxnSpPr>
          <p:nvPr/>
        </p:nvCxnSpPr>
        <p:spPr>
          <a:xfrm flipV="1">
            <a:off x="8012875" y="3123919"/>
            <a:ext cx="0" cy="500661"/>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1129" name="ZoneTexte 1128">
            <a:extLst>
              <a:ext uri="{FF2B5EF4-FFF2-40B4-BE49-F238E27FC236}">
                <a16:creationId xmlns:a16="http://schemas.microsoft.com/office/drawing/2014/main" id="{20515F3B-B03A-7DA9-9E44-72DE15F7A62C}"/>
              </a:ext>
            </a:extLst>
          </p:cNvPr>
          <p:cNvSpPr txBox="1"/>
          <p:nvPr/>
        </p:nvSpPr>
        <p:spPr>
          <a:xfrm>
            <a:off x="3437905" y="1447218"/>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S4</a:t>
            </a:r>
          </a:p>
        </p:txBody>
      </p:sp>
      <p:sp>
        <p:nvSpPr>
          <p:cNvPr id="1130" name="ZoneTexte 1129">
            <a:extLst>
              <a:ext uri="{FF2B5EF4-FFF2-40B4-BE49-F238E27FC236}">
                <a16:creationId xmlns:a16="http://schemas.microsoft.com/office/drawing/2014/main" id="{FB9F160C-4B30-0B21-DA5A-16A678914EA0}"/>
              </a:ext>
            </a:extLst>
          </p:cNvPr>
          <p:cNvSpPr txBox="1"/>
          <p:nvPr/>
        </p:nvSpPr>
        <p:spPr>
          <a:xfrm>
            <a:off x="5298551" y="1447218"/>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S6</a:t>
            </a:r>
          </a:p>
        </p:txBody>
      </p:sp>
      <p:sp>
        <p:nvSpPr>
          <p:cNvPr id="1131" name="ZoneTexte 1130">
            <a:extLst>
              <a:ext uri="{FF2B5EF4-FFF2-40B4-BE49-F238E27FC236}">
                <a16:creationId xmlns:a16="http://schemas.microsoft.com/office/drawing/2014/main" id="{3E2C3FDB-15EF-21D2-9C48-2C6592BD7C01}"/>
              </a:ext>
            </a:extLst>
          </p:cNvPr>
          <p:cNvSpPr txBox="1"/>
          <p:nvPr/>
        </p:nvSpPr>
        <p:spPr>
          <a:xfrm>
            <a:off x="6706081" y="1447218"/>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S7</a:t>
            </a:r>
          </a:p>
        </p:txBody>
      </p:sp>
      <p:sp>
        <p:nvSpPr>
          <p:cNvPr id="1132" name="ZoneTexte 1131">
            <a:extLst>
              <a:ext uri="{FF2B5EF4-FFF2-40B4-BE49-F238E27FC236}">
                <a16:creationId xmlns:a16="http://schemas.microsoft.com/office/drawing/2014/main" id="{243BC232-6E01-51D3-D7E5-646393F0D457}"/>
              </a:ext>
            </a:extLst>
          </p:cNvPr>
          <p:cNvSpPr txBox="1"/>
          <p:nvPr/>
        </p:nvSpPr>
        <p:spPr>
          <a:xfrm>
            <a:off x="8170055" y="1447218"/>
            <a:ext cx="36509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S10</a:t>
            </a:r>
          </a:p>
        </p:txBody>
      </p:sp>
      <p:sp>
        <p:nvSpPr>
          <p:cNvPr id="1133" name="ZoneTexte 1132">
            <a:extLst>
              <a:ext uri="{FF2B5EF4-FFF2-40B4-BE49-F238E27FC236}">
                <a16:creationId xmlns:a16="http://schemas.microsoft.com/office/drawing/2014/main" id="{83FDFAF9-BFAD-039E-FB32-16593E0B6DF9}"/>
              </a:ext>
            </a:extLst>
          </p:cNvPr>
          <p:cNvSpPr txBox="1"/>
          <p:nvPr/>
        </p:nvSpPr>
        <p:spPr>
          <a:xfrm>
            <a:off x="8152985" y="2721058"/>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S8</a:t>
            </a:r>
          </a:p>
        </p:txBody>
      </p:sp>
      <p:sp>
        <p:nvSpPr>
          <p:cNvPr id="1134" name="ZoneTexte 1133">
            <a:extLst>
              <a:ext uri="{FF2B5EF4-FFF2-40B4-BE49-F238E27FC236}">
                <a16:creationId xmlns:a16="http://schemas.microsoft.com/office/drawing/2014/main" id="{8DF73215-DC25-B507-558C-E28843ADFB86}"/>
              </a:ext>
            </a:extLst>
          </p:cNvPr>
          <p:cNvSpPr txBox="1"/>
          <p:nvPr/>
        </p:nvSpPr>
        <p:spPr>
          <a:xfrm>
            <a:off x="9525496" y="2740279"/>
            <a:ext cx="290052"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S9</a:t>
            </a:r>
          </a:p>
        </p:txBody>
      </p:sp>
      <p:sp>
        <p:nvSpPr>
          <p:cNvPr id="1135" name="ZoneTexte 1134">
            <a:extLst>
              <a:ext uri="{FF2B5EF4-FFF2-40B4-BE49-F238E27FC236}">
                <a16:creationId xmlns:a16="http://schemas.microsoft.com/office/drawing/2014/main" id="{30BBCC37-462D-C0B1-15E2-661216EC5B29}"/>
              </a:ext>
            </a:extLst>
          </p:cNvPr>
          <p:cNvSpPr txBox="1"/>
          <p:nvPr/>
        </p:nvSpPr>
        <p:spPr>
          <a:xfrm>
            <a:off x="9556763" y="1447218"/>
            <a:ext cx="36509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S11</a:t>
            </a:r>
          </a:p>
        </p:txBody>
      </p:sp>
      <p:sp>
        <p:nvSpPr>
          <p:cNvPr id="1136" name="ZoneTexte 1135">
            <a:extLst>
              <a:ext uri="{FF2B5EF4-FFF2-40B4-BE49-F238E27FC236}">
                <a16:creationId xmlns:a16="http://schemas.microsoft.com/office/drawing/2014/main" id="{2071547C-99BE-EF42-AB80-9258F97C5DC6}"/>
              </a:ext>
            </a:extLst>
          </p:cNvPr>
          <p:cNvSpPr txBox="1"/>
          <p:nvPr/>
        </p:nvSpPr>
        <p:spPr>
          <a:xfrm>
            <a:off x="7370373" y="520151"/>
            <a:ext cx="365097" cy="288147"/>
          </a:xfrm>
          <a:prstGeom prst="rect">
            <a:avLst/>
          </a:prstGeom>
          <a:noFill/>
        </p:spPr>
        <p:txBody>
          <a:bodyPr wrap="square" lIns="36000" tIns="36000" rIns="0" bIns="36000" rtlCol="0">
            <a:spAutoFit/>
          </a:bodyPr>
          <a:lstStyle/>
          <a:p>
            <a:pPr algn="ctr"/>
            <a:r>
              <a:rPr lang="fr-FR" sz="1400" dirty="0">
                <a:latin typeface="Arial" panose="020B0604020202020204" pitchFamily="34" charset="0"/>
                <a:cs typeface="Arial" panose="020B0604020202020204" pitchFamily="34" charset="0"/>
              </a:rPr>
              <a:t>S12</a:t>
            </a:r>
          </a:p>
        </p:txBody>
      </p:sp>
      <p:graphicFrame>
        <p:nvGraphicFramePr>
          <p:cNvPr id="5" name="Tableau 5">
            <a:extLst>
              <a:ext uri="{FF2B5EF4-FFF2-40B4-BE49-F238E27FC236}">
                <a16:creationId xmlns:a16="http://schemas.microsoft.com/office/drawing/2014/main" id="{3D63A8CF-F881-AA04-9FF7-C5E601F9C319}"/>
              </a:ext>
            </a:extLst>
          </p:cNvPr>
          <p:cNvGraphicFramePr>
            <a:graphicFrameLocks noGrp="1"/>
          </p:cNvGraphicFramePr>
          <p:nvPr/>
        </p:nvGraphicFramePr>
        <p:xfrm>
          <a:off x="3523806" y="5749776"/>
          <a:ext cx="7935802" cy="741680"/>
        </p:xfrm>
        <a:graphic>
          <a:graphicData uri="http://schemas.openxmlformats.org/drawingml/2006/table">
            <a:tbl>
              <a:tblPr firstRow="1" bandRow="1">
                <a:tableStyleId>{5C22544A-7EE6-4342-B048-85BDC9FD1C3A}</a:tableStyleId>
              </a:tblPr>
              <a:tblGrid>
                <a:gridCol w="566843">
                  <a:extLst>
                    <a:ext uri="{9D8B030D-6E8A-4147-A177-3AD203B41FA5}">
                      <a16:colId xmlns:a16="http://schemas.microsoft.com/office/drawing/2014/main" val="3074520889"/>
                    </a:ext>
                  </a:extLst>
                </a:gridCol>
                <a:gridCol w="566843">
                  <a:extLst>
                    <a:ext uri="{9D8B030D-6E8A-4147-A177-3AD203B41FA5}">
                      <a16:colId xmlns:a16="http://schemas.microsoft.com/office/drawing/2014/main" val="1977502800"/>
                    </a:ext>
                  </a:extLst>
                </a:gridCol>
                <a:gridCol w="566843">
                  <a:extLst>
                    <a:ext uri="{9D8B030D-6E8A-4147-A177-3AD203B41FA5}">
                      <a16:colId xmlns:a16="http://schemas.microsoft.com/office/drawing/2014/main" val="2250631236"/>
                    </a:ext>
                  </a:extLst>
                </a:gridCol>
                <a:gridCol w="566843">
                  <a:extLst>
                    <a:ext uri="{9D8B030D-6E8A-4147-A177-3AD203B41FA5}">
                      <a16:colId xmlns:a16="http://schemas.microsoft.com/office/drawing/2014/main" val="1976034832"/>
                    </a:ext>
                  </a:extLst>
                </a:gridCol>
                <a:gridCol w="566843">
                  <a:extLst>
                    <a:ext uri="{9D8B030D-6E8A-4147-A177-3AD203B41FA5}">
                      <a16:colId xmlns:a16="http://schemas.microsoft.com/office/drawing/2014/main" val="3785069717"/>
                    </a:ext>
                  </a:extLst>
                </a:gridCol>
                <a:gridCol w="566843">
                  <a:extLst>
                    <a:ext uri="{9D8B030D-6E8A-4147-A177-3AD203B41FA5}">
                      <a16:colId xmlns:a16="http://schemas.microsoft.com/office/drawing/2014/main" val="601941723"/>
                    </a:ext>
                  </a:extLst>
                </a:gridCol>
                <a:gridCol w="566843">
                  <a:extLst>
                    <a:ext uri="{9D8B030D-6E8A-4147-A177-3AD203B41FA5}">
                      <a16:colId xmlns:a16="http://schemas.microsoft.com/office/drawing/2014/main" val="2569856903"/>
                    </a:ext>
                  </a:extLst>
                </a:gridCol>
                <a:gridCol w="566843">
                  <a:extLst>
                    <a:ext uri="{9D8B030D-6E8A-4147-A177-3AD203B41FA5}">
                      <a16:colId xmlns:a16="http://schemas.microsoft.com/office/drawing/2014/main" val="2056896560"/>
                    </a:ext>
                  </a:extLst>
                </a:gridCol>
                <a:gridCol w="566843">
                  <a:extLst>
                    <a:ext uri="{9D8B030D-6E8A-4147-A177-3AD203B41FA5}">
                      <a16:colId xmlns:a16="http://schemas.microsoft.com/office/drawing/2014/main" val="1398429220"/>
                    </a:ext>
                  </a:extLst>
                </a:gridCol>
                <a:gridCol w="566843">
                  <a:extLst>
                    <a:ext uri="{9D8B030D-6E8A-4147-A177-3AD203B41FA5}">
                      <a16:colId xmlns:a16="http://schemas.microsoft.com/office/drawing/2014/main" val="1491505093"/>
                    </a:ext>
                  </a:extLst>
                </a:gridCol>
                <a:gridCol w="566843">
                  <a:extLst>
                    <a:ext uri="{9D8B030D-6E8A-4147-A177-3AD203B41FA5}">
                      <a16:colId xmlns:a16="http://schemas.microsoft.com/office/drawing/2014/main" val="734180611"/>
                    </a:ext>
                  </a:extLst>
                </a:gridCol>
                <a:gridCol w="566843">
                  <a:extLst>
                    <a:ext uri="{9D8B030D-6E8A-4147-A177-3AD203B41FA5}">
                      <a16:colId xmlns:a16="http://schemas.microsoft.com/office/drawing/2014/main" val="3290323442"/>
                    </a:ext>
                  </a:extLst>
                </a:gridCol>
                <a:gridCol w="566843">
                  <a:extLst>
                    <a:ext uri="{9D8B030D-6E8A-4147-A177-3AD203B41FA5}">
                      <a16:colId xmlns:a16="http://schemas.microsoft.com/office/drawing/2014/main" val="565412976"/>
                    </a:ext>
                  </a:extLst>
                </a:gridCol>
                <a:gridCol w="566843">
                  <a:extLst>
                    <a:ext uri="{9D8B030D-6E8A-4147-A177-3AD203B41FA5}">
                      <a16:colId xmlns:a16="http://schemas.microsoft.com/office/drawing/2014/main" val="1924083004"/>
                    </a:ext>
                  </a:extLst>
                </a:gridCol>
              </a:tblGrid>
              <a:tr h="370840">
                <a:tc>
                  <a:txBody>
                    <a:bodyPr/>
                    <a:lstStyle/>
                    <a:p>
                      <a:pPr algn="ctr"/>
                      <a:r>
                        <a:rPr lang="fr-FR" sz="1600" dirty="0"/>
                        <a:t>S3</a:t>
                      </a:r>
                    </a:p>
                  </a:txBody>
                  <a:tcPr/>
                </a:tc>
                <a:tc>
                  <a:txBody>
                    <a:bodyPr/>
                    <a:lstStyle/>
                    <a:p>
                      <a:pPr algn="ctr"/>
                      <a:r>
                        <a:rPr lang="fr-FR" sz="1600" dirty="0"/>
                        <a:t>S4</a:t>
                      </a:r>
                    </a:p>
                  </a:txBody>
                  <a:tcPr/>
                </a:tc>
                <a:tc>
                  <a:txBody>
                    <a:bodyPr/>
                    <a:lstStyle/>
                    <a:p>
                      <a:pPr algn="ctr"/>
                      <a:r>
                        <a:rPr lang="fr-FR" sz="1600" dirty="0"/>
                        <a:t>S5</a:t>
                      </a:r>
                    </a:p>
                  </a:txBody>
                  <a:tcPr/>
                </a:tc>
                <a:tc>
                  <a:txBody>
                    <a:bodyPr/>
                    <a:lstStyle/>
                    <a:p>
                      <a:pPr algn="ctr"/>
                      <a:r>
                        <a:rPr lang="fr-FR" sz="1600" dirty="0"/>
                        <a:t>S13</a:t>
                      </a:r>
                    </a:p>
                  </a:txBody>
                  <a:tcPr/>
                </a:tc>
                <a:tc>
                  <a:txBody>
                    <a:bodyPr/>
                    <a:lstStyle/>
                    <a:p>
                      <a:pPr algn="ctr"/>
                      <a:r>
                        <a:rPr lang="fr-FR" sz="1600" dirty="0"/>
                        <a:t>S14</a:t>
                      </a:r>
                    </a:p>
                  </a:txBody>
                  <a:tcPr/>
                </a:tc>
                <a:tc>
                  <a:txBody>
                    <a:bodyPr/>
                    <a:lstStyle/>
                    <a:p>
                      <a:pPr algn="ctr"/>
                      <a:r>
                        <a:rPr lang="fr-FR" sz="1600" dirty="0"/>
                        <a:t>S15</a:t>
                      </a:r>
                    </a:p>
                  </a:txBody>
                  <a:tcPr/>
                </a:tc>
                <a:tc>
                  <a:txBody>
                    <a:bodyPr/>
                    <a:lstStyle/>
                    <a:p>
                      <a:pPr algn="ctr"/>
                      <a:r>
                        <a:rPr lang="fr-FR" sz="1600" dirty="0"/>
                        <a:t>S14</a:t>
                      </a:r>
                    </a:p>
                  </a:txBody>
                  <a:tcPr/>
                </a:tc>
                <a:tc>
                  <a:txBody>
                    <a:bodyPr/>
                    <a:lstStyle/>
                    <a:p>
                      <a:pPr algn="ctr"/>
                      <a:r>
                        <a:rPr lang="fr-FR" sz="1600" dirty="0"/>
                        <a:t>S15</a:t>
                      </a:r>
                    </a:p>
                  </a:txBody>
                  <a:tcPr/>
                </a:tc>
                <a:tc>
                  <a:txBody>
                    <a:bodyPr/>
                    <a:lstStyle/>
                    <a:p>
                      <a:pPr algn="ctr"/>
                      <a:r>
                        <a:rPr lang="fr-FR" sz="1600" dirty="0"/>
                        <a:t>S14</a:t>
                      </a:r>
                    </a:p>
                  </a:txBody>
                  <a:tcPr/>
                </a:tc>
                <a:tc>
                  <a:txBody>
                    <a:bodyPr/>
                    <a:lstStyle/>
                    <a:p>
                      <a:pPr algn="ctr"/>
                      <a:r>
                        <a:rPr lang="fr-FR" sz="1600" dirty="0"/>
                        <a:t>S15</a:t>
                      </a:r>
                    </a:p>
                  </a:txBody>
                  <a:tcPr/>
                </a:tc>
                <a:tc>
                  <a:txBody>
                    <a:bodyPr/>
                    <a:lstStyle/>
                    <a:p>
                      <a:pPr algn="ctr"/>
                      <a:r>
                        <a:rPr lang="fr-FR" sz="1600" dirty="0"/>
                        <a:t>S13</a:t>
                      </a:r>
                    </a:p>
                  </a:txBody>
                  <a:tcPr/>
                </a:tc>
                <a:tc>
                  <a:txBody>
                    <a:bodyPr/>
                    <a:lstStyle/>
                    <a:p>
                      <a:pPr algn="ctr"/>
                      <a:r>
                        <a:rPr lang="fr-FR" sz="1600" dirty="0"/>
                        <a:t>S5</a:t>
                      </a:r>
                    </a:p>
                  </a:txBody>
                  <a:tcPr/>
                </a:tc>
                <a:tc>
                  <a:txBody>
                    <a:bodyPr/>
                    <a:lstStyle/>
                    <a:p>
                      <a:pPr algn="ctr"/>
                      <a:r>
                        <a:rPr lang="fr-FR" sz="1600" dirty="0"/>
                        <a:t>S4</a:t>
                      </a:r>
                    </a:p>
                  </a:txBody>
                  <a:tcPr/>
                </a:tc>
                <a:tc>
                  <a:txBody>
                    <a:bodyPr/>
                    <a:lstStyle/>
                    <a:p>
                      <a:pPr algn="ctr"/>
                      <a:r>
                        <a:rPr lang="fr-FR" sz="1600" dirty="0"/>
                        <a:t>S3</a:t>
                      </a:r>
                    </a:p>
                  </a:txBody>
                  <a:tcPr/>
                </a:tc>
                <a:extLst>
                  <a:ext uri="{0D108BD9-81ED-4DB2-BD59-A6C34878D82A}">
                    <a16:rowId xmlns:a16="http://schemas.microsoft.com/office/drawing/2014/main" val="873312705"/>
                  </a:ext>
                </a:extLst>
              </a:tr>
              <a:tr h="370840">
                <a:tc>
                  <a:txBody>
                    <a:bodyPr/>
                    <a:lstStyle/>
                    <a:p>
                      <a:pPr algn="ctr"/>
                      <a:endParaRPr lang="fr-FR" sz="1600" dirty="0"/>
                    </a:p>
                  </a:txBody>
                  <a:tcPr/>
                </a:tc>
                <a:tc>
                  <a:txBody>
                    <a:bodyPr/>
                    <a:lstStyle/>
                    <a:p>
                      <a:pPr algn="ctr"/>
                      <a:endParaRPr lang="fr-FR" sz="1600" dirty="0"/>
                    </a:p>
                  </a:txBody>
                  <a:tcPr/>
                </a:tc>
                <a:tc>
                  <a:txBody>
                    <a:bodyPr/>
                    <a:lstStyle/>
                    <a:p>
                      <a:pPr algn="ctr"/>
                      <a:endParaRPr lang="fr-FR" sz="1600" dirty="0"/>
                    </a:p>
                  </a:txBody>
                  <a:tcPr/>
                </a:tc>
                <a:tc>
                  <a:txBody>
                    <a:bodyPr/>
                    <a:lstStyle/>
                    <a:p>
                      <a:pPr algn="ctr"/>
                      <a:endParaRPr lang="fr-FR" sz="1600" dirty="0"/>
                    </a:p>
                  </a:txBody>
                  <a:tcPr/>
                </a:tc>
                <a:tc>
                  <a:txBody>
                    <a:bodyPr/>
                    <a:lstStyle/>
                    <a:p>
                      <a:pPr algn="ctr"/>
                      <a:endParaRPr lang="fr-FR" sz="1600"/>
                    </a:p>
                  </a:txBody>
                  <a:tcPr/>
                </a:tc>
                <a:tc>
                  <a:txBody>
                    <a:bodyPr/>
                    <a:lstStyle/>
                    <a:p>
                      <a:pPr algn="ctr"/>
                      <a:endParaRPr lang="fr-FR" sz="1600" dirty="0"/>
                    </a:p>
                  </a:txBody>
                  <a:tcPr/>
                </a:tc>
                <a:tc>
                  <a:txBody>
                    <a:bodyPr/>
                    <a:lstStyle/>
                    <a:p>
                      <a:pPr algn="ctr"/>
                      <a:endParaRPr lang="fr-FR" sz="1600" dirty="0"/>
                    </a:p>
                  </a:txBody>
                  <a:tcPr/>
                </a:tc>
                <a:tc>
                  <a:txBody>
                    <a:bodyPr/>
                    <a:lstStyle/>
                    <a:p>
                      <a:pPr algn="ctr"/>
                      <a:endParaRPr lang="fr-FR" sz="1600" dirty="0"/>
                    </a:p>
                  </a:txBody>
                  <a:tcPr/>
                </a:tc>
                <a:tc>
                  <a:txBody>
                    <a:bodyPr/>
                    <a:lstStyle/>
                    <a:p>
                      <a:pPr algn="ctr"/>
                      <a:endParaRPr lang="fr-FR" sz="1600" dirty="0"/>
                    </a:p>
                  </a:txBody>
                  <a:tcPr/>
                </a:tc>
                <a:tc>
                  <a:txBody>
                    <a:bodyPr/>
                    <a:lstStyle/>
                    <a:p>
                      <a:pPr algn="ctr"/>
                      <a:endParaRPr lang="fr-FR" sz="1600" dirty="0"/>
                    </a:p>
                  </a:txBody>
                  <a:tcPr/>
                </a:tc>
                <a:tc>
                  <a:txBody>
                    <a:bodyPr/>
                    <a:lstStyle/>
                    <a:p>
                      <a:pPr algn="ctr"/>
                      <a:endParaRPr lang="fr-FR" sz="1600" dirty="0"/>
                    </a:p>
                  </a:txBody>
                  <a:tcPr/>
                </a:tc>
                <a:tc>
                  <a:txBody>
                    <a:bodyPr/>
                    <a:lstStyle/>
                    <a:p>
                      <a:pPr algn="ctr"/>
                      <a:endParaRPr lang="fr-FR" sz="1600" dirty="0"/>
                    </a:p>
                  </a:txBody>
                  <a:tcPr/>
                </a:tc>
                <a:tc>
                  <a:txBody>
                    <a:bodyPr/>
                    <a:lstStyle/>
                    <a:p>
                      <a:pPr algn="ctr"/>
                      <a:endParaRPr lang="fr-FR" sz="1600" dirty="0"/>
                    </a:p>
                  </a:txBody>
                  <a:tcPr/>
                </a:tc>
                <a:tc>
                  <a:txBody>
                    <a:bodyPr/>
                    <a:lstStyle/>
                    <a:p>
                      <a:pPr algn="ctr"/>
                      <a:endParaRPr lang="fr-FR" sz="1600" dirty="0"/>
                    </a:p>
                  </a:txBody>
                  <a:tcPr/>
                </a:tc>
                <a:extLst>
                  <a:ext uri="{0D108BD9-81ED-4DB2-BD59-A6C34878D82A}">
                    <a16:rowId xmlns:a16="http://schemas.microsoft.com/office/drawing/2014/main" val="2931787522"/>
                  </a:ext>
                </a:extLst>
              </a:tr>
            </a:tbl>
          </a:graphicData>
        </a:graphic>
      </p:graphicFrame>
      <p:sp>
        <p:nvSpPr>
          <p:cNvPr id="8" name="AutoShape 3">
            <a:extLst>
              <a:ext uri="{FF2B5EF4-FFF2-40B4-BE49-F238E27FC236}">
                <a16:creationId xmlns:a16="http://schemas.microsoft.com/office/drawing/2014/main" id="{35C01589-5D21-E5F6-78DF-4F4FE93AED20}"/>
              </a:ext>
            </a:extLst>
          </p:cNvPr>
          <p:cNvSpPr>
            <a:spLocks noChangeAspect="1" noChangeArrowheads="1" noTextEdit="1"/>
          </p:cNvSpPr>
          <p:nvPr/>
        </p:nvSpPr>
        <p:spPr bwMode="auto">
          <a:xfrm>
            <a:off x="3516313" y="5717540"/>
            <a:ext cx="7970837" cy="77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Rectangle 19">
            <a:extLst>
              <a:ext uri="{FF2B5EF4-FFF2-40B4-BE49-F238E27FC236}">
                <a16:creationId xmlns:a16="http://schemas.microsoft.com/office/drawing/2014/main" id="{31E03C9F-8966-B14B-7118-EBD53618582C}"/>
              </a:ext>
            </a:extLst>
          </p:cNvPr>
          <p:cNvSpPr>
            <a:spLocks noChangeArrowheads="1"/>
          </p:cNvSpPr>
          <p:nvPr/>
        </p:nvSpPr>
        <p:spPr bwMode="auto">
          <a:xfrm>
            <a:off x="3522663" y="6106478"/>
            <a:ext cx="566737"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35" name="Rectangle 20">
            <a:extLst>
              <a:ext uri="{FF2B5EF4-FFF2-40B4-BE49-F238E27FC236}">
                <a16:creationId xmlns:a16="http://schemas.microsoft.com/office/drawing/2014/main" id="{3C6F682C-3B19-3F80-47F2-8696F09EB57D}"/>
              </a:ext>
            </a:extLst>
          </p:cNvPr>
          <p:cNvSpPr>
            <a:spLocks noChangeArrowheads="1"/>
          </p:cNvSpPr>
          <p:nvPr/>
        </p:nvSpPr>
        <p:spPr bwMode="auto">
          <a:xfrm>
            <a:off x="4089400" y="6106478"/>
            <a:ext cx="568325"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36" name="Rectangle 21">
            <a:extLst>
              <a:ext uri="{FF2B5EF4-FFF2-40B4-BE49-F238E27FC236}">
                <a16:creationId xmlns:a16="http://schemas.microsoft.com/office/drawing/2014/main" id="{A30C69AF-3773-692A-AFA2-19B36825D35D}"/>
              </a:ext>
            </a:extLst>
          </p:cNvPr>
          <p:cNvSpPr>
            <a:spLocks noChangeArrowheads="1"/>
          </p:cNvSpPr>
          <p:nvPr/>
        </p:nvSpPr>
        <p:spPr bwMode="auto">
          <a:xfrm>
            <a:off x="4657725" y="6106478"/>
            <a:ext cx="566737"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42" name="Rectangle 22">
            <a:extLst>
              <a:ext uri="{FF2B5EF4-FFF2-40B4-BE49-F238E27FC236}">
                <a16:creationId xmlns:a16="http://schemas.microsoft.com/office/drawing/2014/main" id="{118D9862-75A6-6942-EDC5-5C347235BE36}"/>
              </a:ext>
            </a:extLst>
          </p:cNvPr>
          <p:cNvSpPr>
            <a:spLocks noChangeArrowheads="1"/>
          </p:cNvSpPr>
          <p:nvPr/>
        </p:nvSpPr>
        <p:spPr bwMode="auto">
          <a:xfrm>
            <a:off x="5224463" y="6106478"/>
            <a:ext cx="566737"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47" name="Rectangle 23">
            <a:extLst>
              <a:ext uri="{FF2B5EF4-FFF2-40B4-BE49-F238E27FC236}">
                <a16:creationId xmlns:a16="http://schemas.microsoft.com/office/drawing/2014/main" id="{85DBF419-34E2-A9B9-7EF2-3A5E97B47E3E}"/>
              </a:ext>
            </a:extLst>
          </p:cNvPr>
          <p:cNvSpPr>
            <a:spLocks noChangeArrowheads="1"/>
          </p:cNvSpPr>
          <p:nvPr/>
        </p:nvSpPr>
        <p:spPr bwMode="auto">
          <a:xfrm>
            <a:off x="5791200" y="6106478"/>
            <a:ext cx="566737"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50" name="Rectangle 24">
            <a:extLst>
              <a:ext uri="{FF2B5EF4-FFF2-40B4-BE49-F238E27FC236}">
                <a16:creationId xmlns:a16="http://schemas.microsoft.com/office/drawing/2014/main" id="{7D480B37-F830-5837-5736-11CFDB889FC0}"/>
              </a:ext>
            </a:extLst>
          </p:cNvPr>
          <p:cNvSpPr>
            <a:spLocks noChangeArrowheads="1"/>
          </p:cNvSpPr>
          <p:nvPr/>
        </p:nvSpPr>
        <p:spPr bwMode="auto">
          <a:xfrm>
            <a:off x="6357938" y="6106478"/>
            <a:ext cx="566737"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R</a:t>
            </a:r>
          </a:p>
        </p:txBody>
      </p:sp>
      <p:sp>
        <p:nvSpPr>
          <p:cNvPr id="55" name="Rectangle 25">
            <a:extLst>
              <a:ext uri="{FF2B5EF4-FFF2-40B4-BE49-F238E27FC236}">
                <a16:creationId xmlns:a16="http://schemas.microsoft.com/office/drawing/2014/main" id="{B3D4EDD9-24BC-E774-4394-01F4F0AAE013}"/>
              </a:ext>
            </a:extLst>
          </p:cNvPr>
          <p:cNvSpPr>
            <a:spLocks noChangeArrowheads="1"/>
          </p:cNvSpPr>
          <p:nvPr/>
        </p:nvSpPr>
        <p:spPr bwMode="auto">
          <a:xfrm>
            <a:off x="6924675" y="6106478"/>
            <a:ext cx="566737"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59" name="Rectangle 26">
            <a:extLst>
              <a:ext uri="{FF2B5EF4-FFF2-40B4-BE49-F238E27FC236}">
                <a16:creationId xmlns:a16="http://schemas.microsoft.com/office/drawing/2014/main" id="{C3FFBFB4-A8A0-5385-7871-80862E568B01}"/>
              </a:ext>
            </a:extLst>
          </p:cNvPr>
          <p:cNvSpPr>
            <a:spLocks noChangeArrowheads="1"/>
          </p:cNvSpPr>
          <p:nvPr/>
        </p:nvSpPr>
        <p:spPr bwMode="auto">
          <a:xfrm>
            <a:off x="7491413" y="6106478"/>
            <a:ext cx="568325"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R</a:t>
            </a:r>
          </a:p>
        </p:txBody>
      </p:sp>
      <p:sp>
        <p:nvSpPr>
          <p:cNvPr id="61" name="Rectangle 27">
            <a:extLst>
              <a:ext uri="{FF2B5EF4-FFF2-40B4-BE49-F238E27FC236}">
                <a16:creationId xmlns:a16="http://schemas.microsoft.com/office/drawing/2014/main" id="{0E9326C1-692A-373E-9EB0-8E790B4E166E}"/>
              </a:ext>
            </a:extLst>
          </p:cNvPr>
          <p:cNvSpPr>
            <a:spLocks noChangeArrowheads="1"/>
          </p:cNvSpPr>
          <p:nvPr/>
        </p:nvSpPr>
        <p:spPr bwMode="auto">
          <a:xfrm>
            <a:off x="8059738" y="6106478"/>
            <a:ext cx="566737"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62" name="Rectangle 28">
            <a:extLst>
              <a:ext uri="{FF2B5EF4-FFF2-40B4-BE49-F238E27FC236}">
                <a16:creationId xmlns:a16="http://schemas.microsoft.com/office/drawing/2014/main" id="{ECE6DDF5-9CC0-100B-CD47-72A4466E8276}"/>
              </a:ext>
            </a:extLst>
          </p:cNvPr>
          <p:cNvSpPr>
            <a:spLocks noChangeArrowheads="1"/>
          </p:cNvSpPr>
          <p:nvPr/>
        </p:nvSpPr>
        <p:spPr bwMode="auto">
          <a:xfrm>
            <a:off x="8626475" y="6106478"/>
            <a:ext cx="566737"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R</a:t>
            </a:r>
          </a:p>
        </p:txBody>
      </p:sp>
      <p:sp>
        <p:nvSpPr>
          <p:cNvPr id="1025" name="Rectangle 29">
            <a:extLst>
              <a:ext uri="{FF2B5EF4-FFF2-40B4-BE49-F238E27FC236}">
                <a16:creationId xmlns:a16="http://schemas.microsoft.com/office/drawing/2014/main" id="{ABFF9AEC-9910-57E7-CC7B-28865F9BD005}"/>
              </a:ext>
            </a:extLst>
          </p:cNvPr>
          <p:cNvSpPr>
            <a:spLocks noChangeArrowheads="1"/>
          </p:cNvSpPr>
          <p:nvPr/>
        </p:nvSpPr>
        <p:spPr bwMode="auto">
          <a:xfrm>
            <a:off x="9193213" y="6106478"/>
            <a:ext cx="566737"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1027" name="Rectangle 30">
            <a:extLst>
              <a:ext uri="{FF2B5EF4-FFF2-40B4-BE49-F238E27FC236}">
                <a16:creationId xmlns:a16="http://schemas.microsoft.com/office/drawing/2014/main" id="{B3B43AEB-2EC6-EDE5-6968-2F4D9883B7A8}"/>
              </a:ext>
            </a:extLst>
          </p:cNvPr>
          <p:cNvSpPr>
            <a:spLocks noChangeArrowheads="1"/>
          </p:cNvSpPr>
          <p:nvPr/>
        </p:nvSpPr>
        <p:spPr bwMode="auto">
          <a:xfrm>
            <a:off x="9759950" y="6106478"/>
            <a:ext cx="566737"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1029" name="Rectangle 31">
            <a:extLst>
              <a:ext uri="{FF2B5EF4-FFF2-40B4-BE49-F238E27FC236}">
                <a16:creationId xmlns:a16="http://schemas.microsoft.com/office/drawing/2014/main" id="{24FC08C7-A156-413F-840E-1622D99CC5E4}"/>
              </a:ext>
            </a:extLst>
          </p:cNvPr>
          <p:cNvSpPr>
            <a:spLocks noChangeArrowheads="1"/>
          </p:cNvSpPr>
          <p:nvPr/>
        </p:nvSpPr>
        <p:spPr bwMode="auto">
          <a:xfrm>
            <a:off x="10326688" y="6106478"/>
            <a:ext cx="566737"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1030" name="Rectangle 32">
            <a:extLst>
              <a:ext uri="{FF2B5EF4-FFF2-40B4-BE49-F238E27FC236}">
                <a16:creationId xmlns:a16="http://schemas.microsoft.com/office/drawing/2014/main" id="{F461222E-4DDF-6645-08FF-E7033A0CC2DA}"/>
              </a:ext>
            </a:extLst>
          </p:cNvPr>
          <p:cNvSpPr>
            <a:spLocks noChangeArrowheads="1"/>
          </p:cNvSpPr>
          <p:nvPr/>
        </p:nvSpPr>
        <p:spPr bwMode="auto">
          <a:xfrm>
            <a:off x="10893425" y="6106478"/>
            <a:ext cx="566737" cy="371475"/>
          </a:xfrm>
          <a:prstGeom prst="rect">
            <a:avLst/>
          </a:prstGeom>
          <a:solidFill>
            <a:srgbClr val="FFD5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fr-FR" dirty="0"/>
              <a:t>V</a:t>
            </a:r>
          </a:p>
        </p:txBody>
      </p:sp>
      <p:sp>
        <p:nvSpPr>
          <p:cNvPr id="1032" name="Line 33">
            <a:extLst>
              <a:ext uri="{FF2B5EF4-FFF2-40B4-BE49-F238E27FC236}">
                <a16:creationId xmlns:a16="http://schemas.microsoft.com/office/drawing/2014/main" id="{4DB4D390-5D13-6BD8-8AD4-AB39293236CC}"/>
              </a:ext>
            </a:extLst>
          </p:cNvPr>
          <p:cNvSpPr>
            <a:spLocks noChangeShapeType="1"/>
          </p:cNvSpPr>
          <p:nvPr/>
        </p:nvSpPr>
        <p:spPr bwMode="auto">
          <a:xfrm>
            <a:off x="4089400" y="572865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33" name="Line 34">
            <a:extLst>
              <a:ext uri="{FF2B5EF4-FFF2-40B4-BE49-F238E27FC236}">
                <a16:creationId xmlns:a16="http://schemas.microsoft.com/office/drawing/2014/main" id="{E98AD0FA-8608-EF04-A613-5873C3965EB0}"/>
              </a:ext>
            </a:extLst>
          </p:cNvPr>
          <p:cNvSpPr>
            <a:spLocks noChangeShapeType="1"/>
          </p:cNvSpPr>
          <p:nvPr/>
        </p:nvSpPr>
        <p:spPr bwMode="auto">
          <a:xfrm>
            <a:off x="4657725" y="572865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34" name="Line 35">
            <a:extLst>
              <a:ext uri="{FF2B5EF4-FFF2-40B4-BE49-F238E27FC236}">
                <a16:creationId xmlns:a16="http://schemas.microsoft.com/office/drawing/2014/main" id="{9DEBB769-0B2E-F3F2-DE5B-D5D88525A5EC}"/>
              </a:ext>
            </a:extLst>
          </p:cNvPr>
          <p:cNvSpPr>
            <a:spLocks noChangeShapeType="1"/>
          </p:cNvSpPr>
          <p:nvPr/>
        </p:nvSpPr>
        <p:spPr bwMode="auto">
          <a:xfrm>
            <a:off x="5224463" y="572865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36" name="Line 36">
            <a:extLst>
              <a:ext uri="{FF2B5EF4-FFF2-40B4-BE49-F238E27FC236}">
                <a16:creationId xmlns:a16="http://schemas.microsoft.com/office/drawing/2014/main" id="{366407EB-45FC-E635-15BF-54026E6140DD}"/>
              </a:ext>
            </a:extLst>
          </p:cNvPr>
          <p:cNvSpPr>
            <a:spLocks noChangeShapeType="1"/>
          </p:cNvSpPr>
          <p:nvPr/>
        </p:nvSpPr>
        <p:spPr bwMode="auto">
          <a:xfrm>
            <a:off x="5791200" y="572865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dirty="0"/>
          </a:p>
        </p:txBody>
      </p:sp>
      <p:sp>
        <p:nvSpPr>
          <p:cNvPr id="1037" name="Line 37">
            <a:extLst>
              <a:ext uri="{FF2B5EF4-FFF2-40B4-BE49-F238E27FC236}">
                <a16:creationId xmlns:a16="http://schemas.microsoft.com/office/drawing/2014/main" id="{1C007BF0-2252-FC3F-3E7E-488CCEA29817}"/>
              </a:ext>
            </a:extLst>
          </p:cNvPr>
          <p:cNvSpPr>
            <a:spLocks noChangeShapeType="1"/>
          </p:cNvSpPr>
          <p:nvPr/>
        </p:nvSpPr>
        <p:spPr bwMode="auto">
          <a:xfrm>
            <a:off x="6357938" y="572865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38" name="Line 38">
            <a:extLst>
              <a:ext uri="{FF2B5EF4-FFF2-40B4-BE49-F238E27FC236}">
                <a16:creationId xmlns:a16="http://schemas.microsoft.com/office/drawing/2014/main" id="{C40097D4-3F25-4F13-269B-5845A8A49793}"/>
              </a:ext>
            </a:extLst>
          </p:cNvPr>
          <p:cNvSpPr>
            <a:spLocks noChangeShapeType="1"/>
          </p:cNvSpPr>
          <p:nvPr/>
        </p:nvSpPr>
        <p:spPr bwMode="auto">
          <a:xfrm>
            <a:off x="6924675" y="572865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39" name="Line 39">
            <a:extLst>
              <a:ext uri="{FF2B5EF4-FFF2-40B4-BE49-F238E27FC236}">
                <a16:creationId xmlns:a16="http://schemas.microsoft.com/office/drawing/2014/main" id="{844704D9-90AA-1071-8CF1-9C4780ED5B62}"/>
              </a:ext>
            </a:extLst>
          </p:cNvPr>
          <p:cNvSpPr>
            <a:spLocks noChangeShapeType="1"/>
          </p:cNvSpPr>
          <p:nvPr/>
        </p:nvSpPr>
        <p:spPr bwMode="auto">
          <a:xfrm>
            <a:off x="7491413" y="572865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40" name="Line 40">
            <a:extLst>
              <a:ext uri="{FF2B5EF4-FFF2-40B4-BE49-F238E27FC236}">
                <a16:creationId xmlns:a16="http://schemas.microsoft.com/office/drawing/2014/main" id="{054B273A-EA8F-E4DD-6848-44449ABF7416}"/>
              </a:ext>
            </a:extLst>
          </p:cNvPr>
          <p:cNvSpPr>
            <a:spLocks noChangeShapeType="1"/>
          </p:cNvSpPr>
          <p:nvPr/>
        </p:nvSpPr>
        <p:spPr bwMode="auto">
          <a:xfrm>
            <a:off x="8059738" y="572865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48" name="Line 41">
            <a:extLst>
              <a:ext uri="{FF2B5EF4-FFF2-40B4-BE49-F238E27FC236}">
                <a16:creationId xmlns:a16="http://schemas.microsoft.com/office/drawing/2014/main" id="{9000A5EC-F85A-3A65-6648-7D1C6C437CD1}"/>
              </a:ext>
            </a:extLst>
          </p:cNvPr>
          <p:cNvSpPr>
            <a:spLocks noChangeShapeType="1"/>
          </p:cNvSpPr>
          <p:nvPr/>
        </p:nvSpPr>
        <p:spPr bwMode="auto">
          <a:xfrm>
            <a:off x="8626475" y="572865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49" name="Line 42">
            <a:extLst>
              <a:ext uri="{FF2B5EF4-FFF2-40B4-BE49-F238E27FC236}">
                <a16:creationId xmlns:a16="http://schemas.microsoft.com/office/drawing/2014/main" id="{E50F535C-A241-3EC5-E1C5-828E655D4CD7}"/>
              </a:ext>
            </a:extLst>
          </p:cNvPr>
          <p:cNvSpPr>
            <a:spLocks noChangeShapeType="1"/>
          </p:cNvSpPr>
          <p:nvPr/>
        </p:nvSpPr>
        <p:spPr bwMode="auto">
          <a:xfrm>
            <a:off x="9193213" y="572865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64" name="Line 43">
            <a:extLst>
              <a:ext uri="{FF2B5EF4-FFF2-40B4-BE49-F238E27FC236}">
                <a16:creationId xmlns:a16="http://schemas.microsoft.com/office/drawing/2014/main" id="{5A09376D-A612-FD3E-F28F-E3316DEF4BE4}"/>
              </a:ext>
            </a:extLst>
          </p:cNvPr>
          <p:cNvSpPr>
            <a:spLocks noChangeShapeType="1"/>
          </p:cNvSpPr>
          <p:nvPr/>
        </p:nvSpPr>
        <p:spPr bwMode="auto">
          <a:xfrm>
            <a:off x="9759950" y="572865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67" name="Line 44">
            <a:extLst>
              <a:ext uri="{FF2B5EF4-FFF2-40B4-BE49-F238E27FC236}">
                <a16:creationId xmlns:a16="http://schemas.microsoft.com/office/drawing/2014/main" id="{4AB7113C-C71D-CE94-363F-BF7EC0C15065}"/>
              </a:ext>
            </a:extLst>
          </p:cNvPr>
          <p:cNvSpPr>
            <a:spLocks noChangeShapeType="1"/>
          </p:cNvSpPr>
          <p:nvPr/>
        </p:nvSpPr>
        <p:spPr bwMode="auto">
          <a:xfrm>
            <a:off x="10326688" y="572865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68" name="Line 45">
            <a:extLst>
              <a:ext uri="{FF2B5EF4-FFF2-40B4-BE49-F238E27FC236}">
                <a16:creationId xmlns:a16="http://schemas.microsoft.com/office/drawing/2014/main" id="{A98FDE9C-F574-9B27-1F17-6C4ACF965ACE}"/>
              </a:ext>
            </a:extLst>
          </p:cNvPr>
          <p:cNvSpPr>
            <a:spLocks noChangeShapeType="1"/>
          </p:cNvSpPr>
          <p:nvPr/>
        </p:nvSpPr>
        <p:spPr bwMode="auto">
          <a:xfrm>
            <a:off x="10893425" y="572865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70" name="Line 46">
            <a:extLst>
              <a:ext uri="{FF2B5EF4-FFF2-40B4-BE49-F238E27FC236}">
                <a16:creationId xmlns:a16="http://schemas.microsoft.com/office/drawing/2014/main" id="{4324CB57-137C-10D7-9B55-FF75758F9CB4}"/>
              </a:ext>
            </a:extLst>
          </p:cNvPr>
          <p:cNvSpPr>
            <a:spLocks noChangeShapeType="1"/>
          </p:cNvSpPr>
          <p:nvPr/>
        </p:nvSpPr>
        <p:spPr bwMode="auto">
          <a:xfrm>
            <a:off x="3516313" y="6106478"/>
            <a:ext cx="7950200" cy="0"/>
          </a:xfrm>
          <a:prstGeom prst="line">
            <a:avLst/>
          </a:prstGeom>
          <a:noFill/>
          <a:ln w="381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dirty="0"/>
          </a:p>
        </p:txBody>
      </p:sp>
      <p:sp>
        <p:nvSpPr>
          <p:cNvPr id="1071" name="Line 47">
            <a:extLst>
              <a:ext uri="{FF2B5EF4-FFF2-40B4-BE49-F238E27FC236}">
                <a16:creationId xmlns:a16="http://schemas.microsoft.com/office/drawing/2014/main" id="{14FCB204-B573-244D-64EF-A78CB72BDD41}"/>
              </a:ext>
            </a:extLst>
          </p:cNvPr>
          <p:cNvSpPr>
            <a:spLocks noChangeShapeType="1"/>
          </p:cNvSpPr>
          <p:nvPr/>
        </p:nvSpPr>
        <p:spPr bwMode="auto">
          <a:xfrm>
            <a:off x="3522663" y="572865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74" name="Line 48">
            <a:extLst>
              <a:ext uri="{FF2B5EF4-FFF2-40B4-BE49-F238E27FC236}">
                <a16:creationId xmlns:a16="http://schemas.microsoft.com/office/drawing/2014/main" id="{85315F0B-1F27-B6C6-23C6-76C6C3F064BF}"/>
              </a:ext>
            </a:extLst>
          </p:cNvPr>
          <p:cNvSpPr>
            <a:spLocks noChangeShapeType="1"/>
          </p:cNvSpPr>
          <p:nvPr/>
        </p:nvSpPr>
        <p:spPr bwMode="auto">
          <a:xfrm>
            <a:off x="11460163" y="5728653"/>
            <a:ext cx="0" cy="75565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a:p>
        </p:txBody>
      </p:sp>
      <p:sp>
        <p:nvSpPr>
          <p:cNvPr id="1077" name="Line 50">
            <a:extLst>
              <a:ext uri="{FF2B5EF4-FFF2-40B4-BE49-F238E27FC236}">
                <a16:creationId xmlns:a16="http://schemas.microsoft.com/office/drawing/2014/main" id="{F6C2DED9-6E3E-D21D-DC60-FA1D3034A83A}"/>
              </a:ext>
            </a:extLst>
          </p:cNvPr>
          <p:cNvSpPr>
            <a:spLocks noChangeShapeType="1"/>
          </p:cNvSpPr>
          <p:nvPr/>
        </p:nvSpPr>
        <p:spPr bwMode="auto">
          <a:xfrm>
            <a:off x="3516313" y="6477953"/>
            <a:ext cx="7950200" cy="0"/>
          </a:xfrm>
          <a:prstGeom prst="line">
            <a:avLst/>
          </a:prstGeom>
          <a:noFill/>
          <a:ln w="12700" cap="flat">
            <a:solidFill>
              <a:srgbClr val="FEFEFE"/>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gn="ctr"/>
            <a:endParaRPr lang="fr-FR" dirty="0"/>
          </a:p>
        </p:txBody>
      </p:sp>
      <p:pic>
        <p:nvPicPr>
          <p:cNvPr id="1100" name="Image 1099">
            <a:extLst>
              <a:ext uri="{FF2B5EF4-FFF2-40B4-BE49-F238E27FC236}">
                <a16:creationId xmlns:a16="http://schemas.microsoft.com/office/drawing/2014/main" id="{96A2ACA4-4A56-06E2-6062-00E16DE1EC8D}"/>
              </a:ext>
            </a:extLst>
          </p:cNvPr>
          <p:cNvPicPr>
            <a:picLocks noChangeAspect="1"/>
          </p:cNvPicPr>
          <p:nvPr/>
        </p:nvPicPr>
        <p:blipFill rotWithShape="1">
          <a:blip r:embed="rId6">
            <a:duotone>
              <a:schemeClr val="accent3">
                <a:shade val="45000"/>
                <a:satMod val="135000"/>
              </a:schemeClr>
              <a:prstClr val="white"/>
            </a:duotone>
          </a:blip>
          <a:srcRect l="20141" r="21734" b="16138"/>
          <a:stretch/>
        </p:blipFill>
        <p:spPr>
          <a:xfrm rot="10800000">
            <a:off x="3843533" y="4691462"/>
            <a:ext cx="397390" cy="573347"/>
          </a:xfrm>
          <a:prstGeom prst="rect">
            <a:avLst/>
          </a:prstGeom>
        </p:spPr>
      </p:pic>
      <p:pic>
        <p:nvPicPr>
          <p:cNvPr id="1101" name="Image 1100">
            <a:extLst>
              <a:ext uri="{FF2B5EF4-FFF2-40B4-BE49-F238E27FC236}">
                <a16:creationId xmlns:a16="http://schemas.microsoft.com/office/drawing/2014/main" id="{C146974A-BA95-71DB-4F14-4440A77D038E}"/>
              </a:ext>
            </a:extLst>
          </p:cNvPr>
          <p:cNvPicPr>
            <a:picLocks noChangeAspect="1"/>
          </p:cNvPicPr>
          <p:nvPr/>
        </p:nvPicPr>
        <p:blipFill rotWithShape="1">
          <a:blip r:embed="rId6">
            <a:duotone>
              <a:schemeClr val="accent3">
                <a:shade val="45000"/>
                <a:satMod val="135000"/>
              </a:schemeClr>
              <a:prstClr val="white"/>
            </a:duotone>
          </a:blip>
          <a:srcRect l="20141" r="21734" b="16138"/>
          <a:stretch/>
        </p:blipFill>
        <p:spPr>
          <a:xfrm rot="10800000">
            <a:off x="2022102" y="5510983"/>
            <a:ext cx="397390" cy="573347"/>
          </a:xfrm>
          <a:prstGeom prst="rect">
            <a:avLst/>
          </a:prstGeom>
        </p:spPr>
      </p:pic>
      <p:pic>
        <p:nvPicPr>
          <p:cNvPr id="1102" name="Image 1101">
            <a:extLst>
              <a:ext uri="{FF2B5EF4-FFF2-40B4-BE49-F238E27FC236}">
                <a16:creationId xmlns:a16="http://schemas.microsoft.com/office/drawing/2014/main" id="{EFEEB773-606E-20E7-6983-7448F38C903B}"/>
              </a:ext>
            </a:extLst>
          </p:cNvPr>
          <p:cNvPicPr>
            <a:picLocks noChangeAspect="1"/>
          </p:cNvPicPr>
          <p:nvPr/>
        </p:nvPicPr>
        <p:blipFill rotWithShape="1">
          <a:blip r:embed="rId6">
            <a:duotone>
              <a:schemeClr val="accent3">
                <a:shade val="45000"/>
                <a:satMod val="135000"/>
              </a:schemeClr>
              <a:prstClr val="white"/>
            </a:duotone>
          </a:blip>
          <a:srcRect l="20141" r="21734" b="16138"/>
          <a:stretch/>
        </p:blipFill>
        <p:spPr>
          <a:xfrm rot="10800000">
            <a:off x="6371430" y="4691462"/>
            <a:ext cx="397390" cy="573347"/>
          </a:xfrm>
          <a:prstGeom prst="rect">
            <a:avLst/>
          </a:prstGeom>
        </p:spPr>
      </p:pic>
      <p:pic>
        <p:nvPicPr>
          <p:cNvPr id="1103" name="Image 1102">
            <a:extLst>
              <a:ext uri="{FF2B5EF4-FFF2-40B4-BE49-F238E27FC236}">
                <a16:creationId xmlns:a16="http://schemas.microsoft.com/office/drawing/2014/main" id="{6FF2583B-5B3C-06BE-877A-7A24F9D35D60}"/>
              </a:ext>
            </a:extLst>
          </p:cNvPr>
          <p:cNvPicPr>
            <a:picLocks noChangeAspect="1"/>
          </p:cNvPicPr>
          <p:nvPr/>
        </p:nvPicPr>
        <p:blipFill rotWithShape="1">
          <a:blip r:embed="rId6">
            <a:duotone>
              <a:schemeClr val="accent3">
                <a:shade val="45000"/>
                <a:satMod val="135000"/>
              </a:schemeClr>
              <a:prstClr val="white"/>
            </a:duotone>
          </a:blip>
          <a:srcRect l="20141" r="21734" b="16138"/>
          <a:stretch/>
        </p:blipFill>
        <p:spPr>
          <a:xfrm rot="10800000">
            <a:off x="9216523" y="4746075"/>
            <a:ext cx="397390" cy="573347"/>
          </a:xfrm>
          <a:prstGeom prst="rect">
            <a:avLst/>
          </a:prstGeom>
        </p:spPr>
      </p:pic>
      <p:pic>
        <p:nvPicPr>
          <p:cNvPr id="1104" name="Image 1103">
            <a:extLst>
              <a:ext uri="{FF2B5EF4-FFF2-40B4-BE49-F238E27FC236}">
                <a16:creationId xmlns:a16="http://schemas.microsoft.com/office/drawing/2014/main" id="{C73F550A-0354-9A33-6D77-FEADEA75B47B}"/>
              </a:ext>
            </a:extLst>
          </p:cNvPr>
          <p:cNvPicPr>
            <a:picLocks noChangeAspect="1"/>
          </p:cNvPicPr>
          <p:nvPr/>
        </p:nvPicPr>
        <p:blipFill rotWithShape="1">
          <a:blip r:embed="rId6">
            <a:duotone>
              <a:schemeClr val="accent1">
                <a:shade val="45000"/>
                <a:satMod val="135000"/>
              </a:schemeClr>
              <a:prstClr val="white"/>
            </a:duotone>
          </a:blip>
          <a:srcRect l="20141" r="21734" b="16138"/>
          <a:stretch/>
        </p:blipFill>
        <p:spPr>
          <a:xfrm rot="10800000">
            <a:off x="11034453" y="4723648"/>
            <a:ext cx="397390" cy="573347"/>
          </a:xfrm>
          <a:prstGeom prst="rect">
            <a:avLst/>
          </a:prstGeom>
        </p:spPr>
      </p:pic>
      <p:pic>
        <p:nvPicPr>
          <p:cNvPr id="1105" name="Image 1104">
            <a:extLst>
              <a:ext uri="{FF2B5EF4-FFF2-40B4-BE49-F238E27FC236}">
                <a16:creationId xmlns:a16="http://schemas.microsoft.com/office/drawing/2014/main" id="{F954722B-7E05-FAFD-644E-7634F8254096}"/>
              </a:ext>
            </a:extLst>
          </p:cNvPr>
          <p:cNvPicPr>
            <a:picLocks noChangeAspect="1"/>
          </p:cNvPicPr>
          <p:nvPr/>
        </p:nvPicPr>
        <p:blipFill rotWithShape="1">
          <a:blip r:embed="rId6">
            <a:duotone>
              <a:schemeClr val="accent3">
                <a:shade val="45000"/>
                <a:satMod val="135000"/>
              </a:schemeClr>
              <a:prstClr val="white"/>
            </a:duotone>
          </a:blip>
          <a:srcRect l="20141" r="21734" b="16138"/>
          <a:stretch/>
        </p:blipFill>
        <p:spPr>
          <a:xfrm>
            <a:off x="3078615" y="1301715"/>
            <a:ext cx="397390" cy="573347"/>
          </a:xfrm>
          <a:prstGeom prst="rect">
            <a:avLst/>
          </a:prstGeom>
        </p:spPr>
      </p:pic>
      <p:cxnSp>
        <p:nvCxnSpPr>
          <p:cNvPr id="60" name="Connecteur : en angle 59">
            <a:extLst>
              <a:ext uri="{FF2B5EF4-FFF2-40B4-BE49-F238E27FC236}">
                <a16:creationId xmlns:a16="http://schemas.microsoft.com/office/drawing/2014/main" id="{B3B61655-DDBA-CFBA-67D6-BF1F254ED3CB}"/>
              </a:ext>
            </a:extLst>
          </p:cNvPr>
          <p:cNvCxnSpPr>
            <a:cxnSpLocks/>
            <a:stCxn id="53" idx="3"/>
          </p:cNvCxnSpPr>
          <p:nvPr/>
        </p:nvCxnSpPr>
        <p:spPr>
          <a:xfrm flipV="1">
            <a:off x="1818588" y="4923860"/>
            <a:ext cx="294208" cy="217512"/>
          </a:xfrm>
          <a:prstGeom prst="bentConnector3">
            <a:avLst>
              <a:gd name="adj1" fmla="val 50000"/>
            </a:avLst>
          </a:prstGeom>
          <a:ln>
            <a:solidFill>
              <a:schemeClr val="accent3"/>
            </a:solidFill>
            <a:tailEnd type="triangle"/>
          </a:ln>
        </p:spPr>
        <p:style>
          <a:lnRef idx="1">
            <a:schemeClr val="dk1"/>
          </a:lnRef>
          <a:fillRef idx="0">
            <a:schemeClr val="dk1"/>
          </a:fillRef>
          <a:effectRef idx="0">
            <a:schemeClr val="dk1"/>
          </a:effectRef>
          <a:fontRef idx="minor">
            <a:schemeClr val="tx1"/>
          </a:fontRef>
        </p:style>
      </p:cxnSp>
      <p:cxnSp>
        <p:nvCxnSpPr>
          <p:cNvPr id="1041" name="Connecteur : en angle 1040">
            <a:extLst>
              <a:ext uri="{FF2B5EF4-FFF2-40B4-BE49-F238E27FC236}">
                <a16:creationId xmlns:a16="http://schemas.microsoft.com/office/drawing/2014/main" id="{27A3A428-2533-99E2-BEB5-DEBF7400B234}"/>
              </a:ext>
            </a:extLst>
          </p:cNvPr>
          <p:cNvCxnSpPr>
            <a:cxnSpLocks/>
          </p:cNvCxnSpPr>
          <p:nvPr/>
        </p:nvCxnSpPr>
        <p:spPr>
          <a:xfrm flipV="1">
            <a:off x="2093231" y="2980407"/>
            <a:ext cx="1685029" cy="69443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106" name="Rectangle : coins arrondis 1105">
            <a:extLst>
              <a:ext uri="{FF2B5EF4-FFF2-40B4-BE49-F238E27FC236}">
                <a16:creationId xmlns:a16="http://schemas.microsoft.com/office/drawing/2014/main" id="{76CB552A-6173-66BF-D48A-EC9D56F0033C}"/>
              </a:ext>
            </a:extLst>
          </p:cNvPr>
          <p:cNvSpPr/>
          <p:nvPr/>
        </p:nvSpPr>
        <p:spPr>
          <a:xfrm>
            <a:off x="4734655" y="4905056"/>
            <a:ext cx="1395252" cy="584876"/>
          </a:xfrm>
          <a:prstGeom prst="round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sz="1600" dirty="0"/>
              <a:t>Service indisponible</a:t>
            </a:r>
          </a:p>
        </p:txBody>
      </p:sp>
      <p:cxnSp>
        <p:nvCxnSpPr>
          <p:cNvPr id="1107" name="Connecteur droit avec flèche 1106">
            <a:extLst>
              <a:ext uri="{FF2B5EF4-FFF2-40B4-BE49-F238E27FC236}">
                <a16:creationId xmlns:a16="http://schemas.microsoft.com/office/drawing/2014/main" id="{4D43F871-765A-A88E-AF58-4A6E05BEE4FA}"/>
              </a:ext>
            </a:extLst>
          </p:cNvPr>
          <p:cNvCxnSpPr>
            <a:cxnSpLocks/>
          </p:cNvCxnSpPr>
          <p:nvPr/>
        </p:nvCxnSpPr>
        <p:spPr>
          <a:xfrm>
            <a:off x="6122877" y="5397207"/>
            <a:ext cx="480382" cy="3546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23" name="Rectangle : coins arrondis 1122">
            <a:extLst>
              <a:ext uri="{FF2B5EF4-FFF2-40B4-BE49-F238E27FC236}">
                <a16:creationId xmlns:a16="http://schemas.microsoft.com/office/drawing/2014/main" id="{F2E372C9-14CC-64A1-1A9F-CE28A6DFDB30}"/>
              </a:ext>
            </a:extLst>
          </p:cNvPr>
          <p:cNvSpPr/>
          <p:nvPr/>
        </p:nvSpPr>
        <p:spPr>
          <a:xfrm>
            <a:off x="7341219" y="4903565"/>
            <a:ext cx="1395252" cy="584876"/>
          </a:xfrm>
          <a:prstGeom prst="round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sz="1600" dirty="0"/>
              <a:t>3 tentatives échouées</a:t>
            </a:r>
          </a:p>
        </p:txBody>
      </p:sp>
      <p:cxnSp>
        <p:nvCxnSpPr>
          <p:cNvPr id="1124" name="Connecteur droit avec flèche 1123">
            <a:extLst>
              <a:ext uri="{FF2B5EF4-FFF2-40B4-BE49-F238E27FC236}">
                <a16:creationId xmlns:a16="http://schemas.microsoft.com/office/drawing/2014/main" id="{FE685CBB-72CA-FD6A-E6C6-5A2C7FFEC8F9}"/>
              </a:ext>
            </a:extLst>
          </p:cNvPr>
          <p:cNvCxnSpPr>
            <a:cxnSpLocks/>
          </p:cNvCxnSpPr>
          <p:nvPr/>
        </p:nvCxnSpPr>
        <p:spPr>
          <a:xfrm>
            <a:off x="8530944" y="5487539"/>
            <a:ext cx="326948" cy="262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83710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055"/>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1101"/>
                                        </p:tgtEl>
                                        <p:attrNameLst>
                                          <p:attrName>style.visibility</p:attrName>
                                        </p:attrNameLst>
                                      </p:cBhvr>
                                      <p:to>
                                        <p:strVal val="visible"/>
                                      </p:to>
                                    </p:set>
                                  </p:childTnLst>
                                </p:cTn>
                              </p:par>
                              <p:par>
                                <p:cTn id="11" presetID="7" presetClass="emph" presetSubtype="2" fill="hold" nodeType="withEffect">
                                  <p:stCondLst>
                                    <p:cond delay="0"/>
                                  </p:stCondLst>
                                  <p:childTnLst>
                                    <p:animClr clrSpc="rgb" dir="cw">
                                      <p:cBhvr>
                                        <p:cTn id="12" dur="10" fill="hold"/>
                                        <p:tgtEl>
                                          <p:spTgt spid="54"/>
                                        </p:tgtEl>
                                        <p:attrNameLst>
                                          <p:attrName>stroke.color</p:attrName>
                                        </p:attrNameLst>
                                      </p:cBhvr>
                                      <p:to>
                                        <a:srgbClr val="56BF7B"/>
                                      </p:to>
                                    </p:animClr>
                                    <p:set>
                                      <p:cBhvr>
                                        <p:cTn id="13" dur="10" fill="hold"/>
                                        <p:tgtEl>
                                          <p:spTgt spid="54"/>
                                        </p:tgtEl>
                                        <p:attrNameLst>
                                          <p:attrName>stroke.on</p:attrName>
                                        </p:attrNameLst>
                                      </p:cBhvr>
                                      <p:to>
                                        <p:strVal val="tru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5"/>
                                        </p:tgtEl>
                                        <p:attrNameLst>
                                          <p:attrName>style.visibility</p:attrName>
                                        </p:attrNameLst>
                                      </p:cBhvr>
                                      <p:to>
                                        <p:strVal val="visible"/>
                                      </p:to>
                                    </p:set>
                                  </p:childTnLst>
                                </p:cTn>
                              </p:par>
                              <p:par>
                                <p:cTn id="18" presetID="1" presetClass="exit" presetSubtype="0" fill="hold" nodeType="withEffect">
                                  <p:stCondLst>
                                    <p:cond delay="0"/>
                                  </p:stCondLst>
                                  <p:childTnLst>
                                    <p:set>
                                      <p:cBhvr>
                                        <p:cTn id="19" dur="1" fill="hold">
                                          <p:stCondLst>
                                            <p:cond delay="0"/>
                                          </p:stCondLst>
                                        </p:cTn>
                                        <p:tgtEl>
                                          <p:spTgt spid="1052"/>
                                        </p:tgtEl>
                                        <p:attrNameLst>
                                          <p:attrName>style.visibility</p:attrName>
                                        </p:attrNameLst>
                                      </p:cBhvr>
                                      <p:to>
                                        <p:strVal val="hidden"/>
                                      </p:to>
                                    </p:set>
                                  </p:childTnLst>
                                </p:cTn>
                              </p:par>
                              <p:par>
                                <p:cTn id="20" presetID="1" presetClass="entr" presetSubtype="0" fill="hold" nodeType="withEffect">
                                  <p:stCondLst>
                                    <p:cond delay="0"/>
                                  </p:stCondLst>
                                  <p:childTnLst>
                                    <p:set>
                                      <p:cBhvr>
                                        <p:cTn id="21" dur="1" fill="hold">
                                          <p:stCondLst>
                                            <p:cond delay="0"/>
                                          </p:stCondLst>
                                        </p:cTn>
                                        <p:tgtEl>
                                          <p:spTgt spid="1105"/>
                                        </p:tgtEl>
                                        <p:attrNameLst>
                                          <p:attrName>style.visibility</p:attrName>
                                        </p:attrNameLst>
                                      </p:cBhvr>
                                      <p:to>
                                        <p:strVal val="visible"/>
                                      </p:to>
                                    </p:set>
                                  </p:childTnLst>
                                </p:cTn>
                              </p:par>
                              <p:par>
                                <p:cTn id="22" presetID="7" presetClass="emph" presetSubtype="2" fill="hold" nodeType="withEffect">
                                  <p:stCondLst>
                                    <p:cond delay="0"/>
                                  </p:stCondLst>
                                  <p:childTnLst>
                                    <p:animClr clrSpc="rgb" dir="cw">
                                      <p:cBhvr>
                                        <p:cTn id="23" dur="10" fill="hold"/>
                                        <p:tgtEl>
                                          <p:spTgt spid="1041"/>
                                        </p:tgtEl>
                                        <p:attrNameLst>
                                          <p:attrName>stroke.color</p:attrName>
                                        </p:attrNameLst>
                                      </p:cBhvr>
                                      <p:to>
                                        <a:srgbClr val="56BF7B"/>
                                      </p:to>
                                    </p:animClr>
                                    <p:set>
                                      <p:cBhvr>
                                        <p:cTn id="24" dur="10" fill="hold"/>
                                        <p:tgtEl>
                                          <p:spTgt spid="1041"/>
                                        </p:tgtEl>
                                        <p:attrNameLst>
                                          <p:attrName>stroke.on</p:attrName>
                                        </p:attrNameLst>
                                      </p:cBhvr>
                                      <p:to>
                                        <p:strVal val="tru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1051"/>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110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1061"/>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1102"/>
                                        </p:tgtEl>
                                        <p:attrNameLst>
                                          <p:attrName>style.visibility</p:attrName>
                                        </p:attrNameLst>
                                      </p:cBhvr>
                                      <p:to>
                                        <p:strVal val="visible"/>
                                      </p:to>
                                    </p:set>
                                  </p:childTnLst>
                                </p:cTn>
                              </p:par>
                              <p:par>
                                <p:cTn id="41" presetID="7" presetClass="emph" presetSubtype="2" fill="hold" nodeType="withEffect">
                                  <p:stCondLst>
                                    <p:cond delay="0"/>
                                  </p:stCondLst>
                                  <p:childTnLst>
                                    <p:animClr clrSpc="rgb" dir="cw">
                                      <p:cBhvr>
                                        <p:cTn id="42" dur="10" fill="hold"/>
                                        <p:tgtEl>
                                          <p:spTgt spid="49"/>
                                        </p:tgtEl>
                                        <p:attrNameLst>
                                          <p:attrName>stroke.color</p:attrName>
                                        </p:attrNameLst>
                                      </p:cBhvr>
                                      <p:to>
                                        <a:srgbClr val="56BF7B"/>
                                      </p:to>
                                    </p:animClr>
                                    <p:set>
                                      <p:cBhvr>
                                        <p:cTn id="43" dur="10" fill="hold"/>
                                        <p:tgtEl>
                                          <p:spTgt spid="49"/>
                                        </p:tgtEl>
                                        <p:attrNameLst>
                                          <p:attrName>stroke.on</p:attrName>
                                        </p:attrNameLst>
                                      </p:cBhvr>
                                      <p:to>
                                        <p:strVal val="tru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7"/>
                                        </p:tgtEl>
                                        <p:attrNameLst>
                                          <p:attrName>style.visibility</p:attrName>
                                        </p:attrNameLst>
                                      </p:cBhvr>
                                      <p:to>
                                        <p:strVal val="visible"/>
                                      </p:to>
                                    </p:set>
                                  </p:childTnLst>
                                </p:cTn>
                              </p:par>
                              <p:par>
                                <p:cTn id="48" presetID="1" presetClass="exit" presetSubtype="0" fill="hold" nodeType="withEffect">
                                  <p:stCondLst>
                                    <p:cond delay="0"/>
                                  </p:stCondLst>
                                  <p:childTnLst>
                                    <p:set>
                                      <p:cBhvr>
                                        <p:cTn id="49" dur="1" fill="hold">
                                          <p:stCondLst>
                                            <p:cond delay="0"/>
                                          </p:stCondLst>
                                        </p:cTn>
                                        <p:tgtEl>
                                          <p:spTgt spid="1062"/>
                                        </p:tgtEl>
                                        <p:attrNameLst>
                                          <p:attrName>style.visibility</p:attrName>
                                        </p:attrNameLst>
                                      </p:cBhvr>
                                      <p:to>
                                        <p:strVal val="hidden"/>
                                      </p:to>
                                    </p:set>
                                  </p:childTnLst>
                                </p:cTn>
                              </p:par>
                              <p:par>
                                <p:cTn id="50" presetID="1" presetClass="entr" presetSubtype="0" fill="hold" nodeType="withEffect">
                                  <p:stCondLst>
                                    <p:cond delay="0"/>
                                  </p:stCondLst>
                                  <p:childTnLst>
                                    <p:set>
                                      <p:cBhvr>
                                        <p:cTn id="51" dur="1" fill="hold">
                                          <p:stCondLst>
                                            <p:cond delay="0"/>
                                          </p:stCondLst>
                                        </p:cTn>
                                        <p:tgtEl>
                                          <p:spTgt spid="1103"/>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50"/>
                                        </p:tgtEl>
                                        <p:attrNameLst>
                                          <p:attrName>style.visibility</p:attrName>
                                        </p:attrNameLst>
                                      </p:cBhvr>
                                      <p:to>
                                        <p:strVal val="visible"/>
                                      </p:to>
                                    </p:set>
                                  </p:childTnLst>
                                </p:cTn>
                              </p:par>
                              <p:par>
                                <p:cTn id="56" presetID="1" presetClass="exit" presetSubtype="0" fill="hold" nodeType="withEffect">
                                  <p:stCondLst>
                                    <p:cond delay="0"/>
                                  </p:stCondLst>
                                  <p:childTnLst>
                                    <p:set>
                                      <p:cBhvr>
                                        <p:cTn id="57" dur="1" fill="hold">
                                          <p:stCondLst>
                                            <p:cond delay="0"/>
                                          </p:stCondLst>
                                        </p:cTn>
                                        <p:tgtEl>
                                          <p:spTgt spid="1063"/>
                                        </p:tgtEl>
                                        <p:attrNameLst>
                                          <p:attrName>style.visibility</p:attrName>
                                        </p:attrNameLst>
                                      </p:cBhvr>
                                      <p:to>
                                        <p:strVal val="hidden"/>
                                      </p:to>
                                    </p:set>
                                  </p:childTnLst>
                                </p:cTn>
                              </p:par>
                              <p:par>
                                <p:cTn id="58" presetID="1" presetClass="entr" presetSubtype="0" fill="hold" nodeType="withEffect">
                                  <p:stCondLst>
                                    <p:cond delay="0"/>
                                  </p:stCondLst>
                                  <p:childTnLst>
                                    <p:set>
                                      <p:cBhvr>
                                        <p:cTn id="59" dur="1" fill="hold">
                                          <p:stCondLst>
                                            <p:cond delay="0"/>
                                          </p:stCondLst>
                                        </p:cTn>
                                        <p:tgtEl>
                                          <p:spTgt spid="1104"/>
                                        </p:tgtEl>
                                        <p:attrNameLst>
                                          <p:attrName>style.visibility</p:attrName>
                                        </p:attrNameLst>
                                      </p:cBhvr>
                                      <p:to>
                                        <p:strVal val="visible"/>
                                      </p:to>
                                    </p:set>
                                  </p:childTnLst>
                                </p:cTn>
                              </p:par>
                              <p:par>
                                <p:cTn id="60" presetID="7" presetClass="emph" presetSubtype="2" fill="hold" nodeType="withEffect">
                                  <p:stCondLst>
                                    <p:cond delay="0"/>
                                  </p:stCondLst>
                                  <p:childTnLst>
                                    <p:animClr clrSpc="rgb" dir="cw">
                                      <p:cBhvr>
                                        <p:cTn id="61" dur="10" fill="hold"/>
                                        <p:tgtEl>
                                          <p:spTgt spid="1043"/>
                                        </p:tgtEl>
                                        <p:attrNameLst>
                                          <p:attrName>stroke.color</p:attrName>
                                        </p:attrNameLst>
                                      </p:cBhvr>
                                      <p:to>
                                        <a:srgbClr val="56BF7B"/>
                                      </p:to>
                                    </p:animClr>
                                    <p:set>
                                      <p:cBhvr>
                                        <p:cTn id="62" dur="10" fill="hold"/>
                                        <p:tgtEl>
                                          <p:spTgt spid="1043"/>
                                        </p:tgtEl>
                                        <p:attrNameLst>
                                          <p:attrName>stroke.on</p:attrName>
                                        </p:attrNameLst>
                                      </p:cBhvr>
                                      <p:to>
                                        <p:strVal val="true"/>
                                      </p:to>
                                    </p:set>
                                  </p:childTnLst>
                                </p:cTn>
                              </p:par>
                              <p:par>
                                <p:cTn id="63" presetID="7" presetClass="emph" presetSubtype="2" fill="hold" nodeType="withEffect">
                                  <p:stCondLst>
                                    <p:cond delay="0"/>
                                  </p:stCondLst>
                                  <p:childTnLst>
                                    <p:animClr clrSpc="rgb" dir="cw">
                                      <p:cBhvr>
                                        <p:cTn id="64" dur="10" fill="hold"/>
                                        <p:tgtEl>
                                          <p:spTgt spid="1042"/>
                                        </p:tgtEl>
                                        <p:attrNameLst>
                                          <p:attrName>stroke.color</p:attrName>
                                        </p:attrNameLst>
                                      </p:cBhvr>
                                      <p:to>
                                        <a:srgbClr val="FF0000"/>
                                      </p:to>
                                    </p:animClr>
                                    <p:set>
                                      <p:cBhvr>
                                        <p:cTn id="65" dur="10" fill="hold"/>
                                        <p:tgtEl>
                                          <p:spTgt spid="1042"/>
                                        </p:tgtEl>
                                        <p:attrNameLst>
                                          <p:attrName>stroke.on</p:attrName>
                                        </p:attrNameLst>
                                      </p:cBhvr>
                                      <p:to>
                                        <p:strVal val="true"/>
                                      </p:to>
                                    </p:set>
                                  </p:childTnLst>
                                </p:cTn>
                              </p:par>
                              <p:par>
                                <p:cTn id="66" presetID="1" presetClass="entr" presetSubtype="0" fill="hold" grpId="0" nodeType="withEffect">
                                  <p:stCondLst>
                                    <p:cond delay="0"/>
                                  </p:stCondLst>
                                  <p:childTnLst>
                                    <p:set>
                                      <p:cBhvr>
                                        <p:cTn id="67" dur="1" fill="hold">
                                          <p:stCondLst>
                                            <p:cond delay="0"/>
                                          </p:stCondLst>
                                        </p:cTn>
                                        <p:tgtEl>
                                          <p:spTgt spid="1106"/>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1107"/>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55"/>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59"/>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61"/>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62"/>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1123"/>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1124"/>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1025"/>
                                        </p:tgtEl>
                                        <p:attrNameLst>
                                          <p:attrName>style.visibility</p:attrName>
                                        </p:attrNameLst>
                                      </p:cBhvr>
                                      <p:to>
                                        <p:strVal val="visible"/>
                                      </p:to>
                                    </p:set>
                                  </p:childTnLst>
                                </p:cTn>
                              </p:par>
                              <p:par>
                                <p:cTn id="94" presetID="7" presetClass="emph" presetSubtype="2" fill="hold" nodeType="withEffect">
                                  <p:stCondLst>
                                    <p:cond delay="0"/>
                                  </p:stCondLst>
                                  <p:childTnLst>
                                    <p:animClr clrSpc="rgb" dir="cw">
                                      <p:cBhvr>
                                        <p:cTn id="95" dur="10" fill="hold"/>
                                        <p:tgtEl>
                                          <p:spTgt spid="48"/>
                                        </p:tgtEl>
                                        <p:attrNameLst>
                                          <p:attrName>stroke.color</p:attrName>
                                        </p:attrNameLst>
                                      </p:cBhvr>
                                      <p:to>
                                        <a:srgbClr val="FF0000"/>
                                      </p:to>
                                    </p:animClr>
                                    <p:set>
                                      <p:cBhvr>
                                        <p:cTn id="96" dur="10" fill="hold"/>
                                        <p:tgtEl>
                                          <p:spTgt spid="48"/>
                                        </p:tgtEl>
                                        <p:attrNameLst>
                                          <p:attrName>stroke.on</p:attrName>
                                        </p:attrNameLst>
                                      </p:cBhvr>
                                      <p:to>
                                        <p:strVal val="tru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02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029"/>
                                        </p:tgtEl>
                                        <p:attrNameLst>
                                          <p:attrName>style.visibility</p:attrName>
                                        </p:attrNameLst>
                                      </p:cBhvr>
                                      <p:to>
                                        <p:strVal val="visible"/>
                                      </p:to>
                                    </p:set>
                                  </p:childTnLst>
                                </p:cTn>
                              </p:par>
                              <p:par>
                                <p:cTn id="105" presetID="7" presetClass="emph" presetSubtype="2" fill="hold" nodeType="withEffect">
                                  <p:stCondLst>
                                    <p:cond delay="0"/>
                                  </p:stCondLst>
                                  <p:childTnLst>
                                    <p:animClr clrSpc="rgb" dir="cw">
                                      <p:cBhvr>
                                        <p:cTn id="106" dur="10" fill="hold"/>
                                        <p:tgtEl>
                                          <p:spTgt spid="1028"/>
                                        </p:tgtEl>
                                        <p:attrNameLst>
                                          <p:attrName>stroke.color</p:attrName>
                                        </p:attrNameLst>
                                      </p:cBhvr>
                                      <p:to>
                                        <a:srgbClr val="FF0000"/>
                                      </p:to>
                                    </p:animClr>
                                    <p:set>
                                      <p:cBhvr>
                                        <p:cTn id="107" dur="10" fill="hold"/>
                                        <p:tgtEl>
                                          <p:spTgt spid="1028"/>
                                        </p:tgtEl>
                                        <p:attrNameLst>
                                          <p:attrName>stroke.on</p:attrName>
                                        </p:attrNameLst>
                                      </p:cBhvr>
                                      <p:to>
                                        <p:strVal val="tru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1030"/>
                                        </p:tgtEl>
                                        <p:attrNameLst>
                                          <p:attrName>style.visibility</p:attrName>
                                        </p:attrNameLst>
                                      </p:cBhvr>
                                      <p:to>
                                        <p:strVal val="visible"/>
                                      </p:to>
                                    </p:set>
                                  </p:childTnLst>
                                </p:cTn>
                              </p:par>
                              <p:par>
                                <p:cTn id="112" presetID="7" presetClass="emph" presetSubtype="2" fill="hold" nodeType="withEffect">
                                  <p:stCondLst>
                                    <p:cond delay="0"/>
                                  </p:stCondLst>
                                  <p:childTnLst>
                                    <p:animClr clrSpc="rgb" dir="cw">
                                      <p:cBhvr>
                                        <p:cTn id="113" dur="10" fill="hold"/>
                                        <p:tgtEl>
                                          <p:spTgt spid="54"/>
                                        </p:tgtEl>
                                        <p:attrNameLst>
                                          <p:attrName>stroke.color</p:attrName>
                                        </p:attrNameLst>
                                      </p:cBhvr>
                                      <p:to>
                                        <a:srgbClr val="FF0000"/>
                                      </p:to>
                                    </p:animClr>
                                    <p:set>
                                      <p:cBhvr>
                                        <p:cTn id="114" dur="10" fill="hold"/>
                                        <p:tgtEl>
                                          <p:spTgt spid="54"/>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42" grpId="0" animBg="1"/>
      <p:bldP spid="47" grpId="0" animBg="1"/>
      <p:bldP spid="50" grpId="0" animBg="1"/>
      <p:bldP spid="55" grpId="0" animBg="1"/>
      <p:bldP spid="59" grpId="0" animBg="1"/>
      <p:bldP spid="61" grpId="0" animBg="1"/>
      <p:bldP spid="62" grpId="0" animBg="1"/>
      <p:bldP spid="1025" grpId="0" animBg="1"/>
      <p:bldP spid="1027" grpId="0" animBg="1"/>
      <p:bldP spid="1029" grpId="0" animBg="1"/>
      <p:bldP spid="1030" grpId="0" animBg="1"/>
      <p:bldP spid="1106" grpId="0" animBg="1"/>
      <p:bldP spid="1123" grpId="0" animBg="1"/>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8A213C01-FB57-EDE0-33B7-BAC573FB2F3C}"/>
              </a:ext>
            </a:extLst>
          </p:cNvPr>
          <p:cNvSpPr>
            <a:spLocks noGrp="1"/>
          </p:cNvSpPr>
          <p:nvPr>
            <p:ph type="body" sz="quarter" idx="35"/>
          </p:nvPr>
        </p:nvSpPr>
        <p:spPr/>
        <p:txBody>
          <a:bodyPr/>
          <a:lstStyle/>
          <a:p>
            <a:r>
              <a:rPr lang="fr-FR"/>
              <a:t>Indicateurs</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a:t>Supervision</a:t>
            </a:r>
            <a:endParaRPr lang="fr-FR" dirty="0"/>
          </a:p>
        </p:txBody>
      </p:sp>
      <p:sp>
        <p:nvSpPr>
          <p:cNvPr id="4" name="ZoneTexte 3">
            <a:extLst>
              <a:ext uri="{FF2B5EF4-FFF2-40B4-BE49-F238E27FC236}">
                <a16:creationId xmlns:a16="http://schemas.microsoft.com/office/drawing/2014/main" id="{BF8F3096-A79A-3FF4-2564-82807BEE7A32}"/>
              </a:ext>
            </a:extLst>
          </p:cNvPr>
          <p:cNvSpPr txBox="1"/>
          <p:nvPr/>
        </p:nvSpPr>
        <p:spPr>
          <a:xfrm>
            <a:off x="5769356" y="2288478"/>
            <a:ext cx="5717308" cy="2215991"/>
          </a:xfrm>
          <a:prstGeom prst="rect">
            <a:avLst/>
          </a:prstGeom>
          <a:noFill/>
        </p:spPr>
        <p:txBody>
          <a:bodyPr wrap="square" rtlCol="0">
            <a:spAutoFit/>
          </a:bodyPr>
          <a:lstStyle/>
          <a:p>
            <a:r>
              <a:rPr lang="fr-FR" sz="1600" b="1" i="1" dirty="0">
                <a:latin typeface="Arial" panose="020B0604020202020204" pitchFamily="34" charset="0"/>
                <a:cs typeface="Arial" panose="020B0604020202020204" pitchFamily="34" charset="0"/>
              </a:rPr>
              <a:t>EDA :</a:t>
            </a:r>
            <a:endParaRPr lang="fr-FR" sz="1600" dirty="0">
              <a:latin typeface="Arial" panose="020B0604020202020204" pitchFamily="34" charset="0"/>
              <a:cs typeface="Arial" panose="020B0604020202020204" pitchFamily="34" charset="0"/>
            </a:endParaRPr>
          </a:p>
          <a:p>
            <a:pPr marL="285750" indent="-285750">
              <a:buFontTx/>
              <a:buChar char="-"/>
            </a:pPr>
            <a:r>
              <a:rPr lang="fr-FR" sz="1600" dirty="0">
                <a:latin typeface="Arial" panose="020B0604020202020204" pitchFamily="34" charset="0"/>
                <a:cs typeface="Arial" panose="020B0604020202020204" pitchFamily="34" charset="0"/>
              </a:rPr>
              <a:t>Latence (temps de réponse)</a:t>
            </a:r>
          </a:p>
          <a:p>
            <a:pPr marL="285750" indent="-285750">
              <a:buFontTx/>
              <a:buChar char="-"/>
            </a:pPr>
            <a:r>
              <a:rPr lang="fr-FR" sz="1600" dirty="0">
                <a:latin typeface="Arial" panose="020B0604020202020204" pitchFamily="34" charset="0"/>
                <a:cs typeface="Arial" panose="020B0604020202020204" pitchFamily="34" charset="0"/>
              </a:rPr>
              <a:t>Performance (temps du traitement/d’exécution moyen)</a:t>
            </a:r>
          </a:p>
          <a:p>
            <a:pPr marL="285750" indent="-285750">
              <a:buFontTx/>
              <a:buChar char="-"/>
            </a:pPr>
            <a:r>
              <a:rPr lang="fr-FR" sz="1600" dirty="0">
                <a:latin typeface="Arial" panose="020B0604020202020204" pitchFamily="34" charset="0"/>
                <a:cs typeface="Arial" panose="020B0604020202020204" pitchFamily="34" charset="0"/>
              </a:rPr>
              <a:t>Utilisation des ressources (CPU, mémoire, disque)</a:t>
            </a:r>
          </a:p>
          <a:p>
            <a:pPr marL="285750" indent="-285750">
              <a:buFontTx/>
              <a:buChar char="-"/>
            </a:pPr>
            <a:r>
              <a:rPr lang="fr-FR" sz="1600" dirty="0">
                <a:latin typeface="Arial" panose="020B0604020202020204" pitchFamily="34" charset="0"/>
                <a:cs typeface="Arial" panose="020B0604020202020204" pitchFamily="34" charset="0"/>
              </a:rPr>
              <a:t>Taux d’erreur et de réussite</a:t>
            </a:r>
          </a:p>
          <a:p>
            <a:pPr marL="285750" indent="-285750">
              <a:buFontTx/>
              <a:buChar char="-"/>
            </a:pPr>
            <a:r>
              <a:rPr lang="fr-FR" sz="1600" dirty="0">
                <a:latin typeface="Arial" panose="020B0604020202020204" pitchFamily="34" charset="0"/>
                <a:cs typeface="Arial" panose="020B0604020202020204" pitchFamily="34" charset="0"/>
              </a:rPr>
              <a:t>Erreurs</a:t>
            </a:r>
          </a:p>
          <a:p>
            <a:pPr marL="742950" lvl="1" indent="-285750">
              <a:buFontTx/>
              <a:buChar char="-"/>
            </a:pPr>
            <a:r>
              <a:rPr lang="fr-FR" sz="1400" dirty="0">
                <a:latin typeface="Arial" panose="020B0604020202020204" pitchFamily="34" charset="0"/>
                <a:cs typeface="Arial" panose="020B0604020202020204" pitchFamily="34" charset="0"/>
              </a:rPr>
              <a:t>Consommateur</a:t>
            </a:r>
          </a:p>
          <a:p>
            <a:pPr marL="742950" lvl="1" indent="-285750">
              <a:buFontTx/>
              <a:buChar char="-"/>
            </a:pPr>
            <a:r>
              <a:rPr lang="fr-FR" sz="1400" dirty="0">
                <a:latin typeface="Arial" panose="020B0604020202020204" pitchFamily="34" charset="0"/>
                <a:cs typeface="Arial" panose="020B0604020202020204" pitchFamily="34" charset="0"/>
              </a:rPr>
              <a:t>Producteur</a:t>
            </a:r>
          </a:p>
          <a:p>
            <a:pPr marL="742950" lvl="1" indent="-285750">
              <a:buFontTx/>
              <a:buChar char="-"/>
            </a:pPr>
            <a:r>
              <a:rPr lang="fr-FR" sz="1400" dirty="0">
                <a:latin typeface="Arial" panose="020B0604020202020204" pitchFamily="34" charset="0"/>
                <a:cs typeface="Arial" panose="020B0604020202020204" pitchFamily="34" charset="0"/>
              </a:rPr>
              <a:t>Perte de paquets</a:t>
            </a:r>
          </a:p>
        </p:txBody>
      </p:sp>
      <p:sp>
        <p:nvSpPr>
          <p:cNvPr id="8" name="ZoneTexte 7">
            <a:extLst>
              <a:ext uri="{FF2B5EF4-FFF2-40B4-BE49-F238E27FC236}">
                <a16:creationId xmlns:a16="http://schemas.microsoft.com/office/drawing/2014/main" id="{7A400B26-2386-2BA3-8F7E-87C710C0977E}"/>
              </a:ext>
            </a:extLst>
          </p:cNvPr>
          <p:cNvSpPr txBox="1"/>
          <p:nvPr/>
        </p:nvSpPr>
        <p:spPr>
          <a:xfrm>
            <a:off x="337931" y="2288478"/>
            <a:ext cx="5191279" cy="3754874"/>
          </a:xfrm>
          <a:prstGeom prst="rect">
            <a:avLst/>
          </a:prstGeom>
          <a:noFill/>
        </p:spPr>
        <p:txBody>
          <a:bodyPr wrap="square" rtlCol="0">
            <a:spAutoFit/>
          </a:bodyPr>
          <a:lstStyle/>
          <a:p>
            <a:r>
              <a:rPr lang="fr-FR" sz="1600" b="1" i="1" dirty="0">
                <a:latin typeface="Arial" panose="020B0604020202020204" pitchFamily="34" charset="0"/>
                <a:cs typeface="Arial" panose="020B0604020202020204" pitchFamily="34" charset="0"/>
              </a:rPr>
              <a:t>API Management :</a:t>
            </a:r>
            <a:endParaRPr lang="fr-FR" sz="1600">
              <a:latin typeface="Arial" panose="020B0604020202020204" pitchFamily="34" charset="0"/>
              <a:cs typeface="Arial" panose="020B0604020202020204" pitchFamily="34" charset="0"/>
            </a:endParaRPr>
          </a:p>
          <a:p>
            <a:pPr marL="285750" indent="-285750">
              <a:buFontTx/>
              <a:buChar char="-"/>
            </a:pPr>
            <a:r>
              <a:rPr lang="fr-FR" sz="1600" dirty="0">
                <a:latin typeface="Arial" panose="020B0604020202020204" pitchFamily="34" charset="0"/>
                <a:cs typeface="Arial" panose="020B0604020202020204" pitchFamily="34" charset="0"/>
              </a:rPr>
              <a:t>Rejets</a:t>
            </a:r>
          </a:p>
          <a:p>
            <a:pPr marL="742950" lvl="1" indent="-285750">
              <a:buFontTx/>
              <a:buChar char="-"/>
            </a:pPr>
            <a:r>
              <a:rPr lang="fr-FR" sz="1400" dirty="0">
                <a:latin typeface="Arial" panose="020B0604020202020204" pitchFamily="34" charset="0"/>
                <a:cs typeface="Arial" panose="020B0604020202020204" pitchFamily="34" charset="0"/>
              </a:rPr>
              <a:t>Authentification</a:t>
            </a:r>
          </a:p>
          <a:p>
            <a:pPr marL="742950" lvl="1" indent="-285750">
              <a:buFontTx/>
              <a:buChar char="-"/>
            </a:pPr>
            <a:r>
              <a:rPr lang="fr-FR" sz="1400" dirty="0">
                <a:latin typeface="Arial" panose="020B0604020202020204" pitchFamily="34" charset="0"/>
                <a:cs typeface="Arial" panose="020B0604020202020204" pitchFamily="34" charset="0"/>
              </a:rPr>
              <a:t>Consommation</a:t>
            </a:r>
          </a:p>
          <a:p>
            <a:pPr marL="285750" indent="-285750">
              <a:buFontTx/>
              <a:buChar char="-"/>
            </a:pPr>
            <a:r>
              <a:rPr lang="fr-FR" sz="1600" dirty="0">
                <a:latin typeface="Arial" panose="020B0604020202020204" pitchFamily="34" charset="0"/>
                <a:cs typeface="Arial" panose="020B0604020202020204" pitchFamily="34" charset="0"/>
              </a:rPr>
              <a:t>Respect des SLAs</a:t>
            </a:r>
          </a:p>
          <a:p>
            <a:pPr marL="742950" lvl="1" indent="-285750">
              <a:buFontTx/>
              <a:buChar char="-"/>
            </a:pPr>
            <a:r>
              <a:rPr lang="fr-FR" sz="1400" dirty="0">
                <a:latin typeface="Arial" panose="020B0604020202020204" pitchFamily="34" charset="0"/>
                <a:cs typeface="Arial" panose="020B0604020202020204" pitchFamily="34" charset="0"/>
              </a:rPr>
              <a:t>Consommateur</a:t>
            </a:r>
          </a:p>
          <a:p>
            <a:pPr marL="1200150" lvl="2" indent="-285750">
              <a:buFontTx/>
              <a:buChar char="-"/>
            </a:pPr>
            <a:r>
              <a:rPr lang="fr-FR" sz="1400" dirty="0">
                <a:latin typeface="Arial" panose="020B0604020202020204" pitchFamily="34" charset="0"/>
                <a:cs typeface="Arial" panose="020B0604020202020204" pitchFamily="34" charset="0"/>
              </a:rPr>
              <a:t>Dépassement de quota</a:t>
            </a:r>
          </a:p>
          <a:p>
            <a:pPr marL="742950" lvl="1" indent="-285750">
              <a:buFontTx/>
              <a:buChar char="-"/>
            </a:pPr>
            <a:r>
              <a:rPr lang="fr-FR" sz="1400" dirty="0">
                <a:latin typeface="Arial" panose="020B0604020202020204" pitchFamily="34" charset="0"/>
                <a:cs typeface="Arial" panose="020B0604020202020204" pitchFamily="34" charset="0"/>
              </a:rPr>
              <a:t>Producteur</a:t>
            </a:r>
          </a:p>
          <a:p>
            <a:pPr marL="1200150" lvl="2" indent="-285750">
              <a:buFontTx/>
              <a:buChar char="-"/>
            </a:pPr>
            <a:r>
              <a:rPr lang="fr-FR" sz="1400" dirty="0">
                <a:latin typeface="Arial" panose="020B0604020202020204" pitchFamily="34" charset="0"/>
                <a:cs typeface="Arial" panose="020B0604020202020204" pitchFamily="34" charset="0"/>
              </a:rPr>
              <a:t>Temps de réponse</a:t>
            </a:r>
          </a:p>
          <a:p>
            <a:pPr marL="285750" indent="-285750">
              <a:buFontTx/>
              <a:buChar char="-"/>
            </a:pPr>
            <a:r>
              <a:rPr lang="fr-FR" sz="1600" dirty="0">
                <a:latin typeface="Arial" panose="020B0604020202020204" pitchFamily="34" charset="0"/>
                <a:cs typeface="Arial" panose="020B0604020202020204" pitchFamily="34" charset="0"/>
              </a:rPr>
              <a:t>Taux d’erreur et de réussite</a:t>
            </a:r>
          </a:p>
          <a:p>
            <a:pPr marL="285750" indent="-285750">
              <a:buFontTx/>
              <a:buChar char="-"/>
            </a:pPr>
            <a:r>
              <a:rPr lang="fr-FR" sz="1600" dirty="0">
                <a:latin typeface="Arial" panose="020B0604020202020204" pitchFamily="34" charset="0"/>
                <a:cs typeface="Arial" panose="020B0604020202020204" pitchFamily="34" charset="0"/>
              </a:rPr>
              <a:t>Erreurs</a:t>
            </a:r>
          </a:p>
          <a:p>
            <a:pPr marL="742950" lvl="1" indent="-285750">
              <a:buFontTx/>
              <a:buChar char="-"/>
            </a:pPr>
            <a:r>
              <a:rPr lang="fr-FR" sz="1400" dirty="0">
                <a:latin typeface="Arial" panose="020B0604020202020204" pitchFamily="34" charset="0"/>
                <a:cs typeface="Arial" panose="020B0604020202020204" pitchFamily="34" charset="0"/>
              </a:rPr>
              <a:t>Consommateur</a:t>
            </a:r>
          </a:p>
          <a:p>
            <a:pPr marL="742950" lvl="1" indent="-285750">
              <a:buFontTx/>
              <a:buChar char="-"/>
            </a:pPr>
            <a:r>
              <a:rPr lang="fr-FR" sz="1400" dirty="0">
                <a:latin typeface="Arial" panose="020B0604020202020204" pitchFamily="34" charset="0"/>
                <a:cs typeface="Arial" panose="020B0604020202020204" pitchFamily="34" charset="0"/>
              </a:rPr>
              <a:t>Producteur</a:t>
            </a:r>
          </a:p>
          <a:p>
            <a:pPr marL="742950" lvl="1" indent="-285750">
              <a:buFontTx/>
              <a:buChar char="-"/>
            </a:pPr>
            <a:r>
              <a:rPr lang="fr-FR" sz="1400" dirty="0">
                <a:latin typeface="Arial" panose="020B0604020202020204" pitchFamily="34" charset="0"/>
                <a:cs typeface="Arial" panose="020B0604020202020204" pitchFamily="34" charset="0"/>
              </a:rPr>
              <a:t>Perte de paquets</a:t>
            </a:r>
          </a:p>
          <a:p>
            <a:pPr marL="285750" indent="-285750">
              <a:buFontTx/>
              <a:buChar char="-"/>
            </a:pPr>
            <a:r>
              <a:rPr lang="fr-FR" sz="1600" dirty="0">
                <a:latin typeface="Arial" panose="020B0604020202020204" pitchFamily="34" charset="0"/>
                <a:cs typeface="Arial" panose="020B0604020202020204" pitchFamily="34" charset="0"/>
              </a:rPr>
              <a:t>Connectivité</a:t>
            </a:r>
          </a:p>
          <a:p>
            <a:pPr marL="285750" indent="-285750">
              <a:buFontTx/>
              <a:buChar char="-"/>
            </a:pPr>
            <a:r>
              <a:rPr lang="fr-FR" sz="1600" dirty="0">
                <a:latin typeface="Arial" panose="020B0604020202020204" pitchFamily="34" charset="0"/>
                <a:cs typeface="Arial" panose="020B0604020202020204" pitchFamily="34" charset="0"/>
              </a:rPr>
              <a:t>Utilisation des ressources (CPU, mémoire, disque)</a:t>
            </a:r>
          </a:p>
        </p:txBody>
      </p:sp>
      <p:sp>
        <p:nvSpPr>
          <p:cNvPr id="10" name="ZoneTexte 9">
            <a:extLst>
              <a:ext uri="{FF2B5EF4-FFF2-40B4-BE49-F238E27FC236}">
                <a16:creationId xmlns:a16="http://schemas.microsoft.com/office/drawing/2014/main" id="{CB486C26-5A4A-2E53-257C-E12C7D310428}"/>
              </a:ext>
            </a:extLst>
          </p:cNvPr>
          <p:cNvSpPr txBox="1"/>
          <p:nvPr/>
        </p:nvSpPr>
        <p:spPr>
          <a:xfrm>
            <a:off x="337931" y="1341895"/>
            <a:ext cx="11575391" cy="923330"/>
          </a:xfrm>
          <a:prstGeom prst="rect">
            <a:avLst/>
          </a:prstGeom>
          <a:noFill/>
        </p:spPr>
        <p:txBody>
          <a:bodyPr wrap="square">
            <a:spAutoFit/>
          </a:bodyPr>
          <a:lstStyle/>
          <a:p>
            <a:pPr algn="just"/>
            <a:r>
              <a:rPr lang="fr-FR" b="0" i="0" dirty="0">
                <a:effectLst/>
                <a:latin typeface="Arial" panose="020B0604020202020204" pitchFamily="34" charset="0"/>
                <a:cs typeface="Arial" panose="020B0604020202020204" pitchFamily="34" charset="0"/>
              </a:rPr>
              <a:t>Les </a:t>
            </a:r>
            <a:r>
              <a:rPr lang="fr-FR" b="1" i="0" dirty="0">
                <a:effectLst/>
                <a:latin typeface="Arial" panose="020B0604020202020204" pitchFamily="34" charset="0"/>
                <a:cs typeface="Arial" panose="020B0604020202020204" pitchFamily="34" charset="0"/>
              </a:rPr>
              <a:t>indicateurs</a:t>
            </a:r>
            <a:r>
              <a:rPr lang="fr-FR" b="0" i="0" dirty="0">
                <a:effectLst/>
                <a:latin typeface="Arial" panose="020B0604020202020204" pitchFamily="34" charset="0"/>
                <a:cs typeface="Arial" panose="020B0604020202020204" pitchFamily="34" charset="0"/>
              </a:rPr>
              <a:t> aident à mesurer l’usage des composants et à définir les </a:t>
            </a:r>
            <a:r>
              <a:rPr lang="fr-FR" b="1" i="0" dirty="0">
                <a:effectLst/>
                <a:latin typeface="Arial" panose="020B0604020202020204" pitchFamily="34" charset="0"/>
                <a:cs typeface="Arial" panose="020B0604020202020204" pitchFamily="34" charset="0"/>
              </a:rPr>
              <a:t>seuils </a:t>
            </a:r>
            <a:r>
              <a:rPr lang="fr-FR" b="0" i="0" dirty="0">
                <a:effectLst/>
                <a:latin typeface="Arial" panose="020B0604020202020204" pitchFamily="34" charset="0"/>
                <a:cs typeface="Arial" panose="020B0604020202020204" pitchFamily="34" charset="0"/>
              </a:rPr>
              <a:t>nécessitant une attention particulière. </a:t>
            </a:r>
            <a:endParaRPr lang="fr-FR" b="0" i="0">
              <a:effectLst/>
              <a:latin typeface="Arial" panose="020B0604020202020204" pitchFamily="34" charset="0"/>
              <a:cs typeface="Arial" panose="020B0604020202020204" pitchFamily="34" charset="0"/>
            </a:endParaRPr>
          </a:p>
          <a:p>
            <a:pPr algn="just"/>
            <a:r>
              <a:rPr lang="fr-FR" b="0" i="0" dirty="0">
                <a:effectLst/>
                <a:latin typeface="Arial" panose="020B0604020202020204" pitchFamily="34" charset="0"/>
                <a:cs typeface="Arial" panose="020B0604020202020204" pitchFamily="34" charset="0"/>
              </a:rPr>
              <a:t>Voici une liste non-exhaustive d’indicateurs à surveiller/logger :</a:t>
            </a:r>
            <a:endParaRPr lang="fr-FR" dirty="0">
              <a:latin typeface="Arial" panose="020B0604020202020204" pitchFamily="34" charset="0"/>
              <a:cs typeface="Arial" panose="020B0604020202020204" pitchFamily="34" charset="0"/>
            </a:endParaRPr>
          </a:p>
        </p:txBody>
      </p:sp>
      <p:sp>
        <p:nvSpPr>
          <p:cNvPr id="6" name="ZoneTexte 5">
            <a:extLst>
              <a:ext uri="{FF2B5EF4-FFF2-40B4-BE49-F238E27FC236}">
                <a16:creationId xmlns:a16="http://schemas.microsoft.com/office/drawing/2014/main" id="{AB8841FE-F955-64F3-41C4-CC04385C03E9}"/>
              </a:ext>
            </a:extLst>
          </p:cNvPr>
          <p:cNvSpPr txBox="1"/>
          <p:nvPr/>
        </p:nvSpPr>
        <p:spPr>
          <a:xfrm>
            <a:off x="5769356" y="4504469"/>
            <a:ext cx="3626096" cy="2062103"/>
          </a:xfrm>
          <a:prstGeom prst="rect">
            <a:avLst/>
          </a:prstGeom>
          <a:noFill/>
        </p:spPr>
        <p:txBody>
          <a:bodyPr wrap="square" rtlCol="0">
            <a:spAutoFit/>
          </a:bodyPr>
          <a:lstStyle/>
          <a:p>
            <a:r>
              <a:rPr lang="fr-FR" sz="1600" b="1" i="1" dirty="0">
                <a:latin typeface="Arial" panose="020B0604020202020204" pitchFamily="34" charset="0"/>
                <a:cs typeface="Arial" panose="020B0604020202020204" pitchFamily="34" charset="0"/>
              </a:rPr>
              <a:t>Fonctionnel</a:t>
            </a:r>
            <a:endParaRPr lang="fr-FR" sz="1600" dirty="0">
              <a:latin typeface="Arial" panose="020B0604020202020204" pitchFamily="34" charset="0"/>
              <a:cs typeface="Arial" panose="020B0604020202020204" pitchFamily="34" charset="0"/>
            </a:endParaRPr>
          </a:p>
          <a:p>
            <a:pPr marL="285750" indent="-285750">
              <a:buFontTx/>
              <a:buChar char="-"/>
            </a:pPr>
            <a:r>
              <a:rPr lang="fr-FR" sz="1600" dirty="0">
                <a:latin typeface="Arial" panose="020B0604020202020204" pitchFamily="34" charset="0"/>
                <a:cs typeface="Arial" panose="020B0604020202020204" pitchFamily="34" charset="0"/>
              </a:rPr>
              <a:t>Traitements exécutés</a:t>
            </a:r>
          </a:p>
          <a:p>
            <a:pPr marL="285750" indent="-285750">
              <a:buFontTx/>
              <a:buChar char="-"/>
            </a:pPr>
            <a:r>
              <a:rPr lang="fr-FR" sz="1600" dirty="0">
                <a:latin typeface="Arial" panose="020B0604020202020204" pitchFamily="34" charset="0"/>
                <a:cs typeface="Arial" panose="020B0604020202020204" pitchFamily="34" charset="0"/>
              </a:rPr>
              <a:t>Traitements en cours</a:t>
            </a:r>
          </a:p>
          <a:p>
            <a:pPr marL="285750" indent="-285750">
              <a:buFontTx/>
              <a:buChar char="-"/>
            </a:pPr>
            <a:r>
              <a:rPr lang="fr-FR" sz="1600" dirty="0">
                <a:latin typeface="Arial" panose="020B0604020202020204" pitchFamily="34" charset="0"/>
                <a:cs typeface="Arial" panose="020B0604020202020204" pitchFamily="34" charset="0"/>
              </a:rPr>
              <a:t>Traitements en erreur</a:t>
            </a:r>
          </a:p>
          <a:p>
            <a:pPr marL="285750" indent="-285750">
              <a:buFontTx/>
              <a:buChar char="-"/>
            </a:pPr>
            <a:r>
              <a:rPr lang="fr-FR" sz="1600" dirty="0">
                <a:latin typeface="Arial" panose="020B0604020202020204" pitchFamily="34" charset="0"/>
                <a:cs typeface="Arial" panose="020B0604020202020204" pitchFamily="34" charset="0"/>
              </a:rPr>
              <a:t>Temps d’exécution des traitements</a:t>
            </a:r>
          </a:p>
          <a:p>
            <a:pPr marL="285750" indent="-285750">
              <a:buFontTx/>
              <a:buChar char="-"/>
            </a:pPr>
            <a:r>
              <a:rPr lang="fr-FR" sz="1600" dirty="0">
                <a:latin typeface="Arial" panose="020B0604020202020204" pitchFamily="34" charset="0"/>
                <a:cs typeface="Arial" panose="020B0604020202020204" pitchFamily="34" charset="0"/>
              </a:rPr>
              <a:t>Quanti:</a:t>
            </a:r>
          </a:p>
          <a:p>
            <a:pPr marL="742950" lvl="1" indent="-285750">
              <a:buFontTx/>
              <a:buChar char="-"/>
            </a:pPr>
            <a:r>
              <a:rPr lang="fr-FR" sz="1600" dirty="0">
                <a:latin typeface="Arial" panose="020B0604020202020204" pitchFamily="34" charset="0"/>
                <a:cs typeface="Arial" panose="020B0604020202020204" pitchFamily="34" charset="0"/>
              </a:rPr>
              <a:t>Objets métiers</a:t>
            </a:r>
          </a:p>
          <a:p>
            <a:pPr marL="742950" lvl="1" indent="-285750">
              <a:buFontTx/>
              <a:buChar char="-"/>
            </a:pPr>
            <a:r>
              <a:rPr lang="fr-FR" sz="1600" dirty="0">
                <a:latin typeface="Arial" panose="020B0604020202020204" pitchFamily="34" charset="0"/>
                <a:cs typeface="Arial" panose="020B0604020202020204" pitchFamily="34" charset="0"/>
              </a:rPr>
              <a:t>Flux, …</a:t>
            </a:r>
          </a:p>
        </p:txBody>
      </p:sp>
    </p:spTree>
    <p:extLst>
      <p:ext uri="{BB962C8B-B14F-4D97-AF65-F5344CB8AC3E}">
        <p14:creationId xmlns:p14="http://schemas.microsoft.com/office/powerpoint/2010/main" val="5907304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0EE37113-654C-0E1F-1D18-1C83C79B959B}"/>
              </a:ext>
            </a:extLst>
          </p:cNvPr>
          <p:cNvSpPr>
            <a:spLocks noGrp="1"/>
          </p:cNvSpPr>
          <p:nvPr>
            <p:ph type="body" sz="quarter" idx="35"/>
          </p:nvPr>
        </p:nvSpPr>
        <p:spPr/>
        <p:txBody>
          <a:bodyPr/>
          <a:lstStyle/>
          <a:p>
            <a:r>
              <a:rPr lang="fr-FR"/>
              <a:t>Centralisation des Logs</a:t>
            </a:r>
          </a:p>
        </p:txBody>
      </p:sp>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SUPERVISION</a:t>
            </a:r>
          </a:p>
        </p:txBody>
      </p:sp>
      <p:grpSp>
        <p:nvGrpSpPr>
          <p:cNvPr id="49" name="Groupe 48">
            <a:extLst>
              <a:ext uri="{FF2B5EF4-FFF2-40B4-BE49-F238E27FC236}">
                <a16:creationId xmlns:a16="http://schemas.microsoft.com/office/drawing/2014/main" id="{6FDECD43-6C19-7E5D-065C-C774C8FE4A07}"/>
              </a:ext>
            </a:extLst>
          </p:cNvPr>
          <p:cNvGrpSpPr/>
          <p:nvPr/>
        </p:nvGrpSpPr>
        <p:grpSpPr>
          <a:xfrm>
            <a:off x="787130" y="1125882"/>
            <a:ext cx="10535256" cy="3445261"/>
            <a:chOff x="668551" y="4074097"/>
            <a:chExt cx="5789814" cy="1690855"/>
          </a:xfrm>
        </p:grpSpPr>
        <p:sp>
          <p:nvSpPr>
            <p:cNvPr id="4" name="Rectangle 3">
              <a:extLst>
                <a:ext uri="{FF2B5EF4-FFF2-40B4-BE49-F238E27FC236}">
                  <a16:creationId xmlns:a16="http://schemas.microsoft.com/office/drawing/2014/main" id="{544DECAD-8E2F-35EC-C2FD-8EC8351B1BA3}"/>
                </a:ext>
              </a:extLst>
            </p:cNvPr>
            <p:cNvSpPr/>
            <p:nvPr/>
          </p:nvSpPr>
          <p:spPr>
            <a:xfrm rot="16200000">
              <a:off x="4173884" y="4528040"/>
              <a:ext cx="157642" cy="725709"/>
            </a:xfrm>
            <a:prstGeom prst="rect">
              <a:avLst/>
            </a:prstGeom>
            <a:solidFill>
              <a:schemeClr val="tx2"/>
            </a:solidFill>
            <a:ln w="9525" cap="flat" cmpd="sng" algn="ctr">
              <a:solidFill>
                <a:srgbClr val="003D5E">
                  <a:lumMod val="75000"/>
                  <a:lumOff val="25000"/>
                </a:srgbClr>
              </a:solidFill>
              <a:prstDash val="solid"/>
            </a:ln>
            <a:effectLst/>
          </p:spPr>
          <p:txBody>
            <a:bodyPr vert="vert" rtlCol="0" anchor="ctr"/>
            <a:lstStyle/>
            <a:p>
              <a:pPr algn="ctr" defTabSz="685800"/>
              <a:r>
                <a:rPr lang="fr-FR" sz="1200" b="1" kern="0">
                  <a:solidFill>
                    <a:prstClr val="black"/>
                  </a:solidFill>
                  <a:latin typeface="Trebuchet MS"/>
                </a:rPr>
                <a:t>ESB</a:t>
              </a:r>
            </a:p>
          </p:txBody>
        </p:sp>
        <p:sp>
          <p:nvSpPr>
            <p:cNvPr id="5" name="Rectangle 4">
              <a:extLst>
                <a:ext uri="{FF2B5EF4-FFF2-40B4-BE49-F238E27FC236}">
                  <a16:creationId xmlns:a16="http://schemas.microsoft.com/office/drawing/2014/main" id="{50FAF71F-A284-099E-E41F-0434B2E2E568}"/>
                </a:ext>
              </a:extLst>
            </p:cNvPr>
            <p:cNvSpPr/>
            <p:nvPr/>
          </p:nvSpPr>
          <p:spPr>
            <a:xfrm>
              <a:off x="5385176" y="4199412"/>
              <a:ext cx="1073189" cy="632801"/>
            </a:xfrm>
            <a:prstGeom prst="rect">
              <a:avLst/>
            </a:prstGeom>
            <a:solidFill>
              <a:schemeClr val="bg1">
                <a:lumMod val="90000"/>
              </a:schemeClr>
            </a:solidFill>
            <a:ln w="9525" cap="flat" cmpd="sng" algn="ctr">
              <a:solidFill>
                <a:schemeClr val="tx1"/>
              </a:solidFill>
              <a:prstDash val="solid"/>
            </a:ln>
            <a:effectLst/>
          </p:spPr>
          <p:txBody>
            <a:bodyPr lIns="180000" tIns="27000" rIns="27000" bIns="27000" rtlCol="0" anchor="ctr"/>
            <a:lstStyle/>
            <a:p>
              <a:pPr marL="177800" algn="ctr" defTabSz="685800"/>
              <a:r>
                <a:rPr lang="fr-FR" sz="1050" i="1" kern="0">
                  <a:solidFill>
                    <a:prstClr val="black"/>
                  </a:solidFill>
                </a:rPr>
                <a:t>Fournisseur de service A</a:t>
              </a:r>
            </a:p>
          </p:txBody>
        </p:sp>
        <p:cxnSp>
          <p:nvCxnSpPr>
            <p:cNvPr id="19" name="Connecteur droit avec flèche 298">
              <a:extLst>
                <a:ext uri="{FF2B5EF4-FFF2-40B4-BE49-F238E27FC236}">
                  <a16:creationId xmlns:a16="http://schemas.microsoft.com/office/drawing/2014/main" id="{EE082C25-064D-119F-1745-2EF8034EB7A7}"/>
                </a:ext>
              </a:extLst>
            </p:cNvPr>
            <p:cNvCxnSpPr>
              <a:cxnSpLocks/>
              <a:endCxn id="4" idx="2"/>
            </p:cNvCxnSpPr>
            <p:nvPr/>
          </p:nvCxnSpPr>
          <p:spPr>
            <a:xfrm rot="10800000">
              <a:off x="4615560" y="4890895"/>
              <a:ext cx="769616" cy="405380"/>
            </a:xfrm>
            <a:prstGeom prst="bentConnector3">
              <a:avLst>
                <a:gd name="adj1" fmla="val 50000"/>
              </a:avLst>
            </a:prstGeom>
            <a:noFill/>
            <a:ln w="19050" cap="flat" cmpd="sng" algn="ctr">
              <a:solidFill>
                <a:srgbClr val="002B41"/>
              </a:solidFill>
              <a:prstDash val="solid"/>
              <a:headEnd type="none" w="med" len="med"/>
              <a:tailEnd type="none" w="med" len="med"/>
            </a:ln>
            <a:effectLst/>
          </p:spPr>
        </p:cxnSp>
        <p:cxnSp>
          <p:nvCxnSpPr>
            <p:cNvPr id="20" name="Connecteur droit avec flèche 298">
              <a:extLst>
                <a:ext uri="{FF2B5EF4-FFF2-40B4-BE49-F238E27FC236}">
                  <a16:creationId xmlns:a16="http://schemas.microsoft.com/office/drawing/2014/main" id="{4712B813-8248-0F91-0F6E-C4388A796EEF}"/>
                </a:ext>
              </a:extLst>
            </p:cNvPr>
            <p:cNvCxnSpPr>
              <a:cxnSpLocks/>
              <a:endCxn id="4" idx="2"/>
            </p:cNvCxnSpPr>
            <p:nvPr/>
          </p:nvCxnSpPr>
          <p:spPr>
            <a:xfrm rot="10800000" flipV="1">
              <a:off x="4615560" y="4413713"/>
              <a:ext cx="776404" cy="477181"/>
            </a:xfrm>
            <a:prstGeom prst="bentConnector3">
              <a:avLst>
                <a:gd name="adj1" fmla="val 50000"/>
              </a:avLst>
            </a:prstGeom>
            <a:noFill/>
            <a:ln w="19050" cap="flat" cmpd="sng" algn="ctr">
              <a:solidFill>
                <a:srgbClr val="002B41"/>
              </a:solidFill>
              <a:prstDash val="solid"/>
              <a:headEnd type="none" w="med" len="med"/>
              <a:tailEnd type="none" w="med" len="med"/>
            </a:ln>
            <a:effectLst/>
          </p:spPr>
        </p:cxnSp>
        <p:sp>
          <p:nvSpPr>
            <p:cNvPr id="21" name="Rectangle 20">
              <a:extLst>
                <a:ext uri="{FF2B5EF4-FFF2-40B4-BE49-F238E27FC236}">
                  <a16:creationId xmlns:a16="http://schemas.microsoft.com/office/drawing/2014/main" id="{310CBD6D-F999-DAEC-2E3F-1957D637954D}"/>
                </a:ext>
              </a:extLst>
            </p:cNvPr>
            <p:cNvSpPr/>
            <p:nvPr/>
          </p:nvSpPr>
          <p:spPr>
            <a:xfrm>
              <a:off x="2247364" y="4352573"/>
              <a:ext cx="1121618" cy="1121618"/>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b"/>
            <a:lstStyle/>
            <a:p>
              <a:pPr algn="ctr" defTabSz="685800"/>
              <a:r>
                <a:rPr lang="en-US" sz="1050" b="1" kern="0">
                  <a:solidFill>
                    <a:prstClr val="black"/>
                  </a:solidFill>
                </a:rPr>
                <a:t>API Management</a:t>
              </a:r>
            </a:p>
          </p:txBody>
        </p:sp>
        <p:sp>
          <p:nvSpPr>
            <p:cNvPr id="22" name="Rectangle 21">
              <a:extLst>
                <a:ext uri="{FF2B5EF4-FFF2-40B4-BE49-F238E27FC236}">
                  <a16:creationId xmlns:a16="http://schemas.microsoft.com/office/drawing/2014/main" id="{E41857FF-E30A-5A3C-ABF1-4137F0EB61F5}"/>
                </a:ext>
              </a:extLst>
            </p:cNvPr>
            <p:cNvSpPr/>
            <p:nvPr/>
          </p:nvSpPr>
          <p:spPr>
            <a:xfrm>
              <a:off x="2462183" y="4495627"/>
              <a:ext cx="847500" cy="583178"/>
            </a:xfrm>
            <a:prstGeom prst="rect">
              <a:avLst/>
            </a:prstGeom>
            <a:solidFill>
              <a:sysClr val="window" lastClr="FFFFFF"/>
            </a:solidFill>
            <a:ln w="9525" cap="flat" cmpd="sng" algn="ctr">
              <a:solidFill>
                <a:sysClr val="windowText" lastClr="000000">
                  <a:shade val="95000"/>
                  <a:satMod val="105000"/>
                </a:sysClr>
              </a:solidFill>
              <a:prstDash val="sysDash"/>
            </a:ln>
            <a:effectLst/>
          </p:spPr>
          <p:txBody>
            <a:bodyPr lIns="36000" tIns="36000" rIns="36000" bIns="36000" rtlCol="0" anchor="ctr"/>
            <a:lstStyle/>
            <a:p>
              <a:pPr algn="ctr"/>
              <a:r>
                <a:rPr lang="en-US" sz="800" b="1" i="1" kern="0" err="1">
                  <a:solidFill>
                    <a:prstClr val="black"/>
                  </a:solidFill>
                  <a:latin typeface="Trebuchet MS"/>
                </a:rPr>
                <a:t>Sécurisation</a:t>
              </a:r>
              <a:r>
                <a:rPr lang="en-US" sz="800" b="1" i="1" kern="0">
                  <a:solidFill>
                    <a:prstClr val="black"/>
                  </a:solidFill>
                  <a:latin typeface="Trebuchet MS"/>
                </a:rPr>
                <a:t> &amp; (</a:t>
              </a:r>
              <a:r>
                <a:rPr lang="en-US" sz="800" b="1" i="1" kern="0" err="1">
                  <a:solidFill>
                    <a:prstClr val="black"/>
                  </a:solidFill>
                  <a:latin typeface="Trebuchet MS"/>
                </a:rPr>
                <a:t>Dé</a:t>
              </a:r>
              <a:r>
                <a:rPr lang="en-US" sz="800" b="1" i="1" kern="0">
                  <a:solidFill>
                    <a:prstClr val="black"/>
                  </a:solidFill>
                  <a:latin typeface="Trebuchet MS"/>
                </a:rPr>
                <a:t>)</a:t>
              </a:r>
              <a:r>
                <a:rPr lang="en-US" sz="800" b="1" i="1" kern="0" err="1">
                  <a:solidFill>
                    <a:prstClr val="black"/>
                  </a:solidFill>
                  <a:latin typeface="Trebuchet MS"/>
                </a:rPr>
                <a:t>Normali-sation</a:t>
              </a:r>
              <a:endParaRPr lang="en-US" sz="800" b="1" i="1" kern="0">
                <a:solidFill>
                  <a:prstClr val="black"/>
                </a:solidFill>
                <a:latin typeface="Trebuchet MS"/>
              </a:endParaRPr>
            </a:p>
          </p:txBody>
        </p:sp>
        <p:sp>
          <p:nvSpPr>
            <p:cNvPr id="24" name="Ellipse 23">
              <a:extLst>
                <a:ext uri="{FF2B5EF4-FFF2-40B4-BE49-F238E27FC236}">
                  <a16:creationId xmlns:a16="http://schemas.microsoft.com/office/drawing/2014/main" id="{804ACE1E-8406-274F-9C05-4C95A6A469B6}"/>
                </a:ext>
              </a:extLst>
            </p:cNvPr>
            <p:cNvSpPr/>
            <p:nvPr/>
          </p:nvSpPr>
          <p:spPr>
            <a:xfrm>
              <a:off x="1969288" y="4605028"/>
              <a:ext cx="182873" cy="18287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cxnSp>
          <p:nvCxnSpPr>
            <p:cNvPr id="25" name="Connecteur droit avec flèche 24">
              <a:extLst>
                <a:ext uri="{FF2B5EF4-FFF2-40B4-BE49-F238E27FC236}">
                  <a16:creationId xmlns:a16="http://schemas.microsoft.com/office/drawing/2014/main" id="{DC51CE48-7B0B-9E89-6FE1-44A79C3E4BEB}"/>
                </a:ext>
              </a:extLst>
            </p:cNvPr>
            <p:cNvCxnSpPr>
              <a:cxnSpLocks/>
              <a:endCxn id="24" idx="6"/>
            </p:cNvCxnSpPr>
            <p:nvPr/>
          </p:nvCxnSpPr>
          <p:spPr>
            <a:xfrm flipH="1" flipV="1">
              <a:off x="2152161" y="4696464"/>
              <a:ext cx="94213" cy="366"/>
            </a:xfrm>
            <a:prstGeom prst="straightConnector1">
              <a:avLst/>
            </a:prstGeom>
            <a:noFill/>
            <a:ln w="19050" cap="flat" cmpd="sng" algn="ctr">
              <a:solidFill>
                <a:srgbClr val="002B41"/>
              </a:solidFill>
              <a:prstDash val="solid"/>
              <a:headEnd type="none" w="med" len="med"/>
              <a:tailEnd type="none" w="med" len="med"/>
            </a:ln>
            <a:effectLst/>
          </p:spPr>
        </p:cxnSp>
        <p:sp>
          <p:nvSpPr>
            <p:cNvPr id="26" name="Arc 25">
              <a:extLst>
                <a:ext uri="{FF2B5EF4-FFF2-40B4-BE49-F238E27FC236}">
                  <a16:creationId xmlns:a16="http://schemas.microsoft.com/office/drawing/2014/main" id="{00DB316D-F9D9-90CD-2A10-A9398E6B4ECC}"/>
                </a:ext>
              </a:extLst>
            </p:cNvPr>
            <p:cNvSpPr/>
            <p:nvPr/>
          </p:nvSpPr>
          <p:spPr>
            <a:xfrm rot="16200000">
              <a:off x="1910572" y="4589513"/>
              <a:ext cx="256022" cy="226139"/>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cxnSp>
          <p:nvCxnSpPr>
            <p:cNvPr id="27" name="Connecteur droit avec flèche 26">
              <a:extLst>
                <a:ext uri="{FF2B5EF4-FFF2-40B4-BE49-F238E27FC236}">
                  <a16:creationId xmlns:a16="http://schemas.microsoft.com/office/drawing/2014/main" id="{51CC5653-4612-1323-2C4A-C513BE7A657A}"/>
                </a:ext>
              </a:extLst>
            </p:cNvPr>
            <p:cNvCxnSpPr>
              <a:cxnSpLocks/>
            </p:cNvCxnSpPr>
            <p:nvPr/>
          </p:nvCxnSpPr>
          <p:spPr>
            <a:xfrm flipH="1" flipV="1">
              <a:off x="1715703" y="4696464"/>
              <a:ext cx="216000" cy="1241"/>
            </a:xfrm>
            <a:prstGeom prst="straightConnector1">
              <a:avLst/>
            </a:prstGeom>
            <a:noFill/>
            <a:ln w="19050" cap="flat" cmpd="sng" algn="ctr">
              <a:solidFill>
                <a:srgbClr val="002B41"/>
              </a:solidFill>
              <a:prstDash val="solid"/>
              <a:headEnd type="none" w="med" len="med"/>
              <a:tailEnd type="none" w="med" len="med"/>
            </a:ln>
            <a:effectLst/>
          </p:spPr>
        </p:cxnSp>
        <p:sp>
          <p:nvSpPr>
            <p:cNvPr id="28" name="Rectangle 27">
              <a:extLst>
                <a:ext uri="{FF2B5EF4-FFF2-40B4-BE49-F238E27FC236}">
                  <a16:creationId xmlns:a16="http://schemas.microsoft.com/office/drawing/2014/main" id="{A655F773-F643-BC7F-FCDE-CF7486F88FF4}"/>
                </a:ext>
              </a:extLst>
            </p:cNvPr>
            <p:cNvSpPr/>
            <p:nvPr/>
          </p:nvSpPr>
          <p:spPr>
            <a:xfrm>
              <a:off x="668551" y="4418697"/>
              <a:ext cx="1073189" cy="1013258"/>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ctr"/>
            <a:lstStyle/>
            <a:p>
              <a:pPr algn="ctr" defTabSz="685800"/>
              <a:r>
                <a:rPr lang="en-US" sz="1050" i="1" kern="0">
                  <a:solidFill>
                    <a:prstClr val="black"/>
                  </a:solidFill>
                </a:rPr>
                <a:t>Consommateur</a:t>
              </a:r>
              <a:endParaRPr lang="en-US" sz="1050" kern="0">
                <a:solidFill>
                  <a:prstClr val="black"/>
                </a:solidFill>
              </a:endParaRPr>
            </a:p>
          </p:txBody>
        </p:sp>
        <p:pic>
          <p:nvPicPr>
            <p:cNvPr id="32" name="Picture 2">
              <a:extLst>
                <a:ext uri="{FF2B5EF4-FFF2-40B4-BE49-F238E27FC236}">
                  <a16:creationId xmlns:a16="http://schemas.microsoft.com/office/drawing/2014/main" id="{5A65257E-B6C0-3142-A9B4-2090869777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2455" y="4074097"/>
              <a:ext cx="344413" cy="344413"/>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2">
              <a:extLst>
                <a:ext uri="{FF2B5EF4-FFF2-40B4-BE49-F238E27FC236}">
                  <a16:creationId xmlns:a16="http://schemas.microsoft.com/office/drawing/2014/main" id="{2ACAD731-EB71-1769-F8A2-C504A2917B8A}"/>
                </a:ext>
              </a:extLst>
            </p:cNvPr>
            <p:cNvSpPr/>
            <p:nvPr/>
          </p:nvSpPr>
          <p:spPr>
            <a:xfrm>
              <a:off x="5385176" y="5132151"/>
              <a:ext cx="1073189" cy="632801"/>
            </a:xfrm>
            <a:prstGeom prst="rect">
              <a:avLst/>
            </a:prstGeom>
            <a:solidFill>
              <a:schemeClr val="bg1">
                <a:lumMod val="90000"/>
              </a:schemeClr>
            </a:solidFill>
            <a:ln w="9525" cap="flat" cmpd="sng" algn="ctr">
              <a:solidFill>
                <a:schemeClr val="tx1"/>
              </a:solidFill>
              <a:prstDash val="solid"/>
            </a:ln>
            <a:effectLst/>
          </p:spPr>
          <p:txBody>
            <a:bodyPr lIns="180000" tIns="27000" rIns="27000" bIns="27000" rtlCol="0" anchor="ctr"/>
            <a:lstStyle/>
            <a:p>
              <a:pPr marL="177800" algn="ctr" defTabSz="685800"/>
              <a:r>
                <a:rPr lang="fr-FR" sz="1050" i="1" kern="0">
                  <a:solidFill>
                    <a:prstClr val="black"/>
                  </a:solidFill>
                </a:rPr>
                <a:t>Fournisseur de service B</a:t>
              </a:r>
            </a:p>
          </p:txBody>
        </p:sp>
        <p:sp>
          <p:nvSpPr>
            <p:cNvPr id="34" name="Rectangle : coins arrondis 33">
              <a:extLst>
                <a:ext uri="{FF2B5EF4-FFF2-40B4-BE49-F238E27FC236}">
                  <a16:creationId xmlns:a16="http://schemas.microsoft.com/office/drawing/2014/main" id="{79BED71E-E1E7-AABA-7E52-B870176BB702}"/>
                </a:ext>
              </a:extLst>
            </p:cNvPr>
            <p:cNvSpPr/>
            <p:nvPr/>
          </p:nvSpPr>
          <p:spPr>
            <a:xfrm>
              <a:off x="5386806" y="5197454"/>
              <a:ext cx="182441" cy="502194"/>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fr-FR" sz="1100"/>
                <a:t>API</a:t>
              </a:r>
            </a:p>
          </p:txBody>
        </p:sp>
        <p:sp>
          <p:nvSpPr>
            <p:cNvPr id="35" name="Rectangle : coins arrondis 34">
              <a:extLst>
                <a:ext uri="{FF2B5EF4-FFF2-40B4-BE49-F238E27FC236}">
                  <a16:creationId xmlns:a16="http://schemas.microsoft.com/office/drawing/2014/main" id="{A8199730-6778-75AE-69D8-48005BC93322}"/>
                </a:ext>
              </a:extLst>
            </p:cNvPr>
            <p:cNvSpPr/>
            <p:nvPr/>
          </p:nvSpPr>
          <p:spPr>
            <a:xfrm>
              <a:off x="5391964" y="4284908"/>
              <a:ext cx="182441" cy="502194"/>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fr-FR" sz="1100"/>
                <a:t>API</a:t>
              </a:r>
            </a:p>
          </p:txBody>
        </p:sp>
        <p:sp>
          <p:nvSpPr>
            <p:cNvPr id="36" name="Rectangle : coins arrondis 35">
              <a:extLst>
                <a:ext uri="{FF2B5EF4-FFF2-40B4-BE49-F238E27FC236}">
                  <a16:creationId xmlns:a16="http://schemas.microsoft.com/office/drawing/2014/main" id="{23E44D5A-16BF-6CB5-0E17-D087D952D90C}"/>
                </a:ext>
              </a:extLst>
            </p:cNvPr>
            <p:cNvSpPr/>
            <p:nvPr/>
          </p:nvSpPr>
          <p:spPr>
            <a:xfrm>
              <a:off x="2230102" y="4524595"/>
              <a:ext cx="196452" cy="676542"/>
            </a:xfrm>
            <a:prstGeom prst="roundRect">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fr-FR" sz="1100"/>
                <a:t>AP</a:t>
              </a:r>
            </a:p>
            <a:p>
              <a:pPr algn="ctr"/>
              <a:r>
                <a:rPr lang="fr-FR" sz="1100"/>
                <a:t>I</a:t>
              </a:r>
            </a:p>
          </p:txBody>
        </p:sp>
        <p:sp>
          <p:nvSpPr>
            <p:cNvPr id="39" name="Ellipse 38">
              <a:extLst>
                <a:ext uri="{FF2B5EF4-FFF2-40B4-BE49-F238E27FC236}">
                  <a16:creationId xmlns:a16="http://schemas.microsoft.com/office/drawing/2014/main" id="{EED5ABE5-FDAA-7036-70DA-33C200F22AED}"/>
                </a:ext>
              </a:extLst>
            </p:cNvPr>
            <p:cNvSpPr/>
            <p:nvPr/>
          </p:nvSpPr>
          <p:spPr>
            <a:xfrm>
              <a:off x="1944256" y="4972006"/>
              <a:ext cx="182873" cy="182873"/>
            </a:xfrm>
            <a:prstGeom prst="ellipse">
              <a:avLst/>
            </a:prstGeom>
            <a:solidFill>
              <a:schemeClr val="accent6"/>
            </a:solidFill>
            <a:ln w="9525" cap="flat" cmpd="sng" algn="ctr">
              <a:noFill/>
              <a:prstDash val="solid"/>
            </a:ln>
            <a:effectLst/>
          </p:spPr>
          <p:txBody>
            <a:bodyPr lIns="27000" tIns="27000" rIns="27000" bIns="27000" rtlCol="0" anchor="ctr"/>
            <a:lstStyle/>
            <a:p>
              <a:pPr algn="ctr" defTabSz="685800"/>
              <a:endParaRPr lang="fr-FR" sz="1050" i="1" kern="0">
                <a:solidFill>
                  <a:prstClr val="black"/>
                </a:solidFill>
              </a:endParaRPr>
            </a:p>
          </p:txBody>
        </p:sp>
        <p:cxnSp>
          <p:nvCxnSpPr>
            <p:cNvPr id="40" name="Connecteur droit avec flèche 39">
              <a:extLst>
                <a:ext uri="{FF2B5EF4-FFF2-40B4-BE49-F238E27FC236}">
                  <a16:creationId xmlns:a16="http://schemas.microsoft.com/office/drawing/2014/main" id="{3F251858-A7D4-0EED-459C-5FFAC64E8A4C}"/>
                </a:ext>
              </a:extLst>
            </p:cNvPr>
            <p:cNvCxnSpPr>
              <a:cxnSpLocks/>
              <a:endCxn id="39" idx="6"/>
            </p:cNvCxnSpPr>
            <p:nvPr/>
          </p:nvCxnSpPr>
          <p:spPr>
            <a:xfrm flipH="1" flipV="1">
              <a:off x="2127129" y="5063442"/>
              <a:ext cx="94213" cy="366"/>
            </a:xfrm>
            <a:prstGeom prst="straightConnector1">
              <a:avLst/>
            </a:prstGeom>
            <a:noFill/>
            <a:ln w="19050" cap="flat" cmpd="sng" algn="ctr">
              <a:solidFill>
                <a:srgbClr val="002B41"/>
              </a:solidFill>
              <a:prstDash val="solid"/>
              <a:headEnd type="none" w="med" len="med"/>
              <a:tailEnd type="none" w="med" len="med"/>
            </a:ln>
            <a:effectLst/>
          </p:spPr>
        </p:cxnSp>
        <p:sp>
          <p:nvSpPr>
            <p:cNvPr id="41" name="Arc 40">
              <a:extLst>
                <a:ext uri="{FF2B5EF4-FFF2-40B4-BE49-F238E27FC236}">
                  <a16:creationId xmlns:a16="http://schemas.microsoft.com/office/drawing/2014/main" id="{D9A8DE86-6E6B-DAE5-66C4-4FBB701EA576}"/>
                </a:ext>
              </a:extLst>
            </p:cNvPr>
            <p:cNvSpPr/>
            <p:nvPr/>
          </p:nvSpPr>
          <p:spPr>
            <a:xfrm rot="16200000">
              <a:off x="1885540" y="4956491"/>
              <a:ext cx="256022" cy="226139"/>
            </a:xfrm>
            <a:prstGeom prst="arc">
              <a:avLst>
                <a:gd name="adj1" fmla="val 10895943"/>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350"/>
            </a:p>
          </p:txBody>
        </p:sp>
        <p:cxnSp>
          <p:nvCxnSpPr>
            <p:cNvPr id="42" name="Connecteur droit avec flèche 41">
              <a:extLst>
                <a:ext uri="{FF2B5EF4-FFF2-40B4-BE49-F238E27FC236}">
                  <a16:creationId xmlns:a16="http://schemas.microsoft.com/office/drawing/2014/main" id="{9C81DC0C-0A56-6115-A239-4EAFA043A162}"/>
                </a:ext>
              </a:extLst>
            </p:cNvPr>
            <p:cNvCxnSpPr>
              <a:cxnSpLocks/>
            </p:cNvCxnSpPr>
            <p:nvPr/>
          </p:nvCxnSpPr>
          <p:spPr>
            <a:xfrm flipH="1">
              <a:off x="1741740" y="5064683"/>
              <a:ext cx="164931" cy="0"/>
            </a:xfrm>
            <a:prstGeom prst="straightConnector1">
              <a:avLst/>
            </a:prstGeom>
            <a:noFill/>
            <a:ln w="19050" cap="flat" cmpd="sng" algn="ctr">
              <a:solidFill>
                <a:srgbClr val="002B41"/>
              </a:solidFill>
              <a:prstDash val="solid"/>
              <a:headEnd type="none" w="med" len="med"/>
              <a:tailEnd type="none" w="med" len="med"/>
            </a:ln>
            <a:effectLst/>
          </p:spPr>
        </p:cxnSp>
        <p:cxnSp>
          <p:nvCxnSpPr>
            <p:cNvPr id="43" name="Connecteur droit avec flèche 42">
              <a:extLst>
                <a:ext uri="{FF2B5EF4-FFF2-40B4-BE49-F238E27FC236}">
                  <a16:creationId xmlns:a16="http://schemas.microsoft.com/office/drawing/2014/main" id="{8FD0EEDD-8267-2A7E-B152-58D69345FDBA}"/>
                </a:ext>
              </a:extLst>
            </p:cNvPr>
            <p:cNvCxnSpPr>
              <a:cxnSpLocks/>
            </p:cNvCxnSpPr>
            <p:nvPr/>
          </p:nvCxnSpPr>
          <p:spPr>
            <a:xfrm flipH="1" flipV="1">
              <a:off x="3374415" y="4857903"/>
              <a:ext cx="513012" cy="1241"/>
            </a:xfrm>
            <a:prstGeom prst="straightConnector1">
              <a:avLst/>
            </a:prstGeom>
            <a:noFill/>
            <a:ln w="19050" cap="flat" cmpd="sng" algn="ctr">
              <a:solidFill>
                <a:srgbClr val="002B41"/>
              </a:solidFill>
              <a:prstDash val="solid"/>
              <a:headEnd type="stealth" w="med" len="med"/>
              <a:tailEnd type="none" w="med" len="med"/>
            </a:ln>
            <a:effectLst/>
          </p:spPr>
        </p:cxnSp>
        <p:cxnSp>
          <p:nvCxnSpPr>
            <p:cNvPr id="45" name="Connecteur droit avec flèche 44">
              <a:extLst>
                <a:ext uri="{FF2B5EF4-FFF2-40B4-BE49-F238E27FC236}">
                  <a16:creationId xmlns:a16="http://schemas.microsoft.com/office/drawing/2014/main" id="{B06BD3BC-BFE1-D8E7-7A35-3FDA9A3FEAC5}"/>
                </a:ext>
              </a:extLst>
            </p:cNvPr>
            <p:cNvCxnSpPr>
              <a:cxnSpLocks/>
            </p:cNvCxnSpPr>
            <p:nvPr/>
          </p:nvCxnSpPr>
          <p:spPr>
            <a:xfrm flipH="1">
              <a:off x="3364068" y="4931473"/>
              <a:ext cx="518994" cy="0"/>
            </a:xfrm>
            <a:prstGeom prst="straightConnector1">
              <a:avLst/>
            </a:prstGeom>
            <a:noFill/>
            <a:ln w="19050" cap="flat" cmpd="sng" algn="ctr">
              <a:solidFill>
                <a:srgbClr val="002B41"/>
              </a:solidFill>
              <a:prstDash val="solid"/>
              <a:headEnd type="none" w="med" len="med"/>
              <a:tailEnd type="triangle" w="med" len="med"/>
            </a:ln>
            <a:effectLst/>
          </p:spPr>
        </p:cxnSp>
      </p:grpSp>
      <p:sp>
        <p:nvSpPr>
          <p:cNvPr id="50" name="Rectangle 49">
            <a:extLst>
              <a:ext uri="{FF2B5EF4-FFF2-40B4-BE49-F238E27FC236}">
                <a16:creationId xmlns:a16="http://schemas.microsoft.com/office/drawing/2014/main" id="{DC360AF7-8A38-0AC4-8914-C7063F90B770}"/>
              </a:ext>
            </a:extLst>
          </p:cNvPr>
          <p:cNvSpPr/>
          <p:nvPr/>
        </p:nvSpPr>
        <p:spPr>
          <a:xfrm>
            <a:off x="6062270" y="4204002"/>
            <a:ext cx="2493309" cy="2331430"/>
          </a:xfrm>
          <a:prstGeom prst="rect">
            <a:avLst/>
          </a:prstGeom>
          <a:solidFill>
            <a:schemeClr val="bg1">
              <a:lumMod val="90000"/>
            </a:schemeClr>
          </a:solidFill>
          <a:ln w="9525" cap="flat" cmpd="sng" algn="ctr">
            <a:solidFill>
              <a:schemeClr val="tx1"/>
            </a:solidFill>
            <a:prstDash val="solid"/>
          </a:ln>
          <a:effectLst/>
        </p:spPr>
        <p:txBody>
          <a:bodyPr lIns="27000" tIns="27000" rIns="27000" bIns="27000" rtlCol="0" anchor="b"/>
          <a:lstStyle/>
          <a:p>
            <a:pPr algn="ctr" defTabSz="685800"/>
            <a:r>
              <a:rPr lang="en-US" sz="1050" i="1" kern="0" dirty="0" err="1">
                <a:solidFill>
                  <a:prstClr val="black"/>
                </a:solidFill>
              </a:rPr>
              <a:t>Centralisation</a:t>
            </a:r>
            <a:r>
              <a:rPr lang="en-US" sz="1050" i="1" kern="0" dirty="0">
                <a:solidFill>
                  <a:prstClr val="black"/>
                </a:solidFill>
              </a:rPr>
              <a:t> des Logs</a:t>
            </a:r>
            <a:endParaRPr lang="en-US" sz="1050" kern="0" dirty="0">
              <a:solidFill>
                <a:prstClr val="black"/>
              </a:solidFill>
            </a:endParaRPr>
          </a:p>
        </p:txBody>
      </p:sp>
      <p:cxnSp>
        <p:nvCxnSpPr>
          <p:cNvPr id="52" name="Connecteur droit avec flèche 51">
            <a:extLst>
              <a:ext uri="{FF2B5EF4-FFF2-40B4-BE49-F238E27FC236}">
                <a16:creationId xmlns:a16="http://schemas.microsoft.com/office/drawing/2014/main" id="{17F790AD-1242-DAA7-69E2-A2816A253D8D}"/>
              </a:ext>
            </a:extLst>
          </p:cNvPr>
          <p:cNvCxnSpPr>
            <a:cxnSpLocks/>
            <a:endCxn id="31" idx="1"/>
          </p:cNvCxnSpPr>
          <p:nvPr/>
        </p:nvCxnSpPr>
        <p:spPr>
          <a:xfrm>
            <a:off x="5356131" y="3970553"/>
            <a:ext cx="1753161" cy="6153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Connecteur droit avec flèche 53">
            <a:extLst>
              <a:ext uri="{FF2B5EF4-FFF2-40B4-BE49-F238E27FC236}">
                <a16:creationId xmlns:a16="http://schemas.microsoft.com/office/drawing/2014/main" id="{840573F9-79BD-138C-6836-828A102E15F3}"/>
              </a:ext>
            </a:extLst>
          </p:cNvPr>
          <p:cNvCxnSpPr>
            <a:cxnSpLocks/>
          </p:cNvCxnSpPr>
          <p:nvPr/>
        </p:nvCxnSpPr>
        <p:spPr>
          <a:xfrm>
            <a:off x="7308926" y="2950790"/>
            <a:ext cx="0" cy="1426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Connecteur droit avec flèche 60">
            <a:extLst>
              <a:ext uri="{FF2B5EF4-FFF2-40B4-BE49-F238E27FC236}">
                <a16:creationId xmlns:a16="http://schemas.microsoft.com/office/drawing/2014/main" id="{CAA086D4-A1A6-6172-4415-C3BBF74CCD03}"/>
              </a:ext>
            </a:extLst>
          </p:cNvPr>
          <p:cNvCxnSpPr>
            <a:cxnSpLocks/>
            <a:endCxn id="31" idx="3"/>
          </p:cNvCxnSpPr>
          <p:nvPr/>
        </p:nvCxnSpPr>
        <p:spPr>
          <a:xfrm flipH="1">
            <a:off x="7659378" y="4491825"/>
            <a:ext cx="1710213" cy="940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Connecteur en angle 6">
            <a:extLst>
              <a:ext uri="{FF2B5EF4-FFF2-40B4-BE49-F238E27FC236}">
                <a16:creationId xmlns:a16="http://schemas.microsoft.com/office/drawing/2014/main" id="{49CD173A-E8B8-9A71-3C0D-E491D48F6AF4}"/>
              </a:ext>
            </a:extLst>
          </p:cNvPr>
          <p:cNvCxnSpPr>
            <a:cxnSpLocks/>
            <a:stCxn id="28" idx="2"/>
          </p:cNvCxnSpPr>
          <p:nvPr/>
        </p:nvCxnSpPr>
        <p:spPr>
          <a:xfrm rot="16200000" flipH="1">
            <a:off x="4020578" y="1635582"/>
            <a:ext cx="849260" cy="5363361"/>
          </a:xfrm>
          <a:prstGeom prst="bentConnector2">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69D4AAD7-DA4D-5B5D-F5E5-C52DC2D6CEEB}"/>
              </a:ext>
            </a:extLst>
          </p:cNvPr>
          <p:cNvSpPr txBox="1"/>
          <p:nvPr/>
        </p:nvSpPr>
        <p:spPr>
          <a:xfrm>
            <a:off x="2554409" y="4377690"/>
            <a:ext cx="2949846" cy="307777"/>
          </a:xfrm>
          <a:prstGeom prst="rect">
            <a:avLst/>
          </a:prstGeom>
          <a:noFill/>
        </p:spPr>
        <p:txBody>
          <a:bodyPr wrap="none" rtlCol="0">
            <a:spAutoFit/>
          </a:bodyPr>
          <a:lstStyle/>
          <a:p>
            <a:r>
              <a:rPr lang="fr-FR" sz="1400" b="1" dirty="0">
                <a:latin typeface="Arial" panose="020B0604020202020204" pitchFamily="34" charset="0"/>
                <a:cs typeface="Arial" panose="020B0604020202020204" pitchFamily="34" charset="0"/>
              </a:rPr>
              <a:t>Cas de consommateurs internes</a:t>
            </a:r>
          </a:p>
        </p:txBody>
      </p:sp>
      <p:sp>
        <p:nvSpPr>
          <p:cNvPr id="9" name="ZoneTexte 8">
            <a:extLst>
              <a:ext uri="{FF2B5EF4-FFF2-40B4-BE49-F238E27FC236}">
                <a16:creationId xmlns:a16="http://schemas.microsoft.com/office/drawing/2014/main" id="{0E779A39-34C2-EB90-F4C9-B168DCFFB1C2}"/>
              </a:ext>
            </a:extLst>
          </p:cNvPr>
          <p:cNvSpPr txBox="1"/>
          <p:nvPr/>
        </p:nvSpPr>
        <p:spPr>
          <a:xfrm>
            <a:off x="2128363" y="1154522"/>
            <a:ext cx="2383986" cy="523220"/>
          </a:xfrm>
          <a:prstGeom prst="rect">
            <a:avLst/>
          </a:prstGeom>
          <a:noFill/>
        </p:spPr>
        <p:txBody>
          <a:bodyPr wrap="none" rtlCol="0">
            <a:spAutoFit/>
          </a:bodyPr>
          <a:lstStyle/>
          <a:p>
            <a:pPr algn="ctr"/>
            <a:r>
              <a:rPr lang="fr-FR" sz="1400" b="1">
                <a:latin typeface="Arial" panose="020B0604020202020204" pitchFamily="34" charset="0"/>
                <a:cs typeface="Arial" panose="020B0604020202020204" pitchFamily="34" charset="0"/>
              </a:rPr>
              <a:t>Point de mesure</a:t>
            </a:r>
          </a:p>
          <a:p>
            <a:pPr algn="ctr"/>
            <a:r>
              <a:rPr lang="fr-FR" sz="1400" b="1">
                <a:latin typeface="Arial" panose="020B0604020202020204" pitchFamily="34" charset="0"/>
                <a:cs typeface="Arial" panose="020B0604020202020204" pitchFamily="34" charset="0"/>
              </a:rPr>
              <a:t>Consommateurs externes</a:t>
            </a:r>
          </a:p>
        </p:txBody>
      </p:sp>
      <p:cxnSp>
        <p:nvCxnSpPr>
          <p:cNvPr id="11" name="Connecteur droit avec flèche 10">
            <a:extLst>
              <a:ext uri="{FF2B5EF4-FFF2-40B4-BE49-F238E27FC236}">
                <a16:creationId xmlns:a16="http://schemas.microsoft.com/office/drawing/2014/main" id="{EB967C45-B19D-1EF0-EF20-EA4406FD2C41}"/>
              </a:ext>
            </a:extLst>
          </p:cNvPr>
          <p:cNvCxnSpPr>
            <a:stCxn id="9" idx="2"/>
            <a:endCxn id="24" idx="0"/>
          </p:cNvCxnSpPr>
          <p:nvPr/>
        </p:nvCxnSpPr>
        <p:spPr>
          <a:xfrm>
            <a:off x="3320356" y="1677742"/>
            <a:ext cx="1" cy="529957"/>
          </a:xfrm>
          <a:prstGeom prst="straightConnector1">
            <a:avLst/>
          </a:prstGeom>
          <a:ln>
            <a:solidFill>
              <a:schemeClr val="accent5">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31" name="Graphique 30">
            <a:extLst>
              <a:ext uri="{FF2B5EF4-FFF2-40B4-BE49-F238E27FC236}">
                <a16:creationId xmlns:a16="http://schemas.microsoft.com/office/drawing/2014/main" id="{23A867FA-F3DB-9157-A271-6259171F41F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09292" y="4310878"/>
            <a:ext cx="550086" cy="550086"/>
          </a:xfrm>
          <a:prstGeom prst="rect">
            <a:avLst/>
          </a:prstGeom>
        </p:spPr>
      </p:pic>
      <p:cxnSp>
        <p:nvCxnSpPr>
          <p:cNvPr id="58" name="Connecteur droit avec flèche 57">
            <a:extLst>
              <a:ext uri="{FF2B5EF4-FFF2-40B4-BE49-F238E27FC236}">
                <a16:creationId xmlns:a16="http://schemas.microsoft.com/office/drawing/2014/main" id="{6EC2AB24-B851-2A2C-BAF9-BB6100022CF2}"/>
              </a:ext>
            </a:extLst>
          </p:cNvPr>
          <p:cNvCxnSpPr>
            <a:cxnSpLocks/>
          </p:cNvCxnSpPr>
          <p:nvPr/>
        </p:nvCxnSpPr>
        <p:spPr>
          <a:xfrm flipH="1">
            <a:off x="7564166" y="2673328"/>
            <a:ext cx="1968239" cy="17462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5126" name="Picture 6" descr="Elastic Elasticsearch Logo PNG Transparent – Brands Logos">
            <a:extLst>
              <a:ext uri="{FF2B5EF4-FFF2-40B4-BE49-F238E27FC236}">
                <a16:creationId xmlns:a16="http://schemas.microsoft.com/office/drawing/2014/main" id="{E7D48CE3-06D7-C7ED-0D00-6C31592FFFD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74024" y="4980039"/>
            <a:ext cx="550085" cy="550085"/>
          </a:xfrm>
          <a:prstGeom prst="rect">
            <a:avLst/>
          </a:prstGeom>
          <a:noFill/>
          <a:extLst>
            <a:ext uri="{909E8E84-426E-40DD-AFC4-6F175D3DCCD1}">
              <a14:hiddenFill xmlns:a14="http://schemas.microsoft.com/office/drawing/2010/main">
                <a:solidFill>
                  <a:srgbClr val="FFFFFF"/>
                </a:solidFill>
              </a14:hiddenFill>
            </a:ext>
          </a:extLst>
        </p:spPr>
      </p:pic>
      <p:cxnSp>
        <p:nvCxnSpPr>
          <p:cNvPr id="65" name="Connecteur droit avec flèche 64">
            <a:extLst>
              <a:ext uri="{FF2B5EF4-FFF2-40B4-BE49-F238E27FC236}">
                <a16:creationId xmlns:a16="http://schemas.microsoft.com/office/drawing/2014/main" id="{C1F6BD45-7C90-0012-6986-95C30C183129}"/>
              </a:ext>
            </a:extLst>
          </p:cNvPr>
          <p:cNvCxnSpPr>
            <a:cxnSpLocks/>
          </p:cNvCxnSpPr>
          <p:nvPr/>
        </p:nvCxnSpPr>
        <p:spPr>
          <a:xfrm>
            <a:off x="7349067" y="4800603"/>
            <a:ext cx="0" cy="2116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3" name="Connecteur droit avec flèche 72">
            <a:extLst>
              <a:ext uri="{FF2B5EF4-FFF2-40B4-BE49-F238E27FC236}">
                <a16:creationId xmlns:a16="http://schemas.microsoft.com/office/drawing/2014/main" id="{4B557D2F-E8DC-2C39-7DF3-C429D56377FA}"/>
              </a:ext>
            </a:extLst>
          </p:cNvPr>
          <p:cNvCxnSpPr>
            <a:cxnSpLocks/>
          </p:cNvCxnSpPr>
          <p:nvPr/>
        </p:nvCxnSpPr>
        <p:spPr>
          <a:xfrm>
            <a:off x="7344832" y="5517425"/>
            <a:ext cx="0" cy="2116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5130" name="Picture 10" descr="Serveur Kibana managé et hébergé dans un cloud dédié">
            <a:extLst>
              <a:ext uri="{FF2B5EF4-FFF2-40B4-BE49-F238E27FC236}">
                <a16:creationId xmlns:a16="http://schemas.microsoft.com/office/drawing/2014/main" id="{66D367A9-0EAA-0EAA-DCA9-488557D0A4E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1977" r="32033"/>
          <a:stretch/>
        </p:blipFill>
        <p:spPr bwMode="auto">
          <a:xfrm>
            <a:off x="7165622" y="5789044"/>
            <a:ext cx="366887" cy="459582"/>
          </a:xfrm>
          <a:prstGeom prst="rect">
            <a:avLst/>
          </a:prstGeom>
          <a:noFill/>
          <a:extLst>
            <a:ext uri="{909E8E84-426E-40DD-AFC4-6F175D3DCCD1}">
              <a14:hiddenFill xmlns:a14="http://schemas.microsoft.com/office/drawing/2010/main">
                <a:solidFill>
                  <a:srgbClr val="FFFFFF"/>
                </a:solidFill>
              </a14:hiddenFill>
            </a:ext>
          </a:extLst>
        </p:spPr>
      </p:pic>
      <p:sp>
        <p:nvSpPr>
          <p:cNvPr id="78" name="Ellipse 77">
            <a:extLst>
              <a:ext uri="{FF2B5EF4-FFF2-40B4-BE49-F238E27FC236}">
                <a16:creationId xmlns:a16="http://schemas.microsoft.com/office/drawing/2014/main" id="{00431EEE-3B72-DC41-ABB5-8095EE5FE6B3}"/>
              </a:ext>
            </a:extLst>
          </p:cNvPr>
          <p:cNvSpPr/>
          <p:nvPr/>
        </p:nvSpPr>
        <p:spPr>
          <a:xfrm>
            <a:off x="6365353" y="4456200"/>
            <a:ext cx="290035" cy="290035"/>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79" name="Ellipse 78">
            <a:extLst>
              <a:ext uri="{FF2B5EF4-FFF2-40B4-BE49-F238E27FC236}">
                <a16:creationId xmlns:a16="http://schemas.microsoft.com/office/drawing/2014/main" id="{C30847B3-CA76-128F-E02A-2B96F68D1C8D}"/>
              </a:ext>
            </a:extLst>
          </p:cNvPr>
          <p:cNvSpPr/>
          <p:nvPr/>
        </p:nvSpPr>
        <p:spPr>
          <a:xfrm>
            <a:off x="6365353" y="5148799"/>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2</a:t>
            </a:r>
          </a:p>
        </p:txBody>
      </p:sp>
      <p:sp>
        <p:nvSpPr>
          <p:cNvPr id="80" name="Ellipse 79">
            <a:extLst>
              <a:ext uri="{FF2B5EF4-FFF2-40B4-BE49-F238E27FC236}">
                <a16:creationId xmlns:a16="http://schemas.microsoft.com/office/drawing/2014/main" id="{9763A3FC-1E09-8849-733E-3FA055D3FFCF}"/>
              </a:ext>
            </a:extLst>
          </p:cNvPr>
          <p:cNvSpPr/>
          <p:nvPr/>
        </p:nvSpPr>
        <p:spPr>
          <a:xfrm>
            <a:off x="6371574" y="5818598"/>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cxnSp>
        <p:nvCxnSpPr>
          <p:cNvPr id="84" name="Connecteur : en angle 83">
            <a:extLst>
              <a:ext uri="{FF2B5EF4-FFF2-40B4-BE49-F238E27FC236}">
                <a16:creationId xmlns:a16="http://schemas.microsoft.com/office/drawing/2014/main" id="{6328EC63-7C80-A07E-CD64-6F3718A4FB3D}"/>
              </a:ext>
            </a:extLst>
          </p:cNvPr>
          <p:cNvCxnSpPr>
            <a:cxnSpLocks/>
          </p:cNvCxnSpPr>
          <p:nvPr/>
        </p:nvCxnSpPr>
        <p:spPr>
          <a:xfrm flipV="1">
            <a:off x="9532405" y="5148799"/>
            <a:ext cx="2659595" cy="1518701"/>
          </a:xfrm>
          <a:prstGeom prst="bentConnector3">
            <a:avLst>
              <a:gd name="adj1" fmla="val 100"/>
            </a:avLst>
          </a:prstGeom>
        </p:spPr>
        <p:style>
          <a:lnRef idx="1">
            <a:schemeClr val="dk1"/>
          </a:lnRef>
          <a:fillRef idx="0">
            <a:schemeClr val="dk1"/>
          </a:fillRef>
          <a:effectRef idx="0">
            <a:schemeClr val="dk1"/>
          </a:effectRef>
          <a:fontRef idx="minor">
            <a:schemeClr val="tx1"/>
          </a:fontRef>
        </p:style>
      </p:cxnSp>
      <p:sp>
        <p:nvSpPr>
          <p:cNvPr id="93" name="Ellipse 92">
            <a:extLst>
              <a:ext uri="{FF2B5EF4-FFF2-40B4-BE49-F238E27FC236}">
                <a16:creationId xmlns:a16="http://schemas.microsoft.com/office/drawing/2014/main" id="{0E30E1E7-E182-F462-F7D0-80868B525B8E}"/>
              </a:ext>
            </a:extLst>
          </p:cNvPr>
          <p:cNvSpPr/>
          <p:nvPr/>
        </p:nvSpPr>
        <p:spPr>
          <a:xfrm>
            <a:off x="9651355" y="5807935"/>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dirty="0">
                <a:solidFill>
                  <a:prstClr val="black">
                    <a:lumMod val="75000"/>
                    <a:lumOff val="25000"/>
                  </a:prstClr>
                </a:solidFill>
                <a:latin typeface="Trebuchet MS"/>
              </a:rPr>
              <a:t>2</a:t>
            </a:r>
          </a:p>
        </p:txBody>
      </p:sp>
      <p:sp>
        <p:nvSpPr>
          <p:cNvPr id="94" name="Ellipse 93">
            <a:extLst>
              <a:ext uri="{FF2B5EF4-FFF2-40B4-BE49-F238E27FC236}">
                <a16:creationId xmlns:a16="http://schemas.microsoft.com/office/drawing/2014/main" id="{E32C10E6-BA83-9841-87BA-21900BCC75B5}"/>
              </a:ext>
            </a:extLst>
          </p:cNvPr>
          <p:cNvSpPr/>
          <p:nvPr/>
        </p:nvSpPr>
        <p:spPr>
          <a:xfrm>
            <a:off x="9651354" y="6310687"/>
            <a:ext cx="290035" cy="263668"/>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3</a:t>
            </a:r>
          </a:p>
        </p:txBody>
      </p:sp>
      <p:sp>
        <p:nvSpPr>
          <p:cNvPr id="95" name="Ellipse 94">
            <a:extLst>
              <a:ext uri="{FF2B5EF4-FFF2-40B4-BE49-F238E27FC236}">
                <a16:creationId xmlns:a16="http://schemas.microsoft.com/office/drawing/2014/main" id="{ECBC04B4-7E72-4406-17DC-D7F708A8DCDC}"/>
              </a:ext>
            </a:extLst>
          </p:cNvPr>
          <p:cNvSpPr/>
          <p:nvPr/>
        </p:nvSpPr>
        <p:spPr>
          <a:xfrm>
            <a:off x="9652710" y="5278816"/>
            <a:ext cx="290035" cy="290035"/>
          </a:xfrm>
          <a:prstGeom prst="ellipse">
            <a:avLst/>
          </a:prstGeom>
          <a:solidFill>
            <a:sysClr val="window" lastClr="FFFFFF"/>
          </a:solidFill>
          <a:ln w="28575" cap="flat" cmpd="sng" algn="ctr">
            <a:solidFill>
              <a:schemeClr val="tx2"/>
            </a:solidFill>
            <a:prstDash val="solid"/>
          </a:ln>
          <a:effectLst>
            <a:outerShdw blurRad="40000" dist="20000" dir="5400000" rotWithShape="0">
              <a:srgbClr val="000000">
                <a:alpha val="38000"/>
              </a:srgbClr>
            </a:outerShdw>
          </a:effectLst>
        </p:spPr>
        <p:txBody>
          <a:bodyPr lIns="27000" tIns="27000" rIns="27000" bIns="27000" rtlCol="0" anchor="ctr"/>
          <a:lstStyle/>
          <a:p>
            <a:pPr algn="ctr" defTabSz="685800">
              <a:defRPr/>
            </a:pPr>
            <a:r>
              <a:rPr lang="fr-FR" sz="1100" b="1" kern="0">
                <a:solidFill>
                  <a:prstClr val="black">
                    <a:lumMod val="75000"/>
                    <a:lumOff val="25000"/>
                  </a:prstClr>
                </a:solidFill>
                <a:latin typeface="Trebuchet MS"/>
              </a:rPr>
              <a:t>1</a:t>
            </a:r>
          </a:p>
        </p:txBody>
      </p:sp>
      <p:sp>
        <p:nvSpPr>
          <p:cNvPr id="96" name="ZoneTexte 95">
            <a:extLst>
              <a:ext uri="{FF2B5EF4-FFF2-40B4-BE49-F238E27FC236}">
                <a16:creationId xmlns:a16="http://schemas.microsoft.com/office/drawing/2014/main" id="{35224DAF-6A80-2BE9-0177-96EC2CC516EE}"/>
              </a:ext>
            </a:extLst>
          </p:cNvPr>
          <p:cNvSpPr txBox="1"/>
          <p:nvPr/>
        </p:nvSpPr>
        <p:spPr>
          <a:xfrm>
            <a:off x="10026722" y="5291873"/>
            <a:ext cx="1943100" cy="261610"/>
          </a:xfrm>
          <a:prstGeom prst="rect">
            <a:avLst/>
          </a:prstGeom>
          <a:noFill/>
        </p:spPr>
        <p:txBody>
          <a:bodyPr wrap="square" rtlCol="0">
            <a:spAutoFit/>
          </a:bodyPr>
          <a:lstStyle/>
          <a:p>
            <a:r>
              <a:rPr lang="fr-FR" sz="1100" dirty="0" err="1">
                <a:latin typeface="Arial" panose="020B0604020202020204" pitchFamily="34" charset="0"/>
                <a:cs typeface="Arial" panose="020B0604020202020204" pitchFamily="34" charset="0"/>
              </a:rPr>
              <a:t>Logstash</a:t>
            </a:r>
            <a:r>
              <a:rPr lang="fr-FR" sz="1100" dirty="0">
                <a:latin typeface="Arial" panose="020B0604020202020204" pitchFamily="34" charset="0"/>
                <a:cs typeface="Arial" panose="020B0604020202020204" pitchFamily="34" charset="0"/>
              </a:rPr>
              <a:t> : Data </a:t>
            </a:r>
            <a:r>
              <a:rPr lang="fr-FR" sz="1100" dirty="0" err="1">
                <a:latin typeface="Arial" panose="020B0604020202020204" pitchFamily="34" charset="0"/>
                <a:cs typeface="Arial" panose="020B0604020202020204" pitchFamily="34" charset="0"/>
              </a:rPr>
              <a:t>Processing</a:t>
            </a:r>
            <a:endParaRPr lang="fr-FR" sz="1100" dirty="0">
              <a:latin typeface="Arial" panose="020B0604020202020204" pitchFamily="34" charset="0"/>
              <a:cs typeface="Arial" panose="020B0604020202020204" pitchFamily="34" charset="0"/>
            </a:endParaRPr>
          </a:p>
        </p:txBody>
      </p:sp>
      <p:sp>
        <p:nvSpPr>
          <p:cNvPr id="97" name="ZoneTexte 96">
            <a:extLst>
              <a:ext uri="{FF2B5EF4-FFF2-40B4-BE49-F238E27FC236}">
                <a16:creationId xmlns:a16="http://schemas.microsoft.com/office/drawing/2014/main" id="{D1E1E6E6-6A32-4262-D75E-7D069A4AC60C}"/>
              </a:ext>
            </a:extLst>
          </p:cNvPr>
          <p:cNvSpPr txBox="1"/>
          <p:nvPr/>
        </p:nvSpPr>
        <p:spPr>
          <a:xfrm>
            <a:off x="10026722" y="5807935"/>
            <a:ext cx="2038278" cy="261610"/>
          </a:xfrm>
          <a:prstGeom prst="rect">
            <a:avLst/>
          </a:prstGeom>
          <a:noFill/>
        </p:spPr>
        <p:txBody>
          <a:bodyPr wrap="square" rtlCol="0">
            <a:spAutoFit/>
          </a:bodyPr>
          <a:lstStyle/>
          <a:p>
            <a:r>
              <a:rPr lang="fr-FR" sz="1100" dirty="0" err="1">
                <a:latin typeface="Arial" panose="020B0604020202020204" pitchFamily="34" charset="0"/>
                <a:cs typeface="Arial" panose="020B0604020202020204" pitchFamily="34" charset="0"/>
              </a:rPr>
              <a:t>Elasticsearch</a:t>
            </a:r>
            <a:r>
              <a:rPr lang="fr-FR" sz="1100" dirty="0">
                <a:latin typeface="Arial" panose="020B0604020202020204" pitchFamily="34" charset="0"/>
                <a:cs typeface="Arial" panose="020B0604020202020204" pitchFamily="34" charset="0"/>
              </a:rPr>
              <a:t> : Data Storage</a:t>
            </a:r>
          </a:p>
        </p:txBody>
      </p:sp>
      <p:sp>
        <p:nvSpPr>
          <p:cNvPr id="98" name="ZoneTexte 97">
            <a:extLst>
              <a:ext uri="{FF2B5EF4-FFF2-40B4-BE49-F238E27FC236}">
                <a16:creationId xmlns:a16="http://schemas.microsoft.com/office/drawing/2014/main" id="{40354860-313F-E848-CC54-6145377E6DA3}"/>
              </a:ext>
            </a:extLst>
          </p:cNvPr>
          <p:cNvSpPr txBox="1"/>
          <p:nvPr/>
        </p:nvSpPr>
        <p:spPr>
          <a:xfrm>
            <a:off x="10026722" y="6310687"/>
            <a:ext cx="2038278" cy="261610"/>
          </a:xfrm>
          <a:prstGeom prst="rect">
            <a:avLst/>
          </a:prstGeom>
          <a:noFill/>
        </p:spPr>
        <p:txBody>
          <a:bodyPr wrap="square" rtlCol="0">
            <a:spAutoFit/>
          </a:bodyPr>
          <a:lstStyle/>
          <a:p>
            <a:r>
              <a:rPr lang="fr-FR" sz="1100" dirty="0" err="1">
                <a:latin typeface="Arial" panose="020B0604020202020204" pitchFamily="34" charset="0"/>
                <a:cs typeface="Arial" panose="020B0604020202020204" pitchFamily="34" charset="0"/>
              </a:rPr>
              <a:t>Kibana</a:t>
            </a:r>
            <a:r>
              <a:rPr lang="fr-FR" sz="1100" dirty="0">
                <a:latin typeface="Arial" panose="020B0604020202020204" pitchFamily="34" charset="0"/>
                <a:cs typeface="Arial" panose="020B0604020202020204" pitchFamily="34" charset="0"/>
              </a:rPr>
              <a:t> : Visualisation</a:t>
            </a:r>
          </a:p>
        </p:txBody>
      </p:sp>
    </p:spTree>
    <p:extLst>
      <p:ext uri="{BB962C8B-B14F-4D97-AF65-F5344CB8AC3E}">
        <p14:creationId xmlns:p14="http://schemas.microsoft.com/office/powerpoint/2010/main" val="41842907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353A2C-5EE8-47FD-A138-3705CFD8E35E}"/>
              </a:ext>
            </a:extLst>
          </p:cNvPr>
          <p:cNvSpPr>
            <a:spLocks noGrp="1"/>
          </p:cNvSpPr>
          <p:nvPr>
            <p:ph type="body" sz="quarter" idx="10"/>
          </p:nvPr>
        </p:nvSpPr>
        <p:spPr/>
        <p:txBody>
          <a:bodyPr/>
          <a:lstStyle/>
          <a:p>
            <a:r>
              <a:rPr lang="fr-FR" dirty="0"/>
              <a:t>SUPERVISION - SOLUTIONS</a:t>
            </a:r>
          </a:p>
        </p:txBody>
      </p:sp>
      <p:sp>
        <p:nvSpPr>
          <p:cNvPr id="16" name="Oval 20">
            <a:extLst>
              <a:ext uri="{FF2B5EF4-FFF2-40B4-BE49-F238E27FC236}">
                <a16:creationId xmlns:a16="http://schemas.microsoft.com/office/drawing/2014/main" id="{72605200-9F71-1EE4-6092-B30A5A6A7DF4}"/>
              </a:ext>
            </a:extLst>
          </p:cNvPr>
          <p:cNvSpPr/>
          <p:nvPr/>
        </p:nvSpPr>
        <p:spPr>
          <a:xfrm>
            <a:off x="-471345" y="145864"/>
            <a:ext cx="360000" cy="360000"/>
          </a:xfrm>
          <a:prstGeom prst="ellipse">
            <a:avLst/>
          </a:prstGeom>
          <a:gradFill flip="none" rotWithShape="1">
            <a:gsLst>
              <a:gs pos="0">
                <a:srgbClr val="0091CD">
                  <a:shade val="30000"/>
                  <a:satMod val="115000"/>
                </a:srgbClr>
              </a:gs>
              <a:gs pos="50000">
                <a:srgbClr val="0091CD">
                  <a:shade val="67500"/>
                  <a:satMod val="115000"/>
                </a:srgbClr>
              </a:gs>
              <a:gs pos="100000">
                <a:srgbClr val="0091CD">
                  <a:shade val="100000"/>
                  <a:satMod val="115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EFEFE"/>
              </a:solidFill>
              <a:effectLst/>
              <a:uLnTx/>
              <a:uFillTx/>
              <a:latin typeface="Arial"/>
              <a:ea typeface="+mn-ea"/>
              <a:cs typeface="+mn-cs"/>
            </a:endParaRPr>
          </a:p>
        </p:txBody>
      </p:sp>
      <p:sp>
        <p:nvSpPr>
          <p:cNvPr id="6" name="Rectangle 5">
            <a:extLst>
              <a:ext uri="{FF2B5EF4-FFF2-40B4-BE49-F238E27FC236}">
                <a16:creationId xmlns:a16="http://schemas.microsoft.com/office/drawing/2014/main" id="{47B4E54B-3AFB-F580-93FE-4E0BD8C9A71F}"/>
              </a:ext>
            </a:extLst>
          </p:cNvPr>
          <p:cNvSpPr/>
          <p:nvPr/>
        </p:nvSpPr>
        <p:spPr>
          <a:xfrm>
            <a:off x="7642905" y="4317032"/>
            <a:ext cx="3783407" cy="523220"/>
          </a:xfrm>
          <a:prstGeom prst="rect">
            <a:avLst/>
          </a:prstGeom>
          <a:noFill/>
        </p:spPr>
        <p:txBody>
          <a:bodyPr wrap="none" lIns="91440" tIns="45720" rIns="91440" bIns="45720">
            <a:spAutoFit/>
          </a:bodyPr>
          <a:lstStyle/>
          <a:p>
            <a:pPr algn="ctr"/>
            <a:r>
              <a:rPr lang="fr-FR" sz="2800" b="0" cap="none" spc="0">
                <a:ln w="0"/>
                <a:gradFill>
                  <a:gsLst>
                    <a:gs pos="0">
                      <a:schemeClr val="accent5">
                        <a:lumMod val="50000"/>
                      </a:schemeClr>
                    </a:gs>
                    <a:gs pos="50000">
                      <a:schemeClr val="accent5"/>
                    </a:gs>
                    <a:gs pos="100000">
                      <a:schemeClr val="accent5">
                        <a:lumMod val="60000"/>
                        <a:lumOff val="40000"/>
                      </a:schemeClr>
                    </a:gs>
                  </a:gsLst>
                  <a:lin ang="5400000"/>
                </a:gradFill>
                <a:effectLst/>
              </a:rPr>
              <a:t>Recommandation ELK</a:t>
            </a:r>
          </a:p>
        </p:txBody>
      </p:sp>
      <p:sp>
        <p:nvSpPr>
          <p:cNvPr id="7" name="ZoneTexte 6">
            <a:extLst>
              <a:ext uri="{FF2B5EF4-FFF2-40B4-BE49-F238E27FC236}">
                <a16:creationId xmlns:a16="http://schemas.microsoft.com/office/drawing/2014/main" id="{6CBB977F-E618-90FE-74A2-EFB095B87F55}"/>
              </a:ext>
            </a:extLst>
          </p:cNvPr>
          <p:cNvSpPr txBox="1"/>
          <p:nvPr/>
        </p:nvSpPr>
        <p:spPr>
          <a:xfrm>
            <a:off x="7663738" y="4862671"/>
            <a:ext cx="4434052" cy="1600438"/>
          </a:xfrm>
          <a:prstGeom prst="rect">
            <a:avLst/>
          </a:prstGeom>
          <a:noFill/>
        </p:spPr>
        <p:txBody>
          <a:bodyPr wrap="square" rtlCol="0">
            <a:spAutoFit/>
          </a:bodyPr>
          <a:lstStyle/>
          <a:p>
            <a:pPr marL="285750" indent="-285750">
              <a:buFont typeface="Arial" panose="020B0604020202020204" pitchFamily="34" charset="0"/>
              <a:buChar char="•"/>
            </a:pPr>
            <a:r>
              <a:rPr lang="fr-FR" sz="1400">
                <a:latin typeface="Arial" panose="020B0604020202020204" pitchFamily="34" charset="0"/>
                <a:cs typeface="Arial" panose="020B0604020202020204" pitchFamily="34" charset="0"/>
              </a:rPr>
              <a:t>Plus d’options de filtrage et d’indexation</a:t>
            </a:r>
          </a:p>
          <a:p>
            <a:pPr marL="285750" indent="-285750">
              <a:buFont typeface="Arial" panose="020B0604020202020204" pitchFamily="34" charset="0"/>
              <a:buChar char="•"/>
            </a:pPr>
            <a:r>
              <a:rPr lang="fr-FR" sz="1400" b="1">
                <a:latin typeface="Arial" panose="020B0604020202020204" pitchFamily="34" charset="0"/>
                <a:cs typeface="Arial" panose="020B0604020202020204" pitchFamily="34" charset="0"/>
              </a:rPr>
              <a:t>Intégration</a:t>
            </a:r>
            <a:r>
              <a:rPr lang="fr-FR" sz="1400">
                <a:latin typeface="Arial" panose="020B0604020202020204" pitchFamily="34" charset="0"/>
                <a:cs typeface="Arial" panose="020B0604020202020204" pitchFamily="34" charset="0"/>
              </a:rPr>
              <a:t> simple à </a:t>
            </a:r>
            <a:r>
              <a:rPr lang="fr-FR" sz="1400" b="1">
                <a:latin typeface="Arial" panose="020B0604020202020204" pitchFamily="34" charset="0"/>
                <a:cs typeface="Arial" panose="020B0604020202020204" pitchFamily="34" charset="0"/>
              </a:rPr>
              <a:t>MuleSoft</a:t>
            </a:r>
          </a:p>
          <a:p>
            <a:pPr marL="285750" indent="-285750">
              <a:buFont typeface="Arial" panose="020B0604020202020204" pitchFamily="34" charset="0"/>
              <a:buChar char="•"/>
            </a:pPr>
            <a:r>
              <a:rPr lang="fr-FR" sz="1400" b="1">
                <a:latin typeface="Arial" panose="020B0604020202020204" pitchFamily="34" charset="0"/>
                <a:cs typeface="Arial" panose="020B0604020202020204" pitchFamily="34" charset="0"/>
              </a:rPr>
              <a:t>Pas de limites </a:t>
            </a:r>
            <a:r>
              <a:rPr lang="fr-FR" sz="1400">
                <a:latin typeface="Arial" panose="020B0604020202020204" pitchFamily="34" charset="0"/>
                <a:cs typeface="Arial" panose="020B0604020202020204" pitchFamily="34" charset="0"/>
              </a:rPr>
              <a:t>de journalisation des logs et de création d’alertes</a:t>
            </a:r>
          </a:p>
          <a:p>
            <a:pPr marL="285750" indent="-285750">
              <a:buFont typeface="Arial" panose="020B0604020202020204" pitchFamily="34" charset="0"/>
              <a:buChar char="•"/>
            </a:pPr>
            <a:r>
              <a:rPr lang="fr-FR" sz="1400" b="1">
                <a:latin typeface="Arial" panose="020B0604020202020204" pitchFamily="34" charset="0"/>
                <a:cs typeface="Arial" panose="020B0604020202020204" pitchFamily="34" charset="0"/>
              </a:rPr>
              <a:t>Solution familière à l’environnement ByCn</a:t>
            </a:r>
          </a:p>
          <a:p>
            <a:pPr marL="285750" indent="-285750">
              <a:buFont typeface="Arial" panose="020B0604020202020204" pitchFamily="34" charset="0"/>
              <a:buChar char="•"/>
            </a:pPr>
            <a:r>
              <a:rPr lang="fr-FR" sz="1400">
                <a:latin typeface="Arial" panose="020B0604020202020204" pitchFamily="34" charset="0"/>
                <a:cs typeface="Arial" panose="020B0604020202020204" pitchFamily="34" charset="0"/>
              </a:rPr>
              <a:t>Grande </a:t>
            </a:r>
            <a:r>
              <a:rPr lang="fr-FR" sz="1400" b="1">
                <a:latin typeface="Arial" panose="020B0604020202020204" pitchFamily="34" charset="0"/>
                <a:cs typeface="Arial" panose="020B0604020202020204" pitchFamily="34" charset="0"/>
              </a:rPr>
              <a:t>communauté</a:t>
            </a:r>
            <a:r>
              <a:rPr lang="fr-FR" sz="1400">
                <a:latin typeface="Arial" panose="020B0604020202020204" pitchFamily="34" charset="0"/>
                <a:cs typeface="Arial" panose="020B0604020202020204" pitchFamily="34" charset="0"/>
              </a:rPr>
              <a:t> et plusieurs Dashboard et fonctions disponibles sur </a:t>
            </a:r>
            <a:r>
              <a:rPr lang="fr-FR" sz="1400" b="1">
                <a:latin typeface="Arial" panose="020B0604020202020204" pitchFamily="34" charset="0"/>
                <a:cs typeface="Arial" panose="020B0604020202020204" pitchFamily="34" charset="0"/>
              </a:rPr>
              <a:t>GitHub</a:t>
            </a:r>
          </a:p>
        </p:txBody>
      </p:sp>
      <p:grpSp>
        <p:nvGrpSpPr>
          <p:cNvPr id="8" name="Groupe 7">
            <a:extLst>
              <a:ext uri="{FF2B5EF4-FFF2-40B4-BE49-F238E27FC236}">
                <a16:creationId xmlns:a16="http://schemas.microsoft.com/office/drawing/2014/main" id="{E232FEDF-0AA2-9DC6-233B-E168800B3F3A}"/>
              </a:ext>
            </a:extLst>
          </p:cNvPr>
          <p:cNvGrpSpPr/>
          <p:nvPr/>
        </p:nvGrpSpPr>
        <p:grpSpPr>
          <a:xfrm>
            <a:off x="7642904" y="1157153"/>
            <a:ext cx="4549095" cy="2288645"/>
            <a:chOff x="7307076" y="4371710"/>
            <a:chExt cx="4745690" cy="2288645"/>
          </a:xfrm>
        </p:grpSpPr>
        <p:sp>
          <p:nvSpPr>
            <p:cNvPr id="9" name="Rectangle 8">
              <a:extLst>
                <a:ext uri="{FF2B5EF4-FFF2-40B4-BE49-F238E27FC236}">
                  <a16:creationId xmlns:a16="http://schemas.microsoft.com/office/drawing/2014/main" id="{4741F61A-761A-B9D7-75B2-B67690E2093A}"/>
                </a:ext>
              </a:extLst>
            </p:cNvPr>
            <p:cNvSpPr/>
            <p:nvPr/>
          </p:nvSpPr>
          <p:spPr>
            <a:xfrm>
              <a:off x="7307076" y="4371710"/>
              <a:ext cx="4721638" cy="369332"/>
            </a:xfrm>
            <a:prstGeom prst="rect">
              <a:avLst/>
            </a:prstGeom>
          </p:spPr>
          <p:txBody>
            <a:bodyPr wrap="square">
              <a:spAutoFit/>
            </a:bodyPr>
            <a:lstStyle/>
            <a:p>
              <a:pPr algn="ctr"/>
              <a:r>
                <a:rPr lang="fr-FR"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LIMITES DE SUPERVISION </a:t>
              </a:r>
              <a:r>
                <a:rPr lang="fr-FR" dirty="0" err="1">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MuleSoft</a:t>
              </a:r>
              <a:endParaRPr lang="fr-FR" dirty="0">
                <a:ln w="0"/>
                <a:solidFill>
                  <a:schemeClr val="accent1"/>
                </a:solidFill>
                <a:effectLst>
                  <a:outerShdw blurRad="38100" dist="25400" dir="5400000" algn="ctr" rotWithShape="0">
                    <a:srgbClr val="6E747A">
                      <a:alpha val="43000"/>
                    </a:srgbClr>
                  </a:outerShdw>
                </a:effectLst>
              </a:endParaRPr>
            </a:p>
          </p:txBody>
        </p:sp>
        <p:grpSp>
          <p:nvGrpSpPr>
            <p:cNvPr id="10" name="Groupe 9">
              <a:extLst>
                <a:ext uri="{FF2B5EF4-FFF2-40B4-BE49-F238E27FC236}">
                  <a16:creationId xmlns:a16="http://schemas.microsoft.com/office/drawing/2014/main" id="{34571155-ACF2-EA36-B4EE-701C784ABE9B}"/>
                </a:ext>
              </a:extLst>
            </p:cNvPr>
            <p:cNvGrpSpPr/>
            <p:nvPr/>
          </p:nvGrpSpPr>
          <p:grpSpPr>
            <a:xfrm>
              <a:off x="7378349" y="4954541"/>
              <a:ext cx="4674417" cy="1705814"/>
              <a:chOff x="7378349" y="4954541"/>
              <a:chExt cx="4674417" cy="1705814"/>
            </a:xfrm>
          </p:grpSpPr>
          <p:pic>
            <p:nvPicPr>
              <p:cNvPr id="11" name="Picture 2">
                <a:extLst>
                  <a:ext uri="{FF2B5EF4-FFF2-40B4-BE49-F238E27FC236}">
                    <a16:creationId xmlns:a16="http://schemas.microsoft.com/office/drawing/2014/main" id="{94217BFF-8B90-DA3B-6C5C-26E235ECE1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6789" y="5018041"/>
                <a:ext cx="845457" cy="845457"/>
              </a:xfrm>
              <a:prstGeom prst="rect">
                <a:avLst/>
              </a:prstGeom>
              <a:noFill/>
              <a:extLst>
                <a:ext uri="{909E8E84-426E-40DD-AFC4-6F175D3DCCD1}">
                  <a14:hiddenFill xmlns:a14="http://schemas.microsoft.com/office/drawing/2010/main">
                    <a:solidFill>
                      <a:srgbClr val="FFFFFF"/>
                    </a:solidFill>
                  </a14:hiddenFill>
                </a:ext>
              </a:extLst>
            </p:spPr>
          </p:pic>
          <p:sp>
            <p:nvSpPr>
              <p:cNvPr id="12" name="ZoneTexte 11">
                <a:extLst>
                  <a:ext uri="{FF2B5EF4-FFF2-40B4-BE49-F238E27FC236}">
                    <a16:creationId xmlns:a16="http://schemas.microsoft.com/office/drawing/2014/main" id="{318187F6-9992-9E70-B36B-1DC82483C8BF}"/>
                  </a:ext>
                </a:extLst>
              </p:cNvPr>
              <p:cNvSpPr txBox="1"/>
              <p:nvPr/>
            </p:nvSpPr>
            <p:spPr>
              <a:xfrm>
                <a:off x="7378349" y="5833248"/>
                <a:ext cx="2263299" cy="738664"/>
              </a:xfrm>
              <a:prstGeom prst="rect">
                <a:avLst/>
              </a:prstGeom>
              <a:noFill/>
            </p:spPr>
            <p:txBody>
              <a:bodyPr wrap="square" rtlCol="0">
                <a:spAutoFit/>
              </a:bodyPr>
              <a:lstStyle/>
              <a:p>
                <a:pPr algn="ctr"/>
                <a:r>
                  <a:rPr lang="fr-FR" sz="1400" b="1" dirty="0">
                    <a:latin typeface="Arial" panose="020B0604020202020204" pitchFamily="34" charset="0"/>
                    <a:cs typeface="Arial" panose="020B0604020202020204" pitchFamily="34" charset="0"/>
                  </a:rPr>
                  <a:t>100 mb par application</a:t>
                </a:r>
              </a:p>
              <a:p>
                <a:pPr algn="ctr"/>
                <a:r>
                  <a:rPr lang="fr-FR" sz="1400" b="1" dirty="0">
                    <a:latin typeface="Arial" panose="020B0604020202020204" pitchFamily="34" charset="0"/>
                    <a:cs typeface="Arial" panose="020B0604020202020204" pitchFamily="34" charset="0"/>
                  </a:rPr>
                  <a:t>Uniquement les 30 derniers jours</a:t>
                </a:r>
              </a:p>
            </p:txBody>
          </p:sp>
          <p:sp>
            <p:nvSpPr>
              <p:cNvPr id="13" name="ZoneTexte 12">
                <a:extLst>
                  <a:ext uri="{FF2B5EF4-FFF2-40B4-BE49-F238E27FC236}">
                    <a16:creationId xmlns:a16="http://schemas.microsoft.com/office/drawing/2014/main" id="{EFD2B342-9E77-603C-6C84-029D3B87C42C}"/>
                  </a:ext>
                </a:extLst>
              </p:cNvPr>
              <p:cNvSpPr txBox="1"/>
              <p:nvPr/>
            </p:nvSpPr>
            <p:spPr>
              <a:xfrm>
                <a:off x="9789468" y="5706248"/>
                <a:ext cx="2263298" cy="954107"/>
              </a:xfrm>
              <a:prstGeom prst="rect">
                <a:avLst/>
              </a:prstGeom>
              <a:noFill/>
            </p:spPr>
            <p:txBody>
              <a:bodyPr wrap="square" rtlCol="0">
                <a:spAutoFit/>
              </a:bodyPr>
              <a:lstStyle/>
              <a:p>
                <a:pPr algn="ctr"/>
                <a:r>
                  <a:rPr lang="fr-FR" sz="1400" b="1">
                    <a:latin typeface="Arial" panose="020B0604020202020204" pitchFamily="34" charset="0"/>
                    <a:cs typeface="Arial" panose="020B0604020202020204" pitchFamily="34" charset="0"/>
                  </a:rPr>
                  <a:t>Fonctionnalités basiques sans la souscription Titanium</a:t>
                </a:r>
              </a:p>
              <a:p>
                <a:pPr algn="ctr"/>
                <a:r>
                  <a:rPr lang="fr-FR" sz="1400" b="1">
                    <a:latin typeface="Arial" panose="020B0604020202020204" pitchFamily="34" charset="0"/>
                    <a:cs typeface="Arial" panose="020B0604020202020204" pitchFamily="34" charset="0"/>
                  </a:rPr>
                  <a:t>50 alertes basiques</a:t>
                </a:r>
              </a:p>
            </p:txBody>
          </p:sp>
          <p:pic>
            <p:nvPicPr>
              <p:cNvPr id="14" name="Picture 2">
                <a:extLst>
                  <a:ext uri="{FF2B5EF4-FFF2-40B4-BE49-F238E27FC236}">
                    <a16:creationId xmlns:a16="http://schemas.microsoft.com/office/drawing/2014/main" id="{5FDD2D08-779F-ADC8-F2EB-DB389FF529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97193" y="4954541"/>
                <a:ext cx="845458" cy="845458"/>
              </a:xfrm>
              <a:prstGeom prst="rect">
                <a:avLst/>
              </a:prstGeom>
              <a:noFill/>
              <a:extLst>
                <a:ext uri="{909E8E84-426E-40DD-AFC4-6F175D3DCCD1}">
                  <a14:hiddenFill xmlns:a14="http://schemas.microsoft.com/office/drawing/2010/main">
                    <a:solidFill>
                      <a:srgbClr val="FFFFFF"/>
                    </a:solidFill>
                  </a14:hiddenFill>
                </a:ext>
              </a:extLst>
            </p:spPr>
          </p:pic>
        </p:grpSp>
      </p:grpSp>
      <p:graphicFrame>
        <p:nvGraphicFramePr>
          <p:cNvPr id="15" name="Table 4">
            <a:extLst>
              <a:ext uri="{FF2B5EF4-FFF2-40B4-BE49-F238E27FC236}">
                <a16:creationId xmlns:a16="http://schemas.microsoft.com/office/drawing/2014/main" id="{8557CDE8-507E-C39E-7F66-0A83674C4B82}"/>
              </a:ext>
            </a:extLst>
          </p:cNvPr>
          <p:cNvGraphicFramePr>
            <a:graphicFrameLocks noGrp="1"/>
          </p:cNvGraphicFramePr>
          <p:nvPr/>
        </p:nvGraphicFramePr>
        <p:xfrm>
          <a:off x="285701" y="1090603"/>
          <a:ext cx="7056000" cy="5334000"/>
        </p:xfrm>
        <a:graphic>
          <a:graphicData uri="http://schemas.openxmlformats.org/drawingml/2006/table">
            <a:tbl>
              <a:tblPr firstRow="1" firstCol="1">
                <a:tableStyleId>{7DF18680-E054-41AD-8BC1-D1AEF772440D}</a:tableStyleId>
              </a:tblPr>
              <a:tblGrid>
                <a:gridCol w="2196000">
                  <a:extLst>
                    <a:ext uri="{9D8B030D-6E8A-4147-A177-3AD203B41FA5}">
                      <a16:colId xmlns:a16="http://schemas.microsoft.com/office/drawing/2014/main" val="838781511"/>
                    </a:ext>
                  </a:extLst>
                </a:gridCol>
                <a:gridCol w="1620000">
                  <a:extLst>
                    <a:ext uri="{9D8B030D-6E8A-4147-A177-3AD203B41FA5}">
                      <a16:colId xmlns:a16="http://schemas.microsoft.com/office/drawing/2014/main" val="3060844460"/>
                    </a:ext>
                  </a:extLst>
                </a:gridCol>
                <a:gridCol w="1620000">
                  <a:extLst>
                    <a:ext uri="{9D8B030D-6E8A-4147-A177-3AD203B41FA5}">
                      <a16:colId xmlns:a16="http://schemas.microsoft.com/office/drawing/2014/main" val="2342672590"/>
                    </a:ext>
                  </a:extLst>
                </a:gridCol>
                <a:gridCol w="1620000">
                  <a:extLst>
                    <a:ext uri="{9D8B030D-6E8A-4147-A177-3AD203B41FA5}">
                      <a16:colId xmlns:a16="http://schemas.microsoft.com/office/drawing/2014/main" val="3651560984"/>
                    </a:ext>
                  </a:extLst>
                </a:gridCol>
              </a:tblGrid>
              <a:tr h="370840">
                <a:tc>
                  <a:txBody>
                    <a:bodyPr/>
                    <a:lstStyle/>
                    <a:p>
                      <a:r>
                        <a:rPr lang="fr-FR" sz="1400"/>
                        <a:t>Solutions</a:t>
                      </a:r>
                    </a:p>
                  </a:txBody>
                  <a:tcPr anchor="ctr"/>
                </a:tc>
                <a:tc>
                  <a:txBody>
                    <a:bodyPr/>
                    <a:lstStyle/>
                    <a:p>
                      <a:pPr algn="ctr"/>
                      <a:r>
                        <a:rPr lang="fr-FR" sz="1400"/>
                        <a:t>Monitoring</a:t>
                      </a:r>
                    </a:p>
                  </a:txBody>
                  <a:tcPr anchor="ctr"/>
                </a:tc>
                <a:tc>
                  <a:txBody>
                    <a:bodyPr/>
                    <a:lstStyle/>
                    <a:p>
                      <a:pPr algn="ctr"/>
                      <a:r>
                        <a:rPr lang="fr-FR" sz="1400"/>
                        <a:t>Monitoring avec titanium</a:t>
                      </a:r>
                    </a:p>
                  </a:txBody>
                  <a:tcPr anchor="ctr"/>
                </a:tc>
                <a:tc>
                  <a:txBody>
                    <a:bodyPr/>
                    <a:lstStyle/>
                    <a:p>
                      <a:pPr algn="ctr"/>
                      <a:r>
                        <a:rPr lang="fr-FR" sz="1400"/>
                        <a:t>Elastic Stack</a:t>
                      </a:r>
                    </a:p>
                  </a:txBody>
                  <a:tcPr anchor="ctr"/>
                </a:tc>
                <a:extLst>
                  <a:ext uri="{0D108BD9-81ED-4DB2-BD59-A6C34878D82A}">
                    <a16:rowId xmlns:a16="http://schemas.microsoft.com/office/drawing/2014/main" val="968609626"/>
                  </a:ext>
                </a:extLst>
              </a:tr>
              <a:tr h="370840">
                <a:tc>
                  <a:txBody>
                    <a:bodyPr/>
                    <a:lstStyle/>
                    <a:p>
                      <a:r>
                        <a:rPr lang="fr-FR" sz="1400"/>
                        <a:t>Utilisation du CPU</a:t>
                      </a:r>
                    </a:p>
                  </a:txBody>
                  <a:tcPr/>
                </a:tc>
                <a:tc>
                  <a:txBody>
                    <a:bodyPr/>
                    <a:lstStyle/>
                    <a:p>
                      <a:pPr algn="ctr"/>
                      <a:r>
                        <a:rPr lang="fr-FR" sz="1400"/>
                        <a:t>Oui</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Oui</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Oui*</a:t>
                      </a:r>
                    </a:p>
                  </a:txBody>
                  <a:tcPr anchor="ctr"/>
                </a:tc>
                <a:extLst>
                  <a:ext uri="{0D108BD9-81ED-4DB2-BD59-A6C34878D82A}">
                    <a16:rowId xmlns:a16="http://schemas.microsoft.com/office/drawing/2014/main" val="1868172409"/>
                  </a:ext>
                </a:extLst>
              </a:tr>
              <a:tr h="370840">
                <a:tc>
                  <a:txBody>
                    <a:bodyPr/>
                    <a:lstStyle/>
                    <a:p>
                      <a:r>
                        <a:rPr lang="fr-FR" sz="1400"/>
                        <a:t>Utilisation de la mémoire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Oui</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Oui</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a:t>Oui*</a:t>
                      </a:r>
                    </a:p>
                  </a:txBody>
                  <a:tcPr anchor="ctr"/>
                </a:tc>
                <a:extLst>
                  <a:ext uri="{0D108BD9-81ED-4DB2-BD59-A6C34878D82A}">
                    <a16:rowId xmlns:a16="http://schemas.microsoft.com/office/drawing/2014/main" val="1486013536"/>
                  </a:ext>
                </a:extLst>
              </a:tr>
              <a:tr h="370840">
                <a:tc>
                  <a:txBody>
                    <a:bodyPr/>
                    <a:lstStyle/>
                    <a:p>
                      <a:r>
                        <a:rPr lang="fr-FR" sz="1400"/>
                        <a:t>Utilisation du disque</a:t>
                      </a:r>
                    </a:p>
                  </a:txBody>
                  <a:tcPr/>
                </a:tc>
                <a:tc>
                  <a:txBody>
                    <a:bodyPr/>
                    <a:lstStyle/>
                    <a:p>
                      <a:pPr algn="ctr"/>
                      <a:r>
                        <a:rPr lang="fr-FR" sz="1400"/>
                        <a:t>Non</a:t>
                      </a:r>
                    </a:p>
                  </a:txBody>
                  <a:tcPr anchor="ctr"/>
                </a:tc>
                <a:tc>
                  <a:txBody>
                    <a:bodyPr/>
                    <a:lstStyle/>
                    <a:p>
                      <a:pPr algn="ctr"/>
                      <a:r>
                        <a:rPr lang="fr-FR" sz="1400"/>
                        <a:t>Non</a:t>
                      </a:r>
                    </a:p>
                  </a:txBody>
                  <a:tcPr anchor="ctr"/>
                </a:tc>
                <a:tc>
                  <a:txBody>
                    <a:bodyPr/>
                    <a:lstStyle/>
                    <a:p>
                      <a:pPr algn="ctr"/>
                      <a:r>
                        <a:rPr lang="fr-FR" sz="1400"/>
                        <a:t>Oui*</a:t>
                      </a:r>
                    </a:p>
                  </a:txBody>
                  <a:tcPr anchor="ctr"/>
                </a:tc>
                <a:extLst>
                  <a:ext uri="{0D108BD9-81ED-4DB2-BD59-A6C34878D82A}">
                    <a16:rowId xmlns:a16="http://schemas.microsoft.com/office/drawing/2014/main" val="3064907190"/>
                  </a:ext>
                </a:extLst>
              </a:tr>
              <a:tr h="370840">
                <a:tc>
                  <a:txBody>
                    <a:bodyPr/>
                    <a:lstStyle/>
                    <a:p>
                      <a:r>
                        <a:rPr lang="fr-FR" sz="1400"/>
                        <a:t>Métriques des Machines Virtuels Java</a:t>
                      </a:r>
                    </a:p>
                  </a:txBody>
                  <a:tcPr/>
                </a:tc>
                <a:tc>
                  <a:txBody>
                    <a:bodyPr/>
                    <a:lstStyle/>
                    <a:p>
                      <a:pPr algn="ctr"/>
                      <a:r>
                        <a:rPr lang="fr-FR" sz="1400"/>
                        <a:t>Non</a:t>
                      </a:r>
                    </a:p>
                  </a:txBody>
                  <a:tcPr anchor="ctr"/>
                </a:tc>
                <a:tc>
                  <a:txBody>
                    <a:bodyPr/>
                    <a:lstStyle/>
                    <a:p>
                      <a:pPr algn="ctr"/>
                      <a:r>
                        <a:rPr lang="fr-FR" sz="1400"/>
                        <a:t>Oui</a:t>
                      </a:r>
                    </a:p>
                  </a:txBody>
                  <a:tcPr anchor="ctr"/>
                </a:tc>
                <a:tc>
                  <a:txBody>
                    <a:bodyPr/>
                    <a:lstStyle/>
                    <a:p>
                      <a:pPr algn="ctr"/>
                      <a:r>
                        <a:rPr lang="fr-FR" sz="1400"/>
                        <a:t>Oui*</a:t>
                      </a:r>
                    </a:p>
                  </a:txBody>
                  <a:tcPr anchor="ctr"/>
                </a:tc>
                <a:extLst>
                  <a:ext uri="{0D108BD9-81ED-4DB2-BD59-A6C34878D82A}">
                    <a16:rowId xmlns:a16="http://schemas.microsoft.com/office/drawing/2014/main" val="686775708"/>
                  </a:ext>
                </a:extLst>
              </a:tr>
              <a:tr h="370840">
                <a:tc>
                  <a:txBody>
                    <a:bodyPr/>
                    <a:lstStyle/>
                    <a:p>
                      <a:r>
                        <a:rPr lang="fr-FR" sz="1400"/>
                        <a:t>Logs du moteur MuleSoft</a:t>
                      </a:r>
                    </a:p>
                  </a:txBody>
                  <a:tcPr/>
                </a:tc>
                <a:tc>
                  <a:txBody>
                    <a:bodyPr/>
                    <a:lstStyle/>
                    <a:p>
                      <a:pPr algn="ctr"/>
                      <a:r>
                        <a:rPr lang="fr-FR" sz="1400"/>
                        <a:t>Non</a:t>
                      </a:r>
                    </a:p>
                  </a:txBody>
                  <a:tcPr anchor="ctr"/>
                </a:tc>
                <a:tc>
                  <a:txBody>
                    <a:bodyPr/>
                    <a:lstStyle/>
                    <a:p>
                      <a:pPr algn="ctr"/>
                      <a:r>
                        <a:rPr lang="fr-FR" sz="1400"/>
                        <a:t>Oui</a:t>
                      </a:r>
                    </a:p>
                  </a:txBody>
                  <a:tcPr anchor="ctr"/>
                </a:tc>
                <a:tc>
                  <a:txBody>
                    <a:bodyPr/>
                    <a:lstStyle/>
                    <a:p>
                      <a:pPr algn="ctr"/>
                      <a:r>
                        <a:rPr lang="fr-FR" sz="1400"/>
                        <a:t>Oui</a:t>
                      </a:r>
                    </a:p>
                  </a:txBody>
                  <a:tcPr anchor="ctr"/>
                </a:tc>
                <a:extLst>
                  <a:ext uri="{0D108BD9-81ED-4DB2-BD59-A6C34878D82A}">
                    <a16:rowId xmlns:a16="http://schemas.microsoft.com/office/drawing/2014/main" val="1555215395"/>
                  </a:ext>
                </a:extLst>
              </a:tr>
              <a:tr h="370840">
                <a:tc>
                  <a:txBody>
                    <a:bodyPr/>
                    <a:lstStyle/>
                    <a:p>
                      <a:r>
                        <a:rPr lang="fr-FR" sz="1400"/>
                        <a:t>Invocations des API</a:t>
                      </a:r>
                    </a:p>
                  </a:txBody>
                  <a:tcPr/>
                </a:tc>
                <a:tc>
                  <a:txBody>
                    <a:bodyPr/>
                    <a:lstStyle/>
                    <a:p>
                      <a:pPr algn="ctr"/>
                      <a:r>
                        <a:rPr lang="fr-FR" sz="1400"/>
                        <a:t>Oui</a:t>
                      </a:r>
                    </a:p>
                  </a:txBody>
                  <a:tcPr anchor="ctr"/>
                </a:tc>
                <a:tc>
                  <a:txBody>
                    <a:bodyPr/>
                    <a:lstStyle/>
                    <a:p>
                      <a:pPr algn="ctr"/>
                      <a:r>
                        <a:rPr lang="fr-FR" sz="1400"/>
                        <a:t>Oui</a:t>
                      </a:r>
                    </a:p>
                  </a:txBody>
                  <a:tcPr anchor="ctr"/>
                </a:tc>
                <a:tc>
                  <a:txBody>
                    <a:bodyPr/>
                    <a:lstStyle/>
                    <a:p>
                      <a:pPr algn="ctr"/>
                      <a:r>
                        <a:rPr lang="fr-FR" sz="1400"/>
                        <a:t>Oui</a:t>
                      </a:r>
                    </a:p>
                  </a:txBody>
                  <a:tcPr anchor="ctr"/>
                </a:tc>
                <a:extLst>
                  <a:ext uri="{0D108BD9-81ED-4DB2-BD59-A6C34878D82A}">
                    <a16:rowId xmlns:a16="http://schemas.microsoft.com/office/drawing/2014/main" val="2443377087"/>
                  </a:ext>
                </a:extLst>
              </a:tr>
              <a:tr h="370840">
                <a:tc>
                  <a:txBody>
                    <a:bodyPr/>
                    <a:lstStyle/>
                    <a:p>
                      <a:r>
                        <a:rPr lang="fr-FR" sz="1400"/>
                        <a:t>Disponibilités des API</a:t>
                      </a:r>
                    </a:p>
                  </a:txBody>
                  <a:tcPr/>
                </a:tc>
                <a:tc>
                  <a:txBody>
                    <a:bodyPr/>
                    <a:lstStyle/>
                    <a:p>
                      <a:pPr algn="ctr"/>
                      <a:r>
                        <a:rPr lang="fr-FR" sz="1400"/>
                        <a:t>Oui</a:t>
                      </a:r>
                    </a:p>
                  </a:txBody>
                  <a:tcPr anchor="ctr"/>
                </a:tc>
                <a:tc>
                  <a:txBody>
                    <a:bodyPr/>
                    <a:lstStyle/>
                    <a:p>
                      <a:pPr algn="ctr"/>
                      <a:r>
                        <a:rPr lang="fr-FR" sz="1400"/>
                        <a:t>Oui</a:t>
                      </a:r>
                    </a:p>
                  </a:txBody>
                  <a:tcPr anchor="ctr"/>
                </a:tc>
                <a:tc>
                  <a:txBody>
                    <a:bodyPr/>
                    <a:lstStyle/>
                    <a:p>
                      <a:pPr algn="ctr"/>
                      <a:r>
                        <a:rPr lang="fr-FR" sz="1400"/>
                        <a:t>Oui</a:t>
                      </a:r>
                    </a:p>
                  </a:txBody>
                  <a:tcPr anchor="ctr"/>
                </a:tc>
                <a:extLst>
                  <a:ext uri="{0D108BD9-81ED-4DB2-BD59-A6C34878D82A}">
                    <a16:rowId xmlns:a16="http://schemas.microsoft.com/office/drawing/2014/main" val="30546949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a:t>Disponibilités des dépendances des API</a:t>
                      </a:r>
                    </a:p>
                  </a:txBody>
                  <a:tcPr/>
                </a:tc>
                <a:tc>
                  <a:txBody>
                    <a:bodyPr/>
                    <a:lstStyle/>
                    <a:p>
                      <a:pPr algn="ctr"/>
                      <a:r>
                        <a:rPr lang="fr-FR" sz="1400"/>
                        <a:t>Non</a:t>
                      </a:r>
                    </a:p>
                  </a:txBody>
                  <a:tcPr anchor="ctr"/>
                </a:tc>
                <a:tc>
                  <a:txBody>
                    <a:bodyPr/>
                    <a:lstStyle/>
                    <a:p>
                      <a:pPr algn="ctr"/>
                      <a:r>
                        <a:rPr lang="fr-FR" sz="1400"/>
                        <a:t>Non</a:t>
                      </a:r>
                    </a:p>
                  </a:txBody>
                  <a:tcPr anchor="ctr"/>
                </a:tc>
                <a:tc>
                  <a:txBody>
                    <a:bodyPr/>
                    <a:lstStyle/>
                    <a:p>
                      <a:pPr algn="ctr"/>
                      <a:r>
                        <a:rPr lang="fr-FR" sz="1400"/>
                        <a:t>Oui</a:t>
                      </a:r>
                    </a:p>
                  </a:txBody>
                  <a:tcPr anchor="ctr"/>
                </a:tc>
                <a:extLst>
                  <a:ext uri="{0D108BD9-81ED-4DB2-BD59-A6C34878D82A}">
                    <a16:rowId xmlns:a16="http://schemas.microsoft.com/office/drawing/2014/main" val="2266327554"/>
                  </a:ext>
                </a:extLst>
              </a:tr>
              <a:tr h="370840">
                <a:tc>
                  <a:txBody>
                    <a:bodyPr/>
                    <a:lstStyle/>
                    <a:p>
                      <a:r>
                        <a:rPr lang="fr-FR" sz="1400"/>
                        <a:t>Temps de réponse des API</a:t>
                      </a:r>
                    </a:p>
                  </a:txBody>
                  <a:tcPr/>
                </a:tc>
                <a:tc>
                  <a:txBody>
                    <a:bodyPr/>
                    <a:lstStyle/>
                    <a:p>
                      <a:pPr algn="ctr"/>
                      <a:r>
                        <a:rPr lang="fr-FR" sz="1400"/>
                        <a:t>Oui</a:t>
                      </a:r>
                    </a:p>
                  </a:txBody>
                  <a:tcPr anchor="ctr"/>
                </a:tc>
                <a:tc>
                  <a:txBody>
                    <a:bodyPr/>
                    <a:lstStyle/>
                    <a:p>
                      <a:pPr algn="ctr"/>
                      <a:r>
                        <a:rPr lang="fr-FR" sz="1400"/>
                        <a:t>Oui</a:t>
                      </a:r>
                    </a:p>
                  </a:txBody>
                  <a:tcPr anchor="ctr"/>
                </a:tc>
                <a:tc>
                  <a:txBody>
                    <a:bodyPr/>
                    <a:lstStyle/>
                    <a:p>
                      <a:pPr algn="ctr"/>
                      <a:r>
                        <a:rPr lang="fr-FR" sz="1400"/>
                        <a:t>Oui</a:t>
                      </a:r>
                    </a:p>
                  </a:txBody>
                  <a:tcPr anchor="ctr"/>
                </a:tc>
                <a:extLst>
                  <a:ext uri="{0D108BD9-81ED-4DB2-BD59-A6C34878D82A}">
                    <a16:rowId xmlns:a16="http://schemas.microsoft.com/office/drawing/2014/main" val="496402282"/>
                  </a:ext>
                </a:extLst>
              </a:tr>
              <a:tr h="370840">
                <a:tc>
                  <a:txBody>
                    <a:bodyPr/>
                    <a:lstStyle/>
                    <a:p>
                      <a:r>
                        <a:rPr lang="fr-FR" sz="1400"/>
                        <a:t>Logs des API</a:t>
                      </a:r>
                    </a:p>
                  </a:txBody>
                  <a:tcPr/>
                </a:tc>
                <a:tc>
                  <a:txBody>
                    <a:bodyPr/>
                    <a:lstStyle/>
                    <a:p>
                      <a:pPr algn="ctr"/>
                      <a:r>
                        <a:rPr lang="fr-FR" sz="1400"/>
                        <a:t>Non</a:t>
                      </a:r>
                    </a:p>
                  </a:txBody>
                  <a:tcPr anchor="ctr"/>
                </a:tc>
                <a:tc>
                  <a:txBody>
                    <a:bodyPr/>
                    <a:lstStyle/>
                    <a:p>
                      <a:pPr algn="ctr"/>
                      <a:r>
                        <a:rPr lang="fr-FR" sz="1400"/>
                        <a:t>Oui</a:t>
                      </a:r>
                    </a:p>
                  </a:txBody>
                  <a:tcPr anchor="ctr"/>
                </a:tc>
                <a:tc>
                  <a:txBody>
                    <a:bodyPr/>
                    <a:lstStyle/>
                    <a:p>
                      <a:pPr algn="ctr"/>
                      <a:r>
                        <a:rPr lang="fr-FR" sz="1400"/>
                        <a:t>Oui</a:t>
                      </a:r>
                    </a:p>
                  </a:txBody>
                  <a:tcPr anchor="ctr"/>
                </a:tc>
                <a:extLst>
                  <a:ext uri="{0D108BD9-81ED-4DB2-BD59-A6C34878D82A}">
                    <a16:rowId xmlns:a16="http://schemas.microsoft.com/office/drawing/2014/main" val="1976240777"/>
                  </a:ext>
                </a:extLst>
              </a:tr>
              <a:tr h="370840">
                <a:tc>
                  <a:txBody>
                    <a:bodyPr/>
                    <a:lstStyle/>
                    <a:p>
                      <a:r>
                        <a:rPr lang="fr-FR" sz="1400"/>
                        <a:t>Alertes </a:t>
                      </a:r>
                    </a:p>
                  </a:txBody>
                  <a:tcPr/>
                </a:tc>
                <a:tc>
                  <a:txBody>
                    <a:bodyPr/>
                    <a:lstStyle/>
                    <a:p>
                      <a:pPr algn="ctr"/>
                      <a:r>
                        <a:rPr lang="fr-FR" sz="1400"/>
                        <a:t>Oui (basique)</a:t>
                      </a:r>
                    </a:p>
                  </a:txBody>
                  <a:tcPr anchor="ctr"/>
                </a:tc>
                <a:tc>
                  <a:txBody>
                    <a:bodyPr/>
                    <a:lstStyle/>
                    <a:p>
                      <a:pPr algn="ctr"/>
                      <a:r>
                        <a:rPr lang="fr-FR" sz="1400"/>
                        <a:t>Oui (avancé)</a:t>
                      </a:r>
                    </a:p>
                  </a:txBody>
                  <a:tcPr anchor="ctr"/>
                </a:tc>
                <a:tc>
                  <a:txBody>
                    <a:bodyPr/>
                    <a:lstStyle/>
                    <a:p>
                      <a:pPr algn="ctr"/>
                      <a:r>
                        <a:rPr lang="fr-FR" sz="1400"/>
                        <a:t>Oui (avancé)</a:t>
                      </a:r>
                    </a:p>
                  </a:txBody>
                  <a:tcPr anchor="ctr"/>
                </a:tc>
                <a:extLst>
                  <a:ext uri="{0D108BD9-81ED-4DB2-BD59-A6C34878D82A}">
                    <a16:rowId xmlns:a16="http://schemas.microsoft.com/office/drawing/2014/main" val="1442809276"/>
                  </a:ext>
                </a:extLst>
              </a:tr>
            </a:tbl>
          </a:graphicData>
        </a:graphic>
      </p:graphicFrame>
      <p:sp>
        <p:nvSpPr>
          <p:cNvPr id="3" name="ZoneTexte 2">
            <a:extLst>
              <a:ext uri="{FF2B5EF4-FFF2-40B4-BE49-F238E27FC236}">
                <a16:creationId xmlns:a16="http://schemas.microsoft.com/office/drawing/2014/main" id="{6DFBFE7F-BB65-744B-0022-E441B516CC57}"/>
              </a:ext>
            </a:extLst>
          </p:cNvPr>
          <p:cNvSpPr txBox="1"/>
          <p:nvPr/>
        </p:nvSpPr>
        <p:spPr>
          <a:xfrm>
            <a:off x="8267604" y="3500646"/>
            <a:ext cx="3276637" cy="738664"/>
          </a:xfrm>
          <a:prstGeom prst="rect">
            <a:avLst/>
          </a:prstGeom>
          <a:noFill/>
        </p:spPr>
        <p:txBody>
          <a:bodyPr wrap="square" rtlCol="0">
            <a:spAutoFit/>
          </a:bodyPr>
          <a:lstStyle/>
          <a:p>
            <a:pPr algn="ctr"/>
            <a:r>
              <a:rPr lang="fr-FR" sz="1400" b="1" dirty="0">
                <a:latin typeface="Arial" panose="020B0604020202020204" pitchFamily="34" charset="0"/>
                <a:cs typeface="Arial" panose="020B0604020202020204" pitchFamily="34" charset="0"/>
              </a:rPr>
              <a:t>Pas de supervision de bout en bout avec des produits, seulement de la plateforme technique</a:t>
            </a:r>
          </a:p>
        </p:txBody>
      </p:sp>
      <p:sp>
        <p:nvSpPr>
          <p:cNvPr id="4" name="ZoneTexte 3">
            <a:extLst>
              <a:ext uri="{FF2B5EF4-FFF2-40B4-BE49-F238E27FC236}">
                <a16:creationId xmlns:a16="http://schemas.microsoft.com/office/drawing/2014/main" id="{0B2C7418-39D5-FD04-FCB9-4F7A24E9CB43}"/>
              </a:ext>
            </a:extLst>
          </p:cNvPr>
          <p:cNvSpPr txBox="1"/>
          <p:nvPr/>
        </p:nvSpPr>
        <p:spPr>
          <a:xfrm>
            <a:off x="3659995" y="6463109"/>
            <a:ext cx="918841" cy="307777"/>
          </a:xfrm>
          <a:prstGeom prst="rect">
            <a:avLst/>
          </a:prstGeom>
          <a:noFill/>
        </p:spPr>
        <p:txBody>
          <a:bodyPr wrap="none" rtlCol="0">
            <a:spAutoFit/>
          </a:bodyPr>
          <a:lstStyle/>
          <a:p>
            <a:r>
              <a:rPr lang="fr-FR" sz="1400" b="1" err="1">
                <a:latin typeface="Arial" panose="020B0604020202020204" pitchFamily="34" charset="0"/>
                <a:cs typeface="Arial" panose="020B0604020202020204" pitchFamily="34" charset="0"/>
              </a:rPr>
              <a:t>Mulesoft</a:t>
            </a:r>
            <a:endParaRPr lang="fr-FR" sz="1400" b="1">
              <a:latin typeface="Arial" panose="020B0604020202020204" pitchFamily="34" charset="0"/>
              <a:cs typeface="Arial" panose="020B0604020202020204" pitchFamily="34" charset="0"/>
            </a:endParaRPr>
          </a:p>
        </p:txBody>
      </p:sp>
      <p:sp>
        <p:nvSpPr>
          <p:cNvPr id="5" name="Accolade fermante 4">
            <a:extLst>
              <a:ext uri="{FF2B5EF4-FFF2-40B4-BE49-F238E27FC236}">
                <a16:creationId xmlns:a16="http://schemas.microsoft.com/office/drawing/2014/main" id="{53E87BEF-BEA0-E4D2-BBB3-BE5C1B2C3FF9}"/>
              </a:ext>
            </a:extLst>
          </p:cNvPr>
          <p:cNvSpPr/>
          <p:nvPr/>
        </p:nvSpPr>
        <p:spPr>
          <a:xfrm rot="5400000">
            <a:off x="3906980" y="4901385"/>
            <a:ext cx="424873" cy="308494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18532906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12AC8010-79EB-440B-896E-9E689EF9AAE8}"/>
              </a:ext>
            </a:extLst>
          </p:cNvPr>
          <p:cNvSpPr>
            <a:spLocks noGrp="1"/>
          </p:cNvSpPr>
          <p:nvPr>
            <p:ph type="body" sz="quarter" idx="10"/>
          </p:nvPr>
        </p:nvSpPr>
        <p:spPr>
          <a:xfrm>
            <a:off x="238125" y="2481386"/>
            <a:ext cx="11743689" cy="1271464"/>
          </a:xfrm>
        </p:spPr>
        <p:txBody>
          <a:bodyPr/>
          <a:lstStyle/>
          <a:p>
            <a:r>
              <a:rPr lang="fr-FR" sz="4400" b="0" spc="0">
                <a:ln w="0"/>
                <a:solidFill>
                  <a:schemeClr val="tx1"/>
                </a:solidFill>
                <a:effectLst>
                  <a:outerShdw blurRad="38100" dist="19050" dir="2700000" algn="tl" rotWithShape="0">
                    <a:schemeClr val="dk1">
                      <a:alpha val="40000"/>
                    </a:schemeClr>
                  </a:outerShdw>
                </a:effectLst>
              </a:rPr>
              <a:t>Merci pour votre attention</a:t>
            </a:r>
          </a:p>
        </p:txBody>
      </p:sp>
      <p:sp>
        <p:nvSpPr>
          <p:cNvPr id="13" name="Oval 20">
            <a:extLst>
              <a:ext uri="{FF2B5EF4-FFF2-40B4-BE49-F238E27FC236}">
                <a16:creationId xmlns:a16="http://schemas.microsoft.com/office/drawing/2014/main" id="{EB9B69A0-170B-41F4-A177-8A5E3F741421}"/>
              </a:ext>
            </a:extLst>
          </p:cNvPr>
          <p:cNvSpPr/>
          <p:nvPr/>
        </p:nvSpPr>
        <p:spPr>
          <a:xfrm>
            <a:off x="10157666" y="2991425"/>
            <a:ext cx="359146" cy="382403"/>
          </a:xfrm>
          <a:prstGeom prst="ellipse">
            <a:avLst/>
          </a:prstGeom>
          <a:solidFill>
            <a:srgbClr val="0091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EFEFE"/>
              </a:solidFill>
              <a:effectLst/>
              <a:uLnTx/>
              <a:uFillTx/>
              <a:latin typeface="Arial"/>
              <a:ea typeface="+mn-ea"/>
              <a:cs typeface="+mn-cs"/>
            </a:endParaRPr>
          </a:p>
        </p:txBody>
      </p:sp>
      <p:sp>
        <p:nvSpPr>
          <p:cNvPr id="4" name="Espace réservé du texte 2">
            <a:extLst>
              <a:ext uri="{FF2B5EF4-FFF2-40B4-BE49-F238E27FC236}">
                <a16:creationId xmlns:a16="http://schemas.microsoft.com/office/drawing/2014/main" id="{17735A90-F838-48FD-B342-6D1CDE54BDC4}"/>
              </a:ext>
            </a:extLst>
          </p:cNvPr>
          <p:cNvSpPr txBox="1">
            <a:spLocks/>
          </p:cNvSpPr>
          <p:nvPr/>
        </p:nvSpPr>
        <p:spPr>
          <a:xfrm>
            <a:off x="210186" y="3288209"/>
            <a:ext cx="11771627" cy="1783854"/>
          </a:xfrm>
          <a:prstGeom prst="rect">
            <a:avLst/>
          </a:prstGeom>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7200" b="1" kern="1200" cap="none" spc="-150" baseline="0">
                <a:ln w="1905">
                  <a:solidFill>
                    <a:schemeClr val="tx1">
                      <a:alpha val="32000"/>
                    </a:schemeClr>
                  </a:solidFill>
                  <a:prstDash val="solid"/>
                </a:ln>
                <a:solidFill>
                  <a:srgbClr val="FFFFFF"/>
                </a:solidFill>
                <a:effectLst/>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0" spc="0" dirty="0">
                <a:ln w="0"/>
                <a:solidFill>
                  <a:schemeClr val="tx1"/>
                </a:solidFill>
                <a:effectLst>
                  <a:outerShdw blurRad="38100" dist="19050" dir="2700000" algn="tl" rotWithShape="0">
                    <a:schemeClr val="dk1">
                      <a:alpha val="40000"/>
                    </a:schemeClr>
                  </a:outerShdw>
                </a:effectLst>
                <a:latin typeface="+mn-lt"/>
                <a:hlinkClick r:id="rId3"/>
              </a:rPr>
              <a:t>a.zabat@groupeonepoint.com</a:t>
            </a:r>
            <a:endParaRPr lang="fr-FR" sz="1800" b="0" spc="0" dirty="0">
              <a:ln w="0"/>
              <a:solidFill>
                <a:schemeClr val="tx1"/>
              </a:solidFill>
              <a:effectLst>
                <a:outerShdw blurRad="38100" dist="19050" dir="2700000" algn="tl" rotWithShape="0">
                  <a:schemeClr val="dk1">
                    <a:alpha val="40000"/>
                  </a:schemeClr>
                </a:outerShdw>
              </a:effectLst>
              <a:latin typeface="+mn-lt"/>
            </a:endParaRPr>
          </a:p>
          <a:p>
            <a:r>
              <a:rPr lang="fr-FR" sz="1800" b="0" spc="0" dirty="0">
                <a:ln w="0"/>
                <a:solidFill>
                  <a:schemeClr val="tx1"/>
                </a:solidFill>
                <a:effectLst>
                  <a:outerShdw blurRad="38100" dist="19050" dir="2700000" algn="tl" rotWithShape="0">
                    <a:schemeClr val="dk1">
                      <a:alpha val="40000"/>
                    </a:schemeClr>
                  </a:outerShdw>
                </a:effectLst>
                <a:latin typeface="+mn-lt"/>
                <a:hlinkClick r:id="rId4"/>
              </a:rPr>
              <a:t>m.boni@groupeonepoint.com</a:t>
            </a:r>
            <a:endParaRPr lang="fr-FR" sz="1800" b="0" spc="0" dirty="0">
              <a:ln w="0"/>
              <a:solidFill>
                <a:schemeClr val="tx1"/>
              </a:solidFill>
              <a:effectLst>
                <a:outerShdw blurRad="38100" dist="19050" dir="2700000" algn="tl" rotWithShape="0">
                  <a:schemeClr val="dk1">
                    <a:alpha val="40000"/>
                  </a:schemeClr>
                </a:outerShdw>
              </a:effectLst>
              <a:latin typeface="+mn-lt"/>
            </a:endParaRPr>
          </a:p>
          <a:p>
            <a:r>
              <a:rPr lang="fr-FR" sz="1800" b="0" spc="0" dirty="0">
                <a:ln w="0"/>
                <a:solidFill>
                  <a:schemeClr val="tx1"/>
                </a:solidFill>
                <a:effectLst>
                  <a:outerShdw blurRad="38100" dist="19050" dir="2700000" algn="tl" rotWithShape="0">
                    <a:schemeClr val="dk1">
                      <a:alpha val="40000"/>
                    </a:schemeClr>
                  </a:outerShdw>
                </a:effectLst>
                <a:latin typeface="+mn-lt"/>
                <a:hlinkClick r:id="rId5"/>
              </a:rPr>
              <a:t>m.bouvier@groupeonepoint.com</a:t>
            </a:r>
            <a:endParaRPr lang="fr-FR" sz="1800" b="0" spc="0" dirty="0">
              <a:ln w="0"/>
              <a:solidFill>
                <a:schemeClr val="tx1"/>
              </a:solidFill>
              <a:effectLst>
                <a:outerShdw blurRad="38100" dist="19050" dir="2700000" algn="tl" rotWithShape="0">
                  <a:schemeClr val="dk1">
                    <a:alpha val="40000"/>
                  </a:schemeClr>
                </a:outerShdw>
              </a:effectLst>
              <a:latin typeface="+mn-lt"/>
            </a:endParaRPr>
          </a:p>
        </p:txBody>
      </p:sp>
      <p:sp>
        <p:nvSpPr>
          <p:cNvPr id="14" name="Shape">
            <a:extLst>
              <a:ext uri="{FF2B5EF4-FFF2-40B4-BE49-F238E27FC236}">
                <a16:creationId xmlns:a16="http://schemas.microsoft.com/office/drawing/2014/main" id="{09D05FB0-1821-474A-8D76-D026D22053B6}"/>
              </a:ext>
            </a:extLst>
          </p:cNvPr>
          <p:cNvSpPr/>
          <p:nvPr/>
        </p:nvSpPr>
        <p:spPr>
          <a:xfrm rot="20221617">
            <a:off x="636025" y="395129"/>
            <a:ext cx="409205" cy="280758"/>
          </a:xfrm>
          <a:custGeom>
            <a:avLst/>
            <a:gdLst/>
            <a:ahLst/>
            <a:cxnLst>
              <a:cxn ang="0">
                <a:pos x="wd2" y="hd2"/>
              </a:cxn>
              <a:cxn ang="5400000">
                <a:pos x="wd2" y="hd2"/>
              </a:cxn>
              <a:cxn ang="10800000">
                <a:pos x="wd2" y="hd2"/>
              </a:cxn>
              <a:cxn ang="16200000">
                <a:pos x="wd2" y="hd2"/>
              </a:cxn>
            </a:cxnLst>
            <a:rect l="0" t="0" r="r" b="b"/>
            <a:pathLst>
              <a:path w="21600" h="21600" extrusionOk="0">
                <a:moveTo>
                  <a:pt x="21581" y="21600"/>
                </a:moveTo>
                <a:lnTo>
                  <a:pt x="0" y="21600"/>
                </a:lnTo>
                <a:lnTo>
                  <a:pt x="0" y="4021"/>
                </a:lnTo>
                <a:cubicBezTo>
                  <a:pt x="0" y="1815"/>
                  <a:pt x="976" y="0"/>
                  <a:pt x="2162" y="0"/>
                </a:cubicBezTo>
                <a:lnTo>
                  <a:pt x="19438" y="0"/>
                </a:lnTo>
                <a:cubicBezTo>
                  <a:pt x="20624" y="0"/>
                  <a:pt x="21600" y="1815"/>
                  <a:pt x="21600" y="4021"/>
                </a:cubicBezTo>
                <a:lnTo>
                  <a:pt x="21600" y="21600"/>
                </a:lnTo>
                <a:close/>
              </a:path>
            </a:pathLst>
          </a:custGeom>
          <a:solidFill>
            <a:schemeClr val="tx1">
              <a:lumMod val="65000"/>
              <a:lumOff val="35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15" name="Shape">
            <a:extLst>
              <a:ext uri="{FF2B5EF4-FFF2-40B4-BE49-F238E27FC236}">
                <a16:creationId xmlns:a16="http://schemas.microsoft.com/office/drawing/2014/main" id="{F7123243-523C-427F-A803-A8F3D29A1F2C}"/>
              </a:ext>
            </a:extLst>
          </p:cNvPr>
          <p:cNvSpPr/>
          <p:nvPr/>
        </p:nvSpPr>
        <p:spPr>
          <a:xfrm rot="20221617">
            <a:off x="1635143" y="2717529"/>
            <a:ext cx="409205" cy="349675"/>
          </a:xfrm>
          <a:custGeom>
            <a:avLst/>
            <a:gdLst/>
            <a:ahLst/>
            <a:cxnLst>
              <a:cxn ang="0">
                <a:pos x="wd2" y="hd2"/>
              </a:cxn>
              <a:cxn ang="5400000">
                <a:pos x="wd2" y="hd2"/>
              </a:cxn>
              <a:cxn ang="10800000">
                <a:pos x="wd2" y="hd2"/>
              </a:cxn>
              <a:cxn ang="16200000">
                <a:pos x="wd2" y="hd2"/>
              </a:cxn>
            </a:cxnLst>
            <a:rect l="0" t="0" r="r" b="b"/>
            <a:pathLst>
              <a:path w="21600" h="21600" extrusionOk="0">
                <a:moveTo>
                  <a:pt x="14502" y="21600"/>
                </a:moveTo>
                <a:lnTo>
                  <a:pt x="21600" y="0"/>
                </a:lnTo>
                <a:lnTo>
                  <a:pt x="0" y="0"/>
                </a:lnTo>
                <a:lnTo>
                  <a:pt x="7098" y="21600"/>
                </a:lnTo>
                <a:cubicBezTo>
                  <a:pt x="8227" y="20800"/>
                  <a:pt x="9470" y="20371"/>
                  <a:pt x="10810" y="20371"/>
                </a:cubicBezTo>
                <a:cubicBezTo>
                  <a:pt x="12149" y="20371"/>
                  <a:pt x="13373" y="20800"/>
                  <a:pt x="14502" y="21600"/>
                </a:cubicBezTo>
                <a:close/>
              </a:path>
            </a:pathLst>
          </a:custGeom>
          <a:solidFill>
            <a:schemeClr val="accent2">
              <a:lumMod val="40000"/>
              <a:lumOff val="60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16" name="Shape">
            <a:extLst>
              <a:ext uri="{FF2B5EF4-FFF2-40B4-BE49-F238E27FC236}">
                <a16:creationId xmlns:a16="http://schemas.microsoft.com/office/drawing/2014/main" id="{D1BA0FC4-0248-4AC7-AD11-6D28CE9A5BBA}"/>
              </a:ext>
            </a:extLst>
          </p:cNvPr>
          <p:cNvSpPr/>
          <p:nvPr/>
        </p:nvSpPr>
        <p:spPr>
          <a:xfrm rot="20221617">
            <a:off x="1855902" y="3028356"/>
            <a:ext cx="140630" cy="135985"/>
          </a:xfrm>
          <a:custGeom>
            <a:avLst/>
            <a:gdLst/>
            <a:ahLst/>
            <a:cxnLst>
              <a:cxn ang="0">
                <a:pos x="wd2" y="hd2"/>
              </a:cxn>
              <a:cxn ang="5400000">
                <a:pos x="wd2" y="hd2"/>
              </a:cxn>
              <a:cxn ang="10800000">
                <a:pos x="wd2" y="hd2"/>
              </a:cxn>
              <a:cxn ang="16200000">
                <a:pos x="wd2" y="hd2"/>
              </a:cxn>
            </a:cxnLst>
            <a:rect l="0" t="0" r="r" b="b"/>
            <a:pathLst>
              <a:path w="21600" h="20160" extrusionOk="0">
                <a:moveTo>
                  <a:pt x="21600" y="2949"/>
                </a:moveTo>
                <a:cubicBezTo>
                  <a:pt x="18315" y="1029"/>
                  <a:pt x="14697" y="0"/>
                  <a:pt x="10800" y="0"/>
                </a:cubicBezTo>
                <a:cubicBezTo>
                  <a:pt x="6903" y="0"/>
                  <a:pt x="3285" y="1097"/>
                  <a:pt x="0" y="2949"/>
                </a:cubicBezTo>
                <a:lnTo>
                  <a:pt x="5122" y="15840"/>
                </a:lnTo>
                <a:cubicBezTo>
                  <a:pt x="7404" y="21600"/>
                  <a:pt x="14085" y="21600"/>
                  <a:pt x="16423" y="15840"/>
                </a:cubicBezTo>
                <a:lnTo>
                  <a:pt x="21600" y="2949"/>
                </a:lnTo>
                <a:close/>
              </a:path>
            </a:pathLst>
          </a:custGeom>
          <a:solidFill>
            <a:schemeClr val="tx1">
              <a:lumMod val="65000"/>
              <a:lumOff val="35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17" name="Shape">
            <a:extLst>
              <a:ext uri="{FF2B5EF4-FFF2-40B4-BE49-F238E27FC236}">
                <a16:creationId xmlns:a16="http://schemas.microsoft.com/office/drawing/2014/main" id="{3B92AAF9-8518-4D78-B67C-F1ADA1FEBE51}"/>
              </a:ext>
            </a:extLst>
          </p:cNvPr>
          <p:cNvSpPr/>
          <p:nvPr/>
        </p:nvSpPr>
        <p:spPr>
          <a:xfrm rot="20221617">
            <a:off x="994202" y="1090148"/>
            <a:ext cx="409205" cy="580558"/>
          </a:xfrm>
          <a:custGeom>
            <a:avLst/>
            <a:gdLst/>
            <a:ahLst/>
            <a:cxnLst>
              <a:cxn ang="0">
                <a:pos x="wd2" y="hd2"/>
              </a:cxn>
              <a:cxn ang="5400000">
                <a:pos x="wd2" y="hd2"/>
              </a:cxn>
              <a:cxn ang="10800000">
                <a:pos x="wd2" y="hd2"/>
              </a:cxn>
              <a:cxn ang="16200000">
                <a:pos x="wd2" y="hd2"/>
              </a:cxn>
            </a:cxnLst>
            <a:rect l="0" t="0" r="r" b="b"/>
            <a:pathLst>
              <a:path w="21600" h="21534" extrusionOk="0">
                <a:moveTo>
                  <a:pt x="18692" y="14772"/>
                </a:moveTo>
                <a:lnTo>
                  <a:pt x="21600" y="14772"/>
                </a:lnTo>
                <a:lnTo>
                  <a:pt x="21600" y="0"/>
                </a:lnTo>
                <a:lnTo>
                  <a:pt x="7557" y="0"/>
                </a:lnTo>
                <a:cubicBezTo>
                  <a:pt x="7672" y="137"/>
                  <a:pt x="7787" y="257"/>
                  <a:pt x="7940" y="360"/>
                </a:cubicBezTo>
                <a:cubicBezTo>
                  <a:pt x="8762" y="961"/>
                  <a:pt x="9279" y="1853"/>
                  <a:pt x="9279" y="2848"/>
                </a:cubicBezTo>
                <a:cubicBezTo>
                  <a:pt x="9279" y="4735"/>
                  <a:pt x="7404" y="6245"/>
                  <a:pt x="5127" y="6159"/>
                </a:cubicBezTo>
                <a:cubicBezTo>
                  <a:pt x="3061" y="6073"/>
                  <a:pt x="1416" y="4615"/>
                  <a:pt x="1397" y="2882"/>
                </a:cubicBezTo>
                <a:cubicBezTo>
                  <a:pt x="1397" y="1887"/>
                  <a:pt x="1913" y="978"/>
                  <a:pt x="2736" y="377"/>
                </a:cubicBezTo>
                <a:cubicBezTo>
                  <a:pt x="2889" y="275"/>
                  <a:pt x="3004" y="154"/>
                  <a:pt x="3099" y="17"/>
                </a:cubicBezTo>
                <a:lnTo>
                  <a:pt x="0" y="17"/>
                </a:lnTo>
                <a:lnTo>
                  <a:pt x="0" y="14789"/>
                </a:lnTo>
                <a:lnTo>
                  <a:pt x="13660" y="14789"/>
                </a:lnTo>
                <a:cubicBezTo>
                  <a:pt x="14311" y="14789"/>
                  <a:pt x="14866" y="15252"/>
                  <a:pt x="14866" y="15835"/>
                </a:cubicBezTo>
                <a:cubicBezTo>
                  <a:pt x="14866" y="15835"/>
                  <a:pt x="14866" y="15835"/>
                  <a:pt x="14866" y="15853"/>
                </a:cubicBezTo>
                <a:lnTo>
                  <a:pt x="14866" y="16041"/>
                </a:lnTo>
                <a:cubicBezTo>
                  <a:pt x="14866" y="16470"/>
                  <a:pt x="14655" y="16848"/>
                  <a:pt x="14292" y="17139"/>
                </a:cubicBezTo>
                <a:cubicBezTo>
                  <a:pt x="13698" y="17620"/>
                  <a:pt x="13316" y="18340"/>
                  <a:pt x="13354" y="19112"/>
                </a:cubicBezTo>
                <a:cubicBezTo>
                  <a:pt x="13412" y="20399"/>
                  <a:pt x="14598" y="21480"/>
                  <a:pt x="16033" y="21531"/>
                </a:cubicBezTo>
                <a:cubicBezTo>
                  <a:pt x="17640" y="21600"/>
                  <a:pt x="18979" y="20451"/>
                  <a:pt x="18979" y="19009"/>
                </a:cubicBezTo>
                <a:cubicBezTo>
                  <a:pt x="18979" y="18254"/>
                  <a:pt x="18615" y="17585"/>
                  <a:pt x="18022" y="17122"/>
                </a:cubicBezTo>
                <a:cubicBezTo>
                  <a:pt x="17678" y="16848"/>
                  <a:pt x="17467" y="16436"/>
                  <a:pt x="17467" y="16024"/>
                </a:cubicBezTo>
                <a:lnTo>
                  <a:pt x="17467" y="15853"/>
                </a:lnTo>
                <a:cubicBezTo>
                  <a:pt x="17467" y="15853"/>
                  <a:pt x="17467" y="15853"/>
                  <a:pt x="17467" y="15835"/>
                </a:cubicBezTo>
                <a:cubicBezTo>
                  <a:pt x="17487" y="15218"/>
                  <a:pt x="18041" y="14772"/>
                  <a:pt x="18692" y="14772"/>
                </a:cubicBezTo>
                <a:close/>
              </a:path>
            </a:pathLst>
          </a:custGeom>
          <a:solidFill>
            <a:schemeClr val="accent6"/>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b="1"/>
          </a:p>
        </p:txBody>
      </p:sp>
      <p:sp>
        <p:nvSpPr>
          <p:cNvPr id="18" name="Shape">
            <a:extLst>
              <a:ext uri="{FF2B5EF4-FFF2-40B4-BE49-F238E27FC236}">
                <a16:creationId xmlns:a16="http://schemas.microsoft.com/office/drawing/2014/main" id="{FC4CBDC1-1002-478F-86E6-5224C6E3F1E4}"/>
              </a:ext>
            </a:extLst>
          </p:cNvPr>
          <p:cNvSpPr/>
          <p:nvPr/>
        </p:nvSpPr>
        <p:spPr>
          <a:xfrm rot="20221617">
            <a:off x="822252" y="685684"/>
            <a:ext cx="409205" cy="578245"/>
          </a:xfrm>
          <a:custGeom>
            <a:avLst/>
            <a:gdLst/>
            <a:ahLst/>
            <a:cxnLst>
              <a:cxn ang="0">
                <a:pos x="wd2" y="hd2"/>
              </a:cxn>
              <a:cxn ang="5400000">
                <a:pos x="wd2" y="hd2"/>
              </a:cxn>
              <a:cxn ang="10800000">
                <a:pos x="wd2" y="hd2"/>
              </a:cxn>
              <a:cxn ang="16200000">
                <a:pos x="wd2" y="hd2"/>
              </a:cxn>
            </a:cxnLst>
            <a:rect l="0" t="0" r="r" b="b"/>
            <a:pathLst>
              <a:path w="21600" h="21534" extrusionOk="0">
                <a:moveTo>
                  <a:pt x="7825" y="14779"/>
                </a:moveTo>
                <a:lnTo>
                  <a:pt x="21600" y="14779"/>
                </a:lnTo>
                <a:lnTo>
                  <a:pt x="21600" y="0"/>
                </a:lnTo>
                <a:lnTo>
                  <a:pt x="0" y="0"/>
                </a:lnTo>
                <a:lnTo>
                  <a:pt x="0" y="14779"/>
                </a:lnTo>
                <a:lnTo>
                  <a:pt x="2832" y="14779"/>
                </a:lnTo>
                <a:cubicBezTo>
                  <a:pt x="3463" y="14779"/>
                  <a:pt x="4018" y="15227"/>
                  <a:pt x="4018" y="15812"/>
                </a:cubicBezTo>
                <a:cubicBezTo>
                  <a:pt x="4018" y="15812"/>
                  <a:pt x="4018" y="15812"/>
                  <a:pt x="4018" y="15830"/>
                </a:cubicBezTo>
                <a:lnTo>
                  <a:pt x="4018" y="16019"/>
                </a:lnTo>
                <a:cubicBezTo>
                  <a:pt x="4018" y="16450"/>
                  <a:pt x="3807" y="16829"/>
                  <a:pt x="3444" y="17122"/>
                </a:cubicBezTo>
                <a:cubicBezTo>
                  <a:pt x="2851" y="17604"/>
                  <a:pt x="2468" y="18327"/>
                  <a:pt x="2506" y="19102"/>
                </a:cubicBezTo>
                <a:cubicBezTo>
                  <a:pt x="2564" y="20394"/>
                  <a:pt x="3750" y="21479"/>
                  <a:pt x="5185" y="21531"/>
                </a:cubicBezTo>
                <a:cubicBezTo>
                  <a:pt x="6792" y="21600"/>
                  <a:pt x="8131" y="20446"/>
                  <a:pt x="8131" y="18999"/>
                </a:cubicBezTo>
                <a:cubicBezTo>
                  <a:pt x="8131" y="18241"/>
                  <a:pt x="7768" y="17569"/>
                  <a:pt x="7174" y="17104"/>
                </a:cubicBezTo>
                <a:cubicBezTo>
                  <a:pt x="6830" y="16829"/>
                  <a:pt x="6620" y="16415"/>
                  <a:pt x="6620" y="16002"/>
                </a:cubicBezTo>
                <a:lnTo>
                  <a:pt x="6620" y="15830"/>
                </a:lnTo>
                <a:cubicBezTo>
                  <a:pt x="6620" y="15830"/>
                  <a:pt x="6620" y="15830"/>
                  <a:pt x="6620" y="15812"/>
                </a:cubicBezTo>
                <a:cubicBezTo>
                  <a:pt x="6639" y="15227"/>
                  <a:pt x="7174" y="14779"/>
                  <a:pt x="7825" y="14779"/>
                </a:cubicBezTo>
                <a:close/>
              </a:path>
            </a:pathLst>
          </a:custGeom>
          <a:solidFill>
            <a:schemeClr val="accent2"/>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19" name="Shape">
            <a:extLst>
              <a:ext uri="{FF2B5EF4-FFF2-40B4-BE49-F238E27FC236}">
                <a16:creationId xmlns:a16="http://schemas.microsoft.com/office/drawing/2014/main" id="{983D23B1-6709-498F-BC32-4860096BACFD}"/>
              </a:ext>
            </a:extLst>
          </p:cNvPr>
          <p:cNvSpPr/>
          <p:nvPr/>
        </p:nvSpPr>
        <p:spPr>
          <a:xfrm rot="20221617">
            <a:off x="1165611" y="1494723"/>
            <a:ext cx="409205" cy="580095"/>
          </a:xfrm>
          <a:custGeom>
            <a:avLst/>
            <a:gdLst/>
            <a:ahLst/>
            <a:cxnLst>
              <a:cxn ang="0">
                <a:pos x="wd2" y="hd2"/>
              </a:cxn>
              <a:cxn ang="5400000">
                <a:pos x="wd2" y="hd2"/>
              </a:cxn>
              <a:cxn ang="10800000">
                <a:pos x="wd2" y="hd2"/>
              </a:cxn>
              <a:cxn ang="16200000">
                <a:pos x="wd2" y="hd2"/>
              </a:cxn>
            </a:cxnLst>
            <a:rect l="0" t="0" r="r" b="b"/>
            <a:pathLst>
              <a:path w="21600" h="21534" extrusionOk="0">
                <a:moveTo>
                  <a:pt x="7844" y="14783"/>
                </a:moveTo>
                <a:lnTo>
                  <a:pt x="21600" y="14783"/>
                </a:lnTo>
                <a:lnTo>
                  <a:pt x="21600" y="0"/>
                </a:lnTo>
                <a:lnTo>
                  <a:pt x="18405" y="0"/>
                </a:lnTo>
                <a:cubicBezTo>
                  <a:pt x="18520" y="137"/>
                  <a:pt x="18635" y="258"/>
                  <a:pt x="18788" y="378"/>
                </a:cubicBezTo>
                <a:cubicBezTo>
                  <a:pt x="19610" y="979"/>
                  <a:pt x="20127" y="1872"/>
                  <a:pt x="20127" y="2867"/>
                </a:cubicBezTo>
                <a:cubicBezTo>
                  <a:pt x="20127" y="4756"/>
                  <a:pt x="18252" y="6267"/>
                  <a:pt x="15975" y="6181"/>
                </a:cubicBezTo>
                <a:cubicBezTo>
                  <a:pt x="13909" y="6095"/>
                  <a:pt x="12264" y="4636"/>
                  <a:pt x="12244" y="2902"/>
                </a:cubicBezTo>
                <a:cubicBezTo>
                  <a:pt x="12244" y="1906"/>
                  <a:pt x="12761" y="996"/>
                  <a:pt x="13584" y="395"/>
                </a:cubicBezTo>
                <a:cubicBezTo>
                  <a:pt x="13737" y="292"/>
                  <a:pt x="13852" y="155"/>
                  <a:pt x="13966" y="17"/>
                </a:cubicBezTo>
                <a:lnTo>
                  <a:pt x="0" y="17"/>
                </a:lnTo>
                <a:lnTo>
                  <a:pt x="0" y="14801"/>
                </a:lnTo>
                <a:lnTo>
                  <a:pt x="2812" y="14801"/>
                </a:lnTo>
                <a:cubicBezTo>
                  <a:pt x="3463" y="14801"/>
                  <a:pt x="4018" y="15264"/>
                  <a:pt x="4018" y="15831"/>
                </a:cubicBezTo>
                <a:cubicBezTo>
                  <a:pt x="4018" y="15831"/>
                  <a:pt x="4018" y="15831"/>
                  <a:pt x="4018" y="15848"/>
                </a:cubicBezTo>
                <a:lnTo>
                  <a:pt x="4018" y="16037"/>
                </a:lnTo>
                <a:cubicBezTo>
                  <a:pt x="4018" y="16466"/>
                  <a:pt x="3807" y="16844"/>
                  <a:pt x="3444" y="17136"/>
                </a:cubicBezTo>
                <a:cubicBezTo>
                  <a:pt x="2851" y="17617"/>
                  <a:pt x="2468" y="18338"/>
                  <a:pt x="2506" y="19110"/>
                </a:cubicBezTo>
                <a:cubicBezTo>
                  <a:pt x="2564" y="20398"/>
                  <a:pt x="3750" y="21480"/>
                  <a:pt x="5185" y="21531"/>
                </a:cubicBezTo>
                <a:cubicBezTo>
                  <a:pt x="6792" y="21600"/>
                  <a:pt x="8131" y="20450"/>
                  <a:pt x="8131" y="19007"/>
                </a:cubicBezTo>
                <a:cubicBezTo>
                  <a:pt x="8131" y="18252"/>
                  <a:pt x="7768" y="17582"/>
                  <a:pt x="7174" y="17119"/>
                </a:cubicBezTo>
                <a:cubicBezTo>
                  <a:pt x="6830" y="16844"/>
                  <a:pt x="6620" y="16432"/>
                  <a:pt x="6620" y="16020"/>
                </a:cubicBezTo>
                <a:lnTo>
                  <a:pt x="6620" y="15848"/>
                </a:lnTo>
                <a:cubicBezTo>
                  <a:pt x="6620" y="15848"/>
                  <a:pt x="6620" y="15848"/>
                  <a:pt x="6620" y="15831"/>
                </a:cubicBezTo>
                <a:cubicBezTo>
                  <a:pt x="6658" y="15247"/>
                  <a:pt x="7213" y="14783"/>
                  <a:pt x="7844" y="14783"/>
                </a:cubicBezTo>
                <a:close/>
              </a:path>
            </a:pathLst>
          </a:custGeom>
          <a:solidFill>
            <a:schemeClr val="accent5"/>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20" name="Shape">
            <a:extLst>
              <a:ext uri="{FF2B5EF4-FFF2-40B4-BE49-F238E27FC236}">
                <a16:creationId xmlns:a16="http://schemas.microsoft.com/office/drawing/2014/main" id="{350AF855-3198-4DCE-A93B-7B2FA64A51ED}"/>
              </a:ext>
            </a:extLst>
          </p:cNvPr>
          <p:cNvSpPr/>
          <p:nvPr/>
        </p:nvSpPr>
        <p:spPr>
          <a:xfrm rot="20221617">
            <a:off x="1336868" y="1898280"/>
            <a:ext cx="408842" cy="580095"/>
          </a:xfrm>
          <a:custGeom>
            <a:avLst/>
            <a:gdLst/>
            <a:ahLst/>
            <a:cxnLst>
              <a:cxn ang="0">
                <a:pos x="wd2" y="hd2"/>
              </a:cxn>
              <a:cxn ang="5400000">
                <a:pos x="wd2" y="hd2"/>
              </a:cxn>
              <a:cxn ang="10800000">
                <a:pos x="wd2" y="hd2"/>
              </a:cxn>
              <a:cxn ang="16200000">
                <a:pos x="wd2" y="hd2"/>
              </a:cxn>
            </a:cxnLst>
            <a:rect l="0" t="0" r="r" b="b"/>
            <a:pathLst>
              <a:path w="21600" h="21534" extrusionOk="0">
                <a:moveTo>
                  <a:pt x="18689" y="14783"/>
                </a:moveTo>
                <a:lnTo>
                  <a:pt x="21600" y="14783"/>
                </a:lnTo>
                <a:lnTo>
                  <a:pt x="21600" y="0"/>
                </a:lnTo>
                <a:lnTo>
                  <a:pt x="7545" y="0"/>
                </a:lnTo>
                <a:cubicBezTo>
                  <a:pt x="7660" y="137"/>
                  <a:pt x="7774" y="258"/>
                  <a:pt x="7928" y="361"/>
                </a:cubicBezTo>
                <a:cubicBezTo>
                  <a:pt x="8751" y="962"/>
                  <a:pt x="9268" y="1854"/>
                  <a:pt x="9268" y="2850"/>
                </a:cubicBezTo>
                <a:cubicBezTo>
                  <a:pt x="9268" y="4739"/>
                  <a:pt x="7391" y="6250"/>
                  <a:pt x="5113" y="6164"/>
                </a:cubicBezTo>
                <a:cubicBezTo>
                  <a:pt x="3045" y="6078"/>
                  <a:pt x="1398" y="4619"/>
                  <a:pt x="1379" y="2885"/>
                </a:cubicBezTo>
                <a:cubicBezTo>
                  <a:pt x="1379" y="1889"/>
                  <a:pt x="1896" y="979"/>
                  <a:pt x="2719" y="378"/>
                </a:cubicBezTo>
                <a:cubicBezTo>
                  <a:pt x="2872" y="275"/>
                  <a:pt x="2987" y="137"/>
                  <a:pt x="3102" y="17"/>
                </a:cubicBezTo>
                <a:lnTo>
                  <a:pt x="0" y="17"/>
                </a:lnTo>
                <a:lnTo>
                  <a:pt x="0" y="14801"/>
                </a:lnTo>
                <a:lnTo>
                  <a:pt x="13672" y="14801"/>
                </a:lnTo>
                <a:cubicBezTo>
                  <a:pt x="14323" y="14801"/>
                  <a:pt x="14860" y="15264"/>
                  <a:pt x="14879" y="15831"/>
                </a:cubicBezTo>
                <a:cubicBezTo>
                  <a:pt x="14879" y="15831"/>
                  <a:pt x="14879" y="15831"/>
                  <a:pt x="14879" y="15848"/>
                </a:cubicBezTo>
                <a:lnTo>
                  <a:pt x="14879" y="16037"/>
                </a:lnTo>
                <a:cubicBezTo>
                  <a:pt x="14879" y="16466"/>
                  <a:pt x="14668" y="16844"/>
                  <a:pt x="14304" y="17136"/>
                </a:cubicBezTo>
                <a:cubicBezTo>
                  <a:pt x="13711" y="17617"/>
                  <a:pt x="13328" y="18338"/>
                  <a:pt x="13366" y="19110"/>
                </a:cubicBezTo>
                <a:cubicBezTo>
                  <a:pt x="13423" y="20398"/>
                  <a:pt x="14611" y="21480"/>
                  <a:pt x="16047" y="21531"/>
                </a:cubicBezTo>
                <a:cubicBezTo>
                  <a:pt x="17655" y="21600"/>
                  <a:pt x="18996" y="20450"/>
                  <a:pt x="18996" y="19007"/>
                </a:cubicBezTo>
                <a:cubicBezTo>
                  <a:pt x="18996" y="18252"/>
                  <a:pt x="18632" y="17582"/>
                  <a:pt x="18038" y="17119"/>
                </a:cubicBezTo>
                <a:cubicBezTo>
                  <a:pt x="17694" y="16844"/>
                  <a:pt x="17483" y="16432"/>
                  <a:pt x="17483" y="16020"/>
                </a:cubicBezTo>
                <a:lnTo>
                  <a:pt x="17483" y="15848"/>
                </a:lnTo>
                <a:cubicBezTo>
                  <a:pt x="17483" y="15848"/>
                  <a:pt x="17483" y="15848"/>
                  <a:pt x="17483" y="15831"/>
                </a:cubicBezTo>
                <a:cubicBezTo>
                  <a:pt x="17502" y="15230"/>
                  <a:pt x="18038" y="14783"/>
                  <a:pt x="18689" y="14783"/>
                </a:cubicBezTo>
                <a:close/>
              </a:path>
            </a:pathLst>
          </a:custGeom>
          <a:solidFill>
            <a:schemeClr val="tx1">
              <a:lumMod val="50000"/>
              <a:lumOff val="50000"/>
            </a:schemeClr>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21" name="Shape">
            <a:extLst>
              <a:ext uri="{FF2B5EF4-FFF2-40B4-BE49-F238E27FC236}">
                <a16:creationId xmlns:a16="http://schemas.microsoft.com/office/drawing/2014/main" id="{8669E639-82D0-4C32-9B81-DE8CE0F6DAAB}"/>
              </a:ext>
            </a:extLst>
          </p:cNvPr>
          <p:cNvSpPr/>
          <p:nvPr/>
        </p:nvSpPr>
        <p:spPr>
          <a:xfrm rot="20221617">
            <a:off x="1473302" y="2311010"/>
            <a:ext cx="409205" cy="399167"/>
          </a:xfrm>
          <a:custGeom>
            <a:avLst/>
            <a:gdLst/>
            <a:ahLst/>
            <a:cxnLst>
              <a:cxn ang="0">
                <a:pos x="wd2" y="hd2"/>
              </a:cxn>
              <a:cxn ang="5400000">
                <a:pos x="wd2" y="hd2"/>
              </a:cxn>
              <a:cxn ang="10800000">
                <a:pos x="wd2" y="hd2"/>
              </a:cxn>
              <a:cxn ang="16200000">
                <a:pos x="wd2" y="hd2"/>
              </a:cxn>
            </a:cxnLst>
            <a:rect l="0" t="0" r="r" b="b"/>
            <a:pathLst>
              <a:path w="21600" h="21600" extrusionOk="0">
                <a:moveTo>
                  <a:pt x="18386" y="0"/>
                </a:moveTo>
                <a:cubicBezTo>
                  <a:pt x="18501" y="200"/>
                  <a:pt x="18615" y="375"/>
                  <a:pt x="18768" y="526"/>
                </a:cubicBezTo>
                <a:cubicBezTo>
                  <a:pt x="19591" y="1402"/>
                  <a:pt x="20108" y="2703"/>
                  <a:pt x="20108" y="4155"/>
                </a:cubicBezTo>
                <a:cubicBezTo>
                  <a:pt x="20108" y="6908"/>
                  <a:pt x="18233" y="9111"/>
                  <a:pt x="15956" y="8985"/>
                </a:cubicBezTo>
                <a:cubicBezTo>
                  <a:pt x="13890" y="8860"/>
                  <a:pt x="12244" y="6733"/>
                  <a:pt x="12225" y="4205"/>
                </a:cubicBezTo>
                <a:cubicBezTo>
                  <a:pt x="12225" y="2753"/>
                  <a:pt x="12742" y="1427"/>
                  <a:pt x="13565" y="551"/>
                </a:cubicBezTo>
                <a:cubicBezTo>
                  <a:pt x="13718" y="400"/>
                  <a:pt x="13832" y="225"/>
                  <a:pt x="13947" y="25"/>
                </a:cubicBezTo>
                <a:lnTo>
                  <a:pt x="0" y="25"/>
                </a:lnTo>
                <a:lnTo>
                  <a:pt x="0" y="21600"/>
                </a:lnTo>
                <a:lnTo>
                  <a:pt x="21600" y="21600"/>
                </a:lnTo>
                <a:lnTo>
                  <a:pt x="21600" y="25"/>
                </a:lnTo>
                <a:lnTo>
                  <a:pt x="18386" y="25"/>
                </a:lnTo>
                <a:close/>
              </a:path>
            </a:pathLst>
          </a:custGeom>
          <a:solidFill>
            <a:srgbClr val="002060"/>
          </a:solidFill>
          <a:ln w="12700">
            <a:miter lim="400000"/>
          </a:ln>
        </p:spPr>
        <p:txBody>
          <a:bodyPr lIns="38100" tIns="38100" rIns="38100" bIns="3810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sp>
        <p:nvSpPr>
          <p:cNvPr id="24" name="Rectangle 23">
            <a:extLst>
              <a:ext uri="{FF2B5EF4-FFF2-40B4-BE49-F238E27FC236}">
                <a16:creationId xmlns:a16="http://schemas.microsoft.com/office/drawing/2014/main" id="{B6E663E5-EAB6-4DEF-ACC6-7556160558C5}"/>
              </a:ext>
            </a:extLst>
          </p:cNvPr>
          <p:cNvSpPr/>
          <p:nvPr/>
        </p:nvSpPr>
        <p:spPr>
          <a:xfrm>
            <a:off x="5887506" y="4596110"/>
            <a:ext cx="569387" cy="923330"/>
          </a:xfrm>
          <a:prstGeom prst="rect">
            <a:avLst/>
          </a:prstGeom>
          <a:noFill/>
        </p:spPr>
        <p:txBody>
          <a:bodyPr wrap="none" lIns="91440" tIns="45720" rIns="91440" bIns="45720">
            <a:spAutoFit/>
          </a:bodyPr>
          <a:lstStyle/>
          <a:p>
            <a:pPr algn="ctr"/>
            <a:r>
              <a:rPr lang="fr-FR" sz="5400" b="0" cap="none" spc="0">
                <a:ln w="0"/>
                <a:gradFill>
                  <a:gsLst>
                    <a:gs pos="21000">
                      <a:srgbClr val="53575C"/>
                    </a:gs>
                    <a:gs pos="88000">
                      <a:srgbClr val="C5C7CA"/>
                    </a:gs>
                  </a:gsLst>
                  <a:lin ang="5400000"/>
                </a:gradFill>
                <a:effectLst/>
              </a:rPr>
              <a:t>?</a:t>
            </a:r>
          </a:p>
        </p:txBody>
      </p:sp>
    </p:spTree>
    <p:extLst>
      <p:ext uri="{BB962C8B-B14F-4D97-AF65-F5344CB8AC3E}">
        <p14:creationId xmlns:p14="http://schemas.microsoft.com/office/powerpoint/2010/main" val="2947712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5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par>
                                <p:cTn id="8" presetID="37" presetClass="path" presetSubtype="0" accel="50000" decel="50000" fill="hold" grpId="0" nodeType="withEffect">
                                  <p:stCondLst>
                                    <p:cond delay="0"/>
                                  </p:stCondLst>
                                  <p:childTnLst>
                                    <p:animMotion origin="layout" path="M -2.08333E-7 -0.01458 L 0.18997 0.00625 C 0.22943 0.01088 0.2888 0.01389 0.35117 0.01389 C 0.42201 0.01389 0.47891 0.01088 0.51836 0.00625 L 0.70846 -0.01458 " pathEditMode="relative" rAng="0" ptsTypes="AAAAA">
                                      <p:cBhvr>
                                        <p:cTn id="9" dur="1750" fill="hold"/>
                                        <p:tgtEl>
                                          <p:spTgt spid="14"/>
                                        </p:tgtEl>
                                        <p:attrNameLst>
                                          <p:attrName>ppt_x</p:attrName>
                                          <p:attrName>ppt_y</p:attrName>
                                        </p:attrNameLst>
                                      </p:cBhvr>
                                      <p:rCtr x="35417" y="1412"/>
                                    </p:animMotion>
                                  </p:childTnLst>
                                </p:cTn>
                              </p:par>
                              <p:par>
                                <p:cTn id="10" presetID="37" presetClass="path" presetSubtype="0" accel="50000" decel="50000" fill="hold" grpId="0" nodeType="withEffect">
                                  <p:stCondLst>
                                    <p:cond delay="0"/>
                                  </p:stCondLst>
                                  <p:childTnLst>
                                    <p:animMotion origin="layout" path="M -1.45833E-6 -0.01458 L 0.18998 0.00625 C 0.22943 0.01088 0.2888 0.01389 0.35117 0.01389 C 0.42201 0.01389 0.47891 0.01088 0.51836 0.00625 L 0.70847 -0.01458 " pathEditMode="relative" rAng="0" ptsTypes="AAAAA">
                                      <p:cBhvr>
                                        <p:cTn id="11" dur="1750" fill="hold"/>
                                        <p:tgtEl>
                                          <p:spTgt spid="15"/>
                                        </p:tgtEl>
                                        <p:attrNameLst>
                                          <p:attrName>ppt_x</p:attrName>
                                          <p:attrName>ppt_y</p:attrName>
                                        </p:attrNameLst>
                                      </p:cBhvr>
                                      <p:rCtr x="35417" y="1412"/>
                                    </p:animMotion>
                                  </p:childTnLst>
                                </p:cTn>
                              </p:par>
                              <p:par>
                                <p:cTn id="12" presetID="37" presetClass="path" presetSubtype="0" accel="50000" decel="50000" fill="hold" grpId="0" nodeType="withEffect">
                                  <p:stCondLst>
                                    <p:cond delay="0"/>
                                  </p:stCondLst>
                                  <p:childTnLst>
                                    <p:animMotion origin="layout" path="M -2.70833E-6 -0.01458 L 0.18998 0.00625 C 0.22943 0.01088 0.2888 0.01389 0.35117 0.01389 C 0.42201 0.01389 0.47891 0.01088 0.51836 0.00625 L 0.70847 -0.01458 " pathEditMode="relative" rAng="0" ptsTypes="AAAAA">
                                      <p:cBhvr>
                                        <p:cTn id="13" dur="1750" fill="hold"/>
                                        <p:tgtEl>
                                          <p:spTgt spid="16"/>
                                        </p:tgtEl>
                                        <p:attrNameLst>
                                          <p:attrName>ppt_x</p:attrName>
                                          <p:attrName>ppt_y</p:attrName>
                                        </p:attrNameLst>
                                      </p:cBhvr>
                                      <p:rCtr x="35417" y="1412"/>
                                    </p:animMotion>
                                  </p:childTnLst>
                                </p:cTn>
                              </p:par>
                              <p:par>
                                <p:cTn id="14" presetID="37" presetClass="path" presetSubtype="0" accel="50000" decel="50000" fill="hold" grpId="0" nodeType="withEffect">
                                  <p:stCondLst>
                                    <p:cond delay="0"/>
                                  </p:stCondLst>
                                  <p:childTnLst>
                                    <p:animMotion origin="layout" path="M 2.70833E-6 -0.01459 L 0.18997 0.00625 C 0.22942 0.01088 0.2888 0.01389 0.35117 0.01389 C 0.422 0.01389 0.4789 0.01088 0.51836 0.00625 L 0.70846 -0.01459 " pathEditMode="relative" rAng="0" ptsTypes="AAAAA">
                                      <p:cBhvr>
                                        <p:cTn id="15" dur="1750" fill="hold"/>
                                        <p:tgtEl>
                                          <p:spTgt spid="17"/>
                                        </p:tgtEl>
                                        <p:attrNameLst>
                                          <p:attrName>ppt_x</p:attrName>
                                          <p:attrName>ppt_y</p:attrName>
                                        </p:attrNameLst>
                                      </p:cBhvr>
                                      <p:rCtr x="35417" y="1412"/>
                                    </p:animMotion>
                                  </p:childTnLst>
                                </p:cTn>
                              </p:par>
                              <p:par>
                                <p:cTn id="16" presetID="37" presetClass="path" presetSubtype="0" accel="50000" decel="50000" fill="hold" grpId="0" nodeType="withEffect">
                                  <p:stCondLst>
                                    <p:cond delay="0"/>
                                  </p:stCondLst>
                                  <p:childTnLst>
                                    <p:animMotion origin="layout" path="M -4.79167E-6 -0.01458 L 0.18998 0.00625 C 0.22943 0.01088 0.28881 0.01389 0.35118 0.01389 C 0.42201 0.01389 0.47891 0.01088 0.51836 0.00625 L 0.70847 -0.01458 " pathEditMode="relative" rAng="0" ptsTypes="AAAAA">
                                      <p:cBhvr>
                                        <p:cTn id="17" dur="1750" fill="hold"/>
                                        <p:tgtEl>
                                          <p:spTgt spid="18"/>
                                        </p:tgtEl>
                                        <p:attrNameLst>
                                          <p:attrName>ppt_x</p:attrName>
                                          <p:attrName>ppt_y</p:attrName>
                                        </p:attrNameLst>
                                      </p:cBhvr>
                                      <p:rCtr x="35417" y="1412"/>
                                    </p:animMotion>
                                  </p:childTnLst>
                                </p:cTn>
                              </p:par>
                              <p:par>
                                <p:cTn id="18" presetID="37" presetClass="path" presetSubtype="0" accel="50000" decel="50000" fill="hold" grpId="0" nodeType="withEffect">
                                  <p:stCondLst>
                                    <p:cond delay="0"/>
                                  </p:stCondLst>
                                  <p:childTnLst>
                                    <p:animMotion origin="layout" path="M 2.08333E-7 -0.01459 L 0.18997 0.00625 C 0.22943 0.01087 0.2888 0.01388 0.35117 0.01388 C 0.42201 0.01388 0.47891 0.01087 0.51836 0.00625 L 0.70846 -0.01459 " pathEditMode="relative" rAng="0" ptsTypes="AAAAA">
                                      <p:cBhvr>
                                        <p:cTn id="19" dur="1750" fill="hold"/>
                                        <p:tgtEl>
                                          <p:spTgt spid="19"/>
                                        </p:tgtEl>
                                        <p:attrNameLst>
                                          <p:attrName>ppt_x</p:attrName>
                                          <p:attrName>ppt_y</p:attrName>
                                        </p:attrNameLst>
                                      </p:cBhvr>
                                      <p:rCtr x="35417" y="1412"/>
                                    </p:animMotion>
                                  </p:childTnLst>
                                </p:cTn>
                              </p:par>
                              <p:par>
                                <p:cTn id="20" presetID="37" presetClass="path" presetSubtype="0" accel="50000" decel="50000" fill="hold" grpId="0" nodeType="withEffect">
                                  <p:stCondLst>
                                    <p:cond delay="0"/>
                                  </p:stCondLst>
                                  <p:childTnLst>
                                    <p:animMotion origin="layout" path="M -2.29167E-6 -0.01458 L 0.18998 0.00625 C 0.22943 0.01088 0.2888 0.01389 0.35117 0.01389 C 0.42201 0.01389 0.47891 0.01088 0.51836 0.00625 L 0.70847 -0.01458 " pathEditMode="relative" rAng="0" ptsTypes="AAAAA">
                                      <p:cBhvr>
                                        <p:cTn id="21" dur="1750" fill="hold"/>
                                        <p:tgtEl>
                                          <p:spTgt spid="20"/>
                                        </p:tgtEl>
                                        <p:attrNameLst>
                                          <p:attrName>ppt_x</p:attrName>
                                          <p:attrName>ppt_y</p:attrName>
                                        </p:attrNameLst>
                                      </p:cBhvr>
                                      <p:rCtr x="35417" y="1412"/>
                                    </p:animMotion>
                                  </p:childTnLst>
                                </p:cTn>
                              </p:par>
                              <p:par>
                                <p:cTn id="22" presetID="37" presetClass="path" presetSubtype="0" accel="50000" decel="50000" fill="hold" grpId="0" nodeType="withEffect">
                                  <p:stCondLst>
                                    <p:cond delay="0"/>
                                  </p:stCondLst>
                                  <p:childTnLst>
                                    <p:animMotion origin="layout" path="M -2.08333E-7 -0.01458 L 0.18997 0.00625 C 0.22943 0.01088 0.2888 0.01389 0.35117 0.01389 C 0.42201 0.01389 0.47891 0.01088 0.51836 0.00625 L 0.70846 -0.01458 " pathEditMode="relative" rAng="0" ptsTypes="AAAAA">
                                      <p:cBhvr>
                                        <p:cTn id="23" dur="1750" fill="hold"/>
                                        <p:tgtEl>
                                          <p:spTgt spid="21"/>
                                        </p:tgtEl>
                                        <p:attrNameLst>
                                          <p:attrName>ppt_x</p:attrName>
                                          <p:attrName>ppt_y</p:attrName>
                                        </p:attrNameLst>
                                      </p:cBhvr>
                                      <p:rCtr x="35417" y="1412"/>
                                    </p:animMotion>
                                  </p:childTnLst>
                                </p:cTn>
                              </p:par>
                              <p:par>
                                <p:cTn id="24" presetID="10" presetClass="entr" presetSubtype="0" fill="hold" grpId="0" nodeType="withEffect">
                                  <p:stCondLst>
                                    <p:cond delay="150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296316AB-6FE3-4C6A-A623-3347E490E3D8}"/>
              </a:ext>
            </a:extLst>
          </p:cNvPr>
          <p:cNvCxnSpPr>
            <a:cxnSpLocks/>
          </p:cNvCxnSpPr>
          <p:nvPr/>
        </p:nvCxnSpPr>
        <p:spPr>
          <a:xfrm flipH="1">
            <a:off x="422123" y="0"/>
            <a:ext cx="0" cy="2013217"/>
          </a:xfrm>
          <a:prstGeom prst="line">
            <a:avLst/>
          </a:prstGeom>
          <a:ln w="19050">
            <a:solidFill>
              <a:srgbClr val="051922"/>
            </a:solidFill>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2F45364C-31A5-4440-89F7-5A810E990A93}"/>
              </a:ext>
            </a:extLst>
          </p:cNvPr>
          <p:cNvSpPr/>
          <p:nvPr/>
        </p:nvSpPr>
        <p:spPr>
          <a:xfrm>
            <a:off x="404123" y="2430981"/>
            <a:ext cx="36000" cy="36000"/>
          </a:xfrm>
          <a:prstGeom prst="ellipse">
            <a:avLst/>
          </a:prstGeom>
          <a:solidFill>
            <a:srgbClr val="051922"/>
          </a:solidFill>
          <a:ln>
            <a:solidFill>
              <a:srgbClr val="0519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EFEFE"/>
              </a:solidFill>
              <a:effectLst/>
              <a:uLnTx/>
              <a:uFillTx/>
              <a:latin typeface="Arial"/>
              <a:ea typeface="+mn-ea"/>
              <a:cs typeface="+mn-cs"/>
            </a:endParaRPr>
          </a:p>
        </p:txBody>
      </p:sp>
      <p:sp>
        <p:nvSpPr>
          <p:cNvPr id="30" name="Oval 29">
            <a:extLst>
              <a:ext uri="{FF2B5EF4-FFF2-40B4-BE49-F238E27FC236}">
                <a16:creationId xmlns:a16="http://schemas.microsoft.com/office/drawing/2014/main" id="{3812DC55-D8D3-45A2-AE57-CE1520455A51}"/>
              </a:ext>
            </a:extLst>
          </p:cNvPr>
          <p:cNvSpPr/>
          <p:nvPr/>
        </p:nvSpPr>
        <p:spPr>
          <a:xfrm>
            <a:off x="404123" y="2281874"/>
            <a:ext cx="36000" cy="36000"/>
          </a:xfrm>
          <a:prstGeom prst="ellipse">
            <a:avLst/>
          </a:prstGeom>
          <a:solidFill>
            <a:srgbClr val="051922"/>
          </a:solidFill>
          <a:ln>
            <a:solidFill>
              <a:srgbClr val="0519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EFEFE"/>
              </a:solidFill>
              <a:effectLst/>
              <a:uLnTx/>
              <a:uFillTx/>
              <a:latin typeface="Arial"/>
              <a:ea typeface="+mn-ea"/>
              <a:cs typeface="+mn-cs"/>
            </a:endParaRPr>
          </a:p>
        </p:txBody>
      </p:sp>
      <p:sp>
        <p:nvSpPr>
          <p:cNvPr id="31" name="Oval 30">
            <a:extLst>
              <a:ext uri="{FF2B5EF4-FFF2-40B4-BE49-F238E27FC236}">
                <a16:creationId xmlns:a16="http://schemas.microsoft.com/office/drawing/2014/main" id="{492CB01F-2799-4216-A61D-F519DCC1ED0B}"/>
              </a:ext>
            </a:extLst>
          </p:cNvPr>
          <p:cNvSpPr/>
          <p:nvPr/>
        </p:nvSpPr>
        <p:spPr>
          <a:xfrm>
            <a:off x="404123" y="2132767"/>
            <a:ext cx="36000" cy="36000"/>
          </a:xfrm>
          <a:prstGeom prst="ellipse">
            <a:avLst/>
          </a:prstGeom>
          <a:solidFill>
            <a:srgbClr val="051922"/>
          </a:solidFill>
          <a:ln>
            <a:solidFill>
              <a:srgbClr val="0519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EFEFE"/>
              </a:solidFill>
              <a:effectLst/>
              <a:uLnTx/>
              <a:uFillTx/>
              <a:latin typeface="Arial"/>
              <a:ea typeface="+mn-ea"/>
              <a:cs typeface="+mn-cs"/>
            </a:endParaRPr>
          </a:p>
        </p:txBody>
      </p:sp>
      <p:pic>
        <p:nvPicPr>
          <p:cNvPr id="32" name="Picture 2" descr="L'entreprise internationale Onepoint s'implante à Lyon ! - Aderly Setup">
            <a:extLst>
              <a:ext uri="{FF2B5EF4-FFF2-40B4-BE49-F238E27FC236}">
                <a16:creationId xmlns:a16="http://schemas.microsoft.com/office/drawing/2014/main" id="{73CF2BFD-5C05-42AB-8968-4AD4847F31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56098" y="6373478"/>
            <a:ext cx="1247775" cy="380181"/>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65AB2502-1AD5-4FB1-821D-20E69D07F261}"/>
              </a:ext>
            </a:extLst>
          </p:cNvPr>
          <p:cNvSpPr/>
          <p:nvPr/>
        </p:nvSpPr>
        <p:spPr>
          <a:xfrm>
            <a:off x="0" y="3554018"/>
            <a:ext cx="6823279" cy="1607312"/>
          </a:xfrm>
          <a:prstGeom prst="rect">
            <a:avLst/>
          </a:prstGeom>
          <a:solidFill>
            <a:srgbClr val="051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EFEFE"/>
              </a:solidFill>
              <a:effectLst/>
              <a:uLnTx/>
              <a:uFillTx/>
              <a:latin typeface="Arial"/>
              <a:ea typeface="+mn-ea"/>
              <a:cs typeface="+mn-cs"/>
            </a:endParaRPr>
          </a:p>
        </p:txBody>
      </p:sp>
      <p:sp>
        <p:nvSpPr>
          <p:cNvPr id="20" name="Rectangle 19">
            <a:extLst>
              <a:ext uri="{FF2B5EF4-FFF2-40B4-BE49-F238E27FC236}">
                <a16:creationId xmlns:a16="http://schemas.microsoft.com/office/drawing/2014/main" id="{80716DD1-B38B-4F6E-AB17-550EECB3A320}"/>
              </a:ext>
            </a:extLst>
          </p:cNvPr>
          <p:cNvSpPr/>
          <p:nvPr/>
        </p:nvSpPr>
        <p:spPr>
          <a:xfrm>
            <a:off x="6722076" y="3554018"/>
            <a:ext cx="232022" cy="1607312"/>
          </a:xfrm>
          <a:prstGeom prst="rect">
            <a:avLst/>
          </a:prstGeom>
          <a:solidFill>
            <a:schemeClr val="tx1">
              <a:lumMod val="50000"/>
              <a:lumOff val="50000"/>
              <a:alpha val="8189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0091CD"/>
              </a:solidFill>
              <a:effectLst/>
              <a:uLnTx/>
              <a:uFillTx/>
              <a:latin typeface="Arial"/>
              <a:ea typeface="+mn-ea"/>
              <a:cs typeface="+mn-cs"/>
            </a:endParaRPr>
          </a:p>
        </p:txBody>
      </p:sp>
      <p:sp>
        <p:nvSpPr>
          <p:cNvPr id="34" name="Rectangle 33">
            <a:extLst>
              <a:ext uri="{FF2B5EF4-FFF2-40B4-BE49-F238E27FC236}">
                <a16:creationId xmlns:a16="http://schemas.microsoft.com/office/drawing/2014/main" id="{230D1BED-2431-49AF-BFA8-89B0722D1347}"/>
              </a:ext>
            </a:extLst>
          </p:cNvPr>
          <p:cNvSpPr/>
          <p:nvPr/>
        </p:nvSpPr>
        <p:spPr>
          <a:xfrm>
            <a:off x="440123" y="2237358"/>
            <a:ext cx="1860402" cy="461665"/>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a:ln w="10160">
                  <a:solidFill>
                    <a:srgbClr val="FEFEFE"/>
                  </a:solidFill>
                  <a:prstDash val="solid"/>
                </a:ln>
                <a:noFill/>
                <a:effectLst/>
                <a:uLnTx/>
                <a:uFillTx/>
                <a:latin typeface="Arial"/>
                <a:ea typeface="+mn-ea"/>
                <a:cs typeface="+mn-cs"/>
              </a:rPr>
              <a:t>Annexes</a:t>
            </a:r>
          </a:p>
        </p:txBody>
      </p:sp>
      <p:pic>
        <p:nvPicPr>
          <p:cNvPr id="1026" name="Picture 2" descr="Bouygues Bâtiment Ile-de-France, groupe Bouygues Construction |">
            <a:extLst>
              <a:ext uri="{FF2B5EF4-FFF2-40B4-BE49-F238E27FC236}">
                <a16:creationId xmlns:a16="http://schemas.microsoft.com/office/drawing/2014/main" id="{53D157C9-78A1-4C69-9666-912E771A1A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5520" y="0"/>
            <a:ext cx="17297026" cy="6858000"/>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21">
            <a:extLst>
              <a:ext uri="{FF2B5EF4-FFF2-40B4-BE49-F238E27FC236}">
                <a16:creationId xmlns:a16="http://schemas.microsoft.com/office/drawing/2014/main" id="{562D97A0-1E28-4C50-9AF5-01A31775A2C6}"/>
              </a:ext>
            </a:extLst>
          </p:cNvPr>
          <p:cNvSpPr/>
          <p:nvPr>
            <p:custDataLst>
              <p:tags r:id="rId1"/>
            </p:custDataLst>
          </p:nvPr>
        </p:nvSpPr>
        <p:spPr>
          <a:xfrm>
            <a:off x="6917521" y="-26582"/>
            <a:ext cx="6130099" cy="6911163"/>
          </a:xfrm>
          <a:prstGeom prst="rect">
            <a:avLst/>
          </a:prstGeom>
          <a:solidFill>
            <a:schemeClr val="bg1">
              <a:lumMod val="9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EFEFE"/>
              </a:solidFill>
              <a:effectLst/>
              <a:uLnTx/>
              <a:uFillTx/>
              <a:latin typeface="Arial"/>
              <a:ea typeface="+mn-ea"/>
              <a:cs typeface="+mn-cs"/>
            </a:endParaRPr>
          </a:p>
        </p:txBody>
      </p:sp>
      <p:grpSp>
        <p:nvGrpSpPr>
          <p:cNvPr id="13" name="Group 10">
            <a:extLst>
              <a:ext uri="{FF2B5EF4-FFF2-40B4-BE49-F238E27FC236}">
                <a16:creationId xmlns:a16="http://schemas.microsoft.com/office/drawing/2014/main" id="{1419FEEA-574A-A802-4942-7604D9D42D2E}"/>
              </a:ext>
            </a:extLst>
          </p:cNvPr>
          <p:cNvGrpSpPr/>
          <p:nvPr/>
        </p:nvGrpSpPr>
        <p:grpSpPr>
          <a:xfrm>
            <a:off x="404123" y="3703125"/>
            <a:ext cx="5149794" cy="844676"/>
            <a:chOff x="470177" y="3107046"/>
            <a:chExt cx="5149794" cy="844676"/>
          </a:xfrm>
        </p:grpSpPr>
        <p:sp>
          <p:nvSpPr>
            <p:cNvPr id="14" name="Rectangle 13">
              <a:extLst>
                <a:ext uri="{FF2B5EF4-FFF2-40B4-BE49-F238E27FC236}">
                  <a16:creationId xmlns:a16="http://schemas.microsoft.com/office/drawing/2014/main" id="{152AE7BA-D703-4878-0735-3FBDD56A02A3}"/>
                </a:ext>
              </a:extLst>
            </p:cNvPr>
            <p:cNvSpPr/>
            <p:nvPr/>
          </p:nvSpPr>
          <p:spPr>
            <a:xfrm>
              <a:off x="470177" y="3643945"/>
              <a:ext cx="5149794" cy="307777"/>
            </a:xfrm>
            <a:prstGeom prst="rect">
              <a:avLst/>
            </a:prstGeom>
          </p:spPr>
          <p:txBody>
            <a:bodyPr wrap="square" lIns="0" tIns="0" rIns="0" bIns="0" anchor="t">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000" b="1" i="0" u="none" strike="noStrike" kern="1200" cap="none" spc="0" normalizeH="0" baseline="0" noProof="0">
                  <a:ln>
                    <a:noFill/>
                  </a:ln>
                  <a:solidFill>
                    <a:srgbClr val="FEFEFE"/>
                  </a:solidFill>
                  <a:effectLst/>
                  <a:uLnTx/>
                  <a:uFillTx/>
                  <a:latin typeface="Arial Black" panose="020B0A04020102020204" pitchFamily="34" charset="0"/>
                  <a:ea typeface="+mn-ea"/>
                  <a:cs typeface="+mn-cs"/>
                </a:rPr>
                <a:t>Sommaire détaillé </a:t>
              </a:r>
            </a:p>
          </p:txBody>
        </p:sp>
        <p:sp>
          <p:nvSpPr>
            <p:cNvPr id="15" name="Rectangle 14">
              <a:extLst>
                <a:ext uri="{FF2B5EF4-FFF2-40B4-BE49-F238E27FC236}">
                  <a16:creationId xmlns:a16="http://schemas.microsoft.com/office/drawing/2014/main" id="{10424540-8D3F-D4A0-962A-4F362DE7D3E5}"/>
                </a:ext>
              </a:extLst>
            </p:cNvPr>
            <p:cNvSpPr/>
            <p:nvPr/>
          </p:nvSpPr>
          <p:spPr>
            <a:xfrm>
              <a:off x="586261" y="3107046"/>
              <a:ext cx="1860402" cy="461665"/>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a:ln w="10160">
                    <a:solidFill>
                      <a:srgbClr val="FEFEFE"/>
                    </a:solidFill>
                    <a:prstDash val="solid"/>
                  </a:ln>
                  <a:noFill/>
                  <a:effectLst/>
                  <a:uLnTx/>
                  <a:uFillTx/>
                  <a:latin typeface="Arial"/>
                  <a:ea typeface="+mn-ea"/>
                  <a:cs typeface="+mn-cs"/>
                </a:rPr>
                <a:t>Annexes</a:t>
              </a:r>
            </a:p>
          </p:txBody>
        </p:sp>
      </p:grpSp>
    </p:spTree>
    <p:extLst>
      <p:ext uri="{BB962C8B-B14F-4D97-AF65-F5344CB8AC3E}">
        <p14:creationId xmlns:p14="http://schemas.microsoft.com/office/powerpoint/2010/main" val="6229514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6C5BBFF9-B58A-0715-C9FC-53DCDAC403A4}"/>
              </a:ext>
            </a:extLst>
          </p:cNvPr>
          <p:cNvSpPr txBox="1"/>
          <p:nvPr/>
        </p:nvSpPr>
        <p:spPr>
          <a:xfrm>
            <a:off x="3380509" y="3449782"/>
            <a:ext cx="184731" cy="307777"/>
          </a:xfrm>
          <a:prstGeom prst="rect">
            <a:avLst/>
          </a:prstGeom>
          <a:noFill/>
        </p:spPr>
        <p:txBody>
          <a:bodyPr wrap="none" rtlCol="0">
            <a:spAutoFit/>
          </a:bodyPr>
          <a:lstStyle/>
          <a:p>
            <a:endParaRPr lang="fr-FR" sz="1400" b="1">
              <a:latin typeface="Arial" panose="020B0604020202020204" pitchFamily="34" charset="0"/>
              <a:cs typeface="Arial" panose="020B0604020202020204" pitchFamily="34" charset="0"/>
            </a:endParaRPr>
          </a:p>
        </p:txBody>
      </p:sp>
      <p:sp>
        <p:nvSpPr>
          <p:cNvPr id="5" name="ZoneTexte 4">
            <a:extLst>
              <a:ext uri="{FF2B5EF4-FFF2-40B4-BE49-F238E27FC236}">
                <a16:creationId xmlns:a16="http://schemas.microsoft.com/office/drawing/2014/main" id="{79AF6B0F-60BB-54C3-8497-B14C0ACC911A}"/>
              </a:ext>
            </a:extLst>
          </p:cNvPr>
          <p:cNvSpPr txBox="1"/>
          <p:nvPr/>
        </p:nvSpPr>
        <p:spPr>
          <a:xfrm>
            <a:off x="337931" y="1608686"/>
            <a:ext cx="5855051" cy="4278094"/>
          </a:xfrm>
          <a:prstGeom prst="rect">
            <a:avLst/>
          </a:prstGeom>
          <a:noFill/>
        </p:spPr>
        <p:txBody>
          <a:bodyPr wrap="square" numCol="1">
            <a:spAutoFit/>
          </a:bodyPr>
          <a:lstStyle/>
          <a:p>
            <a:r>
              <a:rPr lang="fr-FR" sz="1600" b="1" i="1" u="sng" dirty="0">
                <a:effectLst/>
                <a:latin typeface="Helvetica Neue" panose="02000503000000020004" pitchFamily="2" charset="0"/>
              </a:rPr>
              <a:t>PARTIE 1 – Slide 3</a:t>
            </a:r>
          </a:p>
          <a:p>
            <a:pPr>
              <a:buFont typeface="Arial" panose="020B0604020202020204" pitchFamily="34" charset="0"/>
              <a:buChar char="•"/>
            </a:pPr>
            <a:r>
              <a:rPr lang="fr-FR" sz="1600" dirty="0">
                <a:effectLst/>
                <a:latin typeface="Helvetica Neue" panose="02000503000000020004" pitchFamily="2" charset="0"/>
              </a:rPr>
              <a:t>Médiation et urbanisation</a:t>
            </a:r>
          </a:p>
          <a:p>
            <a:pPr>
              <a:buFont typeface="Arial" panose="020B0604020202020204" pitchFamily="34" charset="0"/>
              <a:buChar char="•"/>
            </a:pPr>
            <a:r>
              <a:rPr lang="fr-FR" sz="1600" dirty="0">
                <a:latin typeface="Helvetica Neue" panose="02000503000000020004" pitchFamily="2" charset="0"/>
              </a:rPr>
              <a:t>P</a:t>
            </a:r>
            <a:r>
              <a:rPr lang="fr-FR" sz="1600" dirty="0">
                <a:effectLst/>
                <a:latin typeface="Helvetica Neue" panose="02000503000000020004" pitchFamily="2" charset="0"/>
              </a:rPr>
              <a:t>lateformes de médiation</a:t>
            </a:r>
          </a:p>
          <a:p>
            <a:pPr>
              <a:buFont typeface="Arial" panose="020B0604020202020204" pitchFamily="34" charset="0"/>
              <a:buChar char="•"/>
            </a:pPr>
            <a:r>
              <a:rPr lang="fr-FR" sz="1600" dirty="0">
                <a:effectLst/>
                <a:latin typeface="Helvetica Neue" panose="02000503000000020004" pitchFamily="2" charset="0"/>
              </a:rPr>
              <a:t>Typologies de flux</a:t>
            </a:r>
          </a:p>
          <a:p>
            <a:pPr>
              <a:buFont typeface="Arial" panose="020B0604020202020204" pitchFamily="34" charset="0"/>
              <a:buChar char="•"/>
            </a:pPr>
            <a:r>
              <a:rPr lang="fr-FR" sz="1600" dirty="0">
                <a:effectLst/>
                <a:latin typeface="Helvetica Neue" panose="02000503000000020004" pitchFamily="2" charset="0"/>
              </a:rPr>
              <a:t>L’API management</a:t>
            </a:r>
          </a:p>
          <a:p>
            <a:pPr>
              <a:buFont typeface="Arial" panose="020B0604020202020204" pitchFamily="34" charset="0"/>
              <a:buChar char="•"/>
            </a:pPr>
            <a:r>
              <a:rPr lang="fr-FR" sz="1600" dirty="0">
                <a:effectLst/>
                <a:latin typeface="Helvetica Neue" panose="02000503000000020004" pitchFamily="2" charset="0"/>
              </a:rPr>
              <a:t>Le MOM</a:t>
            </a:r>
          </a:p>
          <a:p>
            <a:pPr>
              <a:buFont typeface="Arial" panose="020B0604020202020204" pitchFamily="34" charset="0"/>
              <a:buChar char="•"/>
            </a:pPr>
            <a:r>
              <a:rPr lang="fr-FR" sz="1600" dirty="0">
                <a:latin typeface="Helvetica Neue" panose="02000503000000020004" pitchFamily="2" charset="0"/>
              </a:rPr>
              <a:t>L</a:t>
            </a:r>
            <a:r>
              <a:rPr lang="fr-FR" sz="1600" dirty="0">
                <a:effectLst/>
                <a:latin typeface="Helvetica Neue" panose="02000503000000020004" pitchFamily="2" charset="0"/>
              </a:rPr>
              <a:t>’ESB</a:t>
            </a:r>
          </a:p>
          <a:p>
            <a:pPr>
              <a:buFont typeface="Arial" panose="020B0604020202020204" pitchFamily="34" charset="0"/>
              <a:buChar char="•"/>
            </a:pPr>
            <a:r>
              <a:rPr lang="fr-FR" sz="1600" dirty="0">
                <a:effectLst/>
                <a:latin typeface="Helvetica Neue" panose="02000503000000020004" pitchFamily="2" charset="0"/>
              </a:rPr>
              <a:t>L’ETL</a:t>
            </a:r>
          </a:p>
          <a:p>
            <a:pPr>
              <a:buFont typeface="Arial" panose="020B0604020202020204" pitchFamily="34" charset="0"/>
              <a:buChar char="•"/>
            </a:pPr>
            <a:r>
              <a:rPr lang="fr-FR" sz="1600" dirty="0">
                <a:effectLst/>
                <a:latin typeface="Helvetica Neue" panose="02000503000000020004" pitchFamily="2" charset="0"/>
              </a:rPr>
              <a:t>Batch </a:t>
            </a:r>
            <a:r>
              <a:rPr lang="fr-FR" sz="1600" dirty="0" err="1">
                <a:effectLst/>
                <a:latin typeface="Helvetica Neue" panose="02000503000000020004" pitchFamily="2" charset="0"/>
              </a:rPr>
              <a:t>Processing</a:t>
            </a:r>
            <a:endParaRPr lang="fr-FR" sz="1600" dirty="0">
              <a:effectLst/>
              <a:latin typeface="Helvetica Neue" panose="02000503000000020004" pitchFamily="2" charset="0"/>
            </a:endParaRPr>
          </a:p>
          <a:p>
            <a:pPr>
              <a:buFont typeface="Arial" panose="020B0604020202020204" pitchFamily="34" charset="0"/>
              <a:buChar char="•"/>
            </a:pPr>
            <a:r>
              <a:rPr lang="fr-FR" sz="1600" dirty="0">
                <a:effectLst/>
                <a:latin typeface="Helvetica Neue" panose="02000503000000020004" pitchFamily="2" charset="0"/>
              </a:rPr>
              <a:t>Stream </a:t>
            </a:r>
            <a:r>
              <a:rPr lang="fr-FR" sz="1600" dirty="0" err="1">
                <a:effectLst/>
                <a:latin typeface="Helvetica Neue" panose="02000503000000020004" pitchFamily="2" charset="0"/>
              </a:rPr>
              <a:t>Processing</a:t>
            </a:r>
            <a:r>
              <a:rPr lang="fr-FR" sz="1600" dirty="0">
                <a:effectLst/>
                <a:latin typeface="Helvetica Neue" panose="02000503000000020004" pitchFamily="2" charset="0"/>
              </a:rPr>
              <a:t> (fil de l’eau)</a:t>
            </a:r>
          </a:p>
          <a:p>
            <a:pPr>
              <a:buFont typeface="Arial" panose="020B0604020202020204" pitchFamily="34" charset="0"/>
              <a:buChar char="•"/>
            </a:pPr>
            <a:endParaRPr lang="fr-FR" sz="1600" dirty="0">
              <a:latin typeface="Helvetica Neue" panose="02000503000000020004" pitchFamily="2" charset="0"/>
            </a:endParaRPr>
          </a:p>
          <a:p>
            <a:endParaRPr lang="fr-FR" sz="1600" dirty="0">
              <a:effectLst/>
              <a:latin typeface="Helvetica Neue" panose="02000503000000020004" pitchFamily="2" charset="0"/>
            </a:endParaRPr>
          </a:p>
          <a:p>
            <a:r>
              <a:rPr lang="fr-FR" sz="1600" b="1" i="1" u="sng" dirty="0">
                <a:effectLst/>
                <a:latin typeface="Helvetica Neue" panose="02000503000000020004" pitchFamily="2" charset="0"/>
              </a:rPr>
              <a:t>PARTIE 2 – Slide </a:t>
            </a:r>
            <a:r>
              <a:rPr lang="fr-FR" sz="1600" b="1" i="1" u="sng" dirty="0">
                <a:latin typeface="Helvetica Neue" panose="02000503000000020004" pitchFamily="2" charset="0"/>
              </a:rPr>
              <a:t>52</a:t>
            </a:r>
            <a:endParaRPr lang="fr-FR" sz="1600" b="1" i="1" u="sng" dirty="0">
              <a:effectLst/>
              <a:latin typeface="Helvetica Neue" panose="02000503000000020004" pitchFamily="2" charset="0"/>
            </a:endParaRPr>
          </a:p>
          <a:p>
            <a:pPr>
              <a:buFont typeface="Arial" panose="020B0604020202020204" pitchFamily="34" charset="0"/>
              <a:buChar char="•"/>
            </a:pPr>
            <a:r>
              <a:rPr lang="fr-FR" sz="1600" dirty="0">
                <a:effectLst/>
                <a:latin typeface="Helvetica Neue" panose="02000503000000020004" pitchFamily="2" charset="0"/>
              </a:rPr>
              <a:t>Synchrone vs Asynchrone</a:t>
            </a:r>
          </a:p>
          <a:p>
            <a:pPr>
              <a:buFont typeface="Arial" panose="020B0604020202020204" pitchFamily="34" charset="0"/>
              <a:buChar char="•"/>
            </a:pPr>
            <a:r>
              <a:rPr lang="fr-FR" sz="1600" dirty="0">
                <a:effectLst/>
                <a:latin typeface="Helvetica Neue" panose="02000503000000020004" pitchFamily="2" charset="0"/>
              </a:rPr>
              <a:t>Domain Driven Design</a:t>
            </a:r>
          </a:p>
          <a:p>
            <a:pPr>
              <a:buFont typeface="Arial" panose="020B0604020202020204" pitchFamily="34" charset="0"/>
              <a:buChar char="•"/>
            </a:pPr>
            <a:r>
              <a:rPr lang="fr-FR" sz="1600" dirty="0">
                <a:latin typeface="Helvetica Neue" panose="02000503000000020004" pitchFamily="2" charset="0"/>
              </a:rPr>
              <a:t>Event Driven Architecture</a:t>
            </a:r>
            <a:endParaRPr lang="fr-FR" sz="1600" dirty="0">
              <a:effectLst/>
              <a:latin typeface="Helvetica Neue" panose="02000503000000020004" pitchFamily="2" charset="0"/>
            </a:endParaRPr>
          </a:p>
          <a:p>
            <a:pPr>
              <a:buFont typeface="Arial" panose="020B0604020202020204" pitchFamily="34" charset="0"/>
              <a:buChar char="•"/>
            </a:pPr>
            <a:r>
              <a:rPr lang="fr-FR" sz="1600" dirty="0">
                <a:effectLst/>
                <a:latin typeface="Helvetica Neue" panose="02000503000000020004" pitchFamily="2" charset="0"/>
              </a:rPr>
              <a:t>Etat du marché</a:t>
            </a:r>
          </a:p>
        </p:txBody>
      </p:sp>
      <p:sp>
        <p:nvSpPr>
          <p:cNvPr id="7" name="ZoneTexte 6">
            <a:extLst>
              <a:ext uri="{FF2B5EF4-FFF2-40B4-BE49-F238E27FC236}">
                <a16:creationId xmlns:a16="http://schemas.microsoft.com/office/drawing/2014/main" id="{ADC9D8CC-81E6-B744-C2A5-CF88954E6447}"/>
              </a:ext>
            </a:extLst>
          </p:cNvPr>
          <p:cNvSpPr txBox="1"/>
          <p:nvPr/>
        </p:nvSpPr>
        <p:spPr>
          <a:xfrm>
            <a:off x="6096000" y="1608686"/>
            <a:ext cx="6096000" cy="4278094"/>
          </a:xfrm>
          <a:prstGeom prst="rect">
            <a:avLst/>
          </a:prstGeom>
          <a:noFill/>
        </p:spPr>
        <p:txBody>
          <a:bodyPr wrap="square">
            <a:spAutoFit/>
          </a:bodyPr>
          <a:lstStyle/>
          <a:p>
            <a:r>
              <a:rPr lang="fr-FR" sz="1600" b="1" i="1" u="sng" dirty="0">
                <a:effectLst/>
                <a:latin typeface="Helvetica Neue" panose="02000503000000020004" pitchFamily="2" charset="0"/>
              </a:rPr>
              <a:t>PARTIE 3 – Slide </a:t>
            </a:r>
            <a:r>
              <a:rPr lang="fr-FR" sz="1600" b="1" i="1" u="sng" dirty="0">
                <a:latin typeface="Helvetica Neue" panose="02000503000000020004" pitchFamily="2" charset="0"/>
              </a:rPr>
              <a:t>74</a:t>
            </a:r>
            <a:endParaRPr lang="fr-FR" sz="1600" b="1" i="1" u="sng" dirty="0">
              <a:effectLst/>
              <a:latin typeface="Helvetica Neue" panose="02000503000000020004" pitchFamily="2" charset="0"/>
            </a:endParaRPr>
          </a:p>
          <a:p>
            <a:pPr>
              <a:buFont typeface="Arial" panose="020B0604020202020204" pitchFamily="34" charset="0"/>
              <a:buChar char="•"/>
            </a:pPr>
            <a:r>
              <a:rPr lang="fr-FR" sz="1600" dirty="0">
                <a:effectLst/>
                <a:latin typeface="Helvetica Neue" panose="02000503000000020004" pitchFamily="2" charset="0"/>
              </a:rPr>
              <a:t>Eléments conceptuels</a:t>
            </a:r>
          </a:p>
          <a:p>
            <a:pPr>
              <a:buFont typeface="Arial" panose="020B0604020202020204" pitchFamily="34" charset="0"/>
              <a:buChar char="•"/>
            </a:pPr>
            <a:r>
              <a:rPr lang="fr-FR" sz="1600" dirty="0">
                <a:effectLst/>
                <a:latin typeface="Helvetica Neue" panose="02000503000000020004" pitchFamily="2" charset="0"/>
              </a:rPr>
              <a:t>Pattern Echanges &amp; Intégration</a:t>
            </a:r>
          </a:p>
          <a:p>
            <a:pPr>
              <a:buFont typeface="Arial" panose="020B0604020202020204" pitchFamily="34" charset="0"/>
              <a:buChar char="•"/>
            </a:pPr>
            <a:r>
              <a:rPr lang="fr-FR" sz="1600" dirty="0">
                <a:effectLst/>
                <a:latin typeface="Helvetica Neue" panose="02000503000000020004" pitchFamily="2" charset="0"/>
              </a:rPr>
              <a:t>Cook book des systèmes d’échange</a:t>
            </a:r>
          </a:p>
          <a:p>
            <a:pPr>
              <a:buFont typeface="Arial" panose="020B0604020202020204" pitchFamily="34" charset="0"/>
              <a:buChar char="•"/>
            </a:pPr>
            <a:r>
              <a:rPr lang="fr-FR" sz="1600" dirty="0">
                <a:latin typeface="Helvetica Neue" panose="02000503000000020004" pitchFamily="2" charset="0"/>
              </a:rPr>
              <a:t>Arbres de décision</a:t>
            </a:r>
            <a:endParaRPr lang="fr-FR" sz="1600" dirty="0">
              <a:effectLst/>
              <a:latin typeface="Helvetica Neue" panose="02000503000000020004" pitchFamily="2" charset="0"/>
            </a:endParaRPr>
          </a:p>
          <a:p>
            <a:br>
              <a:rPr lang="fr-FR" sz="1600" dirty="0">
                <a:effectLst/>
                <a:latin typeface="Helvetica Neue" panose="02000503000000020004" pitchFamily="2" charset="0"/>
              </a:rPr>
            </a:br>
            <a:endParaRPr lang="fr-FR" sz="1600" dirty="0">
              <a:effectLst/>
              <a:latin typeface="Helvetica Neue" panose="02000503000000020004" pitchFamily="2" charset="0"/>
            </a:endParaRPr>
          </a:p>
          <a:p>
            <a:r>
              <a:rPr lang="fr-FR" sz="1600" b="1" i="1" u="sng" dirty="0">
                <a:effectLst/>
                <a:latin typeface="Helvetica Neue" panose="02000503000000020004" pitchFamily="2" charset="0"/>
              </a:rPr>
              <a:t>PARTIE 4 – Slide </a:t>
            </a:r>
            <a:r>
              <a:rPr lang="fr-FR" sz="1600" b="1" i="1" u="sng" dirty="0">
                <a:latin typeface="Helvetica Neue" panose="02000503000000020004" pitchFamily="2" charset="0"/>
              </a:rPr>
              <a:t>123</a:t>
            </a:r>
            <a:endParaRPr lang="fr-FR" sz="1600" b="1" i="1" u="sng" dirty="0">
              <a:effectLst/>
              <a:latin typeface="Helvetica Neue" panose="02000503000000020004" pitchFamily="2" charset="0"/>
            </a:endParaRPr>
          </a:p>
          <a:p>
            <a:pPr>
              <a:buFont typeface="Arial" panose="020B0604020202020204" pitchFamily="34" charset="0"/>
              <a:buChar char="•"/>
            </a:pPr>
            <a:r>
              <a:rPr lang="fr-FR" sz="1600" dirty="0">
                <a:effectLst/>
                <a:latin typeface="Helvetica Neue" panose="02000503000000020004" pitchFamily="2" charset="0"/>
              </a:rPr>
              <a:t>XAPI, PAPI, SAPI Explications</a:t>
            </a:r>
          </a:p>
          <a:p>
            <a:pPr>
              <a:buFont typeface="Arial" panose="020B0604020202020204" pitchFamily="34" charset="0"/>
              <a:buChar char="•"/>
            </a:pPr>
            <a:r>
              <a:rPr lang="fr-FR" sz="1600" dirty="0">
                <a:effectLst/>
                <a:latin typeface="Helvetica Neue" panose="02000503000000020004" pitchFamily="2" charset="0"/>
              </a:rPr>
              <a:t>API LED bonnes pratiques</a:t>
            </a:r>
          </a:p>
          <a:p>
            <a:pPr>
              <a:buFont typeface="Arial" panose="020B0604020202020204" pitchFamily="34" charset="0"/>
              <a:buChar char="•"/>
            </a:pPr>
            <a:r>
              <a:rPr lang="fr-FR" sz="1600" dirty="0">
                <a:effectLst/>
                <a:latin typeface="Helvetica Neue" panose="02000503000000020004" pitchFamily="2" charset="0"/>
              </a:rPr>
              <a:t>Patterns </a:t>
            </a:r>
            <a:r>
              <a:rPr lang="fr-FR" sz="1600" dirty="0" err="1">
                <a:effectLst/>
                <a:latin typeface="Helvetica Neue" panose="02000503000000020004" pitchFamily="2" charset="0"/>
              </a:rPr>
              <a:t>Mulesoft</a:t>
            </a:r>
            <a:r>
              <a:rPr lang="fr-FR" sz="1600" dirty="0">
                <a:effectLst/>
                <a:latin typeface="Helvetica Neue" panose="02000503000000020004" pitchFamily="2" charset="0"/>
              </a:rPr>
              <a:t> </a:t>
            </a:r>
            <a:r>
              <a:rPr lang="fr-FR" sz="1600" dirty="0" err="1">
                <a:effectLst/>
                <a:latin typeface="Helvetica Neue" panose="02000503000000020004" pitchFamily="2" charset="0"/>
              </a:rPr>
              <a:t>microservices</a:t>
            </a:r>
            <a:endParaRPr lang="fr-FR" sz="1600" dirty="0">
              <a:effectLst/>
              <a:latin typeface="Helvetica Neue" panose="02000503000000020004" pitchFamily="2" charset="0"/>
            </a:endParaRPr>
          </a:p>
          <a:p>
            <a:br>
              <a:rPr lang="fr-FR" sz="1600" dirty="0">
                <a:effectLst/>
                <a:latin typeface="Helvetica Neue" panose="02000503000000020004" pitchFamily="2" charset="0"/>
              </a:rPr>
            </a:br>
            <a:endParaRPr lang="fr-FR" sz="1600" dirty="0">
              <a:effectLst/>
              <a:latin typeface="Helvetica Neue" panose="02000503000000020004" pitchFamily="2" charset="0"/>
            </a:endParaRPr>
          </a:p>
          <a:p>
            <a:r>
              <a:rPr lang="fr-FR" sz="1600" b="1" i="1" u="sng" dirty="0">
                <a:effectLst/>
                <a:latin typeface="Helvetica Neue" panose="02000503000000020004" pitchFamily="2" charset="0"/>
              </a:rPr>
              <a:t>PARTIE 5 – Slide 138</a:t>
            </a:r>
          </a:p>
          <a:p>
            <a:pPr>
              <a:buFont typeface="Arial" panose="020B0604020202020204" pitchFamily="34" charset="0"/>
              <a:buChar char="•"/>
            </a:pPr>
            <a:r>
              <a:rPr lang="fr-FR" sz="1600" dirty="0">
                <a:effectLst/>
                <a:latin typeface="Helvetica Neue" panose="02000503000000020004" pitchFamily="2" charset="0"/>
              </a:rPr>
              <a:t>Opérationnelle</a:t>
            </a:r>
          </a:p>
          <a:p>
            <a:pPr>
              <a:buFont typeface="Arial" panose="020B0604020202020204" pitchFamily="34" charset="0"/>
              <a:buChar char="•"/>
            </a:pPr>
            <a:r>
              <a:rPr lang="fr-FR" sz="1600" dirty="0">
                <a:latin typeface="Helvetica Neue" panose="02000503000000020004" pitchFamily="2" charset="0"/>
              </a:rPr>
              <a:t>Automatisation</a:t>
            </a:r>
          </a:p>
          <a:p>
            <a:pPr>
              <a:buFont typeface="Arial" panose="020B0604020202020204" pitchFamily="34" charset="0"/>
              <a:buChar char="•"/>
            </a:pPr>
            <a:r>
              <a:rPr lang="fr-FR" sz="1600" dirty="0">
                <a:effectLst/>
                <a:latin typeface="Helvetica Neue" panose="02000503000000020004" pitchFamily="2" charset="0"/>
              </a:rPr>
              <a:t>S</a:t>
            </a:r>
            <a:r>
              <a:rPr lang="fr-FR" sz="1600" dirty="0">
                <a:latin typeface="Helvetica Neue" panose="02000503000000020004" pitchFamily="2" charset="0"/>
              </a:rPr>
              <a:t>upervision et indicateurs</a:t>
            </a:r>
            <a:endParaRPr lang="fr-FR" sz="1600" dirty="0">
              <a:effectLst/>
              <a:latin typeface="Helvetica Neue" panose="02000503000000020004" pitchFamily="2" charset="0"/>
            </a:endParaRPr>
          </a:p>
        </p:txBody>
      </p:sp>
      <p:sp>
        <p:nvSpPr>
          <p:cNvPr id="10" name="Espace réservé du texte 9">
            <a:extLst>
              <a:ext uri="{FF2B5EF4-FFF2-40B4-BE49-F238E27FC236}">
                <a16:creationId xmlns:a16="http://schemas.microsoft.com/office/drawing/2014/main" id="{574B571C-3E25-B2C7-A739-33AE6899B15F}"/>
              </a:ext>
            </a:extLst>
          </p:cNvPr>
          <p:cNvSpPr>
            <a:spLocks noGrp="1"/>
          </p:cNvSpPr>
          <p:nvPr>
            <p:ph type="body" sz="quarter" idx="10"/>
          </p:nvPr>
        </p:nvSpPr>
        <p:spPr/>
        <p:txBody>
          <a:bodyPr/>
          <a:lstStyle/>
          <a:p>
            <a:r>
              <a:rPr lang="fr-FR" dirty="0"/>
              <a:t>Sommaire détaillé</a:t>
            </a:r>
          </a:p>
        </p:txBody>
      </p:sp>
    </p:spTree>
    <p:extLst>
      <p:ext uri="{BB962C8B-B14F-4D97-AF65-F5344CB8AC3E}">
        <p14:creationId xmlns:p14="http://schemas.microsoft.com/office/powerpoint/2010/main" val="13285298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27"/>
</p:tagLst>
</file>

<file path=ppt/tags/tag2.xml><?xml version="1.0" encoding="utf-8"?>
<p:tagLst xmlns:a="http://schemas.openxmlformats.org/drawingml/2006/main" xmlns:r="http://schemas.openxmlformats.org/officeDocument/2006/relationships" xmlns:p="http://schemas.openxmlformats.org/presentationml/2006/main">
  <p:tag name="NUM" val="27"/>
</p:tagLst>
</file>

<file path=ppt/tags/tag3.xml><?xml version="1.0" encoding="utf-8"?>
<p:tagLst xmlns:a="http://schemas.openxmlformats.org/drawingml/2006/main" xmlns:r="http://schemas.openxmlformats.org/officeDocument/2006/relationships" xmlns:p="http://schemas.openxmlformats.org/presentationml/2006/main">
  <p:tag name="NUM" val="27"/>
</p:tagLst>
</file>

<file path=ppt/tags/tag4.xml><?xml version="1.0" encoding="utf-8"?>
<p:tagLst xmlns:a="http://schemas.openxmlformats.org/drawingml/2006/main" xmlns:r="http://schemas.openxmlformats.org/officeDocument/2006/relationships" xmlns:p="http://schemas.openxmlformats.org/presentationml/2006/main">
  <p:tag name="NUM" val="24"/>
</p:tagLst>
</file>

<file path=ppt/tags/tag5.xml><?xml version="1.0" encoding="utf-8"?>
<p:tagLst xmlns:a="http://schemas.openxmlformats.org/drawingml/2006/main" xmlns:r="http://schemas.openxmlformats.org/officeDocument/2006/relationships" xmlns:p="http://schemas.openxmlformats.org/presentationml/2006/main">
  <p:tag name="NUM" val="27"/>
</p:tagLst>
</file>

<file path=ppt/tags/tag6.xml><?xml version="1.0" encoding="utf-8"?>
<p:tagLst xmlns:a="http://schemas.openxmlformats.org/drawingml/2006/main" xmlns:r="http://schemas.openxmlformats.org/officeDocument/2006/relationships" xmlns:p="http://schemas.openxmlformats.org/presentationml/2006/main">
  <p:tag name="NUM" val="5"/>
</p:tagLst>
</file>

<file path=ppt/tags/tag7.xml><?xml version="1.0" encoding="utf-8"?>
<p:tagLst xmlns:a="http://schemas.openxmlformats.org/drawingml/2006/main" xmlns:r="http://schemas.openxmlformats.org/officeDocument/2006/relationships" xmlns:p="http://schemas.openxmlformats.org/presentationml/2006/main">
  <p:tag name="NUM" val="5"/>
</p:tagLst>
</file>

<file path=ppt/tags/tag8.xml><?xml version="1.0" encoding="utf-8"?>
<p:tagLst xmlns:a="http://schemas.openxmlformats.org/drawingml/2006/main" xmlns:r="http://schemas.openxmlformats.org/officeDocument/2006/relationships" xmlns:p="http://schemas.openxmlformats.org/presentationml/2006/main">
  <p:tag name="NUM" val="5"/>
</p:tagLst>
</file>

<file path=ppt/tags/tag9.xml><?xml version="1.0" encoding="utf-8"?>
<p:tagLst xmlns:a="http://schemas.openxmlformats.org/drawingml/2006/main" xmlns:r="http://schemas.openxmlformats.org/officeDocument/2006/relationships" xmlns:p="http://schemas.openxmlformats.org/presentationml/2006/main">
  <p:tag name="NUM" val="27"/>
</p:tagLst>
</file>

<file path=ppt/tags/tag10.xml><?xml version="1.0" encoding="utf-8"?>
<p:tagLst xmlns:a="http://schemas.openxmlformats.org/drawingml/2006/main" xmlns:r="http://schemas.openxmlformats.org/officeDocument/2006/relationships" xmlns:p="http://schemas.openxmlformats.org/presentationml/2006/main">
  <p:tag name="NUM" val="2"/>
</p:tagLst>
</file>

<file path=ppt/tags/tag11.xml><?xml version="1.0" encoding="utf-8"?>
<p:tagLst xmlns:a="http://schemas.openxmlformats.org/drawingml/2006/main" xmlns:r="http://schemas.openxmlformats.org/officeDocument/2006/relationships" xmlns:p="http://schemas.openxmlformats.org/presentationml/2006/main">
  <p:tag name="NUM" val="3"/>
</p:tagLst>
</file>

<file path=ppt/tags/tag12.xml><?xml version="1.0" encoding="utf-8"?>
<p:tagLst xmlns:a="http://schemas.openxmlformats.org/drawingml/2006/main" xmlns:r="http://schemas.openxmlformats.org/officeDocument/2006/relationships" xmlns:p="http://schemas.openxmlformats.org/presentationml/2006/main">
  <p:tag name="NUM" val="4"/>
</p:tagLst>
</file>

<file path=ppt/tags/tag13.xml><?xml version="1.0" encoding="utf-8"?>
<p:tagLst xmlns:a="http://schemas.openxmlformats.org/drawingml/2006/main" xmlns:r="http://schemas.openxmlformats.org/officeDocument/2006/relationships" xmlns:p="http://schemas.openxmlformats.org/presentationml/2006/main">
  <p:tag name="NUM" val="27"/>
</p:tagLst>
</file>

<file path=ppt/tags/tag14.xml><?xml version="1.0" encoding="utf-8"?>
<p:tagLst xmlns:a="http://schemas.openxmlformats.org/drawingml/2006/main" xmlns:r="http://schemas.openxmlformats.org/officeDocument/2006/relationships" xmlns:p="http://schemas.openxmlformats.org/presentationml/2006/main">
  <p:tag name="NUM" val="3"/>
</p:tagLst>
</file>

<file path=ppt/tags/tag15.xml><?xml version="1.0" encoding="utf-8"?>
<p:tagLst xmlns:a="http://schemas.openxmlformats.org/drawingml/2006/main" xmlns:r="http://schemas.openxmlformats.org/officeDocument/2006/relationships" xmlns:p="http://schemas.openxmlformats.org/presentationml/2006/main">
  <p:tag name="NUM" val="4"/>
</p:tagLst>
</file>

<file path=ppt/tags/tag16.xml><?xml version="1.0" encoding="utf-8"?>
<p:tagLst xmlns:a="http://schemas.openxmlformats.org/drawingml/2006/main" xmlns:r="http://schemas.openxmlformats.org/officeDocument/2006/relationships" xmlns:p="http://schemas.openxmlformats.org/presentationml/2006/main">
  <p:tag name="NUM" val="5"/>
</p:tagLst>
</file>

<file path=ppt/tags/tag17.xml><?xml version="1.0" encoding="utf-8"?>
<p:tagLst xmlns:a="http://schemas.openxmlformats.org/drawingml/2006/main" xmlns:r="http://schemas.openxmlformats.org/officeDocument/2006/relationships" xmlns:p="http://schemas.openxmlformats.org/presentationml/2006/main">
  <p:tag name="NUM" val="6"/>
</p:tagLst>
</file>

<file path=ppt/tags/tag18.xml><?xml version="1.0" encoding="utf-8"?>
<p:tagLst xmlns:a="http://schemas.openxmlformats.org/drawingml/2006/main" xmlns:r="http://schemas.openxmlformats.org/officeDocument/2006/relationships" xmlns:p="http://schemas.openxmlformats.org/presentationml/2006/main">
  <p:tag name="NUM" val="7"/>
</p:tagLst>
</file>

<file path=ppt/tags/tag19.xml><?xml version="1.0" encoding="utf-8"?>
<p:tagLst xmlns:a="http://schemas.openxmlformats.org/drawingml/2006/main" xmlns:r="http://schemas.openxmlformats.org/officeDocument/2006/relationships" xmlns:p="http://schemas.openxmlformats.org/presentationml/2006/main">
  <p:tag name="NUM" val="2"/>
</p:tagLst>
</file>

<file path=ppt/tags/tag20.xml><?xml version="1.0" encoding="utf-8"?>
<p:tagLst xmlns:a="http://schemas.openxmlformats.org/drawingml/2006/main" xmlns:r="http://schemas.openxmlformats.org/officeDocument/2006/relationships" xmlns:p="http://schemas.openxmlformats.org/presentationml/2006/main">
  <p:tag name="NUM" val="1"/>
</p:tagLst>
</file>

<file path=ppt/tags/tag21.xml><?xml version="1.0" encoding="utf-8"?>
<p:tagLst xmlns:a="http://schemas.openxmlformats.org/drawingml/2006/main" xmlns:r="http://schemas.openxmlformats.org/officeDocument/2006/relationships" xmlns:p="http://schemas.openxmlformats.org/presentationml/2006/main">
  <p:tag name="NUM" val="3"/>
</p:tagLst>
</file>

<file path=ppt/tags/tag22.xml><?xml version="1.0" encoding="utf-8"?>
<p:tagLst xmlns:a="http://schemas.openxmlformats.org/drawingml/2006/main" xmlns:r="http://schemas.openxmlformats.org/officeDocument/2006/relationships" xmlns:p="http://schemas.openxmlformats.org/presentationml/2006/main">
  <p:tag name="NUM" val="4"/>
</p:tagLst>
</file>

<file path=ppt/tags/tag23.xml><?xml version="1.0" encoding="utf-8"?>
<p:tagLst xmlns:a="http://schemas.openxmlformats.org/drawingml/2006/main" xmlns:r="http://schemas.openxmlformats.org/officeDocument/2006/relationships" xmlns:p="http://schemas.openxmlformats.org/presentationml/2006/main">
  <p:tag name="NUM" val="5"/>
</p:tagLst>
</file>

<file path=ppt/tags/tag24.xml><?xml version="1.0" encoding="utf-8"?>
<p:tagLst xmlns:a="http://schemas.openxmlformats.org/drawingml/2006/main" xmlns:r="http://schemas.openxmlformats.org/officeDocument/2006/relationships" xmlns:p="http://schemas.openxmlformats.org/presentationml/2006/main">
  <p:tag name="NUM" val="6"/>
</p:tagLst>
</file>

<file path=ppt/tags/tag25.xml><?xml version="1.0" encoding="utf-8"?>
<p:tagLst xmlns:a="http://schemas.openxmlformats.org/drawingml/2006/main" xmlns:r="http://schemas.openxmlformats.org/officeDocument/2006/relationships" xmlns:p="http://schemas.openxmlformats.org/presentationml/2006/main">
  <p:tag name="NUM" val="1"/>
</p:tagLst>
</file>

<file path=ppt/tags/tag26.xml><?xml version="1.0" encoding="utf-8"?>
<p:tagLst xmlns:a="http://schemas.openxmlformats.org/drawingml/2006/main" xmlns:r="http://schemas.openxmlformats.org/officeDocument/2006/relationships" xmlns:p="http://schemas.openxmlformats.org/presentationml/2006/main">
  <p:tag name="NUM" val="3"/>
</p:tagLst>
</file>

<file path=ppt/tags/tag27.xml><?xml version="1.0" encoding="utf-8"?>
<p:tagLst xmlns:a="http://schemas.openxmlformats.org/drawingml/2006/main" xmlns:r="http://schemas.openxmlformats.org/officeDocument/2006/relationships" xmlns:p="http://schemas.openxmlformats.org/presentationml/2006/main">
  <p:tag name="NUM" val="4"/>
</p:tagLst>
</file>

<file path=ppt/tags/tag28.xml><?xml version="1.0" encoding="utf-8"?>
<p:tagLst xmlns:a="http://schemas.openxmlformats.org/drawingml/2006/main" xmlns:r="http://schemas.openxmlformats.org/officeDocument/2006/relationships" xmlns:p="http://schemas.openxmlformats.org/presentationml/2006/main">
  <p:tag name="NUM" val="5"/>
</p:tagLst>
</file>

<file path=ppt/tags/tag29.xml><?xml version="1.0" encoding="utf-8"?>
<p:tagLst xmlns:a="http://schemas.openxmlformats.org/drawingml/2006/main" xmlns:r="http://schemas.openxmlformats.org/officeDocument/2006/relationships" xmlns:p="http://schemas.openxmlformats.org/presentationml/2006/main">
  <p:tag name="NUM" val="27"/>
</p:tagLst>
</file>

<file path=ppt/tags/tag30.xml><?xml version="1.0" encoding="utf-8"?>
<p:tagLst xmlns:a="http://schemas.openxmlformats.org/drawingml/2006/main" xmlns:r="http://schemas.openxmlformats.org/officeDocument/2006/relationships" xmlns:p="http://schemas.openxmlformats.org/presentationml/2006/main">
  <p:tag name="NUM" val="2"/>
</p:tagLst>
</file>

<file path=ppt/tags/tag31.xml><?xml version="1.0" encoding="utf-8"?>
<p:tagLst xmlns:a="http://schemas.openxmlformats.org/drawingml/2006/main" xmlns:r="http://schemas.openxmlformats.org/officeDocument/2006/relationships" xmlns:p="http://schemas.openxmlformats.org/presentationml/2006/main">
  <p:tag name="NUM" val="3"/>
</p:tagLst>
</file>

<file path=ppt/tags/tag32.xml><?xml version="1.0" encoding="utf-8"?>
<p:tagLst xmlns:a="http://schemas.openxmlformats.org/drawingml/2006/main" xmlns:r="http://schemas.openxmlformats.org/officeDocument/2006/relationships" xmlns:p="http://schemas.openxmlformats.org/presentationml/2006/main">
  <p:tag name="NUM" val="4"/>
</p:tagLst>
</file>

<file path=ppt/tags/tag33.xml><?xml version="1.0" encoding="utf-8"?>
<p:tagLst xmlns:a="http://schemas.openxmlformats.org/drawingml/2006/main" xmlns:r="http://schemas.openxmlformats.org/officeDocument/2006/relationships" xmlns:p="http://schemas.openxmlformats.org/presentationml/2006/main">
  <p:tag name="NUM" val="10"/>
</p:tagLst>
</file>

<file path=ppt/tags/tag34.xml><?xml version="1.0" encoding="utf-8"?>
<p:tagLst xmlns:a="http://schemas.openxmlformats.org/drawingml/2006/main" xmlns:r="http://schemas.openxmlformats.org/officeDocument/2006/relationships" xmlns:p="http://schemas.openxmlformats.org/presentationml/2006/main">
  <p:tag name="NUM" val="11"/>
</p:tagLst>
</file>

<file path=ppt/tags/tag35.xml><?xml version="1.0" encoding="utf-8"?>
<p:tagLst xmlns:a="http://schemas.openxmlformats.org/drawingml/2006/main" xmlns:r="http://schemas.openxmlformats.org/officeDocument/2006/relationships" xmlns:p="http://schemas.openxmlformats.org/presentationml/2006/main">
  <p:tag name="NUM" val="12"/>
</p:tagLst>
</file>

<file path=ppt/tags/tag36.xml><?xml version="1.0" encoding="utf-8"?>
<p:tagLst xmlns:a="http://schemas.openxmlformats.org/drawingml/2006/main" xmlns:r="http://schemas.openxmlformats.org/officeDocument/2006/relationships" xmlns:p="http://schemas.openxmlformats.org/presentationml/2006/main">
  <p:tag name="NUM" val="13"/>
</p:tagLst>
</file>

<file path=ppt/tags/tag37.xml><?xml version="1.0" encoding="utf-8"?>
<p:tagLst xmlns:a="http://schemas.openxmlformats.org/drawingml/2006/main" xmlns:r="http://schemas.openxmlformats.org/officeDocument/2006/relationships" xmlns:p="http://schemas.openxmlformats.org/presentationml/2006/main">
  <p:tag name="NUM" val="15"/>
</p:tagLst>
</file>

<file path=ppt/tags/tag38.xml><?xml version="1.0" encoding="utf-8"?>
<p:tagLst xmlns:a="http://schemas.openxmlformats.org/drawingml/2006/main" xmlns:r="http://schemas.openxmlformats.org/officeDocument/2006/relationships" xmlns:p="http://schemas.openxmlformats.org/presentationml/2006/main">
  <p:tag name="NUM" val="16"/>
</p:tagLst>
</file>

<file path=ppt/tags/tag39.xml><?xml version="1.0" encoding="utf-8"?>
<p:tagLst xmlns:a="http://schemas.openxmlformats.org/drawingml/2006/main" xmlns:r="http://schemas.openxmlformats.org/officeDocument/2006/relationships" xmlns:p="http://schemas.openxmlformats.org/presentationml/2006/main">
  <p:tag name="NUM" val="3"/>
</p:tagLst>
</file>

<file path=ppt/tags/tag40.xml><?xml version="1.0" encoding="utf-8"?>
<p:tagLst xmlns:a="http://schemas.openxmlformats.org/drawingml/2006/main" xmlns:r="http://schemas.openxmlformats.org/officeDocument/2006/relationships" xmlns:p="http://schemas.openxmlformats.org/presentationml/2006/main">
  <p:tag name="NUM" val="2"/>
</p:tagLst>
</file>

<file path=ppt/tags/tag41.xml><?xml version="1.0" encoding="utf-8"?>
<p:tagLst xmlns:a="http://schemas.openxmlformats.org/drawingml/2006/main" xmlns:r="http://schemas.openxmlformats.org/officeDocument/2006/relationships" xmlns:p="http://schemas.openxmlformats.org/presentationml/2006/main">
  <p:tag name="NUM" val="3"/>
</p:tagLst>
</file>

<file path=ppt/tags/tag42.xml><?xml version="1.0" encoding="utf-8"?>
<p:tagLst xmlns:a="http://schemas.openxmlformats.org/drawingml/2006/main" xmlns:r="http://schemas.openxmlformats.org/officeDocument/2006/relationships" xmlns:p="http://schemas.openxmlformats.org/presentationml/2006/main">
  <p:tag name="NUM" val="4"/>
</p:tagLst>
</file>

<file path=ppt/tags/tag43.xml><?xml version="1.0" encoding="utf-8"?>
<p:tagLst xmlns:a="http://schemas.openxmlformats.org/drawingml/2006/main" xmlns:r="http://schemas.openxmlformats.org/officeDocument/2006/relationships" xmlns:p="http://schemas.openxmlformats.org/presentationml/2006/main">
  <p:tag name="NUM" val="5"/>
</p:tagLst>
</file>

<file path=ppt/tags/tag44.xml><?xml version="1.0" encoding="utf-8"?>
<p:tagLst xmlns:a="http://schemas.openxmlformats.org/drawingml/2006/main" xmlns:r="http://schemas.openxmlformats.org/officeDocument/2006/relationships" xmlns:p="http://schemas.openxmlformats.org/presentationml/2006/main">
  <p:tag name="NUM" val="6"/>
</p:tagLst>
</file>

<file path=ppt/tags/tag45.xml><?xml version="1.0" encoding="utf-8"?>
<p:tagLst xmlns:a="http://schemas.openxmlformats.org/drawingml/2006/main" xmlns:r="http://schemas.openxmlformats.org/officeDocument/2006/relationships" xmlns:p="http://schemas.openxmlformats.org/presentationml/2006/main">
  <p:tag name="NUM" val="7"/>
</p:tagLst>
</file>

<file path=ppt/tags/tag46.xml><?xml version="1.0" encoding="utf-8"?>
<p:tagLst xmlns:a="http://schemas.openxmlformats.org/drawingml/2006/main" xmlns:r="http://schemas.openxmlformats.org/officeDocument/2006/relationships" xmlns:p="http://schemas.openxmlformats.org/presentationml/2006/main">
  <p:tag name="NUM" val="8"/>
</p:tagLst>
</file>

<file path=ppt/tags/tag47.xml><?xml version="1.0" encoding="utf-8"?>
<p:tagLst xmlns:a="http://schemas.openxmlformats.org/drawingml/2006/main" xmlns:r="http://schemas.openxmlformats.org/officeDocument/2006/relationships" xmlns:p="http://schemas.openxmlformats.org/presentationml/2006/main">
  <p:tag name="NUM" val="27"/>
</p:tagLst>
</file>

<file path=ppt/tags/tag48.xml><?xml version="1.0" encoding="utf-8"?>
<p:tagLst xmlns:a="http://schemas.openxmlformats.org/drawingml/2006/main" xmlns:r="http://schemas.openxmlformats.org/officeDocument/2006/relationships" xmlns:p="http://schemas.openxmlformats.org/presentationml/2006/main">
  <p:tag name="NUM" val="7"/>
</p:tagLst>
</file>

<file path=ppt/tags/tag49.xml><?xml version="1.0" encoding="utf-8"?>
<p:tagLst xmlns:a="http://schemas.openxmlformats.org/drawingml/2006/main" xmlns:r="http://schemas.openxmlformats.org/officeDocument/2006/relationships" xmlns:p="http://schemas.openxmlformats.org/presentationml/2006/main">
  <p:tag name="NUM" val="5"/>
</p:tagLst>
</file>

<file path=ppt/tags/tag50.xml><?xml version="1.0" encoding="utf-8"?>
<p:tagLst xmlns:a="http://schemas.openxmlformats.org/drawingml/2006/main" xmlns:r="http://schemas.openxmlformats.org/officeDocument/2006/relationships" xmlns:p="http://schemas.openxmlformats.org/presentationml/2006/main">
  <p:tag name="NUM" val="6"/>
</p:tagLst>
</file>

<file path=ppt/tags/tag51.xml><?xml version="1.0" encoding="utf-8"?>
<p:tagLst xmlns:a="http://schemas.openxmlformats.org/drawingml/2006/main" xmlns:r="http://schemas.openxmlformats.org/officeDocument/2006/relationships" xmlns:p="http://schemas.openxmlformats.org/presentationml/2006/main">
  <p:tag name="NUM" val="5"/>
</p:tagLst>
</file>

<file path=ppt/tags/tag52.xml><?xml version="1.0" encoding="utf-8"?>
<p:tagLst xmlns:a="http://schemas.openxmlformats.org/drawingml/2006/main" xmlns:r="http://schemas.openxmlformats.org/officeDocument/2006/relationships" xmlns:p="http://schemas.openxmlformats.org/presentationml/2006/main">
  <p:tag name="NUM" val="2"/>
</p:tagLst>
</file>

<file path=ppt/tags/tag53.xml><?xml version="1.0" encoding="utf-8"?>
<p:tagLst xmlns:a="http://schemas.openxmlformats.org/drawingml/2006/main" xmlns:r="http://schemas.openxmlformats.org/officeDocument/2006/relationships" xmlns:p="http://schemas.openxmlformats.org/presentationml/2006/main">
  <p:tag name="NUM" val="3"/>
</p:tagLst>
</file>

<file path=ppt/tags/tag54.xml><?xml version="1.0" encoding="utf-8"?>
<p:tagLst xmlns:a="http://schemas.openxmlformats.org/drawingml/2006/main" xmlns:r="http://schemas.openxmlformats.org/officeDocument/2006/relationships" xmlns:p="http://schemas.openxmlformats.org/presentationml/2006/main">
  <p:tag name="NUM" val="4"/>
</p:tagLst>
</file>

<file path=ppt/tags/tag55.xml><?xml version="1.0" encoding="utf-8"?>
<p:tagLst xmlns:a="http://schemas.openxmlformats.org/drawingml/2006/main" xmlns:r="http://schemas.openxmlformats.org/officeDocument/2006/relationships" xmlns:p="http://schemas.openxmlformats.org/presentationml/2006/main">
  <p:tag name="NUM" val="5"/>
</p:tagLst>
</file>

<file path=ppt/tags/tag56.xml><?xml version="1.0" encoding="utf-8"?>
<p:tagLst xmlns:a="http://schemas.openxmlformats.org/drawingml/2006/main" xmlns:r="http://schemas.openxmlformats.org/officeDocument/2006/relationships" xmlns:p="http://schemas.openxmlformats.org/presentationml/2006/main">
  <p:tag name="NUM" val="6"/>
</p:tagLst>
</file>

<file path=ppt/tags/tag57.xml><?xml version="1.0" encoding="utf-8"?>
<p:tagLst xmlns:a="http://schemas.openxmlformats.org/drawingml/2006/main" xmlns:r="http://schemas.openxmlformats.org/officeDocument/2006/relationships" xmlns:p="http://schemas.openxmlformats.org/presentationml/2006/main">
  <p:tag name="NUM" val="7"/>
</p:tagLst>
</file>

<file path=ppt/tags/tag58.xml><?xml version="1.0" encoding="utf-8"?>
<p:tagLst xmlns:a="http://schemas.openxmlformats.org/drawingml/2006/main" xmlns:r="http://schemas.openxmlformats.org/officeDocument/2006/relationships" xmlns:p="http://schemas.openxmlformats.org/presentationml/2006/main">
  <p:tag name="NUM" val="8"/>
</p:tagLst>
</file>

<file path=ppt/tags/tag59.xml><?xml version="1.0" encoding="utf-8"?>
<p:tagLst xmlns:a="http://schemas.openxmlformats.org/drawingml/2006/main" xmlns:r="http://schemas.openxmlformats.org/officeDocument/2006/relationships" xmlns:p="http://schemas.openxmlformats.org/presentationml/2006/main">
  <p:tag name="NUM" val="9"/>
</p:tagLst>
</file>

<file path=ppt/tags/tag60.xml><?xml version="1.0" encoding="utf-8"?>
<p:tagLst xmlns:a="http://schemas.openxmlformats.org/drawingml/2006/main" xmlns:r="http://schemas.openxmlformats.org/officeDocument/2006/relationships" xmlns:p="http://schemas.openxmlformats.org/presentationml/2006/main">
  <p:tag name="NUM" val="10"/>
</p:tagLst>
</file>

<file path=ppt/tags/tag61.xml><?xml version="1.0" encoding="utf-8"?>
<p:tagLst xmlns:a="http://schemas.openxmlformats.org/drawingml/2006/main" xmlns:r="http://schemas.openxmlformats.org/officeDocument/2006/relationships" xmlns:p="http://schemas.openxmlformats.org/presentationml/2006/main">
  <p:tag name="NUM" val="11"/>
</p:tagLst>
</file>

<file path=ppt/tags/tag62.xml><?xml version="1.0" encoding="utf-8"?>
<p:tagLst xmlns:a="http://schemas.openxmlformats.org/drawingml/2006/main" xmlns:r="http://schemas.openxmlformats.org/officeDocument/2006/relationships" xmlns:p="http://schemas.openxmlformats.org/presentationml/2006/main">
  <p:tag name="NUM" val="12"/>
</p:tagLst>
</file>

<file path=ppt/tags/tag63.xml><?xml version="1.0" encoding="utf-8"?>
<p:tagLst xmlns:a="http://schemas.openxmlformats.org/drawingml/2006/main" xmlns:r="http://schemas.openxmlformats.org/officeDocument/2006/relationships" xmlns:p="http://schemas.openxmlformats.org/presentationml/2006/main">
  <p:tag name="NUM" val="13"/>
</p:tagLst>
</file>

<file path=ppt/tags/tag64.xml><?xml version="1.0" encoding="utf-8"?>
<p:tagLst xmlns:a="http://schemas.openxmlformats.org/drawingml/2006/main" xmlns:r="http://schemas.openxmlformats.org/officeDocument/2006/relationships" xmlns:p="http://schemas.openxmlformats.org/presentationml/2006/main">
  <p:tag name="NUM" val="14"/>
</p:tagLst>
</file>

<file path=ppt/tags/tag65.xml><?xml version="1.0" encoding="utf-8"?>
<p:tagLst xmlns:a="http://schemas.openxmlformats.org/drawingml/2006/main" xmlns:r="http://schemas.openxmlformats.org/officeDocument/2006/relationships" xmlns:p="http://schemas.openxmlformats.org/presentationml/2006/main">
  <p:tag name="NUM" val="15"/>
</p:tagLst>
</file>

<file path=ppt/tags/tag66.xml><?xml version="1.0" encoding="utf-8"?>
<p:tagLst xmlns:a="http://schemas.openxmlformats.org/drawingml/2006/main" xmlns:r="http://schemas.openxmlformats.org/officeDocument/2006/relationships" xmlns:p="http://schemas.openxmlformats.org/presentationml/2006/main">
  <p:tag name="NUM" val="5"/>
</p:tagLst>
</file>

<file path=ppt/tags/tag67.xml><?xml version="1.0" encoding="utf-8"?>
<p:tagLst xmlns:a="http://schemas.openxmlformats.org/drawingml/2006/main" xmlns:r="http://schemas.openxmlformats.org/officeDocument/2006/relationships" xmlns:p="http://schemas.openxmlformats.org/presentationml/2006/main">
  <p:tag name="NUM" val="27"/>
</p:tagLst>
</file>

<file path=ppt/tags/tag68.xml><?xml version="1.0" encoding="utf-8"?>
<p:tagLst xmlns:a="http://schemas.openxmlformats.org/drawingml/2006/main" xmlns:r="http://schemas.openxmlformats.org/officeDocument/2006/relationships" xmlns:p="http://schemas.openxmlformats.org/presentationml/2006/main">
  <p:tag name="NUM" val="5"/>
</p:tagLst>
</file>

<file path=ppt/tags/tag69.xml><?xml version="1.0" encoding="utf-8"?>
<p:tagLst xmlns:a="http://schemas.openxmlformats.org/drawingml/2006/main" xmlns:r="http://schemas.openxmlformats.org/officeDocument/2006/relationships" xmlns:p="http://schemas.openxmlformats.org/presentationml/2006/main">
  <p:tag name="NUM" val="6"/>
</p:tagLst>
</file>

<file path=ppt/tags/tag70.xml><?xml version="1.0" encoding="utf-8"?>
<p:tagLst xmlns:a="http://schemas.openxmlformats.org/drawingml/2006/main" xmlns:r="http://schemas.openxmlformats.org/officeDocument/2006/relationships" xmlns:p="http://schemas.openxmlformats.org/presentationml/2006/main">
  <p:tag name="NUM" val="1"/>
</p:tagLst>
</file>

<file path=ppt/tags/tag71.xml><?xml version="1.0" encoding="utf-8"?>
<p:tagLst xmlns:a="http://schemas.openxmlformats.org/drawingml/2006/main" xmlns:r="http://schemas.openxmlformats.org/officeDocument/2006/relationships" xmlns:p="http://schemas.openxmlformats.org/presentationml/2006/main">
  <p:tag name="NUM" val="2"/>
</p:tagLst>
</file>

<file path=ppt/tags/tag72.xml><?xml version="1.0" encoding="utf-8"?>
<p:tagLst xmlns:a="http://schemas.openxmlformats.org/drawingml/2006/main" xmlns:r="http://schemas.openxmlformats.org/officeDocument/2006/relationships" xmlns:p="http://schemas.openxmlformats.org/presentationml/2006/main">
  <p:tag name="NUM" val="27"/>
</p:tagLst>
</file>

<file path=ppt/tags/tag73.xml><?xml version="1.0" encoding="utf-8"?>
<p:tagLst xmlns:a="http://schemas.openxmlformats.org/drawingml/2006/main" xmlns:r="http://schemas.openxmlformats.org/officeDocument/2006/relationships" xmlns:p="http://schemas.openxmlformats.org/presentationml/2006/main">
  <p:tag name="NUM" val="22"/>
</p:tagLst>
</file>

<file path=ppt/tags/tag74.xml><?xml version="1.0" encoding="utf-8"?>
<p:tagLst xmlns:a="http://schemas.openxmlformats.org/drawingml/2006/main" xmlns:r="http://schemas.openxmlformats.org/officeDocument/2006/relationships" xmlns:p="http://schemas.openxmlformats.org/presentationml/2006/main">
  <p:tag name="NUM" val="60"/>
</p:tagLst>
</file>

<file path=ppt/tags/tag75.xml><?xml version="1.0" encoding="utf-8"?>
<p:tagLst xmlns:a="http://schemas.openxmlformats.org/drawingml/2006/main" xmlns:r="http://schemas.openxmlformats.org/officeDocument/2006/relationships" xmlns:p="http://schemas.openxmlformats.org/presentationml/2006/main">
  <p:tag name="NUM" val="2"/>
</p:tagLst>
</file>

<file path=ppt/tags/tag76.xml><?xml version="1.0" encoding="utf-8"?>
<p:tagLst xmlns:a="http://schemas.openxmlformats.org/drawingml/2006/main" xmlns:r="http://schemas.openxmlformats.org/officeDocument/2006/relationships" xmlns:p="http://schemas.openxmlformats.org/presentationml/2006/main">
  <p:tag name="NUM" val="3"/>
</p:tagLst>
</file>

<file path=ppt/tags/tag77.xml><?xml version="1.0" encoding="utf-8"?>
<p:tagLst xmlns:a="http://schemas.openxmlformats.org/drawingml/2006/main" xmlns:r="http://schemas.openxmlformats.org/officeDocument/2006/relationships" xmlns:p="http://schemas.openxmlformats.org/presentationml/2006/main">
  <p:tag name="NUM" val="23"/>
</p:tagLst>
</file>

<file path=ppt/tags/tag78.xml><?xml version="1.0" encoding="utf-8"?>
<p:tagLst xmlns:a="http://schemas.openxmlformats.org/drawingml/2006/main" xmlns:r="http://schemas.openxmlformats.org/officeDocument/2006/relationships" xmlns:p="http://schemas.openxmlformats.org/presentationml/2006/main">
  <p:tag name="NUM" val="24"/>
</p:tagLst>
</file>

<file path=ppt/tags/tag79.xml><?xml version="1.0" encoding="utf-8"?>
<p:tagLst xmlns:a="http://schemas.openxmlformats.org/drawingml/2006/main" xmlns:r="http://schemas.openxmlformats.org/officeDocument/2006/relationships" xmlns:p="http://schemas.openxmlformats.org/presentationml/2006/main">
  <p:tag name="NUM" val="25"/>
</p:tagLst>
</file>

<file path=ppt/tags/tag80.xml><?xml version="1.0" encoding="utf-8"?>
<p:tagLst xmlns:a="http://schemas.openxmlformats.org/drawingml/2006/main" xmlns:r="http://schemas.openxmlformats.org/officeDocument/2006/relationships" xmlns:p="http://schemas.openxmlformats.org/presentationml/2006/main">
  <p:tag name="NUM" val="26"/>
</p:tagLst>
</file>

<file path=ppt/tags/tag81.xml><?xml version="1.0" encoding="utf-8"?>
<p:tagLst xmlns:a="http://schemas.openxmlformats.org/drawingml/2006/main" xmlns:r="http://schemas.openxmlformats.org/officeDocument/2006/relationships" xmlns:p="http://schemas.openxmlformats.org/presentationml/2006/main">
  <p:tag name="NUM" val="27"/>
</p:tagLst>
</file>

<file path=ppt/tags/tag82.xml><?xml version="1.0" encoding="utf-8"?>
<p:tagLst xmlns:a="http://schemas.openxmlformats.org/drawingml/2006/main" xmlns:r="http://schemas.openxmlformats.org/officeDocument/2006/relationships" xmlns:p="http://schemas.openxmlformats.org/presentationml/2006/main">
  <p:tag name="NUM" val="27"/>
</p:tagLst>
</file>

<file path=ppt/tags/tag83.xml><?xml version="1.0" encoding="utf-8"?>
<p:tagLst xmlns:a="http://schemas.openxmlformats.org/drawingml/2006/main" xmlns:r="http://schemas.openxmlformats.org/officeDocument/2006/relationships" xmlns:p="http://schemas.openxmlformats.org/presentationml/2006/main">
  <p:tag name="NUM" val="2"/>
</p:tagLst>
</file>

<file path=ppt/tags/tag84.xml><?xml version="1.0" encoding="utf-8"?>
<p:tagLst xmlns:a="http://schemas.openxmlformats.org/drawingml/2006/main" xmlns:r="http://schemas.openxmlformats.org/officeDocument/2006/relationships" xmlns:p="http://schemas.openxmlformats.org/presentationml/2006/main">
  <p:tag name="NUM" val="3"/>
</p:tagLst>
</file>

<file path=ppt/tags/tag85.xml><?xml version="1.0" encoding="utf-8"?>
<p:tagLst xmlns:a="http://schemas.openxmlformats.org/drawingml/2006/main" xmlns:r="http://schemas.openxmlformats.org/officeDocument/2006/relationships" xmlns:p="http://schemas.openxmlformats.org/presentationml/2006/main">
  <p:tag name="NUM" val="4"/>
</p:tagLst>
</file>

<file path=ppt/tags/tag86.xml><?xml version="1.0" encoding="utf-8"?>
<p:tagLst xmlns:a="http://schemas.openxmlformats.org/drawingml/2006/main" xmlns:r="http://schemas.openxmlformats.org/officeDocument/2006/relationships" xmlns:p="http://schemas.openxmlformats.org/presentationml/2006/main">
  <p:tag name="NUM" val="5"/>
</p:tagLst>
</file>

<file path=ppt/tags/tag87.xml><?xml version="1.0" encoding="utf-8"?>
<p:tagLst xmlns:a="http://schemas.openxmlformats.org/drawingml/2006/main" xmlns:r="http://schemas.openxmlformats.org/officeDocument/2006/relationships" xmlns:p="http://schemas.openxmlformats.org/presentationml/2006/main">
  <p:tag name="NUM" val="6"/>
</p:tagLst>
</file>

<file path=ppt/tags/tag88.xml><?xml version="1.0" encoding="utf-8"?>
<p:tagLst xmlns:a="http://schemas.openxmlformats.org/drawingml/2006/main" xmlns:r="http://schemas.openxmlformats.org/officeDocument/2006/relationships" xmlns:p="http://schemas.openxmlformats.org/presentationml/2006/main">
  <p:tag name="NUM" val="7"/>
</p:tagLst>
</file>

<file path=ppt/tags/tag89.xml><?xml version="1.0" encoding="utf-8"?>
<p:tagLst xmlns:a="http://schemas.openxmlformats.org/drawingml/2006/main" xmlns:r="http://schemas.openxmlformats.org/officeDocument/2006/relationships" xmlns:p="http://schemas.openxmlformats.org/presentationml/2006/main">
  <p:tag name="NUM" val="8"/>
</p:tagLst>
</file>

<file path=ppt/tags/tag90.xml><?xml version="1.0" encoding="utf-8"?>
<p:tagLst xmlns:a="http://schemas.openxmlformats.org/drawingml/2006/main" xmlns:r="http://schemas.openxmlformats.org/officeDocument/2006/relationships" xmlns:p="http://schemas.openxmlformats.org/presentationml/2006/main">
  <p:tag name="NUM" val="9"/>
</p:tagLst>
</file>

<file path=ppt/tags/tag91.xml><?xml version="1.0" encoding="utf-8"?>
<p:tagLst xmlns:a="http://schemas.openxmlformats.org/drawingml/2006/main" xmlns:r="http://schemas.openxmlformats.org/officeDocument/2006/relationships" xmlns:p="http://schemas.openxmlformats.org/presentationml/2006/main">
  <p:tag name="NUM" val="10"/>
</p:tagLst>
</file>

<file path=ppt/tags/tag92.xml><?xml version="1.0" encoding="utf-8"?>
<p:tagLst xmlns:a="http://schemas.openxmlformats.org/drawingml/2006/main" xmlns:r="http://schemas.openxmlformats.org/officeDocument/2006/relationships" xmlns:p="http://schemas.openxmlformats.org/presentationml/2006/main">
  <p:tag name="NUM" val="11"/>
</p:tagLst>
</file>

<file path=ppt/tags/tag93.xml><?xml version="1.0" encoding="utf-8"?>
<p:tagLst xmlns:a="http://schemas.openxmlformats.org/drawingml/2006/main" xmlns:r="http://schemas.openxmlformats.org/officeDocument/2006/relationships" xmlns:p="http://schemas.openxmlformats.org/presentationml/2006/main">
  <p:tag name="NUM" val="12"/>
</p:tagLst>
</file>

<file path=ppt/tags/tag94.xml><?xml version="1.0" encoding="utf-8"?>
<p:tagLst xmlns:a="http://schemas.openxmlformats.org/drawingml/2006/main" xmlns:r="http://schemas.openxmlformats.org/officeDocument/2006/relationships" xmlns:p="http://schemas.openxmlformats.org/presentationml/2006/main">
  <p:tag name="NUM" val="13"/>
</p:tagLst>
</file>

<file path=ppt/tags/tag95.xml><?xml version="1.0" encoding="utf-8"?>
<p:tagLst xmlns:a="http://schemas.openxmlformats.org/drawingml/2006/main" xmlns:r="http://schemas.openxmlformats.org/officeDocument/2006/relationships" xmlns:p="http://schemas.openxmlformats.org/presentationml/2006/main">
  <p:tag name="NUM" val="14"/>
</p:tagLst>
</file>

<file path=ppt/tags/tag96.xml><?xml version="1.0" encoding="utf-8"?>
<p:tagLst xmlns:a="http://schemas.openxmlformats.org/drawingml/2006/main" xmlns:r="http://schemas.openxmlformats.org/officeDocument/2006/relationships" xmlns:p="http://schemas.openxmlformats.org/presentationml/2006/main">
  <p:tag name="NUM" val="15"/>
</p:tagLst>
</file>

<file path=ppt/tags/tag97.xml><?xml version="1.0" encoding="utf-8"?>
<p:tagLst xmlns:a="http://schemas.openxmlformats.org/drawingml/2006/main" xmlns:r="http://schemas.openxmlformats.org/officeDocument/2006/relationships" xmlns:p="http://schemas.openxmlformats.org/presentationml/2006/main">
  <p:tag name="NUM" val="16"/>
</p:tagLst>
</file>

<file path=ppt/tags/tag98.xml><?xml version="1.0" encoding="utf-8"?>
<p:tagLst xmlns:a="http://schemas.openxmlformats.org/drawingml/2006/main" xmlns:r="http://schemas.openxmlformats.org/officeDocument/2006/relationships" xmlns:p="http://schemas.openxmlformats.org/presentationml/2006/main">
  <p:tag name="NUM" val="17"/>
</p:tagLst>
</file>

<file path=ppt/tags/tag99.xml><?xml version="1.0" encoding="utf-8"?>
<p:tagLst xmlns:a="http://schemas.openxmlformats.org/drawingml/2006/main" xmlns:r="http://schemas.openxmlformats.org/officeDocument/2006/relationships" xmlns:p="http://schemas.openxmlformats.org/presentationml/2006/main">
  <p:tag name="NUM" val="18"/>
</p:tagLst>
</file>

<file path=ppt/tags/tag100.xml><?xml version="1.0" encoding="utf-8"?>
<p:tagLst xmlns:a="http://schemas.openxmlformats.org/drawingml/2006/main" xmlns:r="http://schemas.openxmlformats.org/officeDocument/2006/relationships" xmlns:p="http://schemas.openxmlformats.org/presentationml/2006/main">
  <p:tag name="NUM" val="19"/>
</p:tagLst>
</file>

<file path=ppt/tags/tag101.xml><?xml version="1.0" encoding="utf-8"?>
<p:tagLst xmlns:a="http://schemas.openxmlformats.org/drawingml/2006/main" xmlns:r="http://schemas.openxmlformats.org/officeDocument/2006/relationships" xmlns:p="http://schemas.openxmlformats.org/presentationml/2006/main">
  <p:tag name="NUM" val="20"/>
</p:tagLst>
</file>

<file path=ppt/tags/tag102.xml><?xml version="1.0" encoding="utf-8"?>
<p:tagLst xmlns:a="http://schemas.openxmlformats.org/drawingml/2006/main" xmlns:r="http://schemas.openxmlformats.org/officeDocument/2006/relationships" xmlns:p="http://schemas.openxmlformats.org/presentationml/2006/main">
  <p:tag name="NUM" val="21"/>
</p:tagLst>
</file>

<file path=ppt/tags/tag103.xml><?xml version="1.0" encoding="utf-8"?>
<p:tagLst xmlns:a="http://schemas.openxmlformats.org/drawingml/2006/main" xmlns:r="http://schemas.openxmlformats.org/officeDocument/2006/relationships" xmlns:p="http://schemas.openxmlformats.org/presentationml/2006/main">
  <p:tag name="NUM" val="22"/>
</p:tagLst>
</file>

<file path=ppt/tags/tag104.xml><?xml version="1.0" encoding="utf-8"?>
<p:tagLst xmlns:a="http://schemas.openxmlformats.org/drawingml/2006/main" xmlns:r="http://schemas.openxmlformats.org/officeDocument/2006/relationships" xmlns:p="http://schemas.openxmlformats.org/presentationml/2006/main">
  <p:tag name="NUM" val="23"/>
</p:tagLst>
</file>

<file path=ppt/tags/tag105.xml><?xml version="1.0" encoding="utf-8"?>
<p:tagLst xmlns:a="http://schemas.openxmlformats.org/drawingml/2006/main" xmlns:r="http://schemas.openxmlformats.org/officeDocument/2006/relationships" xmlns:p="http://schemas.openxmlformats.org/presentationml/2006/main">
  <p:tag name="NUM" val="24"/>
</p:tagLst>
</file>

<file path=ppt/tags/tag106.xml><?xml version="1.0" encoding="utf-8"?>
<p:tagLst xmlns:a="http://schemas.openxmlformats.org/drawingml/2006/main" xmlns:r="http://schemas.openxmlformats.org/officeDocument/2006/relationships" xmlns:p="http://schemas.openxmlformats.org/presentationml/2006/main">
  <p:tag name="NUM" val="25"/>
</p:tagLst>
</file>

<file path=ppt/tags/tag107.xml><?xml version="1.0" encoding="utf-8"?>
<p:tagLst xmlns:a="http://schemas.openxmlformats.org/drawingml/2006/main" xmlns:r="http://schemas.openxmlformats.org/officeDocument/2006/relationships" xmlns:p="http://schemas.openxmlformats.org/presentationml/2006/main">
  <p:tag name="NUM" val="26"/>
</p:tagLst>
</file>

<file path=ppt/tags/tag108.xml><?xml version="1.0" encoding="utf-8"?>
<p:tagLst xmlns:a="http://schemas.openxmlformats.org/drawingml/2006/main" xmlns:r="http://schemas.openxmlformats.org/officeDocument/2006/relationships" xmlns:p="http://schemas.openxmlformats.org/presentationml/2006/main">
  <p:tag name="NUM" val="27"/>
</p:tagLst>
</file>

<file path=ppt/tags/tag109.xml><?xml version="1.0" encoding="utf-8"?>
<p:tagLst xmlns:a="http://schemas.openxmlformats.org/drawingml/2006/main" xmlns:r="http://schemas.openxmlformats.org/officeDocument/2006/relationships" xmlns:p="http://schemas.openxmlformats.org/presentationml/2006/main">
  <p:tag name="NUM" val="28"/>
</p:tagLst>
</file>

<file path=ppt/tags/tag110.xml><?xml version="1.0" encoding="utf-8"?>
<p:tagLst xmlns:a="http://schemas.openxmlformats.org/drawingml/2006/main" xmlns:r="http://schemas.openxmlformats.org/officeDocument/2006/relationships" xmlns:p="http://schemas.openxmlformats.org/presentationml/2006/main">
  <p:tag name="NUM" val="29"/>
</p:tagLst>
</file>

<file path=ppt/tags/tag111.xml><?xml version="1.0" encoding="utf-8"?>
<p:tagLst xmlns:a="http://schemas.openxmlformats.org/drawingml/2006/main" xmlns:r="http://schemas.openxmlformats.org/officeDocument/2006/relationships" xmlns:p="http://schemas.openxmlformats.org/presentationml/2006/main">
  <p:tag name="NUM" val="30"/>
</p:tagLst>
</file>

<file path=ppt/tags/tag112.xml><?xml version="1.0" encoding="utf-8"?>
<p:tagLst xmlns:a="http://schemas.openxmlformats.org/drawingml/2006/main" xmlns:r="http://schemas.openxmlformats.org/officeDocument/2006/relationships" xmlns:p="http://schemas.openxmlformats.org/presentationml/2006/main">
  <p:tag name="NUM" val="31"/>
</p:tagLst>
</file>

<file path=ppt/tags/tag113.xml><?xml version="1.0" encoding="utf-8"?>
<p:tagLst xmlns:a="http://schemas.openxmlformats.org/drawingml/2006/main" xmlns:r="http://schemas.openxmlformats.org/officeDocument/2006/relationships" xmlns:p="http://schemas.openxmlformats.org/presentationml/2006/main">
  <p:tag name="NUM" val="32"/>
</p:tagLst>
</file>

<file path=ppt/tags/tag114.xml><?xml version="1.0" encoding="utf-8"?>
<p:tagLst xmlns:a="http://schemas.openxmlformats.org/drawingml/2006/main" xmlns:r="http://schemas.openxmlformats.org/officeDocument/2006/relationships" xmlns:p="http://schemas.openxmlformats.org/presentationml/2006/main">
  <p:tag name="NUM" val="33"/>
</p:tagLst>
</file>

<file path=ppt/tags/tag115.xml><?xml version="1.0" encoding="utf-8"?>
<p:tagLst xmlns:a="http://schemas.openxmlformats.org/drawingml/2006/main" xmlns:r="http://schemas.openxmlformats.org/officeDocument/2006/relationships" xmlns:p="http://schemas.openxmlformats.org/presentationml/2006/main">
  <p:tag name="NUM" val="34"/>
</p:tagLst>
</file>

<file path=ppt/tags/tag116.xml><?xml version="1.0" encoding="utf-8"?>
<p:tagLst xmlns:a="http://schemas.openxmlformats.org/drawingml/2006/main" xmlns:r="http://schemas.openxmlformats.org/officeDocument/2006/relationships" xmlns:p="http://schemas.openxmlformats.org/presentationml/2006/main">
  <p:tag name="NUM" val="35"/>
</p:tagLst>
</file>

<file path=ppt/tags/tag117.xml><?xml version="1.0" encoding="utf-8"?>
<p:tagLst xmlns:a="http://schemas.openxmlformats.org/drawingml/2006/main" xmlns:r="http://schemas.openxmlformats.org/officeDocument/2006/relationships" xmlns:p="http://schemas.openxmlformats.org/presentationml/2006/main">
  <p:tag name="NUM" val="36"/>
</p:tagLst>
</file>

<file path=ppt/tags/tag118.xml><?xml version="1.0" encoding="utf-8"?>
<p:tagLst xmlns:a="http://schemas.openxmlformats.org/drawingml/2006/main" xmlns:r="http://schemas.openxmlformats.org/officeDocument/2006/relationships" xmlns:p="http://schemas.openxmlformats.org/presentationml/2006/main">
  <p:tag name="NUM" val="37"/>
</p:tagLst>
</file>

<file path=ppt/tags/tag119.xml><?xml version="1.0" encoding="utf-8"?>
<p:tagLst xmlns:a="http://schemas.openxmlformats.org/drawingml/2006/main" xmlns:r="http://schemas.openxmlformats.org/officeDocument/2006/relationships" xmlns:p="http://schemas.openxmlformats.org/presentationml/2006/main">
  <p:tag name="NUM" val="38"/>
</p:tagLst>
</file>

<file path=ppt/tags/tag120.xml><?xml version="1.0" encoding="utf-8"?>
<p:tagLst xmlns:a="http://schemas.openxmlformats.org/drawingml/2006/main" xmlns:r="http://schemas.openxmlformats.org/officeDocument/2006/relationships" xmlns:p="http://schemas.openxmlformats.org/presentationml/2006/main">
  <p:tag name="NUM" val="39"/>
</p:tagLst>
</file>

<file path=ppt/tags/tag121.xml><?xml version="1.0" encoding="utf-8"?>
<p:tagLst xmlns:a="http://schemas.openxmlformats.org/drawingml/2006/main" xmlns:r="http://schemas.openxmlformats.org/officeDocument/2006/relationships" xmlns:p="http://schemas.openxmlformats.org/presentationml/2006/main">
  <p:tag name="NUM" val="40"/>
</p:tagLst>
</file>

<file path=ppt/tags/tag122.xml><?xml version="1.0" encoding="utf-8"?>
<p:tagLst xmlns:a="http://schemas.openxmlformats.org/drawingml/2006/main" xmlns:r="http://schemas.openxmlformats.org/officeDocument/2006/relationships" xmlns:p="http://schemas.openxmlformats.org/presentationml/2006/main">
  <p:tag name="NUM" val="41"/>
</p:tagLst>
</file>

<file path=ppt/tags/tag123.xml><?xml version="1.0" encoding="utf-8"?>
<p:tagLst xmlns:a="http://schemas.openxmlformats.org/drawingml/2006/main" xmlns:r="http://schemas.openxmlformats.org/officeDocument/2006/relationships" xmlns:p="http://schemas.openxmlformats.org/presentationml/2006/main">
  <p:tag name="NUM" val="42"/>
</p:tagLst>
</file>

<file path=ppt/tags/tag124.xml><?xml version="1.0" encoding="utf-8"?>
<p:tagLst xmlns:a="http://schemas.openxmlformats.org/drawingml/2006/main" xmlns:r="http://schemas.openxmlformats.org/officeDocument/2006/relationships" xmlns:p="http://schemas.openxmlformats.org/presentationml/2006/main">
  <p:tag name="NUM" val="43"/>
</p:tagLst>
</file>

<file path=ppt/tags/tag125.xml><?xml version="1.0" encoding="utf-8"?>
<p:tagLst xmlns:a="http://schemas.openxmlformats.org/drawingml/2006/main" xmlns:r="http://schemas.openxmlformats.org/officeDocument/2006/relationships" xmlns:p="http://schemas.openxmlformats.org/presentationml/2006/main">
  <p:tag name="NUM" val="44"/>
</p:tagLst>
</file>

<file path=ppt/tags/tag126.xml><?xml version="1.0" encoding="utf-8"?>
<p:tagLst xmlns:a="http://schemas.openxmlformats.org/drawingml/2006/main" xmlns:r="http://schemas.openxmlformats.org/officeDocument/2006/relationships" xmlns:p="http://schemas.openxmlformats.org/presentationml/2006/main">
  <p:tag name="NUM" val="45"/>
</p:tagLst>
</file>

<file path=ppt/tags/tag127.xml><?xml version="1.0" encoding="utf-8"?>
<p:tagLst xmlns:a="http://schemas.openxmlformats.org/drawingml/2006/main" xmlns:r="http://schemas.openxmlformats.org/officeDocument/2006/relationships" xmlns:p="http://schemas.openxmlformats.org/presentationml/2006/main">
  <p:tag name="NUM" val="46"/>
</p:tagLst>
</file>

<file path=ppt/tags/tag128.xml><?xml version="1.0" encoding="utf-8"?>
<p:tagLst xmlns:a="http://schemas.openxmlformats.org/drawingml/2006/main" xmlns:r="http://schemas.openxmlformats.org/officeDocument/2006/relationships" xmlns:p="http://schemas.openxmlformats.org/presentationml/2006/main">
  <p:tag name="NUM" val="47"/>
</p:tagLst>
</file>

<file path=ppt/tags/tag129.xml><?xml version="1.0" encoding="utf-8"?>
<p:tagLst xmlns:a="http://schemas.openxmlformats.org/drawingml/2006/main" xmlns:r="http://schemas.openxmlformats.org/officeDocument/2006/relationships" xmlns:p="http://schemas.openxmlformats.org/presentationml/2006/main">
  <p:tag name="NUM" val="48"/>
</p:tagLst>
</file>

<file path=ppt/tags/tag130.xml><?xml version="1.0" encoding="utf-8"?>
<p:tagLst xmlns:a="http://schemas.openxmlformats.org/drawingml/2006/main" xmlns:r="http://schemas.openxmlformats.org/officeDocument/2006/relationships" xmlns:p="http://schemas.openxmlformats.org/presentationml/2006/main">
  <p:tag name="NUM" val="49"/>
</p:tagLst>
</file>

<file path=ppt/tags/tag131.xml><?xml version="1.0" encoding="utf-8"?>
<p:tagLst xmlns:a="http://schemas.openxmlformats.org/drawingml/2006/main" xmlns:r="http://schemas.openxmlformats.org/officeDocument/2006/relationships" xmlns:p="http://schemas.openxmlformats.org/presentationml/2006/main">
  <p:tag name="NUM" val="50"/>
</p:tagLst>
</file>

<file path=ppt/tags/tag132.xml><?xml version="1.0" encoding="utf-8"?>
<p:tagLst xmlns:a="http://schemas.openxmlformats.org/drawingml/2006/main" xmlns:r="http://schemas.openxmlformats.org/officeDocument/2006/relationships" xmlns:p="http://schemas.openxmlformats.org/presentationml/2006/main">
  <p:tag name="NUM" val="51"/>
</p:tagLst>
</file>

<file path=ppt/tags/tag133.xml><?xml version="1.0" encoding="utf-8"?>
<p:tagLst xmlns:a="http://schemas.openxmlformats.org/drawingml/2006/main" xmlns:r="http://schemas.openxmlformats.org/officeDocument/2006/relationships" xmlns:p="http://schemas.openxmlformats.org/presentationml/2006/main">
  <p:tag name="NUM" val="52"/>
</p:tagLst>
</file>

<file path=ppt/tags/tag134.xml><?xml version="1.0" encoding="utf-8"?>
<p:tagLst xmlns:a="http://schemas.openxmlformats.org/drawingml/2006/main" xmlns:r="http://schemas.openxmlformats.org/officeDocument/2006/relationships" xmlns:p="http://schemas.openxmlformats.org/presentationml/2006/main">
  <p:tag name="NUM" val="53"/>
</p:tagLst>
</file>

<file path=ppt/tags/tag135.xml><?xml version="1.0" encoding="utf-8"?>
<p:tagLst xmlns:a="http://schemas.openxmlformats.org/drawingml/2006/main" xmlns:r="http://schemas.openxmlformats.org/officeDocument/2006/relationships" xmlns:p="http://schemas.openxmlformats.org/presentationml/2006/main">
  <p:tag name="NUM" val="54"/>
</p:tagLst>
</file>

<file path=ppt/tags/tag136.xml><?xml version="1.0" encoding="utf-8"?>
<p:tagLst xmlns:a="http://schemas.openxmlformats.org/drawingml/2006/main" xmlns:r="http://schemas.openxmlformats.org/officeDocument/2006/relationships" xmlns:p="http://schemas.openxmlformats.org/presentationml/2006/main">
  <p:tag name="NUM" val="55"/>
</p:tagLst>
</file>

<file path=ppt/tags/tag137.xml><?xml version="1.0" encoding="utf-8"?>
<p:tagLst xmlns:a="http://schemas.openxmlformats.org/drawingml/2006/main" xmlns:r="http://schemas.openxmlformats.org/officeDocument/2006/relationships" xmlns:p="http://schemas.openxmlformats.org/presentationml/2006/main">
  <p:tag name="NUM" val="56"/>
</p:tagLst>
</file>

<file path=ppt/tags/tag138.xml><?xml version="1.0" encoding="utf-8"?>
<p:tagLst xmlns:a="http://schemas.openxmlformats.org/drawingml/2006/main" xmlns:r="http://schemas.openxmlformats.org/officeDocument/2006/relationships" xmlns:p="http://schemas.openxmlformats.org/presentationml/2006/main">
  <p:tag name="NUM" val="57"/>
</p:tagLst>
</file>

<file path=ppt/tags/tag139.xml><?xml version="1.0" encoding="utf-8"?>
<p:tagLst xmlns:a="http://schemas.openxmlformats.org/drawingml/2006/main" xmlns:r="http://schemas.openxmlformats.org/officeDocument/2006/relationships" xmlns:p="http://schemas.openxmlformats.org/presentationml/2006/main">
  <p:tag name="NUM" val="58"/>
</p:tagLst>
</file>

<file path=ppt/tags/tag140.xml><?xml version="1.0" encoding="utf-8"?>
<p:tagLst xmlns:a="http://schemas.openxmlformats.org/drawingml/2006/main" xmlns:r="http://schemas.openxmlformats.org/officeDocument/2006/relationships" xmlns:p="http://schemas.openxmlformats.org/presentationml/2006/main">
  <p:tag name="NUM" val="59"/>
</p:tagLst>
</file>

<file path=ppt/tags/tag141.xml><?xml version="1.0" encoding="utf-8"?>
<p:tagLst xmlns:a="http://schemas.openxmlformats.org/drawingml/2006/main" xmlns:r="http://schemas.openxmlformats.org/officeDocument/2006/relationships" xmlns:p="http://schemas.openxmlformats.org/presentationml/2006/main">
  <p:tag name="NUM" val="60"/>
</p:tagLst>
</file>

<file path=ppt/tags/tag142.xml><?xml version="1.0" encoding="utf-8"?>
<p:tagLst xmlns:a="http://schemas.openxmlformats.org/drawingml/2006/main" xmlns:r="http://schemas.openxmlformats.org/officeDocument/2006/relationships" xmlns:p="http://schemas.openxmlformats.org/presentationml/2006/main">
  <p:tag name="NUM" val="61"/>
</p:tagLst>
</file>

<file path=ppt/tags/tag143.xml><?xml version="1.0" encoding="utf-8"?>
<p:tagLst xmlns:a="http://schemas.openxmlformats.org/drawingml/2006/main" xmlns:r="http://schemas.openxmlformats.org/officeDocument/2006/relationships" xmlns:p="http://schemas.openxmlformats.org/presentationml/2006/main">
  <p:tag name="NUM" val="27"/>
</p:tagLst>
</file>

<file path=ppt/tags/tag144.xml><?xml version="1.0" encoding="utf-8"?>
<p:tagLst xmlns:a="http://schemas.openxmlformats.org/drawingml/2006/main" xmlns:r="http://schemas.openxmlformats.org/officeDocument/2006/relationships" xmlns:p="http://schemas.openxmlformats.org/presentationml/2006/main">
  <p:tag name="NUM" val="27"/>
</p:tagLst>
</file>

<file path=ppt/tags/tag145.xml><?xml version="1.0" encoding="utf-8"?>
<p:tagLst xmlns:a="http://schemas.openxmlformats.org/drawingml/2006/main" xmlns:r="http://schemas.openxmlformats.org/officeDocument/2006/relationships" xmlns:p="http://schemas.openxmlformats.org/presentationml/2006/main">
  <p:tag name="NUM" val="27"/>
</p:tagLst>
</file>

<file path=ppt/tags/tag146.xml><?xml version="1.0" encoding="utf-8"?>
<p:tagLst xmlns:a="http://schemas.openxmlformats.org/drawingml/2006/main" xmlns:r="http://schemas.openxmlformats.org/officeDocument/2006/relationships" xmlns:p="http://schemas.openxmlformats.org/presentationml/2006/main">
  <p:tag name="NUM" val="22"/>
</p:tagLst>
</file>

<file path=ppt/tags/tag147.xml><?xml version="1.0" encoding="utf-8"?>
<p:tagLst xmlns:a="http://schemas.openxmlformats.org/drawingml/2006/main" xmlns:r="http://schemas.openxmlformats.org/officeDocument/2006/relationships" xmlns:p="http://schemas.openxmlformats.org/presentationml/2006/main">
  <p:tag name="NUM" val="22"/>
</p:tagLst>
</file>

<file path=ppt/tags/tag148.xml><?xml version="1.0" encoding="utf-8"?>
<p:tagLst xmlns:a="http://schemas.openxmlformats.org/drawingml/2006/main" xmlns:r="http://schemas.openxmlformats.org/officeDocument/2006/relationships" xmlns:p="http://schemas.openxmlformats.org/presentationml/2006/main">
  <p:tag name="NUM" val="27"/>
</p:tagLst>
</file>

<file path=ppt/tags/tag149.xml><?xml version="1.0" encoding="utf-8"?>
<p:tagLst xmlns:a="http://schemas.openxmlformats.org/drawingml/2006/main" xmlns:r="http://schemas.openxmlformats.org/officeDocument/2006/relationships" xmlns:p="http://schemas.openxmlformats.org/presentationml/2006/main">
  <p:tag name="NUM" val="22"/>
</p:tagLst>
</file>

<file path=ppt/tags/tag150.xml><?xml version="1.0" encoding="utf-8"?>
<p:tagLst xmlns:a="http://schemas.openxmlformats.org/drawingml/2006/main" xmlns:r="http://schemas.openxmlformats.org/officeDocument/2006/relationships" xmlns:p="http://schemas.openxmlformats.org/presentationml/2006/main">
  <p:tag name="NUM" val="27"/>
</p:tagLst>
</file>

<file path=ppt/tags/tag151.xml><?xml version="1.0" encoding="utf-8"?>
<p:tagLst xmlns:a="http://schemas.openxmlformats.org/drawingml/2006/main" xmlns:r="http://schemas.openxmlformats.org/officeDocument/2006/relationships" xmlns:p="http://schemas.openxmlformats.org/presentationml/2006/main">
  <p:tag name="NUM" val="27"/>
</p:tagLst>
</file>

<file path=ppt/tags/tag152.xml><?xml version="1.0" encoding="utf-8"?>
<p:tagLst xmlns:a="http://schemas.openxmlformats.org/drawingml/2006/main" xmlns:r="http://schemas.openxmlformats.org/officeDocument/2006/relationships" xmlns:p="http://schemas.openxmlformats.org/presentationml/2006/main">
  <p:tag name="NUM" val="27"/>
</p:tagLst>
</file>

<file path=ppt/tags/tag153.xml><?xml version="1.0" encoding="utf-8"?>
<p:tagLst xmlns:a="http://schemas.openxmlformats.org/drawingml/2006/main" xmlns:r="http://schemas.openxmlformats.org/officeDocument/2006/relationships" xmlns:p="http://schemas.openxmlformats.org/presentationml/2006/main">
  <p:tag name="NUM" val="27"/>
</p:tagLst>
</file>

<file path=ppt/tags/tag154.xml><?xml version="1.0" encoding="utf-8"?>
<p:tagLst xmlns:a="http://schemas.openxmlformats.org/drawingml/2006/main" xmlns:r="http://schemas.openxmlformats.org/officeDocument/2006/relationships" xmlns:p="http://schemas.openxmlformats.org/presentationml/2006/main">
  <p:tag name="NUM" val="1"/>
</p:tagLst>
</file>

<file path=ppt/tags/tag155.xml><?xml version="1.0" encoding="utf-8"?>
<p:tagLst xmlns:a="http://schemas.openxmlformats.org/drawingml/2006/main" xmlns:r="http://schemas.openxmlformats.org/officeDocument/2006/relationships" xmlns:p="http://schemas.openxmlformats.org/presentationml/2006/main">
  <p:tag name="NUM" val="3"/>
</p:tagLst>
</file>

<file path=ppt/tags/tag156.xml><?xml version="1.0" encoding="utf-8"?>
<p:tagLst xmlns:a="http://schemas.openxmlformats.org/drawingml/2006/main" xmlns:r="http://schemas.openxmlformats.org/officeDocument/2006/relationships" xmlns:p="http://schemas.openxmlformats.org/presentationml/2006/main">
  <p:tag name="NUM" val="4"/>
</p:tagLst>
</file>

<file path=ppt/tags/tag157.xml><?xml version="1.0" encoding="utf-8"?>
<p:tagLst xmlns:a="http://schemas.openxmlformats.org/drawingml/2006/main" xmlns:r="http://schemas.openxmlformats.org/officeDocument/2006/relationships" xmlns:p="http://schemas.openxmlformats.org/presentationml/2006/main">
  <p:tag name="NUM" val="5"/>
</p:tagLst>
</file>

<file path=ppt/tags/tag158.xml><?xml version="1.0" encoding="utf-8"?>
<p:tagLst xmlns:a="http://schemas.openxmlformats.org/drawingml/2006/main" xmlns:r="http://schemas.openxmlformats.org/officeDocument/2006/relationships" xmlns:p="http://schemas.openxmlformats.org/presentationml/2006/main">
  <p:tag name="NUM" val="6"/>
</p:tagLst>
</file>

<file path=ppt/tags/tag159.xml><?xml version="1.0" encoding="utf-8"?>
<p:tagLst xmlns:a="http://schemas.openxmlformats.org/drawingml/2006/main" xmlns:r="http://schemas.openxmlformats.org/officeDocument/2006/relationships" xmlns:p="http://schemas.openxmlformats.org/presentationml/2006/main">
  <p:tag name="NUM" val="6"/>
</p:tagLst>
</file>

<file path=ppt/tags/tag160.xml><?xml version="1.0" encoding="utf-8"?>
<p:tagLst xmlns:a="http://schemas.openxmlformats.org/drawingml/2006/main" xmlns:r="http://schemas.openxmlformats.org/officeDocument/2006/relationships" xmlns:p="http://schemas.openxmlformats.org/presentationml/2006/main">
  <p:tag name="NUM" val="2"/>
</p:tagLst>
</file>

<file path=ppt/tags/tag161.xml><?xml version="1.0" encoding="utf-8"?>
<p:tagLst xmlns:a="http://schemas.openxmlformats.org/drawingml/2006/main" xmlns:r="http://schemas.openxmlformats.org/officeDocument/2006/relationships" xmlns:p="http://schemas.openxmlformats.org/presentationml/2006/main">
  <p:tag name="NUM" val="4"/>
</p:tagLst>
</file>

<file path=ppt/tags/tag162.xml><?xml version="1.0" encoding="utf-8"?>
<p:tagLst xmlns:a="http://schemas.openxmlformats.org/drawingml/2006/main" xmlns:r="http://schemas.openxmlformats.org/officeDocument/2006/relationships" xmlns:p="http://schemas.openxmlformats.org/presentationml/2006/main">
  <p:tag name="NUM" val="5"/>
</p:tagLst>
</file>

<file path=ppt/tags/tag163.xml><?xml version="1.0" encoding="utf-8"?>
<p:tagLst xmlns:a="http://schemas.openxmlformats.org/drawingml/2006/main" xmlns:r="http://schemas.openxmlformats.org/officeDocument/2006/relationships" xmlns:p="http://schemas.openxmlformats.org/presentationml/2006/main">
  <p:tag name="NUM" val="6"/>
</p:tagLst>
</file>

<file path=ppt/tags/tag164.xml><?xml version="1.0" encoding="utf-8"?>
<p:tagLst xmlns:a="http://schemas.openxmlformats.org/drawingml/2006/main" xmlns:r="http://schemas.openxmlformats.org/officeDocument/2006/relationships" xmlns:p="http://schemas.openxmlformats.org/presentationml/2006/main">
  <p:tag name="NUM" val="7"/>
</p:tagLst>
</file>

<file path=ppt/tags/tag165.xml><?xml version="1.0" encoding="utf-8"?>
<p:tagLst xmlns:a="http://schemas.openxmlformats.org/drawingml/2006/main" xmlns:r="http://schemas.openxmlformats.org/officeDocument/2006/relationships" xmlns:p="http://schemas.openxmlformats.org/presentationml/2006/main">
  <p:tag name="NUM" val="8"/>
</p:tagLst>
</file>

<file path=ppt/tags/tag166.xml><?xml version="1.0" encoding="utf-8"?>
<p:tagLst xmlns:a="http://schemas.openxmlformats.org/drawingml/2006/main" xmlns:r="http://schemas.openxmlformats.org/officeDocument/2006/relationships" xmlns:p="http://schemas.openxmlformats.org/presentationml/2006/main">
  <p:tag name="NUM" val="9"/>
</p:tagLst>
</file>

<file path=ppt/tags/tag167.xml><?xml version="1.0" encoding="utf-8"?>
<p:tagLst xmlns:a="http://schemas.openxmlformats.org/drawingml/2006/main" xmlns:r="http://schemas.openxmlformats.org/officeDocument/2006/relationships" xmlns:p="http://schemas.openxmlformats.org/presentationml/2006/main">
  <p:tag name="NUM" val="14"/>
</p:tagLst>
</file>

<file path=ppt/tags/tag168.xml><?xml version="1.0" encoding="utf-8"?>
<p:tagLst xmlns:a="http://schemas.openxmlformats.org/drawingml/2006/main" xmlns:r="http://schemas.openxmlformats.org/officeDocument/2006/relationships" xmlns:p="http://schemas.openxmlformats.org/presentationml/2006/main">
  <p:tag name="NUM" val="17"/>
</p:tagLst>
</file>

<file path=ppt/tags/tag169.xml><?xml version="1.0" encoding="utf-8"?>
<p:tagLst xmlns:a="http://schemas.openxmlformats.org/drawingml/2006/main" xmlns:r="http://schemas.openxmlformats.org/officeDocument/2006/relationships" xmlns:p="http://schemas.openxmlformats.org/presentationml/2006/main">
  <p:tag name="NUM" val="19"/>
</p:tagLst>
</file>

<file path=ppt/tags/tag170.xml><?xml version="1.0" encoding="utf-8"?>
<p:tagLst xmlns:a="http://schemas.openxmlformats.org/drawingml/2006/main" xmlns:r="http://schemas.openxmlformats.org/officeDocument/2006/relationships" xmlns:p="http://schemas.openxmlformats.org/presentationml/2006/main">
  <p:tag name="NUM" val="20"/>
</p:tagLst>
</file>

<file path=ppt/tags/tag171.xml><?xml version="1.0" encoding="utf-8"?>
<p:tagLst xmlns:a="http://schemas.openxmlformats.org/drawingml/2006/main" xmlns:r="http://schemas.openxmlformats.org/officeDocument/2006/relationships" xmlns:p="http://schemas.openxmlformats.org/presentationml/2006/main">
  <p:tag name="NUM" val="21"/>
</p:tagLst>
</file>

<file path=ppt/tags/tag172.xml><?xml version="1.0" encoding="utf-8"?>
<p:tagLst xmlns:a="http://schemas.openxmlformats.org/drawingml/2006/main" xmlns:r="http://schemas.openxmlformats.org/officeDocument/2006/relationships" xmlns:p="http://schemas.openxmlformats.org/presentationml/2006/main">
  <p:tag name="NUM" val="23"/>
</p:tagLst>
</file>

<file path=ppt/tags/tag173.xml><?xml version="1.0" encoding="utf-8"?>
<p:tagLst xmlns:a="http://schemas.openxmlformats.org/drawingml/2006/main" xmlns:r="http://schemas.openxmlformats.org/officeDocument/2006/relationships" xmlns:p="http://schemas.openxmlformats.org/presentationml/2006/main">
  <p:tag name="NUM" val="24"/>
</p:tagLst>
</file>

<file path=ppt/tags/tag174.xml><?xml version="1.0" encoding="utf-8"?>
<p:tagLst xmlns:a="http://schemas.openxmlformats.org/drawingml/2006/main" xmlns:r="http://schemas.openxmlformats.org/officeDocument/2006/relationships" xmlns:p="http://schemas.openxmlformats.org/presentationml/2006/main">
  <p:tag name="NUM" val="25"/>
</p:tagLst>
</file>

<file path=ppt/tags/tag175.xml><?xml version="1.0" encoding="utf-8"?>
<p:tagLst xmlns:a="http://schemas.openxmlformats.org/drawingml/2006/main" xmlns:r="http://schemas.openxmlformats.org/officeDocument/2006/relationships" xmlns:p="http://schemas.openxmlformats.org/presentationml/2006/main">
  <p:tag name="NUM" val="26"/>
</p:tagLst>
</file>

<file path=ppt/tags/tag176.xml><?xml version="1.0" encoding="utf-8"?>
<p:tagLst xmlns:a="http://schemas.openxmlformats.org/drawingml/2006/main" xmlns:r="http://schemas.openxmlformats.org/officeDocument/2006/relationships" xmlns:p="http://schemas.openxmlformats.org/presentationml/2006/main">
  <p:tag name="NUM" val="27"/>
</p:tagLst>
</file>

<file path=ppt/tags/tag177.xml><?xml version="1.0" encoding="utf-8"?>
<p:tagLst xmlns:a="http://schemas.openxmlformats.org/drawingml/2006/main" xmlns:r="http://schemas.openxmlformats.org/officeDocument/2006/relationships" xmlns:p="http://schemas.openxmlformats.org/presentationml/2006/main">
  <p:tag name="NUM" val="28"/>
</p:tagLst>
</file>

<file path=ppt/tags/tag178.xml><?xml version="1.0" encoding="utf-8"?>
<p:tagLst xmlns:a="http://schemas.openxmlformats.org/drawingml/2006/main" xmlns:r="http://schemas.openxmlformats.org/officeDocument/2006/relationships" xmlns:p="http://schemas.openxmlformats.org/presentationml/2006/main">
  <p:tag name="NUM" val="9"/>
</p:tagLst>
</file>

<file path=ppt/tags/tag179.xml><?xml version="1.0" encoding="utf-8"?>
<p:tagLst xmlns:a="http://schemas.openxmlformats.org/drawingml/2006/main" xmlns:r="http://schemas.openxmlformats.org/officeDocument/2006/relationships" xmlns:p="http://schemas.openxmlformats.org/presentationml/2006/main">
  <p:tag name="NUM" val="23"/>
</p:tagLst>
</file>

<file path=ppt/tags/tag180.xml><?xml version="1.0" encoding="utf-8"?>
<p:tagLst xmlns:a="http://schemas.openxmlformats.org/drawingml/2006/main" xmlns:r="http://schemas.openxmlformats.org/officeDocument/2006/relationships" xmlns:p="http://schemas.openxmlformats.org/presentationml/2006/main">
  <p:tag name="NUM" val="24"/>
</p:tagLst>
</file>

<file path=ppt/tags/tag181.xml><?xml version="1.0" encoding="utf-8"?>
<p:tagLst xmlns:a="http://schemas.openxmlformats.org/drawingml/2006/main" xmlns:r="http://schemas.openxmlformats.org/officeDocument/2006/relationships" xmlns:p="http://schemas.openxmlformats.org/presentationml/2006/main">
  <p:tag name="NUM" val="25"/>
</p:tagLst>
</file>

<file path=ppt/tags/tag182.xml><?xml version="1.0" encoding="utf-8"?>
<p:tagLst xmlns:a="http://schemas.openxmlformats.org/drawingml/2006/main" xmlns:r="http://schemas.openxmlformats.org/officeDocument/2006/relationships" xmlns:p="http://schemas.openxmlformats.org/presentationml/2006/main">
  <p:tag name="NUM" val="26"/>
</p:tagLst>
</file>

<file path=ppt/tags/tag183.xml><?xml version="1.0" encoding="utf-8"?>
<p:tagLst xmlns:a="http://schemas.openxmlformats.org/drawingml/2006/main" xmlns:r="http://schemas.openxmlformats.org/officeDocument/2006/relationships" xmlns:p="http://schemas.openxmlformats.org/presentationml/2006/main">
  <p:tag name="NUM" val="27"/>
</p:tagLst>
</file>

<file path=ppt/tags/tag184.xml><?xml version="1.0" encoding="utf-8"?>
<p:tagLst xmlns:a="http://schemas.openxmlformats.org/drawingml/2006/main" xmlns:r="http://schemas.openxmlformats.org/officeDocument/2006/relationships" xmlns:p="http://schemas.openxmlformats.org/presentationml/2006/main">
  <p:tag name="NUM" val="9"/>
</p:tagLst>
</file>

<file path=ppt/tags/tag185.xml><?xml version="1.0" encoding="utf-8"?>
<p:tagLst xmlns:a="http://schemas.openxmlformats.org/drawingml/2006/main" xmlns:r="http://schemas.openxmlformats.org/officeDocument/2006/relationships" xmlns:p="http://schemas.openxmlformats.org/presentationml/2006/main">
  <p:tag name="NUM" val="23"/>
</p:tagLst>
</file>

<file path=ppt/tags/tag186.xml><?xml version="1.0" encoding="utf-8"?>
<p:tagLst xmlns:a="http://schemas.openxmlformats.org/drawingml/2006/main" xmlns:r="http://schemas.openxmlformats.org/officeDocument/2006/relationships" xmlns:p="http://schemas.openxmlformats.org/presentationml/2006/main">
  <p:tag name="NUM" val="4"/>
</p:tagLst>
</file>

<file path=ppt/tags/tag187.xml><?xml version="1.0" encoding="utf-8"?>
<p:tagLst xmlns:a="http://schemas.openxmlformats.org/drawingml/2006/main" xmlns:r="http://schemas.openxmlformats.org/officeDocument/2006/relationships" xmlns:p="http://schemas.openxmlformats.org/presentationml/2006/main">
  <p:tag name="NUM" val="2"/>
</p:tagLst>
</file>

<file path=ppt/tags/tag188.xml><?xml version="1.0" encoding="utf-8"?>
<p:tagLst xmlns:a="http://schemas.openxmlformats.org/drawingml/2006/main" xmlns:r="http://schemas.openxmlformats.org/officeDocument/2006/relationships" xmlns:p="http://schemas.openxmlformats.org/presentationml/2006/main">
  <p:tag name="NUM" val="3"/>
</p:tagLst>
</file>

<file path=ppt/tags/tag189.xml><?xml version="1.0" encoding="utf-8"?>
<p:tagLst xmlns:a="http://schemas.openxmlformats.org/drawingml/2006/main" xmlns:r="http://schemas.openxmlformats.org/officeDocument/2006/relationships" xmlns:p="http://schemas.openxmlformats.org/presentationml/2006/main">
  <p:tag name="NUM" val="4"/>
</p:tagLst>
</file>

<file path=ppt/tags/tag190.xml><?xml version="1.0" encoding="utf-8"?>
<p:tagLst xmlns:a="http://schemas.openxmlformats.org/drawingml/2006/main" xmlns:r="http://schemas.openxmlformats.org/officeDocument/2006/relationships" xmlns:p="http://schemas.openxmlformats.org/presentationml/2006/main">
  <p:tag name="NUM" val="5"/>
</p:tagLst>
</file>

<file path=ppt/tags/tag191.xml><?xml version="1.0" encoding="utf-8"?>
<p:tagLst xmlns:a="http://schemas.openxmlformats.org/drawingml/2006/main" xmlns:r="http://schemas.openxmlformats.org/officeDocument/2006/relationships" xmlns:p="http://schemas.openxmlformats.org/presentationml/2006/main">
  <p:tag name="NUM" val="6"/>
</p:tagLst>
</file>

<file path=ppt/tags/tag192.xml><?xml version="1.0" encoding="utf-8"?>
<p:tagLst xmlns:a="http://schemas.openxmlformats.org/drawingml/2006/main" xmlns:r="http://schemas.openxmlformats.org/officeDocument/2006/relationships" xmlns:p="http://schemas.openxmlformats.org/presentationml/2006/main">
  <p:tag name="NUM" val="7"/>
</p:tagLst>
</file>

<file path=ppt/tags/tag193.xml><?xml version="1.0" encoding="utf-8"?>
<p:tagLst xmlns:a="http://schemas.openxmlformats.org/drawingml/2006/main" xmlns:r="http://schemas.openxmlformats.org/officeDocument/2006/relationships" xmlns:p="http://schemas.openxmlformats.org/presentationml/2006/main">
  <p:tag name="NUM" val="8"/>
</p:tagLst>
</file>

<file path=ppt/tags/tag194.xml><?xml version="1.0" encoding="utf-8"?>
<p:tagLst xmlns:a="http://schemas.openxmlformats.org/drawingml/2006/main" xmlns:r="http://schemas.openxmlformats.org/officeDocument/2006/relationships" xmlns:p="http://schemas.openxmlformats.org/presentationml/2006/main">
  <p:tag name="NUM" val="9"/>
</p:tagLst>
</file>

<file path=ppt/tags/tag195.xml><?xml version="1.0" encoding="utf-8"?>
<p:tagLst xmlns:a="http://schemas.openxmlformats.org/drawingml/2006/main" xmlns:r="http://schemas.openxmlformats.org/officeDocument/2006/relationships" xmlns:p="http://schemas.openxmlformats.org/presentationml/2006/main">
  <p:tag name="NUM" val="10"/>
</p:tagLst>
</file>

<file path=ppt/tags/tag196.xml><?xml version="1.0" encoding="utf-8"?>
<p:tagLst xmlns:a="http://schemas.openxmlformats.org/drawingml/2006/main" xmlns:r="http://schemas.openxmlformats.org/officeDocument/2006/relationships" xmlns:p="http://schemas.openxmlformats.org/presentationml/2006/main">
  <p:tag name="NUM" val="11"/>
</p:tagLst>
</file>

<file path=ppt/tags/tag197.xml><?xml version="1.0" encoding="utf-8"?>
<p:tagLst xmlns:a="http://schemas.openxmlformats.org/drawingml/2006/main" xmlns:r="http://schemas.openxmlformats.org/officeDocument/2006/relationships" xmlns:p="http://schemas.openxmlformats.org/presentationml/2006/main">
  <p:tag name="NUM" val="12"/>
</p:tagLst>
</file>

<file path=ppt/tags/tag198.xml><?xml version="1.0" encoding="utf-8"?>
<p:tagLst xmlns:a="http://schemas.openxmlformats.org/drawingml/2006/main" xmlns:r="http://schemas.openxmlformats.org/officeDocument/2006/relationships" xmlns:p="http://schemas.openxmlformats.org/presentationml/2006/main">
  <p:tag name="NUM" val="13"/>
</p:tagLst>
</file>

<file path=ppt/tags/tag199.xml><?xml version="1.0" encoding="utf-8"?>
<p:tagLst xmlns:a="http://schemas.openxmlformats.org/drawingml/2006/main" xmlns:r="http://schemas.openxmlformats.org/officeDocument/2006/relationships" xmlns:p="http://schemas.openxmlformats.org/presentationml/2006/main">
  <p:tag name="NUM" val="14"/>
</p:tagLst>
</file>

<file path=ppt/tags/tag200.xml><?xml version="1.0" encoding="utf-8"?>
<p:tagLst xmlns:a="http://schemas.openxmlformats.org/drawingml/2006/main" xmlns:r="http://schemas.openxmlformats.org/officeDocument/2006/relationships" xmlns:p="http://schemas.openxmlformats.org/presentationml/2006/main">
  <p:tag name="NUM" val="15"/>
</p:tagLst>
</file>

<file path=ppt/tags/tag201.xml><?xml version="1.0" encoding="utf-8"?>
<p:tagLst xmlns:a="http://schemas.openxmlformats.org/drawingml/2006/main" xmlns:r="http://schemas.openxmlformats.org/officeDocument/2006/relationships" xmlns:p="http://schemas.openxmlformats.org/presentationml/2006/main">
  <p:tag name="NUM" val="16"/>
</p:tagLst>
</file>

<file path=ppt/tags/tag202.xml><?xml version="1.0" encoding="utf-8"?>
<p:tagLst xmlns:a="http://schemas.openxmlformats.org/drawingml/2006/main" xmlns:r="http://schemas.openxmlformats.org/officeDocument/2006/relationships" xmlns:p="http://schemas.openxmlformats.org/presentationml/2006/main">
  <p:tag name="NUM" val="17"/>
</p:tagLst>
</file>

<file path=ppt/tags/tag203.xml><?xml version="1.0" encoding="utf-8"?>
<p:tagLst xmlns:a="http://schemas.openxmlformats.org/drawingml/2006/main" xmlns:r="http://schemas.openxmlformats.org/officeDocument/2006/relationships" xmlns:p="http://schemas.openxmlformats.org/presentationml/2006/main">
  <p:tag name="NUM" val="18"/>
</p:tagLst>
</file>

<file path=ppt/tags/tag204.xml><?xml version="1.0" encoding="utf-8"?>
<p:tagLst xmlns:a="http://schemas.openxmlformats.org/drawingml/2006/main" xmlns:r="http://schemas.openxmlformats.org/officeDocument/2006/relationships" xmlns:p="http://schemas.openxmlformats.org/presentationml/2006/main">
  <p:tag name="NUM" val="19"/>
</p:tagLst>
</file>

<file path=ppt/tags/tag205.xml><?xml version="1.0" encoding="utf-8"?>
<p:tagLst xmlns:a="http://schemas.openxmlformats.org/drawingml/2006/main" xmlns:r="http://schemas.openxmlformats.org/officeDocument/2006/relationships" xmlns:p="http://schemas.openxmlformats.org/presentationml/2006/main">
  <p:tag name="NUM" val="20"/>
</p:tagLst>
</file>

<file path=ppt/tags/tag206.xml><?xml version="1.0" encoding="utf-8"?>
<p:tagLst xmlns:a="http://schemas.openxmlformats.org/drawingml/2006/main" xmlns:r="http://schemas.openxmlformats.org/officeDocument/2006/relationships" xmlns:p="http://schemas.openxmlformats.org/presentationml/2006/main">
  <p:tag name="NUM" val="21"/>
</p:tagLst>
</file>

<file path=ppt/tags/tag207.xml><?xml version="1.0" encoding="utf-8"?>
<p:tagLst xmlns:a="http://schemas.openxmlformats.org/drawingml/2006/main" xmlns:r="http://schemas.openxmlformats.org/officeDocument/2006/relationships" xmlns:p="http://schemas.openxmlformats.org/presentationml/2006/main">
  <p:tag name="NUM" val="22"/>
</p:tagLst>
</file>

<file path=ppt/tags/tag208.xml><?xml version="1.0" encoding="utf-8"?>
<p:tagLst xmlns:a="http://schemas.openxmlformats.org/drawingml/2006/main" xmlns:r="http://schemas.openxmlformats.org/officeDocument/2006/relationships" xmlns:p="http://schemas.openxmlformats.org/presentationml/2006/main">
  <p:tag name="NUM" val="23"/>
</p:tagLst>
</file>

<file path=ppt/tags/tag209.xml><?xml version="1.0" encoding="utf-8"?>
<p:tagLst xmlns:a="http://schemas.openxmlformats.org/drawingml/2006/main" xmlns:r="http://schemas.openxmlformats.org/officeDocument/2006/relationships" xmlns:p="http://schemas.openxmlformats.org/presentationml/2006/main">
  <p:tag name="NUM" val="24"/>
</p:tagLst>
</file>

<file path=ppt/tags/tag210.xml><?xml version="1.0" encoding="utf-8"?>
<p:tagLst xmlns:a="http://schemas.openxmlformats.org/drawingml/2006/main" xmlns:r="http://schemas.openxmlformats.org/officeDocument/2006/relationships" xmlns:p="http://schemas.openxmlformats.org/presentationml/2006/main">
  <p:tag name="NUM" val="25"/>
</p:tagLst>
</file>

<file path=ppt/tags/tag211.xml><?xml version="1.0" encoding="utf-8"?>
<p:tagLst xmlns:a="http://schemas.openxmlformats.org/drawingml/2006/main" xmlns:r="http://schemas.openxmlformats.org/officeDocument/2006/relationships" xmlns:p="http://schemas.openxmlformats.org/presentationml/2006/main">
  <p:tag name="NUM" val="26"/>
</p:tagLst>
</file>

<file path=ppt/tags/tag212.xml><?xml version="1.0" encoding="utf-8"?>
<p:tagLst xmlns:a="http://schemas.openxmlformats.org/drawingml/2006/main" xmlns:r="http://schemas.openxmlformats.org/officeDocument/2006/relationships" xmlns:p="http://schemas.openxmlformats.org/presentationml/2006/main">
  <p:tag name="NUM" val="27"/>
</p:tagLst>
</file>

<file path=ppt/tags/tag213.xml><?xml version="1.0" encoding="utf-8"?>
<p:tagLst xmlns:a="http://schemas.openxmlformats.org/drawingml/2006/main" xmlns:r="http://schemas.openxmlformats.org/officeDocument/2006/relationships" xmlns:p="http://schemas.openxmlformats.org/presentationml/2006/main">
  <p:tag name="NUM" val="28"/>
</p:tagLst>
</file>

<file path=ppt/tags/tag214.xml><?xml version="1.0" encoding="utf-8"?>
<p:tagLst xmlns:a="http://schemas.openxmlformats.org/drawingml/2006/main" xmlns:r="http://schemas.openxmlformats.org/officeDocument/2006/relationships" xmlns:p="http://schemas.openxmlformats.org/presentationml/2006/main">
  <p:tag name="NUM" val="29"/>
</p:tagLst>
</file>

<file path=ppt/tags/tag215.xml><?xml version="1.0" encoding="utf-8"?>
<p:tagLst xmlns:a="http://schemas.openxmlformats.org/drawingml/2006/main" xmlns:r="http://schemas.openxmlformats.org/officeDocument/2006/relationships" xmlns:p="http://schemas.openxmlformats.org/presentationml/2006/main">
  <p:tag name="NUM" val="30"/>
</p:tagLst>
</file>

<file path=ppt/tags/tag216.xml><?xml version="1.0" encoding="utf-8"?>
<p:tagLst xmlns:a="http://schemas.openxmlformats.org/drawingml/2006/main" xmlns:r="http://schemas.openxmlformats.org/officeDocument/2006/relationships" xmlns:p="http://schemas.openxmlformats.org/presentationml/2006/main">
  <p:tag name="NUM" val="31"/>
</p:tagLst>
</file>

<file path=ppt/tags/tag217.xml><?xml version="1.0" encoding="utf-8"?>
<p:tagLst xmlns:a="http://schemas.openxmlformats.org/drawingml/2006/main" xmlns:r="http://schemas.openxmlformats.org/officeDocument/2006/relationships" xmlns:p="http://schemas.openxmlformats.org/presentationml/2006/main">
  <p:tag name="NUM" val="32"/>
</p:tagLst>
</file>

<file path=ppt/tags/tag218.xml><?xml version="1.0" encoding="utf-8"?>
<p:tagLst xmlns:a="http://schemas.openxmlformats.org/drawingml/2006/main" xmlns:r="http://schemas.openxmlformats.org/officeDocument/2006/relationships" xmlns:p="http://schemas.openxmlformats.org/presentationml/2006/main">
  <p:tag name="NUM" val="33"/>
</p:tagLst>
</file>

<file path=ppt/tags/tag219.xml><?xml version="1.0" encoding="utf-8"?>
<p:tagLst xmlns:a="http://schemas.openxmlformats.org/drawingml/2006/main" xmlns:r="http://schemas.openxmlformats.org/officeDocument/2006/relationships" xmlns:p="http://schemas.openxmlformats.org/presentationml/2006/main">
  <p:tag name="NUM" val="34"/>
</p:tagLst>
</file>

<file path=ppt/tags/tag220.xml><?xml version="1.0" encoding="utf-8"?>
<p:tagLst xmlns:a="http://schemas.openxmlformats.org/drawingml/2006/main" xmlns:r="http://schemas.openxmlformats.org/officeDocument/2006/relationships" xmlns:p="http://schemas.openxmlformats.org/presentationml/2006/main">
  <p:tag name="NUM" val="35"/>
</p:tagLst>
</file>

<file path=ppt/tags/tag221.xml><?xml version="1.0" encoding="utf-8"?>
<p:tagLst xmlns:a="http://schemas.openxmlformats.org/drawingml/2006/main" xmlns:r="http://schemas.openxmlformats.org/officeDocument/2006/relationships" xmlns:p="http://schemas.openxmlformats.org/presentationml/2006/main">
  <p:tag name="NUM" val="27"/>
</p:tagLst>
</file>

<file path=ppt/tags/tag222.xml><?xml version="1.0" encoding="utf-8"?>
<p:tagLst xmlns:a="http://schemas.openxmlformats.org/drawingml/2006/main" xmlns:r="http://schemas.openxmlformats.org/officeDocument/2006/relationships" xmlns:p="http://schemas.openxmlformats.org/presentationml/2006/main">
  <p:tag name="NUM" val="9"/>
</p:tagLst>
</file>

<file path=ppt/tags/tag223.xml><?xml version="1.0" encoding="utf-8"?>
<p:tagLst xmlns:a="http://schemas.openxmlformats.org/drawingml/2006/main" xmlns:r="http://schemas.openxmlformats.org/officeDocument/2006/relationships" xmlns:p="http://schemas.openxmlformats.org/presentationml/2006/main">
  <p:tag name="NUM" val="15"/>
</p:tagLst>
</file>

<file path=ppt/tags/tag224.xml><?xml version="1.0" encoding="utf-8"?>
<p:tagLst xmlns:a="http://schemas.openxmlformats.org/drawingml/2006/main" xmlns:r="http://schemas.openxmlformats.org/officeDocument/2006/relationships" xmlns:p="http://schemas.openxmlformats.org/presentationml/2006/main">
  <p:tag name="NUM" val="16"/>
</p:tagLst>
</file>

<file path=ppt/tags/tag225.xml><?xml version="1.0" encoding="utf-8"?>
<p:tagLst xmlns:a="http://schemas.openxmlformats.org/drawingml/2006/main" xmlns:r="http://schemas.openxmlformats.org/officeDocument/2006/relationships" xmlns:p="http://schemas.openxmlformats.org/presentationml/2006/main">
  <p:tag name="NUM" val="20"/>
</p:tagLst>
</file>

<file path=ppt/tags/tag226.xml><?xml version="1.0" encoding="utf-8"?>
<p:tagLst xmlns:a="http://schemas.openxmlformats.org/drawingml/2006/main" xmlns:r="http://schemas.openxmlformats.org/officeDocument/2006/relationships" xmlns:p="http://schemas.openxmlformats.org/presentationml/2006/main">
  <p:tag name="NUM" val="21"/>
</p:tagLst>
</file>

<file path=ppt/tags/tag227.xml><?xml version="1.0" encoding="utf-8"?>
<p:tagLst xmlns:a="http://schemas.openxmlformats.org/drawingml/2006/main" xmlns:r="http://schemas.openxmlformats.org/officeDocument/2006/relationships" xmlns:p="http://schemas.openxmlformats.org/presentationml/2006/main">
  <p:tag name="NUM" val="6"/>
</p:tagLst>
</file>

<file path=ppt/tags/tag228.xml><?xml version="1.0" encoding="utf-8"?>
<p:tagLst xmlns:a="http://schemas.openxmlformats.org/drawingml/2006/main" xmlns:r="http://schemas.openxmlformats.org/officeDocument/2006/relationships" xmlns:p="http://schemas.openxmlformats.org/presentationml/2006/main">
  <p:tag name="NUM" val="7"/>
</p:tagLst>
</file>

<file path=ppt/tags/tag229.xml><?xml version="1.0" encoding="utf-8"?>
<p:tagLst xmlns:a="http://schemas.openxmlformats.org/drawingml/2006/main" xmlns:r="http://schemas.openxmlformats.org/officeDocument/2006/relationships" xmlns:p="http://schemas.openxmlformats.org/presentationml/2006/main">
  <p:tag name="NUM" val="17"/>
</p:tagLst>
</file>

<file path=ppt/tags/tag230.xml><?xml version="1.0" encoding="utf-8"?>
<p:tagLst xmlns:a="http://schemas.openxmlformats.org/drawingml/2006/main" xmlns:r="http://schemas.openxmlformats.org/officeDocument/2006/relationships" xmlns:p="http://schemas.openxmlformats.org/presentationml/2006/main">
  <p:tag name="NUM" val="18"/>
</p:tagLst>
</file>

<file path=ppt/tags/tag231.xml><?xml version="1.0" encoding="utf-8"?>
<p:tagLst xmlns:a="http://schemas.openxmlformats.org/drawingml/2006/main" xmlns:r="http://schemas.openxmlformats.org/officeDocument/2006/relationships" xmlns:p="http://schemas.openxmlformats.org/presentationml/2006/main">
  <p:tag name="NUM" val="23"/>
</p:tagLst>
</file>

<file path=ppt/tags/tag232.xml><?xml version="1.0" encoding="utf-8"?>
<p:tagLst xmlns:a="http://schemas.openxmlformats.org/drawingml/2006/main" xmlns:r="http://schemas.openxmlformats.org/officeDocument/2006/relationships" xmlns:p="http://schemas.openxmlformats.org/presentationml/2006/main">
  <p:tag name="NUM" val="24"/>
</p:tagLst>
</file>

<file path=ppt/tags/tag233.xml><?xml version="1.0" encoding="utf-8"?>
<p:tagLst xmlns:a="http://schemas.openxmlformats.org/drawingml/2006/main" xmlns:r="http://schemas.openxmlformats.org/officeDocument/2006/relationships" xmlns:p="http://schemas.openxmlformats.org/presentationml/2006/main">
  <p:tag name="NUM" val="25"/>
</p:tagLst>
</file>

<file path=ppt/tags/tag234.xml><?xml version="1.0" encoding="utf-8"?>
<p:tagLst xmlns:a="http://schemas.openxmlformats.org/drawingml/2006/main" xmlns:r="http://schemas.openxmlformats.org/officeDocument/2006/relationships" xmlns:p="http://schemas.openxmlformats.org/presentationml/2006/main">
  <p:tag name="NUM" val="26"/>
</p:tagLst>
</file>

<file path=ppt/tags/tag235.xml><?xml version="1.0" encoding="utf-8"?>
<p:tagLst xmlns:a="http://schemas.openxmlformats.org/drawingml/2006/main" xmlns:r="http://schemas.openxmlformats.org/officeDocument/2006/relationships" xmlns:p="http://schemas.openxmlformats.org/presentationml/2006/main">
  <p:tag name="NUM" val="9"/>
</p:tagLst>
</file>

<file path=ppt/tags/tag236.xml><?xml version="1.0" encoding="utf-8"?>
<p:tagLst xmlns:a="http://schemas.openxmlformats.org/drawingml/2006/main" xmlns:r="http://schemas.openxmlformats.org/officeDocument/2006/relationships" xmlns:p="http://schemas.openxmlformats.org/presentationml/2006/main">
  <p:tag name="NUM" val="3"/>
</p:tagLst>
</file>

<file path=ppt/tags/tag237.xml><?xml version="1.0" encoding="utf-8"?>
<p:tagLst xmlns:a="http://schemas.openxmlformats.org/drawingml/2006/main" xmlns:r="http://schemas.openxmlformats.org/officeDocument/2006/relationships" xmlns:p="http://schemas.openxmlformats.org/presentationml/2006/main">
  <p:tag name="NUM" val="4"/>
</p:tagLst>
</file>

<file path=ppt/tags/tag238.xml><?xml version="1.0" encoding="utf-8"?>
<p:tagLst xmlns:a="http://schemas.openxmlformats.org/drawingml/2006/main" xmlns:r="http://schemas.openxmlformats.org/officeDocument/2006/relationships" xmlns:p="http://schemas.openxmlformats.org/presentationml/2006/main">
  <p:tag name="NUM" val="10"/>
</p:tagLst>
</file>

<file path=ppt/tags/tag239.xml><?xml version="1.0" encoding="utf-8"?>
<p:tagLst xmlns:a="http://schemas.openxmlformats.org/drawingml/2006/main" xmlns:r="http://schemas.openxmlformats.org/officeDocument/2006/relationships" xmlns:p="http://schemas.openxmlformats.org/presentationml/2006/main">
  <p:tag name="NUM" val="3"/>
</p:tagLst>
</file>

<file path=ppt/tags/tag240.xml><?xml version="1.0" encoding="utf-8"?>
<p:tagLst xmlns:a="http://schemas.openxmlformats.org/drawingml/2006/main" xmlns:r="http://schemas.openxmlformats.org/officeDocument/2006/relationships" xmlns:p="http://schemas.openxmlformats.org/presentationml/2006/main">
  <p:tag name="NUM" val="4"/>
</p:tagLst>
</file>

<file path=ppt/tags/tag241.xml><?xml version="1.0" encoding="utf-8"?>
<p:tagLst xmlns:a="http://schemas.openxmlformats.org/drawingml/2006/main" xmlns:r="http://schemas.openxmlformats.org/officeDocument/2006/relationships" xmlns:p="http://schemas.openxmlformats.org/presentationml/2006/main">
  <p:tag name="NUM" val="10"/>
</p:tagLst>
</file>

<file path=ppt/tags/tag242.xml><?xml version="1.0" encoding="utf-8"?>
<p:tagLst xmlns:a="http://schemas.openxmlformats.org/drawingml/2006/main" xmlns:r="http://schemas.openxmlformats.org/officeDocument/2006/relationships" xmlns:p="http://schemas.openxmlformats.org/presentationml/2006/main">
  <p:tag name="NUM" val="16"/>
</p:tagLst>
</file>

<file path=ppt/tags/tag243.xml><?xml version="1.0" encoding="utf-8"?>
<p:tagLst xmlns:a="http://schemas.openxmlformats.org/drawingml/2006/main" xmlns:r="http://schemas.openxmlformats.org/officeDocument/2006/relationships" xmlns:p="http://schemas.openxmlformats.org/presentationml/2006/main">
  <p:tag name="NUM" val="9"/>
</p:tagLst>
</file>

<file path=ppt/tags/tag244.xml><?xml version="1.0" encoding="utf-8"?>
<p:tagLst xmlns:a="http://schemas.openxmlformats.org/drawingml/2006/main" xmlns:r="http://schemas.openxmlformats.org/officeDocument/2006/relationships" xmlns:p="http://schemas.openxmlformats.org/presentationml/2006/main">
  <p:tag name="NUM" val="15"/>
</p:tagLst>
</file>

<file path=ppt/tags/tag245.xml><?xml version="1.0" encoding="utf-8"?>
<p:tagLst xmlns:a="http://schemas.openxmlformats.org/drawingml/2006/main" xmlns:r="http://schemas.openxmlformats.org/officeDocument/2006/relationships" xmlns:p="http://schemas.openxmlformats.org/presentationml/2006/main">
  <p:tag name="NUM" val="16"/>
</p:tagLst>
</file>

<file path=ppt/tags/tag246.xml><?xml version="1.0" encoding="utf-8"?>
<p:tagLst xmlns:a="http://schemas.openxmlformats.org/drawingml/2006/main" xmlns:r="http://schemas.openxmlformats.org/officeDocument/2006/relationships" xmlns:p="http://schemas.openxmlformats.org/presentationml/2006/main">
  <p:tag name="NUM" val="20"/>
</p:tagLst>
</file>

<file path=ppt/tags/tag247.xml><?xml version="1.0" encoding="utf-8"?>
<p:tagLst xmlns:a="http://schemas.openxmlformats.org/drawingml/2006/main" xmlns:r="http://schemas.openxmlformats.org/officeDocument/2006/relationships" xmlns:p="http://schemas.openxmlformats.org/presentationml/2006/main">
  <p:tag name="NUM" val="6"/>
</p:tagLst>
</file>

<file path=ppt/tags/tag248.xml><?xml version="1.0" encoding="utf-8"?>
<p:tagLst xmlns:a="http://schemas.openxmlformats.org/drawingml/2006/main" xmlns:r="http://schemas.openxmlformats.org/officeDocument/2006/relationships" xmlns:p="http://schemas.openxmlformats.org/presentationml/2006/main">
  <p:tag name="NUM" val="7"/>
</p:tagLst>
</file>

<file path=ppt/tags/tag249.xml><?xml version="1.0" encoding="utf-8"?>
<p:tagLst xmlns:a="http://schemas.openxmlformats.org/drawingml/2006/main" xmlns:r="http://schemas.openxmlformats.org/officeDocument/2006/relationships" xmlns:p="http://schemas.openxmlformats.org/presentationml/2006/main">
  <p:tag name="NUM" val="17"/>
</p:tagLst>
</file>

<file path=ppt/tags/tag250.xml><?xml version="1.0" encoding="utf-8"?>
<p:tagLst xmlns:a="http://schemas.openxmlformats.org/drawingml/2006/main" xmlns:r="http://schemas.openxmlformats.org/officeDocument/2006/relationships" xmlns:p="http://schemas.openxmlformats.org/presentationml/2006/main">
  <p:tag name="NUM" val="18"/>
</p:tagLst>
</file>

<file path=ppt/tags/tag251.xml><?xml version="1.0" encoding="utf-8"?>
<p:tagLst xmlns:a="http://schemas.openxmlformats.org/drawingml/2006/main" xmlns:r="http://schemas.openxmlformats.org/officeDocument/2006/relationships" xmlns:p="http://schemas.openxmlformats.org/presentationml/2006/main">
  <p:tag name="NUM" val="23"/>
</p:tagLst>
</file>

<file path=ppt/tags/tag252.xml><?xml version="1.0" encoding="utf-8"?>
<p:tagLst xmlns:a="http://schemas.openxmlformats.org/drawingml/2006/main" xmlns:r="http://schemas.openxmlformats.org/officeDocument/2006/relationships" xmlns:p="http://schemas.openxmlformats.org/presentationml/2006/main">
  <p:tag name="NUM" val="24"/>
</p:tagLst>
</file>

<file path=ppt/tags/tag253.xml><?xml version="1.0" encoding="utf-8"?>
<p:tagLst xmlns:a="http://schemas.openxmlformats.org/drawingml/2006/main" xmlns:r="http://schemas.openxmlformats.org/officeDocument/2006/relationships" xmlns:p="http://schemas.openxmlformats.org/presentationml/2006/main">
  <p:tag name="NUM" val="25"/>
</p:tagLst>
</file>

<file path=ppt/tags/tag254.xml><?xml version="1.0" encoding="utf-8"?>
<p:tagLst xmlns:a="http://schemas.openxmlformats.org/drawingml/2006/main" xmlns:r="http://schemas.openxmlformats.org/officeDocument/2006/relationships" xmlns:p="http://schemas.openxmlformats.org/presentationml/2006/main">
  <p:tag name="NUM" val="26"/>
</p:tagLst>
</file>

<file path=ppt/tags/tag255.xml><?xml version="1.0" encoding="utf-8"?>
<p:tagLst xmlns:a="http://schemas.openxmlformats.org/drawingml/2006/main" xmlns:r="http://schemas.openxmlformats.org/officeDocument/2006/relationships" xmlns:p="http://schemas.openxmlformats.org/presentationml/2006/main">
  <p:tag name="NUM" val="9"/>
</p:tagLst>
</file>

<file path=ppt/tags/tag256.xml><?xml version="1.0" encoding="utf-8"?>
<p:tagLst xmlns:a="http://schemas.openxmlformats.org/drawingml/2006/main" xmlns:r="http://schemas.openxmlformats.org/officeDocument/2006/relationships" xmlns:p="http://schemas.openxmlformats.org/presentationml/2006/main">
  <p:tag name="NUM" val="3"/>
</p:tagLst>
</file>

<file path=ppt/tags/tag257.xml><?xml version="1.0" encoding="utf-8"?>
<p:tagLst xmlns:a="http://schemas.openxmlformats.org/drawingml/2006/main" xmlns:r="http://schemas.openxmlformats.org/officeDocument/2006/relationships" xmlns:p="http://schemas.openxmlformats.org/presentationml/2006/main">
  <p:tag name="NUM" val="4"/>
</p:tagLst>
</file>

<file path=ppt/tags/tag258.xml><?xml version="1.0" encoding="utf-8"?>
<p:tagLst xmlns:a="http://schemas.openxmlformats.org/drawingml/2006/main" xmlns:r="http://schemas.openxmlformats.org/officeDocument/2006/relationships" xmlns:p="http://schemas.openxmlformats.org/presentationml/2006/main">
  <p:tag name="NUM" val="10"/>
</p:tagLst>
</file>

<file path=ppt/tags/tag259.xml><?xml version="1.0" encoding="utf-8"?>
<p:tagLst xmlns:a="http://schemas.openxmlformats.org/drawingml/2006/main" xmlns:r="http://schemas.openxmlformats.org/officeDocument/2006/relationships" xmlns:p="http://schemas.openxmlformats.org/presentationml/2006/main">
  <p:tag name="NUM" val="3"/>
</p:tagLst>
</file>

<file path=ppt/tags/tag260.xml><?xml version="1.0" encoding="utf-8"?>
<p:tagLst xmlns:a="http://schemas.openxmlformats.org/drawingml/2006/main" xmlns:r="http://schemas.openxmlformats.org/officeDocument/2006/relationships" xmlns:p="http://schemas.openxmlformats.org/presentationml/2006/main">
  <p:tag name="NUM" val="4"/>
</p:tagLst>
</file>

<file path=ppt/tags/tag261.xml><?xml version="1.0" encoding="utf-8"?>
<p:tagLst xmlns:a="http://schemas.openxmlformats.org/drawingml/2006/main" xmlns:r="http://schemas.openxmlformats.org/officeDocument/2006/relationships" xmlns:p="http://schemas.openxmlformats.org/presentationml/2006/main">
  <p:tag name="NUM" val="10"/>
</p:tagLst>
</file>

<file path=ppt/tags/tag262.xml><?xml version="1.0" encoding="utf-8"?>
<p:tagLst xmlns:a="http://schemas.openxmlformats.org/drawingml/2006/main" xmlns:r="http://schemas.openxmlformats.org/officeDocument/2006/relationships" xmlns:p="http://schemas.openxmlformats.org/presentationml/2006/main">
  <p:tag name="NUM" val="16"/>
</p:tagLst>
</file>

<file path=ppt/tags/tag263.xml><?xml version="1.0" encoding="utf-8"?>
<p:tagLst xmlns:a="http://schemas.openxmlformats.org/drawingml/2006/main" xmlns:r="http://schemas.openxmlformats.org/officeDocument/2006/relationships" xmlns:p="http://schemas.openxmlformats.org/presentationml/2006/main">
  <p:tag name="NUM" val="21"/>
</p:tagLst>
</file>

<file path=ppt/tags/tag264.xml><?xml version="1.0" encoding="utf-8"?>
<p:tagLst xmlns:a="http://schemas.openxmlformats.org/drawingml/2006/main" xmlns:r="http://schemas.openxmlformats.org/officeDocument/2006/relationships" xmlns:p="http://schemas.openxmlformats.org/presentationml/2006/main">
  <p:tag name="NUM" val="9"/>
</p:tagLst>
</file>

<file path=ppt/tags/tag265.xml><?xml version="1.0" encoding="utf-8"?>
<p:tagLst xmlns:a="http://schemas.openxmlformats.org/drawingml/2006/main" xmlns:r="http://schemas.openxmlformats.org/officeDocument/2006/relationships" xmlns:p="http://schemas.openxmlformats.org/presentationml/2006/main">
  <p:tag name="NUM" val="9"/>
</p:tagLst>
</file>

<file path=ppt/tags/tag266.xml><?xml version="1.0" encoding="utf-8"?>
<p:tagLst xmlns:a="http://schemas.openxmlformats.org/drawingml/2006/main" xmlns:r="http://schemas.openxmlformats.org/officeDocument/2006/relationships" xmlns:p="http://schemas.openxmlformats.org/presentationml/2006/main">
  <p:tag name="NUM" val="16"/>
</p:tagLst>
</file>

<file path=ppt/tags/tag267.xml><?xml version="1.0" encoding="utf-8"?>
<p:tagLst xmlns:a="http://schemas.openxmlformats.org/drawingml/2006/main" xmlns:r="http://schemas.openxmlformats.org/officeDocument/2006/relationships" xmlns:p="http://schemas.openxmlformats.org/presentationml/2006/main">
  <p:tag name="NUM" val="17"/>
</p:tagLst>
</file>

<file path=ppt/tags/tag268.xml><?xml version="1.0" encoding="utf-8"?>
<p:tagLst xmlns:a="http://schemas.openxmlformats.org/drawingml/2006/main" xmlns:r="http://schemas.openxmlformats.org/officeDocument/2006/relationships" xmlns:p="http://schemas.openxmlformats.org/presentationml/2006/main">
  <p:tag name="NUM" val="4"/>
</p:tagLst>
</file>

<file path=ppt/tags/tag269.xml><?xml version="1.0" encoding="utf-8"?>
<p:tagLst xmlns:a="http://schemas.openxmlformats.org/drawingml/2006/main" xmlns:r="http://schemas.openxmlformats.org/officeDocument/2006/relationships" xmlns:p="http://schemas.openxmlformats.org/presentationml/2006/main">
  <p:tag name="NUM" val="5"/>
</p:tagLst>
</file>

<file path=ppt/tags/tag270.xml><?xml version="1.0" encoding="utf-8"?>
<p:tagLst xmlns:a="http://schemas.openxmlformats.org/drawingml/2006/main" xmlns:r="http://schemas.openxmlformats.org/officeDocument/2006/relationships" xmlns:p="http://schemas.openxmlformats.org/presentationml/2006/main">
  <p:tag name="NUM" val="6"/>
</p:tagLst>
</file>

<file path=ppt/tags/tag271.xml><?xml version="1.0" encoding="utf-8"?>
<p:tagLst xmlns:a="http://schemas.openxmlformats.org/drawingml/2006/main" xmlns:r="http://schemas.openxmlformats.org/officeDocument/2006/relationships" xmlns:p="http://schemas.openxmlformats.org/presentationml/2006/main">
  <p:tag name="NUM" val="12"/>
</p:tagLst>
</file>

<file path=ppt/tags/tag272.xml><?xml version="1.0" encoding="utf-8"?>
<p:tagLst xmlns:a="http://schemas.openxmlformats.org/drawingml/2006/main" xmlns:r="http://schemas.openxmlformats.org/officeDocument/2006/relationships" xmlns:p="http://schemas.openxmlformats.org/presentationml/2006/main">
  <p:tag name="NUM" val="14"/>
</p:tagLst>
</file>

<file path=ppt/tags/tag273.xml><?xml version="1.0" encoding="utf-8"?>
<p:tagLst xmlns:a="http://schemas.openxmlformats.org/drawingml/2006/main" xmlns:r="http://schemas.openxmlformats.org/officeDocument/2006/relationships" xmlns:p="http://schemas.openxmlformats.org/presentationml/2006/main">
  <p:tag name="NUM" val="24"/>
</p:tagLst>
</file>

<file path=ppt/tags/tag274.xml><?xml version="1.0" encoding="utf-8"?>
<p:tagLst xmlns:a="http://schemas.openxmlformats.org/drawingml/2006/main" xmlns:r="http://schemas.openxmlformats.org/officeDocument/2006/relationships" xmlns:p="http://schemas.openxmlformats.org/presentationml/2006/main">
  <p:tag name="NUM" val="25"/>
</p:tagLst>
</file>

<file path=ppt/tags/tag275.xml><?xml version="1.0" encoding="utf-8"?>
<p:tagLst xmlns:a="http://schemas.openxmlformats.org/drawingml/2006/main" xmlns:r="http://schemas.openxmlformats.org/officeDocument/2006/relationships" xmlns:p="http://schemas.openxmlformats.org/presentationml/2006/main">
  <p:tag name="NUM" val="26"/>
</p:tagLst>
</file>

<file path=ppt/tags/tag276.xml><?xml version="1.0" encoding="utf-8"?>
<p:tagLst xmlns:a="http://schemas.openxmlformats.org/drawingml/2006/main" xmlns:r="http://schemas.openxmlformats.org/officeDocument/2006/relationships" xmlns:p="http://schemas.openxmlformats.org/presentationml/2006/main">
  <p:tag name="NUM" val="22"/>
</p:tagLst>
</file>

<file path=ppt/tags/tag277.xml><?xml version="1.0" encoding="utf-8"?>
<p:tagLst xmlns:a="http://schemas.openxmlformats.org/drawingml/2006/main" xmlns:r="http://schemas.openxmlformats.org/officeDocument/2006/relationships" xmlns:p="http://schemas.openxmlformats.org/presentationml/2006/main">
  <p:tag name="NUM" val="23"/>
</p:tagLst>
</file>

<file path=ppt/tags/tag278.xml><?xml version="1.0" encoding="utf-8"?>
<p:tagLst xmlns:a="http://schemas.openxmlformats.org/drawingml/2006/main" xmlns:r="http://schemas.openxmlformats.org/officeDocument/2006/relationships" xmlns:p="http://schemas.openxmlformats.org/presentationml/2006/main">
  <p:tag name="NUM" val="7"/>
</p:tagLst>
</file>

<file path=ppt/tags/tag279.xml><?xml version="1.0" encoding="utf-8"?>
<p:tagLst xmlns:a="http://schemas.openxmlformats.org/drawingml/2006/main" xmlns:r="http://schemas.openxmlformats.org/officeDocument/2006/relationships" xmlns:p="http://schemas.openxmlformats.org/presentationml/2006/main">
  <p:tag name="NUM" val="8"/>
</p:tagLst>
</file>

<file path=ppt/tags/tag280.xml><?xml version="1.0" encoding="utf-8"?>
<p:tagLst xmlns:a="http://schemas.openxmlformats.org/drawingml/2006/main" xmlns:r="http://schemas.openxmlformats.org/officeDocument/2006/relationships" xmlns:p="http://schemas.openxmlformats.org/presentationml/2006/main">
  <p:tag name="NUM" val="9"/>
</p:tagLst>
</file>

<file path=ppt/tags/tag281.xml><?xml version="1.0" encoding="utf-8"?>
<p:tagLst xmlns:a="http://schemas.openxmlformats.org/drawingml/2006/main" xmlns:r="http://schemas.openxmlformats.org/officeDocument/2006/relationships" xmlns:p="http://schemas.openxmlformats.org/presentationml/2006/main">
  <p:tag name="NUM" val="18"/>
</p:tagLst>
</file>

<file path=ppt/tags/tag282.xml><?xml version="1.0" encoding="utf-8"?>
<p:tagLst xmlns:a="http://schemas.openxmlformats.org/drawingml/2006/main" xmlns:r="http://schemas.openxmlformats.org/officeDocument/2006/relationships" xmlns:p="http://schemas.openxmlformats.org/presentationml/2006/main">
  <p:tag name="NUM" val="20"/>
</p:tagLst>
</file>

<file path=ppt/tags/tag283.xml><?xml version="1.0" encoding="utf-8"?>
<p:tagLst xmlns:a="http://schemas.openxmlformats.org/drawingml/2006/main" xmlns:r="http://schemas.openxmlformats.org/officeDocument/2006/relationships" xmlns:p="http://schemas.openxmlformats.org/presentationml/2006/main">
  <p:tag name="NUM" val="29"/>
</p:tagLst>
</file>

<file path=ppt/tags/tag284.xml><?xml version="1.0" encoding="utf-8"?>
<p:tagLst xmlns:a="http://schemas.openxmlformats.org/drawingml/2006/main" xmlns:r="http://schemas.openxmlformats.org/officeDocument/2006/relationships" xmlns:p="http://schemas.openxmlformats.org/presentationml/2006/main">
  <p:tag name="NUM" val="30"/>
</p:tagLst>
</file>

<file path=ppt/tags/tag285.xml><?xml version="1.0" encoding="utf-8"?>
<p:tagLst xmlns:a="http://schemas.openxmlformats.org/drawingml/2006/main" xmlns:r="http://schemas.openxmlformats.org/officeDocument/2006/relationships" xmlns:p="http://schemas.openxmlformats.org/presentationml/2006/main">
  <p:tag name="NUM" val="18"/>
</p:tagLst>
</file>

<file path=ppt/tags/tag286.xml><?xml version="1.0" encoding="utf-8"?>
<p:tagLst xmlns:a="http://schemas.openxmlformats.org/drawingml/2006/main" xmlns:r="http://schemas.openxmlformats.org/officeDocument/2006/relationships" xmlns:p="http://schemas.openxmlformats.org/presentationml/2006/main">
  <p:tag name="NUM" val="6"/>
</p:tagLst>
</file>

<file path=ppt/tags/tag287.xml><?xml version="1.0" encoding="utf-8"?>
<p:tagLst xmlns:a="http://schemas.openxmlformats.org/drawingml/2006/main" xmlns:r="http://schemas.openxmlformats.org/officeDocument/2006/relationships" xmlns:p="http://schemas.openxmlformats.org/presentationml/2006/main">
  <p:tag name="NUM" val="14"/>
</p:tagLst>
</file>

<file path=ppt/tags/tag288.xml><?xml version="1.0" encoding="utf-8"?>
<p:tagLst xmlns:a="http://schemas.openxmlformats.org/drawingml/2006/main" xmlns:r="http://schemas.openxmlformats.org/officeDocument/2006/relationships" xmlns:p="http://schemas.openxmlformats.org/presentationml/2006/main">
  <p:tag name="NUM" val="9"/>
</p:tagLst>
</file>

<file path=ppt/tags/tag289.xml><?xml version="1.0" encoding="utf-8"?>
<p:tagLst xmlns:a="http://schemas.openxmlformats.org/drawingml/2006/main" xmlns:r="http://schemas.openxmlformats.org/officeDocument/2006/relationships" xmlns:p="http://schemas.openxmlformats.org/presentationml/2006/main">
  <p:tag name="NUM" val="22"/>
</p:tagLst>
</file>

<file path=ppt/tags/tag290.xml><?xml version="1.0" encoding="utf-8"?>
<p:tagLst xmlns:a="http://schemas.openxmlformats.org/drawingml/2006/main" xmlns:r="http://schemas.openxmlformats.org/officeDocument/2006/relationships" xmlns:p="http://schemas.openxmlformats.org/presentationml/2006/main">
  <p:tag name="NUM" val="23"/>
</p:tagLst>
</file>

<file path=ppt/tags/tag291.xml><?xml version="1.0" encoding="utf-8"?>
<p:tagLst xmlns:a="http://schemas.openxmlformats.org/drawingml/2006/main" xmlns:r="http://schemas.openxmlformats.org/officeDocument/2006/relationships" xmlns:p="http://schemas.openxmlformats.org/presentationml/2006/main">
  <p:tag name="NUM" val="7"/>
</p:tagLst>
</file>

<file path=ppt/tags/tag292.xml><?xml version="1.0" encoding="utf-8"?>
<p:tagLst xmlns:a="http://schemas.openxmlformats.org/drawingml/2006/main" xmlns:r="http://schemas.openxmlformats.org/officeDocument/2006/relationships" xmlns:p="http://schemas.openxmlformats.org/presentationml/2006/main">
  <p:tag name="NUM" val="8"/>
</p:tagLst>
</file>

<file path=ppt/tags/tag293.xml><?xml version="1.0" encoding="utf-8"?>
<p:tagLst xmlns:a="http://schemas.openxmlformats.org/drawingml/2006/main" xmlns:r="http://schemas.openxmlformats.org/officeDocument/2006/relationships" xmlns:p="http://schemas.openxmlformats.org/presentationml/2006/main">
  <p:tag name="NUM" val="9"/>
</p:tagLst>
</file>

<file path=ppt/tags/tag294.xml><?xml version="1.0" encoding="utf-8"?>
<p:tagLst xmlns:a="http://schemas.openxmlformats.org/drawingml/2006/main" xmlns:r="http://schemas.openxmlformats.org/officeDocument/2006/relationships" xmlns:p="http://schemas.openxmlformats.org/presentationml/2006/main">
  <p:tag name="NUM" val="18"/>
</p:tagLst>
</file>

<file path=ppt/tags/tag295.xml><?xml version="1.0" encoding="utf-8"?>
<p:tagLst xmlns:a="http://schemas.openxmlformats.org/drawingml/2006/main" xmlns:r="http://schemas.openxmlformats.org/officeDocument/2006/relationships" xmlns:p="http://schemas.openxmlformats.org/presentationml/2006/main">
  <p:tag name="NUM" val="20"/>
</p:tagLst>
</file>

<file path=ppt/tags/tag296.xml><?xml version="1.0" encoding="utf-8"?>
<p:tagLst xmlns:a="http://schemas.openxmlformats.org/drawingml/2006/main" xmlns:r="http://schemas.openxmlformats.org/officeDocument/2006/relationships" xmlns:p="http://schemas.openxmlformats.org/presentationml/2006/main">
  <p:tag name="NUM" val="29"/>
</p:tagLst>
</file>

<file path=ppt/tags/tag297.xml><?xml version="1.0" encoding="utf-8"?>
<p:tagLst xmlns:a="http://schemas.openxmlformats.org/drawingml/2006/main" xmlns:r="http://schemas.openxmlformats.org/officeDocument/2006/relationships" xmlns:p="http://schemas.openxmlformats.org/presentationml/2006/main">
  <p:tag name="NUM" val="30"/>
</p:tagLst>
</file>

<file path=ppt/tags/tag298.xml><?xml version="1.0" encoding="utf-8"?>
<p:tagLst xmlns:a="http://schemas.openxmlformats.org/drawingml/2006/main" xmlns:r="http://schemas.openxmlformats.org/officeDocument/2006/relationships" xmlns:p="http://schemas.openxmlformats.org/presentationml/2006/main">
  <p:tag name="NUM" val="18"/>
</p:tagLst>
</file>

<file path=ppt/tags/tag299.xml><?xml version="1.0" encoding="utf-8"?>
<p:tagLst xmlns:a="http://schemas.openxmlformats.org/drawingml/2006/main" xmlns:r="http://schemas.openxmlformats.org/officeDocument/2006/relationships" xmlns:p="http://schemas.openxmlformats.org/presentationml/2006/main">
  <p:tag name="NUM" val="9"/>
</p:tagLst>
</file>

<file path=ppt/tags/tag300.xml><?xml version="1.0" encoding="utf-8"?>
<p:tagLst xmlns:a="http://schemas.openxmlformats.org/drawingml/2006/main" xmlns:r="http://schemas.openxmlformats.org/officeDocument/2006/relationships" xmlns:p="http://schemas.openxmlformats.org/presentationml/2006/main">
  <p:tag name="NUM" val="16"/>
</p:tagLst>
</file>

<file path=ppt/tags/tag301.xml><?xml version="1.0" encoding="utf-8"?>
<p:tagLst xmlns:a="http://schemas.openxmlformats.org/drawingml/2006/main" xmlns:r="http://schemas.openxmlformats.org/officeDocument/2006/relationships" xmlns:p="http://schemas.openxmlformats.org/presentationml/2006/main">
  <p:tag name="NUM" val="17"/>
</p:tagLst>
</file>

<file path=ppt/tags/tag302.xml><?xml version="1.0" encoding="utf-8"?>
<p:tagLst xmlns:a="http://schemas.openxmlformats.org/drawingml/2006/main" xmlns:r="http://schemas.openxmlformats.org/officeDocument/2006/relationships" xmlns:p="http://schemas.openxmlformats.org/presentationml/2006/main">
  <p:tag name="NUM" val="4"/>
</p:tagLst>
</file>

<file path=ppt/tags/tag303.xml><?xml version="1.0" encoding="utf-8"?>
<p:tagLst xmlns:a="http://schemas.openxmlformats.org/drawingml/2006/main" xmlns:r="http://schemas.openxmlformats.org/officeDocument/2006/relationships" xmlns:p="http://schemas.openxmlformats.org/presentationml/2006/main">
  <p:tag name="NUM" val="5"/>
</p:tagLst>
</file>

<file path=ppt/tags/tag304.xml><?xml version="1.0" encoding="utf-8"?>
<p:tagLst xmlns:a="http://schemas.openxmlformats.org/drawingml/2006/main" xmlns:r="http://schemas.openxmlformats.org/officeDocument/2006/relationships" xmlns:p="http://schemas.openxmlformats.org/presentationml/2006/main">
  <p:tag name="NUM" val="6"/>
</p:tagLst>
</file>

<file path=ppt/tags/tag305.xml><?xml version="1.0" encoding="utf-8"?>
<p:tagLst xmlns:a="http://schemas.openxmlformats.org/drawingml/2006/main" xmlns:r="http://schemas.openxmlformats.org/officeDocument/2006/relationships" xmlns:p="http://schemas.openxmlformats.org/presentationml/2006/main">
  <p:tag name="NUM" val="12"/>
</p:tagLst>
</file>

<file path=ppt/tags/tag306.xml><?xml version="1.0" encoding="utf-8"?>
<p:tagLst xmlns:a="http://schemas.openxmlformats.org/drawingml/2006/main" xmlns:r="http://schemas.openxmlformats.org/officeDocument/2006/relationships" xmlns:p="http://schemas.openxmlformats.org/presentationml/2006/main">
  <p:tag name="NUM" val="14"/>
</p:tagLst>
</file>

<file path=ppt/tags/tag307.xml><?xml version="1.0" encoding="utf-8"?>
<p:tagLst xmlns:a="http://schemas.openxmlformats.org/drawingml/2006/main" xmlns:r="http://schemas.openxmlformats.org/officeDocument/2006/relationships" xmlns:p="http://schemas.openxmlformats.org/presentationml/2006/main">
  <p:tag name="NUM" val="24"/>
</p:tagLst>
</file>

<file path=ppt/tags/tag308.xml><?xml version="1.0" encoding="utf-8"?>
<p:tagLst xmlns:a="http://schemas.openxmlformats.org/drawingml/2006/main" xmlns:r="http://schemas.openxmlformats.org/officeDocument/2006/relationships" xmlns:p="http://schemas.openxmlformats.org/presentationml/2006/main">
  <p:tag name="NUM" val="25"/>
</p:tagLst>
</file>

<file path=ppt/tags/tag309.xml><?xml version="1.0" encoding="utf-8"?>
<p:tagLst xmlns:a="http://schemas.openxmlformats.org/drawingml/2006/main" xmlns:r="http://schemas.openxmlformats.org/officeDocument/2006/relationships" xmlns:p="http://schemas.openxmlformats.org/presentationml/2006/main">
  <p:tag name="NUM" val="26"/>
</p:tagLst>
</file>

<file path=ppt/tags/tag310.xml><?xml version="1.0" encoding="utf-8"?>
<p:tagLst xmlns:a="http://schemas.openxmlformats.org/drawingml/2006/main" xmlns:r="http://schemas.openxmlformats.org/officeDocument/2006/relationships" xmlns:p="http://schemas.openxmlformats.org/presentationml/2006/main">
  <p:tag name="NUM" val="6"/>
</p:tagLst>
</file>

<file path=ppt/tags/tag311.xml><?xml version="1.0" encoding="utf-8"?>
<p:tagLst xmlns:a="http://schemas.openxmlformats.org/drawingml/2006/main" xmlns:r="http://schemas.openxmlformats.org/officeDocument/2006/relationships" xmlns:p="http://schemas.openxmlformats.org/presentationml/2006/main">
  <p:tag name="NUM" val="14"/>
</p:tagLst>
</file>

<file path=ppt/tags/tag312.xml><?xml version="1.0" encoding="utf-8"?>
<p:tagLst xmlns:a="http://schemas.openxmlformats.org/drawingml/2006/main" xmlns:r="http://schemas.openxmlformats.org/officeDocument/2006/relationships" xmlns:p="http://schemas.openxmlformats.org/presentationml/2006/main">
  <p:tag name="NUM" val="9"/>
</p:tagLst>
</file>

<file path=ppt/tags/tag313.xml><?xml version="1.0" encoding="utf-8"?>
<p:tagLst xmlns:a="http://schemas.openxmlformats.org/drawingml/2006/main" xmlns:r="http://schemas.openxmlformats.org/officeDocument/2006/relationships" xmlns:p="http://schemas.openxmlformats.org/presentationml/2006/main">
  <p:tag name="NUM" val="3"/>
</p:tagLst>
</file>

<file path=ppt/tags/tag314.xml><?xml version="1.0" encoding="utf-8"?>
<p:tagLst xmlns:a="http://schemas.openxmlformats.org/drawingml/2006/main" xmlns:r="http://schemas.openxmlformats.org/officeDocument/2006/relationships" xmlns:p="http://schemas.openxmlformats.org/presentationml/2006/main">
  <p:tag name="NUM" val="4"/>
</p:tagLst>
</file>

<file path=ppt/tags/tag315.xml><?xml version="1.0" encoding="utf-8"?>
<p:tagLst xmlns:a="http://schemas.openxmlformats.org/drawingml/2006/main" xmlns:r="http://schemas.openxmlformats.org/officeDocument/2006/relationships" xmlns:p="http://schemas.openxmlformats.org/presentationml/2006/main">
  <p:tag name="NUM" val="5"/>
</p:tagLst>
</file>

<file path=ppt/tags/tag316.xml><?xml version="1.0" encoding="utf-8"?>
<p:tagLst xmlns:a="http://schemas.openxmlformats.org/drawingml/2006/main" xmlns:r="http://schemas.openxmlformats.org/officeDocument/2006/relationships" xmlns:p="http://schemas.openxmlformats.org/presentationml/2006/main">
  <p:tag name="NUM" val="6"/>
</p:tagLst>
</file>

<file path=ppt/tags/tag317.xml><?xml version="1.0" encoding="utf-8"?>
<p:tagLst xmlns:a="http://schemas.openxmlformats.org/drawingml/2006/main" xmlns:r="http://schemas.openxmlformats.org/officeDocument/2006/relationships" xmlns:p="http://schemas.openxmlformats.org/presentationml/2006/main">
  <p:tag name="NUM" val="7"/>
</p:tagLst>
</file>

<file path=ppt/tags/tag318.xml><?xml version="1.0" encoding="utf-8"?>
<p:tagLst xmlns:a="http://schemas.openxmlformats.org/drawingml/2006/main" xmlns:r="http://schemas.openxmlformats.org/officeDocument/2006/relationships" xmlns:p="http://schemas.openxmlformats.org/presentationml/2006/main">
  <p:tag name="NUM" val="8"/>
</p:tagLst>
</file>

<file path=ppt/tags/tag319.xml><?xml version="1.0" encoding="utf-8"?>
<p:tagLst xmlns:a="http://schemas.openxmlformats.org/drawingml/2006/main" xmlns:r="http://schemas.openxmlformats.org/officeDocument/2006/relationships" xmlns:p="http://schemas.openxmlformats.org/presentationml/2006/main">
  <p:tag name="NUM" val="9"/>
</p:tagLst>
</file>

<file path=ppt/tags/tag320.xml><?xml version="1.0" encoding="utf-8"?>
<p:tagLst xmlns:a="http://schemas.openxmlformats.org/drawingml/2006/main" xmlns:r="http://schemas.openxmlformats.org/officeDocument/2006/relationships" xmlns:p="http://schemas.openxmlformats.org/presentationml/2006/main">
  <p:tag name="NUM" val="10"/>
</p:tagLst>
</file>

<file path=ppt/tags/tag321.xml><?xml version="1.0" encoding="utf-8"?>
<p:tagLst xmlns:a="http://schemas.openxmlformats.org/drawingml/2006/main" xmlns:r="http://schemas.openxmlformats.org/officeDocument/2006/relationships" xmlns:p="http://schemas.openxmlformats.org/presentationml/2006/main">
  <p:tag name="NUM" val="9"/>
</p:tagLst>
</file>

<file path=ppt/tags/tag322.xml><?xml version="1.0" encoding="utf-8"?>
<p:tagLst xmlns:a="http://schemas.openxmlformats.org/drawingml/2006/main" xmlns:r="http://schemas.openxmlformats.org/officeDocument/2006/relationships" xmlns:p="http://schemas.openxmlformats.org/presentationml/2006/main">
  <p:tag name="NUM" val="23"/>
</p:tagLst>
</file>

<file path=ppt/tags/tag323.xml><?xml version="1.0" encoding="utf-8"?>
<p:tagLst xmlns:a="http://schemas.openxmlformats.org/drawingml/2006/main" xmlns:r="http://schemas.openxmlformats.org/officeDocument/2006/relationships" xmlns:p="http://schemas.openxmlformats.org/presentationml/2006/main">
  <p:tag name="NUM" val="7"/>
</p:tagLst>
</file>

<file path=ppt/tags/tag324.xml><?xml version="1.0" encoding="utf-8"?>
<p:tagLst xmlns:a="http://schemas.openxmlformats.org/drawingml/2006/main" xmlns:r="http://schemas.openxmlformats.org/officeDocument/2006/relationships" xmlns:p="http://schemas.openxmlformats.org/presentationml/2006/main">
  <p:tag name="NUM" val="8"/>
</p:tagLst>
</file>

<file path=ppt/tags/tag325.xml><?xml version="1.0" encoding="utf-8"?>
<p:tagLst xmlns:a="http://schemas.openxmlformats.org/drawingml/2006/main" xmlns:r="http://schemas.openxmlformats.org/officeDocument/2006/relationships" xmlns:p="http://schemas.openxmlformats.org/presentationml/2006/main">
  <p:tag name="NUM" val="18"/>
</p:tagLst>
</file>

<file path=ppt/tags/tag326.xml><?xml version="1.0" encoding="utf-8"?>
<p:tagLst xmlns:a="http://schemas.openxmlformats.org/drawingml/2006/main" xmlns:r="http://schemas.openxmlformats.org/officeDocument/2006/relationships" xmlns:p="http://schemas.openxmlformats.org/presentationml/2006/main">
  <p:tag name="NUM" val="29"/>
</p:tagLst>
</file>

<file path=ppt/tags/tag327.xml><?xml version="1.0" encoding="utf-8"?>
<p:tagLst xmlns:a="http://schemas.openxmlformats.org/drawingml/2006/main" xmlns:r="http://schemas.openxmlformats.org/officeDocument/2006/relationships" xmlns:p="http://schemas.openxmlformats.org/presentationml/2006/main">
  <p:tag name="NUM" val="30"/>
</p:tagLst>
</file>

<file path=ppt/tags/tag328.xml><?xml version="1.0" encoding="utf-8"?>
<p:tagLst xmlns:a="http://schemas.openxmlformats.org/drawingml/2006/main" xmlns:r="http://schemas.openxmlformats.org/officeDocument/2006/relationships" xmlns:p="http://schemas.openxmlformats.org/presentationml/2006/main">
  <p:tag name="NUM" val="9"/>
</p:tagLst>
</file>

<file path=ppt/tags/tag329.xml><?xml version="1.0" encoding="utf-8"?>
<p:tagLst xmlns:a="http://schemas.openxmlformats.org/drawingml/2006/main" xmlns:r="http://schemas.openxmlformats.org/officeDocument/2006/relationships" xmlns:p="http://schemas.openxmlformats.org/presentationml/2006/main">
  <p:tag name="NUM" val="2"/>
</p:tagLst>
</file>

<file path=ppt/tags/tag330.xml><?xml version="1.0" encoding="utf-8"?>
<p:tagLst xmlns:a="http://schemas.openxmlformats.org/drawingml/2006/main" xmlns:r="http://schemas.openxmlformats.org/officeDocument/2006/relationships" xmlns:p="http://schemas.openxmlformats.org/presentationml/2006/main">
  <p:tag name="NUM" val="3"/>
</p:tagLst>
</file>

<file path=ppt/tags/tag331.xml><?xml version="1.0" encoding="utf-8"?>
<p:tagLst xmlns:a="http://schemas.openxmlformats.org/drawingml/2006/main" xmlns:r="http://schemas.openxmlformats.org/officeDocument/2006/relationships" xmlns:p="http://schemas.openxmlformats.org/presentationml/2006/main">
  <p:tag name="NUM" val="4"/>
</p:tagLst>
</file>

<file path=ppt/tags/tag332.xml><?xml version="1.0" encoding="utf-8"?>
<p:tagLst xmlns:a="http://schemas.openxmlformats.org/drawingml/2006/main" xmlns:r="http://schemas.openxmlformats.org/officeDocument/2006/relationships" xmlns:p="http://schemas.openxmlformats.org/presentationml/2006/main">
  <p:tag name="NUM" val="5"/>
</p:tagLst>
</file>

<file path=ppt/tags/tag333.xml><?xml version="1.0" encoding="utf-8"?>
<p:tagLst xmlns:a="http://schemas.openxmlformats.org/drawingml/2006/main" xmlns:r="http://schemas.openxmlformats.org/officeDocument/2006/relationships" xmlns:p="http://schemas.openxmlformats.org/presentationml/2006/main">
  <p:tag name="NUM" val="6"/>
</p:tagLst>
</file>

<file path=ppt/tags/tag334.xml><?xml version="1.0" encoding="utf-8"?>
<p:tagLst xmlns:a="http://schemas.openxmlformats.org/drawingml/2006/main" xmlns:r="http://schemas.openxmlformats.org/officeDocument/2006/relationships" xmlns:p="http://schemas.openxmlformats.org/presentationml/2006/main">
  <p:tag name="NUM" val="7"/>
</p:tagLst>
</file>

<file path=ppt/tags/tag335.xml><?xml version="1.0" encoding="utf-8"?>
<p:tagLst xmlns:a="http://schemas.openxmlformats.org/drawingml/2006/main" xmlns:r="http://schemas.openxmlformats.org/officeDocument/2006/relationships" xmlns:p="http://schemas.openxmlformats.org/presentationml/2006/main">
  <p:tag name="NUM" val="8"/>
</p:tagLst>
</file>

<file path=ppt/tags/tag336.xml><?xml version="1.0" encoding="utf-8"?>
<p:tagLst xmlns:a="http://schemas.openxmlformats.org/drawingml/2006/main" xmlns:r="http://schemas.openxmlformats.org/officeDocument/2006/relationships" xmlns:p="http://schemas.openxmlformats.org/presentationml/2006/main">
  <p:tag name="NUM" val="9"/>
</p:tagLst>
</file>

<file path=ppt/tags/tag337.xml><?xml version="1.0" encoding="utf-8"?>
<p:tagLst xmlns:a="http://schemas.openxmlformats.org/drawingml/2006/main" xmlns:r="http://schemas.openxmlformats.org/officeDocument/2006/relationships" xmlns:p="http://schemas.openxmlformats.org/presentationml/2006/main">
  <p:tag name="NUM" val="10"/>
</p:tagLst>
</file>

<file path=ppt/tags/tag338.xml><?xml version="1.0" encoding="utf-8"?>
<p:tagLst xmlns:a="http://schemas.openxmlformats.org/drawingml/2006/main" xmlns:r="http://schemas.openxmlformats.org/officeDocument/2006/relationships" xmlns:p="http://schemas.openxmlformats.org/presentationml/2006/main">
  <p:tag name="NUM" val="9"/>
</p:tagLst>
</file>

<file path=ppt/tags/tag339.xml><?xml version="1.0" encoding="utf-8"?>
<p:tagLst xmlns:a="http://schemas.openxmlformats.org/drawingml/2006/main" xmlns:r="http://schemas.openxmlformats.org/officeDocument/2006/relationships" xmlns:p="http://schemas.openxmlformats.org/presentationml/2006/main">
  <p:tag name="NUM" val="23"/>
</p:tagLst>
</file>

<file path=ppt/tags/tag340.xml><?xml version="1.0" encoding="utf-8"?>
<p:tagLst xmlns:a="http://schemas.openxmlformats.org/drawingml/2006/main" xmlns:r="http://schemas.openxmlformats.org/officeDocument/2006/relationships" xmlns:p="http://schemas.openxmlformats.org/presentationml/2006/main">
  <p:tag name="NUM" val="7"/>
</p:tagLst>
</file>

<file path=ppt/tags/tag341.xml><?xml version="1.0" encoding="utf-8"?>
<p:tagLst xmlns:a="http://schemas.openxmlformats.org/drawingml/2006/main" xmlns:r="http://schemas.openxmlformats.org/officeDocument/2006/relationships" xmlns:p="http://schemas.openxmlformats.org/presentationml/2006/main">
  <p:tag name="NUM" val="8"/>
</p:tagLst>
</file>

<file path=ppt/tags/tag342.xml><?xml version="1.0" encoding="utf-8"?>
<p:tagLst xmlns:a="http://schemas.openxmlformats.org/drawingml/2006/main" xmlns:r="http://schemas.openxmlformats.org/officeDocument/2006/relationships" xmlns:p="http://schemas.openxmlformats.org/presentationml/2006/main">
  <p:tag name="NUM" val="18"/>
</p:tagLst>
</file>

<file path=ppt/tags/tag343.xml><?xml version="1.0" encoding="utf-8"?>
<p:tagLst xmlns:a="http://schemas.openxmlformats.org/drawingml/2006/main" xmlns:r="http://schemas.openxmlformats.org/officeDocument/2006/relationships" xmlns:p="http://schemas.openxmlformats.org/presentationml/2006/main">
  <p:tag name="NUM" val="29"/>
</p:tagLst>
</file>

<file path=ppt/tags/tag344.xml><?xml version="1.0" encoding="utf-8"?>
<p:tagLst xmlns:a="http://schemas.openxmlformats.org/drawingml/2006/main" xmlns:r="http://schemas.openxmlformats.org/officeDocument/2006/relationships" xmlns:p="http://schemas.openxmlformats.org/presentationml/2006/main">
  <p:tag name="NUM" val="30"/>
</p:tagLst>
</file>

<file path=ppt/tags/tag345.xml><?xml version="1.0" encoding="utf-8"?>
<p:tagLst xmlns:a="http://schemas.openxmlformats.org/drawingml/2006/main" xmlns:r="http://schemas.openxmlformats.org/officeDocument/2006/relationships" xmlns:p="http://schemas.openxmlformats.org/presentationml/2006/main">
  <p:tag name="NUM" val="9"/>
</p:tagLst>
</file>

<file path=ppt/tags/tag346.xml><?xml version="1.0" encoding="utf-8"?>
<p:tagLst xmlns:a="http://schemas.openxmlformats.org/drawingml/2006/main" xmlns:r="http://schemas.openxmlformats.org/officeDocument/2006/relationships" xmlns:p="http://schemas.openxmlformats.org/presentationml/2006/main">
  <p:tag name="NUM" val="2"/>
</p:tagLst>
</file>

<file path=ppt/tags/tag347.xml><?xml version="1.0" encoding="utf-8"?>
<p:tagLst xmlns:a="http://schemas.openxmlformats.org/drawingml/2006/main" xmlns:r="http://schemas.openxmlformats.org/officeDocument/2006/relationships" xmlns:p="http://schemas.openxmlformats.org/presentationml/2006/main">
  <p:tag name="NUM" val="3"/>
</p:tagLst>
</file>

<file path=ppt/tags/tag348.xml><?xml version="1.0" encoding="utf-8"?>
<p:tagLst xmlns:a="http://schemas.openxmlformats.org/drawingml/2006/main" xmlns:r="http://schemas.openxmlformats.org/officeDocument/2006/relationships" xmlns:p="http://schemas.openxmlformats.org/presentationml/2006/main">
  <p:tag name="NUM" val="4"/>
</p:tagLst>
</file>

<file path=ppt/tags/tag349.xml><?xml version="1.0" encoding="utf-8"?>
<p:tagLst xmlns:a="http://schemas.openxmlformats.org/drawingml/2006/main" xmlns:r="http://schemas.openxmlformats.org/officeDocument/2006/relationships" xmlns:p="http://schemas.openxmlformats.org/presentationml/2006/main">
  <p:tag name="NUM" val="5"/>
</p:tagLst>
</file>

<file path=ppt/tags/tag350.xml><?xml version="1.0" encoding="utf-8"?>
<p:tagLst xmlns:a="http://schemas.openxmlformats.org/drawingml/2006/main" xmlns:r="http://schemas.openxmlformats.org/officeDocument/2006/relationships" xmlns:p="http://schemas.openxmlformats.org/presentationml/2006/main">
  <p:tag name="NUM" val="6"/>
</p:tagLst>
</file>

<file path=ppt/tags/tag351.xml><?xml version="1.0" encoding="utf-8"?>
<p:tagLst xmlns:a="http://schemas.openxmlformats.org/drawingml/2006/main" xmlns:r="http://schemas.openxmlformats.org/officeDocument/2006/relationships" xmlns:p="http://schemas.openxmlformats.org/presentationml/2006/main">
  <p:tag name="NUM" val="7"/>
</p:tagLst>
</file>

<file path=ppt/tags/tag352.xml><?xml version="1.0" encoding="utf-8"?>
<p:tagLst xmlns:a="http://schemas.openxmlformats.org/drawingml/2006/main" xmlns:r="http://schemas.openxmlformats.org/officeDocument/2006/relationships" xmlns:p="http://schemas.openxmlformats.org/presentationml/2006/main">
  <p:tag name="NUM" val="8"/>
</p:tagLst>
</file>

<file path=ppt/tags/tag353.xml><?xml version="1.0" encoding="utf-8"?>
<p:tagLst xmlns:a="http://schemas.openxmlformats.org/drawingml/2006/main" xmlns:r="http://schemas.openxmlformats.org/officeDocument/2006/relationships" xmlns:p="http://schemas.openxmlformats.org/presentationml/2006/main">
  <p:tag name="NUM" val="9"/>
</p:tagLst>
</file>

<file path=ppt/tags/tag354.xml><?xml version="1.0" encoding="utf-8"?>
<p:tagLst xmlns:a="http://schemas.openxmlformats.org/drawingml/2006/main" xmlns:r="http://schemas.openxmlformats.org/officeDocument/2006/relationships" xmlns:p="http://schemas.openxmlformats.org/presentationml/2006/main">
  <p:tag name="NUM" val="10"/>
</p:tagLst>
</file>

<file path=ppt/tags/tag355.xml><?xml version="1.0" encoding="utf-8"?>
<p:tagLst xmlns:a="http://schemas.openxmlformats.org/drawingml/2006/main" xmlns:r="http://schemas.openxmlformats.org/officeDocument/2006/relationships" xmlns:p="http://schemas.openxmlformats.org/presentationml/2006/main">
  <p:tag name="NUM" val="11"/>
</p:tagLst>
</file>

<file path=ppt/tags/tag356.xml><?xml version="1.0" encoding="utf-8"?>
<p:tagLst xmlns:a="http://schemas.openxmlformats.org/drawingml/2006/main" xmlns:r="http://schemas.openxmlformats.org/officeDocument/2006/relationships" xmlns:p="http://schemas.openxmlformats.org/presentationml/2006/main">
  <p:tag name="NUM" val="9"/>
</p:tagLst>
</file>

<file path=ppt/tags/tag357.xml><?xml version="1.0" encoding="utf-8"?>
<p:tagLst xmlns:a="http://schemas.openxmlformats.org/drawingml/2006/main" xmlns:r="http://schemas.openxmlformats.org/officeDocument/2006/relationships" xmlns:p="http://schemas.openxmlformats.org/presentationml/2006/main">
  <p:tag name="NUM" val="8"/>
</p:tagLst>
</file>

<file path=ppt/tags/tag358.xml><?xml version="1.0" encoding="utf-8"?>
<p:tagLst xmlns:a="http://schemas.openxmlformats.org/drawingml/2006/main" xmlns:r="http://schemas.openxmlformats.org/officeDocument/2006/relationships" xmlns:p="http://schemas.openxmlformats.org/presentationml/2006/main">
  <p:tag name="NUM" val="18"/>
</p:tagLst>
</file>

<file path=ppt/tags/tag359.xml><?xml version="1.0" encoding="utf-8"?>
<p:tagLst xmlns:a="http://schemas.openxmlformats.org/drawingml/2006/main" xmlns:r="http://schemas.openxmlformats.org/officeDocument/2006/relationships" xmlns:p="http://schemas.openxmlformats.org/presentationml/2006/main">
  <p:tag name="NUM" val="29"/>
</p:tagLst>
</file>

<file path=ppt/tags/tag360.xml><?xml version="1.0" encoding="utf-8"?>
<p:tagLst xmlns:a="http://schemas.openxmlformats.org/drawingml/2006/main" xmlns:r="http://schemas.openxmlformats.org/officeDocument/2006/relationships" xmlns:p="http://schemas.openxmlformats.org/presentationml/2006/main">
  <p:tag name="NUM" val="30"/>
</p:tagLst>
</file>

<file path=ppt/tags/tag361.xml><?xml version="1.0" encoding="utf-8"?>
<p:tagLst xmlns:a="http://schemas.openxmlformats.org/drawingml/2006/main" xmlns:r="http://schemas.openxmlformats.org/officeDocument/2006/relationships" xmlns:p="http://schemas.openxmlformats.org/presentationml/2006/main">
  <p:tag name="NUM" val="9"/>
</p:tagLst>
</file>

<file path=ppt/tags/tag362.xml><?xml version="1.0" encoding="utf-8"?>
<p:tagLst xmlns:a="http://schemas.openxmlformats.org/drawingml/2006/main" xmlns:r="http://schemas.openxmlformats.org/officeDocument/2006/relationships" xmlns:p="http://schemas.openxmlformats.org/presentationml/2006/main">
  <p:tag name="NUM" val="2"/>
</p:tagLst>
</file>

<file path=ppt/tags/tag363.xml><?xml version="1.0" encoding="utf-8"?>
<p:tagLst xmlns:a="http://schemas.openxmlformats.org/drawingml/2006/main" xmlns:r="http://schemas.openxmlformats.org/officeDocument/2006/relationships" xmlns:p="http://schemas.openxmlformats.org/presentationml/2006/main">
  <p:tag name="NUM" val="3"/>
</p:tagLst>
</file>

<file path=ppt/tags/tag364.xml><?xml version="1.0" encoding="utf-8"?>
<p:tagLst xmlns:a="http://schemas.openxmlformats.org/drawingml/2006/main" xmlns:r="http://schemas.openxmlformats.org/officeDocument/2006/relationships" xmlns:p="http://schemas.openxmlformats.org/presentationml/2006/main">
  <p:tag name="NUM" val="4"/>
</p:tagLst>
</file>

<file path=ppt/tags/tag365.xml><?xml version="1.0" encoding="utf-8"?>
<p:tagLst xmlns:a="http://schemas.openxmlformats.org/drawingml/2006/main" xmlns:r="http://schemas.openxmlformats.org/officeDocument/2006/relationships" xmlns:p="http://schemas.openxmlformats.org/presentationml/2006/main">
  <p:tag name="NUM" val="5"/>
</p:tagLst>
</file>

<file path=ppt/tags/tag366.xml><?xml version="1.0" encoding="utf-8"?>
<p:tagLst xmlns:a="http://schemas.openxmlformats.org/drawingml/2006/main" xmlns:r="http://schemas.openxmlformats.org/officeDocument/2006/relationships" xmlns:p="http://schemas.openxmlformats.org/presentationml/2006/main">
  <p:tag name="NUM" val="6"/>
</p:tagLst>
</file>

<file path=ppt/tags/tag367.xml><?xml version="1.0" encoding="utf-8"?>
<p:tagLst xmlns:a="http://schemas.openxmlformats.org/drawingml/2006/main" xmlns:r="http://schemas.openxmlformats.org/officeDocument/2006/relationships" xmlns:p="http://schemas.openxmlformats.org/presentationml/2006/main">
  <p:tag name="NUM" val="7"/>
</p:tagLst>
</file>

<file path=ppt/tags/tag368.xml><?xml version="1.0" encoding="utf-8"?>
<p:tagLst xmlns:a="http://schemas.openxmlformats.org/drawingml/2006/main" xmlns:r="http://schemas.openxmlformats.org/officeDocument/2006/relationships" xmlns:p="http://schemas.openxmlformats.org/presentationml/2006/main">
  <p:tag name="NUM" val="8"/>
</p:tagLst>
</file>

<file path=ppt/tags/tag369.xml><?xml version="1.0" encoding="utf-8"?>
<p:tagLst xmlns:a="http://schemas.openxmlformats.org/drawingml/2006/main" xmlns:r="http://schemas.openxmlformats.org/officeDocument/2006/relationships" xmlns:p="http://schemas.openxmlformats.org/presentationml/2006/main">
  <p:tag name="NUM" val="9"/>
</p:tagLst>
</file>

<file path=ppt/tags/tag370.xml><?xml version="1.0" encoding="utf-8"?>
<p:tagLst xmlns:a="http://schemas.openxmlformats.org/drawingml/2006/main" xmlns:r="http://schemas.openxmlformats.org/officeDocument/2006/relationships" xmlns:p="http://schemas.openxmlformats.org/presentationml/2006/main">
  <p:tag name="NUM" val="10"/>
</p:tagLst>
</file>

<file path=ppt/tags/tag371.xml><?xml version="1.0" encoding="utf-8"?>
<p:tagLst xmlns:a="http://schemas.openxmlformats.org/drawingml/2006/main" xmlns:r="http://schemas.openxmlformats.org/officeDocument/2006/relationships" xmlns:p="http://schemas.openxmlformats.org/presentationml/2006/main">
  <p:tag name="NUM" val="11"/>
</p:tagLst>
</file>

<file path=ppt/tags/tag372.xml><?xml version="1.0" encoding="utf-8"?>
<p:tagLst xmlns:a="http://schemas.openxmlformats.org/drawingml/2006/main" xmlns:r="http://schemas.openxmlformats.org/officeDocument/2006/relationships" xmlns:p="http://schemas.openxmlformats.org/presentationml/2006/main">
  <p:tag name="NUM" val="9"/>
</p:tagLst>
</file>

<file path=ppt/tags/tag373.xml><?xml version="1.0" encoding="utf-8"?>
<p:tagLst xmlns:a="http://schemas.openxmlformats.org/drawingml/2006/main" xmlns:r="http://schemas.openxmlformats.org/officeDocument/2006/relationships" xmlns:p="http://schemas.openxmlformats.org/presentationml/2006/main">
  <p:tag name="NUM" val="8"/>
</p:tagLst>
</file>

<file path=ppt/tags/tag374.xml><?xml version="1.0" encoding="utf-8"?>
<p:tagLst xmlns:a="http://schemas.openxmlformats.org/drawingml/2006/main" xmlns:r="http://schemas.openxmlformats.org/officeDocument/2006/relationships" xmlns:p="http://schemas.openxmlformats.org/presentationml/2006/main">
  <p:tag name="NUM" val="18"/>
</p:tagLst>
</file>

<file path=ppt/tags/tag375.xml><?xml version="1.0" encoding="utf-8"?>
<p:tagLst xmlns:a="http://schemas.openxmlformats.org/drawingml/2006/main" xmlns:r="http://schemas.openxmlformats.org/officeDocument/2006/relationships" xmlns:p="http://schemas.openxmlformats.org/presentationml/2006/main">
  <p:tag name="NUM" val="29"/>
</p:tagLst>
</file>

<file path=ppt/tags/tag376.xml><?xml version="1.0" encoding="utf-8"?>
<p:tagLst xmlns:a="http://schemas.openxmlformats.org/drawingml/2006/main" xmlns:r="http://schemas.openxmlformats.org/officeDocument/2006/relationships" xmlns:p="http://schemas.openxmlformats.org/presentationml/2006/main">
  <p:tag name="NUM" val="30"/>
</p:tagLst>
</file>

<file path=ppt/tags/tag377.xml><?xml version="1.0" encoding="utf-8"?>
<p:tagLst xmlns:a="http://schemas.openxmlformats.org/drawingml/2006/main" xmlns:r="http://schemas.openxmlformats.org/officeDocument/2006/relationships" xmlns:p="http://schemas.openxmlformats.org/presentationml/2006/main">
  <p:tag name="NUM" val="9"/>
</p:tagLst>
</file>

<file path=ppt/tags/tag378.xml><?xml version="1.0" encoding="utf-8"?>
<p:tagLst xmlns:a="http://schemas.openxmlformats.org/drawingml/2006/main" xmlns:r="http://schemas.openxmlformats.org/officeDocument/2006/relationships" xmlns:p="http://schemas.openxmlformats.org/presentationml/2006/main">
  <p:tag name="NUM" val="1"/>
</p:tagLst>
</file>

<file path=ppt/tags/tag379.xml><?xml version="1.0" encoding="utf-8"?>
<p:tagLst xmlns:a="http://schemas.openxmlformats.org/drawingml/2006/main" xmlns:r="http://schemas.openxmlformats.org/officeDocument/2006/relationships" xmlns:p="http://schemas.openxmlformats.org/presentationml/2006/main">
  <p:tag name="NUM" val="2"/>
</p:tagLst>
</file>

<file path=ppt/tags/tag380.xml><?xml version="1.0" encoding="utf-8"?>
<p:tagLst xmlns:a="http://schemas.openxmlformats.org/drawingml/2006/main" xmlns:r="http://schemas.openxmlformats.org/officeDocument/2006/relationships" xmlns:p="http://schemas.openxmlformats.org/presentationml/2006/main">
  <p:tag name="NUM" val="3"/>
</p:tagLst>
</file>

<file path=ppt/tags/tag381.xml><?xml version="1.0" encoding="utf-8"?>
<p:tagLst xmlns:a="http://schemas.openxmlformats.org/drawingml/2006/main" xmlns:r="http://schemas.openxmlformats.org/officeDocument/2006/relationships" xmlns:p="http://schemas.openxmlformats.org/presentationml/2006/main">
  <p:tag name="NUM" val="4"/>
</p:tagLst>
</file>

<file path=ppt/tags/tag382.xml><?xml version="1.0" encoding="utf-8"?>
<p:tagLst xmlns:a="http://schemas.openxmlformats.org/drawingml/2006/main" xmlns:r="http://schemas.openxmlformats.org/officeDocument/2006/relationships" xmlns:p="http://schemas.openxmlformats.org/presentationml/2006/main">
  <p:tag name="NUM" val="9"/>
</p:tagLst>
</file>

<file path=ppt/tags/tag383.xml><?xml version="1.0" encoding="utf-8"?>
<p:tagLst xmlns:a="http://schemas.openxmlformats.org/drawingml/2006/main" xmlns:r="http://schemas.openxmlformats.org/officeDocument/2006/relationships" xmlns:p="http://schemas.openxmlformats.org/presentationml/2006/main">
  <p:tag name="NUM" val="10"/>
</p:tagLst>
</file>

<file path=ppt/tags/tag384.xml><?xml version="1.0" encoding="utf-8"?>
<p:tagLst xmlns:a="http://schemas.openxmlformats.org/drawingml/2006/main" xmlns:r="http://schemas.openxmlformats.org/officeDocument/2006/relationships" xmlns:p="http://schemas.openxmlformats.org/presentationml/2006/main">
  <p:tag name="NUM" val="11"/>
</p:tagLst>
</file>

<file path=ppt/tags/tag385.xml><?xml version="1.0" encoding="utf-8"?>
<p:tagLst xmlns:a="http://schemas.openxmlformats.org/drawingml/2006/main" xmlns:r="http://schemas.openxmlformats.org/officeDocument/2006/relationships" xmlns:p="http://schemas.openxmlformats.org/presentationml/2006/main">
  <p:tag name="NUM" val="12"/>
</p:tagLst>
</file>

<file path=ppt/tags/tag386.xml><?xml version="1.0" encoding="utf-8"?>
<p:tagLst xmlns:a="http://schemas.openxmlformats.org/drawingml/2006/main" xmlns:r="http://schemas.openxmlformats.org/officeDocument/2006/relationships" xmlns:p="http://schemas.openxmlformats.org/presentationml/2006/main">
  <p:tag name="NUM" val="13"/>
</p:tagLst>
</file>

<file path=ppt/tags/tag387.xml><?xml version="1.0" encoding="utf-8"?>
<p:tagLst xmlns:a="http://schemas.openxmlformats.org/drawingml/2006/main" xmlns:r="http://schemas.openxmlformats.org/officeDocument/2006/relationships" xmlns:p="http://schemas.openxmlformats.org/presentationml/2006/main">
  <p:tag name="NUM" val="14"/>
</p:tagLst>
</file>

<file path=ppt/tags/tag388.xml><?xml version="1.0" encoding="utf-8"?>
<p:tagLst xmlns:a="http://schemas.openxmlformats.org/drawingml/2006/main" xmlns:r="http://schemas.openxmlformats.org/officeDocument/2006/relationships" xmlns:p="http://schemas.openxmlformats.org/presentationml/2006/main">
  <p:tag name="NUM" val="15"/>
</p:tagLst>
</file>

<file path=ppt/tags/tag389.xml><?xml version="1.0" encoding="utf-8"?>
<p:tagLst xmlns:a="http://schemas.openxmlformats.org/drawingml/2006/main" xmlns:r="http://schemas.openxmlformats.org/officeDocument/2006/relationships" xmlns:p="http://schemas.openxmlformats.org/presentationml/2006/main">
  <p:tag name="NUM" val="16"/>
</p:tagLst>
</file>

<file path=ppt/tags/tag390.xml><?xml version="1.0" encoding="utf-8"?>
<p:tagLst xmlns:a="http://schemas.openxmlformats.org/drawingml/2006/main" xmlns:r="http://schemas.openxmlformats.org/officeDocument/2006/relationships" xmlns:p="http://schemas.openxmlformats.org/presentationml/2006/main">
  <p:tag name="NUM" val="17"/>
</p:tagLst>
</file>

<file path=ppt/tags/tag391.xml><?xml version="1.0" encoding="utf-8"?>
<p:tagLst xmlns:a="http://schemas.openxmlformats.org/drawingml/2006/main" xmlns:r="http://schemas.openxmlformats.org/officeDocument/2006/relationships" xmlns:p="http://schemas.openxmlformats.org/presentationml/2006/main">
  <p:tag name="NUM" val="19"/>
</p:tagLst>
</file>

<file path=ppt/tags/tag392.xml><?xml version="1.0" encoding="utf-8"?>
<p:tagLst xmlns:a="http://schemas.openxmlformats.org/drawingml/2006/main" xmlns:r="http://schemas.openxmlformats.org/officeDocument/2006/relationships" xmlns:p="http://schemas.openxmlformats.org/presentationml/2006/main">
  <p:tag name="NUM" val="24"/>
</p:tagLst>
</file>

<file path=ppt/tags/tag393.xml><?xml version="1.0" encoding="utf-8"?>
<p:tagLst xmlns:a="http://schemas.openxmlformats.org/drawingml/2006/main" xmlns:r="http://schemas.openxmlformats.org/officeDocument/2006/relationships" xmlns:p="http://schemas.openxmlformats.org/presentationml/2006/main">
  <p:tag name="NUM" val="25"/>
</p:tagLst>
</file>

<file path=ppt/tags/tag394.xml><?xml version="1.0" encoding="utf-8"?>
<p:tagLst xmlns:a="http://schemas.openxmlformats.org/drawingml/2006/main" xmlns:r="http://schemas.openxmlformats.org/officeDocument/2006/relationships" xmlns:p="http://schemas.openxmlformats.org/presentationml/2006/main">
  <p:tag name="NUM" val="9"/>
</p:tagLst>
</file>

<file path=ppt/tags/tag395.xml><?xml version="1.0" encoding="utf-8"?>
<p:tagLst xmlns:a="http://schemas.openxmlformats.org/drawingml/2006/main" xmlns:r="http://schemas.openxmlformats.org/officeDocument/2006/relationships" xmlns:p="http://schemas.openxmlformats.org/presentationml/2006/main">
  <p:tag name="NUM" val="1"/>
</p:tagLst>
</file>

<file path=ppt/tags/tag396.xml><?xml version="1.0" encoding="utf-8"?>
<p:tagLst xmlns:a="http://schemas.openxmlformats.org/drawingml/2006/main" xmlns:r="http://schemas.openxmlformats.org/officeDocument/2006/relationships" xmlns:p="http://schemas.openxmlformats.org/presentationml/2006/main">
  <p:tag name="NUM" val="2"/>
</p:tagLst>
</file>

<file path=ppt/tags/tag397.xml><?xml version="1.0" encoding="utf-8"?>
<p:tagLst xmlns:a="http://schemas.openxmlformats.org/drawingml/2006/main" xmlns:r="http://schemas.openxmlformats.org/officeDocument/2006/relationships" xmlns:p="http://schemas.openxmlformats.org/presentationml/2006/main">
  <p:tag name="NUM" val="3"/>
</p:tagLst>
</file>

<file path=ppt/tags/tag398.xml><?xml version="1.0" encoding="utf-8"?>
<p:tagLst xmlns:a="http://schemas.openxmlformats.org/drawingml/2006/main" xmlns:r="http://schemas.openxmlformats.org/officeDocument/2006/relationships" xmlns:p="http://schemas.openxmlformats.org/presentationml/2006/main">
  <p:tag name="NUM" val="4"/>
</p:tagLst>
</file>

<file path=ppt/tags/tag399.xml><?xml version="1.0" encoding="utf-8"?>
<p:tagLst xmlns:a="http://schemas.openxmlformats.org/drawingml/2006/main" xmlns:r="http://schemas.openxmlformats.org/officeDocument/2006/relationships" xmlns:p="http://schemas.openxmlformats.org/presentationml/2006/main">
  <p:tag name="NUM" val="9"/>
</p:tagLst>
</file>

<file path=ppt/tags/tag400.xml><?xml version="1.0" encoding="utf-8"?>
<p:tagLst xmlns:a="http://schemas.openxmlformats.org/drawingml/2006/main" xmlns:r="http://schemas.openxmlformats.org/officeDocument/2006/relationships" xmlns:p="http://schemas.openxmlformats.org/presentationml/2006/main">
  <p:tag name="NUM" val="10"/>
</p:tagLst>
</file>

<file path=ppt/tags/tag401.xml><?xml version="1.0" encoding="utf-8"?>
<p:tagLst xmlns:a="http://schemas.openxmlformats.org/drawingml/2006/main" xmlns:r="http://schemas.openxmlformats.org/officeDocument/2006/relationships" xmlns:p="http://schemas.openxmlformats.org/presentationml/2006/main">
  <p:tag name="NUM" val="11"/>
</p:tagLst>
</file>

<file path=ppt/tags/tag402.xml><?xml version="1.0" encoding="utf-8"?>
<p:tagLst xmlns:a="http://schemas.openxmlformats.org/drawingml/2006/main" xmlns:r="http://schemas.openxmlformats.org/officeDocument/2006/relationships" xmlns:p="http://schemas.openxmlformats.org/presentationml/2006/main">
  <p:tag name="NUM" val="12"/>
</p:tagLst>
</file>

<file path=ppt/tags/tag403.xml><?xml version="1.0" encoding="utf-8"?>
<p:tagLst xmlns:a="http://schemas.openxmlformats.org/drawingml/2006/main" xmlns:r="http://schemas.openxmlformats.org/officeDocument/2006/relationships" xmlns:p="http://schemas.openxmlformats.org/presentationml/2006/main">
  <p:tag name="NUM" val="13"/>
</p:tagLst>
</file>

<file path=ppt/tags/tag404.xml><?xml version="1.0" encoding="utf-8"?>
<p:tagLst xmlns:a="http://schemas.openxmlformats.org/drawingml/2006/main" xmlns:r="http://schemas.openxmlformats.org/officeDocument/2006/relationships" xmlns:p="http://schemas.openxmlformats.org/presentationml/2006/main">
  <p:tag name="NUM" val="14"/>
</p:tagLst>
</file>

<file path=ppt/tags/tag405.xml><?xml version="1.0" encoding="utf-8"?>
<p:tagLst xmlns:a="http://schemas.openxmlformats.org/drawingml/2006/main" xmlns:r="http://schemas.openxmlformats.org/officeDocument/2006/relationships" xmlns:p="http://schemas.openxmlformats.org/presentationml/2006/main">
  <p:tag name="NUM" val="15"/>
</p:tagLst>
</file>

<file path=ppt/tags/tag406.xml><?xml version="1.0" encoding="utf-8"?>
<p:tagLst xmlns:a="http://schemas.openxmlformats.org/drawingml/2006/main" xmlns:r="http://schemas.openxmlformats.org/officeDocument/2006/relationships" xmlns:p="http://schemas.openxmlformats.org/presentationml/2006/main">
  <p:tag name="NUM" val="16"/>
</p:tagLst>
</file>

<file path=ppt/tags/tag407.xml><?xml version="1.0" encoding="utf-8"?>
<p:tagLst xmlns:a="http://schemas.openxmlformats.org/drawingml/2006/main" xmlns:r="http://schemas.openxmlformats.org/officeDocument/2006/relationships" xmlns:p="http://schemas.openxmlformats.org/presentationml/2006/main">
  <p:tag name="NUM" val="17"/>
</p:tagLst>
</file>

<file path=ppt/tags/tag408.xml><?xml version="1.0" encoding="utf-8"?>
<p:tagLst xmlns:a="http://schemas.openxmlformats.org/drawingml/2006/main" xmlns:r="http://schemas.openxmlformats.org/officeDocument/2006/relationships" xmlns:p="http://schemas.openxmlformats.org/presentationml/2006/main">
  <p:tag name="NUM" val="19"/>
</p:tagLst>
</file>

<file path=ppt/tags/tag409.xml><?xml version="1.0" encoding="utf-8"?>
<p:tagLst xmlns:a="http://schemas.openxmlformats.org/drawingml/2006/main" xmlns:r="http://schemas.openxmlformats.org/officeDocument/2006/relationships" xmlns:p="http://schemas.openxmlformats.org/presentationml/2006/main">
  <p:tag name="NUM" val="24"/>
</p:tagLst>
</file>

<file path=ppt/tags/tag410.xml><?xml version="1.0" encoding="utf-8"?>
<p:tagLst xmlns:a="http://schemas.openxmlformats.org/drawingml/2006/main" xmlns:r="http://schemas.openxmlformats.org/officeDocument/2006/relationships" xmlns:p="http://schemas.openxmlformats.org/presentationml/2006/main">
  <p:tag name="NUM" val="25"/>
</p:tagLst>
</file>

<file path=ppt/tags/tag411.xml><?xml version="1.0" encoding="utf-8"?>
<p:tagLst xmlns:a="http://schemas.openxmlformats.org/drawingml/2006/main" xmlns:r="http://schemas.openxmlformats.org/officeDocument/2006/relationships" xmlns:p="http://schemas.openxmlformats.org/presentationml/2006/main">
  <p:tag name="NUM" val="26"/>
</p:tagLst>
</file>

<file path=ppt/tags/tag412.xml><?xml version="1.0" encoding="utf-8"?>
<p:tagLst xmlns:a="http://schemas.openxmlformats.org/drawingml/2006/main" xmlns:r="http://schemas.openxmlformats.org/officeDocument/2006/relationships" xmlns:p="http://schemas.openxmlformats.org/presentationml/2006/main">
  <p:tag name="NUM" val="1"/>
</p:tagLst>
</file>

<file path=ppt/tags/tag413.xml><?xml version="1.0" encoding="utf-8"?>
<p:tagLst xmlns:a="http://schemas.openxmlformats.org/drawingml/2006/main" xmlns:r="http://schemas.openxmlformats.org/officeDocument/2006/relationships" xmlns:p="http://schemas.openxmlformats.org/presentationml/2006/main">
  <p:tag name="NUM" val="24"/>
</p:tagLst>
</file>

<file path=ppt/tags/tag414.xml><?xml version="1.0" encoding="utf-8"?>
<p:tagLst xmlns:a="http://schemas.openxmlformats.org/drawingml/2006/main" xmlns:r="http://schemas.openxmlformats.org/officeDocument/2006/relationships" xmlns:p="http://schemas.openxmlformats.org/presentationml/2006/main">
  <p:tag name="NUM" val="2"/>
</p:tagLst>
</file>

<file path=ppt/tags/tag415.xml><?xml version="1.0" encoding="utf-8"?>
<p:tagLst xmlns:a="http://schemas.openxmlformats.org/drawingml/2006/main" xmlns:r="http://schemas.openxmlformats.org/officeDocument/2006/relationships" xmlns:p="http://schemas.openxmlformats.org/presentationml/2006/main">
  <p:tag name="NUM" val="13"/>
</p:tagLst>
</file>

<file path=ppt/tags/tag416.xml><?xml version="1.0" encoding="utf-8"?>
<p:tagLst xmlns:a="http://schemas.openxmlformats.org/drawingml/2006/main" xmlns:r="http://schemas.openxmlformats.org/officeDocument/2006/relationships" xmlns:p="http://schemas.openxmlformats.org/presentationml/2006/main">
  <p:tag name="NUM" val="17"/>
</p:tagLst>
</file>

<file path=ppt/tags/tag417.xml><?xml version="1.0" encoding="utf-8"?>
<p:tagLst xmlns:a="http://schemas.openxmlformats.org/drawingml/2006/main" xmlns:r="http://schemas.openxmlformats.org/officeDocument/2006/relationships" xmlns:p="http://schemas.openxmlformats.org/presentationml/2006/main">
  <p:tag name="NUM" val="9"/>
</p:tagLst>
</file>

<file path=ppt/tags/tag418.xml><?xml version="1.0" encoding="utf-8"?>
<p:tagLst xmlns:a="http://schemas.openxmlformats.org/drawingml/2006/main" xmlns:r="http://schemas.openxmlformats.org/officeDocument/2006/relationships" xmlns:p="http://schemas.openxmlformats.org/presentationml/2006/main">
  <p:tag name="NUM" val="5"/>
</p:tagLst>
</file>

<file path=ppt/tags/tag419.xml><?xml version="1.0" encoding="utf-8"?>
<p:tagLst xmlns:a="http://schemas.openxmlformats.org/drawingml/2006/main" xmlns:r="http://schemas.openxmlformats.org/officeDocument/2006/relationships" xmlns:p="http://schemas.openxmlformats.org/presentationml/2006/main">
  <p:tag name="NUM" val="5"/>
</p:tagLst>
</file>

<file path=ppt/tags/tag420.xml><?xml version="1.0" encoding="utf-8"?>
<p:tagLst xmlns:a="http://schemas.openxmlformats.org/drawingml/2006/main" xmlns:r="http://schemas.openxmlformats.org/officeDocument/2006/relationships" xmlns:p="http://schemas.openxmlformats.org/presentationml/2006/main">
  <p:tag name="NUM" val="11"/>
</p:tagLst>
</file>

<file path=ppt/tags/tag421.xml><?xml version="1.0" encoding="utf-8"?>
<p:tagLst xmlns:a="http://schemas.openxmlformats.org/drawingml/2006/main" xmlns:r="http://schemas.openxmlformats.org/officeDocument/2006/relationships" xmlns:p="http://schemas.openxmlformats.org/presentationml/2006/main">
  <p:tag name="NUM" val="18"/>
</p:tagLst>
</file>

<file path=ppt/tags/tag422.xml><?xml version="1.0" encoding="utf-8"?>
<p:tagLst xmlns:a="http://schemas.openxmlformats.org/drawingml/2006/main" xmlns:r="http://schemas.openxmlformats.org/officeDocument/2006/relationships" xmlns:p="http://schemas.openxmlformats.org/presentationml/2006/main">
  <p:tag name="NUM" val="5"/>
</p:tagLst>
</file>

<file path=ppt/tags/tag423.xml><?xml version="1.0" encoding="utf-8"?>
<p:tagLst xmlns:a="http://schemas.openxmlformats.org/drawingml/2006/main" xmlns:r="http://schemas.openxmlformats.org/officeDocument/2006/relationships" xmlns:p="http://schemas.openxmlformats.org/presentationml/2006/main">
  <p:tag name="NUM" val="11"/>
</p:tagLst>
</file>

<file path=ppt/tags/tag424.xml><?xml version="1.0" encoding="utf-8"?>
<p:tagLst xmlns:a="http://schemas.openxmlformats.org/drawingml/2006/main" xmlns:r="http://schemas.openxmlformats.org/officeDocument/2006/relationships" xmlns:p="http://schemas.openxmlformats.org/presentationml/2006/main">
  <p:tag name="NUM" val="18"/>
</p:tagLst>
</file>

<file path=ppt/tags/tag425.xml><?xml version="1.0" encoding="utf-8"?>
<p:tagLst xmlns:a="http://schemas.openxmlformats.org/drawingml/2006/main" xmlns:r="http://schemas.openxmlformats.org/officeDocument/2006/relationships" xmlns:p="http://schemas.openxmlformats.org/presentationml/2006/main">
  <p:tag name="NUM" val="5"/>
</p:tagLst>
</file>

<file path=ppt/tags/tag426.xml><?xml version="1.0" encoding="utf-8"?>
<p:tagLst xmlns:a="http://schemas.openxmlformats.org/drawingml/2006/main" xmlns:r="http://schemas.openxmlformats.org/officeDocument/2006/relationships" xmlns:p="http://schemas.openxmlformats.org/presentationml/2006/main">
  <p:tag name="NUM" val="2"/>
</p:tagLst>
</file>

<file path=ppt/tags/tag427.xml><?xml version="1.0" encoding="utf-8"?>
<p:tagLst xmlns:a="http://schemas.openxmlformats.org/drawingml/2006/main" xmlns:r="http://schemas.openxmlformats.org/officeDocument/2006/relationships" xmlns:p="http://schemas.openxmlformats.org/presentationml/2006/main">
  <p:tag name="NUM" val="13"/>
</p:tagLst>
</file>

<file path=ppt/tags/tag428.xml><?xml version="1.0" encoding="utf-8"?>
<p:tagLst xmlns:a="http://schemas.openxmlformats.org/drawingml/2006/main" xmlns:r="http://schemas.openxmlformats.org/officeDocument/2006/relationships" xmlns:p="http://schemas.openxmlformats.org/presentationml/2006/main">
  <p:tag name="NUM" val="17"/>
</p:tagLst>
</file>

<file path=ppt/tags/tag429.xml><?xml version="1.0" encoding="utf-8"?>
<p:tagLst xmlns:a="http://schemas.openxmlformats.org/drawingml/2006/main" xmlns:r="http://schemas.openxmlformats.org/officeDocument/2006/relationships" xmlns:p="http://schemas.openxmlformats.org/presentationml/2006/main">
  <p:tag name="NUM" val="9"/>
</p:tagLst>
</file>

<file path=ppt/tags/tag430.xml><?xml version="1.0" encoding="utf-8"?>
<p:tagLst xmlns:a="http://schemas.openxmlformats.org/drawingml/2006/main" xmlns:r="http://schemas.openxmlformats.org/officeDocument/2006/relationships" xmlns:p="http://schemas.openxmlformats.org/presentationml/2006/main">
  <p:tag name="NUM" val="5"/>
</p:tagLst>
</file>

<file path=ppt/tags/tag431.xml><?xml version="1.0" encoding="utf-8"?>
<p:tagLst xmlns:a="http://schemas.openxmlformats.org/drawingml/2006/main" xmlns:r="http://schemas.openxmlformats.org/officeDocument/2006/relationships" xmlns:p="http://schemas.openxmlformats.org/presentationml/2006/main">
  <p:tag name="NUM" val="5"/>
</p:tagLst>
</file>

<file path=ppt/tags/tag432.xml><?xml version="1.0" encoding="utf-8"?>
<p:tagLst xmlns:a="http://schemas.openxmlformats.org/drawingml/2006/main" xmlns:r="http://schemas.openxmlformats.org/officeDocument/2006/relationships" xmlns:p="http://schemas.openxmlformats.org/presentationml/2006/main">
  <p:tag name="NUM" val="25"/>
</p:tagLst>
</file>

<file path=ppt/tags/tag433.xml><?xml version="1.0" encoding="utf-8"?>
<p:tagLst xmlns:a="http://schemas.openxmlformats.org/drawingml/2006/main" xmlns:r="http://schemas.openxmlformats.org/officeDocument/2006/relationships" xmlns:p="http://schemas.openxmlformats.org/presentationml/2006/main">
  <p:tag name="NUM" val="9"/>
</p:tagLst>
</file>

<file path=ppt/tags/tag434.xml><?xml version="1.0" encoding="utf-8"?>
<p:tagLst xmlns:a="http://schemas.openxmlformats.org/drawingml/2006/main" xmlns:r="http://schemas.openxmlformats.org/officeDocument/2006/relationships" xmlns:p="http://schemas.openxmlformats.org/presentationml/2006/main">
  <p:tag name="NUM" val="1"/>
</p:tagLst>
</file>

<file path=ppt/tags/tag435.xml><?xml version="1.0" encoding="utf-8"?>
<p:tagLst xmlns:a="http://schemas.openxmlformats.org/drawingml/2006/main" xmlns:r="http://schemas.openxmlformats.org/officeDocument/2006/relationships" xmlns:p="http://schemas.openxmlformats.org/presentationml/2006/main">
  <p:tag name="NUM" val="24"/>
</p:tagLst>
</file>

<file path=ppt/tags/tag436.xml><?xml version="1.0" encoding="utf-8"?>
<p:tagLst xmlns:a="http://schemas.openxmlformats.org/drawingml/2006/main" xmlns:r="http://schemas.openxmlformats.org/officeDocument/2006/relationships" xmlns:p="http://schemas.openxmlformats.org/presentationml/2006/main">
  <p:tag name="NUM" val="2"/>
</p:tagLst>
</file>

<file path=ppt/tags/tag437.xml><?xml version="1.0" encoding="utf-8"?>
<p:tagLst xmlns:a="http://schemas.openxmlformats.org/drawingml/2006/main" xmlns:r="http://schemas.openxmlformats.org/officeDocument/2006/relationships" xmlns:p="http://schemas.openxmlformats.org/presentationml/2006/main">
  <p:tag name="NUM" val="13"/>
</p:tagLst>
</file>

<file path=ppt/tags/tag438.xml><?xml version="1.0" encoding="utf-8"?>
<p:tagLst xmlns:a="http://schemas.openxmlformats.org/drawingml/2006/main" xmlns:r="http://schemas.openxmlformats.org/officeDocument/2006/relationships" xmlns:p="http://schemas.openxmlformats.org/presentationml/2006/main">
  <p:tag name="NUM" val="17"/>
</p:tagLst>
</file>

<file path=ppt/tags/tag439.xml><?xml version="1.0" encoding="utf-8"?>
<p:tagLst xmlns:a="http://schemas.openxmlformats.org/drawingml/2006/main" xmlns:r="http://schemas.openxmlformats.org/officeDocument/2006/relationships" xmlns:p="http://schemas.openxmlformats.org/presentationml/2006/main">
  <p:tag name="NUM" val="9"/>
</p:tagLst>
</file>

<file path=ppt/tags/tag440.xml><?xml version="1.0" encoding="utf-8"?>
<p:tagLst xmlns:a="http://schemas.openxmlformats.org/drawingml/2006/main" xmlns:r="http://schemas.openxmlformats.org/officeDocument/2006/relationships" xmlns:p="http://schemas.openxmlformats.org/presentationml/2006/main">
  <p:tag name="NUM" val="5"/>
</p:tagLst>
</file>

<file path=ppt/tags/tag441.xml><?xml version="1.0" encoding="utf-8"?>
<p:tagLst xmlns:a="http://schemas.openxmlformats.org/drawingml/2006/main" xmlns:r="http://schemas.openxmlformats.org/officeDocument/2006/relationships" xmlns:p="http://schemas.openxmlformats.org/presentationml/2006/main">
  <p:tag name="NUM" val="5"/>
</p:tagLst>
</file>

<file path=ppt/tags/tag442.xml><?xml version="1.0" encoding="utf-8"?>
<p:tagLst xmlns:a="http://schemas.openxmlformats.org/drawingml/2006/main" xmlns:r="http://schemas.openxmlformats.org/officeDocument/2006/relationships" xmlns:p="http://schemas.openxmlformats.org/presentationml/2006/main">
  <p:tag name="NUM" val="11"/>
</p:tagLst>
</file>

<file path=ppt/tags/tag443.xml><?xml version="1.0" encoding="utf-8"?>
<p:tagLst xmlns:a="http://schemas.openxmlformats.org/drawingml/2006/main" xmlns:r="http://schemas.openxmlformats.org/officeDocument/2006/relationships" xmlns:p="http://schemas.openxmlformats.org/presentationml/2006/main">
  <p:tag name="NUM" val="18"/>
</p:tagLst>
</file>

<file path=ppt/tags/tag444.xml><?xml version="1.0" encoding="utf-8"?>
<p:tagLst xmlns:a="http://schemas.openxmlformats.org/drawingml/2006/main" xmlns:r="http://schemas.openxmlformats.org/officeDocument/2006/relationships" xmlns:p="http://schemas.openxmlformats.org/presentationml/2006/main">
  <p:tag name="NUM" val="5"/>
</p:tagLst>
</file>

<file path=ppt/tags/tag445.xml><?xml version="1.0" encoding="utf-8"?>
<p:tagLst xmlns:a="http://schemas.openxmlformats.org/drawingml/2006/main" xmlns:r="http://schemas.openxmlformats.org/officeDocument/2006/relationships" xmlns:p="http://schemas.openxmlformats.org/presentationml/2006/main">
  <p:tag name="NUM" val="11"/>
</p:tagLst>
</file>

<file path=ppt/tags/tag446.xml><?xml version="1.0" encoding="utf-8"?>
<p:tagLst xmlns:a="http://schemas.openxmlformats.org/drawingml/2006/main" xmlns:r="http://schemas.openxmlformats.org/officeDocument/2006/relationships" xmlns:p="http://schemas.openxmlformats.org/presentationml/2006/main">
  <p:tag name="NUM" val="18"/>
</p:tagLst>
</file>

<file path=ppt/tags/tag447.xml><?xml version="1.0" encoding="utf-8"?>
<p:tagLst xmlns:a="http://schemas.openxmlformats.org/drawingml/2006/main" xmlns:r="http://schemas.openxmlformats.org/officeDocument/2006/relationships" xmlns:p="http://schemas.openxmlformats.org/presentationml/2006/main">
  <p:tag name="NUM" val="5"/>
</p:tagLst>
</file>

<file path=ppt/tags/tag448.xml><?xml version="1.0" encoding="utf-8"?>
<p:tagLst xmlns:a="http://schemas.openxmlformats.org/drawingml/2006/main" xmlns:r="http://schemas.openxmlformats.org/officeDocument/2006/relationships" xmlns:p="http://schemas.openxmlformats.org/presentationml/2006/main">
  <p:tag name="NUM" val="2"/>
</p:tagLst>
</file>

<file path=ppt/tags/tag449.xml><?xml version="1.0" encoding="utf-8"?>
<p:tagLst xmlns:a="http://schemas.openxmlformats.org/drawingml/2006/main" xmlns:r="http://schemas.openxmlformats.org/officeDocument/2006/relationships" xmlns:p="http://schemas.openxmlformats.org/presentationml/2006/main">
  <p:tag name="NUM" val="13"/>
</p:tagLst>
</file>

<file path=ppt/tags/tag450.xml><?xml version="1.0" encoding="utf-8"?>
<p:tagLst xmlns:a="http://schemas.openxmlformats.org/drawingml/2006/main" xmlns:r="http://schemas.openxmlformats.org/officeDocument/2006/relationships" xmlns:p="http://schemas.openxmlformats.org/presentationml/2006/main">
  <p:tag name="NUM" val="17"/>
</p:tagLst>
</file>

<file path=ppt/tags/tag451.xml><?xml version="1.0" encoding="utf-8"?>
<p:tagLst xmlns:a="http://schemas.openxmlformats.org/drawingml/2006/main" xmlns:r="http://schemas.openxmlformats.org/officeDocument/2006/relationships" xmlns:p="http://schemas.openxmlformats.org/presentationml/2006/main">
  <p:tag name="NUM" val="9"/>
</p:tagLst>
</file>

<file path=ppt/tags/tag452.xml><?xml version="1.0" encoding="utf-8"?>
<p:tagLst xmlns:a="http://schemas.openxmlformats.org/drawingml/2006/main" xmlns:r="http://schemas.openxmlformats.org/officeDocument/2006/relationships" xmlns:p="http://schemas.openxmlformats.org/presentationml/2006/main">
  <p:tag name="NUM" val="5"/>
</p:tagLst>
</file>

<file path=ppt/tags/tag453.xml><?xml version="1.0" encoding="utf-8"?>
<p:tagLst xmlns:a="http://schemas.openxmlformats.org/drawingml/2006/main" xmlns:r="http://schemas.openxmlformats.org/officeDocument/2006/relationships" xmlns:p="http://schemas.openxmlformats.org/presentationml/2006/main">
  <p:tag name="NUM" val="5"/>
</p:tagLst>
</file>

<file path=ppt/tags/tag454.xml><?xml version="1.0" encoding="utf-8"?>
<p:tagLst xmlns:a="http://schemas.openxmlformats.org/drawingml/2006/main" xmlns:r="http://schemas.openxmlformats.org/officeDocument/2006/relationships" xmlns:p="http://schemas.openxmlformats.org/presentationml/2006/main">
  <p:tag name="NUM" val="25"/>
</p:tagLst>
</file>

<file path=ppt/tags/tag455.xml><?xml version="1.0" encoding="utf-8"?>
<p:tagLst xmlns:a="http://schemas.openxmlformats.org/drawingml/2006/main" xmlns:r="http://schemas.openxmlformats.org/officeDocument/2006/relationships" xmlns:p="http://schemas.openxmlformats.org/presentationml/2006/main">
  <p:tag name="NUM" val="9"/>
</p:tagLst>
</file>

<file path=ppt/tags/tag456.xml><?xml version="1.0" encoding="utf-8"?>
<p:tagLst xmlns:a="http://schemas.openxmlformats.org/drawingml/2006/main" xmlns:r="http://schemas.openxmlformats.org/officeDocument/2006/relationships" xmlns:p="http://schemas.openxmlformats.org/presentationml/2006/main">
  <p:tag name="NUM" val="9"/>
</p:tagLst>
</file>

<file path=ppt/tags/tag457.xml><?xml version="1.0" encoding="utf-8"?>
<p:tagLst xmlns:a="http://schemas.openxmlformats.org/drawingml/2006/main" xmlns:r="http://schemas.openxmlformats.org/officeDocument/2006/relationships" xmlns:p="http://schemas.openxmlformats.org/presentationml/2006/main">
  <p:tag name="NUM" val="1"/>
</p:tagLst>
</file>

<file path=ppt/tags/tag458.xml><?xml version="1.0" encoding="utf-8"?>
<p:tagLst xmlns:a="http://schemas.openxmlformats.org/drawingml/2006/main" xmlns:r="http://schemas.openxmlformats.org/officeDocument/2006/relationships" xmlns:p="http://schemas.openxmlformats.org/presentationml/2006/main">
  <p:tag name="NUM" val="2"/>
</p:tagLst>
</file>

<file path=ppt/tags/tag459.xml><?xml version="1.0" encoding="utf-8"?>
<p:tagLst xmlns:a="http://schemas.openxmlformats.org/drawingml/2006/main" xmlns:r="http://schemas.openxmlformats.org/officeDocument/2006/relationships" xmlns:p="http://schemas.openxmlformats.org/presentationml/2006/main">
  <p:tag name="NUM" val="3"/>
</p:tagLst>
</file>

<file path=ppt/tags/tag460.xml><?xml version="1.0" encoding="utf-8"?>
<p:tagLst xmlns:a="http://schemas.openxmlformats.org/drawingml/2006/main" xmlns:r="http://schemas.openxmlformats.org/officeDocument/2006/relationships" xmlns:p="http://schemas.openxmlformats.org/presentationml/2006/main">
  <p:tag name="NUM" val="6"/>
</p:tagLst>
</file>

<file path=ppt/tags/tag461.xml><?xml version="1.0" encoding="utf-8"?>
<p:tagLst xmlns:a="http://schemas.openxmlformats.org/drawingml/2006/main" xmlns:r="http://schemas.openxmlformats.org/officeDocument/2006/relationships" xmlns:p="http://schemas.openxmlformats.org/presentationml/2006/main">
  <p:tag name="NUM" val="7"/>
</p:tagLst>
</file>

<file path=ppt/tags/tag462.xml><?xml version="1.0" encoding="utf-8"?>
<p:tagLst xmlns:a="http://schemas.openxmlformats.org/drawingml/2006/main" xmlns:r="http://schemas.openxmlformats.org/officeDocument/2006/relationships" xmlns:p="http://schemas.openxmlformats.org/presentationml/2006/main">
  <p:tag name="NUM" val="10"/>
</p:tagLst>
</file>

<file path=ppt/tags/tag463.xml><?xml version="1.0" encoding="utf-8"?>
<p:tagLst xmlns:a="http://schemas.openxmlformats.org/drawingml/2006/main" xmlns:r="http://schemas.openxmlformats.org/officeDocument/2006/relationships" xmlns:p="http://schemas.openxmlformats.org/presentationml/2006/main">
  <p:tag name="NUM" val="11"/>
</p:tagLst>
</file>

<file path=ppt/tags/tag464.xml><?xml version="1.0" encoding="utf-8"?>
<p:tagLst xmlns:a="http://schemas.openxmlformats.org/drawingml/2006/main" xmlns:r="http://schemas.openxmlformats.org/officeDocument/2006/relationships" xmlns:p="http://schemas.openxmlformats.org/presentationml/2006/main">
  <p:tag name="NUM" val="13"/>
</p:tagLst>
</file>

<file path=ppt/tags/tag465.xml><?xml version="1.0" encoding="utf-8"?>
<p:tagLst xmlns:a="http://schemas.openxmlformats.org/drawingml/2006/main" xmlns:r="http://schemas.openxmlformats.org/officeDocument/2006/relationships" xmlns:p="http://schemas.openxmlformats.org/presentationml/2006/main">
  <p:tag name="NUM" val="14"/>
</p:tagLst>
</file>

<file path=ppt/tags/tag466.xml><?xml version="1.0" encoding="utf-8"?>
<p:tagLst xmlns:a="http://schemas.openxmlformats.org/drawingml/2006/main" xmlns:r="http://schemas.openxmlformats.org/officeDocument/2006/relationships" xmlns:p="http://schemas.openxmlformats.org/presentationml/2006/main">
  <p:tag name="NUM" val="17"/>
</p:tagLst>
</file>

<file path=ppt/tags/tag467.xml><?xml version="1.0" encoding="utf-8"?>
<p:tagLst xmlns:a="http://schemas.openxmlformats.org/drawingml/2006/main" xmlns:r="http://schemas.openxmlformats.org/officeDocument/2006/relationships" xmlns:p="http://schemas.openxmlformats.org/presentationml/2006/main">
  <p:tag name="NUM" val="18"/>
</p:tagLst>
</file>

<file path=ppt/tags/tag468.xml><?xml version="1.0" encoding="utf-8"?>
<p:tagLst xmlns:a="http://schemas.openxmlformats.org/drawingml/2006/main" xmlns:r="http://schemas.openxmlformats.org/officeDocument/2006/relationships" xmlns:p="http://schemas.openxmlformats.org/presentationml/2006/main">
  <p:tag name="NUM" val="19"/>
</p:tagLst>
</file>

<file path=ppt/tags/tag469.xml><?xml version="1.0" encoding="utf-8"?>
<p:tagLst xmlns:a="http://schemas.openxmlformats.org/drawingml/2006/main" xmlns:r="http://schemas.openxmlformats.org/officeDocument/2006/relationships" xmlns:p="http://schemas.openxmlformats.org/presentationml/2006/main">
  <p:tag name="NUM" val="24"/>
</p:tagLst>
</file>

<file path=ppt/tags/tag470.xml><?xml version="1.0" encoding="utf-8"?>
<p:tagLst xmlns:a="http://schemas.openxmlformats.org/drawingml/2006/main" xmlns:r="http://schemas.openxmlformats.org/officeDocument/2006/relationships" xmlns:p="http://schemas.openxmlformats.org/presentationml/2006/main">
  <p:tag name="NUM" val="25"/>
</p:tagLst>
</file>

<file path=ppt/tags/tag471.xml><?xml version="1.0" encoding="utf-8"?>
<p:tagLst xmlns:a="http://schemas.openxmlformats.org/drawingml/2006/main" xmlns:r="http://schemas.openxmlformats.org/officeDocument/2006/relationships" xmlns:p="http://schemas.openxmlformats.org/presentationml/2006/main">
  <p:tag name="NUM" val="22"/>
</p:tagLst>
</file>

<file path=ppt/tags/tag472.xml><?xml version="1.0" encoding="utf-8"?>
<p:tagLst xmlns:a="http://schemas.openxmlformats.org/drawingml/2006/main" xmlns:r="http://schemas.openxmlformats.org/officeDocument/2006/relationships" xmlns:p="http://schemas.openxmlformats.org/presentationml/2006/main">
  <p:tag name="NUM" val="29"/>
</p:tagLst>
</file>

<file path=ppt/tags/tag473.xml><?xml version="1.0" encoding="utf-8"?>
<p:tagLst xmlns:a="http://schemas.openxmlformats.org/drawingml/2006/main" xmlns:r="http://schemas.openxmlformats.org/officeDocument/2006/relationships" xmlns:p="http://schemas.openxmlformats.org/presentationml/2006/main">
  <p:tag name="NUM" val="22"/>
</p:tagLst>
</file>

<file path=ppt/tags/tag474.xml><?xml version="1.0" encoding="utf-8"?>
<p:tagLst xmlns:a="http://schemas.openxmlformats.org/drawingml/2006/main" xmlns:r="http://schemas.openxmlformats.org/officeDocument/2006/relationships" xmlns:p="http://schemas.openxmlformats.org/presentationml/2006/main">
  <p:tag name="NUM" val="29"/>
</p:tagLst>
</file>

<file path=ppt/tags/tag475.xml><?xml version="1.0" encoding="utf-8"?>
<p:tagLst xmlns:a="http://schemas.openxmlformats.org/drawingml/2006/main" xmlns:r="http://schemas.openxmlformats.org/officeDocument/2006/relationships" xmlns:p="http://schemas.openxmlformats.org/presentationml/2006/main">
  <p:tag name="NUM" val="9"/>
</p:tagLst>
</file>

<file path=ppt/tags/tag476.xml><?xml version="1.0" encoding="utf-8"?>
<p:tagLst xmlns:a="http://schemas.openxmlformats.org/drawingml/2006/main" xmlns:r="http://schemas.openxmlformats.org/officeDocument/2006/relationships" xmlns:p="http://schemas.openxmlformats.org/presentationml/2006/main">
  <p:tag name="NUM" val="21"/>
</p:tagLst>
</file>

<file path=ppt/tags/tag477.xml><?xml version="1.0" encoding="utf-8"?>
<p:tagLst xmlns:a="http://schemas.openxmlformats.org/drawingml/2006/main" xmlns:r="http://schemas.openxmlformats.org/officeDocument/2006/relationships" xmlns:p="http://schemas.openxmlformats.org/presentationml/2006/main">
  <p:tag name="NUM" val="28"/>
</p:tagLst>
</file>

<file path=ppt/tags/tag478.xml><?xml version="1.0" encoding="utf-8"?>
<p:tagLst xmlns:a="http://schemas.openxmlformats.org/drawingml/2006/main" xmlns:r="http://schemas.openxmlformats.org/officeDocument/2006/relationships" xmlns:p="http://schemas.openxmlformats.org/presentationml/2006/main">
  <p:tag name="NUM" val="5"/>
</p:tagLst>
</file>

<file path=ppt/tags/tag479.xml><?xml version="1.0" encoding="utf-8"?>
<p:tagLst xmlns:a="http://schemas.openxmlformats.org/drawingml/2006/main" xmlns:r="http://schemas.openxmlformats.org/officeDocument/2006/relationships" xmlns:p="http://schemas.openxmlformats.org/presentationml/2006/main">
  <p:tag name="NUM" val="5"/>
</p:tagLst>
</file>

<file path=ppt/tags/tag480.xml><?xml version="1.0" encoding="utf-8"?>
<p:tagLst xmlns:a="http://schemas.openxmlformats.org/drawingml/2006/main" xmlns:r="http://schemas.openxmlformats.org/officeDocument/2006/relationships" xmlns:p="http://schemas.openxmlformats.org/presentationml/2006/main">
  <p:tag name="NUM" val="6"/>
</p:tagLst>
</file>

<file path=ppt/tags/tag481.xml><?xml version="1.0" encoding="utf-8"?>
<p:tagLst xmlns:a="http://schemas.openxmlformats.org/drawingml/2006/main" xmlns:r="http://schemas.openxmlformats.org/officeDocument/2006/relationships" xmlns:p="http://schemas.openxmlformats.org/presentationml/2006/main">
  <p:tag name="NUM" val="6"/>
</p:tagLst>
</file>

<file path=ppt/tags/tag482.xml><?xml version="1.0" encoding="utf-8"?>
<p:tagLst xmlns:a="http://schemas.openxmlformats.org/drawingml/2006/main" xmlns:r="http://schemas.openxmlformats.org/officeDocument/2006/relationships" xmlns:p="http://schemas.openxmlformats.org/presentationml/2006/main">
  <p:tag name="NUM" val="5"/>
</p:tagLst>
</file>

<file path=ppt/tags/tag483.xml><?xml version="1.0" encoding="utf-8"?>
<p:tagLst xmlns:a="http://schemas.openxmlformats.org/drawingml/2006/main" xmlns:r="http://schemas.openxmlformats.org/officeDocument/2006/relationships" xmlns:p="http://schemas.openxmlformats.org/presentationml/2006/main">
  <p:tag name="NUM" val="5"/>
</p:tagLst>
</file>

<file path=ppt/tags/tag484.xml><?xml version="1.0" encoding="utf-8"?>
<p:tagLst xmlns:a="http://schemas.openxmlformats.org/drawingml/2006/main" xmlns:r="http://schemas.openxmlformats.org/officeDocument/2006/relationships" xmlns:p="http://schemas.openxmlformats.org/presentationml/2006/main">
  <p:tag name="NUM" val="5"/>
</p:tagLst>
</file>

<file path=ppt/tags/tag485.xml><?xml version="1.0" encoding="utf-8"?>
<p:tagLst xmlns:a="http://schemas.openxmlformats.org/drawingml/2006/main" xmlns:r="http://schemas.openxmlformats.org/officeDocument/2006/relationships" xmlns:p="http://schemas.openxmlformats.org/presentationml/2006/main">
  <p:tag name="NUM" val="9"/>
</p:tagLst>
</file>

<file path=ppt/tags/tag486.xml><?xml version="1.0" encoding="utf-8"?>
<p:tagLst xmlns:a="http://schemas.openxmlformats.org/drawingml/2006/main" xmlns:r="http://schemas.openxmlformats.org/officeDocument/2006/relationships" xmlns:p="http://schemas.openxmlformats.org/presentationml/2006/main">
  <p:tag name="NUM" val="3"/>
</p:tagLst>
</file>

<file path=ppt/tags/tag487.xml><?xml version="1.0" encoding="utf-8"?>
<p:tagLst xmlns:a="http://schemas.openxmlformats.org/drawingml/2006/main" xmlns:r="http://schemas.openxmlformats.org/officeDocument/2006/relationships" xmlns:p="http://schemas.openxmlformats.org/presentationml/2006/main">
  <p:tag name="NUM" val="4"/>
</p:tagLst>
</file>

<file path=ppt/tags/tag488.xml><?xml version="1.0" encoding="utf-8"?>
<p:tagLst xmlns:a="http://schemas.openxmlformats.org/drawingml/2006/main" xmlns:r="http://schemas.openxmlformats.org/officeDocument/2006/relationships" xmlns:p="http://schemas.openxmlformats.org/presentationml/2006/main">
  <p:tag name="NUM" val="5"/>
</p:tagLst>
</file>

<file path=ppt/tags/tag489.xml><?xml version="1.0" encoding="utf-8"?>
<p:tagLst xmlns:a="http://schemas.openxmlformats.org/drawingml/2006/main" xmlns:r="http://schemas.openxmlformats.org/officeDocument/2006/relationships" xmlns:p="http://schemas.openxmlformats.org/presentationml/2006/main">
  <p:tag name="NUM" val="6"/>
</p:tagLst>
</file>

<file path=ppt/tags/tag490.xml><?xml version="1.0" encoding="utf-8"?>
<p:tagLst xmlns:a="http://schemas.openxmlformats.org/drawingml/2006/main" xmlns:r="http://schemas.openxmlformats.org/officeDocument/2006/relationships" xmlns:p="http://schemas.openxmlformats.org/presentationml/2006/main">
  <p:tag name="NUM" val="8"/>
</p:tagLst>
</file>

<file path=ppt/tags/tag491.xml><?xml version="1.0" encoding="utf-8"?>
<p:tagLst xmlns:a="http://schemas.openxmlformats.org/drawingml/2006/main" xmlns:r="http://schemas.openxmlformats.org/officeDocument/2006/relationships" xmlns:p="http://schemas.openxmlformats.org/presentationml/2006/main">
  <p:tag name="NUM" val="8"/>
</p:tagLst>
</file>

<file path=ppt/tags/tag492.xml><?xml version="1.0" encoding="utf-8"?>
<p:tagLst xmlns:a="http://schemas.openxmlformats.org/drawingml/2006/main" xmlns:r="http://schemas.openxmlformats.org/officeDocument/2006/relationships" xmlns:p="http://schemas.openxmlformats.org/presentationml/2006/main">
  <p:tag name="NUM" val="8"/>
</p:tagLst>
</file>

<file path=ppt/tags/tag493.xml><?xml version="1.0" encoding="utf-8"?>
<p:tagLst xmlns:a="http://schemas.openxmlformats.org/drawingml/2006/main" xmlns:r="http://schemas.openxmlformats.org/officeDocument/2006/relationships" xmlns:p="http://schemas.openxmlformats.org/presentationml/2006/main">
  <p:tag name="NUM" val="29"/>
</p:tagLst>
</file>

<file path=ppt/tags/tag494.xml><?xml version="1.0" encoding="utf-8"?>
<p:tagLst xmlns:a="http://schemas.openxmlformats.org/drawingml/2006/main" xmlns:r="http://schemas.openxmlformats.org/officeDocument/2006/relationships" xmlns:p="http://schemas.openxmlformats.org/presentationml/2006/main">
  <p:tag name="NUM" val="3"/>
</p:tagLst>
</file>

<file path=ppt/tags/tag495.xml><?xml version="1.0" encoding="utf-8"?>
<p:tagLst xmlns:a="http://schemas.openxmlformats.org/drawingml/2006/main" xmlns:r="http://schemas.openxmlformats.org/officeDocument/2006/relationships" xmlns:p="http://schemas.openxmlformats.org/presentationml/2006/main">
  <p:tag name="NUM" val="4"/>
</p:tagLst>
</file>

<file path=ppt/tags/tag496.xml><?xml version="1.0" encoding="utf-8"?>
<p:tagLst xmlns:a="http://schemas.openxmlformats.org/drawingml/2006/main" xmlns:r="http://schemas.openxmlformats.org/officeDocument/2006/relationships" xmlns:p="http://schemas.openxmlformats.org/presentationml/2006/main">
  <p:tag name="NUM" val="5"/>
</p:tagLst>
</file>

<file path=ppt/tags/tag497.xml><?xml version="1.0" encoding="utf-8"?>
<p:tagLst xmlns:a="http://schemas.openxmlformats.org/drawingml/2006/main" xmlns:r="http://schemas.openxmlformats.org/officeDocument/2006/relationships" xmlns:p="http://schemas.openxmlformats.org/presentationml/2006/main">
  <p:tag name="NUM" val="6"/>
</p:tagLst>
</file>

<file path=ppt/tags/tag498.xml><?xml version="1.0" encoding="utf-8"?>
<p:tagLst xmlns:a="http://schemas.openxmlformats.org/drawingml/2006/main" xmlns:r="http://schemas.openxmlformats.org/officeDocument/2006/relationships" xmlns:p="http://schemas.openxmlformats.org/presentationml/2006/main">
  <p:tag name="NUM" val="8"/>
</p:tagLst>
</file>

<file path=ppt/tags/tag499.xml><?xml version="1.0" encoding="utf-8"?>
<p:tagLst xmlns:a="http://schemas.openxmlformats.org/drawingml/2006/main" xmlns:r="http://schemas.openxmlformats.org/officeDocument/2006/relationships" xmlns:p="http://schemas.openxmlformats.org/presentationml/2006/main">
  <p:tag name="NUM" val="8"/>
</p:tagLst>
</file>

<file path=ppt/tags/tag500.xml><?xml version="1.0" encoding="utf-8"?>
<p:tagLst xmlns:a="http://schemas.openxmlformats.org/drawingml/2006/main" xmlns:r="http://schemas.openxmlformats.org/officeDocument/2006/relationships" xmlns:p="http://schemas.openxmlformats.org/presentationml/2006/main">
  <p:tag name="NUM" val="9"/>
</p:tagLst>
</file>

<file path=ppt/tags/tag501.xml><?xml version="1.0" encoding="utf-8"?>
<p:tagLst xmlns:a="http://schemas.openxmlformats.org/drawingml/2006/main" xmlns:r="http://schemas.openxmlformats.org/officeDocument/2006/relationships" xmlns:p="http://schemas.openxmlformats.org/presentationml/2006/main">
  <p:tag name="NUM" val="8"/>
</p:tagLst>
</file>

<file path=ppt/tags/tag502.xml><?xml version="1.0" encoding="utf-8"?>
<p:tagLst xmlns:a="http://schemas.openxmlformats.org/drawingml/2006/main" xmlns:r="http://schemas.openxmlformats.org/officeDocument/2006/relationships" xmlns:p="http://schemas.openxmlformats.org/presentationml/2006/main">
  <p:tag name="NUM" val="29"/>
</p:tagLst>
</file>

<file path=ppt/tags/tag503.xml><?xml version="1.0" encoding="utf-8"?>
<p:tagLst xmlns:a="http://schemas.openxmlformats.org/drawingml/2006/main" xmlns:r="http://schemas.openxmlformats.org/officeDocument/2006/relationships" xmlns:p="http://schemas.openxmlformats.org/presentationml/2006/main">
  <p:tag name="NUM" val="27"/>
</p:tagLst>
</file>

<file path=ppt/tags/tag504.xml><?xml version="1.0" encoding="utf-8"?>
<p:tagLst xmlns:a="http://schemas.openxmlformats.org/drawingml/2006/main" xmlns:r="http://schemas.openxmlformats.org/officeDocument/2006/relationships" xmlns:p="http://schemas.openxmlformats.org/presentationml/2006/main">
  <p:tag name="NUM" val="27"/>
</p:tagLst>
</file>

<file path=ppt/tags/tag505.xml><?xml version="1.0" encoding="utf-8"?>
<p:tagLst xmlns:a="http://schemas.openxmlformats.org/drawingml/2006/main" xmlns:r="http://schemas.openxmlformats.org/officeDocument/2006/relationships" xmlns:p="http://schemas.openxmlformats.org/presentationml/2006/main">
  <p:tag name="NUM" val="23"/>
</p:tagLst>
</file>

<file path=ppt/tags/tag506.xml><?xml version="1.0" encoding="utf-8"?>
<p:tagLst xmlns:a="http://schemas.openxmlformats.org/drawingml/2006/main" xmlns:r="http://schemas.openxmlformats.org/officeDocument/2006/relationships" xmlns:p="http://schemas.openxmlformats.org/presentationml/2006/main">
  <p:tag name="NUM" val="27"/>
</p:tagLst>
</file>

<file path=ppt/tags/tag507.xml><?xml version="1.0" encoding="utf-8"?>
<p:tagLst xmlns:a="http://schemas.openxmlformats.org/drawingml/2006/main" xmlns:r="http://schemas.openxmlformats.org/officeDocument/2006/relationships" xmlns:p="http://schemas.openxmlformats.org/presentationml/2006/main">
  <p:tag name="NUM" val="27"/>
</p:tagLst>
</file>

<file path=ppt/tags/tag508.xml><?xml version="1.0" encoding="utf-8"?>
<p:tagLst xmlns:a="http://schemas.openxmlformats.org/drawingml/2006/main" xmlns:r="http://schemas.openxmlformats.org/officeDocument/2006/relationships" xmlns:p="http://schemas.openxmlformats.org/presentationml/2006/main">
  <p:tag name="NUM" val="6"/>
</p:tagLst>
</file>

<file path=ppt/tags/tag509.xml><?xml version="1.0" encoding="utf-8"?>
<p:tagLst xmlns:a="http://schemas.openxmlformats.org/drawingml/2006/main" xmlns:r="http://schemas.openxmlformats.org/officeDocument/2006/relationships" xmlns:p="http://schemas.openxmlformats.org/presentationml/2006/main">
  <p:tag name="NUM" val="2"/>
</p:tagLst>
</file>

<file path=ppt/tags/tag510.xml><?xml version="1.0" encoding="utf-8"?>
<p:tagLst xmlns:a="http://schemas.openxmlformats.org/drawingml/2006/main" xmlns:r="http://schemas.openxmlformats.org/officeDocument/2006/relationships" xmlns:p="http://schemas.openxmlformats.org/presentationml/2006/main">
  <p:tag name="NUM" val="2"/>
</p:tagLst>
</file>

<file path=ppt/tags/tag511.xml><?xml version="1.0" encoding="utf-8"?>
<p:tagLst xmlns:a="http://schemas.openxmlformats.org/drawingml/2006/main" xmlns:r="http://schemas.openxmlformats.org/officeDocument/2006/relationships" xmlns:p="http://schemas.openxmlformats.org/presentationml/2006/main">
  <p:tag name="NUM" val="27"/>
</p:tagLst>
</file>

<file path=ppt/tags/tag512.xml><?xml version="1.0" encoding="utf-8"?>
<p:tagLst xmlns:a="http://schemas.openxmlformats.org/drawingml/2006/main" xmlns:r="http://schemas.openxmlformats.org/officeDocument/2006/relationships" xmlns:p="http://schemas.openxmlformats.org/presentationml/2006/main">
  <p:tag name="NUM" val="27"/>
</p:tagLst>
</file>

<file path=ppt/tags/tag513.xml><?xml version="1.0" encoding="utf-8"?>
<p:tagLst xmlns:a="http://schemas.openxmlformats.org/drawingml/2006/main" xmlns:r="http://schemas.openxmlformats.org/officeDocument/2006/relationships" xmlns:p="http://schemas.openxmlformats.org/presentationml/2006/main">
  <p:tag name="NUM" val="27"/>
</p:tagLst>
</file>

<file path=ppt/tags/tag514.xml><?xml version="1.0" encoding="utf-8"?>
<p:tagLst xmlns:a="http://schemas.openxmlformats.org/drawingml/2006/main" xmlns:r="http://schemas.openxmlformats.org/officeDocument/2006/relationships" xmlns:p="http://schemas.openxmlformats.org/presentationml/2006/main">
  <p:tag name="NUM" val="27"/>
</p:tagLst>
</file>

<file path=ppt/tags/tag515.xml><?xml version="1.0" encoding="utf-8"?>
<p:tagLst xmlns:a="http://schemas.openxmlformats.org/drawingml/2006/main" xmlns:r="http://schemas.openxmlformats.org/officeDocument/2006/relationships" xmlns:p="http://schemas.openxmlformats.org/presentationml/2006/main">
  <p:tag name="NUM" val="27"/>
</p:tagLst>
</file>

<file path=ppt/tags/tag516.xml><?xml version="1.0" encoding="utf-8"?>
<p:tagLst xmlns:a="http://schemas.openxmlformats.org/drawingml/2006/main" xmlns:r="http://schemas.openxmlformats.org/officeDocument/2006/relationships" xmlns:p="http://schemas.openxmlformats.org/presentationml/2006/main">
  <p:tag name="NUM" val="27"/>
</p:tagLst>
</file>

<file path=ppt/tags/tag517.xml><?xml version="1.0" encoding="utf-8"?>
<p:tagLst xmlns:a="http://schemas.openxmlformats.org/drawingml/2006/main" xmlns:r="http://schemas.openxmlformats.org/officeDocument/2006/relationships" xmlns:p="http://schemas.openxmlformats.org/presentationml/2006/main">
  <p:tag name="NUM" val="27"/>
</p:tagLst>
</file>

<file path=ppt/tags/tag518.xml><?xml version="1.0" encoding="utf-8"?>
<p:tagLst xmlns:a="http://schemas.openxmlformats.org/drawingml/2006/main" xmlns:r="http://schemas.openxmlformats.org/officeDocument/2006/relationships" xmlns:p="http://schemas.openxmlformats.org/presentationml/2006/main">
  <p:tag name="NUM" val="2"/>
</p:tagLst>
</file>

<file path=ppt/tags/tag519.xml><?xml version="1.0" encoding="utf-8"?>
<p:tagLst xmlns:a="http://schemas.openxmlformats.org/drawingml/2006/main" xmlns:r="http://schemas.openxmlformats.org/officeDocument/2006/relationships" xmlns:p="http://schemas.openxmlformats.org/presentationml/2006/main">
  <p:tag name="NUM" val="3"/>
</p:tagLst>
</file>

<file path=ppt/tags/tag520.xml><?xml version="1.0" encoding="utf-8"?>
<p:tagLst xmlns:a="http://schemas.openxmlformats.org/drawingml/2006/main" xmlns:r="http://schemas.openxmlformats.org/officeDocument/2006/relationships" xmlns:p="http://schemas.openxmlformats.org/presentationml/2006/main">
  <p:tag name="NUM" val="4"/>
</p:tagLst>
</file>

<file path=ppt/tags/tag521.xml><?xml version="1.0" encoding="utf-8"?>
<p:tagLst xmlns:a="http://schemas.openxmlformats.org/drawingml/2006/main" xmlns:r="http://schemas.openxmlformats.org/officeDocument/2006/relationships" xmlns:p="http://schemas.openxmlformats.org/presentationml/2006/main">
  <p:tag name="NUM" val="5"/>
</p:tagLst>
</file>

<file path=ppt/tags/tag522.xml><?xml version="1.0" encoding="utf-8"?>
<p:tagLst xmlns:a="http://schemas.openxmlformats.org/drawingml/2006/main" xmlns:r="http://schemas.openxmlformats.org/officeDocument/2006/relationships" xmlns:p="http://schemas.openxmlformats.org/presentationml/2006/main">
  <p:tag name="NUM" val="6"/>
</p:tagLst>
</file>

<file path=ppt/tags/tag523.xml><?xml version="1.0" encoding="utf-8"?>
<p:tagLst xmlns:a="http://schemas.openxmlformats.org/drawingml/2006/main" xmlns:r="http://schemas.openxmlformats.org/officeDocument/2006/relationships" xmlns:p="http://schemas.openxmlformats.org/presentationml/2006/main">
  <p:tag name="NUM" val="7"/>
</p:tagLst>
</file>

<file path=ppt/tags/tag524.xml><?xml version="1.0" encoding="utf-8"?>
<p:tagLst xmlns:a="http://schemas.openxmlformats.org/drawingml/2006/main" xmlns:r="http://schemas.openxmlformats.org/officeDocument/2006/relationships" xmlns:p="http://schemas.openxmlformats.org/presentationml/2006/main">
  <p:tag name="NUM" val="8"/>
</p:tagLst>
</file>

<file path=ppt/tags/tag525.xml><?xml version="1.0" encoding="utf-8"?>
<p:tagLst xmlns:a="http://schemas.openxmlformats.org/drawingml/2006/main" xmlns:r="http://schemas.openxmlformats.org/officeDocument/2006/relationships" xmlns:p="http://schemas.openxmlformats.org/presentationml/2006/main">
  <p:tag name="NUM" val="27"/>
</p:tagLst>
</file>

<file path=ppt/theme/theme1.xml><?xml version="1.0" encoding="utf-8"?>
<a:theme xmlns:a="http://schemas.openxmlformats.org/drawingml/2006/main" name="Pack_02_onepoint_operational_templates v1.01">
  <a:themeElements>
    <a:clrScheme name="Personnalisé 1">
      <a:dk1>
        <a:srgbClr val="272727"/>
      </a:dk1>
      <a:lt1>
        <a:srgbClr val="FEFEFE"/>
      </a:lt1>
      <a:dk2>
        <a:srgbClr val="009DDF"/>
      </a:dk2>
      <a:lt2>
        <a:srgbClr val="FFCF8C"/>
      </a:lt2>
      <a:accent1>
        <a:srgbClr val="FF6F5F"/>
      </a:accent1>
      <a:accent2>
        <a:srgbClr val="FF9D75"/>
      </a:accent2>
      <a:accent3>
        <a:srgbClr val="56BF7B"/>
      </a:accent3>
      <a:accent4>
        <a:srgbClr val="DCF2DE"/>
      </a:accent4>
      <a:accent5>
        <a:srgbClr val="8F8EBF"/>
      </a:accent5>
      <a:accent6>
        <a:srgbClr val="637AA6"/>
      </a:accent6>
      <a:hlink>
        <a:srgbClr val="009DDF"/>
      </a:hlink>
      <a:folHlink>
        <a:srgbClr val="009DDF"/>
      </a:folHlink>
    </a:clrScheme>
    <a:fontScheme name="onepoint">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1400" b="1"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Pack_02_onepoint_operational_templates v1.0" id="{B99D8591-80CB-4EDE-9FB3-B0E2D57BA675}" vid="{E3ACBC26-EF36-4B63-9E57-452A90207C15}"/>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ct:contentTypeSchema xmlns:ct="http://schemas.microsoft.com/office/2006/metadata/contentType" xmlns:ma="http://schemas.microsoft.com/office/2006/metadata/properties/metaAttributes" ct:_="" ma:_="" ma:contentTypeName="Word BYCN" ma:contentTypeID="0x01010004BBCBFDEBB3864BA0EFED7044CA4B280100222927912BB0CA48ACEE941457F47D3D" ma:contentTypeVersion="2" ma:contentTypeDescription="Create a new document." ma:contentTypeScope="" ma:versionID="942ccb47d52ace733c36eb52ef102148">
  <xsd:schema xmlns:xsd="http://www.w3.org/2001/XMLSchema" xmlns:xs="http://www.w3.org/2001/XMLSchema" xmlns:p="http://schemas.microsoft.com/office/2006/metadata/properties" xmlns:ns2="95235cfd-2d18-42eb-8ffc-01f090d3b392" xmlns:ns3="f6329d8e-d2fd-45b3-959d-40cdcd9012bf" targetNamespace="http://schemas.microsoft.com/office/2006/metadata/properties" ma:root="true" ma:fieldsID="747eeb53846d167110a2cbb2a4a63327" ns2:_="" ns3:_="">
    <xsd:import namespace="95235cfd-2d18-42eb-8ffc-01f090d3b392"/>
    <xsd:import namespace="f6329d8e-d2fd-45b3-959d-40cdcd9012bf"/>
    <xsd:element name="properties">
      <xsd:complexType>
        <xsd:sequence>
          <xsd:element name="documentManagement">
            <xsd:complexType>
              <xsd:all>
                <xsd:element ref="ns2:b7665f99c0fe44919cb3218cc8e5302c" minOccurs="0"/>
                <xsd:element ref="ns2:TaxCatchAll" minOccurs="0"/>
                <xsd:element ref="ns2:TaxCatchAllLabel" minOccurs="0"/>
                <xsd:element ref="ns2:ComUnityFolder" minOccurs="0"/>
                <xsd:element ref="ns2:bc25f8494e694b549ba275b5de656855" minOccurs="0"/>
                <xsd:element ref="ns2:b1c94e71d43e47329629adb2299a7407" minOccurs="0"/>
                <xsd:element ref="ns2:n052ae6ce5fe48d585b4ce219bb73d0e" minOccurs="0"/>
                <xsd:element ref="ns2:aa574486944c4b4183531de588537b4d"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235cfd-2d18-42eb-8ffc-01f090d3b392" elementFormDefault="qualified">
    <xsd:import namespace="http://schemas.microsoft.com/office/2006/documentManagement/types"/>
    <xsd:import namespace="http://schemas.microsoft.com/office/infopath/2007/PartnerControls"/>
    <xsd:element name="b7665f99c0fe44919cb3218cc8e5302c" ma:index="8" nillable="true" ma:taxonomy="true" ma:internalName="b7665f99c0fe44919cb3218cc8e5302c" ma:taxonomyFieldName="ArchiveClassificationPlan" ma:displayName="Archive Classification Plan" ma:default="1;#00 00 A classer|06ef1ee2-e7bf-4474-9d1e-c5fbf4f3b42b" ma:fieldId="{b7665f99-c0fe-4491-9cb3-218cc8e5302c}" ma:sspId="18ace0e7-60a4-4acf-87da-1c47a991bb86" ma:termSetId="26353664-7461-4f07-87dd-daa2874ea87e"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7709a2b8-d2df-4bd6-a21a-abff81a1aeb9}" ma:internalName="TaxCatchAll" ma:showField="CatchAllData" ma:web="f6329d8e-d2fd-45b3-959d-40cdcd9012bf">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7709a2b8-d2df-4bd6-a21a-abff81a1aeb9}" ma:internalName="TaxCatchAllLabel" ma:readOnly="true" ma:showField="CatchAllDataLabel" ma:web="f6329d8e-d2fd-45b3-959d-40cdcd9012bf">
      <xsd:complexType>
        <xsd:complexContent>
          <xsd:extension base="dms:MultiChoiceLookup">
            <xsd:sequence>
              <xsd:element name="Value" type="dms:Lookup" maxOccurs="unbounded" minOccurs="0" nillable="true"/>
            </xsd:sequence>
          </xsd:extension>
        </xsd:complexContent>
      </xsd:complexType>
    </xsd:element>
    <xsd:element name="ComUnityFolder" ma:index="12" nillable="true" ma:displayName="Folder" ma:internalName="ComUnityFolder">
      <xsd:complexType>
        <xsd:complexContent>
          <xsd:extension base="dms:URL">
            <xsd:sequence>
              <xsd:element name="Url" type="dms:ValidUrl" minOccurs="0" nillable="true"/>
              <xsd:element name="Description" type="xsd:string" nillable="true"/>
            </xsd:sequence>
          </xsd:extension>
        </xsd:complexContent>
      </xsd:complexType>
    </xsd:element>
    <xsd:element name="bc25f8494e694b549ba275b5de656855" ma:index="13" nillable="true" ma:taxonomy="true" ma:internalName="bc25f8494e694b549ba275b5de656855" ma:taxonomyFieldName="Organisation" ma:displayName="Organisation" ma:fieldId="{bc25f849-4e69-4b54-9ba2-75b5de656855}" ma:sspId="18ace0e7-60a4-4acf-87da-1c47a991bb86" ma:termSetId="45cd4057-b767-4ebf-98f6-4028b8e5bef9" ma:anchorId="00000000-0000-0000-0000-000000000000" ma:open="false" ma:isKeyword="false">
      <xsd:complexType>
        <xsd:sequence>
          <xsd:element ref="pc:Terms" minOccurs="0" maxOccurs="1"/>
        </xsd:sequence>
      </xsd:complexType>
    </xsd:element>
    <xsd:element name="b1c94e71d43e47329629adb2299a7407" ma:index="15" nillable="true" ma:taxonomy="true" ma:internalName="b1c94e71d43e47329629adb2299a7407" ma:taxonomyFieldName="WorkspaceClassification" ma:displayName="Workspace classification" ma:fieldId="{b1c94e71-d43e-4732-9629-adb2299a7407}" ma:sspId="18ace0e7-60a4-4acf-87da-1c47a991bb86" ma:termSetId="22f1860e-f59a-4db1-b21a-a41c5c8ed1ec" ma:anchorId="00000000-0000-0000-0000-000000000000" ma:open="false" ma:isKeyword="false">
      <xsd:complexType>
        <xsd:sequence>
          <xsd:element ref="pc:Terms" minOccurs="0" maxOccurs="1"/>
        </xsd:sequence>
      </xsd:complexType>
    </xsd:element>
    <xsd:element name="n052ae6ce5fe48d585b4ce219bb73d0e" ma:index="17" nillable="true" ma:taxonomy="true" ma:internalName="n052ae6ce5fe48d585b4ce219bb73d0e" ma:taxonomyFieldName="SupportServices" ma:displayName="Support services" ma:fieldId="{7052ae6c-e5fe-48d5-85b4-ce219bb73d0e}" ma:sspId="18ace0e7-60a4-4acf-87da-1c47a991bb86" ma:termSetId="813098a9-32ee-4127-b4ec-488cb7a25468" ma:anchorId="00000000-0000-0000-0000-000000000000" ma:open="false" ma:isKeyword="false">
      <xsd:complexType>
        <xsd:sequence>
          <xsd:element ref="pc:Terms" minOccurs="0" maxOccurs="1"/>
        </xsd:sequence>
      </xsd:complexType>
    </xsd:element>
    <xsd:element name="aa574486944c4b4183531de588537b4d" ma:index="19" nillable="true" ma:taxonomy="true" ma:internalName="aa574486944c4b4183531de588537b4d" ma:taxonomyFieldName="ClassificationLevel" ma:displayName="Classification level" ma:fieldId="{aa574486-944c-4b41-8353-1de588537b4d}" ma:sspId="18ace0e7-60a4-4acf-87da-1c47a991bb86" ma:termSetId="b84a82df-7dfe-42a8-9650-82042eeb9fd0"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f6329d8e-d2fd-45b3-959d-40cdcd9012bf" elementFormDefault="qualified">
    <xsd:import namespace="http://schemas.microsoft.com/office/2006/documentManagement/types"/>
    <xsd:import namespace="http://schemas.microsoft.com/office/infopath/2007/PartnerControls"/>
    <xsd:element name="_dlc_DocId" ma:index="21" nillable="true" ma:displayName="Document ID Value" ma:description="The value of the document ID assigned to this item." ma:indexed="true" ma:internalName="_dlc_DocId" ma:readOnly="true">
      <xsd:simpleType>
        <xsd:restriction base="dms:Text"/>
      </xsd:simpleType>
    </xsd:element>
    <xsd:element name="_dlc_DocIdUrl" ma:index="22"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3"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n052ae6ce5fe48d585b4ce219bb73d0e xmlns="95235cfd-2d18-42eb-8ffc-01f090d3b392">
      <Terms xmlns="http://schemas.microsoft.com/office/infopath/2007/PartnerControls">
        <TermInfo xmlns="http://schemas.microsoft.com/office/infopath/2007/PartnerControls">
          <TermName xmlns="http://schemas.microsoft.com/office/infopath/2007/PartnerControls">Information system</TermName>
          <TermId xmlns="http://schemas.microsoft.com/office/infopath/2007/PartnerControls">8b8e0a5c-68c6-49a0-9a87-082189b363f2</TermId>
        </TermInfo>
      </Terms>
    </n052ae6ce5fe48d585b4ce219bb73d0e>
    <b7665f99c0fe44919cb3218cc8e5302c xmlns="95235cfd-2d18-42eb-8ffc-01f090d3b392">
      <Terms xmlns="http://schemas.microsoft.com/office/infopath/2007/PartnerControls">
        <TermInfo xmlns="http://schemas.microsoft.com/office/infopath/2007/PartnerControls">
          <TermName xmlns="http://schemas.microsoft.com/office/infopath/2007/PartnerControls">00 00 A classer</TermName>
          <TermId xmlns="http://schemas.microsoft.com/office/infopath/2007/PartnerControls">06ef1ee2-e7bf-4474-9d1e-c5fbf4f3b42b</TermId>
        </TermInfo>
      </Terms>
    </b7665f99c0fe44919cb3218cc8e5302c>
    <TaxCatchAll xmlns="95235cfd-2d18-42eb-8ffc-01f090d3b392">
      <Value>19</Value>
      <Value>4</Value>
      <Value>3</Value>
      <Value>1</Value>
      <Value>5</Value>
    </TaxCatchAll>
    <ComUnityFolder xmlns="95235cfd-2d18-42eb-8ffc-01f090d3b392">
      <Url xsi:nil="true"/>
      <Description xsi:nil="true"/>
    </ComUnityFolder>
    <b1c94e71d43e47329629adb2299a7407 xmlns="95235cfd-2d18-42eb-8ffc-01f090d3b392">
      <Terms xmlns="http://schemas.microsoft.com/office/infopath/2007/PartnerControls">
        <TermInfo xmlns="http://schemas.microsoft.com/office/infopath/2007/PartnerControls">
          <TermName xmlns="http://schemas.microsoft.com/office/infopath/2007/PartnerControls">Capitalization</TermName>
          <TermId xmlns="http://schemas.microsoft.com/office/infopath/2007/PartnerControls">f7a2a6cd-2292-4b98-a016-e020c4b608fd</TermId>
        </TermInfo>
      </Terms>
    </b1c94e71d43e47329629adb2299a7407>
    <aa574486944c4b4183531de588537b4d xmlns="95235cfd-2d18-42eb-8ffc-01f090d3b392">
      <Terms xmlns="http://schemas.microsoft.com/office/infopath/2007/PartnerControls">
        <TermInfo xmlns="http://schemas.microsoft.com/office/infopath/2007/PartnerControls">
          <TermName xmlns="http://schemas.microsoft.com/office/infopath/2007/PartnerControls">Internal</TermName>
          <TermId xmlns="http://schemas.microsoft.com/office/infopath/2007/PartnerControls">86d58d27-cc8e-4bfd-a785-ea3ef4347509</TermId>
        </TermInfo>
      </Terms>
    </aa574486944c4b4183531de588537b4d>
    <bc25f8494e694b549ba275b5de656855 xmlns="95235cfd-2d18-42eb-8ffc-01f090d3b392">
      <Terms xmlns="http://schemas.microsoft.com/office/infopath/2007/PartnerControls">
        <TermInfo xmlns="http://schemas.microsoft.com/office/infopath/2007/PartnerControls">
          <TermName xmlns="http://schemas.microsoft.com/office/infopath/2007/PartnerControls">BYCN IT</TermName>
          <TermId xmlns="http://schemas.microsoft.com/office/infopath/2007/PartnerControls">5d3357b4-3368-461d-bd54-7eef5bc1db4c</TermId>
        </TermInfo>
      </Terms>
    </bc25f8494e694b549ba275b5de656855>
    <_dlc_DocId xmlns="55b30ecb-2f58-4ebc-8d15-16073e63dc56">CWKSP-501984039-25729</_dlc_DocId>
    <_dlc_DocIdUrl xmlns="55b30ecb-2f58-4ebc-8d15-16073e63dc56">
      <Url>https://bouyguesconstruction.sharepoint.com/sites/bycnitarchitecture/_layouts/15/DocIdRedir.aspx?ID=CWKSP-501984039-25729</Url>
      <Description>CWKSP-501984039-25729</Description>
    </_dlc_DocIdUrl>
  </documentManagement>
</p:properties>
</file>

<file path=customXml/item5.xml><?xml version="1.0" encoding="utf-8"?>
<ct:contentTypeSchema xmlns:ct="http://schemas.microsoft.com/office/2006/metadata/contentType" xmlns:ma="http://schemas.microsoft.com/office/2006/metadata/properties/metaAttributes" ct:_="" ma:_="" ma:contentTypeName="Word BYCN" ma:contentTypeID="0x01010004BBCBFDEBB3864BA0EFED7044CA4B2801004C8FE6902124594285FC1C1285DCF30B" ma:contentTypeVersion="2" ma:contentTypeDescription="Create a new document." ma:contentTypeScope="" ma:versionID="fd14c3e0d22c58c23ac04c57ff2f828a">
  <xsd:schema xmlns:xsd="http://www.w3.org/2001/XMLSchema" xmlns:xs="http://www.w3.org/2001/XMLSchema" xmlns:p="http://schemas.microsoft.com/office/2006/metadata/properties" xmlns:ns2="95235cfd-2d18-42eb-8ffc-01f090d3b392" xmlns:ns3="55b30ecb-2f58-4ebc-8d15-16073e63dc56" targetNamespace="http://schemas.microsoft.com/office/2006/metadata/properties" ma:root="true" ma:fieldsID="3244a9b4a5729db8bab5b77e93dd427c" ns2:_="" ns3:_="">
    <xsd:import namespace="95235cfd-2d18-42eb-8ffc-01f090d3b392"/>
    <xsd:import namespace="55b30ecb-2f58-4ebc-8d15-16073e63dc56"/>
    <xsd:element name="properties">
      <xsd:complexType>
        <xsd:sequence>
          <xsd:element name="documentManagement">
            <xsd:complexType>
              <xsd:all>
                <xsd:element ref="ns2:b7665f99c0fe44919cb3218cc8e5302c" minOccurs="0"/>
                <xsd:element ref="ns2:TaxCatchAll" minOccurs="0"/>
                <xsd:element ref="ns2:TaxCatchAllLabel" minOccurs="0"/>
                <xsd:element ref="ns2:ComUnityFolder" minOccurs="0"/>
                <xsd:element ref="ns2:bc25f8494e694b549ba275b5de656855" minOccurs="0"/>
                <xsd:element ref="ns2:b1c94e71d43e47329629adb2299a7407" minOccurs="0"/>
                <xsd:element ref="ns2:n052ae6ce5fe48d585b4ce219bb73d0e" minOccurs="0"/>
                <xsd:element ref="ns2:aa574486944c4b4183531de588537b4d"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235cfd-2d18-42eb-8ffc-01f090d3b392" elementFormDefault="qualified">
    <xsd:import namespace="http://schemas.microsoft.com/office/2006/documentManagement/types"/>
    <xsd:import namespace="http://schemas.microsoft.com/office/infopath/2007/PartnerControls"/>
    <xsd:element name="b7665f99c0fe44919cb3218cc8e5302c" ma:index="8" nillable="true" ma:taxonomy="true" ma:internalName="b7665f99c0fe44919cb3218cc8e5302c" ma:taxonomyFieldName="ArchiveClassificationPlan" ma:displayName="Archive Classification Plan" ma:default="1;#00 00 A classer|06ef1ee2-e7bf-4474-9d1e-c5fbf4f3b42b" ma:fieldId="{b7665f99-c0fe-4491-9cb3-218cc8e5302c}" ma:sspId="18ace0e7-60a4-4acf-87da-1c47a991bb86" ma:termSetId="26353664-7461-4f07-87dd-daa2874ea87e"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e85c52b0-9dc1-4b7d-8333-5b994c516a88}" ma:internalName="TaxCatchAll" ma:showField="CatchAllData" ma:web="55b30ecb-2f58-4ebc-8d15-16073e63dc56">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e85c52b0-9dc1-4b7d-8333-5b994c516a88}" ma:internalName="TaxCatchAllLabel" ma:readOnly="true" ma:showField="CatchAllDataLabel" ma:web="55b30ecb-2f58-4ebc-8d15-16073e63dc56">
      <xsd:complexType>
        <xsd:complexContent>
          <xsd:extension base="dms:MultiChoiceLookup">
            <xsd:sequence>
              <xsd:element name="Value" type="dms:Lookup" maxOccurs="unbounded" minOccurs="0" nillable="true"/>
            </xsd:sequence>
          </xsd:extension>
        </xsd:complexContent>
      </xsd:complexType>
    </xsd:element>
    <xsd:element name="ComUnityFolder" ma:index="12" nillable="true" ma:displayName="Folder" ma:internalName="ComUnityFolder">
      <xsd:complexType>
        <xsd:complexContent>
          <xsd:extension base="dms:URL">
            <xsd:sequence>
              <xsd:element name="Url" type="dms:ValidUrl" minOccurs="0" nillable="true"/>
              <xsd:element name="Description" type="xsd:string" nillable="true"/>
            </xsd:sequence>
          </xsd:extension>
        </xsd:complexContent>
      </xsd:complexType>
    </xsd:element>
    <xsd:element name="bc25f8494e694b549ba275b5de656855" ma:index="13" nillable="true" ma:taxonomy="true" ma:internalName="bc25f8494e694b549ba275b5de656855" ma:taxonomyFieldName="Organisation" ma:displayName="Organisation" ma:fieldId="{bc25f849-4e69-4b54-9ba2-75b5de656855}" ma:sspId="18ace0e7-60a4-4acf-87da-1c47a991bb86" ma:termSetId="45cd4057-b767-4ebf-98f6-4028b8e5bef9" ma:anchorId="00000000-0000-0000-0000-000000000000" ma:open="false" ma:isKeyword="false">
      <xsd:complexType>
        <xsd:sequence>
          <xsd:element ref="pc:Terms" minOccurs="0" maxOccurs="1"/>
        </xsd:sequence>
      </xsd:complexType>
    </xsd:element>
    <xsd:element name="b1c94e71d43e47329629adb2299a7407" ma:index="15" nillable="true" ma:taxonomy="true" ma:internalName="b1c94e71d43e47329629adb2299a7407" ma:taxonomyFieldName="WorkspaceClassification" ma:displayName="Workspace classification" ma:fieldId="{b1c94e71-d43e-4732-9629-adb2299a7407}" ma:sspId="18ace0e7-60a4-4acf-87da-1c47a991bb86" ma:termSetId="22f1860e-f59a-4db1-b21a-a41c5c8ed1ec" ma:anchorId="00000000-0000-0000-0000-000000000000" ma:open="false" ma:isKeyword="false">
      <xsd:complexType>
        <xsd:sequence>
          <xsd:element ref="pc:Terms" minOccurs="0" maxOccurs="1"/>
        </xsd:sequence>
      </xsd:complexType>
    </xsd:element>
    <xsd:element name="n052ae6ce5fe48d585b4ce219bb73d0e" ma:index="17" nillable="true" ma:taxonomy="true" ma:internalName="n052ae6ce5fe48d585b4ce219bb73d0e" ma:taxonomyFieldName="SupportServices" ma:displayName="Support services" ma:fieldId="{7052ae6c-e5fe-48d5-85b4-ce219bb73d0e}" ma:sspId="18ace0e7-60a4-4acf-87da-1c47a991bb86" ma:termSetId="813098a9-32ee-4127-b4ec-488cb7a25468" ma:anchorId="00000000-0000-0000-0000-000000000000" ma:open="false" ma:isKeyword="false">
      <xsd:complexType>
        <xsd:sequence>
          <xsd:element ref="pc:Terms" minOccurs="0" maxOccurs="1"/>
        </xsd:sequence>
      </xsd:complexType>
    </xsd:element>
    <xsd:element name="aa574486944c4b4183531de588537b4d" ma:index="19" nillable="true" ma:taxonomy="true" ma:internalName="aa574486944c4b4183531de588537b4d" ma:taxonomyFieldName="ClassificationLevel" ma:displayName="Classification level" ma:fieldId="{aa574486-944c-4b41-8353-1de588537b4d}" ma:sspId="18ace0e7-60a4-4acf-87da-1c47a991bb86" ma:termSetId="b84a82df-7dfe-42a8-9650-82042eeb9fd0"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5b30ecb-2f58-4ebc-8d15-16073e63dc56" elementFormDefault="qualified">
    <xsd:import namespace="http://schemas.microsoft.com/office/2006/documentManagement/types"/>
    <xsd:import namespace="http://schemas.microsoft.com/office/infopath/2007/PartnerControls"/>
    <xsd:element name="_dlc_DocId" ma:index="21" nillable="true" ma:displayName="Document ID Value" ma:description="The value of the document ID assigned to this item." ma:indexed="true" ma:internalName="_dlc_DocId" ma:readOnly="true">
      <xsd:simpleType>
        <xsd:restriction base="dms:Text"/>
      </xsd:simpleType>
    </xsd:element>
    <xsd:element name="_dlc_DocIdUrl" ma:index="22"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3"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mso-contentType ?>
<SharedContentType xmlns="Microsoft.SharePoint.Taxonomy.ContentTypeSync" SourceId="18ace0e7-60a4-4acf-87da-1c47a991bb86" ContentTypeId="0x01010004BBCBFDEBB3864BA0EFED7044CA4B2801" PreviousValue="false" LastSyncTimeStamp="2019-08-12T06:53:30.573Z"/>
</file>

<file path=customXml/item7.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4D36ACA1-54F5-4F0C-8098-DDB49AAB96D2}"/>
</file>

<file path=customXml/itemProps2.xml><?xml version="1.0" encoding="utf-8"?>
<ds:datastoreItem xmlns:ds="http://schemas.openxmlformats.org/officeDocument/2006/customXml" ds:itemID="{DC0FB1B2-C82E-4380-A70E-62E6FC436427}">
  <ds:schemaRefs>
    <ds:schemaRef ds:uri="http://schemas.microsoft.com/sharepoint/events"/>
  </ds:schemaRefs>
</ds:datastoreItem>
</file>

<file path=customXml/itemProps3.xml><?xml version="1.0" encoding="utf-8"?>
<ds:datastoreItem xmlns:ds="http://schemas.openxmlformats.org/officeDocument/2006/customXml" ds:itemID="{D1D4DA41-5DA0-4215-A9F8-80166D2E11B7}">
  <ds:schemaRefs>
    <ds:schemaRef ds:uri="http://schemas.microsoft.com/sharepoint/v3/contenttype/forms"/>
  </ds:schemaRefs>
</ds:datastoreItem>
</file>

<file path=customXml/itemProps4.xml><?xml version="1.0" encoding="utf-8"?>
<ds:datastoreItem xmlns:ds="http://schemas.openxmlformats.org/officeDocument/2006/customXml" ds:itemID="{A5AEBF66-88EF-4107-B8AE-3F1E5D05F1FF}">
  <ds:schemaRefs>
    <ds:schemaRef ds:uri="http://purl.org/dc/dcmitype/"/>
    <ds:schemaRef ds:uri="http://purl.org/dc/terms/"/>
    <ds:schemaRef ds:uri="http://schemas.microsoft.com/office/2006/documentManagement/types"/>
    <ds:schemaRef ds:uri="95235cfd-2d18-42eb-8ffc-01f090d3b392"/>
    <ds:schemaRef ds:uri="http://www.w3.org/XML/1998/namespace"/>
    <ds:schemaRef ds:uri="http://purl.org/dc/elements/1.1/"/>
    <ds:schemaRef ds:uri="http://schemas.microsoft.com/office/infopath/2007/PartnerControls"/>
    <ds:schemaRef ds:uri="http://schemas.openxmlformats.org/package/2006/metadata/core-properties"/>
    <ds:schemaRef ds:uri="6d75d945-b307-4319-8d91-f2238fbdb54e"/>
    <ds:schemaRef ds:uri="http://schemas.microsoft.com/office/2006/metadata/properties"/>
  </ds:schemaRefs>
</ds:datastoreItem>
</file>

<file path=customXml/itemProps5.xml><?xml version="1.0" encoding="utf-8"?>
<ds:datastoreItem xmlns:ds="http://schemas.openxmlformats.org/officeDocument/2006/customXml" ds:itemID="{E2E09049-C39B-4C6B-BCC1-F77041BB0E5D}"/>
</file>

<file path=customXml/itemProps6.xml><?xml version="1.0" encoding="utf-8"?>
<ds:datastoreItem xmlns:ds="http://schemas.openxmlformats.org/officeDocument/2006/customXml" ds:itemID="{801744F9-8901-4A67-9E3D-506DE37CA377}"/>
</file>

<file path=customXml/itemProps7.xml><?xml version="1.0" encoding="utf-8"?>
<ds:datastoreItem xmlns:ds="http://schemas.openxmlformats.org/officeDocument/2006/customXml" ds:itemID="{6AB54201-538F-44B7-9138-EA99210BA794}"/>
</file>

<file path=docProps/app.xml><?xml version="1.0" encoding="utf-8"?>
<Properties xmlns="http://schemas.openxmlformats.org/officeDocument/2006/extended-properties" xmlns:vt="http://schemas.openxmlformats.org/officeDocument/2006/docPropsVTypes">
  <Template>Pack_02_onepoint_operational_templates v1.01</Template>
  <TotalTime>0</TotalTime>
  <Words>18657</Words>
  <Application>Microsoft Office PowerPoint</Application>
  <PresentationFormat>Grand écran</PresentationFormat>
  <Paragraphs>3603</Paragraphs>
  <Slides>165</Slides>
  <Notes>150</Notes>
  <HiddenSlides>9</HiddenSlides>
  <MMClips>0</MMClips>
  <ScaleCrop>false</ScaleCrop>
  <HeadingPairs>
    <vt:vector size="6" baseType="variant">
      <vt:variant>
        <vt:lpstr>Polices utilisées</vt:lpstr>
      </vt:variant>
      <vt:variant>
        <vt:i4>21</vt:i4>
      </vt:variant>
      <vt:variant>
        <vt:lpstr>Thème</vt:lpstr>
      </vt:variant>
      <vt:variant>
        <vt:i4>1</vt:i4>
      </vt:variant>
      <vt:variant>
        <vt:lpstr>Titres des diapositives</vt:lpstr>
      </vt:variant>
      <vt:variant>
        <vt:i4>165</vt:i4>
      </vt:variant>
    </vt:vector>
  </HeadingPairs>
  <TitlesOfParts>
    <vt:vector size="187" baseType="lpstr">
      <vt:lpstr>ＭＳ Ｐゴシック</vt:lpstr>
      <vt:lpstr>.Apple Color Emoji UI</vt:lpstr>
      <vt:lpstr>Arial</vt:lpstr>
      <vt:lpstr>Arial Black</vt:lpstr>
      <vt:lpstr>ArialMT</vt:lpstr>
      <vt:lpstr>Calibri</vt:lpstr>
      <vt:lpstr>Century Gothic</vt:lpstr>
      <vt:lpstr>Courier New</vt:lpstr>
      <vt:lpstr>EOpenSans</vt:lpstr>
      <vt:lpstr>Helvetica Neue</vt:lpstr>
      <vt:lpstr>Inter</vt:lpstr>
      <vt:lpstr>Lato</vt:lpstr>
      <vt:lpstr>Open Sans</vt:lpstr>
      <vt:lpstr>openSans</vt:lpstr>
      <vt:lpstr>Police système Courant</vt:lpstr>
      <vt:lpstr>Poppins</vt:lpstr>
      <vt:lpstr>Roboto</vt:lpstr>
      <vt:lpstr>Segoe UI</vt:lpstr>
      <vt:lpstr>Source Sans Pro</vt:lpstr>
      <vt:lpstr>Trebuchet MS</vt:lpstr>
      <vt:lpstr>Wingdings</vt:lpstr>
      <vt:lpstr>Pack_02_onepoint_operational_templates v1.01</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ONEPOINT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Akram ZABAT</dc:creator>
  <cp:lastModifiedBy>LETOURNEUR, Kim</cp:lastModifiedBy>
  <cp:revision>2</cp:revision>
  <dcterms:created xsi:type="dcterms:W3CDTF">2022-04-25T07:31:19Z</dcterms:created>
  <dcterms:modified xsi:type="dcterms:W3CDTF">2024-10-10T09:46:33Z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Level">
    <vt:lpwstr>5;#Internal|86d58d27-cc8e-4bfd-a785-ea3ef4347509</vt:lpwstr>
  </property>
  <property fmtid="{D5CDD505-2E9C-101B-9397-08002B2CF9AE}" pid="3" name="SupportServices">
    <vt:lpwstr>4;#Information system|8b8e0a5c-68c6-49a0-9a87-082189b363f2</vt:lpwstr>
  </property>
  <property fmtid="{D5CDD505-2E9C-101B-9397-08002B2CF9AE}" pid="4" name="Organisation">
    <vt:lpwstr>3;#BYCN IT|5d3357b4-3368-461d-bd54-7eef5bc1db4c</vt:lpwstr>
  </property>
  <property fmtid="{D5CDD505-2E9C-101B-9397-08002B2CF9AE}" pid="5" name="ContentTypeId">
    <vt:lpwstr>0x01010004BBCBFDEBB3864BA0EFED7044CA4B2801004C8FE6902124594285FC1C1285DCF30B</vt:lpwstr>
  </property>
  <property fmtid="{D5CDD505-2E9C-101B-9397-08002B2CF9AE}" pid="6" name="_dlc_DocIdItemGuid">
    <vt:lpwstr>9825fb47-fca0-46e2-9f1a-1a66b88b70b6</vt:lpwstr>
  </property>
  <property fmtid="{D5CDD505-2E9C-101B-9397-08002B2CF9AE}" pid="7" name="WorkspaceClassification">
    <vt:lpwstr>19;#Capitalization|f7a2a6cd-2292-4b98-a016-e020c4b608fd</vt:lpwstr>
  </property>
  <property fmtid="{D5CDD505-2E9C-101B-9397-08002B2CF9AE}" pid="8" name="ArchiveClassificationPlan">
    <vt:lpwstr>1;#00 00 A classer|06ef1ee2-e7bf-4474-9d1e-c5fbf4f3b42b</vt:lpwstr>
  </property>
  <property fmtid="{D5CDD505-2E9C-101B-9397-08002B2CF9AE}" pid="9" name="MediaServiceImageTags">
    <vt:lpwstr/>
  </property>
  <property fmtid="{D5CDD505-2E9C-101B-9397-08002B2CF9AE}" pid="10" name="lcf76f155ced4ddcb4097134ff3c332f">
    <vt:lpwstr/>
  </property>
  <property fmtid="{D5CDD505-2E9C-101B-9397-08002B2CF9AE}" pid="11" name="aa574486944c4b4183531de588537b4d">
    <vt:lpwstr>Internal|86d58d27-cc8e-4bfd-a785-ea3ef4347509</vt:lpwstr>
  </property>
  <property fmtid="{D5CDD505-2E9C-101B-9397-08002B2CF9AE}" pid="12" name="Order">
    <vt:lpwstr>173500.000000000</vt:lpwstr>
  </property>
  <property fmtid="{D5CDD505-2E9C-101B-9397-08002B2CF9AE}" pid="13" name="xd_ProgID">
    <vt:lpwstr/>
  </property>
  <property fmtid="{D5CDD505-2E9C-101B-9397-08002B2CF9AE}" pid="14" name="_dlc_DocId">
    <vt:lpwstr>CWKSP-1572697757-1735</vt:lpwstr>
  </property>
  <property fmtid="{D5CDD505-2E9C-101B-9397-08002B2CF9AE}" pid="15" name="_SourceUrl">
    <vt:lpwstr/>
  </property>
  <property fmtid="{D5CDD505-2E9C-101B-9397-08002B2CF9AE}" pid="16" name="_SharedFileIndex">
    <vt:lpwstr/>
  </property>
  <property fmtid="{D5CDD505-2E9C-101B-9397-08002B2CF9AE}" pid="17" name="ComplianceAssetId">
    <vt:lpwstr/>
  </property>
  <property fmtid="{D5CDD505-2E9C-101B-9397-08002B2CF9AE}" pid="18" name="TemplateUrl">
    <vt:lpwstr/>
  </property>
  <property fmtid="{D5CDD505-2E9C-101B-9397-08002B2CF9AE}" pid="19" name="_ExtendedDescription">
    <vt:lpwstr/>
  </property>
  <property fmtid="{D5CDD505-2E9C-101B-9397-08002B2CF9AE}" pid="20" name="TriggerFlowInfo">
    <vt:lpwstr/>
  </property>
  <property fmtid="{D5CDD505-2E9C-101B-9397-08002B2CF9AE}" pid="21" name="_dlc_DocIdUrl">
    <vt:lpwstr>https://bouyguesconstruction.sharepoint.com/sites/bycnitbycnitdacdsarchitecture/_layouts/15/DocIdRedir.aspx?ID=CWKSP-1572697757-1735, CWKSP-1572697757-1735</vt:lpwstr>
  </property>
  <property fmtid="{D5CDD505-2E9C-101B-9397-08002B2CF9AE}" pid="22" name="ComUnityFolder">
    <vt:lpwstr>, </vt:lpwstr>
  </property>
  <property fmtid="{D5CDD505-2E9C-101B-9397-08002B2CF9AE}" pid="23" name="b1c94e71d43e47329629adb2299a7407">
    <vt:lpwstr>Capitalization|f7a2a6cd-2292-4b98-a016-e020c4b608fd</vt:lpwstr>
  </property>
  <property fmtid="{D5CDD505-2E9C-101B-9397-08002B2CF9AE}" pid="24" name="xd_Signature">
    <vt:lpwstr/>
  </property>
  <property fmtid="{D5CDD505-2E9C-101B-9397-08002B2CF9AE}" pid="25" name="n052ae6ce5fe48d585b4ce219bb73d0e">
    <vt:lpwstr>Information system|8b8e0a5c-68c6-49a0-9a87-082189b363f2</vt:lpwstr>
  </property>
  <property fmtid="{D5CDD505-2E9C-101B-9397-08002B2CF9AE}" pid="26" name="b7665f99c0fe44919cb3218cc8e5302c">
    <vt:lpwstr>00 00 A classer|06ef1ee2-e7bf-4474-9d1e-c5fbf4f3b42b</vt:lpwstr>
  </property>
  <property fmtid="{D5CDD505-2E9C-101B-9397-08002B2CF9AE}" pid="27" name="bc25f8494e694b549ba275b5de656855">
    <vt:lpwstr>BYCN IT|5d3357b4-3368-461d-bd54-7eef5bc1db4c</vt:lpwstr>
  </property>
</Properties>
</file>